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0104100" cy="13404850"/>
  <p:notesSz cx="20104100" cy="1340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4155503"/>
            <a:ext cx="17088486" cy="28150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7506716"/>
            <a:ext cx="14072870" cy="335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3083115"/>
            <a:ext cx="8745284" cy="8847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3083115"/>
            <a:ext cx="8745284" cy="8847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195070" y="12887565"/>
            <a:ext cx="624205" cy="230504"/>
          </a:xfrm>
          <a:custGeom>
            <a:avLst/>
            <a:gdLst/>
            <a:ahLst/>
            <a:cxnLst/>
            <a:rect l="l" t="t" r="r" b="b"/>
            <a:pathLst>
              <a:path w="624205" h="230505">
                <a:moveTo>
                  <a:pt x="0" y="0"/>
                </a:moveTo>
                <a:lnTo>
                  <a:pt x="623987" y="0"/>
                </a:lnTo>
                <a:lnTo>
                  <a:pt x="623987" y="230359"/>
                </a:lnTo>
                <a:lnTo>
                  <a:pt x="0" y="230359"/>
                </a:lnTo>
                <a:lnTo>
                  <a:pt x="0" y="0"/>
                </a:lnTo>
                <a:close/>
              </a:path>
              <a:path w="624205" h="230505">
                <a:moveTo>
                  <a:pt x="0" y="0"/>
                </a:moveTo>
                <a:lnTo>
                  <a:pt x="623987" y="0"/>
                </a:lnTo>
                <a:lnTo>
                  <a:pt x="623987" y="230359"/>
                </a:lnTo>
                <a:lnTo>
                  <a:pt x="0" y="230359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5FF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84631" y="277369"/>
            <a:ext cx="19534505" cy="12840970"/>
          </a:xfrm>
          <a:custGeom>
            <a:avLst/>
            <a:gdLst/>
            <a:ahLst/>
            <a:cxnLst/>
            <a:rect l="l" t="t" r="r" b="b"/>
            <a:pathLst>
              <a:path w="19534505" h="12840969">
                <a:moveTo>
                  <a:pt x="0" y="264"/>
                </a:moveTo>
                <a:lnTo>
                  <a:pt x="19534272" y="0"/>
                </a:lnTo>
                <a:lnTo>
                  <a:pt x="19534427" y="12840554"/>
                </a:lnTo>
                <a:lnTo>
                  <a:pt x="172" y="12840787"/>
                </a:lnTo>
                <a:lnTo>
                  <a:pt x="0" y="264"/>
                </a:lnTo>
                <a:close/>
              </a:path>
            </a:pathLst>
          </a:custGeom>
          <a:ln w="155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8600713" y="275725"/>
            <a:ext cx="1220470" cy="12842240"/>
          </a:xfrm>
          <a:custGeom>
            <a:avLst/>
            <a:gdLst/>
            <a:ahLst/>
            <a:cxnLst/>
            <a:rect l="l" t="t" r="r" b="b"/>
            <a:pathLst>
              <a:path w="1220469" h="12842240">
                <a:moveTo>
                  <a:pt x="0" y="1675"/>
                </a:moveTo>
                <a:lnTo>
                  <a:pt x="1218190" y="1675"/>
                </a:lnTo>
                <a:lnTo>
                  <a:pt x="1218190" y="12842199"/>
                </a:lnTo>
                <a:lnTo>
                  <a:pt x="0" y="12842199"/>
                </a:lnTo>
                <a:lnTo>
                  <a:pt x="0" y="1675"/>
                </a:lnTo>
                <a:close/>
              </a:path>
              <a:path w="1220469" h="12842240">
                <a:moveTo>
                  <a:pt x="232" y="12611762"/>
                </a:moveTo>
                <a:lnTo>
                  <a:pt x="594358" y="12611762"/>
                </a:lnTo>
                <a:lnTo>
                  <a:pt x="594358" y="12842121"/>
                </a:lnTo>
                <a:lnTo>
                  <a:pt x="232" y="12842121"/>
                </a:lnTo>
                <a:lnTo>
                  <a:pt x="232" y="12611762"/>
                </a:lnTo>
                <a:close/>
              </a:path>
              <a:path w="1220469" h="12842240">
                <a:moveTo>
                  <a:pt x="155" y="10828454"/>
                </a:moveTo>
                <a:lnTo>
                  <a:pt x="1218345" y="10828454"/>
                </a:lnTo>
                <a:lnTo>
                  <a:pt x="1218345" y="11869492"/>
                </a:lnTo>
                <a:lnTo>
                  <a:pt x="155" y="11869492"/>
                </a:lnTo>
                <a:lnTo>
                  <a:pt x="155" y="10828454"/>
                </a:lnTo>
                <a:close/>
              </a:path>
              <a:path w="1220469" h="12842240">
                <a:moveTo>
                  <a:pt x="77" y="6123373"/>
                </a:moveTo>
                <a:lnTo>
                  <a:pt x="1218268" y="6123373"/>
                </a:lnTo>
                <a:lnTo>
                  <a:pt x="1218268" y="10828454"/>
                </a:lnTo>
                <a:lnTo>
                  <a:pt x="77" y="10828454"/>
                </a:lnTo>
                <a:lnTo>
                  <a:pt x="77" y="6123373"/>
                </a:lnTo>
                <a:close/>
              </a:path>
              <a:path w="1220469" h="12842240">
                <a:moveTo>
                  <a:pt x="1117127" y="1609"/>
                </a:moveTo>
                <a:lnTo>
                  <a:pt x="1218190" y="1612"/>
                </a:lnTo>
                <a:lnTo>
                  <a:pt x="1218268" y="4415386"/>
                </a:lnTo>
                <a:lnTo>
                  <a:pt x="1117127" y="4415378"/>
                </a:lnTo>
                <a:lnTo>
                  <a:pt x="1117127" y="1609"/>
                </a:lnTo>
                <a:close/>
              </a:path>
              <a:path w="1220469" h="12842240">
                <a:moveTo>
                  <a:pt x="232" y="1"/>
                </a:moveTo>
                <a:lnTo>
                  <a:pt x="111922" y="0"/>
                </a:lnTo>
                <a:lnTo>
                  <a:pt x="111922" y="4415440"/>
                </a:lnTo>
                <a:lnTo>
                  <a:pt x="232" y="4415440"/>
                </a:lnTo>
                <a:lnTo>
                  <a:pt x="232" y="1"/>
                </a:lnTo>
                <a:close/>
              </a:path>
              <a:path w="1220469" h="12842240">
                <a:moveTo>
                  <a:pt x="853" y="3599874"/>
                </a:moveTo>
                <a:lnTo>
                  <a:pt x="1218811" y="3599874"/>
                </a:lnTo>
                <a:lnTo>
                  <a:pt x="1218811" y="4090524"/>
                </a:lnTo>
                <a:lnTo>
                  <a:pt x="853" y="4090524"/>
                </a:lnTo>
                <a:lnTo>
                  <a:pt x="853" y="3599874"/>
                </a:lnTo>
                <a:close/>
              </a:path>
              <a:path w="1220469" h="12842240">
                <a:moveTo>
                  <a:pt x="232" y="1686"/>
                </a:moveTo>
                <a:lnTo>
                  <a:pt x="1218190" y="1669"/>
                </a:lnTo>
                <a:lnTo>
                  <a:pt x="1218190" y="298704"/>
                </a:lnTo>
                <a:lnTo>
                  <a:pt x="232" y="298721"/>
                </a:lnTo>
                <a:lnTo>
                  <a:pt x="232" y="1686"/>
                </a:lnTo>
                <a:close/>
              </a:path>
              <a:path w="1220469" h="12842240">
                <a:moveTo>
                  <a:pt x="637870" y="6123358"/>
                </a:moveTo>
                <a:lnTo>
                  <a:pt x="637793" y="4415393"/>
                </a:lnTo>
                <a:lnTo>
                  <a:pt x="1219819" y="4415386"/>
                </a:lnTo>
                <a:lnTo>
                  <a:pt x="1219896" y="6123342"/>
                </a:lnTo>
                <a:lnTo>
                  <a:pt x="637870" y="6123358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536194"/>
            <a:ext cx="18093690" cy="21447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3083115"/>
            <a:ext cx="18093690" cy="8847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2466511"/>
            <a:ext cx="6433312" cy="670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2466511"/>
            <a:ext cx="4623943" cy="670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2466511"/>
            <a:ext cx="4623943" cy="670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hyperlink" Target="mailto:himanshu@saceng.com" TargetMode="External"/><Relationship Id="rId7" Type="http://schemas.openxmlformats.org/officeDocument/2006/relationships/hyperlink" Target="mailto:info@bpi-power.com" TargetMode="External"/><Relationship Id="rId8" Type="http://schemas.openxmlformats.org/officeDocument/2006/relationships/hyperlink" Target="http://WWW.BPI-POWER.COM/" TargetMode="External"/><Relationship Id="rId9" Type="http://schemas.openxmlformats.org/officeDocument/2006/relationships/hyperlink" Target="mailto:RARASHI@APPLIEDEC.COM" TargetMode="External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Relationship Id="rId14" Type="http://schemas.openxmlformats.org/officeDocument/2006/relationships/hyperlink" Target="mailto:jliu2@oaklandca.gov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30.png"/><Relationship Id="rId18" Type="http://schemas.openxmlformats.org/officeDocument/2006/relationships/image" Target="../media/image31.png"/><Relationship Id="rId19" Type="http://schemas.openxmlformats.org/officeDocument/2006/relationships/image" Target="../media/image32.png"/><Relationship Id="rId20" Type="http://schemas.openxmlformats.org/officeDocument/2006/relationships/image" Target="../media/image33.png"/><Relationship Id="rId21" Type="http://schemas.openxmlformats.org/officeDocument/2006/relationships/image" Target="../media/image34.png"/><Relationship Id="rId22" Type="http://schemas.openxmlformats.org/officeDocument/2006/relationships/image" Target="../media/image35.png"/><Relationship Id="rId23" Type="http://schemas.openxmlformats.org/officeDocument/2006/relationships/image" Target="../media/image36.png"/><Relationship Id="rId24" Type="http://schemas.openxmlformats.org/officeDocument/2006/relationships/image" Target="../media/image37.png"/><Relationship Id="rId25" Type="http://schemas.openxmlformats.org/officeDocument/2006/relationships/image" Target="../media/image38.png"/><Relationship Id="rId26" Type="http://schemas.openxmlformats.org/officeDocument/2006/relationships/image" Target="../media/image39.png"/><Relationship Id="rId27" Type="http://schemas.openxmlformats.org/officeDocument/2006/relationships/image" Target="../media/image40.png"/><Relationship Id="rId28" Type="http://schemas.openxmlformats.org/officeDocument/2006/relationships/image" Target="../media/image41.png"/><Relationship Id="rId29" Type="http://schemas.openxmlformats.org/officeDocument/2006/relationships/image" Target="../media/image42.png"/><Relationship Id="rId30" Type="http://schemas.openxmlformats.org/officeDocument/2006/relationships/image" Target="../media/image43.png"/><Relationship Id="rId31" Type="http://schemas.openxmlformats.org/officeDocument/2006/relationships/image" Target="../media/image44.png"/><Relationship Id="rId32" Type="http://schemas.openxmlformats.org/officeDocument/2006/relationships/image" Target="../media/image45.png"/><Relationship Id="rId33" Type="http://schemas.openxmlformats.org/officeDocument/2006/relationships/image" Target="../media/image46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55.png"/><Relationship Id="rId14" Type="http://schemas.openxmlformats.org/officeDocument/2006/relationships/image" Target="../media/image56.png"/><Relationship Id="rId15" Type="http://schemas.openxmlformats.org/officeDocument/2006/relationships/image" Target="../media/image57.png"/><Relationship Id="rId16" Type="http://schemas.openxmlformats.org/officeDocument/2006/relationships/image" Target="../media/image58.png"/><Relationship Id="rId17" Type="http://schemas.openxmlformats.org/officeDocument/2006/relationships/image" Target="../media/image59.png"/><Relationship Id="rId18" Type="http://schemas.openxmlformats.org/officeDocument/2006/relationships/image" Target="../media/image60.png"/><Relationship Id="rId19" Type="http://schemas.openxmlformats.org/officeDocument/2006/relationships/image" Target="../media/image61.png"/><Relationship Id="rId20" Type="http://schemas.openxmlformats.org/officeDocument/2006/relationships/image" Target="../media/image62.png"/><Relationship Id="rId21" Type="http://schemas.openxmlformats.org/officeDocument/2006/relationships/image" Target="../media/image63.png"/><Relationship Id="rId22" Type="http://schemas.openxmlformats.org/officeDocument/2006/relationships/image" Target="../media/image64.png"/><Relationship Id="rId23" Type="http://schemas.openxmlformats.org/officeDocument/2006/relationships/image" Target="../media/image65.png"/><Relationship Id="rId24" Type="http://schemas.openxmlformats.org/officeDocument/2006/relationships/image" Target="../media/image66.png"/><Relationship Id="rId25" Type="http://schemas.openxmlformats.org/officeDocument/2006/relationships/image" Target="../media/image67.png"/><Relationship Id="rId26" Type="http://schemas.openxmlformats.org/officeDocument/2006/relationships/image" Target="../media/image68.png"/><Relationship Id="rId27" Type="http://schemas.openxmlformats.org/officeDocument/2006/relationships/image" Target="../media/image69.png"/><Relationship Id="rId28" Type="http://schemas.openxmlformats.org/officeDocument/2006/relationships/image" Target="../media/image70.png"/><Relationship Id="rId29" Type="http://schemas.openxmlformats.org/officeDocument/2006/relationships/image" Target="../media/image71.png"/><Relationship Id="rId30" Type="http://schemas.openxmlformats.org/officeDocument/2006/relationships/image" Target="../media/image72.png"/><Relationship Id="rId31" Type="http://schemas.openxmlformats.org/officeDocument/2006/relationships/image" Target="../media/image73.png"/><Relationship Id="rId32" Type="http://schemas.openxmlformats.org/officeDocument/2006/relationships/image" Target="../media/image74.png"/><Relationship Id="rId33" Type="http://schemas.openxmlformats.org/officeDocument/2006/relationships/image" Target="../media/image75.png"/><Relationship Id="rId34" Type="http://schemas.openxmlformats.org/officeDocument/2006/relationships/image" Target="../media/image76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jpg"/><Relationship Id="rId9" Type="http://schemas.openxmlformats.org/officeDocument/2006/relationships/image" Target="../media/image8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99.png"/><Relationship Id="rId11" Type="http://schemas.openxmlformats.org/officeDocument/2006/relationships/image" Target="../media/image100.png"/><Relationship Id="rId12" Type="http://schemas.openxmlformats.org/officeDocument/2006/relationships/image" Target="../media/image101.png"/><Relationship Id="rId13" Type="http://schemas.openxmlformats.org/officeDocument/2006/relationships/image" Target="../media/image102.png"/><Relationship Id="rId14" Type="http://schemas.openxmlformats.org/officeDocument/2006/relationships/image" Target="../media/image103.png"/><Relationship Id="rId15" Type="http://schemas.openxmlformats.org/officeDocument/2006/relationships/image" Target="../media/image104.png"/><Relationship Id="rId16" Type="http://schemas.openxmlformats.org/officeDocument/2006/relationships/image" Target="../media/image105.png"/><Relationship Id="rId17" Type="http://schemas.openxmlformats.org/officeDocument/2006/relationships/image" Target="../media/image106.png"/><Relationship Id="rId18" Type="http://schemas.openxmlformats.org/officeDocument/2006/relationships/image" Target="../media/image107.png"/><Relationship Id="rId19" Type="http://schemas.openxmlformats.org/officeDocument/2006/relationships/image" Target="../media/image41.png"/><Relationship Id="rId20" Type="http://schemas.openxmlformats.org/officeDocument/2006/relationships/image" Target="../media/image108.png"/><Relationship Id="rId21" Type="http://schemas.openxmlformats.org/officeDocument/2006/relationships/image" Target="../media/image109.png"/><Relationship Id="rId22" Type="http://schemas.openxmlformats.org/officeDocument/2006/relationships/image" Target="../media/image110.png"/><Relationship Id="rId23" Type="http://schemas.openxmlformats.org/officeDocument/2006/relationships/image" Target="../media/image111.png"/><Relationship Id="rId24" Type="http://schemas.openxmlformats.org/officeDocument/2006/relationships/image" Target="../media/image112.png"/><Relationship Id="rId25" Type="http://schemas.openxmlformats.org/officeDocument/2006/relationships/image" Target="../media/image113.png"/><Relationship Id="rId26" Type="http://schemas.openxmlformats.org/officeDocument/2006/relationships/image" Target="../media/image114.png"/><Relationship Id="rId27" Type="http://schemas.openxmlformats.org/officeDocument/2006/relationships/image" Target="../media/image115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Relationship Id="rId10" Type="http://schemas.openxmlformats.org/officeDocument/2006/relationships/image" Target="../media/image121.png"/><Relationship Id="rId11" Type="http://schemas.openxmlformats.org/officeDocument/2006/relationships/image" Target="../media/image122.png"/><Relationship Id="rId12" Type="http://schemas.openxmlformats.org/officeDocument/2006/relationships/image" Target="../media/image123.png"/><Relationship Id="rId13" Type="http://schemas.openxmlformats.org/officeDocument/2006/relationships/image" Target="../media/image124.png"/><Relationship Id="rId14" Type="http://schemas.openxmlformats.org/officeDocument/2006/relationships/image" Target="../media/image125.png"/><Relationship Id="rId15" Type="http://schemas.openxmlformats.org/officeDocument/2006/relationships/image" Target="../media/image126.png"/><Relationship Id="rId16" Type="http://schemas.openxmlformats.org/officeDocument/2006/relationships/image" Target="../media/image127.png"/><Relationship Id="rId17" Type="http://schemas.openxmlformats.org/officeDocument/2006/relationships/image" Target="../media/image128.png"/><Relationship Id="rId18" Type="http://schemas.openxmlformats.org/officeDocument/2006/relationships/image" Target="../media/image129.png"/><Relationship Id="rId19" Type="http://schemas.openxmlformats.org/officeDocument/2006/relationships/image" Target="../media/image130.png"/><Relationship Id="rId20" Type="http://schemas.openxmlformats.org/officeDocument/2006/relationships/image" Target="../media/image131.png"/><Relationship Id="rId21" Type="http://schemas.openxmlformats.org/officeDocument/2006/relationships/image" Target="../media/image132.png"/><Relationship Id="rId22" Type="http://schemas.openxmlformats.org/officeDocument/2006/relationships/image" Target="../media/image133.png"/><Relationship Id="rId23" Type="http://schemas.openxmlformats.org/officeDocument/2006/relationships/image" Target="../media/image134.png"/><Relationship Id="rId24" Type="http://schemas.openxmlformats.org/officeDocument/2006/relationships/image" Target="../media/image135.png"/><Relationship Id="rId25" Type="http://schemas.openxmlformats.org/officeDocument/2006/relationships/image" Target="../media/image136.png"/><Relationship Id="rId26" Type="http://schemas.openxmlformats.org/officeDocument/2006/relationships/image" Target="../media/image137.png"/><Relationship Id="rId27" Type="http://schemas.openxmlformats.org/officeDocument/2006/relationships/image" Target="../media/image138.png"/><Relationship Id="rId28" Type="http://schemas.openxmlformats.org/officeDocument/2006/relationships/image" Target="../media/image139.png"/><Relationship Id="rId29" Type="http://schemas.openxmlformats.org/officeDocument/2006/relationships/image" Target="../media/image140.png"/><Relationship Id="rId30" Type="http://schemas.openxmlformats.org/officeDocument/2006/relationships/image" Target="../media/image41.png"/><Relationship Id="rId31" Type="http://schemas.openxmlformats.org/officeDocument/2006/relationships/image" Target="../media/image141.png"/><Relationship Id="rId32" Type="http://schemas.openxmlformats.org/officeDocument/2006/relationships/image" Target="../media/image142.png"/><Relationship Id="rId33" Type="http://schemas.openxmlformats.org/officeDocument/2006/relationships/image" Target="../media/image143.png"/><Relationship Id="rId34" Type="http://schemas.openxmlformats.org/officeDocument/2006/relationships/image" Target="../media/image144.png"/><Relationship Id="rId35" Type="http://schemas.openxmlformats.org/officeDocument/2006/relationships/image" Target="../media/image113.png"/><Relationship Id="rId36" Type="http://schemas.openxmlformats.org/officeDocument/2006/relationships/image" Target="../media/image145.png"/><Relationship Id="rId37" Type="http://schemas.openxmlformats.org/officeDocument/2006/relationships/image" Target="../media/image146.png"/><Relationship Id="rId38" Type="http://schemas.openxmlformats.org/officeDocument/2006/relationships/image" Target="../media/image76.png"/><Relationship Id="rId39" Type="http://schemas.openxmlformats.org/officeDocument/2006/relationships/image" Target="../media/image147.png"/><Relationship Id="rId40" Type="http://schemas.openxmlformats.org/officeDocument/2006/relationships/image" Target="../media/image148.png"/><Relationship Id="rId41" Type="http://schemas.openxmlformats.org/officeDocument/2006/relationships/image" Target="../media/image114.png"/><Relationship Id="rId42" Type="http://schemas.openxmlformats.org/officeDocument/2006/relationships/image" Target="../media/image149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155.png"/><Relationship Id="rId6" Type="http://schemas.openxmlformats.org/officeDocument/2006/relationships/image" Target="../media/image156.png"/><Relationship Id="rId7" Type="http://schemas.openxmlformats.org/officeDocument/2006/relationships/image" Target="../media/image157.png"/><Relationship Id="rId8" Type="http://schemas.openxmlformats.org/officeDocument/2006/relationships/image" Target="../media/image158.png"/><Relationship Id="rId9" Type="http://schemas.openxmlformats.org/officeDocument/2006/relationships/image" Target="../media/image159.png"/><Relationship Id="rId10" Type="http://schemas.openxmlformats.org/officeDocument/2006/relationships/image" Target="../media/image160.png"/><Relationship Id="rId11" Type="http://schemas.openxmlformats.org/officeDocument/2006/relationships/image" Target="../media/image161.png"/><Relationship Id="rId12" Type="http://schemas.openxmlformats.org/officeDocument/2006/relationships/image" Target="../media/image162.png"/><Relationship Id="rId13" Type="http://schemas.openxmlformats.org/officeDocument/2006/relationships/image" Target="../media/image163.png"/><Relationship Id="rId14" Type="http://schemas.openxmlformats.org/officeDocument/2006/relationships/image" Target="../media/image164.png"/><Relationship Id="rId15" Type="http://schemas.openxmlformats.org/officeDocument/2006/relationships/image" Target="../media/image165.png"/><Relationship Id="rId16" Type="http://schemas.openxmlformats.org/officeDocument/2006/relationships/image" Target="../media/image166.png"/><Relationship Id="rId17" Type="http://schemas.openxmlformats.org/officeDocument/2006/relationships/image" Target="../media/image167.png"/><Relationship Id="rId18" Type="http://schemas.openxmlformats.org/officeDocument/2006/relationships/image" Target="../media/image168.png"/><Relationship Id="rId19" Type="http://schemas.openxmlformats.org/officeDocument/2006/relationships/image" Target="../media/image169.png"/><Relationship Id="rId20" Type="http://schemas.openxmlformats.org/officeDocument/2006/relationships/image" Target="../media/image170.png"/><Relationship Id="rId21" Type="http://schemas.openxmlformats.org/officeDocument/2006/relationships/image" Target="../media/image171.png"/><Relationship Id="rId22" Type="http://schemas.openxmlformats.org/officeDocument/2006/relationships/image" Target="../media/image113.png"/><Relationship Id="rId23" Type="http://schemas.openxmlformats.org/officeDocument/2006/relationships/image" Target="../media/image172.png"/><Relationship Id="rId24" Type="http://schemas.openxmlformats.org/officeDocument/2006/relationships/image" Target="../media/image173.png"/><Relationship Id="rId25" Type="http://schemas.openxmlformats.org/officeDocument/2006/relationships/image" Target="../media/image174.png"/><Relationship Id="rId26" Type="http://schemas.openxmlformats.org/officeDocument/2006/relationships/image" Target="../media/image175.png"/><Relationship Id="rId27" Type="http://schemas.openxmlformats.org/officeDocument/2006/relationships/image" Target="../media/image176.png"/><Relationship Id="rId28" Type="http://schemas.openxmlformats.org/officeDocument/2006/relationships/image" Target="../media/image177.png"/><Relationship Id="rId29" Type="http://schemas.openxmlformats.org/officeDocument/2006/relationships/image" Target="../media/image178.png"/><Relationship Id="rId30" Type="http://schemas.openxmlformats.org/officeDocument/2006/relationships/image" Target="../media/image179.png"/><Relationship Id="rId31" Type="http://schemas.openxmlformats.org/officeDocument/2006/relationships/image" Target="../media/image114.png"/><Relationship Id="rId32" Type="http://schemas.openxmlformats.org/officeDocument/2006/relationships/image" Target="../media/image180.png"/></Relationships>

</file>

<file path=ppt/slides/slide1.xml><?xml version="1.0" encoding="UTF-8" standalone="yes"?>
<p:sld 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object 2"/><p:cNvSpPr txBox="1"/><p:nvPr/></p:nvSpPr><p:spPr><a:xfrm><a:off x="19225483" y="4808349"/><a:ext cx="533400" cy="1468755"/></a:xfrm><a:prstGeom prst="rect"><a:avLst/></a:prstGeom></p:spPr><p:txBody><a:bodyPr wrap="square" lIns="0" tIns="13335" rIns="0" bIns="0" rtlCol="0" vert="vert270"><a:spAutoFit/></a:bodyPr><a:lstStyle/><a:p><a:pPr algn="ctr"><a:lnSpc><a:spcPct val="100000"/></a:lnSpc><a:spcBef><a:spcPts val="105"/></a:spcBef></a:pPr><a:endParaRPr sz="1100"><a:latin typeface="Verdana"/><a:cs typeface="Verdana"/></a:endParaRPr><a:r><a:rPr dirty="0" sz="1100"><a:latin typeface="Verdana"/><a:t>1107 17TH AVE N</a:t></a:r></a:p><a:p><a:pPr algn="ctr"><a:lnSpc><a:spcPct val="100000"/></a:lnSpc><a:spcBef><a:spcPts val="10"/></a:spcBef></a:pPr><a:endParaRPr sz="1100"><a:latin typeface="Verdana"/><a:cs typeface="Verdana"/></a:endParaRPr><a:r><a:rPr dirty="0" sz="1100"><a:latin typeface="Verdana"/><a:t>CLINTON, IOWA 52732</a:t></a:r></a:p><a:p><a:pPr algn="ctr"><a:lnSpc><a:spcPct val="100000"/></a:lnSpc><a:spcBef><a:spcPts val="10"/></a:spcBef></a:pPr><a:endParaRPr sz="1100"><a:latin typeface="Verdana"/><a:cs typeface="Verdana"/></a:endParaRPr><a:r><a:rPr dirty="0" sz="1100"><a:latin typeface="Verdana"/><a:t>PH: {{GC_PHONE}}</a:t></a:r></a:p></p:txBody></p:sp><p:sp><p:nvSpPr><p:cNvPr id="3" name="object 3"/><p:cNvSpPr txBox="1"/><p:nvPr/></p:nvSpPr><p:spPr><a:xfrm><a:off x="19704355" y="3878686"/><a:ext cx="128905" cy="809625"/></a:xfrm><a:prstGeom prst="rect"><a:avLst/></a:prstGeom></p:spPr><p:txBody><a:bodyPr wrap="square" lIns="0" tIns="22860" rIns="0" bIns="0" rtlCol="0" vert="vert270"><a:spAutoFit/></a:bodyPr><a:lstStyle/><a:p><a:pPr marL="12700"><a:lnSpc><a:spcPct val="100000"/></a:lnSpc><a:spcBef><a:spcPts val="180"/></a:spcBef></a:pPr><a:r><a:rPr dirty="0" baseline="4629" sz="900" b="1"><a:latin typeface="Verdana"/><a:cs typeface="Verdana"/></a:rPr><a:t>REV.</a:t></a:r><a:r><a:rPr dirty="0" baseline="4629" sz="900" spc="7" b="1"><a:latin typeface="Verdana"/><a:cs typeface="Verdana"/></a:rPr><a:t> </a:t></a:r><a:r><a:rPr dirty="0" baseline="4629" sz="900" b="1"><a:latin typeface="Verdana"/><a:cs typeface="Verdana"/></a:rPr><a:t>#</a:t></a:r><a:r><a:rPr dirty="0" baseline="4629" sz="900" spc="82" b="1"><a:latin typeface="Verdana"/><a:cs typeface="Verdana"/></a:rPr><a:t> </a:t></a:r><a:r><a:rPr dirty="0" sz="600" b="1"><a:latin typeface="Verdana"/><a:cs typeface="Verdana"/></a:rPr><a:t>REV.</a:t></a:r><a:r><a:rPr dirty="0" sz="600" spc="10" b="1"><a:latin typeface="Verdana"/><a:cs typeface="Verdana"/></a:rPr><a:t> </a:t></a:r><a:r><a:rPr dirty="0" sz="600" spc="-20" b="1"><a:latin typeface="Verdana"/><a:cs typeface="Verdana"/></a:rPr><a:t>DATE</a:t></a:r><a:endParaRPr sz="600"><a:latin typeface="Verdana"/><a:cs typeface="Verdana"/></a:endParaRPr></a:p></p:txBody></p:sp><p:sp><p:nvSpPr><p:cNvPr id="4" name="object 4"/><p:cNvSpPr txBox="1"/><p:nvPr/></p:nvSpPr><p:spPr><a:xfrm><a:off x="19708311" y="355156"/><a:ext cx="120014" cy="142240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25" b="1"><a:latin typeface="Verdana"/><a:cs typeface="Verdana"/></a:rPr><a:t>BY</a:t></a:r><a:endParaRPr sz="600"><a:latin typeface="Verdana"/><a:cs typeface="Verdana"/></a:endParaRPr></a:p></p:txBody></p:sp><p:grpSp><p:nvGrpSpPr><p:cNvPr id="5" name="object 5"/><p:cNvGrpSpPr/><p:nvPr/></p:nvGrpSpPr><p:grpSpPr><a:xfrm><a:off x="18596740" y="4687007"/><a:ext cx="646430" cy="7710170"/><a:chOff x="18596740" y="4687007"/><a:chExt cx="646430" cy="7710170"/></a:xfrm></p:grpSpPr><p:pic><p:nvPicPr><p:cNvPr id="6" name="object 6"/><p:cNvPicPr/><p:nvPr/></p:nvPicPr><p:blipFill><a:blip r:embed="rId2" cstate="print"/><a:stretch><a:fillRect/></a:stretch></p:blipFill><p:spPr><a:xfrm><a:off x="18597145" y="4687256"/><a:ext cx="645316" cy="1715712"/></a:xfrm><a:prstGeom prst="rect"><a:avLst/></a:prstGeom></p:spPr></p:pic><p:sp><p:nvSpPr><p:cNvPr id="7" name="object 7"/><p:cNvSpPr/><p:nvPr/></p:nvSpPr><p:spPr><a:xfrm><a:off x="18600868" y="4691134"/><a:ext cx="638175" cy="7701915"/></a:xfrm><a:custGeom><a:avLst/><a:gdLst/><a:ahLst/><a:cxnLst/><a:rect l="l" t="t" r="r" b="b"/><a:pathLst><a:path w="638175" h="7701915"><a:moveTo><a:pt x="155" y="1707956"/></a:moveTo><a:lnTo><a:pt x="155" y="7"/></a:lnTo><a:lnTo><a:pt x="637638" y="0"/></a:lnTo><a:lnTo><a:pt x="637715" y="1707948"/></a:lnTo><a:lnTo><a:pt x="155" y="1707956"/></a:lnTo><a:close/></a:path><a:path w="638175" h="7701915"><a:moveTo><a:pt x="0" y="7454083"/></a:moveTo><a:lnTo><a:pt x="594125" y="7454083"/></a:lnTo><a:lnTo><a:pt x="594125" y="7701506"/></a:lnTo><a:lnTo><a:pt x="0" y="7701506"/></a:lnTo><a:lnTo><a:pt x="0" y="7454083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8" name="object 8"/><p:cNvSpPr txBox="1"/><p:nvPr/></p:nvSpPr><p:spPr><a:xfrm><a:off x="18647889" y="12172080"/><a:ext cx="479425" cy="193675"/></a:xfrm><a:prstGeom prst="rect"><a:avLst/></a:prstGeom></p:spPr><p:txBody><a:bodyPr wrap="square" lIns="0" tIns="12700" rIns="0" bIns="0" rtlCol="0" vert="horz"><a:spAutoFit/></a:bodyPr><a:lstStyle/><a:p><a:pPr marL="140335" marR="5080" indent="-128270"><a:lnSpc><a:spcPct val="100000"/></a:lnSpc><a:spcBef><a:spcPts val="100"/></a:spcBef></a:pPr><a:r><a:rPr dirty="0" sz="550"><a:latin typeface="Verdana"/><a:cs typeface="Verdana"/></a:rPr><a:t>FIRST</a:t></a:r><a:r><a:rPr dirty="0" sz="550" spc="-20"><a:latin typeface="Verdana"/><a:cs typeface="Verdana"/></a:rPr><a:t> </a:t></a:r><a:r><a:rPr dirty="0" sz="550" spc="-10"><a:latin typeface="Verdana"/><a:cs typeface="Verdana"/></a:rPr><a:t>ISSUE</a:t></a:r><a:r><a:rPr dirty="0" sz="550" spc="500"><a:latin typeface="Verdana"/><a:cs typeface="Verdana"/></a:rPr><a:t> </a:t></a:r><a:r><a:rPr dirty="0" sz="550" spc="-10"><a:latin typeface="Verdana"/><a:cs typeface="Verdana"/></a:rPr><a:t>DATE:</a:t></a:r><a:endParaRPr sz="550"><a:latin typeface="Verdana"/><a:cs typeface="Verdana"/></a:endParaRPr></a:p></p:txBody></p:sp><p:sp><p:nvSpPr><p:cNvPr id="9" name="object 9"/><p:cNvSpPr/><p:nvPr/></p:nvSpPr><p:spPr><a:xfrm><a:off x="18600867" y="12392641"/><a:ext cx="594360" cy="247650"/></a:xfrm><a:custGeom><a:avLst/><a:gdLst/><a:ahLst/><a:cxnLst/><a:rect l="l" t="t" r="r" b="b"/><a:pathLst><a:path w="594359" h="247650"><a:moveTo><a:pt x="0" y="77"/></a:moveTo><a:lnTo><a:pt x="594125" y="0"/></a:lnTo><a:lnTo><a:pt x="594203" y="247500"/></a:lnTo><a:lnTo><a:pt x="0" y="247500"/></a:lnTo><a:lnTo><a:pt x="0" y="77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0" name="object 10"/><p:cNvSpPr txBox="1"/><p:nvPr/></p:nvSpPr><p:spPr><a:xfrm><a:off x="18623458" y="12461619"/><a:ext cx="551815" cy="109220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r><a:rPr dirty="0" sz="550"><a:latin typeface="Verdana"/><a:cs typeface="Verdana"/></a:rPr><a:t>DESIGNED</a:t></a:r><a:r><a:rPr dirty="0" sz="550" spc="-30"><a:latin typeface="Verdana"/><a:cs typeface="Verdana"/></a:rPr><a:t> </a:t></a:r><a:r><a:rPr dirty="0" sz="550" spc="-25"><a:latin typeface="Verdana"/><a:cs typeface="Verdana"/></a:rPr><a:t>BY:</a:t></a:r><a:endParaRPr sz="550"><a:latin typeface="Verdana"/><a:cs typeface="Verdana"/></a:endParaRPr></a:p></p:txBody></p:sp><p:sp><p:nvSpPr><p:cNvPr id="11" name="object 11"/><p:cNvSpPr/><p:nvPr/></p:nvSpPr><p:spPr><a:xfrm><a:off x="18600867" y="275674"/><a:ext cx="1218565" cy="12842875"/></a:xfrm><a:custGeom><a:avLst/><a:gdLst/><a:ahLst/><a:cxnLst/><a:rect l="l" t="t" r="r" b="b"/><a:pathLst><a:path w="1218565" h="12842875"><a:moveTo><a:pt x="0" y="12364467"/></a:moveTo><a:lnTo><a:pt x="594203" y="12364467"/></a:lnTo><a:lnTo><a:pt x="594203" y="12611890"/></a:lnTo><a:lnTo><a:pt x="77" y="12611890"/></a:lnTo><a:lnTo><a:pt x="0" y="12364467"/></a:lnTo><a:close/></a:path><a:path w="1218565" h="12842875"><a:moveTo><a:pt x="111767" y="50"/></a:moveTo><a:lnTo><a:pt x="223456" y="48"/></a:lnTo><a:lnTo><a:pt x="223456" y="4415491"/></a:lnTo><a:lnTo><a:pt x="111767" y="4415491"/></a:lnTo><a:lnTo><a:pt x="111767" y="50"/></a:lnTo><a:close/></a:path><a:path w="1218565" h="12842875"><a:moveTo><a:pt x="223456" y="48"/></a:moveTo><a:lnTo><a:pt x="335145" y="47"/></a:lnTo><a:lnTo><a:pt x="335145" y="4415483"/></a:lnTo><a:lnTo><a:pt x="223456" y="4415491"/></a:lnTo><a:lnTo><a:pt x="223456" y="48"/></a:lnTo><a:close/></a:path><a:path w="1218565" h="12842875"><a:moveTo><a:pt x="335068" y="48"/></a:moveTo><a:lnTo><a:pt x="446757" y="47"/></a:lnTo><a:lnTo><a:pt x="446835" y="4415483"/></a:lnTo><a:lnTo><a:pt x="335145" y="4415491"/></a:lnTo><a:lnTo><a:pt x="335068" y="48"/></a:lnTo><a:close/></a:path><a:path w="1218565" h="12842875"><a:moveTo><a:pt x="446757" y="48"/></a:moveTo><a:lnTo><a:pt x="558447" y="47"/></a:lnTo><a:lnTo><a:pt x="558524" y="4415483"/></a:lnTo><a:lnTo><a:pt x="446835" y="4415491"/></a:lnTo><a:lnTo><a:pt x="446757" y="48"/></a:lnTo><a:close/></a:path><a:path w="1218565" h="12842875"><a:moveTo><a:pt x="558447" y="27"/></a:moveTo><a:lnTo><a:pt x="670136" y="25"/></a:lnTo><a:lnTo><a:pt x="670214" y="4415468"/></a:lnTo><a:lnTo><a:pt x="558524" y="4415468"/></a:lnTo><a:lnTo><a:pt x="558447" y="27"/></a:lnTo><a:close/></a:path><a:path w="1218565" h="12842875"><a:moveTo><a:pt x="670136" y="28"/></a:moveTo><a:lnTo><a:pt x="781826" y="27"/></a:lnTo><a:lnTo><a:pt x="781903" y="4415468"/></a:lnTo><a:lnTo><a:pt x="670214" y="4415468"/></a:lnTo><a:lnTo><a:pt x="670136" y="28"/></a:lnTo><a:close/></a:path><a:path w="1218565" h="12842875"><a:moveTo><a:pt x="781826" y="18"/></a:moveTo><a:lnTo><a:pt x="893515" y="17"/></a:lnTo><a:lnTo><a:pt x="893593" y="4415460"/></a:lnTo><a:lnTo><a:pt x="781903" y="4415460"/></a:lnTo><a:lnTo><a:pt x="781826" y="18"/></a:lnTo><a:close/></a:path><a:path w="1218565" h="12842875"><a:moveTo><a:pt x="893515" y="1"/></a:moveTo><a:lnTo><a:pt x="1005204" y="0"/></a:lnTo><a:lnTo><a:pt x="1005282" y="4415437"/></a:lnTo><a:lnTo><a:pt x="893593" y="4415444"/></a:lnTo><a:lnTo><a:pt x="893515" y="1"/></a:lnTo><a:close/></a:path><a:path w="1218565" h="12842875"><a:moveTo><a:pt x="1005204" y="3"/></a:moveTo><a:lnTo><a:pt x="1116894" y="2"/></a:lnTo><a:lnTo><a:pt x="1116971" y="4415444"/></a:lnTo><a:lnTo><a:pt x="1005282" y="4415444"/></a:lnTo><a:lnTo><a:pt x="1005204" y="3"/></a:lnTo><a:close/></a:path><a:path w="1218565" h="12842875"><a:moveTo><a:pt x="594203" y="12842250"/></a:moveTo><a:lnTo><a:pt x="594203" y="12611890"/></a:lnTo><a:lnTo><a:pt x="1218190" y="12611813"/></a:lnTo><a:lnTo><a:pt x="1218190" y="12842250"/></a:lnTo><a:lnTo><a:pt x="594203" y="12842250"/></a:lnTo><a:close/></a:path><a:path w="1218565" h="12842875"><a:moveTo><a:pt x="594203" y="12611813"/></a:moveTo><a:lnTo><a:pt x="594203" y="12364467"/></a:lnTo><a:lnTo><a:pt x="1218190" y="12364467"/></a:lnTo><a:lnTo><a:pt x="1218190" y="12611813"/></a:lnTo><a:lnTo><a:pt x="594203" y="12611813"/></a:lnTo><a:close/></a:path><a:path w="1218565" h="12842875"><a:moveTo><a:pt x="594203" y="12364467"/></a:moveTo><a:lnTo><a:pt x="594203" y="12117044"/></a:lnTo><a:lnTo><a:pt x="1218190" y="12117044"/></a:lnTo><a:lnTo><a:pt x="1218190" y="12364467"/></a:lnTo><a:lnTo><a:pt x="594203" y="12364467"/></a:lnTo><a:close/></a:path><a:path w="1218565" h="12842875"><a:moveTo><a:pt x="594125" y="12116967"/></a:moveTo><a:lnTo><a:pt x="594125" y="11869543"/></a:lnTo><a:lnTo><a:pt x="1218190" y="11869543"/></a:lnTo><a:lnTo><a:pt x="1218190" y="12116967"/></a:lnTo><a:lnTo><a:pt x="594125" y="12116967"/></a:lnTo><a:close/></a:path><a:path w="1218565" h="12842875"><a:moveTo><a:pt x="594125" y="12116967"/></a:moveTo><a:lnTo><a:pt x="1218190" y="12116967"/></a:lnTo><a:lnTo><a:pt x="1218190" y="12364467"/></a:lnTo><a:lnTo><a:pt x="594125" y="12364467"/></a:lnTo><a:lnTo><a:pt x="594125" y="12116967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2" name="object 12"/><p:cNvSpPr txBox="1"/><p:nvPr/></p:nvSpPr><p:spPr><a:xfrm><a:off x="19397141" y="12447653"/><a:ext cx="220979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700"><a:latin typeface="Verdana"/><a:cs typeface="Verdana"/></a:endParaRPr><a:r><a:rPr dirty="0" sz="700" spc="-20"><a:latin typeface="Verdana"/><a:t>{{DESIGNED_BY}}</a:t></a:r></a:p></p:txBody></p:sp><p:sp><p:nvSpPr><p:cNvPr id="13" name="object 13"/><p:cNvSpPr/><p:nvPr/></p:nvSpPr><p:spPr><a:xfrm><a:off x="18600945" y="275699"/><a:ext cx="1218565" cy="12612370"/></a:xfrm><a:custGeom><a:avLst/><a:gdLst/><a:ahLst/><a:cxnLst/><a:rect l="l" t="t" r="r" b="b"/><a:pathLst><a:path w="1218565" h="12612370"><a:moveTo><a:pt x="594125" y="12364442"/></a:moveTo><a:lnTo><a:pt x="1218190" y="12364442"/></a:lnTo><a:lnTo><a:pt x="1218190" y="12611865"/></a:lnTo><a:lnTo><a:pt x="594125" y="12611865"/></a:lnTo><a:lnTo><a:pt x="594125" y="12364442"/></a:lnTo><a:close/></a:path><a:path w="1218565" h="12612370"><a:moveTo><a:pt x="0" y="4088906"/></a:moveTo><a:lnTo><a:pt x="0" y="3598193"/></a:lnTo><a:lnTo><a:pt x="111689" y="3598193"/></a:lnTo><a:lnTo><a:pt x="111689" y="4088906"/></a:lnTo><a:lnTo><a:pt x="0" y="4088906"/></a:lnTo><a:close/></a:path><a:path w="1218565" h="12612370"><a:moveTo><a:pt x="0" y="297041"/></a:moveTo><a:lnTo><a:pt x="0" y="0"/></a:lnTo><a:lnTo><a:pt x="111689" y="0"/></a:lnTo><a:lnTo><a:pt x="111689" y="297041"/></a:lnTo><a:lnTo><a:pt x="0" y="297041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4" name="object 14"/><p:cNvSpPr txBox="1"/><p:nvPr/></p:nvSpPr><p:spPr><a:xfrm><a:off x="18596770" y="360140"/><a:ext cx="120014" cy="128905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25"><a:latin typeface="Verdana"/><a:cs typeface="Verdana"/></a:rPr><a:t>ER</a:t></a:r><a:endParaRPr sz="600"><a:latin typeface="Verdana"/><a:cs typeface="Verdana"/></a:endParaRPr></a:p></p:txBody></p:sp><p:sp><p:nvSpPr><p:cNvPr id="15" name="object 15"/><p:cNvSpPr/><p:nvPr/></p:nvSpPr><p:spPr><a:xfrm><a:off x="18600945" y="572741"/><a:ext cx="111760" cy="3301365"/></a:xfrm><a:custGeom><a:avLst/><a:gdLst/><a:ahLst/><a:cxnLst/><a:rect l="l" t="t" r="r" b="b"/><a:pathLst><a:path w="111759" h="3301365"><a:moveTo><a:pt x="0" y="3301152"/></a:moveTo><a:lnTo><a:pt x="0" y="0"/></a:lnTo><a:lnTo><a:pt x="111689" y="0"/></a:lnTo><a:lnTo><a:pt x="111689" y="3301152"/></a:lnTo><a:lnTo><a:pt x="0" y="3301152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6" name="object 16"/><p:cNvSpPr txBox="1"/><p:nvPr/></p:nvSpPr><p:spPr><a:xfrm><a:off x="18596703" y="2253808"/><a:ext cx="120014" cy="2087245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endParaRPr sz="600"><a:latin typeface="Verdana"/><a:cs typeface="Verdana"/></a:endParaRPr><a:r><a:rPr dirty="0" sz="550"><a:latin typeface="Verdana"/><a:t>{{ISSUE_DATE}} UPDATED WITH LATEST AHJ COMMENTS</a:t></a:r></a:p></p:txBody></p:sp><p:sp><p:nvSpPr><p:cNvPr id="17" name="object 17"/><p:cNvSpPr/><p:nvPr/></p:nvSpPr><p:spPr><a:xfrm><a:off x="18600945" y="4366250"/><a:ext cx="111760" cy="325120"/></a:xfrm><a:custGeom><a:avLst/><a:gdLst/><a:ahLst/><a:cxnLst/><a:rect l="l" t="t" r="r" b="b"/><a:pathLst><a:path w="111759" h="325120"><a:moveTo><a:pt x="7058" y="177291"/></a:moveTo><a:lnTo><a:pt x="102847" y="122501"/></a:lnTo><a:lnTo><a:pt x="102459" y="232880"/></a:lnTo><a:lnTo><a:pt x="7058" y="177291"/></a:lnTo><a:close/></a:path><a:path w="111759" h="325120"><a:moveTo><a:pt x="0" y="324822"/></a:moveTo><a:lnTo><a:pt x="0" y="0"/></a:lnTo><a:lnTo><a:pt x="111689" y="0"/></a:lnTo><a:lnTo><a:pt x="111689" y="324822"/></a:lnTo><a:lnTo><a:pt x="0" y="324822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8" name="object 18"/><p:cNvSpPr txBox="1"/><p:nvPr/></p:nvSpPr><p:spPr><a:xfrm><a:off x="18596779" y="4491429"/><a:ext cx="120014" cy="74930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50"><a:latin typeface="Verdana"/><a:cs typeface="Verdana"/></a:rPr><a:t>1</a:t></a:r><a:endParaRPr sz="600"><a:latin typeface="Verdana"/><a:cs typeface="Verdana"/></a:endParaRPr></a:p></p:txBody></p:sp><p:sp><p:nvSpPr><p:cNvPr id="19" name="object 19"/><p:cNvSpPr/><p:nvPr/></p:nvSpPr><p:spPr><a:xfrm><a:off x="19194994" y="12145218"/><a:ext cx="624205" cy="247650"/></a:xfrm><a:custGeom><a:avLst/><a:gdLst/><a:ahLst/><a:cxnLst/><a:rect l="l" t="t" r="r" b="b"/><a:pathLst><a:path w="624205" h="247650"><a:moveTo><a:pt x="0" y="0"/></a:moveTo><a:lnTo><a:pt x="624064" y="0"/></a:lnTo><a:lnTo><a:pt x="624064" y="247423"/></a:lnTo><a:lnTo><a:pt x="0" y="247423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0" name="object 20"/><p:cNvSpPr txBox="1"/><p:nvPr/></p:nvSpPr><p:spPr><a:xfrm><a:off x="19216033" y="12200230"/><a:ext cx="58356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700"><a:latin typeface="Verdana"/><a:cs typeface="Verdana"/></a:endParaRPr><a:r><a:rPr dirty="0" sz="700" spc="-10"><a:latin typeface="Verdana"/><a:t>{{ISSUE_DATE}}</a:t></a:r></a:p></p:txBody></p:sp><p:sp><p:nvSpPr><p:cNvPr id="21" name="object 21"/><p:cNvSpPr txBox="1"/><p:nvPr/></p:nvSpPr><p:spPr><a:xfrm><a:off x="18640167" y="7910196"/><a:ext cx="1083945" cy="3103880"/></a:xfrm><a:prstGeom prst="rect"><a:avLst/></a:prstGeom></p:spPr><p:txBody><a:bodyPr wrap="square" lIns="0" tIns="0" rIns="0" bIns="0" rtlCol="0" vert="vert270"><a:spAutoFit/></a:bodyPr><a:lstStyle/><a:p><a:pPr marL="13335"><a:lnSpc><a:spcPts val="1989"/></a:lnSpc></a:pPr><a:endParaRPr sz="1700"><a:latin typeface="Arial"/><a:cs typeface="Arial"/></a:endParaRPr><a:r><a:rPr dirty="0" sz="1700" b="1"><a:latin typeface="Arial"/><a:t>{{PROJECT_NAME}}</a:t></a:r></a:p><a:p><a:pPr marL="13335"><a:lnSpc><a:spcPct val="100000"/></a:lnSpc><a:spcBef><a:spcPts val="560"/></a:spcBef></a:pPr><a:endParaRPr sz="1350"><a:latin typeface="Arial"/><a:cs typeface="Arial"/></a:endParaRPr><a:r><a:rPr dirty="0" sz="1350"><a:latin typeface="Arial"/><a:t>{{SITE_ADDR}}</a:t></a:r></a:p><a:p><a:pPr marL="12700" marR="1452245" indent="635"><a:lnSpc><a:spcPct val="127600"/></a:lnSpc><a:spcBef><a:spcPts val="110"/></a:spcBef></a:pPr><a:endParaRPr sz="1350"><a:latin typeface="Arial"/><a:cs typeface="Arial"/></a:endParaRPr><a:r><a:rPr dirty="0" sz="1350"><a:latin typeface="Arial"/><a:t>{{CITY_STATE}} APN: {{APN}}</a:t></a:r></a:p></p:txBody></p:sp><p:grpSp><p:nvGrpSpPr><p:cNvPr id="22" name="object 22"/><p:cNvGrpSpPr/><p:nvPr/></p:nvGrpSpPr><p:grpSpPr><a:xfrm><a:off x="17635280" y="12210121"/><a:ext cx="810260" cy="810260"/><a:chOff x="17635280" y="12210121"/><a:chExt cx="810260" cy="810260"/></a:xfrm></p:grpSpPr><p:pic><p:nvPicPr><p:cNvPr id="23" name="object 23"/><p:cNvPicPr/><p:nvPr/></p:nvPicPr><p:blipFill><a:blip r:embed="rId3" cstate="print"/><a:stretch><a:fillRect/></a:stretch></p:blipFill><p:spPr><a:xfrm><a:off x="17639407" y="12214248"/><a:ext cx="801837" cy="801914"/></a:xfrm><a:prstGeom prst="rect"><a:avLst/></a:prstGeom></p:spPr></p:pic><p:sp><p:nvSpPr><p:cNvPr id="24" name="object 24"/><p:cNvSpPr/><p:nvPr/></p:nvSpPr><p:spPr><a:xfrm><a:off x="17639407" y="12214248"/><a:ext cx="802005" cy="802005"/></a:xfrm><a:custGeom><a:avLst/><a:gdLst/><a:ahLst/><a:cxnLst/><a:rect l="l" t="t" r="r" b="b"/><a:pathLst><a:path w="802005" h="802005"><a:moveTo><a:pt x="0" y="400918"/></a:moveTo><a:lnTo><a:pt x="2700" y="354202"/></a:lnTo><a:lnTo><a:pt x="10599" y="309059"/></a:lnTo><a:lnTo><a:pt x="23396" y="265790"/></a:lnTo><a:lnTo><a:pt x="40787" y="224698"/></a:lnTo><a:lnTo><a:pt x="62470" y="186085"/></a:lnTo><a:lnTo><a:pt x="88144" y="150254"/></a:lnTo><a:lnTo><a:pt x="117506" y="117506"/></a:lnTo><a:lnTo><a:pt x="150254" y="88144"/></a:lnTo><a:lnTo><a:pt x="186085" y="62470"/></a:lnTo><a:lnTo><a:pt x="224698" y="40787"/></a:lnTo><a:lnTo><a:pt x="265790" y="23396"/></a:lnTo><a:lnTo><a:pt x="309059" y="10599"/></a:lnTo><a:lnTo><a:pt x="354202" y="2700"/></a:lnTo><a:lnTo><a:pt x="400918" y="0"/></a:lnTo><a:lnTo><a:pt x="447634" y="2700"/></a:lnTo><a:lnTo><a:pt x="492778" y="10599"/></a:lnTo><a:lnTo><a:pt x="536046" y="23396"/></a:lnTo><a:lnTo><a:pt x="577138" y="40787"/></a:lnTo><a:lnTo><a:pt x="615751" y="62470"/></a:lnTo><a:lnTo><a:pt x="651582" y="88144"/></a:lnTo><a:lnTo><a:pt x="684330" y="117506"/></a:lnTo><a:lnTo><a:pt x="713692" y="150254"/></a:lnTo><a:lnTo><a:pt x="739366" y="186085"/></a:lnTo><a:lnTo><a:pt x="761049" y="224698"/></a:lnTo><a:lnTo><a:pt x="778440" y="265790"/></a:lnTo><a:lnTo><a:pt x="791237" y="309059"/></a:lnTo><a:lnTo><a:pt x="799136" y="354202"/></a:lnTo><a:lnTo><a:pt x="801837" y="400918"/></a:lnTo><a:lnTo><a:pt x="799136" y="447650"/></a:lnTo><a:lnTo><a:pt x="791237" y="492806"/></a:lnTo><a:lnTo><a:pt x="778440" y="536086"/></a:lnTo><a:lnTo><a:pt x="761049" y="577188"/></a:lnTo><a:lnTo><a:pt x="739366" y="615808"/></a:lnTo><a:lnTo><a:pt x="713692" y="651645"/></a:lnTo><a:lnTo><a:pt x="684330" y="684398"/></a:lnTo><a:lnTo><a:pt x="651582" y="713763"/></a:lnTo><a:lnTo><a:pt x="615751" y="739440"/></a:lnTo><a:lnTo><a:pt x="577138" y="761125"/></a:lnTo><a:lnTo><a:pt x="536046" y="778517"/></a:lnTo><a:lnTo><a:pt x="492778" y="791314"/></a:lnTo><a:lnTo><a:pt x="447634" y="799214"/></a:lnTo><a:lnTo><a:pt x="400918" y="801914"/></a:lnTo><a:lnTo><a:pt x="354202" y="799214"/></a:lnTo><a:lnTo><a:pt x="309059" y="791314"/></a:lnTo><a:lnTo><a:pt x="265790" y="778517"/></a:lnTo><a:lnTo><a:pt x="224698" y="761125"/></a:lnTo><a:lnTo><a:pt x="186085" y="739440"/></a:lnTo><a:lnTo><a:pt x="150254" y="713763"/></a:lnTo><a:lnTo><a:pt x="117506" y="684398"/></a:lnTo><a:lnTo><a:pt x="88144" y="651645"/></a:lnTo><a:lnTo><a:pt x="62470" y="615808"/></a:lnTo><a:lnTo><a:pt x="40787" y="577188"/></a:lnTo><a:lnTo><a:pt x="23396" y="536086"/></a:lnTo><a:lnTo><a:pt x="10599" y="492806"/></a:lnTo><a:lnTo><a:pt x="2700" y="447650"/></a:lnTo><a:lnTo><a:pt x="0" y="400918"/></a:lnTo><a:close/></a:path></a:pathLst></a:custGeom><a:ln w="7756"><a:solidFill><a:srgbClr val="000000"/></a:solidFill></a:ln></p:spPr><p:txBody><a:bodyPr wrap="square" lIns="0" tIns="0" rIns="0" bIns="0" rtlCol="0"/><a:lstStyle/><a:p/></p:txBody></p:sp><p:pic><p:nvPicPr><p:cNvPr id="25" name="object 25"/><p:cNvPicPr/><p:nvPr/></p:nvPicPr><p:blipFill><a:blip r:embed="rId4" cstate="print"/><a:stretch><a:fillRect/></a:stretch></p:blipFill><p:spPr><a:xfrm><a:off x="17725036" y="12562425"/><a:ext cx="697748" cy="225938"/></a:xfrm><a:prstGeom prst="rect"><a:avLst/></a:prstGeom></p:spPr></p:pic></p:grpSp><p:sp><p:nvSpPr><p:cNvPr id="26" name="object 26"/><p:cNvSpPr txBox="1"/><p:nvPr/></p:nvSpPr><p:spPr><a:xfrm><a:off x="18809608" y="11405839"/><a:ext cx="803275" cy="437515"/></a:xfrm><a:prstGeom prst="rect"><a:avLst/></a:prstGeom></p:spPr><p:txBody><a:bodyPr wrap="square" lIns="0" tIns="16510" rIns="0" bIns="0" rtlCol="0" vert="horz"><a:spAutoFit/></a:bodyPr><a:lstStyle/><a:p><a:pPr algn="ctr"><a:lnSpc><a:spcPct val="100000"/></a:lnSpc><a:spcBef><a:spcPts val="130"/></a:spcBef></a:pPr><a:r><a:rPr dirty="0" sz="1800" spc="-25" b="1"><a:latin typeface="Verdana"/><a:cs typeface="Verdana"/></a:rPr><a:t>E0</a:t></a:r><a:endParaRPr sz="1800"><a:latin typeface="Verdana"/><a:cs typeface="Verdana"/></a:endParaRPr></a:p><a:p><a:pPr algn="ctr"><a:lnSpc><a:spcPct val="100000"/></a:lnSpc><a:spcBef><a:spcPts val="30"/></a:spcBef></a:pPr><a:r><a:rPr dirty="0" sz="850"><a:latin typeface="Verdana"/><a:cs typeface="Verdana"/></a:rPr><a:t>COVER </a:t></a:r><a:r><a:rPr dirty="0" sz="850" spc="-10"><a:latin typeface="Verdana"/><a:cs typeface="Verdana"/></a:rPr><a:t>SHEET</a:t></a:r><a:endParaRPr sz="850"><a:latin typeface="Verdana"/><a:cs typeface="Verdana"/></a:endParaRPr></a:p></p:txBody></p:sp><p:sp><p:nvSpPr><p:cNvPr id="27" name="object 27"/><p:cNvSpPr txBox="1"/><p:nvPr/></p:nvSpPr><p:spPr><a:xfrm><a:off x="7421628" y="362700"/><a:ext cx="5732145" cy="699770"/></a:xfrm><a:prstGeom prst="rect"><a:avLst/></a:prstGeom></p:spPr><p:txBody><a:bodyPr wrap="square" lIns="0" tIns="8890" rIns="0" bIns="0" rtlCol="0" vert="horz"><a:spAutoFit/></a:bodyPr><a:lstStyle/><a:p><a:pPr marL="1914525" marR="5080" indent="-1902460"><a:lnSpc><a:spcPct val="101099"/></a:lnSpc><a:spcBef><a:spcPts val="70"/></a:spcBef></a:pPr><a:r><a:rPr dirty="0" sz="2200" b="1"><a:latin typeface="Verdana"/><a:cs typeface="Verdana"/></a:rPr><a:t>BATTERY</a:t></a:r><a:r><a:rPr dirty="0" sz="2200" spc="-110" b="1"><a:latin typeface="Verdana"/><a:cs typeface="Verdana"/></a:rPr><a:t> </a:t></a:r><a:r><a:rPr dirty="0" sz="2200" b="1"><a:latin typeface="Verdana"/><a:cs typeface="Verdana"/></a:rPr><a:t>ENERGY</a:t></a:r><a:r><a:rPr dirty="0" sz="2200" spc="-110" b="1"><a:latin typeface="Verdana"/><a:cs typeface="Verdana"/></a:rPr><a:t> </a:t></a:r><a:r><a:rPr dirty="0" sz="2200" b="1"><a:latin typeface="Verdana"/><a:cs typeface="Verdana"/></a:rPr><a:t>STORAGE</a:t></a:r><a:r><a:rPr dirty="0" sz="2200" spc="-110" b="1"><a:latin typeface="Verdana"/><a:cs typeface="Verdana"/></a:rPr><a:t> </a:t></a:r><a:r><a:rPr dirty="0" sz="2200" spc="-10" b="1"><a:latin typeface="Verdana"/><a:cs typeface="Verdana"/></a:rPr><a:t>SYSTEM </a:t></a:r><a:r><a:rPr dirty="0" sz="2200" b="1"><a:latin typeface="Verdana"/><a:cs typeface="Verdana"/></a:rPr><a:t>PERMIT</a:t></a:r><a:r><a:rPr dirty="0" sz="2200" spc="-100" b="1"><a:latin typeface="Verdana"/><a:cs typeface="Verdana"/></a:rPr><a:t> </a:t></a:r><a:r><a:rPr dirty="0" sz="2200" spc="-25" b="1"><a:latin typeface="Verdana"/><a:cs typeface="Verdana"/></a:rPr><a:t>SET</a:t></a:r><a:endParaRPr sz="2200"><a:latin typeface="Verdana"/><a:cs typeface="Verdana"/></a:endParaRPr></a:p></p:txBody></p:sp><p:sp><p:nvSpPr><p:cNvPr id="28" name="object 28"/><p:cNvSpPr txBox="1"/><p:nvPr/></p:nvSpPr><p:spPr><a:xfrm><a:off x="13836636" y="3170457"/><a:ext cx="4598035" cy="499109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a:tabLst><a:tab pos="4584700" algn="l"/></a:tabLst></a:pPr><a:r><a:rPr dirty="0" u="sng" sz="950" spc="-105"><a:uFill><a:solidFill><a:srgbClr val="000000"/></a:solidFill></a:uFill><a:latin typeface="Times New Roman"/><a:cs typeface="Times New Roman"/></a:rPr><a:t> </a:t></a:r><a:r><a:rPr dirty="0" u="sng" sz="950" b="1"><a:uFill><a:solidFill><a:srgbClr val="000000"/></a:solidFill></a:uFill><a:latin typeface="Calibri"/><a:cs typeface="Calibri"/></a:rPr><a:t>SCOPE</a:t></a:r><a:r><a:rPr dirty="0" u="sng" sz="950" spc="45" b="1"><a:uFill><a:solidFill><a:srgbClr val="000000"/></a:solidFill></a:uFill><a:latin typeface="Calibri"/><a:cs typeface="Calibri"/></a:rPr><a:t> </a:t></a:r><a:r><a:rPr dirty="0" u="sng" sz="950" b="1"><a:uFill><a:solidFill><a:srgbClr val="000000"/></a:solidFill></a:uFill><a:latin typeface="Calibri"/><a:cs typeface="Calibri"/></a:rPr><a:t>OF</a:t></a:r><a:r><a:rPr dirty="0" u="sng" sz="950" spc="45" b="1"><a:uFill><a:solidFill><a:srgbClr val="000000"/></a:solidFill></a:uFill><a:latin typeface="Calibri"/><a:cs typeface="Calibri"/></a:rPr><a:t> </a:t></a:r><a:r><a:rPr dirty="0" u="sng" sz="950" spc="-20" b="1"><a:uFill><a:solidFill><a:srgbClr val="000000"/></a:solidFill></a:uFill><a:latin typeface="Calibri"/><a:cs typeface="Calibri"/></a:rPr><a:t>WORK</a:t></a:r><a:r><a:rPr dirty="0" u="sng" sz="950" b="1"><a:uFill><a:solidFill><a:srgbClr val="000000"/></a:solidFill></a:uFill><a:latin typeface="Calibri"/><a:cs typeface="Calibri"/></a:rPr><a:t>	</a:t></a:r><a:endParaRPr sz="950"><a:latin typeface="Calibri"/><a:cs typeface="Calibri"/></a:endParaRPr></a:p><a:p><a:pPr marL="27940"><a:lnSpc><a:spcPct val="100000"/></a:lnSpc><a:spcBef><a:spcPts val="45"/></a:spcBef></a:pPr><a:r><a:rPr dirty="0" sz="950"><a:latin typeface="Calibri"/><a:cs typeface="Calibri"/></a:rPr><a:t>THE</a:t></a:r><a:r><a:rPr dirty="0" sz="950" spc="70"><a:latin typeface="Calibri"/><a:cs typeface="Calibri"/></a:rPr><a:t> </a:t></a:r><a:r><a:rPr dirty="0" sz="950"><a:latin typeface="Calibri"/><a:cs typeface="Calibri"/></a:rPr><a:t>PROJECT</a:t></a:r><a:r><a:rPr dirty="0" sz="950" spc="70"><a:latin typeface="Calibri"/><a:cs typeface="Calibri"/></a:rPr><a:t> </a:t></a:r><a:r><a:rPr dirty="0" sz="950"><a:latin typeface="Calibri"/><a:cs typeface="Calibri"/></a:rPr><a:t>IS</a:t></a:r><a:r><a:rPr dirty="0" sz="950" spc="70"><a:latin typeface="Calibri"/><a:cs typeface="Calibri"/></a:rPr><a:t> </a:t></a:r><a:r><a:rPr dirty="0" sz="950"><a:latin typeface="Calibri"/><a:cs typeface="Calibri"/></a:rPr><a:t>TO</a:t></a:r><a:r><a:rPr dirty="0" sz="950" spc="70"><a:latin typeface="Calibri"/><a:cs typeface="Calibri"/></a:rPr><a:t> </a:t></a:r><a:r><a:rPr dirty="0" sz="950"><a:latin typeface="Calibri"/><a:cs typeface="Calibri"/></a:rPr><a:t>INSTALL</a:t></a:r><a:r><a:rPr dirty="0" sz="950" spc="70"><a:latin typeface="Calibri"/><a:cs typeface="Calibri"/></a:rPr><a:t> </a:t></a:r><a:r><a:rPr dirty="0" sz="950"><a:latin typeface="Calibri"/><a:cs typeface="Calibri"/></a:rPr><a:t>NEW</a:t></a:r><a:r><a:rPr dirty="0" sz="950" spc="70"><a:latin typeface="Calibri"/><a:cs typeface="Calibri"/></a:rPr><a:t> </a:t></a:r><a:r><a:rPr dirty="0" sz="950"><a:latin typeface="Calibri"/><a:cs typeface="Calibri"/></a:rPr><a:t>BATTERY</a:t></a:r><a:r><a:rPr dirty="0" sz="950" spc="70"><a:latin typeface="Calibri"/><a:cs typeface="Calibri"/></a:rPr><a:t> </a:t></a:r><a:r><a:rPr dirty="0" sz="950"><a:latin typeface="Calibri"/><a:cs typeface="Calibri"/></a:rPr><a:t>ENERGY</a:t></a:r><a:r><a:rPr dirty="0" sz="950" spc="70"><a:latin typeface="Calibri"/><a:cs typeface="Calibri"/></a:rPr><a:t> </a:t></a:r><a:r><a:rPr dirty="0" sz="950"><a:latin typeface="Calibri"/><a:cs typeface="Calibri"/></a:rPr><a:t>STORAGE</a:t></a:r><a:r><a:rPr dirty="0" sz="950" spc="70"><a:latin typeface="Calibri"/><a:cs typeface="Calibri"/></a:rPr><a:t> </a:t></a:r><a:r><a:rPr dirty="0" sz="950"><a:latin typeface="Calibri"/><a:cs typeface="Calibri"/></a:rPr><a:t>SYSTEMS</a:t></a:r><a:r><a:rPr dirty="0" sz="950" spc="70"><a:latin typeface="Calibri"/><a:cs typeface="Calibri"/></a:rPr><a:t> </a:t></a:r><a:r><a:rPr dirty="0" sz="950"><a:latin typeface="Calibri"/><a:cs typeface="Calibri"/></a:rPr><a:t>(BESS)</a:t></a:r><a:r><a:rPr dirty="0" sz="950" spc="70"><a:latin typeface="Calibri"/><a:cs typeface="Calibri"/></a:rPr><a:t> </a:t></a:r><a:r><a:rPr dirty="0" sz="950" spc="-25"><a:latin typeface="Calibri"/><a:cs typeface="Calibri"/></a:rPr><a:t>AND</a:t></a:r><a:endParaRPr sz="950"><a:latin typeface="Calibri"/><a:cs typeface="Calibri"/></a:endParaRPr></a:p><a:p><a:pPr marL="27940"><a:lnSpc><a:spcPct val="100000"/></a:lnSpc><a:spcBef><a:spcPts val="229"/></a:spcBef></a:pPr><a:r><a:rPr dirty="0" sz="950"><a:latin typeface="Calibri"/><a:cs typeface="Calibri"/></a:rPr><a:t>ASSOCIATED</a:t></a:r><a:r><a:rPr dirty="0" sz="950" spc="95"><a:latin typeface="Calibri"/><a:cs typeface="Calibri"/></a:rPr><a:t> </a:t></a:r><a:r><a:rPr dirty="0" sz="950"><a:latin typeface="Calibri"/><a:cs typeface="Calibri"/></a:rPr><a:t>ELECTRICAL</a:t></a:r><a:r><a:rPr dirty="0" sz="950" spc="100"><a:latin typeface="Calibri"/><a:cs typeface="Calibri"/></a:rPr><a:t> </a:t></a:r><a:r><a:rPr dirty="0" sz="950" spc="-10"><a:latin typeface="Calibri"/><a:cs typeface="Calibri"/></a:rPr><a:t>EQUIPMENT.</a:t></a:r><a:endParaRPr sz="950"><a:latin typeface="Calibri"/><a:cs typeface="Calibri"/></a:endParaRPr></a:p></p:txBody></p:sp><p:sp><p:nvSpPr><p:cNvPr id="29" name="object 29"/><p:cNvSpPr txBox="1"/><p:nvPr/></p:nvSpPr><p:spPr><a:xfrm><a:off x="13852148" y="3721365"/><a:ext cx="4511675" cy="546735"/></a:xfrm><a:prstGeom prst="rect"><a:avLst/></a:prstGeom></p:spPr><p:txBody><a:bodyPr wrap="square" lIns="0" tIns="12065" rIns="0" bIns="0" rtlCol="0" vert="horz"><a:spAutoFit/></a:bodyPr><a:lstStyle/><a:p><a:pPr marL="12700" marR="5080"><a:lnSpc><a:spcPct val="120000"/></a:lnSpc><a:spcBef><a:spcPts val="95"/></a:spcBef></a:pPr><a:endParaRPr sz="950"><a:latin typeface="Calibri"/><a:cs typeface="Calibri"/></a:endParaRPr><a:r><a:rPr dirty="0" sz="950"><a:latin typeface="Calibri"/><a:t>ALL CONSTRUCTION SHALL COMPLY WITH THE CODES ADOPTED BY THE APPLICABLE LOCAL CODES INCLUDING BUT NOT LIMITED TO {{CODES}}.</a:t></a:r></a:p></p:txBody></p:sp><p:sp><p:nvSpPr><p:cNvPr id="30" name="object 30"/><p:cNvSpPr txBox="1"/><p:nvPr/></p:nvSpPr><p:spPr><a:xfrm><a:off x="13852148" y="4344964"/><a:ext cx="4492625" cy="325755"/></a:xfrm><a:prstGeom prst="rect"><a:avLst/></a:prstGeom></p:spPr><p:txBody><a:bodyPr wrap="square" lIns="0" tIns="9525" rIns="0" bIns="0" rtlCol="0" vert="horz"><a:spAutoFit/></a:bodyPr><a:lstStyle/><a:p><a:pPr marL="12700" marR="5080"><a:lnSpc><a:spcPct val="104500"/></a:lnSpc><a:spcBef><a:spcPts val="75"/></a:spcBef></a:pPr><a:r><a:rPr dirty="0" sz="950"><a:latin typeface="Calibri"/><a:cs typeface="Calibri"/></a:rPr><a:t>THE</a:t></a:r><a:r><a:rPr dirty="0" sz="950" spc="60"><a:latin typeface="Calibri"/><a:cs typeface="Calibri"/></a:rPr><a:t> </a:t></a:r><a:r><a:rPr dirty="0" sz="950"><a:latin typeface="Calibri"/><a:cs typeface="Calibri"/></a:rPr><a:t>SYSTEM</a:t></a:r><a:r><a:rPr dirty="0" sz="950" spc="60"><a:latin typeface="Calibri"/><a:cs typeface="Calibri"/></a:rPr><a:t> </a:t></a:r><a:r><a:rPr dirty="0" sz="950"><a:latin typeface="Calibri"/><a:cs typeface="Calibri"/></a:rPr><a:t>WILL</a:t></a:r><a:r><a:rPr dirty="0" sz="950" spc="65"><a:latin typeface="Calibri"/><a:cs typeface="Calibri"/></a:rPr><a:t> </a:t></a:r><a:r><a:rPr dirty="0" sz="950"><a:latin typeface="Calibri"/><a:cs typeface="Calibri"/></a:rPr><a:t>BE</a:t></a:r><a:r><a:rPr dirty="0" sz="950" spc="60"><a:latin typeface="Calibri"/><a:cs typeface="Calibri"/></a:rPr><a:t> </a:t></a:r><a:r><a:rPr dirty="0" sz="950"><a:latin typeface="Calibri"/><a:cs typeface="Calibri"/></a:rPr><a:t>INTERCONNECTED</a:t></a:r><a:r><a:rPr dirty="0" sz="950" spc="65"><a:latin typeface="Calibri"/><a:cs typeface="Calibri"/></a:rPr><a:t> </a:t></a:r><a:r><a:rPr dirty="0" sz="950"><a:latin typeface="Calibri"/><a:cs typeface="Calibri"/></a:rPr><a:t>TO</a:t></a:r><a:r><a:rPr dirty="0" sz="950" spc="60"><a:latin typeface="Calibri"/><a:cs typeface="Calibri"/></a:rPr><a:t> </a:t></a:r><a:r><a:rPr dirty="0" sz="950"><a:latin typeface="Calibri"/><a:cs typeface="Calibri"/></a:rPr><a:t>AND</a:t></a:r><a:r><a:rPr dirty="0" sz="950" spc="65"><a:latin typeface="Calibri"/><a:cs typeface="Calibri"/></a:rPr><a:t> </a:t></a:r><a:r><a:rPr dirty="0" sz="950"><a:latin typeface="Calibri"/><a:cs typeface="Calibri"/></a:rPr><a:t>WILL</a:t></a:r><a:r><a:rPr dirty="0" sz="950" spc="60"><a:latin typeface="Calibri"/><a:cs typeface="Calibri"/></a:rPr><a:t> </a:t></a:r><a:r><a:rPr dirty="0" sz="950"><a:latin typeface="Calibri"/><a:cs typeface="Calibri"/></a:rPr><a:t>BE</a:t></a:r><a:r><a:rPr dirty="0" sz="950" spc="65"><a:latin typeface="Calibri"/><a:cs typeface="Calibri"/></a:rPr><a:t> </a:t></a:r><a:r><a:rPr dirty="0" sz="950"><a:latin typeface="Calibri"/><a:cs typeface="Calibri"/></a:rPr><a:t>OPERATING</a:t></a:r><a:r><a:rPr dirty="0" sz="950" spc="60"><a:latin typeface="Calibri"/><a:cs typeface="Calibri"/></a:rPr><a:t> </a:t></a:r><a:r><a:rPr dirty="0" sz="950"><a:latin typeface="Calibri"/><a:cs typeface="Calibri"/></a:rPr><a:t>IN</a:t></a:r><a:r><a:rPr dirty="0" sz="950" spc="65"><a:latin typeface="Calibri"/><a:cs typeface="Calibri"/></a:rPr><a:t> </a:t></a:r><a:r><a:rPr dirty="0" sz="950"><a:latin typeface="Calibri"/><a:cs typeface="Calibri"/></a:rPr><a:t>PARALLEL</a:t></a:r><a:r><a:rPr dirty="0" sz="950" spc="60"><a:latin typeface="Calibri"/><a:cs typeface="Calibri"/></a:rPr><a:t> </a:t></a:r><a:r><a:rPr dirty="0" sz="950" spc="-20"><a:latin typeface="Calibri"/><a:cs typeface="Calibri"/></a:rPr><a:t>WITH</a:t></a:r><a:r><a:rPr dirty="0" sz="950"><a:latin typeface="Calibri"/><a:cs typeface="Calibri"/></a:rPr><a:t> THE</a:t></a:r><a:r><a:rPr dirty="0" sz="950" spc="65"><a:latin typeface="Calibri"/><a:cs typeface="Calibri"/></a:rPr><a:t> </a:t></a:r><a:r><a:rPr dirty="0" sz="950"><a:latin typeface="Calibri"/><a:cs typeface="Calibri"/></a:rPr><a:t>ELECTRICAL</a:t></a:r><a:r><a:rPr dirty="0" sz="950" spc="65"><a:latin typeface="Calibri"/><a:cs typeface="Calibri"/></a:rPr><a:t> </a:t></a:r><a:r><a:rPr dirty="0" sz="950"><a:latin typeface="Calibri"/><a:cs typeface="Calibri"/></a:rPr><a:t>UTILITY</a:t></a:r><a:r><a:rPr dirty="0" sz="950" spc="65"><a:latin typeface="Calibri"/><a:cs typeface="Calibri"/></a:rPr><a:t> </a:t></a:r><a:r><a:rPr dirty="0" sz="950"><a:latin typeface="Calibri"/><a:cs typeface="Calibri"/></a:rPr><a:t>GRID</a:t></a:r><a:r><a:rPr dirty="0" sz="950" spc="65"><a:latin typeface="Calibri"/><a:cs typeface="Calibri"/></a:rPr><a:t> </a:t></a:r><a:r><a:rPr dirty="0" sz="950"><a:latin typeface="Calibri"/><a:cs typeface="Calibri"/></a:rPr><a:t>PER</a:t></a:r><a:r><a:rPr dirty="0" sz="950" spc="65"><a:latin typeface="Calibri"/><a:cs typeface="Calibri"/></a:rPr><a:t> </a:t></a:r><a:r><a:rPr dirty="0" sz="950"><a:latin typeface="Calibri"/><a:cs typeface="Calibri"/></a:rPr><a:t>THE</a:t></a:r><a:r><a:rPr dirty="0" sz="950" spc="65"><a:latin typeface="Calibri"/><a:cs typeface="Calibri"/></a:rPr><a:t> </a:t></a:r><a:r><a:rPr dirty="0" sz="950"><a:latin typeface="Calibri"/><a:cs typeface="Calibri"/></a:rPr><a:t>REQUIREMENTS</a:t></a:r><a:r><a:rPr dirty="0" sz="950" spc="65"><a:latin typeface="Calibri"/><a:cs typeface="Calibri"/></a:rPr><a:t> </a:t></a:r><a:r><a:rPr dirty="0" sz="950"><a:latin typeface="Calibri"/><a:cs typeface="Calibri"/></a:rPr><a:t>OF</a:t></a:r><a:r><a:rPr dirty="0" sz="950" spc="65"><a:latin typeface="Calibri"/><a:cs typeface="Calibri"/></a:rPr><a:t> </a:t></a:r><a:r><a:rPr dirty="0" sz="950"><a:latin typeface="Calibri"/><a:cs typeface="Calibri"/></a:rPr><a:t>PASIFIC</a:t></a:r><a:r><a:rPr dirty="0" sz="950" spc="65"><a:latin typeface="Calibri"/><a:cs typeface="Calibri"/></a:rPr><a:t> </a:t></a:r><a:r><a:rPr dirty="0" sz="950"><a:latin typeface="Calibri"/><a:cs typeface="Calibri"/></a:rPr><a:t>GAS</a:t></a:r><a:r><a:rPr dirty="0" sz="950" spc="65"><a:latin typeface="Calibri"/><a:cs typeface="Calibri"/></a:rPr><a:t> </a:t></a:r><a:r><a:rPr dirty="0" sz="950"><a:latin typeface="Calibri"/><a:cs typeface="Calibri"/></a:rPr><a:t>AND</a:t></a:r><a:r><a:rPr dirty="0" sz="950" spc="65"><a:latin typeface="Calibri"/><a:cs typeface="Calibri"/></a:rPr><a:t> </a:t></a:r><a:r><a:rPr dirty="0" sz="950" spc="-10"><a:latin typeface="Calibri"/><a:cs typeface="Calibri"/></a:rPr><a:t>ELECTRIC</a:t></a:r><a:endParaRPr sz="950"><a:latin typeface="Calibri"/><a:cs typeface="Calibri"/></a:endParaRPr></a:p></p:txBody></p:sp><p:sp><p:nvSpPr><p:cNvPr id="31" name="object 31"/><p:cNvSpPr txBox="1"/><p:nvPr/></p:nvSpPr><p:spPr><a:xfrm><a:off x="13852148" y="4647457"/><a:ext cx="195770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endParaRPr sz="950"><a:latin typeface="Calibri"/><a:cs typeface="Calibri"/></a:endParaRPr><a:r><a:rPr dirty="0" sz="950"><a:latin typeface="Calibri"/><a:t>COMPANY ({{UTILITY}}) AND THE {{CODES}}.</a:t></a:r></a:p></p:txBody></p:sp><p:graphicFrame><p:nvGraphicFramePr><p:cNvPr id="32" name="object 32"/><p:cNvGraphicFramePr><a:graphicFrameLocks noGrp="1"/></p:cNvGraphicFramePr><p:nvPr/></p:nvGraphicFramePr><p:xfrm><a:off x="7597526" y="5826496"/><a:ext cx="3319145" cy="1209040"/></p:xfrm><a:graphic><a:graphicData uri="http://schemas.openxmlformats.org/drawingml/2006/table"><a:tbl><a:tblPr firstRow="1" bandRow="1"><a:tableStyleId>{2D5ABB26-0587-4C30-8999-92F81FD0307C}</a:tableStyleId></a:tblPr><a:tblGrid><a:gridCol w="1952625"/><a:gridCol w="1278255"/></a:tblGrid><a:tr h="151130"><a:tc gridSpan="2"><a:txBody><a:bodyPr/><a:lstStyle/><a:p><a:pPr algn="ctr" marL="2540"><a:lnSpc><a:spcPts val="1090"/></a:lnSpc></a:pPr><a:r><a:rPr dirty="0" sz="950" b="1"><a:latin typeface="Calibri"/><a:cs typeface="Calibri"/></a:rPr><a:t>SITE</a:t></a:r><a:r><a:rPr dirty="0" sz="950" spc="35" b="1"><a:latin typeface="Calibri"/><a:cs typeface="Calibri"/></a:rPr><a:t> </a:t></a:r><a:r><a:rPr dirty="0" sz="950" spc="-10" b="1"><a:latin typeface="Calibri"/><a:cs typeface="Calibri"/></a:rPr><a:t>INFORMATION</a:t></a:r><a:endParaRPr sz="950"><a:latin typeface="Calibri"/><a:cs typeface="Calibri"/></a:endParaRPr></a:p></a:txBody><a:tcPr marL="0" marR="0" marB="0" marT="0"><a:lnL w="12700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/a:tr><a:tr h="151130"><a:tc><a:txBody><a:bodyPr/><a:lstStyle/><a:p><a:pPr marL="15240"><a:lnSpc><a:spcPts val="1090"/></a:lnSpc></a:pPr><a:r><a:rPr dirty="0" sz="950"><a:latin typeface="Calibri"/><a:cs typeface="Calibri"/></a:rPr><a:t>SITE</a:t></a:r><a:r><a:rPr dirty="0" sz="950" spc="35"><a:latin typeface="Calibri"/><a:cs typeface="Calibri"/></a:rPr><a:t> </a:t></a:r><a:r><a:rPr dirty="0" sz="950" spc="-10"><a:latin typeface="Calibri"/><a:cs typeface="Calibri"/></a:rPr><a:t>LATITUDE</a:t></a:r><a:endParaRPr sz="950"><a:latin typeface="Calibri"/><a:cs typeface="Calibri"/></a:endParaRPr></a:p></a:txBody><a:tcPr marL="0" marR="0" marB="0" marT="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 marL="635"><a:lnSpc><a:spcPts val="1090"/></a:lnSpc></a:pPr><a:endParaRPr sz="950"><a:latin typeface="Calibri"/><a:cs typeface="Calibri"/></a:endParaRPr><a:r><a:rPr dirty="0" sz="950"><a:latin typeface="Calibri"/><a:t>{{LAT}}, {{LNG}}</a:t></a:r></a:p></a:txBody><a:tcPr marL="0" marR="0" marB="0" marT="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151130"><a:tc><a:txBody><a:bodyPr/><a:lstStyle/><a:p><a:pPr marL="15240"><a:lnSpc><a:spcPts val="1090"/></a:lnSpc></a:pPr><a:r><a:rPr dirty="0" sz="950"><a:latin typeface="Calibri"/><a:cs typeface="Calibri"/></a:rPr><a:t>ZONING</a:t></a:r><a:r><a:rPr dirty="0" sz="950" spc="65"><a:latin typeface="Calibri"/><a:cs typeface="Calibri"/></a:rPr><a:t> </a:t></a:r><a:r><a:rPr dirty="0" sz="950" spc="-10"><a:latin typeface="Calibri"/><a:cs typeface="Calibri"/></a:rPr><a:t>DISTRICT</a:t></a:r><a:endParaRPr sz="950"><a:latin typeface="Calibri"/><a:cs typeface="Calibri"/></a:endParaRPr></a:p></a:txBody><a:tcPr marL="0" marR="0" marB="0" marT="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 marL="635"><a:lnSpc><a:spcPts val="1090"/></a:lnSpc></a:pPr><a:endParaRPr sz="950"><a:latin typeface="Calibri"/><a:cs typeface="Calibri"/></a:endParaRPr><a:r><a:rPr dirty="0" sz="950"><a:latin typeface="Calibri"/><a:t>{{ZONING}}</a:t></a:r></a:p></a:txBody><a:tcPr marL="0" marR="0" marB="0" marT="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151130"><a:tc><a:txBody><a:bodyPr/><a:lstStyle/><a:p><a:pPr marL="15240"><a:lnSpc><a:spcPts val="1090"/></a:lnSpc></a:pPr><a:r><a:rPr dirty="0" sz="950"><a:latin typeface="Calibri"/><a:cs typeface="Calibri"/></a:rPr><a:t>FLOOD</a:t></a:r><a:r><a:rPr dirty="0" sz="950" spc="55"><a:latin typeface="Calibri"/><a:cs typeface="Calibri"/></a:rPr><a:t> </a:t></a:r><a:r><a:rPr dirty="0" sz="950" spc="-20"><a:latin typeface="Calibri"/><a:cs typeface="Calibri"/></a:rPr><a:t>ZONE</a:t></a:r><a:endParaRPr sz="950"><a:latin typeface="Calibri"/><a:cs typeface="Calibri"/></a:endParaRPr></a:p></a:txBody><a:tcPr marL="0" marR="0" marB="0" marT="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r><a:rPr dirty="0" sz="950" spc="-50"><a:latin typeface="Calibri"/><a:cs typeface="Calibri"/></a:rPr><a:t>X</a:t></a:r><a:endParaRPr sz="950"><a:latin typeface="Calibri"/><a:cs typeface="Calibri"/></a:endParaRPr></a:p></a:txBody><a:tcPr marL="0" marR="0" marB="0" marT="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151130"><a:tc><a:txBody><a:bodyPr/><a:lstStyle/><a:p><a:pPr marL="15240"><a:lnSpc><a:spcPts val="1090"/></a:lnSpc></a:pPr><a:r><a:rPr dirty="0" sz="950"><a:latin typeface="Calibri"/><a:cs typeface="Calibri"/></a:rPr><a:t>EXPOSURE</a:t></a:r><a:r><a:rPr dirty="0" sz="950" spc="125"><a:latin typeface="Calibri"/><a:cs typeface="Calibri"/></a:rPr><a:t> </a:t></a:r><a:r><a:rPr dirty="0" sz="950" spc="-10"><a:latin typeface="Calibri"/><a:cs typeface="Calibri"/></a:rPr><a:t>CATEGORY</a:t></a:r><a:endParaRPr sz="950"><a:latin typeface="Calibri"/><a:cs typeface="Calibri"/></a:endParaRPr></a:p></a:txBody><a:tcPr marL="0" marR="0" marB="0" marT="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r><a:rPr dirty="0" sz="950" spc="-50"><a:latin typeface="Calibri"/><a:cs typeface="Calibri"/></a:rPr><a:t>C</a:t></a:r><a:endParaRPr sz="950"><a:latin typeface="Calibri"/><a:cs typeface="Calibri"/></a:endParaRPr></a:p></a:txBody><a:tcPr marL="0" marR="0" marB="0" marT="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151130"><a:tc><a:txBody><a:bodyPr/><a:lstStyle/><a:p><a:pPr marL="15240"><a:lnSpc><a:spcPts val="1090"/></a:lnSpc></a:pPr><a:r><a:rPr dirty="0" sz="950"><a:latin typeface="Calibri"/><a:cs typeface="Calibri"/></a:rPr><a:t>SEISMIC</a:t></a:r><a:r><a:rPr dirty="0" sz="950" spc="65"><a:latin typeface="Calibri"/><a:cs typeface="Calibri"/></a:rPr><a:t> </a:t></a:r><a:r><a:rPr dirty="0" sz="950"><a:latin typeface="Calibri"/><a:cs typeface="Calibri"/></a:rPr><a:t>DESIGN</a:t></a:r><a:r><a:rPr dirty="0" sz="950" spc="65"><a:latin typeface="Calibri"/><a:cs typeface="Calibri"/></a:rPr><a:t> </a:t></a:r><a:r><a:rPr dirty="0" sz="950" spc="-10"><a:latin typeface="Calibri"/><a:cs typeface="Calibri"/></a:rPr><a:t>CATEGORY</a:t></a:r><a:endParaRPr sz="950"><a:latin typeface="Calibri"/><a:cs typeface="Calibri"/></a:endParaRPr></a:p></a:txBody><a:tcPr marL="0" marR="0" marB="0" marT="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r><a:rPr dirty="0" sz="950" spc="-50"><a:latin typeface="Calibri"/><a:cs typeface="Calibri"/></a:rPr><a:t>E</a:t></a:r><a:endParaRPr sz="950"><a:latin typeface="Calibri"/><a:cs typeface="Calibri"/></a:endParaRPr></a:p></a:txBody><a:tcPr marL="0" marR="0" marB="0" marT="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151130"><a:tc><a:txBody><a:bodyPr/><a:lstStyle/><a:p><a:pPr marL="15240"><a:lnSpc><a:spcPts val="1090"/></a:lnSpc></a:pPr><a:r><a:rPr dirty="0" sz="950"><a:latin typeface="Calibri"/><a:cs typeface="Calibri"/></a:rPr><a:t>COLD</a:t></a:r><a:r><a:rPr dirty="0" sz="950" spc="95"><a:latin typeface="Calibri"/><a:cs typeface="Calibri"/></a:rPr><a:t> </a:t></a:r><a:r><a:rPr dirty="0" sz="950"><a:latin typeface="Calibri"/><a:cs typeface="Calibri"/></a:rPr><a:t>DESIGN</a:t></a:r><a:r><a:rPr dirty="0" sz="950" spc="95"><a:latin typeface="Calibri"/><a:cs typeface="Calibri"/></a:rPr><a:t> </a:t></a:r><a:r><a:rPr dirty="0" sz="950"><a:latin typeface="Calibri"/><a:cs typeface="Calibri"/></a:rPr><a:t>TEMPERATURE</a:t></a:r><a:r><a:rPr dirty="0" sz="950" spc="100"><a:latin typeface="Calibri"/><a:cs typeface="Calibri"/></a:rPr><a:t> </a:t></a:r><a:r><a:rPr dirty="0" sz="950" spc="-20"><a:latin typeface="Calibri"/><a:cs typeface="Calibri"/></a:rPr><a:t>[°F]</a:t></a:r><a:endParaRPr sz="950"><a:latin typeface="Calibri"/><a:cs typeface="Calibri"/></a:endParaRPr></a:p></a:txBody><a:tcPr marL="0" marR="0" marB="0" marT="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endParaRPr sz="950"><a:latin typeface="Calibri"/><a:cs typeface="Calibri"/></a:endParaRPr><a:r><a:rPr dirty="0" sz="950" spc="-20"><a:latin typeface="Calibri"/><a:t>{{COLD_TEMP}}</a:t></a:r></a:p></a:txBody><a:tcPr marL="0" marR="0" marB="0" marT="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151130"><a:tc><a:txBody><a:bodyPr/><a:lstStyle/><a:p><a:pPr marL="15240"><a:lnSpc><a:spcPts val="1090"/></a:lnSpc></a:pPr><a:r><a:rPr dirty="0" sz="950"><a:latin typeface="Calibri"/><a:cs typeface="Calibri"/></a:rPr><a:t>MAX</a:t></a:r><a:r><a:rPr dirty="0" sz="950" spc="125"><a:latin typeface="Calibri"/><a:cs typeface="Calibri"/></a:rPr><a:t> </a:t></a:r><a:r><a:rPr dirty="0" sz="950"><a:latin typeface="Calibri"/><a:cs typeface="Calibri"/></a:rPr><a:t>OPERATING</a:t></a:r><a:r><a:rPr dirty="0" sz="950" spc="125"><a:latin typeface="Calibri"/><a:cs typeface="Calibri"/></a:rPr><a:t> </a:t></a:r><a:r><a:rPr dirty="0" sz="950"><a:latin typeface="Calibri"/><a:cs typeface="Calibri"/></a:rPr><a:t>TEMPERATURE</a:t></a:r><a:r><a:rPr dirty="0" sz="950" spc="130"><a:latin typeface="Calibri"/><a:cs typeface="Calibri"/></a:rPr><a:t> </a:t></a:r><a:r><a:rPr dirty="0" sz="950" spc="-20"><a:latin typeface="Calibri"/><a:cs typeface="Calibri"/></a:rPr><a:t>[°F]</a:t></a:r><a:endParaRPr sz="950"><a:latin typeface="Calibri"/><a:cs typeface="Calibri"/></a:endParaRPr></a:p></a:txBody><a:tcPr marL="0" marR="0" marB="0" marT="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12700"><a:solidFill><a:srgbClr val="000000"/></a:solidFill><a:prstDash val="solid"/></a:lnB></a:tcPr></a:tc><a:tc><a:txBody><a:bodyPr/><a:lstStyle/><a:p><a:pPr algn="ctr"><a:lnSpc><a:spcPts val="1090"/></a:lnSpc></a:pPr><a:endParaRPr sz="950"><a:latin typeface="Calibri"/><a:cs typeface="Calibri"/></a:endParaRPr><a:r><a:rPr dirty="0" sz="950" spc="-20"><a:latin typeface="Calibri"/><a:t>{{MAX_TEMP}}</a:t></a:r></a:p></a:txBody><a:tcPr marL="0" marR="0" marB="0" marT="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12700"><a:solidFill><a:srgbClr val="000000"/></a:solidFill><a:prstDash val="solid"/></a:lnB></a:tcPr></a:tc></a:tr></a:tbl></a:graphicData></a:graphic></p:graphicFrame><p:sp><p:nvSpPr><p:cNvPr id="33" name="object 33"/><p:cNvSpPr txBox="1"/><p:nvPr/></p:nvSpPr><p:spPr><a:xfrm><a:off x="14566107" y="6905002"/><a:ext cx="240029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0"><a:latin typeface="Calibri"/><a:cs typeface="Calibri"/></a:rPr><a:t>S3.0</a:t></a:r><a:endParaRPr sz="950"><a:latin typeface="Calibri"/><a:cs typeface="Calibri"/></a:endParaRPr></a:p></p:txBody></p:sp><p:sp><p:nvSpPr><p:cNvPr id="34" name="object 34"/><p:cNvSpPr txBox="1"/><p:nvPr/></p:nvSpPr><p:spPr><a:xfrm><a:off x="15019845" y="6753756"/><a:ext cx="1116965" cy="325755"/></a:xfrm><a:prstGeom prst="rect"><a:avLst/></a:prstGeom></p:spPr><p:txBody><a:bodyPr wrap="square" lIns="0" tIns="9525" rIns="0" bIns="0" rtlCol="0" vert="horz"><a:spAutoFit/></a:bodyPr><a:lstStyle/><a:p><a:pPr marL="12700" marR="5080"><a:lnSpc><a:spcPct val="104500"/></a:lnSpc><a:spcBef><a:spcPts val="75"/></a:spcBef></a:pPr><a:r><a:rPr dirty="0" sz="950"><a:latin typeface="Calibri"/><a:cs typeface="Calibri"/></a:rPr><a:t>GROUNDING</a:t></a:r><a:r><a:rPr dirty="0" sz="950" spc="105"><a:latin typeface="Calibri"/><a:cs typeface="Calibri"/></a:rPr><a:t> </a:t></a:r><a:r><a:rPr dirty="0" sz="950" spc="-10"><a:latin typeface="Calibri"/><a:cs typeface="Calibri"/></a:rPr><a:t>DETAILS </a:t></a:r><a:r><a:rPr dirty="0" sz="950"><a:latin typeface="Calibri"/><a:cs typeface="Calibri"/></a:rPr><a:t>FENCING</a:t></a:r><a:r><a:rPr dirty="0" sz="950" spc="70"><a:latin typeface="Calibri"/><a:cs typeface="Calibri"/></a:rPr><a:t> </a:t></a:r><a:r><a:rPr dirty="0" sz="950" spc="-10"><a:latin typeface="Calibri"/><a:cs typeface="Calibri"/></a:rPr><a:t>DETAILS</a:t></a:r><a:endParaRPr sz="950"><a:latin typeface="Calibri"/><a:cs typeface="Calibri"/></a:endParaRPr></a:p></p:txBody></p:sp><p:sp><p:nvSpPr><p:cNvPr id="35" name="object 35"/><p:cNvSpPr txBox="1"/><p:nvPr/></p:nvSpPr><p:spPr><a:xfrm><a:off x="7617302" y="9562265"/><a:ext cx="200025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u="sng" sz="950" b="1"><a:uFill><a:solidFill><a:srgbClr val="000000"/></a:solidFill></a:uFill><a:latin typeface="Calibri"/><a:cs typeface="Calibri"/></a:rPr><a:t>SITE</a:t></a:r><a:r><a:rPr dirty="0" u="sng" sz="950" spc="60" b="1"><a:uFill><a:solidFill><a:srgbClr val="000000"/></a:solidFill></a:uFill><a:latin typeface="Calibri"/><a:cs typeface="Calibri"/></a:rPr><a:t> </a:t></a:r><a:r><a:rPr dirty="0" u="sng" sz="950" b="1"><a:uFill><a:solidFill><a:srgbClr val="000000"/></a:solidFill></a:uFill><a:latin typeface="Calibri"/><a:cs typeface="Calibri"/></a:rPr><a:t>CLEARING</a:t></a:r><a:r><a:rPr dirty="0" u="sng" sz="950" spc="60" b="1"><a:uFill><a:solidFill><a:srgbClr val="000000"/></a:solidFill></a:uFill><a:latin typeface="Calibri"/><a:cs typeface="Calibri"/></a:rPr><a:t> </a:t></a:r><a:r><a:rPr dirty="0" u="sng" sz="950" b="1"><a:uFill><a:solidFill><a:srgbClr val="000000"/></a:solidFill></a:uFill><a:latin typeface="Calibri"/><a:cs typeface="Calibri"/></a:rPr><a:t>NOTES</a:t></a:r><a:r><a:rPr dirty="0" u="sng" sz="950" spc="65" b="1"><a:uFill><a:solidFill><a:srgbClr val="000000"/></a:solidFill></a:uFill><a:latin typeface="Calibri"/><a:cs typeface="Calibri"/></a:rPr><a:t> </a:t></a:r><a:r><a:rPr dirty="0" u="sng" sz="950" b="1"><a:uFill><a:solidFill><a:srgbClr val="000000"/></a:solidFill></a:uFill><a:latin typeface="Calibri"/><a:cs typeface="Calibri"/></a:rPr><a:t>(IF</a:t></a:r><a:r><a:rPr dirty="0" u="sng" sz="950" spc="60" b="1"><a:uFill><a:solidFill><a:srgbClr val="000000"/></a:solidFill></a:uFill><a:latin typeface="Calibri"/><a:cs typeface="Calibri"/></a:rPr><a:t> </a:t></a:r><a:r><a:rPr dirty="0" u="sng" sz="950" spc="-10" b="1"><a:uFill><a:solidFill><a:srgbClr val="000000"/></a:solidFill></a:uFill><a:latin typeface="Calibri"/><a:cs typeface="Calibri"/></a:rPr><a:t>APPLICABLE)</a:t></a:r><a:endParaRPr sz="950"><a:latin typeface="Calibri"/><a:cs typeface="Calibri"/></a:endParaRPr></a:p></p:txBody></p:sp><p:sp><p:nvSpPr><p:cNvPr id="36" name="object 36"/><p:cNvSpPr txBox="1"/><p:nvPr/></p:nvSpPr><p:spPr><a:xfrm><a:off x="7617302" y="9752292"/><a:ext cx="9153525" cy="325755"/></a:xfrm><a:prstGeom prst="rect"><a:avLst/></a:prstGeom></p:spPr><p:txBody><a:bodyPr wrap="square" lIns="0" tIns="9525" rIns="0" bIns="0" rtlCol="0" vert="horz"><a:spAutoFit/></a:bodyPr><a:lstStyle/><a:p><a:pPr marL="12700" marR="5080"><a:lnSpc><a:spcPct val="104500"/></a:lnSpc><a:spcBef><a:spcPts val="75"/></a:spcBef></a:pPr><a:r><a:rPr dirty="0" sz="950"><a:latin typeface="Calibri"/><a:cs typeface="Calibri"/></a:rPr><a:t>1.</a:t></a:r><a:r><a:rPr dirty="0" sz="950" spc="330"><a:latin typeface="Calibri"/><a:cs typeface="Calibri"/></a:rPr><a:t> </a:t></a:r><a:r><a:rPr dirty="0" sz="950"><a:latin typeface="Calibri"/><a:cs typeface="Calibri"/></a:rPr><a:t>PROTECT</a:t></a:r><a:r><a:rPr dirty="0" sz="950" spc="65"><a:latin typeface="Calibri"/><a:cs typeface="Calibri"/></a:rPr><a:t> </a:t></a:r><a:r><a:rPr dirty="0" sz="950"><a:latin typeface="Calibri"/><a:cs typeface="Calibri"/></a:rPr><a:t>FROM</a:t></a:r><a:r><a:rPr dirty="0" sz="950" spc="60"><a:latin typeface="Calibri"/><a:cs typeface="Calibri"/></a:rPr><a:t> </a:t></a:r><a:r><a:rPr dirty="0" sz="950"><a:latin typeface="Calibri"/><a:cs typeface="Calibri"/></a:rPr><a:t>DAMAGE</a:t></a:r><a:r><a:rPr dirty="0" sz="950" spc="60"><a:latin typeface="Calibri"/><a:cs typeface="Calibri"/></a:rPr><a:t> </a:t></a:r><a:r><a:rPr dirty="0" sz="950"><a:latin typeface="Calibri"/><a:cs typeface="Calibri"/></a:rPr><a:t>AND</a:t></a:r><a:r><a:rPr dirty="0" sz="950" spc="65"><a:latin typeface="Calibri"/><a:cs typeface="Calibri"/></a:rPr><a:t> </a:t></a:r><a:r><a:rPr dirty="0" sz="950"><a:latin typeface="Calibri"/><a:cs typeface="Calibri"/></a:rPr><a:t>PRESERVE</a:t></a:r><a:r><a:rPr dirty="0" sz="950" spc="60"><a:latin typeface="Calibri"/><a:cs typeface="Calibri"/></a:rPr><a:t> </a:t></a:r><a:r><a:rPr dirty="0" sz="950"><a:latin typeface="Calibri"/><a:cs typeface="Calibri"/></a:rPr><a:t>TREES,</a:t></a:r><a:r><a:rPr dirty="0" sz="950" spc="65"><a:latin typeface="Calibri"/><a:cs typeface="Calibri"/></a:rPr><a:t> </a:t></a:r><a:r><a:rPr dirty="0" sz="950"><a:latin typeface="Calibri"/><a:cs typeface="Calibri"/></a:rPr><a:t>SHRUBS,</a:t></a:r><a:r><a:rPr dirty="0" sz="950" spc="60"><a:latin typeface="Calibri"/><a:cs typeface="Calibri"/></a:rPr><a:t> </a:t></a:r><a:r><a:rPr dirty="0" sz="950"><a:latin typeface="Calibri"/><a:cs typeface="Calibri"/></a:rPr><a:t>AND</a:t></a:r><a:r><a:rPr dirty="0" sz="950" spc="60"><a:latin typeface="Calibri"/><a:cs typeface="Calibri"/></a:rPr><a:t> </a:t></a:r><a:r><a:rPr dirty="0" sz="950"><a:latin typeface="Calibri"/><a:cs typeface="Calibri"/></a:rPr><a:t>OTHER</a:t></a:r><a:r><a:rPr dirty="0" sz="950" spc="65"><a:latin typeface="Calibri"/><a:cs typeface="Calibri"/></a:rPr><a:t> </a:t></a:r><a:r><a:rPr dirty="0" sz="950"><a:latin typeface="Calibri"/><a:cs typeface="Calibri"/></a:rPr><a:t>PLANTS</a:t></a:r><a:r><a:rPr dirty="0" sz="950" spc="60"><a:latin typeface="Calibri"/><a:cs typeface="Calibri"/></a:rPr><a:t> </a:t></a:r><a:r><a:rPr dirty="0" sz="950"><a:latin typeface="Calibri"/><a:cs typeface="Calibri"/></a:rPr><a:t>OUTSIDE</a:t></a:r><a:r><a:rPr dirty="0" sz="950" spc="65"><a:latin typeface="Calibri"/><a:cs typeface="Calibri"/></a:rPr><a:t> </a:t></a:r><a:r><a:rPr dirty="0" sz="950"><a:latin typeface="Calibri"/><a:cs typeface="Calibri"/></a:rPr><a:t>THE</a:t></a:r><a:r><a:rPr dirty="0" sz="950" spc="60"><a:latin typeface="Calibri"/><a:cs typeface="Calibri"/></a:rPr><a:t> </a:t></a:r><a:r><a:rPr dirty="0" sz="950"><a:latin typeface="Calibri"/><a:cs typeface="Calibri"/></a:rPr><a:t>LIMITS</a:t></a:r><a:r><a:rPr dirty="0" sz="950" spc="60"><a:latin typeface="Calibri"/><a:cs typeface="Calibri"/></a:rPr><a:t> </a:t></a:r><a:r><a:rPr dirty="0" sz="950"><a:latin typeface="Calibri"/><a:cs typeface="Calibri"/></a:rPr><a:t>OF</a:t></a:r><a:r><a:rPr dirty="0" sz="950" spc="65"><a:latin typeface="Calibri"/><a:cs typeface="Calibri"/></a:rPr><a:t> </a:t></a:r><a:r><a:rPr dirty="0" sz="950"><a:latin typeface="Calibri"/><a:cs typeface="Calibri"/></a:rPr><a:t>WORK</a:t></a:r><a:r><a:rPr dirty="0" sz="950" spc="60"><a:latin typeface="Calibri"/><a:cs typeface="Calibri"/></a:rPr><a:t> </a:t></a:r><a:r><a:rPr dirty="0" sz="950"><a:latin typeface="Calibri"/><a:cs typeface="Calibri"/></a:rPr><a:t>AND</a:t></a:r><a:r><a:rPr dirty="0" sz="950" spc="60"><a:latin typeface="Calibri"/><a:cs typeface="Calibri"/></a:rPr><a:t> </a:t></a:r><a:r><a:rPr dirty="0" sz="950"><a:latin typeface="Calibri"/><a:cs typeface="Calibri"/></a:rPr><a:t>WITHIN</a:t></a:r><a:r><a:rPr dirty="0" sz="950" spc="65"><a:latin typeface="Calibri"/><a:cs typeface="Calibri"/></a:rPr><a:t> </a:t></a:r><a:r><a:rPr dirty="0" sz="950"><a:latin typeface="Calibri"/><a:cs typeface="Calibri"/></a:rPr><a:t>THE</a:t></a:r><a:r><a:rPr dirty="0" sz="950" spc="60"><a:latin typeface="Calibri"/><a:cs typeface="Calibri"/></a:rPr><a:t> </a:t></a:r><a:r><a:rPr dirty="0" sz="950"><a:latin typeface="Calibri"/><a:cs typeface="Calibri"/></a:rPr><a:t>LIMIT</a:t></a:r><a:r><a:rPr dirty="0" sz="950" spc="65"><a:latin typeface="Calibri"/><a:cs typeface="Calibri"/></a:rPr><a:t> </a:t></a:r><a:r><a:rPr dirty="0" sz="950"><a:latin typeface="Calibri"/><a:cs typeface="Calibri"/></a:rPr><a:t>OF</a:t></a:r><a:r><a:rPr dirty="0" sz="950" spc="60"><a:latin typeface="Calibri"/><a:cs typeface="Calibri"/></a:rPr><a:t> </a:t></a:r><a:r><a:rPr dirty="0" sz="950"><a:latin typeface="Calibri"/><a:cs typeface="Calibri"/></a:rPr><a:t>THE</a:t></a:r><a:r><a:rPr dirty="0" sz="950" spc="60"><a:latin typeface="Calibri"/><a:cs typeface="Calibri"/></a:rPr><a:t> </a:t></a:r><a:r><a:rPr dirty="0" sz="950"><a:latin typeface="Calibri"/><a:cs typeface="Calibri"/></a:rPr><a:t>WORK</a:t></a:r><a:r><a:rPr dirty="0" sz="950" spc="65"><a:latin typeface="Calibri"/><a:cs typeface="Calibri"/></a:rPr><a:t> </a:t></a:r><a:r><a:rPr dirty="0" sz="950"><a:latin typeface="Calibri"/><a:cs typeface="Calibri"/></a:rPr><a:t>WHICH</a:t></a:r><a:r><a:rPr dirty="0" sz="950" spc="60"><a:latin typeface="Calibri"/><a:cs typeface="Calibri"/></a:rPr><a:t> </a:t></a:r><a:r><a:rPr dirty="0" sz="950"><a:latin typeface="Calibri"/><a:cs typeface="Calibri"/></a:rPr><a:t>ARE</a:t></a:r><a:r><a:rPr dirty="0" sz="950" spc="65"><a:latin typeface="Calibri"/><a:cs typeface="Calibri"/></a:rPr><a:t> </a:t></a:r><a:r><a:rPr dirty="0" sz="950"><a:latin typeface="Calibri"/><a:cs typeface="Calibri"/></a:rPr><a:t>DESIGNATED</a:t></a:r><a:r><a:rPr dirty="0" sz="950" spc="60"><a:latin typeface="Calibri"/><a:cs typeface="Calibri"/></a:rPr><a:t> </a:t></a:r><a:r><a:rPr dirty="0" sz="950" spc="-25"><a:latin typeface="Calibri"/><a:cs typeface="Calibri"/></a:rPr><a:t>TO</a:t></a:r><a:r><a:rPr dirty="0" sz="950"><a:latin typeface="Calibri"/><a:cs typeface="Calibri"/></a:rPr><a:t> REMAIN</a:t></a:r><a:r><a:rPr dirty="0" sz="950" spc="100"><a:latin typeface="Calibri"/><a:cs typeface="Calibri"/></a:rPr><a:t> </a:t></a:r><a:r><a:rPr dirty="0" sz="950" spc="-10"><a:latin typeface="Calibri"/><a:cs typeface="Calibri"/></a:rPr><a:t>UNDISTURBED.</a:t></a:r><a:endParaRPr sz="950"><a:latin typeface="Calibri"/><a:cs typeface="Calibri"/></a:endParaRPr></a:p></p:txBody></p:sp><p:sp><p:nvSpPr><p:cNvPr id="37" name="object 37"/><p:cNvSpPr txBox="1"/><p:nvPr/></p:nvSpPr><p:spPr><a:xfrm><a:off x="7617302" y="11433063"/><a:ext cx="6523990" cy="1049655"/></a:xfrm><a:prstGeom prst="rect"><a:avLst/></a:prstGeom></p:spPr><p:txBody><a:bodyPr wrap="square" lIns="0" tIns="57150" rIns="0" bIns="0" rtlCol="0" vert="horz"><a:spAutoFit/></a:bodyPr><a:lstStyle/><a:p><a:pPr marL="12700"><a:lnSpc><a:spcPct val="100000"/></a:lnSpc><a:spcBef><a:spcPts val="450"/></a:spcBef></a:pPr><a:r><a:rPr dirty="0" u="sng" sz="950" b="1"><a:uFill><a:solidFill><a:srgbClr val="000000"/></a:solidFill></a:uFill><a:latin typeface="Calibri"/><a:cs typeface="Calibri"/></a:rPr><a:t>RECORD</a:t></a:r><a:r><a:rPr dirty="0" u="sng" sz="950" spc="70" b="1"><a:uFill><a:solidFill><a:srgbClr val="000000"/></a:solidFill></a:uFill><a:latin typeface="Calibri"/><a:cs typeface="Calibri"/></a:rPr><a:t> </a:t></a:r><a:r><a:rPr dirty="0" u="sng" sz="950" spc="-10" b="1"><a:uFill><a:solidFill><a:srgbClr val="000000"/></a:solidFill></a:uFill><a:latin typeface="Calibri"/><a:cs typeface="Calibri"/></a:rPr><a:t>DRAWINGS</a:t></a:r><a:endParaRPr sz="950"><a:latin typeface="Calibri"/><a:cs typeface="Calibri"/></a:endParaRPr></a:p><a:p><a:pPr marL="12700" marR="189230" indent="149225"><a:lnSpc><a:spcPct val="104500"/></a:lnSpc><a:spcBef><a:spcPts val="305"/></a:spcBef><a:buAutoNum type="arabicPeriod"/><a:tabLst><a:tab pos="161925" algn="l"/></a:tabLst></a:pPr><a:r><a:rPr dirty="0" sz="950"><a:latin typeface="Calibri"/><a:cs typeface="Calibri"/></a:rPr><a:t>KEEP</a:t></a:r><a:r><a:rPr dirty="0" sz="950" spc="65"><a:latin typeface="Calibri"/><a:cs typeface="Calibri"/></a:rPr><a:t> </a:t></a:r><a:r><a:rPr dirty="0" sz="950"><a:latin typeface="Calibri"/><a:cs typeface="Calibri"/></a:rPr><a:t>UP-TO-DATE</a:t></a:r><a:r><a:rPr dirty="0" sz="950" spc="70"><a:latin typeface="Calibri"/><a:cs typeface="Calibri"/></a:rPr><a:t> </a:t></a:r><a:r><a:rPr dirty="0" sz="950"><a:latin typeface="Calibri"/><a:cs typeface="Calibri"/></a:rPr><a:t>AND</a:t></a:r><a:r><a:rPr dirty="0" sz="950" spc="70"><a:latin typeface="Calibri"/><a:cs typeface="Calibri"/></a:rPr><a:t> </a:t></a:r><a:r><a:rPr dirty="0" sz="950"><a:latin typeface="Calibri"/><a:cs typeface="Calibri"/></a:rPr><a:t>ACCURATE</a:t></a:r><a:r><a:rPr dirty="0" sz="950" spc="70"><a:latin typeface="Calibri"/><a:cs typeface="Calibri"/></a:rPr><a:t> </a:t></a:r><a:r><a:rPr dirty="0" sz="950"><a:latin typeface="Calibri"/><a:cs typeface="Calibri"/></a:rPr><a:t>A</a:t></a:r><a:r><a:rPr dirty="0" sz="950" spc="70"><a:latin typeface="Calibri"/><a:cs typeface="Calibri"/></a:rPr><a:t> </a:t></a:r><a:r><a:rPr dirty="0" sz="950"><a:latin typeface="Calibri"/><a:cs typeface="Calibri"/></a:rPr><a:t>COMPLETE</a:t></a:r><a:r><a:rPr dirty="0" sz="950" spc="70"><a:latin typeface="Calibri"/><a:cs typeface="Calibri"/></a:rPr><a:t> </a:t></a:r><a:r><a:rPr dirty="0" sz="950"><a:latin typeface="Calibri"/><a:cs typeface="Calibri"/></a:rPr><a:t>RECORD</a:t></a:r><a:r><a:rPr dirty="0" sz="950" spc="70"><a:latin typeface="Calibri"/><a:cs typeface="Calibri"/></a:rPr><a:t> </a:t></a:r><a:r><a:rPr dirty="0" sz="950"><a:latin typeface="Calibri"/><a:cs typeface="Calibri"/></a:rPr><a:t>SET</a:t></a:r><a:r><a:rPr dirty="0" sz="950" spc="70"><a:latin typeface="Calibri"/><a:cs typeface="Calibri"/></a:rPr><a:t> </a:t></a:r><a:r><a:rPr dirty="0" sz="950"><a:latin typeface="Calibri"/><a:cs typeface="Calibri"/></a:rPr><a:t>OF</a:t></a:r><a:r><a:rPr dirty="0" sz="950" spc="65"><a:latin typeface="Calibri"/><a:cs typeface="Calibri"/></a:rPr><a:t> </a:t></a:r><a:r><a:rPr dirty="0" sz="950"><a:latin typeface="Calibri"/><a:cs typeface="Calibri"/></a:rPr><a:t>PRINTS</a:t></a:r><a:r><a:rPr dirty="0" sz="950" spc="70"><a:latin typeface="Calibri"/><a:cs typeface="Calibri"/></a:rPr><a:t> </a:t></a:r><a:r><a:rPr dirty="0" sz="950"><a:latin typeface="Calibri"/><a:cs typeface="Calibri"/></a:rPr><a:t>FOR</a:t></a:r><a:r><a:rPr dirty="0" sz="950" spc="70"><a:latin typeface="Calibri"/><a:cs typeface="Calibri"/></a:rPr><a:t> </a:t></a:r><a:r><a:rPr dirty="0" sz="950"><a:latin typeface="Calibri"/><a:cs typeface="Calibri"/></a:rPr><a:t>THE</a:t></a:r><a:r><a:rPr dirty="0" sz="950" spc="70"><a:latin typeface="Calibri"/><a:cs typeface="Calibri"/></a:rPr><a:t> </a:t></a:r><a:r><a:rPr dirty="0" sz="950"><a:latin typeface="Calibri"/><a:cs typeface="Calibri"/></a:rPr><a:t>CONTRACT</a:t></a:r><a:r><a:rPr dirty="0" sz="950" spc="70"><a:latin typeface="Calibri"/><a:cs typeface="Calibri"/></a:rPr><a:t> </a:t></a:r><a:r><a:rPr dirty="0" sz="950"><a:latin typeface="Calibri"/><a:cs typeface="Calibri"/></a:rPr><a:t>DRAWINGS</a:t></a:r><a:r><a:rPr dirty="0" sz="950" spc="70"><a:latin typeface="Calibri"/><a:cs typeface="Calibri"/></a:rPr><a:t> </a:t></a:r><a:r><a:rPr dirty="0" sz="950"><a:latin typeface="Calibri"/><a:cs typeface="Calibri"/></a:rPr><a:t>SHOWING</a:t></a:r><a:r><a:rPr dirty="0" sz="950" spc="70"><a:latin typeface="Calibri"/><a:cs typeface="Calibri"/></a:rPr><a:t> </a:t></a:r><a:r><a:rPr dirty="0" sz="950" spc="-10"><a:latin typeface="Calibri"/><a:cs typeface="Calibri"/></a:rPr><a:t>EVERY </a:t></a:r><a:r><a:rPr dirty="0" sz="950"><a:latin typeface="Calibri"/><a:cs typeface="Calibri"/></a:rPr><a:t>CHANGE</a:t></a:r><a:r><a:rPr dirty="0" sz="950" spc="70"><a:latin typeface="Calibri"/><a:cs typeface="Calibri"/></a:rPr><a:t> </a:t></a:r><a:r><a:rPr dirty="0" sz="950"><a:latin typeface="Calibri"/><a:cs typeface="Calibri"/></a:rPr><a:t>FROM</a:t></a:r><a:r><a:rPr dirty="0" sz="950" spc="75"><a:latin typeface="Calibri"/><a:cs typeface="Calibri"/></a:rPr><a:t> </a:t></a:r><a:r><a:rPr dirty="0" sz="950"><a:latin typeface="Calibri"/><a:cs typeface="Calibri"/></a:rPr><a:t>THE</a:t></a:r><a:r><a:rPr dirty="0" sz="950" spc="75"><a:latin typeface="Calibri"/><a:cs typeface="Calibri"/></a:rPr><a:t> </a:t></a:r><a:r><a:rPr dirty="0" sz="950"><a:latin typeface="Calibri"/><a:cs typeface="Calibri"/></a:rPr><a:t>ORIGINAL</a:t></a:r><a:r><a:rPr dirty="0" sz="950" spc="75"><a:latin typeface="Calibri"/><a:cs typeface="Calibri"/></a:rPr><a:t> </a:t></a:r><a:r><a:rPr dirty="0" sz="950"><a:latin typeface="Calibri"/><a:cs typeface="Calibri"/></a:rPr><a:t>DRAWINGS</a:t></a:r><a:r><a:rPr dirty="0" sz="950" spc="70"><a:latin typeface="Calibri"/><a:cs typeface="Calibri"/></a:rPr><a:t> </a:t></a:r><a:r><a:rPr dirty="0" sz="950"><a:latin typeface="Calibri"/><a:cs typeface="Calibri"/></a:rPr><a:t>MADE</a:t></a:r><a:r><a:rPr dirty="0" sz="950" spc="75"><a:latin typeface="Calibri"/><a:cs typeface="Calibri"/></a:rPr><a:t> </a:t></a:r><a:r><a:rPr dirty="0" sz="950"><a:latin typeface="Calibri"/><a:cs typeface="Calibri"/></a:rPr><a:t>DURING</a:t></a:r><a:r><a:rPr dirty="0" sz="950" spc="75"><a:latin typeface="Calibri"/><a:cs typeface="Calibri"/></a:rPr><a:t> </a:t></a:r><a:r><a:rPr dirty="0" sz="950"><a:latin typeface="Calibri"/><a:cs typeface="Calibri"/></a:rPr><a:t>THE</a:t></a:r><a:r><a:rPr dirty="0" sz="950" spc="75"><a:latin typeface="Calibri"/><a:cs typeface="Calibri"/></a:rPr><a:t> </a:t></a:r><a:r><a:rPr dirty="0" sz="950"><a:latin typeface="Calibri"/><a:cs typeface="Calibri"/></a:rPr><a:t>COURSE</a:t></a:r><a:r><a:rPr dirty="0" sz="950" spc="70"><a:latin typeface="Calibri"/><a:cs typeface="Calibri"/></a:rPr><a:t> </a:t></a:r><a:r><a:rPr dirty="0" sz="950"><a:latin typeface="Calibri"/><a:cs typeface="Calibri"/></a:rPr><a:t>OF</a:t></a:r><a:r><a:rPr dirty="0" sz="950" spc="75"><a:latin typeface="Calibri"/><a:cs typeface="Calibri"/></a:rPr><a:t> </a:t></a:r><a:r><a:rPr dirty="0" sz="950"><a:latin typeface="Calibri"/><a:cs typeface="Calibri"/></a:rPr><a:t>CONSTRUCTION</a:t></a:r><a:r><a:rPr dirty="0" sz="950" spc="75"><a:latin typeface="Calibri"/><a:cs typeface="Calibri"/></a:rPr><a:t> </a:t></a:r><a:r><a:rPr dirty="0" sz="950"><a:latin typeface="Calibri"/><a:cs typeface="Calibri"/></a:rPr><a:t>INCLUDING</a:t></a:r><a:r><a:rPr dirty="0" sz="950" spc="75"><a:latin typeface="Calibri"/><a:cs typeface="Calibri"/></a:rPr><a:t> </a:t></a:r><a:r><a:rPr dirty="0" sz="950"><a:latin typeface="Calibri"/><a:cs typeface="Calibri"/></a:rPr><a:t>FINAL</a:t></a:r><a:r><a:rPr dirty="0" sz="950" spc="70"><a:latin typeface="Calibri"/><a:cs typeface="Calibri"/></a:rPr><a:t> </a:t></a:r><a:r><a:rPr dirty="0" sz="950" spc="-10"><a:latin typeface="Calibri"/><a:cs typeface="Calibri"/></a:rPr><a:t>LOCATION, </a:t></a:r><a:r><a:rPr dirty="0" sz="950"><a:latin typeface="Calibri"/><a:cs typeface="Calibri"/></a:rPr><a:t>ELEVATION,</a:t></a:r><a:r><a:rPr dirty="0" sz="950" spc="70"><a:latin typeface="Calibri"/><a:cs typeface="Calibri"/></a:rPr><a:t> </a:t></a:r><a:r><a:rPr dirty="0" sz="950"><a:latin typeface="Calibri"/><a:cs typeface="Calibri"/></a:rPr><a:t>SIZES,</a:t></a:r><a:r><a:rPr dirty="0" sz="950" spc="75"><a:latin typeface="Calibri"/><a:cs typeface="Calibri"/></a:rPr><a:t> </a:t></a:r><a:r><a:rPr dirty="0" sz="950"><a:latin typeface="Calibri"/><a:cs typeface="Calibri"/></a:rPr><a:t>MATERIALS,</a:t></a:r><a:r><a:rPr dirty="0" sz="950" spc="70"><a:latin typeface="Calibri"/><a:cs typeface="Calibri"/></a:rPr><a:t> </a:t></a:r><a:r><a:rPr dirty="0" sz="950"><a:latin typeface="Calibri"/><a:cs typeface="Calibri"/></a:rPr><a:t>AND</a:t></a:r><a:r><a:rPr dirty="0" sz="950" spc="75"><a:latin typeface="Calibri"/><a:cs typeface="Calibri"/></a:rPr><a:t> </a:t></a:r><a:r><a:rPr dirty="0" sz="950"><a:latin typeface="Calibri"/><a:cs typeface="Calibri"/></a:rPr><a:t>DESCRIPTION</a:t></a:r><a:r><a:rPr dirty="0" sz="950" spc="70"><a:latin typeface="Calibri"/><a:cs typeface="Calibri"/></a:rPr><a:t> </a:t></a:r><a:r><a:rPr dirty="0" sz="950"><a:latin typeface="Calibri"/><a:cs typeface="Calibri"/></a:rPr><a:t>OF</a:t></a:r><a:r><a:rPr dirty="0" sz="950" spc="75"><a:latin typeface="Calibri"/><a:cs typeface="Calibri"/></a:rPr><a:t> </a:t></a:r><a:r><a:rPr dirty="0" sz="950"><a:latin typeface="Calibri"/><a:cs typeface="Calibri"/></a:rPr><a:t>ALL</a:t></a:r><a:r><a:rPr dirty="0" sz="950" spc="70"><a:latin typeface="Calibri"/><a:cs typeface="Calibri"/></a:rPr><a:t> </a:t></a:r><a:r><a:rPr dirty="0" sz="950" spc="-10"><a:latin typeface="Calibri"/><a:cs typeface="Calibri"/></a:rPr><a:t>WORK.</a:t></a:r><a:endParaRPr sz="950"><a:latin typeface="Calibri"/><a:cs typeface="Calibri"/></a:endParaRPr></a:p><a:p><a:pPr marL="12700" marR="5080" indent="149225"><a:lnSpc><a:spcPct val="104500"/></a:lnSpc><a:spcBef><a:spcPts val="305"/></a:spcBef><a:buAutoNum type="arabicPeriod"/><a:tabLst><a:tab pos="161925" algn="l"/></a:tabLst></a:pPr><a:r><a:rPr dirty="0" sz="950"><a:latin typeface="Calibri"/><a:cs typeface="Calibri"/></a:rPr><a:t>RECORDS</a:t></a:r><a:r><a:rPr dirty="0" sz="950" spc="55"><a:latin typeface="Calibri"/><a:cs typeface="Calibri"/></a:rPr><a:t> </a:t></a:r><a:r><a:rPr dirty="0" sz="950"><a:latin typeface="Calibri"/><a:cs typeface="Calibri"/></a:rPr><a:t>SHALL</a:t></a:r><a:r><a:rPr dirty="0" sz="950" spc="55"><a:latin typeface="Calibri"/><a:cs typeface="Calibri"/></a:rPr><a:t> </a:t></a:r><a:r><a:rPr dirty="0" sz="950"><a:latin typeface="Calibri"/><a:cs typeface="Calibri"/></a:rPr><a:t>BE</a:t></a:r><a:r><a:rPr dirty="0" sz="950" spc="60"><a:latin typeface="Calibri"/><a:cs typeface="Calibri"/></a:rPr><a:t> </a:t></a:r><a:r><a:rPr dirty="0" sz="950"><a:latin typeface="Calibri"/><a:cs typeface="Calibri"/></a:rPr><a:t>&quot;REDLINED&quot;</a:t></a:r><a:r><a:rPr dirty="0" sz="950" spc="55"><a:latin typeface="Calibri"/><a:cs typeface="Calibri"/></a:rPr><a:t> </a:t></a:r><a:r><a:rPr dirty="0" sz="950"><a:latin typeface="Calibri"/><a:cs typeface="Calibri"/></a:rPr><a:t>ON</a:t></a:r><a:r><a:rPr dirty="0" sz="950" spc="60"><a:latin typeface="Calibri"/><a:cs typeface="Calibri"/></a:rPr><a:t> </a:t></a:r><a:r><a:rPr dirty="0" sz="950"><a:latin typeface="Calibri"/><a:cs typeface="Calibri"/></a:rPr><a:t>A</a:t></a:r><a:r><a:rPr dirty="0" sz="950" spc="55"><a:latin typeface="Calibri"/><a:cs typeface="Calibri"/></a:rPr><a:t> </a:t></a:r><a:r><a:rPr dirty="0" sz="950"><a:latin typeface="Calibri"/><a:cs typeface="Calibri"/></a:rPr><a:t>SET</a:t></a:r><a:r><a:rPr dirty="0" sz="950" spc="60"><a:latin typeface="Calibri"/><a:cs typeface="Calibri"/></a:rPr><a:t> </a:t></a:r><a:r><a:rPr dirty="0" sz="950"><a:latin typeface="Calibri"/><a:cs typeface="Calibri"/></a:rPr><a:t>OF</a:t></a:r><a:r><a:rPr dirty="0" sz="950" spc="55"><a:latin typeface="Calibri"/><a:cs typeface="Calibri"/></a:rPr><a:t> </a:t></a:r><a:r><a:rPr dirty="0" sz="950"><a:latin typeface="Calibri"/><a:cs typeface="Calibri"/></a:rPr><a:t>CONSTRUCTION</a:t></a:r><a:r><a:rPr dirty="0" sz="950" spc="60"><a:latin typeface="Calibri"/><a:cs typeface="Calibri"/></a:rPr><a:t> </a:t></a:r><a:r><a:rPr dirty="0" sz="950"><a:latin typeface="Calibri"/><a:cs typeface="Calibri"/></a:rPr><a:t>PLAN</a:t></a:r><a:r><a:rPr dirty="0" sz="950" spc="55"><a:latin typeface="Calibri"/><a:cs typeface="Calibri"/></a:rPr><a:t> </a:t></a:r><a:r><a:rPr dirty="0" sz="950"><a:latin typeface="Calibri"/><a:cs typeface="Calibri"/></a:rPr><a:t>DRAWINGS</a:t></a:r><a:r><a:rPr dirty="0" sz="950" spc="60"><a:latin typeface="Calibri"/><a:cs typeface="Calibri"/></a:rPr><a:t> </a:t></a:r><a:r><a:rPr dirty="0" sz="950"><a:latin typeface="Calibri"/><a:cs typeface="Calibri"/></a:rPr><a:t>AT</a:t></a:r><a:r><a:rPr dirty="0" sz="950" spc="55"><a:latin typeface="Calibri"/><a:cs typeface="Calibri"/></a:rPr><a:t> </a:t></a:r><a:r><a:rPr dirty="0" sz="950"><a:latin typeface="Calibri"/><a:cs typeface="Calibri"/></a:rPr><a:t>THE</a:t></a:r><a:r><a:rPr dirty="0" sz="950" spc="60"><a:latin typeface="Calibri"/><a:cs typeface="Calibri"/></a:rPr><a:t> </a:t></a:r><a:r><a:rPr dirty="0" sz="950"><a:latin typeface="Calibri"/><a:cs typeface="Calibri"/></a:rPr><a:t>SITE.</a:t></a:r><a:r><a:rPr dirty="0" sz="950" spc="55"><a:latin typeface="Calibri"/><a:cs typeface="Calibri"/></a:rPr><a:t> </a:t></a:r><a:r><a:rPr dirty="0" sz="950"><a:latin typeface="Calibri"/><a:cs typeface="Calibri"/></a:rPr><a:t>A</a:t></a:r><a:r><a:rPr dirty="0" sz="950" spc="60"><a:latin typeface="Calibri"/><a:cs typeface="Calibri"/></a:rPr><a:t> </a:t></a:r><a:r><a:rPr dirty="0" sz="950"><a:latin typeface="Calibri"/><a:cs typeface="Calibri"/></a:rPr><a:t>COMPLETE</a:t></a:r><a:r><a:rPr dirty="0" sz="950" spc="55"><a:latin typeface="Calibri"/><a:cs typeface="Calibri"/></a:rPr><a:t> </a:t></a:r><a:r><a:rPr dirty="0" sz="950"><a:latin typeface="Calibri"/><a:cs typeface="Calibri"/></a:rPr><a:t>SET</a:t></a:r><a:r><a:rPr dirty="0" sz="950" spc="60"><a:latin typeface="Calibri"/><a:cs typeface="Calibri"/></a:rPr><a:t> </a:t></a:r><a:r><a:rPr dirty="0" sz="950"><a:latin typeface="Calibri"/><a:cs typeface="Calibri"/></a:rPr><a:t>OF</a:t></a:r><a:r><a:rPr dirty="0" sz="950" spc="55"><a:latin typeface="Calibri"/><a:cs typeface="Calibri"/></a:rPr><a:t> </a:t></a:r><a:r><a:rPr dirty="0" sz="950" spc="-10"><a:latin typeface="Calibri"/><a:cs typeface="Calibri"/></a:rPr><a:t>CORRECTED </a:t></a:r><a:r><a:rPr dirty="0" sz="950"><a:latin typeface="Calibri"/><a:cs typeface="Calibri"/></a:rPr><a:t>AND</a:t></a:r><a:r><a:rPr dirty="0" sz="950" spc="65"><a:latin typeface="Calibri"/><a:cs typeface="Calibri"/></a:rPr><a:t> </a:t></a:r><a:r><a:rPr dirty="0" sz="950"><a:latin typeface="Calibri"/><a:cs typeface="Calibri"/></a:rPr><a:t>COMPLETED</a:t></a:r><a:r><a:rPr dirty="0" sz="950" spc="70"><a:latin typeface="Calibri"/><a:cs typeface="Calibri"/></a:rPr><a:t> </a:t></a:r><a:r><a:rPr dirty="0" sz="950"><a:latin typeface="Calibri"/><a:cs typeface="Calibri"/></a:rPr><a:t>RECORD</a:t></a:r><a:r><a:rPr dirty="0" sz="950" spc="70"><a:latin typeface="Calibri"/><a:cs typeface="Calibri"/></a:rPr><a:t> </a:t></a:r><a:r><a:rPr dirty="0" sz="950"><a:latin typeface="Calibri"/><a:cs typeface="Calibri"/></a:rPr><a:t>DRAWING</a:t></a:r><a:r><a:rPr dirty="0" sz="950" spc="65"><a:latin typeface="Calibri"/><a:cs typeface="Calibri"/></a:rPr><a:t> </a:t></a:r><a:r><a:rPr dirty="0" sz="950"><a:latin typeface="Calibri"/><a:cs typeface="Calibri"/></a:rPr><a:t>PRINTS</a:t></a:r><a:r><a:rPr dirty="0" sz="950" spc="70"><a:latin typeface="Calibri"/><a:cs typeface="Calibri"/></a:rPr><a:t> </a:t></a:r><a:r><a:rPr dirty="0" sz="950"><a:latin typeface="Calibri"/><a:cs typeface="Calibri"/></a:rPr><a:t>SHALL</a:t></a:r><a:r><a:rPr dirty="0" sz="950" spc="70"><a:latin typeface="Calibri"/><a:cs typeface="Calibri"/></a:rPr><a:t> </a:t></a:r><a:r><a:rPr dirty="0" sz="950"><a:latin typeface="Calibri"/><a:cs typeface="Calibri"/></a:rPr><a:t>BE</a:t></a:r><a:r><a:rPr dirty="0" sz="950" spc="70"><a:latin typeface="Calibri"/><a:cs typeface="Calibri"/></a:rPr><a:t> </a:t></a:r><a:r><a:rPr dirty="0" sz="950"><a:latin typeface="Calibri"/><a:cs typeface="Calibri"/></a:rPr><a:t>SUBMITTED</a:t></a:r><a:r><a:rPr dirty="0" sz="950" spc="65"><a:latin typeface="Calibri"/><a:cs typeface="Calibri"/></a:rPr><a:t> </a:t></a:r><a:r><a:rPr dirty="0" sz="950"><a:latin typeface="Calibri"/><a:cs typeface="Calibri"/></a:rPr><a:t>TO</a:t></a:r><a:r><a:rPr dirty="0" sz="950" spc="70"><a:latin typeface="Calibri"/><a:cs typeface="Calibri"/></a:rPr><a:t> </a:t></a:r><a:r><a:rPr dirty="0" sz="950"><a:latin typeface="Calibri"/><a:cs typeface="Calibri"/></a:rPr><a:t>OWNER</a:t></a:r><a:r><a:rPr dirty="0" sz="950" spc="70"><a:latin typeface="Calibri"/><a:cs typeface="Calibri"/></a:rPr><a:t> </a:t></a:r><a:r><a:rPr dirty="0" sz="950"><a:latin typeface="Calibri"/><a:cs typeface="Calibri"/></a:rPr><a:t>PRIOR</a:t></a:r><a:r><a:rPr dirty="0" sz="950" spc="65"><a:latin typeface="Calibri"/><a:cs typeface="Calibri"/></a:rPr><a:t> </a:t></a:r><a:r><a:rPr dirty="0" sz="950"><a:latin typeface="Calibri"/><a:cs typeface="Calibri"/></a:rPr><a:t>TO</a:t></a:r><a:r><a:rPr dirty="0" sz="950" spc="70"><a:latin typeface="Calibri"/><a:cs typeface="Calibri"/></a:rPr><a:t> </a:t></a:r><a:r><a:rPr dirty="0" sz="950"><a:latin typeface="Calibri"/><a:cs typeface="Calibri"/></a:rPr><a:t>SUBSTANTIAL</a:t></a:r><a:r><a:rPr dirty="0" sz="950" spc="70"><a:latin typeface="Calibri"/><a:cs typeface="Calibri"/></a:rPr><a:t> </a:t></a:r><a:r><a:rPr dirty="0" sz="950"><a:latin typeface="Calibri"/><a:cs typeface="Calibri"/></a:rPr><a:t>COMPLETION</a:t></a:r><a:r><a:rPr dirty="0" sz="950" spc="70"><a:latin typeface="Calibri"/><a:cs typeface="Calibri"/></a:rPr><a:t> </a:t></a:r><a:r><a:rPr dirty="0" sz="950"><a:latin typeface="Calibri"/><a:cs typeface="Calibri"/></a:rPr><a:t>AT</a:t></a:r><a:r><a:rPr dirty="0" sz="950" spc="65"><a:latin typeface="Calibri"/><a:cs typeface="Calibri"/></a:rPr><a:t> </a:t></a:r><a:r><a:rPr dirty="0" sz="950" spc="-10"><a:latin typeface="Calibri"/><a:cs typeface="Calibri"/></a:rPr><a:t>SITE.</a:t></a:r><a:endParaRPr sz="950"><a:latin typeface="Calibri"/><a:cs typeface="Calibri"/></a:endParaRPr></a:p></p:txBody></p:sp><p:sp><p:nvSpPr><p:cNvPr id="38" name="object 38"/><p:cNvSpPr txBox="1"/><p:nvPr/></p:nvSpPr><p:spPr><a:xfrm><a:off x="647123" y="9521157"/><a:ext cx="6530975" cy="2643505"/></a:xfrm><a:prstGeom prst="rect"><a:avLst/></a:prstGeom></p:spPr><p:txBody><a:bodyPr wrap="square" lIns="0" tIns="57150" rIns="0" bIns="0" rtlCol="0" vert="horz"><a:spAutoFit/></a:bodyPr><a:lstStyle/><a:p><a:pPr marL="12700"><a:lnSpc><a:spcPct val="100000"/></a:lnSpc><a:spcBef><a:spcPts val="450"/></a:spcBef></a:pPr><a:r><a:rPr dirty="0" u="sng" sz="950" b="1"><a:uFill><a:solidFill><a:srgbClr val="000000"/></a:solidFill></a:uFill><a:latin typeface="Calibri"/><a:cs typeface="Calibri"/></a:rPr><a:t>ELECTRICAL</a:t></a:r><a:r><a:rPr dirty="0" u="sng" sz="950" spc="100" b="1"><a:uFill><a:solidFill><a:srgbClr val="000000"/></a:solidFill></a:uFill><a:latin typeface="Calibri"/><a:cs typeface="Calibri"/></a:rPr><a:t> </a:t></a:r><a:r><a:rPr dirty="0" u="sng" sz="950" spc="-10" b="1"><a:uFill><a:solidFill><a:srgbClr val="000000"/></a:solidFill></a:uFill><a:latin typeface="Calibri"/><a:cs typeface="Calibri"/></a:rPr><a:t>NOTES</a:t></a:r><a:endParaRPr sz="950"><a:latin typeface="Calibri"/><a:cs typeface="Calibri"/></a:endParaRPr></a:p><a:p><a:pPr marL="12700" marR="268605" indent="149225"><a:lnSpc><a:spcPct val="104500"/></a:lnSpc><a:spcBef><a:spcPts val="305"/></a:spcBef><a:buAutoNum type="arabicPeriod"/><a:tabLst><a:tab pos="161925" algn="l"/></a:tabLst></a:pPr><a:r><a:rPr dirty="0" sz="950"><a:latin typeface="Calibri"/><a:cs typeface="Calibri"/></a:rPr><a:t>THE</a:t></a:r><a:r><a:rPr dirty="0" sz="950" spc="55"><a:latin typeface="Calibri"/><a:cs typeface="Calibri"/></a:rPr><a:t> </a:t></a:r><a:r><a:rPr dirty="0" sz="950"><a:latin typeface="Calibri"/><a:cs typeface="Calibri"/></a:rPr><a:t>LINE</a:t></a:r><a:r><a:rPr dirty="0" sz="950" spc="55"><a:latin typeface="Calibri"/><a:cs typeface="Calibri"/></a:rPr><a:t> </a:t></a:r><a:r><a:rPr dirty="0" sz="950"><a:latin typeface="Calibri"/><a:cs typeface="Calibri"/></a:rPr><a:t>AND</a:t></a:r><a:r><a:rPr dirty="0" sz="950" spc="60"><a:latin typeface="Calibri"/><a:cs typeface="Calibri"/></a:rPr><a:t> </a:t></a:r><a:r><a:rPr dirty="0" sz="950"><a:latin typeface="Calibri"/><a:cs typeface="Calibri"/></a:rPr><a:t>LOAD</a:t></a:r><a:r><a:rPr dirty="0" sz="950" spc="55"><a:latin typeface="Calibri"/><a:cs typeface="Calibri"/></a:rPr><a:t> </a:t></a:r><a:r><a:rPr dirty="0" sz="950"><a:latin typeface="Calibri"/><a:cs typeface="Calibri"/></a:rPr><a:t>TERMINALS</a:t></a:r><a:r><a:rPr dirty="0" sz="950" spc="55"><a:latin typeface="Calibri"/><a:cs typeface="Calibri"/></a:rPr><a:t> </a:t></a:r><a:r><a:rPr dirty="0" sz="950"><a:latin typeface="Calibri"/><a:cs typeface="Calibri"/></a:rPr><a:t>ON</a:t></a:r><a:r><a:rPr dirty="0" sz="950" spc="60"><a:latin typeface="Calibri"/><a:cs typeface="Calibri"/></a:rPr><a:t> </a:t></a:r><a:r><a:rPr dirty="0" sz="950"><a:latin typeface="Calibri"/><a:cs typeface="Calibri"/></a:rPr><a:t>THE</a:t></a:r><a:r><a:rPr dirty="0" sz="950" spc="55"><a:latin typeface="Calibri"/><a:cs typeface="Calibri"/></a:rPr><a:t> </a:t></a:r><a:r><a:rPr dirty="0" sz="950"><a:latin typeface="Calibri"/><a:cs typeface="Calibri"/></a:rPr><a:t>DC</a:t></a:r><a:r><a:rPr dirty="0" sz="950" spc="55"><a:latin typeface="Calibri"/><a:cs typeface="Calibri"/></a:rPr><a:t> </a:t></a:r><a:r><a:rPr dirty="0" sz="950"><a:latin typeface="Calibri"/><a:cs typeface="Calibri"/></a:rPr><a:t>DISCONNECTS</a:t></a:r><a:r><a:rPr dirty="0" sz="950" spc="60"><a:latin typeface="Calibri"/><a:cs typeface="Calibri"/></a:rPr><a:t> </a:t></a:r><a:r><a:rPr dirty="0" sz="950"><a:latin typeface="Calibri"/><a:cs typeface="Calibri"/></a:rPr><a:t>MAY</a:t></a:r><a:r><a:rPr dirty="0" sz="950" spc="55"><a:latin typeface="Calibri"/><a:cs typeface="Calibri"/></a:rPr><a:t> </a:t></a:r><a:r><a:rPr dirty="0" sz="950"><a:latin typeface="Calibri"/><a:cs typeface="Calibri"/></a:rPr><a:t>BE</a:t></a:r><a:r><a:rPr dirty="0" sz="950" spc="60"><a:latin typeface="Calibri"/><a:cs typeface="Calibri"/></a:rPr><a:t> </a:t></a:r><a:r><a:rPr dirty="0" sz="950"><a:latin typeface="Calibri"/><a:cs typeface="Calibri"/></a:rPr><a:t>ENERGIZED</a:t></a:r><a:r><a:rPr dirty="0" sz="950" spc="55"><a:latin typeface="Calibri"/><a:cs typeface="Calibri"/></a:rPr><a:t> </a:t></a:r><a:r><a:rPr dirty="0" sz="950"><a:latin typeface="Calibri"/><a:cs typeface="Calibri"/></a:rPr><a:t>IN</a:t></a:r><a:r><a:rPr dirty="0" sz="950" spc="55"><a:latin typeface="Calibri"/><a:cs typeface="Calibri"/></a:rPr><a:t> </a:t></a:r><a:r><a:rPr dirty="0" sz="950"><a:latin typeface="Calibri"/><a:cs typeface="Calibri"/></a:rPr><a:t>THE</a:t></a:r><a:r><a:rPr dirty="0" sz="950" spc="60"><a:latin typeface="Calibri"/><a:cs typeface="Calibri"/></a:rPr><a:t> </a:t></a:r><a:r><a:rPr dirty="0" sz="950"><a:latin typeface="Calibri"/><a:cs typeface="Calibri"/></a:rPr><a:t>OPEN</a:t></a:r><a:r><a:rPr dirty="0" sz="950" spc="55"><a:latin typeface="Calibri"/><a:cs typeface="Calibri"/></a:rPr><a:t> </a:t></a:r><a:r><a:rPr dirty="0" sz="950"><a:latin typeface="Calibri"/><a:cs typeface="Calibri"/></a:rPr><a:t>POSITION.</a:t></a:r><a:r><a:rPr dirty="0" sz="950" spc="55"><a:latin typeface="Calibri"/><a:cs typeface="Calibri"/></a:rPr><a:t> </a:t></a:r><a:r><a:rPr dirty="0" sz="950"><a:latin typeface="Calibri"/><a:cs typeface="Calibri"/></a:rPr><a:t>SWITCH</a:t></a:r><a:r><a:rPr dirty="0" sz="950" spc="60"><a:latin typeface="Calibri"/><a:cs typeface="Calibri"/></a:rPr><a:t> </a:t></a:r><a:r><a:rPr dirty="0" sz="950"><a:latin typeface="Calibri"/><a:cs typeface="Calibri"/></a:rPr><a:t>IS</a:t></a:r><a:r><a:rPr dirty="0" sz="950" spc="55"><a:latin typeface="Calibri"/><a:cs typeface="Calibri"/></a:rPr><a:t> </a:t></a:r><a:r><a:rPr dirty="0" sz="950"><a:latin typeface="Calibri"/><a:cs typeface="Calibri"/></a:rPr><a:t>TO</a:t></a:r><a:r><a:rPr dirty="0" sz="950" spc="60"><a:latin typeface="Calibri"/><a:cs typeface="Calibri"/></a:rPr><a:t> </a:t></a:r><a:r><a:rPr dirty="0" sz="950" spc="-25"><a:latin typeface="Calibri"/><a:cs typeface="Calibri"/></a:rPr><a:t>BE</a:t></a:r><a:r><a:rPr dirty="0" sz="950"><a:latin typeface="Calibri"/><a:cs typeface="Calibri"/></a:rPr><a:t> LABELED</a:t></a:r><a:r><a:rPr dirty="0" sz="950" spc="50"><a:latin typeface="Calibri"/><a:cs typeface="Calibri"/></a:rPr><a:t> </a:t></a:r><a:r><a:rPr dirty="0" sz="950"><a:latin typeface="Calibri"/><a:cs typeface="Calibri"/></a:rPr><a:t>TO</a:t></a:r><a:r><a:rPr dirty="0" sz="950" spc="50"><a:latin typeface="Calibri"/><a:cs typeface="Calibri"/></a:rPr><a:t> </a:t></a:r><a:r><a:rPr dirty="0" sz="950"><a:latin typeface="Calibri"/><a:cs typeface="Calibri"/></a:rPr><a:t>COMPLY</a:t></a:r><a:r><a:rPr dirty="0" sz="950" spc="55"><a:latin typeface="Calibri"/><a:cs typeface="Calibri"/></a:rPr><a:t> </a:t></a:r><a:r><a:rPr dirty="0" sz="950"><a:latin typeface="Calibri"/><a:cs typeface="Calibri"/></a:rPr><a:t>WITH</a:t></a:r><a:r><a:rPr dirty="0" sz="950" spc="50"><a:latin typeface="Calibri"/><a:cs typeface="Calibri"/></a:rPr><a:t> </a:t></a:r><a:r><a:rPr dirty="0" sz="950"><a:latin typeface="Calibri"/><a:cs typeface="Calibri"/></a:rPr><a:t>ARTICLE</a:t></a:r><a:r><a:rPr dirty="0" sz="950" spc="50"><a:latin typeface="Calibri"/><a:cs typeface="Calibri"/></a:rPr><a:t> </a:t></a:r><a:r><a:rPr dirty="0" sz="950"><a:latin typeface="Calibri"/><a:cs typeface="Calibri"/></a:rPr><a:t>690.17</a:t></a:r><a:r><a:rPr dirty="0" sz="950" spc="55"><a:latin typeface="Calibri"/><a:cs typeface="Calibri"/></a:rPr><a:t> </a:t></a:r><a:r><a:rPr dirty="0" sz="950"><a:latin typeface="Calibri"/><a:cs typeface="Calibri"/></a:rPr><a:t>OF</a:t></a:r><a:r><a:rPr dirty="0" sz="950" spc="50"><a:latin typeface="Calibri"/><a:cs typeface="Calibri"/></a:rPr><a:t> </a:t></a:r><a:r><a:rPr dirty="0" sz="950"><a:latin typeface="Calibri"/><a:cs typeface="Calibri"/></a:rPr><a:t>THE</a:t></a:r><a:r><a:rPr dirty="0" sz="950" spc="55"><a:latin typeface="Calibri"/><a:cs typeface="Calibri"/></a:rPr><a:t> </a:t></a:r><a:r><a:rPr dirty="0" sz="950" spc="-20"><a:latin typeface="Calibri"/><a:cs typeface="Calibri"/></a:rPr><a:t>NEC.</a:t></a:r><a:endParaRPr sz="950"><a:latin typeface="Calibri"/><a:cs typeface="Calibri"/></a:endParaRPr></a:p><a:p><a:pPr marL="12700" marR="600075" indent="149225"><a:lnSpc><a:spcPct val="104500"/></a:lnSpc><a:spcBef><a:spcPts val="305"/></a:spcBef><a:buAutoNum type="arabicPeriod"/><a:tabLst><a:tab pos="161925" algn="l"/></a:tabLst></a:pPr><a:r><a:rPr dirty="0" sz="950"><a:latin typeface="Calibri"/><a:cs typeface="Calibri"/></a:rPr><a:t>BATTERY</a:t></a:r><a:r><a:rPr dirty="0" sz="950" spc="70"><a:latin typeface="Calibri"/><a:cs typeface="Calibri"/></a:rPr><a:t> </a:t></a:r><a:r><a:rPr dirty="0" sz="950"><a:latin typeface="Calibri"/><a:cs typeface="Calibri"/></a:rPr><a:t>ENERGY</a:t></a:r><a:r><a:rPr dirty="0" sz="950" spc="70"><a:latin typeface="Calibri"/><a:cs typeface="Calibri"/></a:rPr><a:t> </a:t></a:r><a:r><a:rPr dirty="0" sz="950"><a:latin typeface="Calibri"/><a:cs typeface="Calibri"/></a:rPr><a:t>STORAGE</a:t></a:r><a:r><a:rPr dirty="0" sz="950" spc="70"><a:latin typeface="Calibri"/><a:cs typeface="Calibri"/></a:rPr><a:t> </a:t></a:r><a:r><a:rPr dirty="0" sz="950"><a:latin typeface="Calibri"/><a:cs typeface="Calibri"/></a:rPr><a:t>SYSTEM</a:t></a:r><a:r><a:rPr dirty="0" sz="950" spc="70"><a:latin typeface="Calibri"/><a:cs typeface="Calibri"/></a:rPr><a:t> </a:t></a:r><a:r><a:rPr dirty="0" sz="950"><a:latin typeface="Calibri"/><a:cs typeface="Calibri"/></a:rPr><a:t>(BESS)</a:t></a:r><a:r><a:rPr dirty="0" sz="950" spc="70"><a:latin typeface="Calibri"/><a:cs typeface="Calibri"/></a:rPr><a:t> </a:t></a:r><a:r><a:rPr dirty="0" sz="950"><a:latin typeface="Calibri"/><a:cs typeface="Calibri"/></a:rPr><a:t>SHALL</a:t></a:r><a:r><a:rPr dirty="0" sz="950" spc="70"><a:latin typeface="Calibri"/><a:cs typeface="Calibri"/></a:rPr><a:t> </a:t></a:r><a:r><a:rPr dirty="0" sz="950"><a:latin typeface="Calibri"/><a:cs typeface="Calibri"/></a:rPr><a:t>BE</a:t></a:r><a:r><a:rPr dirty="0" sz="950" spc="70"><a:latin typeface="Calibri"/><a:cs typeface="Calibri"/></a:rPr><a:t> </a:t></a:r><a:r><a:rPr dirty="0" sz="950"><a:latin typeface="Calibri"/><a:cs typeface="Calibri"/></a:rPr><a:t>CLEARLY</a:t></a:r><a:r><a:rPr dirty="0" sz="950" spc="70"><a:latin typeface="Calibri"/><a:cs typeface="Calibri"/></a:rPr><a:t> </a:t></a:r><a:r><a:rPr dirty="0" sz="950"><a:latin typeface="Calibri"/><a:cs typeface="Calibri"/></a:rPr><a:t>MARKED</a:t></a:r><a:r><a:rPr dirty="0" sz="950" spc="70"><a:latin typeface="Calibri"/><a:cs typeface="Calibri"/></a:rPr><a:t> </a:t></a:r><a:r><a:rPr dirty="0" sz="950"><a:latin typeface="Calibri"/><a:cs typeface="Calibri"/></a:rPr><a:t>IN</a:t></a:r><a:r><a:rPr dirty="0" sz="950" spc="70"><a:latin typeface="Calibri"/><a:cs typeface="Calibri"/></a:rPr><a:t> </a:t></a:r><a:r><a:rPr dirty="0" sz="950"><a:latin typeface="Calibri"/><a:cs typeface="Calibri"/></a:rPr><a:t>ACCORDANCE</a:t></a:r><a:r><a:rPr dirty="0" sz="950" spc="70"><a:latin typeface="Calibri"/><a:cs typeface="Calibri"/></a:rPr><a:t> </a:t></a:r><a:r><a:rPr dirty="0" sz="950"><a:latin typeface="Calibri"/><a:cs typeface="Calibri"/></a:rPr><a:t>WITH</a:t></a:r><a:r><a:rPr dirty="0" sz="950" spc="70"><a:latin typeface="Calibri"/><a:cs typeface="Calibri"/></a:rPr><a:t> </a:t></a:r><a:r><a:rPr dirty="0" sz="950"><a:latin typeface="Calibri"/><a:cs typeface="Calibri"/></a:rPr><a:t>THE</a:t></a:r><a:r><a:rPr dirty="0" sz="950" spc="70"><a:latin typeface="Calibri"/><a:cs typeface="Calibri"/></a:rPr><a:t> </a:t></a:r><a:r><a:rPr dirty="0" sz="950"><a:latin typeface="Calibri"/><a:cs typeface="Calibri"/></a:rPr><a:t>NEC</a:t></a:r><a:r><a:rPr dirty="0" sz="950" spc="70"><a:latin typeface="Calibri"/><a:cs typeface="Calibri"/></a:rPr><a:t> </a:t></a:r><a:r><a:rPr dirty="0" sz="950" spc="-10"><a:latin typeface="Calibri"/><a:cs typeface="Calibri"/></a:rPr><a:t>LABELING </a:t></a:r><a:r><a:rPr dirty="0" sz="950"><a:latin typeface="Calibri"/><a:cs typeface="Calibri"/></a:rPr><a:t>REQUIREMENTS</a:t></a:r><a:r><a:rPr dirty="0" sz="950" spc="125"><a:latin typeface="Calibri"/><a:cs typeface="Calibri"/></a:rPr><a:t> </a:t></a:r><a:r><a:rPr dirty="0" sz="950"><a:latin typeface="Calibri"/><a:cs typeface="Calibri"/></a:rPr><a:t>ARTICLE</a:t></a:r><a:r><a:rPr dirty="0" sz="950" spc="130"><a:latin typeface="Calibri"/><a:cs typeface="Calibri"/></a:rPr><a:t> </a:t></a:r><a:r><a:rPr dirty="0" sz="950" spc="-20"><a:latin typeface="Calibri"/><a:cs typeface="Calibri"/></a:rPr><a:t>690.</a:t></a:r><a:endParaRPr sz="950"><a:latin typeface="Calibri"/><a:cs typeface="Calibri"/></a:endParaRPr></a:p><a:p><a:pPr marL="161925" indent="-149225"><a:lnSpc><a:spcPct val="100000"/></a:lnSpc><a:spcBef><a:spcPts val="355"/></a:spcBef><a:buAutoNum type="arabicPeriod"/><a:tabLst><a:tab pos="161925" algn="l"/></a:tabLst></a:pPr><a:r><a:rPr dirty="0" sz="950"><a:latin typeface="Calibri"/><a:cs typeface="Calibri"/></a:rPr><a:t>GROUNDING</a:t></a:r><a:r><a:rPr dirty="0" sz="950" spc="50"><a:latin typeface="Calibri"/><a:cs typeface="Calibri"/></a:rPr><a:t> </a:t></a:r><a:r><a:rPr dirty="0" sz="950"><a:latin typeface="Calibri"/><a:cs typeface="Calibri"/></a:rPr><a:t>OF</a:t></a:r><a:r><a:rPr dirty="0" sz="950" spc="50"><a:latin typeface="Calibri"/><a:cs typeface="Calibri"/></a:rPr><a:t> </a:t></a:r><a:r><a:rPr dirty="0" sz="950"><a:latin typeface="Calibri"/><a:cs typeface="Calibri"/></a:rPr><a:t>THE</a:t></a:r><a:r><a:rPr dirty="0" sz="950" spc="50"><a:latin typeface="Calibri"/><a:cs typeface="Calibri"/></a:rPr><a:t> </a:t></a:r><a:r><a:rPr dirty="0" sz="950"><a:latin typeface="Calibri"/><a:cs typeface="Calibri"/></a:rPr><a:t>BESS</a:t></a:r><a:r><a:rPr dirty="0" sz="950" spc="55"><a:latin typeface="Calibri"/><a:cs typeface="Calibri"/></a:rPr><a:t> </a:t></a:r><a:r><a:rPr dirty="0" sz="950"><a:latin typeface="Calibri"/><a:cs typeface="Calibri"/></a:rPr><a:t>SHALL</a:t></a:r><a:r><a:rPr dirty="0" sz="950" spc="50"><a:latin typeface="Calibri"/><a:cs typeface="Calibri"/></a:rPr><a:t> </a:t></a:r><a:r><a:rPr dirty="0" sz="950"><a:latin typeface="Calibri"/><a:cs typeface="Calibri"/></a:rPr><a:t>COMPLY</a:t></a:r><a:r><a:rPr dirty="0" sz="950" spc="50"><a:latin typeface="Calibri"/><a:cs typeface="Calibri"/></a:rPr><a:t> </a:t></a:r><a:r><a:rPr dirty="0" sz="950"><a:latin typeface="Calibri"/><a:cs typeface="Calibri"/></a:rPr><a:t>WITH</a:t></a:r><a:r><a:rPr dirty="0" sz="950" spc="50"><a:latin typeface="Calibri"/><a:cs typeface="Calibri"/></a:rPr><a:t> </a:t></a:r><a:r><a:rPr dirty="0" sz="950"><a:latin typeface="Calibri"/><a:cs typeface="Calibri"/></a:rPr><a:t>NEC</a:t></a:r><a:r><a:rPr dirty="0" sz="950" spc="55"><a:latin typeface="Calibri"/><a:cs typeface="Calibri"/></a:rPr><a:t> </a:t></a:r><a:r><a:rPr dirty="0" sz="950"><a:latin typeface="Calibri"/><a:cs typeface="Calibri"/></a:rPr><a:t>690.45</a:t></a:r><a:r><a:rPr dirty="0" sz="950" spc="50"><a:latin typeface="Calibri"/><a:cs typeface="Calibri"/></a:rPr><a:t> </a:t></a:r><a:r><a:rPr dirty="0" sz="950"><a:latin typeface="Calibri"/><a:cs typeface="Calibri"/></a:rPr><a:t>AND</a:t></a:r><a:r><a:rPr dirty="0" sz="950" spc="50"><a:latin typeface="Calibri"/><a:cs typeface="Calibri"/></a:rPr><a:t> </a:t></a:r><a:r><a:rPr dirty="0" sz="950" spc="-10"><a:latin typeface="Calibri"/><a:cs typeface="Calibri"/></a:rPr><a:t>690.47.</a:t></a:r><a:endParaRPr sz="950"><a:latin typeface="Calibri"/><a:cs typeface="Calibri"/></a:endParaRPr></a:p><a:p><a:pPr marL="12700" marR="5080" indent="149225"><a:lnSpc><a:spcPct val="104500"/></a:lnSpc><a:spcBef><a:spcPts val="305"/></a:spcBef><a:buAutoNum type="arabicPeriod" startAt ="5"/><a:tabLst><a:tab pos="161925" algn="l"/></a:tabLst></a:pPr><a:r><a:rPr dirty="0" sz="950"><a:latin typeface="Calibri"/><a:cs typeface="Calibri"/></a:rPr><a:t>THE</a:t></a:r><a:r><a:rPr dirty="0" sz="950" spc="70"><a:latin typeface="Calibri"/><a:cs typeface="Calibri"/></a:rPr><a:t> </a:t></a:r><a:r><a:rPr dirty="0" sz="950"><a:latin typeface="Calibri"/><a:cs typeface="Calibri"/></a:rPr><a:t>ELECTRICAL</a:t></a:r><a:r><a:rPr dirty="0" sz="950" spc="75"><a:latin typeface="Calibri"/><a:cs typeface="Calibri"/></a:rPr><a:t> </a:t></a:r><a:r><a:rPr dirty="0" sz="950"><a:latin typeface="Calibri"/><a:cs typeface="Calibri"/></a:rPr><a:t>CONTRACTOR</a:t></a:r><a:r><a:rPr dirty="0" sz="950" spc="70"><a:latin typeface="Calibri"/><a:cs typeface="Calibri"/></a:rPr><a:t> </a:t></a:r><a:r><a:rPr dirty="0" sz="950"><a:latin typeface="Calibri"/><a:cs typeface="Calibri"/></a:rPr><a:t>IS</a:t></a:r><a:r><a:rPr dirty="0" sz="950" spc="75"><a:latin typeface="Calibri"/><a:cs typeface="Calibri"/></a:rPr><a:t> </a:t></a:r><a:r><a:rPr dirty="0" sz="950"><a:latin typeface="Calibri"/><a:cs typeface="Calibri"/></a:rPr><a:t>REQUIRED</a:t></a:r><a:r><a:rPr dirty="0" sz="950" spc="75"><a:latin typeface="Calibri"/><a:cs typeface="Calibri"/></a:rPr><a:t> </a:t></a:r><a:r><a:rPr dirty="0" sz="950"><a:latin typeface="Calibri"/><a:cs typeface="Calibri"/></a:rPr><a:t>TO</a:t></a:r><a:r><a:rPr dirty="0" sz="950" spc="70"><a:latin typeface="Calibri"/><a:cs typeface="Calibri"/></a:rPr><a:t> </a:t></a:r><a:r><a:rPr dirty="0" sz="950"><a:latin typeface="Calibri"/><a:cs typeface="Calibri"/></a:rPr><a:t>USE</a:t></a:r><a:r><a:rPr dirty="0" sz="950" spc="75"><a:latin typeface="Calibri"/><a:cs typeface="Calibri"/></a:rPr><a:t> </a:t></a:r><a:r><a:rPr dirty="0" sz="950"><a:latin typeface="Calibri"/><a:cs typeface="Calibri"/></a:rPr><a:t>PERMANENTLY</a:t></a:r><a:r><a:rPr dirty="0" sz="950" spc="75"><a:latin typeface="Calibri"/><a:cs typeface="Calibri"/></a:rPr><a:t> </a:t></a:r><a:r><a:rPr dirty="0" sz="950"><a:latin typeface="Calibri"/><a:cs typeface="Calibri"/></a:rPr><a:t>COLOR</a:t></a:r><a:r><a:rPr dirty="0" sz="950" spc="70"><a:latin typeface="Calibri"/><a:cs typeface="Calibri"/></a:rPr><a:t> </a:t></a:r><a:r><a:rPr dirty="0" sz="950"><a:latin typeface="Calibri"/><a:cs typeface="Calibri"/></a:rPr><a:t>CODED</a:t></a:r><a:r><a:rPr dirty="0" sz="950" spc="75"><a:latin typeface="Calibri"/><a:cs typeface="Calibri"/></a:rPr><a:t> </a:t></a:r><a:r><a:rPr dirty="0" sz="950"><a:latin typeface="Calibri"/><a:cs typeface="Calibri"/></a:rPr><a:t>INSULATION</a:t></a:r><a:r><a:rPr dirty="0" sz="950" spc="75"><a:latin typeface="Calibri"/><a:cs typeface="Calibri"/></a:rPr><a:t> </a:t></a:r><a:r><a:rPr dirty="0" sz="950"><a:latin typeface="Calibri"/><a:cs typeface="Calibri"/></a:rPr><a:t>AND</a:t></a:r><a:r><a:rPr dirty="0" sz="950" spc="70"><a:latin typeface="Calibri"/><a:cs typeface="Calibri"/></a:rPr><a:t> </a:t></a:r><a:r><a:rPr dirty="0" sz="950"><a:latin typeface="Calibri"/><a:cs typeface="Calibri"/></a:rPr><a:t>PROVIDE</a:t></a:r><a:r><a:rPr dirty="0" sz="950" spc="75"><a:latin typeface="Calibri"/><a:cs typeface="Calibri"/></a:rPr><a:t> </a:t></a:r><a:r><a:rPr dirty="0" sz="950"><a:latin typeface="Calibri"/><a:cs typeface="Calibri"/></a:rPr><a:t>A</a:t></a:r><a:r><a:rPr dirty="0" sz="950" spc="75"><a:latin typeface="Calibri"/><a:cs typeface="Calibri"/></a:rPr><a:t> </a:t></a:r><a:r><a:rPr dirty="0" sz="950"><a:latin typeface="Calibri"/><a:cs typeface="Calibri"/></a:rPr><a:t>COLOR</a:t></a:r><a:r><a:rPr dirty="0" sz="950" spc="70"><a:latin typeface="Calibri"/><a:cs typeface="Calibri"/></a:rPr><a:t> </a:t></a:r><a:r><a:rPr dirty="0" sz="950" spc="-20"><a:latin typeface="Calibri"/><a:cs typeface="Calibri"/></a:rPr><a:t>CODE</a:t></a:r><a:r><a:rPr dirty="0" sz="950"><a:latin typeface="Calibri"/><a:cs typeface="Calibri"/></a:rPr><a:t> TO</a:t></a:r><a:r><a:rPr dirty="0" sz="950" spc="50"><a:latin typeface="Calibri"/><a:cs typeface="Calibri"/></a:rPr><a:t> </a:t></a:r><a:r><a:rPr dirty="0" sz="950"><a:latin typeface="Calibri"/><a:cs typeface="Calibri"/></a:rPr><a:t>IDENTIFY</a:t></a:r><a:r><a:rPr dirty="0" sz="950" spc="50"><a:latin typeface="Calibri"/><a:cs typeface="Calibri"/></a:rPr><a:t> </a:t></a:r><a:r><a:rPr dirty="0" sz="950"><a:latin typeface="Calibri"/><a:cs typeface="Calibri"/></a:rPr><a:t>DC</a:t></a:r><a:r><a:rPr dirty="0" sz="950" spc="50"><a:latin typeface="Calibri"/><a:cs typeface="Calibri"/></a:rPr><a:t> </a:t></a:r><a:r><a:rPr dirty="0" sz="950"><a:latin typeface="Calibri"/><a:cs typeface="Calibri"/></a:rPr><a:t>AND</a:t></a:r><a:r><a:rPr dirty="0" sz="950" spc="50"><a:latin typeface="Calibri"/><a:cs typeface="Calibri"/></a:rPr><a:t> </a:t></a:r><a:r><a:rPr dirty="0" sz="950"><a:latin typeface="Calibri"/><a:cs typeface="Calibri"/></a:rPr><a:t>AC</a:t></a:r><a:r><a:rPr dirty="0" sz="950" spc="50"><a:latin typeface="Calibri"/><a:cs typeface="Calibri"/></a:rPr><a:t> </a:t></a:r><a:r><a:rPr dirty="0" sz="950"><a:latin typeface="Calibri"/><a:cs typeface="Calibri"/></a:rPr><a:t>CIRCUITS</a:t></a:r><a:r><a:rPr dirty="0" sz="950" spc="50"><a:latin typeface="Calibri"/><a:cs typeface="Calibri"/></a:rPr><a:t> </a:t></a:r><a:r><a:rPr dirty="0" sz="950"><a:latin typeface="Calibri"/><a:cs typeface="Calibri"/></a:rPr><a:t>AND</a:t></a:r><a:r><a:rPr dirty="0" sz="950" spc="50"><a:latin typeface="Calibri"/><a:cs typeface="Calibri"/></a:rPr><a:t> </a:t></a:r><a:r><a:rPr dirty="0" sz="950"><a:latin typeface="Calibri"/><a:cs typeface="Calibri"/></a:rPr><a:t>IN</a:t></a:r><a:r><a:rPr dirty="0" sz="950" spc="50"><a:latin typeface="Calibri"/><a:cs typeface="Calibri"/></a:rPr><a:t> </a:t></a:r><a:r><a:rPr dirty="0" sz="950"><a:latin typeface="Calibri"/><a:cs typeface="Calibri"/></a:rPr><a:t>ACCORDANCE</a:t></a:r><a:r><a:rPr dirty="0" sz="950" spc="50"><a:latin typeface="Calibri"/><a:cs typeface="Calibri"/></a:rPr><a:t> </a:t></a:r><a:r><a:rPr dirty="0" sz="950"><a:latin typeface="Calibri"/><a:cs typeface="Calibri"/></a:rPr><a:t>WITH</a:t></a:r><a:r><a:rPr dirty="0" sz="950" spc="50"><a:latin typeface="Calibri"/><a:cs typeface="Calibri"/></a:rPr><a:t> </a:t></a:r><a:r><a:rPr dirty="0" sz="950" spc="-20"><a:latin typeface="Calibri"/><a:cs typeface="Calibri"/></a:rPr><a:t>NEC.</a:t></a:r><a:endParaRPr sz="950"><a:latin typeface="Calibri"/><a:cs typeface="Calibri"/></a:endParaRPr></a:p><a:p><a:pPr marL="12700" marR="214629" indent="149225"><a:lnSpc><a:spcPct val="104500"/></a:lnSpc><a:spcBef><a:spcPts val="305"/></a:spcBef><a:buAutoNum type="arabicPeriod" startAt ="5"/><a:tabLst><a:tab pos="161925" algn="l"/></a:tabLst></a:pPr><a:r><a:rPr dirty="0" sz="950"><a:latin typeface="Calibri"/><a:cs typeface="Calibri"/></a:rPr><a:t>IN</a:t></a:r><a:r><a:rPr dirty="0" sz="950" spc="55"><a:latin typeface="Calibri"/><a:cs typeface="Calibri"/></a:rPr><a:t> </a:t></a:r><a:r><a:rPr dirty="0" sz="950"><a:latin typeface="Calibri"/><a:cs typeface="Calibri"/></a:rPr><a:t>EVERY</a:t></a:r><a:r><a:rPr dirty="0" sz="950" spc="55"><a:latin typeface="Calibri"/><a:cs typeface="Calibri"/></a:rPr><a:t> </a:t></a:r><a:r><a:rPr dirty="0" sz="950"><a:latin typeface="Calibri"/><a:cs typeface="Calibri"/></a:rPr><a:t>PULL</a:t></a:r><a:r><a:rPr dirty="0" sz="950" spc="60"><a:latin typeface="Calibri"/><a:cs typeface="Calibri"/></a:rPr><a:t> </a:t></a:r><a:r><a:rPr dirty="0" sz="950"><a:latin typeface="Calibri"/><a:cs typeface="Calibri"/></a:rPr><a:t>BOX,</a:t></a:r><a:r><a:rPr dirty="0" sz="950" spc="55"><a:latin typeface="Calibri"/><a:cs typeface="Calibri"/></a:rPr><a:t> </a:t></a:r><a:r><a:rPr dirty="0" sz="950"><a:latin typeface="Calibri"/><a:cs typeface="Calibri"/></a:rPr><a:t>TERMINAL</a:t></a:r><a:r><a:rPr dirty="0" sz="950" spc="60"><a:latin typeface="Calibri"/><a:cs typeface="Calibri"/></a:rPr><a:t> </a:t></a:r><a:r><a:rPr dirty="0" sz="950"><a:latin typeface="Calibri"/><a:cs typeface="Calibri"/></a:rPr><a:t>BOX,</a:t></a:r><a:r><a:rPr dirty="0" sz="950" spc="55"><a:latin typeface="Calibri"/><a:cs typeface="Calibri"/></a:rPr><a:t> </a:t></a:r><a:r><a:rPr dirty="0" sz="950"><a:latin typeface="Calibri"/><a:cs typeface="Calibri"/></a:rPr><a:t>AND</a:t></a:r><a:r><a:rPr dirty="0" sz="950" spc="60"><a:latin typeface="Calibri"/><a:cs typeface="Calibri"/></a:rPr><a:t> </a:t></a:r><a:r><a:rPr dirty="0" sz="950"><a:latin typeface="Calibri"/><a:cs typeface="Calibri"/></a:rPr><a:t>AT</a:t></a:r><a:r><a:rPr dirty="0" sz="950" spc="55"><a:latin typeface="Calibri"/><a:cs typeface="Calibri"/></a:rPr><a:t> </a:t></a:r><a:r><a:rPr dirty="0" sz="950"><a:latin typeface="Calibri"/><a:cs typeface="Calibri"/></a:rPr><a:t>ALL</a:t></a:r><a:r><a:rPr dirty="0" sz="950" spc="60"><a:latin typeface="Calibri"/><a:cs typeface="Calibri"/></a:rPr><a:t> </a:t></a:r><a:r><a:rPr dirty="0" sz="950"><a:latin typeface="Calibri"/><a:cs typeface="Calibri"/></a:rPr><a:t>PLACES</a:t></a:r><a:r><a:rPr dirty="0" sz="950" spc="55"><a:latin typeface="Calibri"/><a:cs typeface="Calibri"/></a:rPr><a:t> </a:t></a:r><a:r><a:rPr dirty="0" sz="950"><a:latin typeface="Calibri"/><a:cs typeface="Calibri"/></a:rPr><a:t>WHERE</a:t></a:r><a:r><a:rPr dirty="0" sz="950" spc="60"><a:latin typeface="Calibri"/><a:cs typeface="Calibri"/></a:rPr><a:t> </a:t></a:r><a:r><a:rPr dirty="0" sz="950"><a:latin typeface="Calibri"/><a:cs typeface="Calibri"/></a:rPr><a:t>WIRES</a:t></a:r><a:r><a:rPr dirty="0" sz="950" spc="55"><a:latin typeface="Calibri"/><a:cs typeface="Calibri"/></a:rPr><a:t> </a:t></a:r><a:r><a:rPr dirty="0" sz="950"><a:latin typeface="Calibri"/><a:cs typeface="Calibri"/></a:rPr><a:t>MAY</a:t></a:r><a:r><a:rPr dirty="0" sz="950" spc="60"><a:latin typeface="Calibri"/><a:cs typeface="Calibri"/></a:rPr><a:t> </a:t></a:r><a:r><a:rPr dirty="0" sz="950"><a:latin typeface="Calibri"/><a:cs typeface="Calibri"/></a:rPr><a:t>NOT</a:t></a:r><a:r><a:rPr dirty="0" sz="950" spc="55"><a:latin typeface="Calibri"/><a:cs typeface="Calibri"/></a:rPr><a:t> </a:t></a:r><a:r><a:rPr dirty="0" sz="950"><a:latin typeface="Calibri"/><a:cs typeface="Calibri"/></a:rPr><a:t>BE</a:t></a:r><a:r><a:rPr dirty="0" sz="950" spc="60"><a:latin typeface="Calibri"/><a:cs typeface="Calibri"/></a:rPr><a:t> </a:t></a:r><a:r><a:rPr dirty="0" sz="950"><a:latin typeface="Calibri"/><a:cs typeface="Calibri"/></a:rPr><a:t>READILY</a:t></a:r><a:r><a:rPr dirty="0" sz="950" spc="55"><a:latin typeface="Calibri"/><a:cs typeface="Calibri"/></a:rPr><a:t> </a:t></a:r><a:r><a:rPr dirty="0" sz="950"><a:latin typeface="Calibri"/><a:cs typeface="Calibri"/></a:rPr><a:t>IDENTIFIED</a:t></a:r><a:r><a:rPr dirty="0" sz="950" spc="55"><a:latin typeface="Calibri"/><a:cs typeface="Calibri"/></a:rPr><a:t> </a:t></a:r><a:r><a:rPr dirty="0" sz="950"><a:latin typeface="Calibri"/><a:cs typeface="Calibri"/></a:rPr><a:t>BY</a:t></a:r><a:r><a:rPr dirty="0" sz="950" spc="60"><a:latin typeface="Calibri"/><a:cs typeface="Calibri"/></a:rPr><a:t> </a:t></a:r><a:r><a:rPr dirty="0" sz="950" spc="-10"><a:latin typeface="Calibri"/><a:cs typeface="Calibri"/></a:rPr><a:t>NAMEPLATE </a:t></a:r><a:r><a:rPr dirty="0" sz="950"><a:latin typeface="Calibri"/><a:cs typeface="Calibri"/></a:rPr><a:t>MARKINGS</a:t></a:r><a:r><a:rPr dirty="0" sz="950" spc="60"><a:latin typeface="Calibri"/><a:cs typeface="Calibri"/></a:rPr><a:t> </a:t></a:r><a:r><a:rPr dirty="0" sz="950"><a:latin typeface="Calibri"/><a:cs typeface="Calibri"/></a:rPr><a:t>ON</a:t></a:r><a:r><a:rPr dirty="0" sz="950" spc="65"><a:latin typeface="Calibri"/><a:cs typeface="Calibri"/></a:rPr><a:t> </a:t></a:r><a:r><a:rPr dirty="0" sz="950"><a:latin typeface="Calibri"/><a:cs typeface="Calibri"/></a:rPr><a:t>THE</a:t></a:r><a:r><a:rPr dirty="0" sz="950" spc="60"><a:latin typeface="Calibri"/><a:cs typeface="Calibri"/></a:rPr><a:t> </a:t></a:r><a:r><a:rPr dirty="0" sz="950"><a:latin typeface="Calibri"/><a:cs typeface="Calibri"/></a:rPr><a:t>EQUIPMENT</a:t></a:r><a:r><a:rPr dirty="0" sz="950" spc="65"><a:latin typeface="Calibri"/><a:cs typeface="Calibri"/></a:rPr><a:t> </a:t></a:r><a:r><a:rPr dirty="0" sz="950"><a:latin typeface="Calibri"/><a:cs typeface="Calibri"/></a:rPr><a:t>TO</a:t></a:r><a:r><a:rPr dirty="0" sz="950" spc="60"><a:latin typeface="Calibri"/><a:cs typeface="Calibri"/></a:rPr><a:t> </a:t></a:r><a:r><a:rPr dirty="0" sz="950"><a:latin typeface="Calibri"/><a:cs typeface="Calibri"/></a:rPr><a:t>WHICH</a:t></a:r><a:r><a:rPr dirty="0" sz="950" spc="65"><a:latin typeface="Calibri"/><a:cs typeface="Calibri"/></a:rPr><a:t> </a:t></a:r><a:r><a:rPr dirty="0" sz="950"><a:latin typeface="Calibri"/><a:cs typeface="Calibri"/></a:rPr><a:t>THEY</a:t></a:r><a:r><a:rPr dirty="0" sz="950" spc="65"><a:latin typeface="Calibri"/><a:cs typeface="Calibri"/></a:rPr><a:t> </a:t></a:r><a:r><a:rPr dirty="0" sz="950"><a:latin typeface="Calibri"/><a:cs typeface="Calibri"/></a:rPr><a:t>CONNECT,</a:t></a:r><a:r><a:rPr dirty="0" sz="950" spc="60"><a:latin typeface="Calibri"/><a:cs typeface="Calibri"/></a:rPr><a:t> </a:t></a:r><a:r><a:rPr dirty="0" sz="950"><a:latin typeface="Calibri"/><a:cs typeface="Calibri"/></a:rPr><a:t>IDENTIFY</a:t></a:r><a:r><a:rPr dirty="0" sz="950" spc="65"><a:latin typeface="Calibri"/><a:cs typeface="Calibri"/></a:rPr><a:t> </a:t></a:r><a:r><a:rPr dirty="0" sz="950"><a:latin typeface="Calibri"/><a:cs typeface="Calibri"/></a:rPr><a:t>EACH</a:t></a:r><a:r><a:rPr dirty="0" sz="950" spc="60"><a:latin typeface="Calibri"/><a:cs typeface="Calibri"/></a:rPr><a:t> </a:t></a:r><a:r><a:rPr dirty="0" sz="950"><a:latin typeface="Calibri"/><a:cs typeface="Calibri"/></a:rPr><a:t>CIRCUIT</a:t></a:r><a:r><a:rPr dirty="0" sz="950" spc="65"><a:latin typeface="Calibri"/><a:cs typeface="Calibri"/></a:rPr><a:t> </a:t></a:r><a:r><a:rPr dirty="0" sz="950"><a:latin typeface="Calibri"/><a:cs typeface="Calibri"/></a:rPr><a:t>WITH</a:t></a:r><a:r><a:rPr dirty="0" sz="950" spc="60"><a:latin typeface="Calibri"/><a:cs typeface="Calibri"/></a:rPr><a:t> </a:t></a:r><a:r><a:rPr dirty="0" sz="950"><a:latin typeface="Calibri"/><a:cs typeface="Calibri"/></a:rPr><a:t>A</a:t></a:r><a:r><a:rPr dirty="0" sz="950" spc="65"><a:latin typeface="Calibri"/><a:cs typeface="Calibri"/></a:rPr><a:t> </a:t></a:r><a:r><a:rPr dirty="0" sz="950"><a:latin typeface="Calibri"/><a:cs typeface="Calibri"/></a:rPr><a:t>PLASTIC</a:t></a:r><a:r><a:rPr dirty="0" sz="950" spc="65"><a:latin typeface="Calibri"/><a:cs typeface="Calibri"/></a:rPr><a:t> </a:t></a:r><a:r><a:rPr dirty="0" sz="950"><a:latin typeface="Calibri"/><a:cs typeface="Calibri"/></a:rPr><a:t>LABEL</a:t></a:r><a:r><a:rPr dirty="0" sz="950" spc="60"><a:latin typeface="Calibri"/><a:cs typeface="Calibri"/></a:rPr><a:t> </a:t></a:r><a:r><a:rPr dirty="0" sz="950"><a:latin typeface="Calibri"/><a:cs typeface="Calibri"/></a:rPr><a:t>OR</a:t></a:r><a:r><a:rPr dirty="0" sz="950" spc="65"><a:latin typeface="Calibri"/><a:cs typeface="Calibri"/></a:rPr><a:t> </a:t></a:r><a:r><a:rPr dirty="0" sz="950"><a:latin typeface="Calibri"/><a:cs typeface="Calibri"/></a:rPr><a:t>TAG</a:t></a:r><a:r><a:rPr dirty="0" sz="950" spc="60"><a:latin typeface="Calibri"/><a:cs typeface="Calibri"/></a:rPr><a:t> </a:t></a:r><a:r><a:rPr dirty="0" sz="950" spc="-25"><a:latin typeface="Calibri"/><a:cs typeface="Calibri"/></a:rPr><a:t>FOR</a:t></a:r><a:r><a:rPr dirty="0" sz="950"><a:latin typeface="Calibri"/><a:cs typeface="Calibri"/></a:rPr><a:t> NUMBER,</a:t></a:r><a:r><a:rPr dirty="0" sz="950" spc="90"><a:latin typeface="Calibri"/><a:cs typeface="Calibri"/></a:rPr><a:t> </a:t></a:r><a:r><a:rPr dirty="0" sz="950"><a:latin typeface="Calibri"/><a:cs typeface="Calibri"/></a:rPr><a:t>POLARITY,</a:t></a:r><a:r><a:rPr dirty="0" sz="950" spc="95"><a:latin typeface="Calibri"/><a:cs typeface="Calibri"/></a:rPr><a:t> </a:t></a:r><a:r><a:rPr dirty="0" sz="950"><a:latin typeface="Calibri"/><a:cs typeface="Calibri"/></a:rPr><a:t>OR</a:t></a:r><a:r><a:rPr dirty="0" sz="950" spc="95"><a:latin typeface="Calibri"/><a:cs typeface="Calibri"/></a:rPr><a:t> </a:t></a:r><a:r><a:rPr dirty="0" sz="950" spc="-10"><a:latin typeface="Calibri"/><a:cs typeface="Calibri"/></a:rPr><a:t>PHASE.</a:t></a:r><a:endParaRPr sz="950"><a:latin typeface="Calibri"/><a:cs typeface="Calibri"/></a:endParaRPr></a:p><a:p><a:pPr marL="133985" indent="-121285"><a:lnSpc><a:spcPct val="100000"/></a:lnSpc><a:spcBef><a:spcPts val="355"/></a:spcBef><a:buAutoNum type="arabicPeriod" startAt ="5"/><a:tabLst><a:tab pos="133985" algn="l"/></a:tabLst></a:pPr><a:endParaRPr sz="950"><a:latin typeface="Calibri"/><a:cs typeface="Calibri"/></a:endParaRPr><a:r><a:rPr dirty="0" sz="950"><a:latin typeface="Calibri"/><a:t>FLEX CONDUIT SHALL ONLY BE USED WHEN SPECIFIED OR APPROVED BY CLEARSKY.</a:t></a:r></a:p><a:p><a:pPr marL="133985" indent="-121285"><a:lnSpc><a:spcPct val="100000"/></a:lnSpc><a:spcBef><a:spcPts val="359"/></a:spcBef><a:buAutoNum type="arabicPeriod" startAt ="5"/><a:tabLst><a:tab pos="133985" algn="l"/></a:tabLst></a:pPr><a:r><a:rPr dirty="0" sz="950"><a:latin typeface="Calibri"/><a:cs typeface="Calibri"/></a:rPr><a:t>THIS</a:t></a:r><a:r><a:rPr dirty="0" sz="950" spc="65"><a:latin typeface="Calibri"/><a:cs typeface="Calibri"/></a:rPr><a:t> </a:t></a:r><a:r><a:rPr dirty="0" sz="950"><a:latin typeface="Calibri"/><a:cs typeface="Calibri"/></a:rPr><a:t>ELECTRICAL</a:t></a:r><a:r><a:rPr dirty="0" sz="950" spc="65"><a:latin typeface="Calibri"/><a:cs typeface="Calibri"/></a:rPr><a:t> </a:t></a:r><a:r><a:rPr dirty="0" sz="950"><a:latin typeface="Calibri"/><a:cs typeface="Calibri"/></a:rPr><a:t>INSTALLATION</a:t></a:r><a:r><a:rPr dirty="0" sz="950" spc="65"><a:latin typeface="Calibri"/><a:cs typeface="Calibri"/></a:rPr><a:t> </a:t></a:r><a:r><a:rPr dirty="0" sz="950"><a:latin typeface="Calibri"/><a:cs typeface="Calibri"/></a:rPr><a:t>IS</a:t></a:r><a:r><a:rPr dirty="0" sz="950" spc="65"><a:latin typeface="Calibri"/><a:cs typeface="Calibri"/></a:rPr><a:t> </a:t></a:r><a:r><a:rPr dirty="0" sz="950"><a:latin typeface="Calibri"/><a:cs typeface="Calibri"/></a:rPr><a:t>TO</a:t></a:r><a:r><a:rPr dirty="0" sz="950" spc="65"><a:latin typeface="Calibri"/><a:cs typeface="Calibri"/></a:rPr><a:t> </a:t></a:r><a:r><a:rPr dirty="0" sz="950"><a:latin typeface="Calibri"/><a:cs typeface="Calibri"/></a:rPr><a:t>BE</a:t></a:r><a:r><a:rPr dirty="0" sz="950" spc="65"><a:latin typeface="Calibri"/><a:cs typeface="Calibri"/></a:rPr><a:t> </a:t></a:r><a:r><a:rPr dirty="0" sz="950"><a:latin typeface="Calibri"/><a:cs typeface="Calibri"/></a:rPr><a:t>CONSIDERED</a:t></a:r><a:r><a:rPr dirty="0" sz="950" spc="65"><a:latin typeface="Calibri"/><a:cs typeface="Calibri"/></a:rPr><a:t> </a:t></a:r><a:r><a:rPr dirty="0" sz="950"><a:latin typeface="Calibri"/><a:cs typeface="Calibri"/></a:rPr><a:t>AN</a:t></a:r><a:r><a:rPr dirty="0" sz="950" spc="65"><a:latin typeface="Calibri"/><a:cs typeface="Calibri"/></a:rPr><a:t> </a:t></a:r><a:r><a:rPr dirty="0" sz="950"><a:latin typeface="Calibri"/><a:cs typeface="Calibri"/></a:rPr><a:t>OPTIONAL</a:t></a:r><a:r><a:rPr dirty="0" sz="950" spc="65"><a:latin typeface="Calibri"/><a:cs typeface="Calibri"/></a:rPr><a:t> </a:t></a:r><a:r><a:rPr dirty="0" sz="950"><a:latin typeface="Calibri"/><a:cs typeface="Calibri"/></a:rPr><a:t>STANDBY</a:t></a:r><a:r><a:rPr dirty="0" sz="950" spc="65"><a:latin typeface="Calibri"/><a:cs typeface="Calibri"/></a:rPr><a:t> </a:t></a:r><a:r><a:rPr dirty="0" sz="950"><a:latin typeface="Calibri"/><a:cs typeface="Calibri"/></a:rPr><a:t>SYSTEM</a:t></a:r><a:r><a:rPr dirty="0" sz="950" spc="65"><a:latin typeface="Calibri"/><a:cs typeface="Calibri"/></a:rPr><a:t> </a:t></a:r><a:r><a:rPr dirty="0" sz="950"><a:latin typeface="Calibri"/><a:cs typeface="Calibri"/></a:rPr><a:t>PER</a:t></a:r><a:r><a:rPr dirty="0" sz="950" spc="65"><a:latin typeface="Calibri"/><a:cs typeface="Calibri"/></a:rPr><a:t> </a:t></a:r><a:r><a:rPr dirty="0" sz="950"><a:latin typeface="Calibri"/><a:cs typeface="Calibri"/></a:rPr><a:t>CEC</a:t></a:r><a:r><a:rPr dirty="0" sz="950" spc="65"><a:latin typeface="Calibri"/><a:cs typeface="Calibri"/></a:rPr><a:t> </a:t></a:r><a:r><a:rPr dirty="0" sz="950" spc="-20"><a:latin typeface="Calibri"/><a:cs typeface="Calibri"/></a:rPr><a:t>702.</a:t></a:r><a:endParaRPr sz="950"><a:latin typeface="Calibri"/><a:cs typeface="Calibri"/></a:endParaRPr></a:p><a:p><a:pPr marL="12700" marR="248285" indent="121285"><a:lnSpc><a:spcPct val="104500"/></a:lnSpc><a:spcBef><a:spcPts val="305"/></a:spcBef><a:buAutoNum type="arabicPeriod" startAt ="5"/><a:tabLst><a:tab pos="133985" algn="l"/></a:tabLst></a:pPr><a:endParaRPr sz="950"><a:latin typeface="Calibri"/><a:cs typeface="Calibri"/></a:endParaRPr><a:r><a:rPr dirty="0" sz="950"><a:latin typeface="Calibri"/><a:t>THE {{BAT_MFR}} {{BAT_MODEL}} BATTERY STORAGE SYSTEMS ARE TO BE CONSIDERED PRE-ENGINEERED STATIONARY BATTERY STORAGE SYSTEMS.</a:t></a:r></a:p></p:txBody></p:sp><p:sp><p:nvSpPr><p:cNvPr id="39" name="object 39"/><p:cNvSpPr txBox="1"/><p:nvPr/></p:nvSpPr><p:spPr><a:xfrm><a:off x="647123" y="496844"/><a:ext cx="6513195" cy="2566035"/></a:xfrm><a:prstGeom prst="rect"><a:avLst/></a:prstGeom></p:spPr><p:txBody><a:bodyPr wrap="square" lIns="0" tIns="57150" rIns="0" bIns="0" rtlCol="0" vert="horz"><a:spAutoFit/></a:bodyPr><a:lstStyle/><a:p><a:pPr marL="12700"><a:lnSpc><a:spcPct val="100000"/></a:lnSpc><a:spcBef><a:spcPts val="450"/></a:spcBef></a:pPr><a:r><a:rPr dirty="0" sz="950"><a:latin typeface="Calibri"/><a:cs typeface="Calibri"/></a:rPr><a:t>GENERAL</a:t></a:r><a:r><a:rPr dirty="0" sz="950" spc="75"><a:latin typeface="Calibri"/><a:cs typeface="Calibri"/></a:rPr><a:t> </a:t></a:r><a:r><a:rPr dirty="0" sz="950" spc="-20"><a:latin typeface="Calibri"/><a:cs typeface="Calibri"/></a:rPr><a:t>NOTES</a:t></a:r><a:endParaRPr sz="950"><a:latin typeface="Calibri"/><a:cs typeface="Calibri"/></a:endParaRPr></a:p><a:p><a:pPr marL="12700" marR="372110" indent="149225"><a:lnSpc><a:spcPct val="104500"/></a:lnSpc><a:spcBef><a:spcPts val="305"/></a:spcBef><a:buAutoNum type="arabicPeriod"/><a:tabLst><a:tab pos="161925" algn="l"/></a:tabLst></a:pPr><a:endParaRPr sz="950"><a:latin typeface="Calibri"/><a:cs typeface="Calibri"/></a:endParaRPr><a:r><a:rPr dirty="0" sz="950"><a:latin typeface="Calibri"/><a:t>ALL CONSTRUCTION SHALL COMPLY WITH THE CODES ADOPTED BY THE APPLICABLE LOCAL CODES INCLUDING BUT NOT LIMITED TO {{CODES}}.</a:t></a:r></a:p><a:p><a:pPr marL="12700" marR="5080" indent="149225"><a:lnSpc><a:spcPct val="104500"/></a:lnSpc><a:spcBef><a:spcPts val="305"/></a:spcBef><a:buAutoNum type="arabicPeriod"/><a:tabLst><a:tab pos="161925" algn="l"/></a:tabLst></a:pPr><a:r><a:rPr dirty="0" sz="950"><a:latin typeface="Calibri"/><a:cs typeface="Calibri"/></a:rPr><a:t>BEFORE</a:t></a:r><a:r><a:rPr dirty="0" sz="950" spc="75"><a:latin typeface="Calibri"/><a:cs typeface="Calibri"/></a:rPr><a:t> </a:t></a:r><a:r><a:rPr dirty="0" sz="950"><a:latin typeface="Calibri"/><a:cs typeface="Calibri"/></a:rPr><a:t>INITIATING</a:t></a:r><a:r><a:rPr dirty="0" sz="950" spc="80"><a:latin typeface="Calibri"/><a:cs typeface="Calibri"/></a:rPr><a:t> </a:t></a:r><a:r><a:rPr dirty="0" sz="950"><a:latin typeface="Calibri"/><a:cs typeface="Calibri"/></a:rPr><a:t>ANY</a:t></a:r><a:r><a:rPr dirty="0" sz="950" spc="80"><a:latin typeface="Calibri"/><a:cs typeface="Calibri"/></a:rPr><a:t> </a:t></a:r><a:r><a:rPr dirty="0" sz="950"><a:latin typeface="Calibri"/><a:cs typeface="Calibri"/></a:rPr><a:t>WORK,</a:t></a:r><a:r><a:rPr dirty="0" sz="950" spc="75"><a:latin typeface="Calibri"/><a:cs typeface="Calibri"/></a:rPr><a:t> </a:t></a:r><a:r><a:rPr dirty="0" sz="950"><a:latin typeface="Calibri"/><a:cs typeface="Calibri"/></a:rPr><a:t>THE</a:t></a:r><a:r><a:rPr dirty="0" sz="950" spc="80"><a:latin typeface="Calibri"/><a:cs typeface="Calibri"/></a:rPr><a:t> </a:t></a:r><a:r><a:rPr dirty="0" sz="950"><a:latin typeface="Calibri"/><a:cs typeface="Calibri"/></a:rPr><a:t>CONTRACTOR</a:t></a:r><a:r><a:rPr dirty="0" sz="950" spc="80"><a:latin typeface="Calibri"/><a:cs typeface="Calibri"/></a:rPr><a:t> </a:t></a:r><a:r><a:rPr dirty="0" sz="950"><a:latin typeface="Calibri"/><a:cs typeface="Calibri"/></a:rPr><a:t>SHALL</a:t></a:r><a:r><a:rPr dirty="0" sz="950" spc="75"><a:latin typeface="Calibri"/><a:cs typeface="Calibri"/></a:rPr><a:t> </a:t></a:r><a:r><a:rPr dirty="0" sz="950"><a:latin typeface="Calibri"/><a:cs typeface="Calibri"/></a:rPr><a:t>NOTIFY</a:t></a:r><a:r><a:rPr dirty="0" sz="950" spc="80"><a:latin typeface="Calibri"/><a:cs typeface="Calibri"/></a:rPr><a:t> </a:t></a:r><a:r><a:rPr dirty="0" sz="950"><a:latin typeface="Calibri"/><a:cs typeface="Calibri"/></a:rPr><a:t>ENGINEER</a:t></a:r><a:r><a:rPr dirty="0" sz="950" spc="80"><a:latin typeface="Calibri"/><a:cs typeface="Calibri"/></a:rPr><a:t> </a:t></a:r><a:r><a:rPr dirty="0" sz="950"><a:latin typeface="Calibri"/><a:cs typeface="Calibri"/></a:rPr><a:t>OF</a:t></a:r><a:r><a:rPr dirty="0" sz="950" spc="75"><a:latin typeface="Calibri"/><a:cs typeface="Calibri"/></a:rPr><a:t> </a:t></a:r><a:r><a:rPr dirty="0" sz="950"><a:latin typeface="Calibri"/><a:cs typeface="Calibri"/></a:rPr><a:t>RECORDS</a:t></a:r><a:r><a:rPr dirty="0" sz="950" spc="80"><a:latin typeface="Calibri"/><a:cs typeface="Calibri"/></a:rPr><a:t> </a:t></a:r><a:r><a:rPr dirty="0" sz="950"><a:latin typeface="Calibri"/><a:cs typeface="Calibri"/></a:rPr><a:t>OF</a:t></a:r><a:r><a:rPr dirty="0" sz="950" spc="80"><a:latin typeface="Calibri"/><a:cs typeface="Calibri"/></a:rPr><a:t> </a:t></a:r><a:r><a:rPr dirty="0" sz="950"><a:latin typeface="Calibri"/><a:cs typeface="Calibri"/></a:rPr><a:t>ANY</a:t></a:r><a:r><a:rPr dirty="0" sz="950" spc="75"><a:latin typeface="Calibri"/><a:cs typeface="Calibri"/></a:rPr><a:t> </a:t></a:r><a:r><a:rPr dirty="0" sz="950"><a:latin typeface="Calibri"/><a:cs typeface="Calibri"/></a:rPr><a:t>DISCREPANCIES</a:t></a:r><a:r><a:rPr dirty="0" sz="950" spc="80"><a:latin typeface="Calibri"/><a:cs typeface="Calibri"/></a:rPr><a:t> </a:t></a:r><a:r><a:rPr dirty="0" sz="950" spc="-10"><a:latin typeface="Calibri"/><a:cs typeface="Calibri"/></a:rPr><a:t>IDENTIFIED </a:t></a:r><a:r><a:rPr dirty="0" sz="950"><a:latin typeface="Calibri"/><a:cs typeface="Calibri"/></a:rPr><a:t>ON</a:t></a:r><a:r><a:rPr dirty="0" sz="950" spc="90"><a:latin typeface="Calibri"/><a:cs typeface="Calibri"/></a:rPr><a:t> </a:t></a:r><a:r><a:rPr dirty="0" sz="950"><a:latin typeface="Calibri"/><a:cs typeface="Calibri"/></a:rPr><a:t>EXISTING</a:t></a:r><a:r><a:rPr dirty="0" sz="950" spc="95"><a:latin typeface="Calibri"/><a:cs typeface="Calibri"/></a:rPr><a:t> </a:t></a:r><a:r><a:rPr dirty="0" sz="950"><a:latin typeface="Calibri"/><a:cs typeface="Calibri"/></a:rPr><a:t>CONDITIONS,</a:t></a:r><a:r><a:rPr dirty="0" sz="950" spc="90"><a:latin typeface="Calibri"/><a:cs typeface="Calibri"/></a:rPr><a:t> </a:t></a:r><a:r><a:rPr dirty="0" sz="950"><a:latin typeface="Calibri"/><a:cs typeface="Calibri"/></a:rPr><a:t>STRUCTURE,</a:t></a:r><a:r><a:rPr dirty="0" sz="950" spc="95"><a:latin typeface="Calibri"/><a:cs typeface="Calibri"/></a:rPr><a:t> </a:t></a:r><a:r><a:rPr dirty="0" sz="950"><a:latin typeface="Calibri"/><a:cs typeface="Calibri"/></a:rPr><a:t>ELECTRICAL,</a:t></a:r><a:r><a:rPr dirty="0" sz="950" spc="90"><a:latin typeface="Calibri"/><a:cs typeface="Calibri"/></a:rPr><a:t> </a:t></a:r><a:r><a:rPr dirty="0" sz="950" spc="-20"><a:latin typeface="Calibri"/><a:cs typeface="Calibri"/></a:rPr><a:t>ETC.</a:t></a:r><a:endParaRPr sz="950"><a:latin typeface="Calibri"/><a:cs typeface="Calibri"/></a:endParaRPr></a:p><a:p><a:pPr marL="12700" marR="116205" indent="149225"><a:lnSpc><a:spcPct val="104500"/></a:lnSpc><a:spcBef><a:spcPts val="305"/></a:spcBef><a:buAutoNum type="arabicPeriod"/><a:tabLst><a:tab pos="161925" algn="l"/></a:tabLst></a:pPr><a:r><a:rPr dirty="0" sz="950"><a:latin typeface="Calibri"/><a:cs typeface="Calibri"/></a:rPr><a:t>CONTRACTOR</a:t></a:r><a:r><a:rPr dirty="0" sz="950" spc="80"><a:latin typeface="Calibri"/><a:cs typeface="Calibri"/></a:rPr><a:t> </a:t></a:r><a:r><a:rPr dirty="0" sz="950"><a:latin typeface="Calibri"/><a:cs typeface="Calibri"/></a:rPr><a:t>SHALL</a:t></a:r><a:r><a:rPr dirty="0" sz="950" spc="80"><a:latin typeface="Calibri"/><a:cs typeface="Calibri"/></a:rPr><a:t> </a:t></a:r><a:r><a:rPr dirty="0" sz="950"><a:latin typeface="Calibri"/><a:cs typeface="Calibri"/></a:rPr><a:t>BE</a:t></a:r><a:r><a:rPr dirty="0" sz="950" spc="85"><a:latin typeface="Calibri"/><a:cs typeface="Calibri"/></a:rPr><a:t> </a:t></a:r><a:r><a:rPr dirty="0" sz="950"><a:latin typeface="Calibri"/><a:cs typeface="Calibri"/></a:rPr><a:t>RESPONSIBLE</a:t></a:r><a:r><a:rPr dirty="0" sz="950" spc="80"><a:latin typeface="Calibri"/><a:cs typeface="Calibri"/></a:rPr><a:t> </a:t></a:r><a:r><a:rPr dirty="0" sz="950"><a:latin typeface="Calibri"/><a:cs typeface="Calibri"/></a:rPr><a:t>FOR</a:t></a:r><a:r><a:rPr dirty="0" sz="950" spc="85"><a:latin typeface="Calibri"/><a:cs typeface="Calibri"/></a:rPr><a:t> </a:t></a:r><a:r><a:rPr dirty="0" sz="950"><a:latin typeface="Calibri"/><a:cs typeface="Calibri"/></a:rPr><a:t>ALL</a:t></a:r><a:r><a:rPr dirty="0" sz="950" spc="80"><a:latin typeface="Calibri"/><a:cs typeface="Calibri"/></a:rPr><a:t> </a:t></a:r><a:r><a:rPr dirty="0" sz="950"><a:latin typeface="Calibri"/><a:cs typeface="Calibri"/></a:rPr><a:t>SAFETY</a:t></a:r><a:r><a:rPr dirty="0" sz="950" spc="85"><a:latin typeface="Calibri"/><a:cs typeface="Calibri"/></a:rPr><a:t> </a:t></a:r><a:r><a:rPr dirty="0" sz="950"><a:latin typeface="Calibri"/><a:cs typeface="Calibri"/></a:rPr><a:t>PRECAUTIONS,</a:t></a:r><a:r><a:rPr dirty="0" sz="950" spc="80"><a:latin typeface="Calibri"/><a:cs typeface="Calibri"/></a:rPr><a:t> </a:t></a:r><a:r><a:rPr dirty="0" sz="950"><a:latin typeface="Calibri"/><a:cs typeface="Calibri"/></a:rPr><a:t>OSHA</a:t></a:r><a:r><a:rPr dirty="0" sz="950" spc="85"><a:latin typeface="Calibri"/><a:cs typeface="Calibri"/></a:rPr><a:t> </a:t></a:r><a:r><a:rPr dirty="0" sz="950"><a:latin typeface="Calibri"/><a:cs typeface="Calibri"/></a:rPr><a:t>REQUIREMENTS</a:t></a:r><a:r><a:rPr dirty="0" sz="950" spc="80"><a:latin typeface="Calibri"/><a:cs typeface="Calibri"/></a:rPr><a:t> </a:t></a:r><a:r><a:rPr dirty="0" sz="950"><a:latin typeface="Calibri"/><a:cs typeface="Calibri"/></a:rPr><a:t>AND</a:t></a:r><a:r><a:rPr dirty="0" sz="950" spc="85"><a:latin typeface="Calibri"/><a:cs typeface="Calibri"/></a:rPr><a:t> </a:t></a:r><a:r><a:rPr dirty="0" sz="950"><a:latin typeface="Calibri"/><a:cs typeface="Calibri"/></a:rPr><a:t>SAFETY</a:t></a:r><a:r><a:rPr dirty="0" sz="950" spc="80"><a:latin typeface="Calibri"/><a:cs typeface="Calibri"/></a:rPr><a:t> </a:t></a:r><a:r><a:rPr dirty="0" sz="950" spc="-10"><a:latin typeface="Calibri"/><a:cs typeface="Calibri"/></a:rPr><a:t>MEASUREMENTS </a:t></a:r><a:r><a:rPr dirty="0" sz="950"><a:latin typeface="Calibri"/><a:cs typeface="Calibri"/></a:rPr><a:t>ON</a:t></a:r><a:r><a:rPr dirty="0" sz="950" spc="40"><a:latin typeface="Calibri"/><a:cs typeface="Calibri"/></a:rPr><a:t> </a:t></a:r><a:r><a:rPr dirty="0" sz="950" spc="-10"><a:latin typeface="Calibri"/><a:cs typeface="Calibri"/></a:rPr><a:t>SITE.</a:t></a:r><a:endParaRPr sz="950"><a:latin typeface="Calibri"/><a:cs typeface="Calibri"/></a:endParaRPr></a:p><a:p><a:pPr marL="12700" marR="194310" indent="149225"><a:lnSpc><a:spcPct val="104500"/></a:lnSpc><a:spcBef><a:spcPts val="305"/></a:spcBef><a:buAutoNum type="arabicPeriod"/><a:tabLst><a:tab pos="161925" algn="l"/></a:tabLst></a:pPr><a:r><a:rPr dirty="0" sz="950"><a:latin typeface="Calibri"/><a:cs typeface="Calibri"/></a:rPr><a:t>CONTRACTOR</a:t></a:r><a:r><a:rPr dirty="0" sz="950" spc="80"><a:latin typeface="Calibri"/><a:cs typeface="Calibri"/></a:rPr><a:t> </a:t></a:r><a:r><a:rPr dirty="0" sz="950"><a:latin typeface="Calibri"/><a:cs typeface="Calibri"/></a:rPr><a:t>IS</a:t></a:r><a:r><a:rPr dirty="0" sz="950" spc="80"><a:latin typeface="Calibri"/><a:cs typeface="Calibri"/></a:rPr><a:t> </a:t></a:r><a:r><a:rPr dirty="0" sz="950"><a:latin typeface="Calibri"/><a:cs typeface="Calibri"/></a:rPr><a:t>RESPONSIBLE</a:t></a:r><a:r><a:rPr dirty="0" sz="950" spc="85"><a:latin typeface="Calibri"/><a:cs typeface="Calibri"/></a:rPr><a:t> </a:t></a:r><a:r><a:rPr dirty="0" sz="950"><a:latin typeface="Calibri"/><a:cs typeface="Calibri"/></a:rPr><a:t>FOR</a:t></a:r><a:r><a:rPr dirty="0" sz="950" spc="80"><a:latin typeface="Calibri"/><a:cs typeface="Calibri"/></a:rPr><a:t> </a:t></a:r><a:r><a:rPr dirty="0" sz="950"><a:latin typeface="Calibri"/><a:cs typeface="Calibri"/></a:rPr><a:t>INSTALLING</a:t></a:r><a:r><a:rPr dirty="0" sz="950" spc="80"><a:latin typeface="Calibri"/><a:cs typeface="Calibri"/></a:rPr><a:t> </a:t></a:r><a:r><a:rPr dirty="0" sz="950"><a:latin typeface="Calibri"/><a:cs typeface="Calibri"/></a:rPr><a:t>ALL</a:t></a:r><a:r><a:rPr dirty="0" sz="950" spc="85"><a:latin typeface="Calibri"/><a:cs typeface="Calibri"/></a:rPr><a:t> </a:t></a:r><a:r><a:rPr dirty="0" sz="950"><a:latin typeface="Calibri"/><a:cs typeface="Calibri"/></a:rPr><a:t>EQUIPMENT</a:t></a:r><a:r><a:rPr dirty="0" sz="950" spc="80"><a:latin typeface="Calibri"/><a:cs typeface="Calibri"/></a:rPr><a:t> </a:t></a:r><a:r><a:rPr dirty="0" sz="950"><a:latin typeface="Calibri"/><a:cs typeface="Calibri"/></a:rPr><a:t>AND</a:t></a:r><a:r><a:rPr dirty="0" sz="950" spc="85"><a:latin typeface="Calibri"/><a:cs typeface="Calibri"/></a:rPr><a:t> </a:t></a:r><a:r><a:rPr dirty="0" sz="950"><a:latin typeface="Calibri"/><a:cs typeface="Calibri"/></a:rPr><a:t>FOLLOWING</a:t></a:r><a:r><a:rPr dirty="0" sz="950" spc="80"><a:latin typeface="Calibri"/><a:cs typeface="Calibri"/></a:rPr><a:t> </a:t></a:r><a:r><a:rPr dirty="0" sz="950"><a:latin typeface="Calibri"/><a:cs typeface="Calibri"/></a:rPr><a:t>ALL</a:t></a:r><a:r><a:rPr dirty="0" sz="950" spc="80"><a:latin typeface="Calibri"/><a:cs typeface="Calibri"/></a:rPr><a:t> </a:t></a:r><a:r><a:rPr dirty="0" sz="950"><a:latin typeface="Calibri"/><a:cs typeface="Calibri"/></a:rPr><a:t>MANUFACTURER&apos;S</a:t></a:r><a:r><a:rPr dirty="0" sz="950" spc="85"><a:latin typeface="Calibri"/><a:cs typeface="Calibri"/></a:rPr><a:t> </a:t></a:r><a:r><a:rPr dirty="0" sz="950"><a:latin typeface="Calibri"/><a:cs typeface="Calibri"/></a:rPr><a:t>OR</a:t></a:r><a:r><a:rPr dirty="0" sz="950" spc="80"><a:latin typeface="Calibri"/><a:cs typeface="Calibri"/></a:rPr><a:t> </a:t></a:r><a:r><a:rPr dirty="0" sz="950" spc="-10"><a:latin typeface="Calibri"/><a:cs typeface="Calibri"/></a:rPr><a:t>ENGINEER&apos;S </a:t></a:r><a:r><a:rPr dirty="0" sz="950"><a:latin typeface="Calibri"/><a:cs typeface="Calibri"/></a:rPr><a:t>DIRECTIONS</a:t></a:r><a:r><a:rPr dirty="0" sz="950" spc="65"><a:latin typeface="Calibri"/><a:cs typeface="Calibri"/></a:rPr><a:t> </a:t></a:r><a:r><a:rPr dirty="0" sz="950"><a:latin typeface="Calibri"/><a:cs typeface="Calibri"/></a:rPr><a:t>AND</a:t></a:r><a:r><a:rPr dirty="0" sz="950" spc="70"><a:latin typeface="Calibri"/><a:cs typeface="Calibri"/></a:rPr><a:t> </a:t></a:r><a:r><a:rPr dirty="0" sz="950" spc="-10"><a:latin typeface="Calibri"/><a:cs typeface="Calibri"/></a:rPr><a:t>INSTRUCTIONS.</a:t></a:r><a:endParaRPr sz="950"><a:latin typeface="Calibri"/><a:cs typeface="Calibri"/></a:endParaRPr></a:p><a:p><a:pPr marL="12700" marR="61594" indent="149225"><a:lnSpc><a:spcPct val="104500"/></a:lnSpc><a:spcBef><a:spcPts val="305"/></a:spcBef><a:buAutoNum type="arabicPeriod"/><a:tabLst><a:tab pos="161925" algn="l"/></a:tabLst></a:pPr><a:r><a:rPr dirty="0" sz="950"><a:latin typeface="Calibri"/><a:cs typeface="Calibri"/></a:rPr><a:t>CONTRACTOR</a:t></a:r><a:r><a:rPr dirty="0" sz="950" spc="70"><a:latin typeface="Calibri"/><a:cs typeface="Calibri"/></a:rPr><a:t> </a:t></a:r><a:r><a:rPr dirty="0" sz="950"><a:latin typeface="Calibri"/><a:cs typeface="Calibri"/></a:rPr><a:t>IS</a:t></a:r><a:r><a:rPr dirty="0" sz="950" spc="75"><a:latin typeface="Calibri"/><a:cs typeface="Calibri"/></a:rPr><a:t> </a:t></a:r><a:r><a:rPr dirty="0" sz="950"><a:latin typeface="Calibri"/><a:cs typeface="Calibri"/></a:rPr><a:t>ADVISED</a:t></a:r><a:r><a:rPr dirty="0" sz="950" spc="70"><a:latin typeface="Calibri"/><a:cs typeface="Calibri"/></a:rPr><a:t> </a:t></a:r><a:r><a:rPr dirty="0" sz="950"><a:latin typeface="Calibri"/><a:cs typeface="Calibri"/></a:rPr><a:t>THAT</a:t></a:r><a:r><a:rPr dirty="0" sz="950" spc="75"><a:latin typeface="Calibri"/><a:cs typeface="Calibri"/></a:rPr><a:t> </a:t></a:r><a:r><a:rPr dirty="0" sz="950"><a:latin typeface="Calibri"/><a:cs typeface="Calibri"/></a:rPr><a:t>ALL</a:t></a:r><a:r><a:rPr dirty="0" sz="950" spc="75"><a:latin typeface="Calibri"/><a:cs typeface="Calibri"/></a:rPr><a:t> </a:t></a:r><a:r><a:rPr dirty="0" sz="950"><a:latin typeface="Calibri"/><a:cs typeface="Calibri"/></a:rPr><a:t>DRAWINGS,</a:t></a:r><a:r><a:rPr dirty="0" sz="950" spc="70"><a:latin typeface="Calibri"/><a:cs typeface="Calibri"/></a:rPr><a:t> </a:t></a:r><a:r><a:rPr dirty="0" sz="950"><a:latin typeface="Calibri"/><a:cs typeface="Calibri"/></a:rPr><a:t>COMPONENT</a:t></a:r><a:r><a:rPr dirty="0" sz="950" spc="75"><a:latin typeface="Calibri"/><a:cs typeface="Calibri"/></a:rPr><a:t> </a:t></a:r><a:r><a:rPr dirty="0" sz="950"><a:latin typeface="Calibri"/><a:cs typeface="Calibri"/></a:rPr><a:t>MANUALS,</a:t></a:r><a:r><a:rPr dirty="0" sz="950" spc="70"><a:latin typeface="Calibri"/><a:cs typeface="Calibri"/></a:rPr><a:t> </a:t></a:r><a:r><a:rPr dirty="0" sz="950"><a:latin typeface="Calibri"/><a:cs typeface="Calibri"/></a:rPr><a:t>ESPECIALLY</a:t></a:r><a:r><a:rPr dirty="0" sz="950" spc="75"><a:latin typeface="Calibri"/><a:cs typeface="Calibri"/></a:rPr><a:t> </a:t></a:r><a:r><a:rPr dirty="0" sz="950"><a:latin typeface="Calibri"/><a:cs typeface="Calibri"/></a:rPr><a:t>INVERTER</a:t></a:r><a:r><a:rPr dirty="0" sz="950" spc="75"><a:latin typeface="Calibri"/><a:cs typeface="Calibri"/></a:rPr><a:t> </a:t></a:r><a:r><a:rPr dirty="0" sz="950"><a:latin typeface="Calibri"/><a:cs typeface="Calibri"/></a:rPr><a:t>MANUALS,</a:t></a:r><a:r><a:rPr dirty="0" sz="950" spc="70"><a:latin typeface="Calibri"/><a:cs typeface="Calibri"/></a:rPr><a:t> </a:t></a:r><a:r><a:rPr dirty="0" sz="950"><a:latin typeface="Calibri"/><a:cs typeface="Calibri"/></a:rPr><a:t>ARE</a:t></a:r><a:r><a:rPr dirty="0" sz="950" spc="75"><a:latin typeface="Calibri"/><a:cs typeface="Calibri"/></a:rPr><a:t> </a:t></a:r><a:r><a:rPr dirty="0" sz="950"><a:latin typeface="Calibri"/><a:cs typeface="Calibri"/></a:rPr><a:t>TO</a:t></a:r><a:r><a:rPr dirty="0" sz="950" spc="75"><a:latin typeface="Calibri"/><a:cs typeface="Calibri"/></a:rPr><a:t> </a:t></a:r><a:r><a:rPr dirty="0" sz="950"><a:latin typeface="Calibri"/><a:cs typeface="Calibri"/></a:rPr><a:t>BE</a:t></a:r><a:r><a:rPr dirty="0" sz="950" spc="70"><a:latin typeface="Calibri"/><a:cs typeface="Calibri"/></a:rPr><a:t> </a:t></a:r><a:r><a:rPr dirty="0" sz="950" spc="-20"><a:latin typeface="Calibri"/><a:cs typeface="Calibri"/></a:rPr><a:t>READ</a:t></a:r><a:r><a:rPr dirty="0" sz="950"><a:latin typeface="Calibri"/><a:cs typeface="Calibri"/></a:rPr><a:t> AND</a:t></a:r><a:r><a:rPr dirty="0" sz="950" spc="65"><a:latin typeface="Calibri"/><a:cs typeface="Calibri"/></a:rPr><a:t> </a:t></a:r><a:r><a:rPr dirty="0" sz="950"><a:latin typeface="Calibri"/><a:cs typeface="Calibri"/></a:rPr><a:t>UNDERSTOOD</a:t></a:r><a:r><a:rPr dirty="0" sz="950" spc="65"><a:latin typeface="Calibri"/><a:cs typeface="Calibri"/></a:rPr><a:t> </a:t></a:r><a:r><a:rPr dirty="0" sz="950"><a:latin typeface="Calibri"/><a:cs typeface="Calibri"/></a:rPr><a:t>PRIOR</a:t></a:r><a:r><a:rPr dirty="0" sz="950" spc="70"><a:latin typeface="Calibri"/><a:cs typeface="Calibri"/></a:rPr><a:t> </a:t></a:r><a:r><a:rPr dirty="0" sz="950"><a:latin typeface="Calibri"/><a:cs typeface="Calibri"/></a:rPr><a:t>TO</a:t></a:r><a:r><a:rPr dirty="0" sz="950" spc="65"><a:latin typeface="Calibri"/><a:cs typeface="Calibri"/></a:rPr><a:t> </a:t></a:r><a:r><a:rPr dirty="0" sz="950"><a:latin typeface="Calibri"/><a:cs typeface="Calibri"/></a:rPr><a:t>INSTALLATION</a:t></a:r><a:r><a:rPr dirty="0" sz="950" spc="65"><a:latin typeface="Calibri"/><a:cs typeface="Calibri"/></a:rPr><a:t> </a:t></a:r><a:r><a:rPr dirty="0" sz="950"><a:latin typeface="Calibri"/><a:cs typeface="Calibri"/></a:rPr><a:t>OR</a:t></a:r><a:r><a:rPr dirty="0" sz="950" spc="70"><a:latin typeface="Calibri"/><a:cs typeface="Calibri"/></a:rPr><a:t> </a:t></a:r><a:r><a:rPr dirty="0" sz="950"><a:latin typeface="Calibri"/><a:cs typeface="Calibri"/></a:rPr><a:t>ENERGIZING</a:t></a:r><a:r><a:rPr dirty="0" sz="950" spc="65"><a:latin typeface="Calibri"/><a:cs typeface="Calibri"/></a:rPr><a:t> </a:t></a:r><a:r><a:rPr dirty="0" sz="950"><a:latin typeface="Calibri"/><a:cs typeface="Calibri"/></a:rPr><a:t>OF</a:t></a:r><a:r><a:rPr dirty="0" sz="950" spc="65"><a:latin typeface="Calibri"/><a:cs typeface="Calibri"/></a:rPr><a:t> </a:t></a:r><a:r><a:rPr dirty="0" sz="950"><a:latin typeface="Calibri"/><a:cs typeface="Calibri"/></a:rPr><a:t>ANY</a:t></a:r><a:r><a:rPr dirty="0" sz="950" spc="70"><a:latin typeface="Calibri"/><a:cs typeface="Calibri"/></a:rPr><a:t> </a:t></a:r><a:r><a:rPr dirty="0" sz="950" spc="-10"><a:latin typeface="Calibri"/><a:cs typeface="Calibri"/></a:rPr><a:t>EQUIPMENT.</a:t></a:r><a:endParaRPr sz="950"><a:latin typeface="Calibri"/><a:cs typeface="Calibri"/></a:endParaRPr></a:p><a:p><a:pPr marL="12700" marR="69215" indent="149225"><a:lnSpc><a:spcPct val="104500"/></a:lnSpc><a:spcBef><a:spcPts val="305"/></a:spcBef><a:buAutoNum type="arabicPeriod"/><a:tabLst><a:tab pos="161925" algn="l"/></a:tabLst></a:pPr><a:r><a:rPr dirty="0" sz="950"><a:latin typeface="Calibri"/><a:cs typeface="Calibri"/></a:rPr><a:t>CONTRACTOR</a:t></a:r><a:r><a:rPr dirty="0" sz="950" spc="70"><a:latin typeface="Calibri"/><a:cs typeface="Calibri"/></a:rPr><a:t> </a:t></a:r><a:r><a:rPr dirty="0" sz="950"><a:latin typeface="Calibri"/><a:cs typeface="Calibri"/></a:rPr><a:t>IS</a:t></a:r><a:r><a:rPr dirty="0" sz="950" spc="65"><a:latin typeface="Calibri"/><a:cs typeface="Calibri"/></a:rPr><a:t> </a:t></a:r><a:r><a:rPr dirty="0" sz="950"><a:latin typeface="Calibri"/><a:cs typeface="Calibri"/></a:rPr><a:t>RESPONSIBLE</a:t></a:r><a:r><a:rPr dirty="0" sz="950" spc="70"><a:latin typeface="Calibri"/><a:cs typeface="Calibri"/></a:rPr><a:t> </a:t></a:r><a:r><a:rPr dirty="0" sz="950"><a:latin typeface="Calibri"/><a:cs typeface="Calibri"/></a:rPr><a:t>FOR</a:t></a:r><a:r><a:rPr dirty="0" sz="950" spc="70"><a:latin typeface="Calibri"/><a:cs typeface="Calibri"/></a:rPr><a:t> </a:t></a:r><a:r><a:rPr dirty="0" sz="950"><a:latin typeface="Calibri"/><a:cs typeface="Calibri"/></a:rPr><a:t>SELECTING</a:t></a:r><a:r><a:rPr dirty="0" sz="950" spc="70"><a:latin typeface="Calibri"/><a:cs typeface="Calibri"/></a:rPr><a:t> </a:t></a:r><a:r><a:rPr dirty="0" sz="950"><a:latin typeface="Calibri"/><a:cs typeface="Calibri"/></a:rPr><a:t>AND</a:t></a:r><a:r><a:rPr dirty="0" sz="950" spc="70"><a:latin typeface="Calibri"/><a:cs typeface="Calibri"/></a:rPr><a:t> </a:t></a:r><a:r><a:rPr dirty="0" sz="950"><a:latin typeface="Calibri"/><a:cs typeface="Calibri"/></a:rPr><a:t>PURCHASING</a:t></a:r><a:r><a:rPr dirty="0" sz="950" spc="70"><a:latin typeface="Calibri"/><a:cs typeface="Calibri"/></a:rPr><a:t> </a:t></a:r><a:r><a:rPr dirty="0" sz="950"><a:latin typeface="Calibri"/><a:cs typeface="Calibri"/></a:rPr><a:t>EQUIPMENT</a:t></a:r><a:r><a:rPr dirty="0" sz="950" spc="70"><a:latin typeface="Calibri"/><a:cs typeface="Calibri"/></a:rPr><a:t> </a:t></a:r><a:r><a:rPr dirty="0" sz="950"><a:latin typeface="Calibri"/><a:cs typeface="Calibri"/></a:rPr><a:t>DESIGNED</a:t></a:r><a:r><a:rPr dirty="0" sz="950" spc="70"><a:latin typeface="Calibri"/><a:cs typeface="Calibri"/></a:rPr><a:t> </a:t></a:r><a:r><a:rPr dirty="0" sz="950"><a:latin typeface="Calibri"/><a:cs typeface="Calibri"/></a:rPr><a:t>TO</a:t></a:r><a:r><a:rPr dirty="0" sz="950" spc="70"><a:latin typeface="Calibri"/><a:cs typeface="Calibri"/></a:rPr><a:t> </a:t></a:r><a:r><a:rPr dirty="0" sz="950"><a:latin typeface="Calibri"/><a:cs typeface="Calibri"/></a:rPr><a:t>LAST</a:t></a:r><a:r><a:rPr dirty="0" sz="950" spc="70"><a:latin typeface="Calibri"/><a:cs typeface="Calibri"/></a:rPr><a:t> </a:t></a:r><a:r><a:rPr dirty="0" sz="950"><a:latin typeface="Calibri"/><a:cs typeface="Calibri"/></a:rPr><a:t>A</a:t></a:r><a:r><a:rPr dirty="0" sz="950" spc="70"><a:latin typeface="Calibri"/><a:cs typeface="Calibri"/></a:rPr><a:t> </a:t></a:r><a:r><a:rPr dirty="0" sz="950"><a:latin typeface="Calibri"/><a:cs typeface="Calibri"/></a:rPr><a:t>MINIMUM</a:t></a:r><a:r><a:rPr dirty="0" sz="950" spc="70"><a:latin typeface="Calibri"/><a:cs typeface="Calibri"/></a:rPr><a:t> </a:t></a:r><a:r><a:rPr dirty="0" sz="950"><a:latin typeface="Calibri"/><a:cs typeface="Calibri"/></a:rPr><a:t>OF</a:t></a:r><a:r><a:rPr dirty="0" sz="950" spc="70"><a:latin typeface="Calibri"/><a:cs typeface="Calibri"/></a:rPr><a:t> </a:t></a:r><a:r><a:rPr dirty="0" sz="950"><a:latin typeface="Calibri"/><a:cs typeface="Calibri"/></a:rPr><a:t>30</a:t></a:r><a:r><a:rPr dirty="0" sz="950" spc="70"><a:latin typeface="Calibri"/><a:cs typeface="Calibri"/></a:rPr><a:t> </a:t></a:r><a:r><a:rPr dirty="0" sz="950" spc="-10"><a:latin typeface="Calibri"/><a:cs typeface="Calibri"/></a:rPr><a:t>YEARS </a:t></a:r><a:r><a:rPr dirty="0" sz="950"><a:latin typeface="Calibri"/><a:cs typeface="Calibri"/></a:rPr><a:t>IN</a:t></a:r><a:r><a:rPr dirty="0" sz="950" spc="65"><a:latin typeface="Calibri"/><a:cs typeface="Calibri"/></a:rPr><a:t> </a:t></a:r><a:r><a:rPr dirty="0" sz="950"><a:latin typeface="Calibri"/><a:cs typeface="Calibri"/></a:rPr><a:t>CONJUNCTION</a:t></a:r><a:r><a:rPr dirty="0" sz="950" spc="70"><a:latin typeface="Calibri"/><a:cs typeface="Calibri"/></a:rPr><a:t> </a:t></a:r><a:r><a:rPr dirty="0" sz="950"><a:latin typeface="Calibri"/><a:cs typeface="Calibri"/></a:rPr><a:t>WITH</a:t></a:r><a:r><a:rPr dirty="0" sz="950" spc="65"><a:latin typeface="Calibri"/><a:cs typeface="Calibri"/></a:rPr><a:t> </a:t></a:r><a:r><a:rPr dirty="0" sz="950"><a:latin typeface="Calibri"/><a:cs typeface="Calibri"/></a:rPr><a:t>THE</a:t></a:r><a:r><a:rPr dirty="0" sz="950" spc="70"><a:latin typeface="Calibri"/><a:cs typeface="Calibri"/></a:rPr><a:t> </a:t></a:r><a:r><a:rPr dirty="0" sz="950"><a:latin typeface="Calibri"/><a:cs typeface="Calibri"/></a:rPr><a:t>BESS</a:t></a:r><a:r><a:rPr dirty="0" sz="950" spc="70"><a:latin typeface="Calibri"/><a:cs typeface="Calibri"/></a:rPr><a:t> </a:t></a:r><a:r><a:rPr dirty="0" sz="950"><a:latin typeface="Calibri"/><a:cs typeface="Calibri"/></a:rPr><a:t>SYSTEM.</a:t></a:r><a:r><a:rPr dirty="0" sz="950" spc="65"><a:latin typeface="Calibri"/><a:cs typeface="Calibri"/></a:rPr><a:t> </a:t></a:r><a:r><a:rPr dirty="0" sz="950"><a:latin typeface="Calibri"/><a:cs typeface="Calibri"/></a:rPr><a:t>ALL</a:t></a:r><a:r><a:rPr dirty="0" sz="950" spc="70"><a:latin typeface="Calibri"/><a:cs typeface="Calibri"/></a:rPr><a:t> </a:t></a:r><a:r><a:rPr dirty="0" sz="950"><a:latin typeface="Calibri"/><a:cs typeface="Calibri"/></a:rPr><a:t>ENCLOSURES,</a:t></a:r><a:r><a:rPr dirty="0" sz="950" spc="65"><a:latin typeface="Calibri"/><a:cs typeface="Calibri"/></a:rPr><a:t> </a:t></a:r><a:r><a:rPr dirty="0" sz="950"><a:latin typeface="Calibri"/><a:cs typeface="Calibri"/></a:rPr><a:t>CONDUITS,</a:t></a:r><a:r><a:rPr dirty="0" sz="950" spc="70"><a:latin typeface="Calibri"/><a:cs typeface="Calibri"/></a:rPr><a:t> </a:t></a:r><a:r><a:rPr dirty="0" sz="950"><a:latin typeface="Calibri"/><a:cs typeface="Calibri"/></a:rPr><a:t>STRAPS,</a:t></a:r><a:r><a:rPr dirty="0" sz="950" spc="70"><a:latin typeface="Calibri"/><a:cs typeface="Calibri"/></a:rPr><a:t> </a:t></a:r><a:r><a:rPr dirty="0" sz="950"><a:latin typeface="Calibri"/><a:cs typeface="Calibri"/></a:rPr><a:t>PAINTED</a:t></a:r><a:r><a:rPr dirty="0" sz="950" spc="65"><a:latin typeface="Calibri"/><a:cs typeface="Calibri"/></a:rPr><a:t> </a:t></a:r><a:r><a:rPr dirty="0" sz="950"><a:latin typeface="Calibri"/><a:cs typeface="Calibri"/></a:rPr><a:t>METAL</a:t></a:r><a:r><a:rPr dirty="0" sz="950" spc="70"><a:latin typeface="Calibri"/><a:cs typeface="Calibri"/></a:rPr><a:t> </a:t></a:r><a:r><a:rPr dirty="0" sz="950"><a:latin typeface="Calibri"/><a:cs typeface="Calibri"/></a:rPr><a:t>SURFACES,</a:t></a:r><a:r><a:rPr dirty="0" sz="950" spc="65"><a:latin typeface="Calibri"/><a:cs typeface="Calibri"/></a:rPr><a:t> </a:t></a:r><a:r><a:rPr dirty="0" sz="950" spc="-10"><a:latin typeface="Calibri"/><a:cs typeface="Calibri"/></a:rPr><a:t>CONCRETE, </a:t></a:r><a:r><a:rPr dirty="0" sz="950"><a:latin typeface="Calibri"/><a:cs typeface="Calibri"/></a:rPr><a:t>GROUNDING</a:t></a:r><a:r><a:rPr dirty="0" sz="950" spc="70"><a:latin typeface="Calibri"/><a:cs typeface="Calibri"/></a:rPr><a:t> </a:t></a:r><a:r><a:rPr dirty="0" sz="950"><a:latin typeface="Calibri"/><a:cs typeface="Calibri"/></a:rPr><a:t>EQUIPMENT</a:t></a:r><a:r><a:rPr dirty="0" sz="950" spc="70"><a:latin typeface="Calibri"/><a:cs typeface="Calibri"/></a:rPr><a:t> </a:t></a:r><a:r><a:rPr dirty="0" sz="950"><a:latin typeface="Calibri"/><a:cs typeface="Calibri"/></a:rPr><a:t>AND</a:t></a:r><a:r><a:rPr dirty="0" sz="950" spc="75"><a:latin typeface="Calibri"/><a:cs typeface="Calibri"/></a:rPr><a:t> </a:t></a:r><a:r><a:rPr dirty="0" sz="950"><a:latin typeface="Calibri"/><a:cs typeface="Calibri"/></a:rPr><a:t>OTHER</a:t></a:r><a:r><a:rPr dirty="0" sz="950" spc="70"><a:latin typeface="Calibri"/><a:cs typeface="Calibri"/></a:rPr><a:t> </a:t></a:r><a:r><a:rPr dirty="0" sz="950"><a:latin typeface="Calibri"/><a:cs typeface="Calibri"/></a:rPr><a:t>EQUIPMENT</a:t></a:r><a:r><a:rPr dirty="0" sz="950" spc="75"><a:latin typeface="Calibri"/><a:cs typeface="Calibri"/></a:rPr><a:t> </a:t></a:r><a:r><a:rPr dirty="0" sz="950"><a:latin typeface="Calibri"/><a:cs typeface="Calibri"/></a:rPr><a:t>AND</a:t></a:r><a:r><a:rPr dirty="0" sz="950" spc="70"><a:latin typeface="Calibri"/><a:cs typeface="Calibri"/></a:rPr><a:t> </a:t></a:r><a:r><a:rPr dirty="0" sz="950"><a:latin typeface="Calibri"/><a:cs typeface="Calibri"/></a:rPr><a:t>OTHER</a:t></a:r><a:r><a:rPr dirty="0" sz="950" spc="75"><a:latin typeface="Calibri"/><a:cs typeface="Calibri"/></a:rPr><a:t> </a:t></a:r><a:r><a:rPr dirty="0" sz="950"><a:latin typeface="Calibri"/><a:cs typeface="Calibri"/></a:rPr><a:t>PRODUCTS</a:t></a:r><a:r><a:rPr dirty="0" sz="950" spc="70"><a:latin typeface="Calibri"/><a:cs typeface="Calibri"/></a:rPr><a:t> </a:t></a:r><a:r><a:rPr dirty="0" sz="950"><a:latin typeface="Calibri"/><a:cs typeface="Calibri"/></a:rPr><a:t>SHALL</a:t></a:r><a:r><a:rPr dirty="0" sz="950" spc="75"><a:latin typeface="Calibri"/><a:cs typeface="Calibri"/></a:rPr><a:t> </a:t></a:r><a:r><a:rPr dirty="0" sz="950"><a:latin typeface="Calibri"/><a:cs typeface="Calibri"/></a:rPr><a:t>BE</a:t></a:r><a:r><a:rPr dirty="0" sz="950" spc="70"><a:latin typeface="Calibri"/><a:cs typeface="Calibri"/></a:rPr><a:t> </a:t></a:r><a:r><a:rPr dirty="0" sz="950"><a:latin typeface="Calibri"/><a:cs typeface="Calibri"/></a:rPr><a:t>SELECTED</a:t></a:r><a:r><a:rPr dirty="0" sz="950" spc="75"><a:latin typeface="Calibri"/><a:cs typeface="Calibri"/></a:rPr><a:t> </a:t></a:r><a:r><a:rPr dirty="0" sz="950"><a:latin typeface="Calibri"/><a:cs typeface="Calibri"/></a:rPr><a:t>TO</a:t></a:r><a:r><a:rPr dirty="0" sz="950" spc="70"><a:latin typeface="Calibri"/><a:cs typeface="Calibri"/></a:rPr><a:t> </a:t></a:r><a:r><a:rPr dirty="0" sz="950"><a:latin typeface="Calibri"/><a:cs typeface="Calibri"/></a:rPr><a:t>LAST</a:t></a:r><a:r><a:rPr dirty="0" sz="950" spc="75"><a:latin typeface="Calibri"/><a:cs typeface="Calibri"/></a:rPr><a:t> </a:t></a:r><a:r><a:rPr dirty="0" sz="950"><a:latin typeface="Calibri"/><a:cs typeface="Calibri"/></a:rPr><a:t>THE</a:t></a:r><a:r><a:rPr dirty="0" sz="950" spc="70"><a:latin typeface="Calibri"/><a:cs typeface="Calibri"/></a:rPr><a:t> </a:t></a:r><a:r><a:rPr dirty="0" sz="950"><a:latin typeface="Calibri"/><a:cs typeface="Calibri"/></a:rPr><a:t>LIFECYCLE</a:t></a:r><a:r><a:rPr dirty="0" sz="950" spc="75"><a:latin typeface="Calibri"/><a:cs typeface="Calibri"/></a:rPr><a:t> </a:t></a:r><a:r><a:rPr dirty="0" sz="950"><a:latin typeface="Calibri"/><a:cs typeface="Calibri"/></a:rPr><a:t>OF</a:t></a:r><a:r><a:rPr dirty="0" sz="950" spc="70"><a:latin typeface="Calibri"/><a:cs typeface="Calibri"/></a:rPr><a:t> </a:t></a:r><a:r><a:rPr dirty="0" sz="950" spc="-25"><a:latin typeface="Calibri"/><a:cs typeface="Calibri"/></a:rPr><a:t>THE</a:t></a:r><a:r><a:rPr dirty="0" sz="950"><a:latin typeface="Calibri"/><a:cs typeface="Calibri"/></a:rPr><a:t> BESS</a:t></a:r><a:r><a:rPr dirty="0" sz="950" spc="40"><a:latin typeface="Calibri"/><a:cs typeface="Calibri"/></a:rPr><a:t> </a:t></a:r><a:r><a:rPr dirty="0" sz="950" spc="-10"><a:latin typeface="Calibri"/><a:cs typeface="Calibri"/></a:rPr><a:t>SYSTEM.</a:t></a:r><a:endParaRPr sz="950"><a:latin typeface="Calibri"/><a:cs typeface="Calibri"/></a:endParaRPr></a:p></p:txBody></p:sp><p:sp><p:nvSpPr><p:cNvPr id="40" name="object 40"/><p:cNvSpPr txBox="1"/><p:nvPr/></p:nvSpPr><p:spPr><a:xfrm><a:off x="647123" y="3037003"/><a:ext cx="6523990" cy="6242050"/></a:xfrm><a:prstGeom prst="rect"><a:avLst/></a:prstGeom></p:spPr><p:txBody><a:bodyPr wrap="square" lIns="0" tIns="57150" rIns="0" bIns="0" rtlCol="0" vert="horz"><a:spAutoFit/></a:bodyPr><a:lstStyle/><a:p><a:pPr marL="154940" indent="-142240"><a:lnSpc><a:spcPct val="100000"/></a:lnSpc><a:spcBef><a:spcPts val="450"/></a:spcBef><a:buAutoNum type="arabicPeriod" startAt ="7"/><a:tabLst><a:tab pos="154940" algn="l"/></a:tabLst></a:pPr><a:endParaRPr sz="950"><a:latin typeface="Calibri"/><a:cs typeface="Calibri"/></a:endParaRPr><a:r><a:rPr dirty="0" sz="950"><a:latin typeface="Calibri"/><a:t>ALL CONTRACTORS ARE REQUIRED TO PROVIDE FULL SUBMITTALS OF INTENDED ORDERS TO CLEARSKY FOR REVIEW.</a:t></a:r></a:p><a:p><a:pPr marL="12700" marR="99695" indent="149225"><a:lnSpc><a:spcPct val="104500"/></a:lnSpc><a:spcBef><a:spcPts val="305"/></a:spcBef><a:buAutoNum type="arabicPeriod" startAt ="7"/><a:tabLst><a:tab pos="161925" algn="l"/></a:tabLst></a:pPr><a:r><a:rPr dirty="0" sz="950"><a:latin typeface="Calibri"/><a:cs typeface="Calibri"/></a:rPr><a:t>WHENEVER</a:t></a:r><a:r><a:rPr dirty="0" sz="950" spc="85"><a:latin typeface="Calibri"/><a:cs typeface="Calibri"/></a:rPr><a:t> </a:t></a:r><a:r><a:rPr dirty="0" sz="950"><a:latin typeface="Calibri"/><a:cs typeface="Calibri"/></a:rPr><a:t>ANY</a:t></a:r><a:r><a:rPr dirty="0" sz="950" spc="85"><a:latin typeface="Calibri"/><a:cs typeface="Calibri"/></a:rPr><a:t> </a:t></a:r><a:r><a:rPr dirty="0" sz="950"><a:latin typeface="Calibri"/><a:cs typeface="Calibri"/></a:rPr><a:t>SURFACE</a:t></a:r><a:r><a:rPr dirty="0" sz="950" spc="85"><a:latin typeface="Calibri"/><a:cs typeface="Calibri"/></a:rPr><a:t> </a:t></a:r><a:r><a:rPr dirty="0" sz="950"><a:latin typeface="Calibri"/><a:cs typeface="Calibri"/></a:rPr><a:t>IMPROVEMENTS</a:t></a:r><a:r><a:rPr dirty="0" sz="950" spc="85"><a:latin typeface="Calibri"/><a:cs typeface="Calibri"/></a:rPr><a:t> </a:t></a:r><a:r><a:rPr dirty="0" sz="950"><a:latin typeface="Calibri"/><a:cs typeface="Calibri"/></a:rPr><a:t>SUCH</a:t></a:r><a:r><a:rPr dirty="0" sz="950" spc="90"><a:latin typeface="Calibri"/><a:cs typeface="Calibri"/></a:rPr><a:t> </a:t></a:r><a:r><a:rPr dirty="0" sz="950"><a:latin typeface="Calibri"/><a:cs typeface="Calibri"/></a:rPr><a:t>AS</a:t></a:r><a:r><a:rPr dirty="0" sz="950" spc="85"><a:latin typeface="Calibri"/><a:cs typeface="Calibri"/></a:rPr><a:t> </a:t></a:r><a:r><a:rPr dirty="0" sz="950"><a:latin typeface="Calibri"/><a:cs typeface="Calibri"/></a:rPr><a:t>PAVEMENT,</a:t></a:r><a:r><a:rPr dirty="0" sz="950" spc="85"><a:latin typeface="Calibri"/><a:cs typeface="Calibri"/></a:rPr><a:t> </a:t></a:r><a:r><a:rPr dirty="0" sz="950"><a:latin typeface="Calibri"/><a:cs typeface="Calibri"/></a:rPr><a:t>CURBING,</a:t></a:r><a:r><a:rPr dirty="0" sz="950" spc="85"><a:latin typeface="Calibri"/><a:cs typeface="Calibri"/></a:rPr><a:t> </a:t></a:r><a:r><a:rPr dirty="0" sz="950"><a:latin typeface="Calibri"/><a:cs typeface="Calibri"/></a:rPr><a:t>PEDESTRIAN</a:t></a:r><a:r><a:rPr dirty="0" sz="950" spc="90"><a:latin typeface="Calibri"/><a:cs typeface="Calibri"/></a:rPr><a:t> </a:t></a:r><a:r><a:rPr dirty="0" sz="950"><a:latin typeface="Calibri"/><a:cs typeface="Calibri"/></a:rPr><a:t>WALKS,</a:t></a:r><a:r><a:rPr dirty="0" sz="950" spc="85"><a:latin typeface="Calibri"/><a:cs typeface="Calibri"/></a:rPr><a:t> </a:t></a:r><a:r><a:rPr dirty="0" sz="950"><a:latin typeface="Calibri"/><a:cs typeface="Calibri"/></a:rPr><a:t>FENCING,</a:t></a:r><a:r><a:rPr dirty="0" sz="950" spc="85"><a:latin typeface="Calibri"/><a:cs typeface="Calibri"/></a:rPr><a:t> </a:t></a:r><a:r><a:rPr dirty="0" sz="950"><a:latin typeface="Calibri"/><a:cs typeface="Calibri"/></a:rPr><a:t>OR</a:t></a:r><a:r><a:rPr dirty="0" sz="950" spc="85"><a:latin typeface="Calibri"/><a:cs typeface="Calibri"/></a:rPr><a:t> </a:t></a:r><a:r><a:rPr dirty="0" sz="950" spc="-10"><a:latin typeface="Calibri"/><a:cs typeface="Calibri"/></a:rPr><a:t>TURFING </a:t></a:r><a:r><a:rPr dirty="0" sz="950"><a:latin typeface="Calibri"/><a:cs typeface="Calibri"/></a:rPr><a:t>HAVE</a:t></a:r><a:r><a:rPr dirty="0" sz="950" spc="80"><a:latin typeface="Calibri"/><a:cs typeface="Calibri"/></a:rPr><a:t> </a:t></a:r><a:r><a:rPr dirty="0" sz="950"><a:latin typeface="Calibri"/><a:cs typeface="Calibri"/></a:rPr><a:t>BEEN</a:t></a:r><a:r><a:rPr dirty="0" sz="950" spc="85"><a:latin typeface="Calibri"/><a:cs typeface="Calibri"/></a:rPr><a:t> </a:t></a:r><a:r><a:rPr dirty="0" sz="950"><a:latin typeface="Calibri"/><a:cs typeface="Calibri"/></a:rPr><a:t>REMOVED,</a:t></a:r><a:r><a:rPr dirty="0" sz="950" spc="80"><a:latin typeface="Calibri"/><a:cs typeface="Calibri"/></a:rPr><a:t> </a:t></a:r><a:r><a:rPr dirty="0" sz="950"><a:latin typeface="Calibri"/><a:cs typeface="Calibri"/></a:rPr><a:t>DAMAGED,</a:t></a:r><a:r><a:rPr dirty="0" sz="950" spc="85"><a:latin typeface="Calibri"/><a:cs typeface="Calibri"/></a:rPr><a:t> </a:t></a:r><a:r><a:rPr dirty="0" sz="950"><a:latin typeface="Calibri"/><a:cs typeface="Calibri"/></a:rPr><a:t>OR</a:t></a:r><a:r><a:rPr dirty="0" sz="950" spc="80"><a:latin typeface="Calibri"/><a:cs typeface="Calibri"/></a:rPr><a:t> </a:t></a:r><a:r><a:rPr dirty="0" sz="950"><a:latin typeface="Calibri"/><a:cs typeface="Calibri"/></a:rPr><a:t>OTHERWISE</a:t></a:r><a:r><a:rPr dirty="0" sz="950" spc="85"><a:latin typeface="Calibri"/><a:cs typeface="Calibri"/></a:rPr><a:t> </a:t></a:r><a:r><a:rPr dirty="0" sz="950"><a:latin typeface="Calibri"/><a:cs typeface="Calibri"/></a:rPr><a:t>DISTURBED</a:t></a:r><a:r><a:rPr dirty="0" sz="950" spc="85"><a:latin typeface="Calibri"/><a:cs typeface="Calibri"/></a:rPr><a:t> </a:t></a:r><a:r><a:rPr dirty="0" sz="950"><a:latin typeface="Calibri"/><a:cs typeface="Calibri"/></a:rPr><a:t>BY</a:t></a:r><a:r><a:rPr dirty="0" sz="950" spc="80"><a:latin typeface="Calibri"/><a:cs typeface="Calibri"/></a:rPr><a:t> </a:t></a:r><a:r><a:rPr dirty="0" sz="950"><a:latin typeface="Calibri"/><a:cs typeface="Calibri"/></a:rPr><a:t>THE</a:t></a:r><a:r><a:rPr dirty="0" sz="950" spc="85"><a:latin typeface="Calibri"/><a:cs typeface="Calibri"/></a:rPr><a:t> </a:t></a:r><a:r><a:rPr dirty="0" sz="950"><a:latin typeface="Calibri"/><a:cs typeface="Calibri"/></a:rPr><a:t>CONTRACTOR&apos;S</a:t></a:r><a:r><a:rPr dirty="0" sz="950" spc="80"><a:latin typeface="Calibri"/><a:cs typeface="Calibri"/></a:rPr><a:t> </a:t></a:r><a:r><a:rPr dirty="0" sz="950"><a:latin typeface="Calibri"/><a:cs typeface="Calibri"/></a:rPr><a:t>OPERATIONS;</a:t></a:r><a:r><a:rPr dirty="0" sz="950" spc="85"><a:latin typeface="Calibri"/><a:cs typeface="Calibri"/></a:rPr><a:t> </a:t></a:r><a:r><a:rPr dirty="0" sz="950"><a:latin typeface="Calibri"/><a:cs typeface="Calibri"/></a:rPr><a:t>THEY</a:t></a:r><a:r><a:rPr dirty="0" sz="950" spc="85"><a:latin typeface="Calibri"/><a:cs typeface="Calibri"/></a:rPr><a:t> </a:t></a:r><a:r><a:rPr dirty="0" sz="950"><a:latin typeface="Calibri"/><a:cs typeface="Calibri"/></a:rPr><a:t>SHALL</a:t></a:r><a:r><a:rPr dirty="0" sz="950" spc="80"><a:latin typeface="Calibri"/><a:cs typeface="Calibri"/></a:rPr><a:t> </a:t></a:r><a:r><a:rPr dirty="0" sz="950"><a:latin typeface="Calibri"/><a:cs typeface="Calibri"/></a:rPr><a:t>BE</a:t></a:r><a:r><a:rPr dirty="0" sz="950" spc="85"><a:latin typeface="Calibri"/><a:cs typeface="Calibri"/></a:rPr><a:t> </a:t></a:r><a:r><a:rPr dirty="0" sz="950" spc="-10"><a:latin typeface="Calibri"/><a:cs typeface="Calibri"/></a:rPr><a:t>REPAIRED </a:t></a:r><a:r><a:rPr dirty="0" sz="950"><a:latin typeface="Calibri"/><a:cs typeface="Calibri"/></a:rPr><a:t>OR</a:t></a:r><a:r><a:rPr dirty="0" sz="950" spc="65"><a:latin typeface="Calibri"/><a:cs typeface="Calibri"/></a:rPr><a:t> </a:t></a:r><a:r><a:rPr dirty="0" sz="950"><a:latin typeface="Calibri"/><a:cs typeface="Calibri"/></a:rPr><a:t>REPLACED</a:t></a:r><a:r><a:rPr dirty="0" sz="950" spc="70"><a:latin typeface="Calibri"/><a:cs typeface="Calibri"/></a:rPr><a:t> </a:t></a:r><a:r><a:rPr dirty="0" sz="950"><a:latin typeface="Calibri"/><a:cs typeface="Calibri"/></a:rPr><a:t>TO</a:t></a:r><a:r><a:rPr dirty="0" sz="950" spc="70"><a:latin typeface="Calibri"/><a:cs typeface="Calibri"/></a:rPr><a:t> </a:t></a:r><a:r><a:rPr dirty="0" sz="950"><a:latin typeface="Calibri"/><a:cs typeface="Calibri"/></a:rPr><a:t>THE</a:t></a:r><a:r><a:rPr dirty="0" sz="950" spc="70"><a:latin typeface="Calibri"/><a:cs typeface="Calibri"/></a:rPr><a:t> </a:t></a:r><a:r><a:rPr dirty="0" sz="950"><a:latin typeface="Calibri"/><a:cs typeface="Calibri"/></a:rPr><a:t>PRE-EXISTING</a:t></a:r><a:r><a:rPr dirty="0" sz="950" spc="65"><a:latin typeface="Calibri"/><a:cs typeface="Calibri"/></a:rPr><a:t> </a:t></a:r><a:r><a:rPr dirty="0" sz="950"><a:latin typeface="Calibri"/><a:cs typeface="Calibri"/></a:rPr><a:t>CONDITION.</a:t></a:r><a:r><a:rPr dirty="0" sz="950" spc="70"><a:latin typeface="Calibri"/><a:cs typeface="Calibri"/></a:rPr><a:t> </a:t></a:r><a:r><a:rPr dirty="0" sz="950"><a:latin typeface="Calibri"/><a:cs typeface="Calibri"/></a:rPr><a:t>THE</a:t></a:r><a:r><a:rPr dirty="0" sz="950" spc="70"><a:latin typeface="Calibri"/><a:cs typeface="Calibri"/></a:rPr><a:t> </a:t></a:r><a:r><a:rPr dirty="0" sz="950"><a:latin typeface="Calibri"/><a:cs typeface="Calibri"/></a:rPr><a:t>REPAIRS</a:t></a:r><a:r><a:rPr dirty="0" sz="950" spc="65"><a:latin typeface="Calibri"/><a:cs typeface="Calibri"/></a:rPr><a:t> </a:t></a:r><a:r><a:rPr dirty="0" sz="950"><a:latin typeface="Calibri"/><a:cs typeface="Calibri"/></a:rPr><a:t>ARE</a:t></a:r><a:r><a:rPr dirty="0" sz="950" spc="70"><a:latin typeface="Calibri"/><a:cs typeface="Calibri"/></a:rPr><a:t> </a:t></a:r><a:r><a:rPr dirty="0" sz="950"><a:latin typeface="Calibri"/><a:cs typeface="Calibri"/></a:rPr><a:t>TO</a:t></a:r><a:r><a:rPr dirty="0" sz="950" spc="70"><a:latin typeface="Calibri"/><a:cs typeface="Calibri"/></a:rPr><a:t> </a:t></a:r><a:r><a:rPr dirty="0" sz="950"><a:latin typeface="Calibri"/><a:cs typeface="Calibri"/></a:rPr><a:t>MEET</a:t></a:r><a:r><a:rPr dirty="0" sz="950" spc="70"><a:latin typeface="Calibri"/><a:cs typeface="Calibri"/></a:rPr><a:t> </a:t></a:r><a:r><a:rPr dirty="0" sz="950"><a:latin typeface="Calibri"/><a:cs typeface="Calibri"/></a:rPr><a:t>THE</a:t></a:r><a:r><a:rPr dirty="0" sz="950" spc="65"><a:latin typeface="Calibri"/><a:cs typeface="Calibri"/></a:rPr><a:t> </a:t></a:r><a:r><a:rPr dirty="0" sz="950"><a:latin typeface="Calibri"/><a:cs typeface="Calibri"/></a:rPr><a:t>OWNER&apos;S</a:t></a:r><a:r><a:rPr dirty="0" sz="950" spc="70"><a:latin typeface="Calibri"/><a:cs typeface="Calibri"/></a:rPr><a:t> </a:t></a:r><a:r><a:rPr dirty="0" sz="950" spc="-10"><a:latin typeface="Calibri"/><a:cs typeface="Calibri"/></a:rPr><a:t>SATISFACTION.</a:t></a:r><a:endParaRPr sz="950"><a:latin typeface="Calibri"/><a:cs typeface="Calibri"/></a:endParaRPr></a:p><a:p><a:pPr marL="12700" marR="5080" indent="149225"><a:lnSpc><a:spcPct val="104500"/></a:lnSpc><a:spcBef><a:spcPts val="305"/></a:spcBef><a:buAutoNum type="arabicPeriod" startAt ="7"/><a:tabLst><a:tab pos="161925" algn="l"/></a:tabLst></a:pPr><a:r><a:rPr dirty="0" sz="950"><a:latin typeface="Calibri"/><a:cs typeface="Calibri"/></a:rPr><a:t>REFILL</a:t></a:r><a:r><a:rPr dirty="0" sz="950" spc="70"><a:latin typeface="Calibri"/><a:cs typeface="Calibri"/></a:rPr><a:t> </a:t></a:r><a:r><a:rPr dirty="0" sz="950"><a:latin typeface="Calibri"/><a:cs typeface="Calibri"/></a:rPr><a:t>AND</a:t></a:r><a:r><a:rPr dirty="0" sz="950" spc="70"><a:latin typeface="Calibri"/><a:cs typeface="Calibri"/></a:rPr><a:t> </a:t></a:r><a:r><a:rPr dirty="0" sz="950"><a:latin typeface="Calibri"/><a:cs typeface="Calibri"/></a:rPr><a:t>RESTORE</a:t></a:r><a:r><a:rPr dirty="0" sz="950" spc="70"><a:latin typeface="Calibri"/><a:cs typeface="Calibri"/></a:rPr><a:t> </a:t></a:r><a:r><a:rPr dirty="0" sz="950"><a:latin typeface="Calibri"/><a:cs typeface="Calibri"/></a:rPr><a:t>THE</a:t></a:r><a:r><a:rPr dirty="0" sz="950" spc="70"><a:latin typeface="Calibri"/><a:cs typeface="Calibri"/></a:rPr><a:t> </a:t></a:r><a:r><a:rPr dirty="0" sz="950"><a:latin typeface="Calibri"/><a:cs typeface="Calibri"/></a:rPr><a:t>WORK</a:t></a:r><a:r><a:rPr dirty="0" sz="950" spc="70"><a:latin typeface="Calibri"/><a:cs typeface="Calibri"/></a:rPr><a:t> </a:t></a:r><a:r><a:rPr dirty="0" sz="950"><a:latin typeface="Calibri"/><a:cs typeface="Calibri"/></a:rPr><a:t>AS</a:t></a:r><a:r><a:rPr dirty="0" sz="950" spc="70"><a:latin typeface="Calibri"/><a:cs typeface="Calibri"/></a:rPr><a:t> </a:t></a:r><a:r><a:rPr dirty="0" sz="950"><a:latin typeface="Calibri"/><a:cs typeface="Calibri"/></a:rPr><a:t>DIRECTED,</a:t></a:r><a:r><a:rPr dirty="0" sz="950" spc="70"><a:latin typeface="Calibri"/><a:cs typeface="Calibri"/></a:rPr><a:t> </a:t></a:r><a:r><a:rPr dirty="0" sz="950"><a:latin typeface="Calibri"/><a:cs typeface="Calibri"/></a:rPr><a:t>DURING</a:t></a:r><a:r><a:rPr dirty="0" sz="950" spc="70"><a:latin typeface="Calibri"/><a:cs typeface="Calibri"/></a:rPr><a:t> </a:t></a:r><a:r><a:rPr dirty="0" sz="950"><a:latin typeface="Calibri"/><a:cs typeface="Calibri"/></a:rPr><a:t>CONSTRUCTION</a:t></a:r><a:r><a:rPr dirty="0" sz="950" spc="70"><a:latin typeface="Calibri"/><a:cs typeface="Calibri"/></a:rPr><a:t> </a:t></a:r><a:r><a:rPr dirty="0" sz="950"><a:latin typeface="Calibri"/><a:cs typeface="Calibri"/></a:rPr><a:t>AND</a:t></a:r><a:r><a:rPr dirty="0" sz="950" spc="70"><a:latin typeface="Calibri"/><a:cs typeface="Calibri"/></a:rPr><a:t> </a:t></a:r><a:r><a:rPr dirty="0" sz="950"><a:latin typeface="Calibri"/><a:cs typeface="Calibri"/></a:rPr><a:t>PRIOR</a:t></a:r><a:r><a:rPr dirty="0" sz="950" spc="70"><a:latin typeface="Calibri"/><a:cs typeface="Calibri"/></a:rPr><a:t> </a:t></a:r><a:r><a:rPr dirty="0" sz="950"><a:latin typeface="Calibri"/><a:cs typeface="Calibri"/></a:rPr><a:t>TO</a:t></a:r><a:r><a:rPr dirty="0" sz="950" spc="70"><a:latin typeface="Calibri"/><a:cs typeface="Calibri"/></a:rPr><a:t> </a:t></a:r><a:r><a:rPr dirty="0" sz="950"><a:latin typeface="Calibri"/><a:cs typeface="Calibri"/></a:rPr><a:t>PROJECT</a:t></a:r><a:r><a:rPr dirty="0" sz="950" spc="70"><a:latin typeface="Calibri"/><a:cs typeface="Calibri"/></a:rPr><a:t> </a:t></a:r><a:r><a:rPr dirty="0" sz="950"><a:latin typeface="Calibri"/><a:cs typeface="Calibri"/></a:rPr><a:t>COMPLETION,</a:t></a:r><a:r><a:rPr dirty="0" sz="950" spc="70"><a:latin typeface="Calibri"/><a:cs typeface="Calibri"/></a:rPr><a:t> </a:t></a:r><a:r><a:rPr dirty="0" sz="950"><a:latin typeface="Calibri"/><a:cs typeface="Calibri"/></a:rPr><a:t>TO</a:t></a:r><a:r><a:rPr dirty="0" sz="950" spc="70"><a:latin typeface="Calibri"/><a:cs typeface="Calibri"/></a:rPr><a:t> </a:t></a:r><a:r><a:rPr dirty="0" sz="950" spc="-10"><a:latin typeface="Calibri"/><a:cs typeface="Calibri"/></a:rPr><a:t>MAINTAIN </a:t></a:r><a:r><a:rPr dirty="0" sz="950"><a:latin typeface="Calibri"/><a:cs typeface="Calibri"/></a:rPr><a:t>ACCEPTABLE</a:t></a:r><a:r><a:rPr dirty="0" sz="950" spc="85"><a:latin typeface="Calibri"/><a:cs typeface="Calibri"/></a:rPr><a:t> </a:t></a:r><a:r><a:rPr dirty="0" sz="950"><a:latin typeface="Calibri"/><a:cs typeface="Calibri"/></a:rPr><a:t>SURFACE</a:t></a:r><a:r><a:rPr dirty="0" sz="950" spc="90"><a:latin typeface="Calibri"/><a:cs typeface="Calibri"/></a:rPr><a:t> </a:t></a:r><a:r><a:rPr dirty="0" sz="950" spc="-10"><a:latin typeface="Calibri"/><a:cs typeface="Calibri"/></a:rPr><a:t>CONDITIONS.</a:t></a:r><a:endParaRPr sz="950"><a:latin typeface="Calibri"/><a:cs typeface="Calibri"/></a:endParaRPr></a:p><a:p><a:pPr marL="224790" indent="-212090"><a:lnSpc><a:spcPct val="100000"/></a:lnSpc><a:spcBef><a:spcPts val="355"/></a:spcBef><a:buAutoNum type="arabicPeriod" startAt ="7"/><a:tabLst><a:tab pos="224790" algn="l"/></a:tabLst></a:pPr><a:r><a:rPr dirty="0" sz="950"><a:latin typeface="Calibri"/><a:cs typeface="Calibri"/></a:rPr><a:t>ALL</a:t></a:r><a:r><a:rPr dirty="0" sz="950" spc="70"><a:latin typeface="Calibri"/><a:cs typeface="Calibri"/></a:rPr><a:t> </a:t></a:r><a:r><a:rPr dirty="0" sz="950"><a:latin typeface="Calibri"/><a:cs typeface="Calibri"/></a:rPr><a:t>ADDITIONAL</a:t></a:r><a:r><a:rPr dirty="0" sz="950" spc="70"><a:latin typeface="Calibri"/><a:cs typeface="Calibri"/></a:rPr><a:t> </a:t></a:r><a:r><a:rPr dirty="0" sz="950"><a:latin typeface="Calibri"/><a:cs typeface="Calibri"/></a:rPr><a:t>MATERIALS</a:t></a:r><a:r><a:rPr dirty="0" sz="950" spc="70"><a:latin typeface="Calibri"/><a:cs typeface="Calibri"/></a:rPr><a:t> </a:t></a:r><a:r><a:rPr dirty="0" sz="950"><a:latin typeface="Calibri"/><a:cs typeface="Calibri"/></a:rPr><a:t>REQUIRED</a:t></a:r><a:r><a:rPr dirty="0" sz="950" spc="70"><a:latin typeface="Calibri"/><a:cs typeface="Calibri"/></a:rPr><a:t> </a:t></a:r><a:r><a:rPr dirty="0" sz="950"><a:latin typeface="Calibri"/><a:cs typeface="Calibri"/></a:rPr><a:t>SHALL</a:t></a:r><a:r><a:rPr dirty="0" sz="950" spc="75"><a:latin typeface="Calibri"/><a:cs typeface="Calibri"/></a:rPr><a:t> </a:t></a:r><a:r><a:rPr dirty="0" sz="950"><a:latin typeface="Calibri"/><a:cs typeface="Calibri"/></a:rPr><a:t>BE</a:t></a:r><a:r><a:rPr dirty="0" sz="950" spc="70"><a:latin typeface="Calibri"/><a:cs typeface="Calibri"/></a:rPr><a:t> </a:t></a:r><a:r><a:rPr dirty="0" sz="950"><a:latin typeface="Calibri"/><a:cs typeface="Calibri"/></a:rPr><a:t>FURNISHED</a:t></a:r><a:r><a:rPr dirty="0" sz="950" spc="70"><a:latin typeface="Calibri"/><a:cs typeface="Calibri"/></a:rPr><a:t> </a:t></a:r><a:r><a:rPr dirty="0" sz="950"><a:latin typeface="Calibri"/><a:cs typeface="Calibri"/></a:rPr><a:t>WITHOUT</a:t></a:r><a:r><a:rPr dirty="0" sz="950" spc="70"><a:latin typeface="Calibri"/><a:cs typeface="Calibri"/></a:rPr><a:t> </a:t></a:r><a:r><a:rPr dirty="0" sz="950"><a:latin typeface="Calibri"/><a:cs typeface="Calibri"/></a:rPr><a:t>ADDITIONAL</a:t></a:r><a:r><a:rPr dirty="0" sz="950" spc="70"><a:latin typeface="Calibri"/><a:cs typeface="Calibri"/></a:rPr><a:t> </a:t></a:r><a:r><a:rPr dirty="0" sz="950"><a:latin typeface="Calibri"/><a:cs typeface="Calibri"/></a:rPr><a:t>COST</a:t></a:r><a:r><a:rPr dirty="0" sz="950" spc="75"><a:latin typeface="Calibri"/><a:cs typeface="Calibri"/></a:rPr><a:t> </a:t></a:r><a:r><a:rPr dirty="0" sz="950"><a:latin typeface="Calibri"/><a:cs typeface="Calibri"/></a:rPr><a:t>TO</a:t></a:r><a:r><a:rPr dirty="0" sz="950" spc="70"><a:latin typeface="Calibri"/><a:cs typeface="Calibri"/></a:rPr><a:t> </a:t></a:r><a:r><a:rPr dirty="0" sz="950"><a:latin typeface="Calibri"/><a:cs typeface="Calibri"/></a:rPr><a:t>THE</a:t></a:r><a:r><a:rPr dirty="0" sz="950" spc="70"><a:latin typeface="Calibri"/><a:cs typeface="Calibri"/></a:rPr><a:t> </a:t></a:r><a:r><a:rPr dirty="0" sz="950" spc="-10"><a:latin typeface="Calibri"/><a:cs typeface="Calibri"/></a:rPr><a:t>OWNER.</a:t></a:r><a:endParaRPr sz="950"><a:latin typeface="Calibri"/><a:cs typeface="Calibri"/></a:endParaRPr></a:p><a:p><a:pPr marL="12700" marR="97790" indent="212090"><a:lnSpc><a:spcPct val="104500"/></a:lnSpc><a:spcBef><a:spcPts val="305"/></a:spcBef><a:buAutoNum type="arabicPeriod" startAt ="7"/><a:tabLst><a:tab pos="224790" algn="l"/></a:tabLst></a:pPr><a:r><a:rPr dirty="0" sz="950"><a:latin typeface="Calibri"/><a:cs typeface="Calibri"/></a:rPr><a:t>ANY</a:t></a:r><a:r><a:rPr dirty="0" sz="950" spc="55"><a:latin typeface="Calibri"/><a:cs typeface="Calibri"/></a:rPr><a:t> </a:t></a:r><a:r><a:rPr dirty="0" sz="950"><a:latin typeface="Calibri"/><a:cs typeface="Calibri"/></a:rPr><a:t>WORK</a:t></a:r><a:r><a:rPr dirty="0" sz="950" spc="60"><a:latin typeface="Calibri"/><a:cs typeface="Calibri"/></a:rPr><a:t> </a:t></a:r><a:r><a:rPr dirty="0" sz="950"><a:latin typeface="Calibri"/><a:cs typeface="Calibri"/></a:rPr><a:t>BEGUN</a:t></a:r><a:r><a:rPr dirty="0" sz="950" spc="60"><a:latin typeface="Calibri"/><a:cs typeface="Calibri"/></a:rPr><a:t> </a:t></a:r><a:r><a:rPr dirty="0" sz="950"><a:latin typeface="Calibri"/><a:cs typeface="Calibri"/></a:rPr><a:t>PRIOR</a:t></a:r><a:r><a:rPr dirty="0" sz="950" spc="60"><a:latin typeface="Calibri"/><a:cs typeface="Calibri"/></a:rPr><a:t> </a:t></a:r><a:r><a:rPr dirty="0" sz="950"><a:latin typeface="Calibri"/><a:cs typeface="Calibri"/></a:rPr><a:t>TO</a:t></a:r><a:r><a:rPr dirty="0" sz="950" spc="60"><a:latin typeface="Calibri"/><a:cs typeface="Calibri"/></a:rPr><a:t> </a:t></a:r><a:r><a:rPr dirty="0" sz="950"><a:latin typeface="Calibri"/><a:cs typeface="Calibri"/></a:rPr><a:t>ATTAINING</a:t></a:r><a:r><a:rPr dirty="0" sz="950" spc="60"><a:latin typeface="Calibri"/><a:cs typeface="Calibri"/></a:rPr><a:t> </a:t></a:r><a:r><a:rPr dirty="0" sz="950"><a:latin typeface="Calibri"/><a:cs typeface="Calibri"/></a:rPr><a:t>APPROVAL</a:t></a:r><a:r><a:rPr dirty="0" sz="950" spc="60"><a:latin typeface="Calibri"/><a:cs typeface="Calibri"/></a:rPr><a:t> </a:t></a:r><a:r><a:rPr dirty="0" sz="950"><a:latin typeface="Calibri"/><a:cs typeface="Calibri"/></a:rPr><a:t>AND</a:t></a:r><a:r><a:rPr dirty="0" sz="950" spc="60"><a:latin typeface="Calibri"/><a:cs typeface="Calibri"/></a:rPr><a:t> </a:t></a:r><a:r><a:rPr dirty="0" sz="950"><a:latin typeface="Calibri"/><a:cs typeface="Calibri"/></a:rPr><a:t>SIGNATURES</a:t></a:r><a:r><a:rPr dirty="0" sz="950" spc="60"><a:latin typeface="Calibri"/><a:cs typeface="Calibri"/></a:rPr><a:t> </a:t></a:r><a:r><a:rPr dirty="0" sz="950"><a:latin typeface="Calibri"/><a:cs typeface="Calibri"/></a:rPr><a:t>OF</a:t></a:r><a:r><a:rPr dirty="0" sz="950" spc="60"><a:latin typeface="Calibri"/><a:cs typeface="Calibri"/></a:rPr><a:t> </a:t></a:r><a:r><a:rPr dirty="0" sz="950"><a:latin typeface="Calibri"/><a:cs typeface="Calibri"/></a:rPr><a:t>AHJ</a:t></a:r><a:r><a:rPr dirty="0" sz="950" spc="330"><a:latin typeface="Calibri"/><a:cs typeface="Calibri"/></a:rPr><a:t> </a:t></a:r><a:r><a:rPr dirty="0" sz="950"><a:latin typeface="Calibri"/><a:cs typeface="Calibri"/></a:rPr><a:t>WILL</a:t></a:r><a:r><a:rPr dirty="0" sz="950" spc="60"><a:latin typeface="Calibri"/><a:cs typeface="Calibri"/></a:rPr><a:t> </a:t></a:r><a:r><a:rPr dirty="0" sz="950"><a:latin typeface="Calibri"/><a:cs typeface="Calibri"/></a:rPr><a:t>BE</a:t></a:r><a:r><a:rPr dirty="0" sz="950" spc="60"><a:latin typeface="Calibri"/><a:cs typeface="Calibri"/></a:rPr><a:t> </a:t></a:r><a:r><a:rPr dirty="0" sz="950"><a:latin typeface="Calibri"/><a:cs typeface="Calibri"/></a:rPr><a:t>AT</a:t></a:r><a:r><a:rPr dirty="0" sz="950" spc="60"><a:latin typeface="Calibri"/><a:cs typeface="Calibri"/></a:rPr><a:t> </a:t></a:r><a:r><a:rPr dirty="0" sz="950"><a:latin typeface="Calibri"/><a:cs typeface="Calibri"/></a:rPr><a:t>CONTRACTOR&apos;S</a:t></a:r><a:r><a:rPr dirty="0" sz="950" spc="60"><a:latin typeface="Calibri"/><a:cs typeface="Calibri"/></a:rPr><a:t> </a:t></a:r><a:r><a:rPr dirty="0" sz="950"><a:latin typeface="Calibri"/><a:cs typeface="Calibri"/></a:rPr><a:t>RISK,</a:t></a:r><a:r><a:rPr dirty="0" sz="950" spc="60"><a:latin typeface="Calibri"/><a:cs typeface="Calibri"/></a:rPr><a:t> </a:t></a:r><a:r><a:rPr dirty="0" sz="950"><a:latin typeface="Calibri"/><a:cs typeface="Calibri"/></a:rPr><a:t>AND</a:t></a:r><a:r><a:rPr dirty="0" sz="950" spc="60"><a:latin typeface="Calibri"/><a:cs typeface="Calibri"/></a:rPr><a:t> </a:t></a:r><a:r><a:rPr dirty="0" sz="950" spc="-20"><a:latin typeface="Calibri"/><a:cs typeface="Calibri"/></a:rPr><a:t>WILL</a:t></a:r><a:r><a:rPr dirty="0" sz="950"><a:latin typeface="Calibri"/><a:cs typeface="Calibri"/></a:rPr><a:t> ONLY</a:t></a:r><a:r><a:rPr dirty="0" sz="950" spc="75"><a:latin typeface="Calibri"/><a:cs typeface="Calibri"/></a:rPr><a:t> </a:t></a:r><a:r><a:rPr dirty="0" sz="950"><a:latin typeface="Calibri"/><a:cs typeface="Calibri"/></a:rPr><a:t>BE</a:t></a:r><a:r><a:rPr dirty="0" sz="950" spc="75"><a:latin typeface="Calibri"/><a:cs typeface="Calibri"/></a:rPr><a:t> </a:t></a:r><a:r><a:rPr dirty="0" sz="950"><a:latin typeface="Calibri"/><a:cs typeface="Calibri"/></a:rPr><a:t>ALLOWED</a:t></a:r><a:r><a:rPr dirty="0" sz="950" spc="75"><a:latin typeface="Calibri"/><a:cs typeface="Calibri"/></a:rPr><a:t> </a:t></a:r><a:r><a:rPr dirty="0" sz="950"><a:latin typeface="Calibri"/><a:cs typeface="Calibri"/></a:rPr><a:t>IF</a:t></a:r><a:r><a:rPr dirty="0" sz="950" spc="75"><a:latin typeface="Calibri"/><a:cs typeface="Calibri"/></a:rPr><a:t> </a:t></a:r><a:r><a:rPr dirty="0" sz="950"><a:latin typeface="Calibri"/><a:cs typeface="Calibri"/></a:rPr><a:t>PRE-APPROVED</a:t></a:r><a:r><a:rPr dirty="0" sz="950" spc="75"><a:latin typeface="Calibri"/><a:cs typeface="Calibri"/></a:rPr><a:t> </a:t></a:r><a:r><a:rPr dirty="0" sz="950"><a:latin typeface="Calibri"/><a:cs typeface="Calibri"/></a:rPr><a:t>BY</a:t></a:r><a:r><a:rPr dirty="0" sz="950" spc="75"><a:latin typeface="Calibri"/><a:cs typeface="Calibri"/></a:rPr><a:t> </a:t></a:r><a:r><a:rPr dirty="0" sz="950"><a:latin typeface="Calibri"/><a:cs typeface="Calibri"/></a:rPr><a:t>PROJECT</a:t></a:r><a:r><a:rPr dirty="0" sz="950" spc="75"><a:latin typeface="Calibri"/><a:cs typeface="Calibri"/></a:rPr><a:t> </a:t></a:r><a:r><a:rPr dirty="0" sz="950" spc="-10"><a:latin typeface="Calibri"/><a:cs typeface="Calibri"/></a:rPr><a:t>OWNER.</a:t></a:r><a:endParaRPr sz="950"><a:latin typeface="Calibri"/><a:cs typeface="Calibri"/></a:endParaRPr></a:p><a:p><a:pPr marL="12700" marR="151765" indent="212090"><a:lnSpc><a:spcPct val="104500"/></a:lnSpc><a:spcBef><a:spcPts val="305"/></a:spcBef><a:buAutoNum type="arabicPeriod" startAt ="7"/><a:tabLst><a:tab pos="224790" algn="l"/></a:tabLst></a:pPr><a:r><a:rPr dirty="0" sz="950"><a:latin typeface="Calibri"/><a:cs typeface="Calibri"/></a:rPr><a:t>COORDINATE</a:t></a:r><a:r><a:rPr dirty="0" sz="950" spc="80"><a:latin typeface="Calibri"/><a:cs typeface="Calibri"/></a:rPr><a:t> </a:t></a:r><a:r><a:rPr dirty="0" sz="950"><a:latin typeface="Calibri"/><a:cs typeface="Calibri"/></a:rPr><a:t>OPERATIONS</a:t></a:r><a:r><a:rPr dirty="0" sz="950" spc="80"><a:latin typeface="Calibri"/><a:cs typeface="Calibri"/></a:rPr><a:t> </a:t></a:r><a:r><a:rPr dirty="0" sz="950"><a:latin typeface="Calibri"/><a:cs typeface="Calibri"/></a:rPr><a:t>WITH</a:t></a:r><a:r><a:rPr dirty="0" sz="950" spc="85"><a:latin typeface="Calibri"/><a:cs typeface="Calibri"/></a:rPr><a:t> </a:t></a:r><a:r><a:rPr dirty="0" sz="950"><a:latin typeface="Calibri"/><a:cs typeface="Calibri"/></a:rPr><a:t>ALL</a:t></a:r><a:r><a:rPr dirty="0" sz="950" spc="80"><a:latin typeface="Calibri"/><a:cs typeface="Calibri"/></a:rPr><a:t> </a:t></a:r><a:r><a:rPr dirty="0" sz="950"><a:latin typeface="Calibri"/><a:cs typeface="Calibri"/></a:rPr><a:t>REQUIRED</a:t></a:r><a:r><a:rPr dirty="0" sz="950" spc="85"><a:latin typeface="Calibri"/><a:cs typeface="Calibri"/></a:rPr><a:t> </a:t></a:r><a:r><a:rPr dirty="0" sz="950"><a:latin typeface="Calibri"/><a:cs typeface="Calibri"/></a:rPr><a:t>MATERIALS</a:t></a:r><a:r><a:rPr dirty="0" sz="950" spc="80"><a:latin typeface="Calibri"/><a:cs typeface="Calibri"/></a:rPr><a:t> </a:t></a:r><a:r><a:rPr dirty="0" sz="950"><a:latin typeface="Calibri"/><a:cs typeface="Calibri"/></a:rPr><a:t>TESTING</a:t></a:r><a:r><a:rPr dirty="0" sz="950" spc="85"><a:latin typeface="Calibri"/><a:cs typeface="Calibri"/></a:rPr><a:t> </a:t></a:r><a:r><a:rPr dirty="0" sz="950"><a:latin typeface="Calibri"/><a:cs typeface="Calibri"/></a:rPr><a:t>SERVICES</a:t></a:r><a:r><a:rPr dirty="0" sz="950" spc="80"><a:latin typeface="Calibri"/><a:cs typeface="Calibri"/></a:rPr><a:t> </a:t></a:r><a:r><a:rPr dirty="0" sz="950"><a:latin typeface="Calibri"/><a:cs typeface="Calibri"/></a:rPr><a:t>AS</a:t></a:r><a:r><a:rPr dirty="0" sz="950" spc="85"><a:latin typeface="Calibri"/><a:cs typeface="Calibri"/></a:rPr><a:t> </a:t></a:r><a:r><a:rPr dirty="0" sz="950"><a:latin typeface="Calibri"/><a:cs typeface="Calibri"/></a:rPr><a:t>REQUIRED</a:t></a:r><a:r><a:rPr dirty="0" sz="950" spc="80"><a:latin typeface="Calibri"/><a:cs typeface="Calibri"/></a:rPr><a:t> </a:t></a:r><a:r><a:rPr dirty="0" sz="950"><a:latin typeface="Calibri"/><a:cs typeface="Calibri"/></a:rPr><a:t>BY</a:t></a:r><a:r><a:rPr dirty="0" sz="950" spc="85"><a:latin typeface="Calibri"/><a:cs typeface="Calibri"/></a:rPr><a:t> </a:t></a:r><a:r><a:rPr dirty="0" sz="950"><a:latin typeface="Calibri"/><a:cs typeface="Calibri"/></a:rPr><a:t>THESE</a:t></a:r><a:r><a:rPr dirty="0" sz="950" spc="80"><a:latin typeface="Calibri"/><a:cs typeface="Calibri"/></a:rPr><a:t> </a:t></a:r><a:r><a:rPr dirty="0" sz="950"><a:latin typeface="Calibri"/><a:cs typeface="Calibri"/></a:rPr><a:t>DRAWINGS.</a:t></a:r><a:r><a:rPr dirty="0" sz="950" spc="85"><a:latin typeface="Calibri"/><a:cs typeface="Calibri"/></a:rPr><a:t> </a:t></a:r><a:r><a:rPr dirty="0" sz="950" spc="-20"><a:latin typeface="Calibri"/><a:cs typeface="Calibri"/></a:rPr><a:t>EACH</a:t></a:r><a:r><a:rPr dirty="0" sz="950"><a:latin typeface="Calibri"/><a:cs typeface="Calibri"/></a:rPr><a:t> PHASE</a:t></a:r><a:r><a:rPr dirty="0" sz="950" spc="65"><a:latin typeface="Calibri"/><a:cs typeface="Calibri"/></a:rPr><a:t> </a:t></a:r><a:r><a:rPr dirty="0" sz="950"><a:latin typeface="Calibri"/><a:cs typeface="Calibri"/></a:rPr><a:t>OF</a:t></a:r><a:r><a:rPr dirty="0" sz="950" spc="65"><a:latin typeface="Calibri"/><a:cs typeface="Calibri"/></a:rPr><a:t> </a:t></a:r><a:r><a:rPr dirty="0" sz="950"><a:latin typeface="Calibri"/><a:cs typeface="Calibri"/></a:rPr><a:t>CONSTRUCTION</a:t></a:r><a:r><a:rPr dirty="0" sz="950" spc="65"><a:latin typeface="Calibri"/><a:cs typeface="Calibri"/></a:rPr><a:t> </a:t></a:r><a:r><a:rPr dirty="0" sz="950"><a:latin typeface="Calibri"/><a:cs typeface="Calibri"/></a:rPr><a:t>SHALL</a:t></a:r><a:r><a:rPr dirty="0" sz="950" spc="70"><a:latin typeface="Calibri"/><a:cs typeface="Calibri"/></a:rPr><a:t> </a:t></a:r><a:r><a:rPr dirty="0" sz="950"><a:latin typeface="Calibri"/><a:cs typeface="Calibri"/></a:rPr><a:t>BE</a:t></a:r><a:r><a:rPr dirty="0" sz="950" spc="65"><a:latin typeface="Calibri"/><a:cs typeface="Calibri"/></a:rPr><a:t> </a:t></a:r><a:r><a:rPr dirty="0" sz="950"><a:latin typeface="Calibri"/><a:cs typeface="Calibri"/></a:rPr><a:t>TESTED</a:t></a:r><a:r><a:rPr dirty="0" sz="950" spc="65"><a:latin typeface="Calibri"/><a:cs typeface="Calibri"/></a:rPr><a:t> </a:t></a:r><a:r><a:rPr dirty="0" sz="950"><a:latin typeface="Calibri"/><a:cs typeface="Calibri"/></a:rPr><a:t>AND</a:t></a:r><a:r><a:rPr dirty="0" sz="950" spc="65"><a:latin typeface="Calibri"/><a:cs typeface="Calibri"/></a:rPr><a:t> </a:t></a:r><a:r><a:rPr dirty="0" sz="950"><a:latin typeface="Calibri"/><a:cs typeface="Calibri"/></a:rPr><a:t>APPROVED</a:t></a:r><a:r><a:rPr dirty="0" sz="950" spc="70"><a:latin typeface="Calibri"/><a:cs typeface="Calibri"/></a:rPr><a:t> </a:t></a:r><a:r><a:rPr dirty="0" sz="950"><a:latin typeface="Calibri"/><a:cs typeface="Calibri"/></a:rPr><a:t>BY</a:t></a:r><a:r><a:rPr dirty="0" sz="950" spc="65"><a:latin typeface="Calibri"/><a:cs typeface="Calibri"/></a:rPr><a:t> </a:t></a:r><a:r><a:rPr dirty="0" sz="950"><a:latin typeface="Calibri"/><a:cs typeface="Calibri"/></a:rPr><a:t>AHJ</a:t></a:r><a:r><a:rPr dirty="0" sz="950" spc="65"><a:latin typeface="Calibri"/><a:cs typeface="Calibri"/></a:rPr><a:t> </a:t></a:r><a:r><a:rPr dirty="0" sz="950"><a:latin typeface="Calibri"/><a:cs typeface="Calibri"/></a:rPr><a:t>AS</a:t></a:r><a:r><a:rPr dirty="0" sz="950" spc="65"><a:latin typeface="Calibri"/><a:cs typeface="Calibri"/></a:rPr><a:t> </a:t></a:r><a:r><a:rPr dirty="0" sz="950"><a:latin typeface="Calibri"/><a:cs typeface="Calibri"/></a:rPr><a:t>REQUIRED</a:t></a:r><a:r><a:rPr dirty="0" sz="950" spc="70"><a:latin typeface="Calibri"/><a:cs typeface="Calibri"/></a:rPr><a:t> </a:t></a:r><a:r><a:rPr dirty="0" sz="950"><a:latin typeface="Calibri"/><a:cs typeface="Calibri"/></a:rPr><a:t>PRIOR</a:t></a:r><a:r><a:rPr dirty="0" sz="950" spc="65"><a:latin typeface="Calibri"/><a:cs typeface="Calibri"/></a:rPr><a:t> </a:t></a:r><a:r><a:rPr dirty="0" sz="950"><a:latin typeface="Calibri"/><a:cs typeface="Calibri"/></a:rPr><a:t>TO</a:t></a:r><a:r><a:rPr dirty="0" sz="950" spc="65"><a:latin typeface="Calibri"/><a:cs typeface="Calibri"/></a:rPr><a:t> </a:t></a:r><a:r><a:rPr dirty="0" sz="950"><a:latin typeface="Calibri"/><a:cs typeface="Calibri"/></a:rPr><a:t>PROCEEDING</a:t></a:r><a:r><a:rPr dirty="0" sz="950" spc="65"><a:latin typeface="Calibri"/><a:cs typeface="Calibri"/></a:rPr><a:t> </a:t></a:r><a:r><a:rPr dirty="0" sz="950"><a:latin typeface="Calibri"/><a:cs typeface="Calibri"/></a:rPr><a:t>TO</a:t></a:r><a:r><a:rPr dirty="0" sz="950" spc="70"><a:latin typeface="Calibri"/><a:cs typeface="Calibri"/></a:rPr><a:t> </a:t></a:r><a:r><a:rPr dirty="0" sz="950" spc="-10"><a:latin typeface="Calibri"/><a:cs typeface="Calibri"/></a:rPr><a:t>SUBSEQUENT PHASES.</a:t></a:r><a:endParaRPr sz="950"><a:latin typeface="Calibri"/><a:cs typeface="Calibri"/></a:endParaRPr></a:p><a:p><a:pPr marL="224790" indent="-212090"><a:lnSpc><a:spcPct val="100000"/></a:lnSpc><a:spcBef><a:spcPts val="355"/></a:spcBef><a:buAutoNum type="arabicPeriod" startAt ="7"/><a:tabLst><a:tab pos="224790" algn="l"/></a:tabLst></a:pPr><a:r><a:rPr dirty="0" sz="950"><a:latin typeface="Calibri"/><a:cs typeface="Calibri"/></a:rPr><a:t>NOTIFY</a:t></a:r><a:r><a:rPr dirty="0" sz="950" spc="70"><a:latin typeface="Calibri"/><a:cs typeface="Calibri"/></a:rPr><a:t> </a:t></a:r><a:r><a:rPr dirty="0" sz="950"><a:latin typeface="Calibri"/><a:cs typeface="Calibri"/></a:rPr><a:t>ALL</a:t></a:r><a:r><a:rPr dirty="0" sz="950" spc="70"><a:latin typeface="Calibri"/><a:cs typeface="Calibri"/></a:rPr><a:t> </a:t></a:r><a:r><a:rPr dirty="0" sz="950"><a:latin typeface="Calibri"/><a:cs typeface="Calibri"/></a:rPr><a:t>UTILITY</a:t></a:r><a:r><a:rPr dirty="0" sz="950" spc="75"><a:latin typeface="Calibri"/><a:cs typeface="Calibri"/></a:rPr><a:t> </a:t></a:r><a:r><a:rPr dirty="0" sz="950"><a:latin typeface="Calibri"/><a:cs typeface="Calibri"/></a:rPr><a:t>COMPANIES</a:t></a:r><a:r><a:rPr dirty="0" sz="950" spc="70"><a:latin typeface="Calibri"/><a:cs typeface="Calibri"/></a:rPr><a:t> </a:t></a:r><a:r><a:rPr dirty="0" sz="950"><a:latin typeface="Calibri"/><a:cs typeface="Calibri"/></a:rPr><a:t>INVOLVED</a:t></a:r><a:r><a:rPr dirty="0" sz="950" spc="70"><a:latin typeface="Calibri"/><a:cs typeface="Calibri"/></a:rPr><a:t> </a:t></a:r><a:r><a:rPr dirty="0" sz="950"><a:latin typeface="Calibri"/><a:cs typeface="Calibri"/></a:rPr><a:t>IN</a:t></a:r><a:r><a:rPr dirty="0" sz="950" spc="75"><a:latin typeface="Calibri"/><a:cs typeface="Calibri"/></a:rPr><a:t> </a:t></a:r><a:r><a:rPr dirty="0" sz="950"><a:latin typeface="Calibri"/><a:cs typeface="Calibri"/></a:rPr><a:t>THE</a:t></a:r><a:r><a:rPr dirty="0" sz="950" spc="70"><a:latin typeface="Calibri"/><a:cs typeface="Calibri"/></a:rPr><a:t> </a:t></a:r><a:r><a:rPr dirty="0" sz="950"><a:latin typeface="Calibri"/><a:cs typeface="Calibri"/></a:rPr><a:t>DEVELOPMENT</a:t></a:r><a:r><a:rPr dirty="0" sz="950" spc="75"><a:latin typeface="Calibri"/><a:cs typeface="Calibri"/></a:rPr><a:t> </a:t></a:r><a:r><a:rPr dirty="0" sz="950"><a:latin typeface="Calibri"/><a:cs typeface="Calibri"/></a:rPr><a:t>PRIOR</a:t></a:r><a:r><a:rPr dirty="0" sz="950" spc="70"><a:latin typeface="Calibri"/><a:cs typeface="Calibri"/></a:rPr><a:t> </a:t></a:r><a:r><a:rPr dirty="0" sz="950"><a:latin typeface="Calibri"/><a:cs typeface="Calibri"/></a:rPr><a:t>TO</a:t></a:r><a:r><a:rPr dirty="0" sz="950" spc="70"><a:latin typeface="Calibri"/><a:cs typeface="Calibri"/></a:rPr><a:t> </a:t></a:r><a:r><a:rPr dirty="0" sz="950"><a:latin typeface="Calibri"/><a:cs typeface="Calibri"/></a:rPr><a:t>BEGINNING</a:t></a:r><a:r><a:rPr dirty="0" sz="950" spc="75"><a:latin typeface="Calibri"/><a:cs typeface="Calibri"/></a:rPr><a:t> </a:t></a:r><a:r><a:rPr dirty="0" sz="950"><a:latin typeface="Calibri"/><a:cs typeface="Calibri"/></a:rPr><a:t>OF</a:t></a:r><a:r><a:rPr dirty="0" sz="950" spc="70"><a:latin typeface="Calibri"/><a:cs typeface="Calibri"/></a:rPr><a:t> </a:t></a:r><a:r><a:rPr dirty="0" sz="950" spc="-10"><a:latin typeface="Calibri"/><a:cs typeface="Calibri"/></a:rPr><a:t>WORK.</a:t></a:r><a:endParaRPr sz="950"><a:latin typeface="Calibri"/><a:cs typeface="Calibri"/></a:endParaRPr></a:p><a:p><a:pPr marL="12700" marR="139065" indent="212090"><a:lnSpc><a:spcPct val="104500"/></a:lnSpc><a:spcBef><a:spcPts val="305"/></a:spcBef><a:buAutoNum type="arabicPeriod" startAt ="7"/><a:tabLst><a:tab pos="224790" algn="l"/></a:tabLst></a:pPr><a:r><a:rPr dirty="0" sz="950"><a:latin typeface="Calibri"/><a:cs typeface="Calibri"/></a:rPr><a:t>COMPLY</a:t></a:r><a:r><a:rPr dirty="0" sz="950" spc="70"><a:latin typeface="Calibri"/><a:cs typeface="Calibri"/></a:rPr><a:t> </a:t></a:r><a:r><a:rPr dirty="0" sz="950"><a:latin typeface="Calibri"/><a:cs typeface="Calibri"/></a:rPr><a:t>WITH</a:t></a:r><a:r><a:rPr dirty="0" sz="950" spc="70"><a:latin typeface="Calibri"/><a:cs typeface="Calibri"/></a:rPr><a:t> </a:t></a:r><a:r><a:rPr dirty="0" sz="950"><a:latin typeface="Calibri"/><a:cs typeface="Calibri"/></a:rPr><a:t>ALL</a:t></a:r><a:r><a:rPr dirty="0" sz="950" spc="70"><a:latin typeface="Calibri"/><a:cs typeface="Calibri"/></a:rPr><a:t> </a:t></a:r><a:r><a:rPr dirty="0" sz="950"><a:latin typeface="Calibri"/><a:cs typeface="Calibri"/></a:rPr><a:t>CURRENTLY</a:t></a:r><a:r><a:rPr dirty="0" sz="950" spc="70"><a:latin typeface="Calibri"/><a:cs typeface="Calibri"/></a:rPr><a:t> </a:t></a:r><a:r><a:rPr dirty="0" sz="950"><a:latin typeface="Calibri"/><a:cs typeface="Calibri"/></a:rPr><a:t>APPLICABLE</a:t></a:r><a:r><a:rPr dirty="0" sz="950" spc="70"><a:latin typeface="Calibri"/><a:cs typeface="Calibri"/></a:rPr><a:t> </a:t></a:r><a:r><a:rPr dirty="0" sz="950"><a:latin typeface="Calibri"/><a:cs typeface="Calibri"/></a:rPr><a:t>SAFETY</a:t></a:r><a:r><a:rPr dirty="0" sz="950" spc="70"><a:latin typeface="Calibri"/><a:cs typeface="Calibri"/></a:rPr><a:t> </a:t></a:r><a:r><a:rPr dirty="0" sz="950"><a:latin typeface="Calibri"/><a:cs typeface="Calibri"/></a:rPr><a:t>LAWS</a:t></a:r><a:r><a:rPr dirty="0" sz="950" spc="70"><a:latin typeface="Calibri"/><a:cs typeface="Calibri"/></a:rPr><a:t> </a:t></a:r><a:r><a:rPr dirty="0" sz="950"><a:latin typeface="Calibri"/><a:cs typeface="Calibri"/></a:rPr><a:t>OF</a:t></a:r><a:r><a:rPr dirty="0" sz="950" spc="70"><a:latin typeface="Calibri"/><a:cs typeface="Calibri"/></a:rPr><a:t> </a:t></a:r><a:r><a:rPr dirty="0" sz="950"><a:latin typeface="Calibri"/><a:cs typeface="Calibri"/></a:rPr><a:t>ALL</a:t></a:r><a:r><a:rPr dirty="0" sz="950" spc="75"><a:latin typeface="Calibri"/><a:cs typeface="Calibri"/></a:rPr><a:t> </a:t></a:r><a:r><a:rPr dirty="0" sz="950"><a:latin typeface="Calibri"/><a:cs typeface="Calibri"/></a:rPr><a:t>JURISDICTIONAL</a:t></a:r><a:r><a:rPr dirty="0" sz="950" spc="70"><a:latin typeface="Calibri"/><a:cs typeface="Calibri"/></a:rPr><a:t> </a:t></a:r><a:r><a:rPr dirty="0" sz="950"><a:latin typeface="Calibri"/><a:cs typeface="Calibri"/></a:rPr><a:t>BODIES.</a:t></a:r><a:r><a:rPr dirty="0" sz="950" spc="70"><a:latin typeface="Calibri"/><a:cs typeface="Calibri"/></a:rPr><a:t> </a:t></a:r><a:r><a:rPr dirty="0" sz="950"><a:latin typeface="Calibri"/><a:cs typeface="Calibri"/></a:rPr><a:t>PROVIDE</a:t></a:r><a:r><a:rPr dirty="0" sz="950" spc="70"><a:latin typeface="Calibri"/><a:cs typeface="Calibri"/></a:rPr><a:t> </a:t></a:r><a:r><a:rPr dirty="0" sz="950"><a:latin typeface="Calibri"/><a:cs typeface="Calibri"/></a:rPr><a:t>AND</a:t></a:r><a:r><a:rPr dirty="0" sz="950" spc="70"><a:latin typeface="Calibri"/><a:cs typeface="Calibri"/></a:rPr><a:t> </a:t></a:r><a:r><a:rPr dirty="0" sz="950"><a:latin typeface="Calibri"/><a:cs typeface="Calibri"/></a:rPr><a:t>MAINTAIN</a:t></a:r><a:r><a:rPr dirty="0" sz="950" spc="70"><a:latin typeface="Calibri"/><a:cs typeface="Calibri"/></a:rPr><a:t> </a:t></a:r><a:r><a:rPr dirty="0" sz="950" spc="-25"><a:latin typeface="Calibri"/><a:cs typeface="Calibri"/></a:rPr><a:t>ALL</a:t></a:r><a:r><a:rPr dirty="0" sz="950"><a:latin typeface="Calibri"/><a:cs typeface="Calibri"/></a:rPr><a:t> BARRICADES,</a:t></a:r><a:r><a:rPr dirty="0" sz="950" spc="65"><a:latin typeface="Calibri"/><a:cs typeface="Calibri"/></a:rPr><a:t> </a:t></a:r><a:r><a:rPr dirty="0" sz="950"><a:latin typeface="Calibri"/><a:cs typeface="Calibri"/></a:rPr><a:t>SAFETY</a:t></a:r><a:r><a:rPr dirty="0" sz="950" spc="65"><a:latin typeface="Calibri"/><a:cs typeface="Calibri"/></a:rPr><a:t> </a:t></a:r><a:r><a:rPr dirty="0" sz="950"><a:latin typeface="Calibri"/><a:cs typeface="Calibri"/></a:rPr><a:t>DEVICES,</a:t></a:r><a:r><a:rPr dirty="0" sz="950" spc="65"><a:latin typeface="Calibri"/><a:cs typeface="Calibri"/></a:rPr><a:t> </a:t></a:r><a:r><a:rPr dirty="0" sz="950"><a:latin typeface="Calibri"/><a:cs typeface="Calibri"/></a:rPr><a:t>AND</a:t></a:r><a:r><a:rPr dirty="0" sz="950" spc="65"><a:latin typeface="Calibri"/><a:cs typeface="Calibri"/></a:rPr><a:t> </a:t></a:r><a:r><a:rPr dirty="0" sz="950"><a:latin typeface="Calibri"/><a:cs typeface="Calibri"/></a:rPr><a:t>CONTROL</a:t></a:r><a:r><a:rPr dirty="0" sz="950" spc="65"><a:latin typeface="Calibri"/><a:cs typeface="Calibri"/></a:rPr><a:t> </a:t></a:r><a:r><a:rPr dirty="0" sz="950"><a:latin typeface="Calibri"/><a:cs typeface="Calibri"/></a:rPr><a:t>OF</a:t></a:r><a:r><a:rPr dirty="0" sz="950" spc="65"><a:latin typeface="Calibri"/><a:cs typeface="Calibri"/></a:rPr><a:t> </a:t></a:r><a:r><a:rPr dirty="0" sz="950"><a:latin typeface="Calibri"/><a:cs typeface="Calibri"/></a:rPr><a:t>TRAFFIC</a:t></a:r><a:r><a:rPr dirty="0" sz="950" spc="70"><a:latin typeface="Calibri"/><a:cs typeface="Calibri"/></a:rPr><a:t> </a:t></a:r><a:r><a:rPr dirty="0" sz="950"><a:latin typeface="Calibri"/><a:cs typeface="Calibri"/></a:rPr><a:t>WITHIN</a:t></a:r><a:r><a:rPr dirty="0" sz="950" spc="65"><a:latin typeface="Calibri"/><a:cs typeface="Calibri"/></a:rPr><a:t> </a:t></a:r><a:r><a:rPr dirty="0" sz="950"><a:latin typeface="Calibri"/><a:cs typeface="Calibri"/></a:rPr><a:t>AND</a:t></a:r><a:r><a:rPr dirty="0" sz="950" spc="65"><a:latin typeface="Calibri"/><a:cs typeface="Calibri"/></a:rPr><a:t> </a:t></a:r><a:r><a:rPr dirty="0" sz="950"><a:latin typeface="Calibri"/><a:cs typeface="Calibri"/></a:rPr><a:t>AROUND</a:t></a:r><a:r><a:rPr dirty="0" sz="950" spc="65"><a:latin typeface="Calibri"/><a:cs typeface="Calibri"/></a:rPr><a:t> </a:t></a:r><a:r><a:rPr dirty="0" sz="950"><a:latin typeface="Calibri"/><a:cs typeface="Calibri"/></a:rPr><a:t>THE</a:t></a:r><a:r><a:rPr dirty="0" sz="950" spc="65"><a:latin typeface="Calibri"/><a:cs typeface="Calibri"/></a:rPr><a:t> </a:t></a:r><a:r><a:rPr dirty="0" sz="950"><a:latin typeface="Calibri"/><a:cs typeface="Calibri"/></a:rPr><a:t>CONSTRUCTION</a:t></a:r><a:r><a:rPr dirty="0" sz="950" spc="65"><a:latin typeface="Calibri"/><a:cs typeface="Calibri"/></a:rPr><a:t> </a:t></a:r><a:r><a:rPr dirty="0" sz="950"><a:latin typeface="Calibri"/><a:cs typeface="Calibri"/></a:rPr><a:t>AREA.</a:t></a:r><a:r><a:rPr dirty="0" sz="950" spc="65"><a:latin typeface="Calibri"/><a:cs typeface="Calibri"/></a:rPr><a:t> </a:t></a:r><a:r><a:rPr dirty="0" sz="950"><a:latin typeface="Calibri"/><a:cs typeface="Calibri"/></a:rPr><a:t>FOR</a:t></a:r><a:r><a:rPr dirty="0" sz="950" spc="70"><a:latin typeface="Calibri"/><a:cs typeface="Calibri"/></a:rPr><a:t> </a:t></a:r><a:r><a:rPr dirty="0" sz="950"><a:latin typeface="Calibri"/><a:cs typeface="Calibri"/></a:rPr><a:t>ALL</a:t></a:r><a:r><a:rPr dirty="0" sz="950" spc="65"><a:latin typeface="Calibri"/><a:cs typeface="Calibri"/></a:rPr><a:t> </a:t></a:r><a:r><a:rPr dirty="0" sz="950" spc="-10"><a:latin typeface="Calibri"/><a:cs typeface="Calibri"/></a:rPr><a:t>TRENCH </a:t></a:r><a:r><a:rPr dirty="0" sz="950"><a:latin typeface="Calibri"/><a:cs typeface="Calibri"/></a:rPr><a:t>EXCAVATION</a:t></a:r><a:r><a:rPr dirty="0" sz="950" spc="65"><a:latin typeface="Calibri"/><a:cs typeface="Calibri"/></a:rPr><a:t> </a:t></a:r><a:r><a:rPr dirty="0" sz="950"><a:latin typeface="Calibri"/><a:cs typeface="Calibri"/></a:rPr><a:t>5</a:t></a:r><a:r><a:rPr dirty="0" sz="950" spc="70"><a:latin typeface="Calibri"/><a:cs typeface="Calibri"/></a:rPr><a:t> </a:t></a:r><a:r><a:rPr dirty="0" sz="950"><a:latin typeface="Calibri"/><a:cs typeface="Calibri"/></a:rPr><a:t>FEET</a:t></a:r><a:r><a:rPr dirty="0" sz="950" spc="65"><a:latin typeface="Calibri"/><a:cs typeface="Calibri"/></a:rPr><a:t> </a:t></a:r><a:r><a:rPr dirty="0" sz="950"><a:latin typeface="Calibri"/><a:cs typeface="Calibri"/></a:rPr><a:t>OR</a:t></a:r><a:r><a:rPr dirty="0" sz="950" spc="70"><a:latin typeface="Calibri"/><a:cs typeface="Calibri"/></a:rPr><a:t> </a:t></a:r><a:r><a:rPr dirty="0" sz="950"><a:latin typeface="Calibri"/><a:cs typeface="Calibri"/></a:rPr><a:t>MORE</a:t></a:r><a:r><a:rPr dirty="0" sz="950" spc="70"><a:latin typeface="Calibri"/><a:cs typeface="Calibri"/></a:rPr><a:t> </a:t></a:r><a:r><a:rPr dirty="0" sz="950"><a:latin typeface="Calibri"/><a:cs typeface="Calibri"/></a:rPr><a:t>IN</a:t></a:r><a:r><a:rPr dirty="0" sz="950" spc="65"><a:latin typeface="Calibri"/><a:cs typeface="Calibri"/></a:rPr><a:t> </a:t></a:r><a:r><a:rPr dirty="0" sz="950"><a:latin typeface="Calibri"/><a:cs typeface="Calibri"/></a:rPr><a:t>DEPTH,</a:t></a:r><a:r><a:rPr dirty="0" sz="950" spc="70"><a:latin typeface="Calibri"/><a:cs typeface="Calibri"/></a:rPr><a:t> </a:t></a:r><a:r><a:rPr dirty="0" sz="950"><a:latin typeface="Calibri"/><a:cs typeface="Calibri"/></a:rPr><a:t>OBTAIN</a:t></a:r><a:r><a:rPr dirty="0" sz="950" spc="70"><a:latin typeface="Calibri"/><a:cs typeface="Calibri"/></a:rPr><a:t> </a:t></a:r><a:r><a:rPr dirty="0" sz="950"><a:latin typeface="Calibri"/><a:cs typeface="Calibri"/></a:rPr><a:t>PERMITS</a:t></a:r><a:r><a:rPr dirty="0" sz="950" spc="65"><a:latin typeface="Calibri"/><a:cs typeface="Calibri"/></a:rPr><a:t> </a:t></a:r><a:r><a:rPr dirty="0" sz="950"><a:latin typeface="Calibri"/><a:cs typeface="Calibri"/></a:rPr><a:t>PRIOR</a:t></a:r><a:r><a:rPr dirty="0" sz="950" spc="70"><a:latin typeface="Calibri"/><a:cs typeface="Calibri"/></a:rPr><a:t> </a:t></a:r><a:r><a:rPr dirty="0" sz="950"><a:latin typeface="Calibri"/><a:cs typeface="Calibri"/></a:rPr><a:t>TO</a:t></a:r><a:r><a:rPr dirty="0" sz="950" spc="70"><a:latin typeface="Calibri"/><a:cs typeface="Calibri"/></a:rPr><a:t> </a:t></a:r><a:r><a:rPr dirty="0" sz="950"><a:latin typeface="Calibri"/><a:cs typeface="Calibri"/></a:rPr><a:t>BEGINNING</a:t></a:r><a:r><a:rPr dirty="0" sz="950" spc="65"><a:latin typeface="Calibri"/><a:cs typeface="Calibri"/></a:rPr><a:t> </a:t></a:r><a:r><a:rPr dirty="0" sz="950"><a:latin typeface="Calibri"/><a:cs typeface="Calibri"/></a:rPr><a:t>ANY</a:t></a:r><a:r><a:rPr dirty="0" sz="950" spc="70"><a:latin typeface="Calibri"/><a:cs typeface="Calibri"/></a:rPr><a:t> </a:t></a:r><a:r><a:rPr dirty="0" sz="950" spc="-10"><a:latin typeface="Calibri"/><a:cs typeface="Calibri"/></a:rPr><a:t>EXCAVATION.</a:t></a:r><a:endParaRPr sz="950"><a:latin typeface="Calibri"/><a:cs typeface="Calibri"/></a:endParaRPr></a:p><a:p><a:pPr marL="12700" marR="19685" indent="212090"><a:lnSpc><a:spcPct val="104500"/></a:lnSpc><a:spcBef><a:spcPts val="305"/></a:spcBef><a:buAutoNum type="arabicPeriod" startAt ="7"/><a:tabLst><a:tab pos="224790" algn="l"/></a:tabLst></a:pPr><a:r><a:rPr dirty="0" sz="950"><a:latin typeface="Calibri"/><a:cs typeface="Calibri"/></a:rPr><a:t>MAINTAIN</a:t></a:r><a:r><a:rPr dirty="0" sz="950" spc="85"><a:latin typeface="Calibri"/><a:cs typeface="Calibri"/></a:rPr><a:t> </a:t></a:r><a:r><a:rPr dirty="0" sz="950"><a:latin typeface="Calibri"/><a:cs typeface="Calibri"/></a:rPr><a:t>CONTINUOUS</a:t></a:r><a:r><a:rPr dirty="0" sz="950" spc="85"><a:latin typeface="Calibri"/><a:cs typeface="Calibri"/></a:rPr><a:t> </a:t></a:r><a:r><a:rPr dirty="0" sz="950"><a:latin typeface="Calibri"/><a:cs typeface="Calibri"/></a:rPr><a:t>TEMPORARY</a:t></a:r><a:r><a:rPr dirty="0" sz="950" spc="85"><a:latin typeface="Calibri"/><a:cs typeface="Calibri"/></a:rPr><a:t> </a:t></a:r><a:r><a:rPr dirty="0" sz="950"><a:latin typeface="Calibri"/><a:cs typeface="Calibri"/></a:rPr><a:t>TRAFFIC</a:t></a:r><a:r><a:rPr dirty="0" sz="950" spc="90"><a:latin typeface="Calibri"/><a:cs typeface="Calibri"/></a:rPr><a:t> </a:t></a:r><a:r><a:rPr dirty="0" sz="950"><a:latin typeface="Calibri"/><a:cs typeface="Calibri"/></a:rPr><a:t>BARRICADES,</a:t></a:r><a:r><a:rPr dirty="0" sz="950" spc="85"><a:latin typeface="Calibri"/><a:cs typeface="Calibri"/></a:rPr><a:t> </a:t></a:r><a:r><a:rPr dirty="0" sz="950"><a:latin typeface="Calibri"/><a:cs typeface="Calibri"/></a:rPr><a:t>WITH</a:t></a:r><a:r><a:rPr dirty="0" sz="950" spc="85"><a:latin typeface="Calibri"/><a:cs typeface="Calibri"/></a:rPr><a:t> </a:t></a:r><a:r><a:rPr dirty="0" sz="950"><a:latin typeface="Calibri"/><a:cs typeface="Calibri"/></a:rPr><a:t>OPERABLE</a:t></a:r><a:r><a:rPr dirty="0" sz="950" spc="85"><a:latin typeface="Calibri"/><a:cs typeface="Calibri"/></a:rPr><a:t> </a:t></a:r><a:r><a:rPr dirty="0" sz="950"><a:latin typeface="Calibri"/><a:cs typeface="Calibri"/></a:rPr><a:t>FLASHING</a:t></a:r><a:r><a:rPr dirty="0" sz="950" spc="90"><a:latin typeface="Calibri"/><a:cs typeface="Calibri"/></a:rPr><a:t> </a:t></a:r><a:r><a:rPr dirty="0" sz="950"><a:latin typeface="Calibri"/><a:cs typeface="Calibri"/></a:rPr><a:t>DEVICES,</a:t></a:r><a:r><a:rPr dirty="0" sz="950" spc="85"><a:latin typeface="Calibri"/><a:cs typeface="Calibri"/></a:rPr><a:t> </a:t></a:r><a:r><a:rPr dirty="0" sz="950"><a:latin typeface="Calibri"/><a:cs typeface="Calibri"/></a:rPr><a:t>SPACED</a:t></a:r><a:r><a:rPr dirty="0" sz="950" spc="85"><a:latin typeface="Calibri"/><a:cs typeface="Calibri"/></a:rPr><a:t> </a:t></a:r><a:r><a:rPr dirty="0" sz="950"><a:latin typeface="Calibri"/><a:cs typeface="Calibri"/></a:rPr><a:t>AT</a:t></a:r><a:r><a:rPr dirty="0" sz="950" spc="85"><a:latin typeface="Calibri"/><a:cs typeface="Calibri"/></a:rPr><a:t> </a:t></a:r><a:r><a:rPr dirty="0" sz="950"><a:latin typeface="Calibri"/><a:cs typeface="Calibri"/></a:rPr><a:t>INTERVALS</a:t></a:r><a:r><a:rPr dirty="0" sz="950" spc="90"><a:latin typeface="Calibri"/><a:cs typeface="Calibri"/></a:rPr><a:t> </a:t></a:r><a:r><a:rPr dirty="0" sz="950" spc="-25"><a:latin typeface="Calibri"/><a:cs typeface="Calibri"/></a:rPr><a:t>OF</a:t></a:r><a:r><a:rPr dirty="0" sz="950"><a:latin typeface="Calibri"/><a:cs typeface="Calibri"/></a:rPr><a:t> NOT</a:t></a:r><a:r><a:rPr dirty="0" sz="950" spc="55"><a:latin typeface="Calibri"/><a:cs typeface="Calibri"/></a:rPr><a:t> </a:t></a:r><a:r><a:rPr dirty="0" sz="950"><a:latin typeface="Calibri"/><a:cs typeface="Calibri"/></a:rPr><a:t>TO</a:t></a:r><a:r><a:rPr dirty="0" sz="950" spc="55"><a:latin typeface="Calibri"/><a:cs typeface="Calibri"/></a:rPr><a:t> </a:t></a:r><a:r><a:rPr dirty="0" sz="950"><a:latin typeface="Calibri"/><a:cs typeface="Calibri"/></a:rPr><a:t>EXCEED</a:t></a:r><a:r><a:rPr dirty="0" sz="950" spc="55"><a:latin typeface="Calibri"/><a:cs typeface="Calibri"/></a:rPr><a:t> </a:t></a:r><a:r><a:rPr dirty="0" sz="950"><a:latin typeface="Calibri"/><a:cs typeface="Calibri"/></a:rPr><a:t>50</a:t></a:r><a:r><a:rPr dirty="0" sz="950" spc="55"><a:latin typeface="Calibri"/><a:cs typeface="Calibri"/></a:rPr><a:t> </a:t></a:r><a:r><a:rPr dirty="0" sz="950"><a:latin typeface="Calibri"/><a:cs typeface="Calibri"/></a:rPr><a:t>FEET</a:t></a:r><a:r><a:rPr dirty="0" sz="950" spc="50"><a:latin typeface="Calibri"/><a:cs typeface="Calibri"/></a:rPr><a:t> </a:t></a:r><a:r><a:rPr dirty="0" sz="950"><a:latin typeface="Calibri"/><a:cs typeface="Calibri"/></a:rPr><a:t>WHENEVER</a:t></a:r><a:r><a:rPr dirty="0" sz="950" spc="55"><a:latin typeface="Calibri"/><a:cs typeface="Calibri"/></a:rPr><a:t> </a:t></a:r><a:r><a:rPr dirty="0" sz="950"><a:latin typeface="Calibri"/><a:cs typeface="Calibri"/></a:rPr><a:t>THE</a:t></a:r><a:r><a:rPr dirty="0" sz="950" spc="55"><a:latin typeface="Calibri"/><a:cs typeface="Calibri"/></a:rPr><a:t> </a:t></a:r><a:r><a:rPr dirty="0" sz="950"><a:latin typeface="Calibri"/><a:cs typeface="Calibri"/></a:rPr><a:t>WORK</a:t></a:r><a:r><a:rPr dirty="0" sz="950" spc="55"><a:latin typeface="Calibri"/><a:cs typeface="Calibri"/></a:rPr><a:t> </a:t></a:r><a:r><a:rPr dirty="0" sz="950"><a:latin typeface="Calibri"/><a:cs typeface="Calibri"/></a:rPr><a:t>AREA</a:t></a:r><a:r><a:rPr dirty="0" sz="950" spc="55"><a:latin typeface="Calibri"/><a:cs typeface="Calibri"/></a:rPr><a:t> </a:t></a:r><a:r><a:rPr dirty="0" sz="950"><a:latin typeface="Calibri"/><a:cs typeface="Calibri"/></a:rPr><a:t>IS</a:t></a:r><a:r><a:rPr dirty="0" sz="950" spc="55"><a:latin typeface="Calibri"/><a:cs typeface="Calibri"/></a:rPr><a:t> </a:t></a:r><a:r><a:rPr dirty="0" sz="950"><a:latin typeface="Calibri"/><a:cs typeface="Calibri"/></a:rPr><a:t>ADJACENT</a:t></a:r><a:r><a:rPr dirty="0" sz="950" spc="55"><a:latin typeface="Calibri"/><a:cs typeface="Calibri"/></a:rPr><a:t> </a:t></a:r><a:r><a:rPr dirty="0" sz="950"><a:latin typeface="Calibri"/><a:cs typeface="Calibri"/></a:rPr><a:t>TO</a:t></a:r><a:r><a:rPr dirty="0" sz="950" spc="55"><a:latin typeface="Calibri"/><a:cs typeface="Calibri"/></a:rPr><a:t> </a:t></a:r><a:r><a:rPr dirty="0" sz="950"><a:latin typeface="Calibri"/><a:cs typeface="Calibri"/></a:rPr><a:t>AN</a:t></a:r><a:r><a:rPr dirty="0" sz="950" spc="55"><a:latin typeface="Calibri"/><a:cs typeface="Calibri"/></a:rPr><a:t> </a:t></a:r><a:r><a:rPr dirty="0" sz="950"><a:latin typeface="Calibri"/><a:cs typeface="Calibri"/></a:rPr><a:t>EXISTING</a:t></a:r><a:r><a:rPr dirty="0" sz="950" spc="55"><a:latin typeface="Calibri"/><a:cs typeface="Calibri"/></a:rPr><a:t> </a:t></a:r><a:r><a:rPr dirty="0" sz="950"><a:latin typeface="Calibri"/><a:cs typeface="Calibri"/></a:rPr><a:t>TRAFFIC</a:t></a:r><a:r><a:rPr dirty="0" sz="950" spc="55"><a:latin typeface="Calibri"/><a:cs typeface="Calibri"/></a:rPr><a:t> </a:t></a:r><a:r><a:rPr dirty="0" sz="950"><a:latin typeface="Calibri"/><a:cs typeface="Calibri"/></a:rPr><a:t>LANE</a:t></a:r><a:r><a:rPr dirty="0" sz="950" spc="55"><a:latin typeface="Calibri"/><a:cs typeface="Calibri"/></a:rPr><a:t> </a:t></a:r><a:r><a:rPr dirty="0" sz="950"><a:latin typeface="Calibri"/><a:cs typeface="Calibri"/></a:rPr><a:t>AND</a:t></a:r><a:r><a:rPr dirty="0" sz="950" spc="55"><a:latin typeface="Calibri"/><a:cs typeface="Calibri"/></a:rPr><a:t> </a:t></a:r><a:r><a:rPr dirty="0" sz="950"><a:latin typeface="Calibri"/><a:cs typeface="Calibri"/></a:rPr><a:t>THERE</a:t></a:r><a:r><a:rPr dirty="0" sz="950" spc="55"><a:latin typeface="Calibri"/><a:cs typeface="Calibri"/></a:rPr><a:t> </a:t></a:r><a:r><a:rPr dirty="0" sz="950"><a:latin typeface="Calibri"/><a:cs typeface="Calibri"/></a:rPr><a:t>IS</a:t></a:r><a:r><a:rPr dirty="0" sz="950" spc="55"><a:latin typeface="Calibri"/><a:cs typeface="Calibri"/></a:rPr><a:t> </a:t></a:r><a:r><a:rPr dirty="0" sz="950"><a:latin typeface="Calibri"/><a:cs typeface="Calibri"/></a:rPr><a:t>A</a:t></a:r><a:r><a:rPr dirty="0" sz="950" spc="55"><a:latin typeface="Calibri"/><a:cs typeface="Calibri"/></a:rPr><a:t> </a:t></a:r><a:r><a:rPr dirty="0" sz="950" spc="-10"><a:latin typeface="Calibri"/><a:cs typeface="Calibri"/></a:rPr><a:t>PAVEMENT </a:t></a:r><a:r><a:rPr dirty="0" sz="950"><a:latin typeface="Calibri"/><a:cs typeface="Calibri"/></a:rPr><a:t>CUT,</a:t></a:r><a:r><a:rPr dirty="0" sz="950" spc="45"><a:latin typeface="Calibri"/><a:cs typeface="Calibri"/></a:rPr><a:t> </a:t></a:r><a:r><a:rPr dirty="0" sz="950"><a:latin typeface="Calibri"/><a:cs typeface="Calibri"/></a:rPr><a:t>TRENCH,</a:t></a:r><a:r><a:rPr dirty="0" sz="950" spc="45"><a:latin typeface="Calibri"/><a:cs typeface="Calibri"/></a:rPr><a:t> </a:t></a:r><a:r><a:rPr dirty="0" sz="950"><a:latin typeface="Calibri"/><a:cs typeface="Calibri"/></a:rPr><a:t>OR</a:t></a:r><a:r><a:rPr dirty="0" sz="950" spc="50"><a:latin typeface="Calibri"/><a:cs typeface="Calibri"/></a:rPr><a:t> </a:t></a:r><a:r><a:rPr dirty="0" sz="950"><a:latin typeface="Calibri"/><a:cs typeface="Calibri"/></a:rPr><a:t>DITCH</a:t></a:r><a:r><a:rPr dirty="0" sz="950" spc="45"><a:latin typeface="Calibri"/><a:cs typeface="Calibri"/></a:rPr><a:t> </a:t></a:r><a:r><a:rPr dirty="0" sz="950"><a:latin typeface="Calibri"/><a:cs typeface="Calibri"/></a:rPr><a:t>WHICH</a:t></a:r><a:r><a:rPr dirty="0" sz="950" spc="50"><a:latin typeface="Calibri"/><a:cs typeface="Calibri"/></a:rPr><a:t> </a:t></a:r><a:r><a:rPr dirty="0" sz="950"><a:latin typeface="Calibri"/><a:cs typeface="Calibri"/></a:rPr><a:t>IS</a:t></a:r><a:r><a:rPr dirty="0" sz="950" spc="45"><a:latin typeface="Calibri"/><a:cs typeface="Calibri"/></a:rPr><a:t> </a:t></a:r><a:r><a:rPr dirty="0" sz="950"><a:latin typeface="Calibri"/><a:cs typeface="Calibri"/></a:rPr><a:t>OVER</a:t></a:r><a:r><a:rPr dirty="0" sz="950" spc="45"><a:latin typeface="Calibri"/><a:cs typeface="Calibri"/></a:rPr><a:t> </a:t></a:r><a:r><a:rPr dirty="0" sz="950"><a:latin typeface="Calibri"/><a:cs typeface="Calibri"/></a:rPr><a:t>2</a:t></a:r><a:r><a:rPr dirty="0" sz="950" spc="50"><a:latin typeface="Calibri"/><a:cs typeface="Calibri"/></a:rPr><a:t> </a:t></a:r><a:r><a:rPr dirty="0" sz="950"><a:latin typeface="Calibri"/><a:cs typeface="Calibri"/></a:rPr><a:t>INCHES</a:t></a:r><a:r><a:rPr dirty="0" sz="950" spc="45"><a:latin typeface="Calibri"/><a:cs typeface="Calibri"/></a:rPr><a:t> </a:t></a:r><a:r><a:rPr dirty="0" sz="950"><a:latin typeface="Calibri"/><a:cs typeface="Calibri"/></a:rPr><a:t>IN</a:t></a:r><a:r><a:rPr dirty="0" sz="950" spc="50"><a:latin typeface="Calibri"/><a:cs typeface="Calibri"/></a:rPr><a:t> </a:t></a:r><a:r><a:rPr dirty="0" sz="950"><a:latin typeface="Calibri"/><a:cs typeface="Calibri"/></a:rPr><a:t>DEPTH,</a:t></a:r><a:r><a:rPr dirty="0" sz="950" spc="45"><a:latin typeface="Calibri"/><a:cs typeface="Calibri"/></a:rPr><a:t> </a:t></a:r><a:r><a:rPr dirty="0" sz="950"><a:latin typeface="Calibri"/><a:cs typeface="Calibri"/></a:rPr><a:t>OR</a:t></a:r><a:r><a:rPr dirty="0" sz="950" spc="45"><a:latin typeface="Calibri"/><a:cs typeface="Calibri"/></a:rPr><a:t> </a:t></a:r><a:r><a:rPr dirty="0" sz="950"><a:latin typeface="Calibri"/><a:cs typeface="Calibri"/></a:rPr><a:t>IF</a:t></a:r><a:r><a:rPr dirty="0" sz="950" spc="50"><a:latin typeface="Calibri"/><a:cs typeface="Calibri"/></a:rPr><a:t> </a:t></a:r><a:r><a:rPr dirty="0" sz="950"><a:latin typeface="Calibri"/><a:cs typeface="Calibri"/></a:rPr><a:t>THE</a:t></a:r><a:r><a:rPr dirty="0" sz="950" spc="45"><a:latin typeface="Calibri"/><a:cs typeface="Calibri"/></a:rPr><a:t> </a:t></a:r><a:r><a:rPr dirty="0" sz="950"><a:latin typeface="Calibri"/><a:cs typeface="Calibri"/></a:rPr><a:t>TRAFFIC</a:t></a:r><a:r><a:rPr dirty="0" sz="950" spc="50"><a:latin typeface="Calibri"/><a:cs typeface="Calibri"/></a:rPr><a:t> </a:t></a:r><a:r><a:rPr dirty="0" sz="950"><a:latin typeface="Calibri"/><a:cs typeface="Calibri"/></a:rPr><a:t>LANE</a:t></a:r><a:r><a:rPr dirty="0" sz="950" spc="45"><a:latin typeface="Calibri"/><a:cs typeface="Calibri"/></a:rPr><a:t> </a:t></a:r><a:r><a:rPr dirty="0" sz="950"><a:latin typeface="Calibri"/><a:cs typeface="Calibri"/></a:rPr><a:t>USED</a:t></a:r><a:r><a:rPr dirty="0" sz="950" spc="45"><a:latin typeface="Calibri"/><a:cs typeface="Calibri"/></a:rPr><a:t> </a:t></a:r><a:r><a:rPr dirty="0" sz="950"><a:latin typeface="Calibri"/><a:cs typeface="Calibri"/></a:rPr><a:t>BY</a:t></a:r><a:r><a:rPr dirty="0" sz="950" spc="50"><a:latin typeface="Calibri"/><a:cs typeface="Calibri"/></a:rPr><a:t> </a:t></a:r><a:r><a:rPr dirty="0" sz="950"><a:latin typeface="Calibri"/><a:cs typeface="Calibri"/></a:rPr><a:t>VEHICLES</a:t></a:r><a:r><a:rPr dirty="0" sz="950" spc="45"><a:latin typeface="Calibri"/><a:cs typeface="Calibri"/></a:rPr><a:t> </a:t></a:r><a:r><a:rPr dirty="0" sz="950"><a:latin typeface="Calibri"/><a:cs typeface="Calibri"/></a:rPr><a:t>IS</a:t></a:r><a:r><a:rPr dirty="0" sz="950" spc="50"><a:latin typeface="Calibri"/><a:cs typeface="Calibri"/></a:rPr><a:t> </a:t></a:r><a:r><a:rPr dirty="0" sz="950"><a:latin typeface="Calibri"/><a:cs typeface="Calibri"/></a:rPr><a:t>NOT</a:t></a:r><a:r><a:rPr dirty="0" sz="950" spc="45"><a:latin typeface="Calibri"/><a:cs typeface="Calibri"/></a:rPr><a:t> </a:t></a:r><a:r><a:rPr dirty="0" sz="950"><a:latin typeface="Calibri"/><a:cs typeface="Calibri"/></a:rPr><a:t>PAVED.</a:t></a:r><a:r><a:rPr dirty="0" sz="950" spc="50"><a:latin typeface="Calibri"/><a:cs typeface="Calibri"/></a:rPr><a:t> </a:t></a:r><a:r><a:rPr dirty="0" sz="950"><a:latin typeface="Calibri"/><a:cs typeface="Calibri"/></a:rPr><a:t>IF</a:t></a:r><a:r><a:rPr dirty="0" sz="950" spc="45"><a:latin typeface="Calibri"/><a:cs typeface="Calibri"/></a:rPr><a:t> </a:t></a:r><a:r><a:rPr dirty="0" sz="950" spc="-25"><a:latin typeface="Calibri"/><a:cs typeface="Calibri"/></a:rPr><a:t>THE</a:t></a:r><a:r><a:rPr dirty="0" sz="950"><a:latin typeface="Calibri"/><a:cs typeface="Calibri"/></a:rPr><a:t> CUT,</a:t></a:r><a:r><a:rPr dirty="0" sz="950" spc="50"><a:latin typeface="Calibri"/><a:cs typeface="Calibri"/></a:rPr><a:t> </a:t></a:r><a:r><a:rPr dirty="0" sz="950"><a:latin typeface="Calibri"/><a:cs typeface="Calibri"/></a:rPr><a:t>TRENCH</a:t></a:r><a:r><a:rPr dirty="0" sz="950" spc="55"><a:latin typeface="Calibri"/><a:cs typeface="Calibri"/></a:rPr><a:t> </a:t></a:r><a:r><a:rPr dirty="0" sz="950"><a:latin typeface="Calibri"/><a:cs typeface="Calibri"/></a:rPr><a:t>OR</a:t></a:r><a:r><a:rPr dirty="0" sz="950" spc="50"><a:latin typeface="Calibri"/><a:cs typeface="Calibri"/></a:rPr><a:t> </a:t></a:r><a:r><a:rPr dirty="0" sz="950"><a:latin typeface="Calibri"/><a:cs typeface="Calibri"/></a:rPr><a:t>DITCH</a:t></a:r><a:r><a:rPr dirty="0" sz="950" spc="55"><a:latin typeface="Calibri"/><a:cs typeface="Calibri"/></a:rPr><a:t> </a:t></a:r><a:r><a:rPr dirty="0" sz="950"><a:latin typeface="Calibri"/><a:cs typeface="Calibri"/></a:rPr><a:t>IS</a:t></a:r><a:r><a:rPr dirty="0" sz="950" spc="50"><a:latin typeface="Calibri"/><a:cs typeface="Calibri"/></a:rPr><a:t> </a:t></a:r><a:r><a:rPr dirty="0" sz="950"><a:latin typeface="Calibri"/><a:cs typeface="Calibri"/></a:rPr><a:t>MORE</a:t></a:r><a:r><a:rPr dirty="0" sz="950" spc="55"><a:latin typeface="Calibri"/><a:cs typeface="Calibri"/></a:rPr><a:t> </a:t></a:r><a:r><a:rPr dirty="0" sz="950"><a:latin typeface="Calibri"/><a:cs typeface="Calibri"/></a:rPr><a:t>THAN</a:t></a:r><a:r><a:rPr dirty="0" sz="950" spc="50"><a:latin typeface="Calibri"/><a:cs typeface="Calibri"/></a:rPr><a:t> </a:t></a:r><a:r><a:rPr dirty="0" sz="950"><a:latin typeface="Calibri"/><a:cs typeface="Calibri"/></a:rPr><a:t>10</a:t></a:r><a:r><a:rPr dirty="0" sz="950" spc="55"><a:latin typeface="Calibri"/><a:cs typeface="Calibri"/></a:rPr><a:t> </a:t></a:r><a:r><a:rPr dirty="0" sz="950"><a:latin typeface="Calibri"/><a:cs typeface="Calibri"/></a:rPr><a:t>FEET</a:t></a:r><a:r><a:rPr dirty="0" sz="950" spc="50"><a:latin typeface="Calibri"/><a:cs typeface="Calibri"/></a:rPr><a:t> </a:t></a:r><a:r><a:rPr dirty="0" sz="950"><a:latin typeface="Calibri"/><a:cs typeface="Calibri"/></a:rPr><a:t>FROM</a:t></a:r><a:r><a:rPr dirty="0" sz="950" spc="55"><a:latin typeface="Calibri"/><a:cs typeface="Calibri"/></a:rPr><a:t> </a:t></a:r><a:r><a:rPr dirty="0" sz="950"><a:latin typeface="Calibri"/><a:cs typeface="Calibri"/></a:rPr><a:t>A</a:t></a:r><a:r><a:rPr dirty="0" sz="950" spc="50"><a:latin typeface="Calibri"/><a:cs typeface="Calibri"/></a:rPr><a:t> </a:t></a:r><a:r><a:rPr dirty="0" sz="950"><a:latin typeface="Calibri"/><a:cs typeface="Calibri"/></a:rPr><a:t>TRAFFIC</a:t></a:r><a:r><a:rPr dirty="0" sz="950" spc="55"><a:latin typeface="Calibri"/><a:cs typeface="Calibri"/></a:rPr><a:t> </a:t></a:r><a:r><a:rPr dirty="0" sz="950"><a:latin typeface="Calibri"/><a:cs typeface="Calibri"/></a:rPr><a:t>LANE,</a:t></a:r><a:r><a:rPr dirty="0" sz="950" spc="50"><a:latin typeface="Calibri"/><a:cs typeface="Calibri"/></a:rPr><a:t> </a:t></a:r><a:r><a:rPr dirty="0" sz="950"><a:latin typeface="Calibri"/><a:cs typeface="Calibri"/></a:rPr><a:t>THEN</a:t></a:r><a:r><a:rPr dirty="0" sz="950" spc="55"><a:latin typeface="Calibri"/><a:cs typeface="Calibri"/></a:rPr><a:t> </a:t></a:r><a:r><a:rPr dirty="0" sz="950"><a:latin typeface="Calibri"/><a:cs typeface="Calibri"/></a:rPr><a:t>THE</a:t></a:r><a:r><a:rPr dirty="0" sz="950" spc="50"><a:latin typeface="Calibri"/><a:cs typeface="Calibri"/></a:rPr><a:t> </a:t></a:r><a:r><a:rPr dirty="0" sz="950"><a:latin typeface="Calibri"/><a:cs typeface="Calibri"/></a:rPr><a:t>BARRICADE</a:t></a:r><a:r><a:rPr dirty="0" sz="950" spc="55"><a:latin typeface="Calibri"/><a:cs typeface="Calibri"/></a:rPr><a:t> </a:t></a:r><a:r><a:rPr dirty="0" sz="950"><a:latin typeface="Calibri"/><a:cs typeface="Calibri"/></a:rPr><a:t>SPACING</a:t></a:r><a:r><a:rPr dirty="0" sz="950" spc="50"><a:latin typeface="Calibri"/><a:cs typeface="Calibri"/></a:rPr><a:t> </a:t></a:r><a:r><a:rPr dirty="0" sz="950"><a:latin typeface="Calibri"/><a:cs typeface="Calibri"/></a:rPr><a:t>MAY</a:t></a:r><a:r><a:rPr dirty="0" sz="950" spc="55"><a:latin typeface="Calibri"/><a:cs typeface="Calibri"/></a:rPr><a:t> </a:t></a:r><a:r><a:rPr dirty="0" sz="950"><a:latin typeface="Calibri"/><a:cs typeface="Calibri"/></a:rPr><a:t>BE</a:t></a:r><a:r><a:rPr dirty="0" sz="950" spc="50"><a:latin typeface="Calibri"/><a:cs typeface="Calibri"/></a:rPr><a:t> </a:t></a:r><a:r><a:rPr dirty="0" sz="950" spc="-10"><a:latin typeface="Calibri"/><a:cs typeface="Calibri"/></a:rPr><a:t>GREATER, </a:t></a:r><a:r><a:rPr dirty="0" sz="950"><a:latin typeface="Calibri"/><a:cs typeface="Calibri"/></a:rPr><a:t>PROVIDED</a:t></a:r><a:r><a:rPr dirty="0" sz="950" spc="55"><a:latin typeface="Calibri"/><a:cs typeface="Calibri"/></a:rPr><a:t> </a:t></a:r><a:r><a:rPr dirty="0" sz="950"><a:latin typeface="Calibri"/><a:cs typeface="Calibri"/></a:rPr><a:t>THAT</a:t></a:r><a:r><a:rPr dirty="0" sz="950" spc="60"><a:latin typeface="Calibri"/><a:cs typeface="Calibri"/></a:rPr><a:t> </a:t></a:r><a:r><a:rPr dirty="0" sz="950"><a:latin typeface="Calibri"/><a:cs typeface="Calibri"/></a:rPr><a:t>IT</a:t></a:r><a:r><a:rPr dirty="0" sz="950" spc="55"><a:latin typeface="Calibri"/><a:cs typeface="Calibri"/></a:rPr><a:t> </a:t></a:r><a:r><a:rPr dirty="0" sz="950"><a:latin typeface="Calibri"/><a:cs typeface="Calibri"/></a:rPr><a:t>DOES</a:t></a:r><a:r><a:rPr dirty="0" sz="950" spc="60"><a:latin typeface="Calibri"/><a:cs typeface="Calibri"/></a:rPr><a:t> </a:t></a:r><a:r><a:rPr dirty="0" sz="950"><a:latin typeface="Calibri"/><a:cs typeface="Calibri"/></a:rPr><a:t>NOT</a:t></a:r><a:r><a:rPr dirty="0" sz="950" spc="60"><a:latin typeface="Calibri"/><a:cs typeface="Calibri"/></a:rPr><a:t> </a:t></a:r><a:r><a:rPr dirty="0" sz="950"><a:latin typeface="Calibri"/><a:cs typeface="Calibri"/></a:rPr><a:t>EXCEED</a:t></a:r><a:r><a:rPr dirty="0" sz="950" spc="55"><a:latin typeface="Calibri"/><a:cs typeface="Calibri"/></a:rPr><a:t> </a:t></a:r><a:r><a:rPr dirty="0" sz="950"><a:latin typeface="Calibri"/><a:cs typeface="Calibri"/></a:rPr><a:t>200</a:t></a:r><a:r><a:rPr dirty="0" sz="950" spc="60"><a:latin typeface="Calibri"/><a:cs typeface="Calibri"/></a:rPr><a:t> </a:t></a:r><a:r><a:rPr dirty="0" sz="950" spc="-10"><a:latin typeface="Calibri"/><a:cs typeface="Calibri"/></a:rPr><a:t>FEET.</a:t></a:r><a:endParaRPr sz="950"><a:latin typeface="Calibri"/><a:cs typeface="Calibri"/></a:endParaRPr></a:p><a:p><a:pPr marL="12700" marR="37465" indent="212090"><a:lnSpc><a:spcPct val="104500"/></a:lnSpc><a:spcBef><a:spcPts val="305"/></a:spcBef><a:buAutoNum type="arabicPeriod" startAt ="7"/><a:tabLst><a:tab pos="224790" algn="l"/></a:tabLst></a:pPr><a:r><a:rPr dirty="0" sz="950"><a:latin typeface="Calibri"/><a:cs typeface="Calibri"/></a:rPr><a:t>CONTRACTOR</a:t></a:r><a:r><a:rPr dirty="0" sz="950" spc="80"><a:latin typeface="Calibri"/><a:cs typeface="Calibri"/></a:rPr><a:t> </a:t></a:r><a:r><a:rPr dirty="0" sz="950"><a:latin typeface="Calibri"/><a:cs typeface="Calibri"/></a:rPr><a:t>AGREES</a:t></a:r><a:r><a:rPr dirty="0" sz="950" spc="85"><a:latin typeface="Calibri"/><a:cs typeface="Calibri"/></a:rPr><a:t> </a:t></a:r><a:r><a:rPr dirty="0" sz="950"><a:latin typeface="Calibri"/><a:cs typeface="Calibri"/></a:rPr><a:t>THAT,</a:t></a:r><a:r><a:rPr dirty="0" sz="950" spc="85"><a:latin typeface="Calibri"/><a:cs typeface="Calibri"/></a:rPr><a:t> </a:t></a:r><a:r><a:rPr dirty="0" sz="950"><a:latin typeface="Calibri"/><a:cs typeface="Calibri"/></a:rPr><a:t>IN</a:t></a:r><a:r><a:rPr dirty="0" sz="950" spc="85"><a:latin typeface="Calibri"/><a:cs typeface="Calibri"/></a:rPr><a:t> </a:t></a:r><a:r><a:rPr dirty="0" sz="950"><a:latin typeface="Calibri"/><a:cs typeface="Calibri"/></a:rPr><a:t>ACCORDANCE</a:t></a:r><a:r><a:rPr dirty="0" sz="950" spc="85"><a:latin typeface="Calibri"/><a:cs typeface="Calibri"/></a:rPr><a:t> </a:t></a:r><a:r><a:rPr dirty="0" sz="950"><a:latin typeface="Calibri"/><a:cs typeface="Calibri"/></a:rPr><a:t>WITH</a:t></a:r><a:r><a:rPr dirty="0" sz="950" spc="85"><a:latin typeface="Calibri"/><a:cs typeface="Calibri"/></a:rPr><a:t> </a:t></a:r><a:r><a:rPr dirty="0" sz="950"><a:latin typeface="Calibri"/><a:cs typeface="Calibri"/></a:rPr><a:t>GENERALLY</a:t></a:r><a:r><a:rPr dirty="0" sz="950" spc="85"><a:latin typeface="Calibri"/><a:cs typeface="Calibri"/></a:rPr><a:t> </a:t></a:r><a:r><a:rPr dirty="0" sz="950"><a:latin typeface="Calibri"/><a:cs typeface="Calibri"/></a:rPr><a:t>ACCEPTED</a:t></a:r><a:r><a:rPr dirty="0" sz="950" spc="85"><a:latin typeface="Calibri"/><a:cs typeface="Calibri"/></a:rPr><a:t> </a:t></a:r><a:r><a:rPr dirty="0" sz="950"><a:latin typeface="Calibri"/><a:cs typeface="Calibri"/></a:rPr><a:t>CONSTRUCTION</a:t></a:r><a:r><a:rPr dirty="0" sz="950" spc="85"><a:latin typeface="Calibri"/><a:cs typeface="Calibri"/></a:rPr><a:t> </a:t></a:r><a:r><a:rPr dirty="0" sz="950"><a:latin typeface="Calibri"/><a:cs typeface="Calibri"/></a:rPr><a:t>PRACTICES,</a:t></a:r><a:r><a:rPr dirty="0" sz="950" spc="85"><a:latin typeface="Calibri"/><a:cs typeface="Calibri"/></a:rPr><a:t> </a:t></a:r><a:r><a:rPr dirty="0" sz="950" spc="-10"><a:latin typeface="Calibri"/><a:cs typeface="Calibri"/></a:rPr><a:t>CONTRACTOR</a:t></a:r><a:r><a:rPr dirty="0" sz="950" spc="500"><a:latin typeface="Calibri"/><a:cs typeface="Calibri"/></a:rPr><a:t> </a:t></a:r><a:r><a:rPr dirty="0" sz="950"><a:latin typeface="Calibri"/><a:cs typeface="Calibri"/></a:rPr><a:t>SHALL</a:t></a:r><a:r><a:rPr dirty="0" sz="950" spc="65"><a:latin typeface="Calibri"/><a:cs typeface="Calibri"/></a:rPr><a:t> </a:t></a:r><a:r><a:rPr dirty="0" sz="950"><a:latin typeface="Calibri"/><a:cs typeface="Calibri"/></a:rPr><a:t>BE</a:t></a:r><a:r><a:rPr dirty="0" sz="950" spc="70"><a:latin typeface="Calibri"/><a:cs typeface="Calibri"/></a:rPr><a:t> </a:t></a:r><a:r><a:rPr dirty="0" sz="950"><a:latin typeface="Calibri"/><a:cs typeface="Calibri"/></a:rPr><a:t>REQUIRED</a:t></a:r><a:r><a:rPr dirty="0" sz="950" spc="65"><a:latin typeface="Calibri"/><a:cs typeface="Calibri"/></a:rPr><a:t> </a:t></a:r><a:r><a:rPr dirty="0" sz="950"><a:latin typeface="Calibri"/><a:cs typeface="Calibri"/></a:rPr><a:t>TO</a:t></a:r><a:r><a:rPr dirty="0" sz="950" spc="70"><a:latin typeface="Calibri"/><a:cs typeface="Calibri"/></a:rPr><a:t> </a:t></a:r><a:r><a:rPr dirty="0" sz="950"><a:latin typeface="Calibri"/><a:cs typeface="Calibri"/></a:rPr><a:t>ASSUME</a:t></a:r><a:r><a:rPr dirty="0" sz="950" spc="65"><a:latin typeface="Calibri"/><a:cs typeface="Calibri"/></a:rPr><a:t> </a:t></a:r><a:r><a:rPr dirty="0" sz="950"><a:latin typeface="Calibri"/><a:cs typeface="Calibri"/></a:rPr><a:t>SOLE</a:t></a:r><a:r><a:rPr dirty="0" sz="950" spc="70"><a:latin typeface="Calibri"/><a:cs typeface="Calibri"/></a:rPr><a:t> </a:t></a:r><a:r><a:rPr dirty="0" sz="950"><a:latin typeface="Calibri"/><a:cs typeface="Calibri"/></a:rPr><a:t>AND</a:t></a:r><a:r><a:rPr dirty="0" sz="950" spc="65"><a:latin typeface="Calibri"/><a:cs typeface="Calibri"/></a:rPr><a:t> </a:t></a:r><a:r><a:rPr dirty="0" sz="950"><a:latin typeface="Calibri"/><a:cs typeface="Calibri"/></a:rPr><a:t>COMPLETE</a:t></a:r><a:r><a:rPr dirty="0" sz="950" spc="70"><a:latin typeface="Calibri"/><a:cs typeface="Calibri"/></a:rPr><a:t> </a:t></a:r><a:r><a:rPr dirty="0" sz="950"><a:latin typeface="Calibri"/><a:cs typeface="Calibri"/></a:rPr><a:t>RESPONSIBILITY</a:t></a:r><a:r><a:rPr dirty="0" sz="950" spc="65"><a:latin typeface="Calibri"/><a:cs typeface="Calibri"/></a:rPr><a:t> </a:t></a:r><a:r><a:rPr dirty="0" sz="950"><a:latin typeface="Calibri"/><a:cs typeface="Calibri"/></a:rPr><a:t>FOR</a:t></a:r><a:r><a:rPr dirty="0" sz="950" spc="70"><a:latin typeface="Calibri"/><a:cs typeface="Calibri"/></a:rPr><a:t> </a:t></a:r><a:r><a:rPr dirty="0" sz="950"><a:latin typeface="Calibri"/><a:cs typeface="Calibri"/></a:rPr><a:t>JOB</a:t></a:r><a:r><a:rPr dirty="0" sz="950" spc="65"><a:latin typeface="Calibri"/><a:cs typeface="Calibri"/></a:rPr><a:t> </a:t></a:r><a:r><a:rPr dirty="0" sz="950"><a:latin typeface="Calibri"/><a:cs typeface="Calibri"/></a:rPr><a:t>SITE</a:t></a:r><a:r><a:rPr dirty="0" sz="950" spc="70"><a:latin typeface="Calibri"/><a:cs typeface="Calibri"/></a:rPr><a:t> </a:t></a:r><a:r><a:rPr dirty="0" sz="950"><a:latin typeface="Calibri"/><a:cs typeface="Calibri"/></a:rPr><a:t>CONDITIONS</a:t></a:r><a:r><a:rPr dirty="0" sz="950" spc="65"><a:latin typeface="Calibri"/><a:cs typeface="Calibri"/></a:rPr><a:t> </a:t></a:r><a:r><a:rPr dirty="0" sz="950"><a:latin typeface="Calibri"/><a:cs typeface="Calibri"/></a:rPr><a:t>DURING</a:t></a:r><a:r><a:rPr dirty="0" sz="950" spc="70"><a:latin typeface="Calibri"/><a:cs typeface="Calibri"/></a:rPr><a:t> </a:t></a:r><a:r><a:rPr dirty="0" sz="950"><a:latin typeface="Calibri"/><a:cs typeface="Calibri"/></a:rPr><a:t>THE</a:t></a:r><a:r><a:rPr dirty="0" sz="950" spc="65"><a:latin typeface="Calibri"/><a:cs typeface="Calibri"/></a:rPr><a:t> </a:t></a:r><a:r><a:rPr dirty="0" sz="950"><a:latin typeface="Calibri"/><a:cs typeface="Calibri"/></a:rPr><a:t>COURSE</a:t></a:r><a:r><a:rPr dirty="0" sz="950" spc="70"><a:latin typeface="Calibri"/><a:cs typeface="Calibri"/></a:rPr><a:t> </a:t></a:r><a:r><a:rPr dirty="0" sz="950"><a:latin typeface="Calibri"/><a:cs typeface="Calibri"/></a:rPr><a:t>OF</a:t></a:r><a:r><a:rPr dirty="0" sz="950" spc="65"><a:latin typeface="Calibri"/><a:cs typeface="Calibri"/></a:rPr><a:t> </a:t></a:r><a:r><a:rPr dirty="0" sz="950" spc="-25"><a:latin typeface="Calibri"/><a:cs typeface="Calibri"/></a:rPr><a:t>THE</a:t></a:r><a:r><a:rPr dirty="0" sz="950"><a:latin typeface="Calibri"/><a:cs typeface="Calibri"/></a:rPr><a:t> CONSTRUCTION</a:t></a:r><a:r><a:rPr dirty="0" sz="950" spc="70"><a:latin typeface="Calibri"/><a:cs typeface="Calibri"/></a:rPr><a:t> </a:t></a:r><a:r><a:rPr dirty="0" sz="950"><a:latin typeface="Calibri"/><a:cs typeface="Calibri"/></a:rPr><a:t>OF</a:t></a:r><a:r><a:rPr dirty="0" sz="950" spc="70"><a:latin typeface="Calibri"/><a:cs typeface="Calibri"/></a:rPr><a:t> </a:t></a:r><a:r><a:rPr dirty="0" sz="950"><a:latin typeface="Calibri"/><a:cs typeface="Calibri"/></a:rPr><a:t>THE</a:t></a:r><a:r><a:rPr dirty="0" sz="950" spc="70"><a:latin typeface="Calibri"/><a:cs typeface="Calibri"/></a:rPr><a:t> </a:t></a:r><a:r><a:rPr dirty="0" sz="950"><a:latin typeface="Calibri"/><a:cs typeface="Calibri"/></a:rPr><a:t>PROJECT,</a:t></a:r><a:r><a:rPr dirty="0" sz="950" spc="70"><a:latin typeface="Calibri"/><a:cs typeface="Calibri"/></a:rPr><a:t> </a:t></a:r><a:r><a:rPr dirty="0" sz="950"><a:latin typeface="Calibri"/><a:cs typeface="Calibri"/></a:rPr><a:t>INCLUDING</a:t></a:r><a:r><a:rPr dirty="0" sz="950" spc="70"><a:latin typeface="Calibri"/><a:cs typeface="Calibri"/></a:rPr><a:t> </a:t></a:r><a:r><a:rPr dirty="0" sz="950"><a:latin typeface="Calibri"/><a:cs typeface="Calibri"/></a:rPr><a:t>SAFETY</a:t></a:r><a:r><a:rPr dirty="0" sz="950" spc="70"><a:latin typeface="Calibri"/><a:cs typeface="Calibri"/></a:rPr><a:t> </a:t></a:r><a:r><a:rPr dirty="0" sz="950"><a:latin typeface="Calibri"/><a:cs typeface="Calibri"/></a:rPr><a:t>OF</a:t></a:r><a:r><a:rPr dirty="0" sz="950" spc="70"><a:latin typeface="Calibri"/><a:cs typeface="Calibri"/></a:rPr><a:t> </a:t></a:r><a:r><a:rPr dirty="0" sz="950"><a:latin typeface="Calibri"/><a:cs typeface="Calibri"/></a:rPr><a:t>ALL</a:t></a:r><a:r><a:rPr dirty="0" sz="950" spc="70"><a:latin typeface="Calibri"/><a:cs typeface="Calibri"/></a:rPr><a:t> </a:t></a:r><a:r><a:rPr dirty="0" sz="950"><a:latin typeface="Calibri"/><a:cs typeface="Calibri"/></a:rPr><a:t>PERSONS</a:t></a:r><a:r><a:rPr dirty="0" sz="950" spc="70"><a:latin typeface="Calibri"/><a:cs typeface="Calibri"/></a:rPr><a:t> </a:t></a:r><a:r><a:rPr dirty="0" sz="950"><a:latin typeface="Calibri"/><a:cs typeface="Calibri"/></a:rPr><a:t>AND</a:t></a:r><a:r><a:rPr dirty="0" sz="950" spc="75"><a:latin typeface="Calibri"/><a:cs typeface="Calibri"/></a:rPr><a:t> </a:t></a:r><a:r><a:rPr dirty="0" sz="950" spc="-10"><a:latin typeface="Calibri"/><a:cs typeface="Calibri"/></a:rPr><a:t>PROPERTY.</a:t></a:r><a:endParaRPr sz="950"><a:latin typeface="Calibri"/><a:cs typeface="Calibri"/></a:endParaRPr></a:p><a:p><a:pPr marL="12700" marR="304800" indent="212090"><a:lnSpc><a:spcPct val="104500"/></a:lnSpc><a:spcBef><a:spcPts val="305"/></a:spcBef><a:buAutoNum type="arabicPeriod" startAt ="7"/><a:tabLst><a:tab pos="224790" algn="l"/></a:tabLst></a:pPr><a:endParaRPr sz="950"><a:latin typeface="Calibri"/><a:cs typeface="Calibri"/></a:endParaRPr><a:r><a:rPr dirty="0" sz="950"><a:latin typeface="Calibri"/><a:t>ALL {{UTILITY}}-REQUIRED EQUIPMENT SHALL BE INSTALLED IN ACCORDANCE WITH CURRENT {{UTILITY}} STANDARDS.</a:t></a:r></a:p><a:p><a:pPr marL="12700" marR="106045" indent="212090"><a:lnSpc><a:spcPct val="104500"/></a:lnSpc><a:spcBef><a:spcPts val="305"/></a:spcBef><a:buAutoNum type="arabicPeriod" startAt ="7"/><a:tabLst><a:tab pos="224790" algn="l"/></a:tabLst></a:pPr><a:r><a:rPr dirty="0" sz="950"><a:latin typeface="Calibri"/><a:cs typeface="Calibri"/></a:rPr><a:t>ALL</a:t></a:r><a:r><a:rPr dirty="0" sz="950" spc="60"><a:latin typeface="Calibri"/><a:cs typeface="Calibri"/></a:rPr><a:t> </a:t></a:r><a:r><a:rPr dirty="0" sz="950"><a:latin typeface="Calibri"/><a:cs typeface="Calibri"/></a:rPr><a:t>CONSTRUCTION</a:t></a:r><a:r><a:rPr dirty="0" sz="950" spc="65"><a:latin typeface="Calibri"/><a:cs typeface="Calibri"/></a:rPr><a:t> </a:t></a:r><a:r><a:rPr dirty="0" sz="950"><a:latin typeface="Calibri"/><a:cs typeface="Calibri"/></a:rPr><a:t>AND</a:t></a:r><a:r><a:rPr dirty="0" sz="950" spc="65"><a:latin typeface="Calibri"/><a:cs typeface="Calibri"/></a:rPr><a:t> </a:t></a:r><a:r><a:rPr dirty="0" sz="950"><a:latin typeface="Calibri"/><a:cs typeface="Calibri"/></a:rPr><a:t>MATERIAL</a:t></a:r><a:r><a:rPr dirty="0" sz="950" spc="60"><a:latin typeface="Calibri"/><a:cs typeface="Calibri"/></a:rPr><a:t> </a:t></a:r><a:r><a:rPr dirty="0" sz="950"><a:latin typeface="Calibri"/><a:cs typeface="Calibri"/></a:rPr><a:t>DELIVERY</a:t></a:r><a:r><a:rPr dirty="0" sz="950" spc="65"><a:latin typeface="Calibri"/><a:cs typeface="Calibri"/></a:rPr><a:t> </a:t></a:r><a:r><a:rPr dirty="0" sz="950"><a:latin typeface="Calibri"/><a:cs typeface="Calibri"/></a:rPr><a:t>VEHICLES</a:t></a:r><a:r><a:rPr dirty="0" sz="950" spc="65"><a:latin typeface="Calibri"/><a:cs typeface="Calibri"/></a:rPr><a:t> </a:t></a:r><a:r><a:rPr dirty="0" sz="950"><a:latin typeface="Calibri"/><a:cs typeface="Calibri"/></a:rPr><a:t>SHALL</a:t></a:r><a:r><a:rPr dirty="0" sz="950" spc="60"><a:latin typeface="Calibri"/><a:cs typeface="Calibri"/></a:rPr><a:t> </a:t></a:r><a:r><a:rPr dirty="0" sz="950"><a:latin typeface="Calibri"/><a:cs typeface="Calibri"/></a:rPr><a:t>USE</a:t></a:r><a:r><a:rPr dirty="0" sz="950" spc="65"><a:latin typeface="Calibri"/><a:cs typeface="Calibri"/></a:rPr><a:t> </a:t></a:r><a:r><a:rPr dirty="0" sz="950"><a:latin typeface="Calibri"/><a:cs typeface="Calibri"/></a:rPr><a:t>THE</a:t></a:r><a:r><a:rPr dirty="0" sz="950" spc="65"><a:latin typeface="Calibri"/><a:cs typeface="Calibri"/></a:rPr><a:t> </a:t></a:r><a:r><a:rPr dirty="0" sz="950"><a:latin typeface="Calibri"/><a:cs typeface="Calibri"/></a:rPr><a:t>DESIGNATED</a:t></a:r><a:r><a:rPr dirty="0" sz="950" spc="65"><a:latin typeface="Calibri"/><a:cs typeface="Calibri"/></a:rPr><a:t> </a:t></a:r><a:r><a:rPr dirty="0" sz="950"><a:latin typeface="Calibri"/><a:cs typeface="Calibri"/></a:rPr><a:t>ACCESS</a:t></a:r><a:r><a:rPr dirty="0" sz="950" spc="60"><a:latin typeface="Calibri"/><a:cs typeface="Calibri"/></a:rPr><a:t> </a:t></a:r><a:r><a:rPr dirty="0" sz="950"><a:latin typeface="Calibri"/><a:cs typeface="Calibri"/></a:rPr><a:t>AND</a:t></a:r><a:r><a:rPr dirty="0" sz="950" spc="65"><a:latin typeface="Calibri"/><a:cs typeface="Calibri"/></a:rPr><a:t> </a:t></a:r><a:r><a:rPr dirty="0" sz="950"><a:latin typeface="Calibri"/><a:cs typeface="Calibri"/></a:rPr><a:t>HAUL</a:t></a:r><a:r><a:rPr dirty="0" sz="950" spc="65"><a:latin typeface="Calibri"/><a:cs typeface="Calibri"/></a:rPr><a:t> </a:t></a:r><a:r><a:rPr dirty="0" sz="950"><a:latin typeface="Calibri"/><a:cs typeface="Calibri"/></a:rPr><a:t>ROUTE(S)</a:t></a:r><a:r><a:rPr dirty="0" sz="950" spc="60"><a:latin typeface="Calibri"/><a:cs typeface="Calibri"/></a:rPr><a:t> </a:t></a:r><a:r><a:rPr dirty="0" sz="950"><a:latin typeface="Calibri"/><a:cs typeface="Calibri"/></a:rPr><a:t>TO</a:t></a:r><a:r><a:rPr dirty="0" sz="950" spc="65"><a:latin typeface="Calibri"/><a:cs typeface="Calibri"/></a:rPr><a:t> </a:t></a:r><a:r><a:rPr dirty="0" sz="950" spc="-25"><a:latin typeface="Calibri"/><a:cs typeface="Calibri"/></a:rPr><a:t>THE</a:t></a:r><a:r><a:rPr dirty="0" sz="950"><a:latin typeface="Calibri"/><a:cs typeface="Calibri"/></a:rPr><a:t> CONSTRUCTION</a:t></a:r><a:r><a:rPr dirty="0" sz="950" spc="70"><a:latin typeface="Calibri"/><a:cs typeface="Calibri"/></a:rPr><a:t> </a:t></a:r><a:r><a:rPr dirty="0" sz="950"><a:latin typeface="Calibri"/><a:cs typeface="Calibri"/></a:rPr><a:t>SITE.</a:t></a:r><a:r><a:rPr dirty="0" sz="950" spc="70"><a:latin typeface="Calibri"/><a:cs typeface="Calibri"/></a:rPr><a:t> </a:t></a:r><a:r><a:rPr dirty="0" sz="950"><a:latin typeface="Calibri"/><a:cs typeface="Calibri"/></a:rPr><a:t>ANY</a:t></a:r><a:r><a:rPr dirty="0" sz="950" spc="70"><a:latin typeface="Calibri"/><a:cs typeface="Calibri"/></a:rPr><a:t> </a:t></a:r><a:r><a:rPr dirty="0" sz="950"><a:latin typeface="Calibri"/><a:cs typeface="Calibri"/></a:rPr><a:t>DEVIATION</a:t></a:r><a:r><a:rPr dirty="0" sz="950" spc="70"><a:latin typeface="Calibri"/><a:cs typeface="Calibri"/></a:rPr><a:t> </a:t></a:r><a:r><a:rPr dirty="0" sz="950"><a:latin typeface="Calibri"/><a:cs typeface="Calibri"/></a:rPr><a:t>IN</a:t></a:r><a:r><a:rPr dirty="0" sz="950" spc="70"><a:latin typeface="Calibri"/><a:cs typeface="Calibri"/></a:rPr><a:t> </a:t></a:r><a:r><a:rPr dirty="0" sz="950"><a:latin typeface="Calibri"/><a:cs typeface="Calibri"/></a:rPr><a:t>ROUTE(S)</a:t></a:r><a:r><a:rPr dirty="0" sz="950" spc="75"><a:latin typeface="Calibri"/><a:cs typeface="Calibri"/></a:rPr><a:t> </a:t></a:r><a:r><a:rPr dirty="0" sz="950"><a:latin typeface="Calibri"/><a:cs typeface="Calibri"/></a:rPr><a:t>SHALL</a:t></a:r><a:r><a:rPr dirty="0" sz="950" spc="70"><a:latin typeface="Calibri"/><a:cs typeface="Calibri"/></a:rPr><a:t> </a:t></a:r><a:r><a:rPr dirty="0" sz="950"><a:latin typeface="Calibri"/><a:cs typeface="Calibri"/></a:rPr><a:t>BE</a:t></a:r><a:r><a:rPr dirty="0" sz="950" spc="70"><a:latin typeface="Calibri"/><a:cs typeface="Calibri"/></a:rPr><a:t> </a:t></a:r><a:r><a:rPr dirty="0" sz="950"><a:latin typeface="Calibri"/><a:cs typeface="Calibri"/></a:rPr><a:t>SUBJECT</a:t></a:r><a:r><a:rPr dirty="0" sz="950" spc="70"><a:latin typeface="Calibri"/><a:cs typeface="Calibri"/></a:rPr><a:t> </a:t></a:r><a:r><a:rPr dirty="0" sz="950"><a:latin typeface="Calibri"/><a:cs typeface="Calibri"/></a:rPr><a:t>TO</a:t></a:r><a:r><a:rPr dirty="0" sz="950" spc="70"><a:latin typeface="Calibri"/><a:cs typeface="Calibri"/></a:rPr><a:t> </a:t></a:r><a:r><a:rPr dirty="0" sz="950"><a:latin typeface="Calibri"/><a:cs typeface="Calibri"/></a:rPr><a:t>OWNER&apos;S</a:t></a:r><a:r><a:rPr dirty="0" sz="950" spc="75"><a:latin typeface="Calibri"/><a:cs typeface="Calibri"/></a:rPr><a:t> </a:t></a:r><a:r><a:rPr dirty="0" sz="950"><a:latin typeface="Calibri"/><a:cs typeface="Calibri"/></a:rPr><a:t>APPROVAL.</a:t></a:r><a:r><a:rPr dirty="0" sz="950" spc="70"><a:latin typeface="Calibri"/><a:cs typeface="Calibri"/></a:rPr><a:t> </a:t></a:r><a:r><a:rPr dirty="0" sz="950"><a:latin typeface="Calibri"/><a:cs typeface="Calibri"/></a:rPr><a:t>THE</a:t></a:r><a:r><a:rPr dirty="0" sz="950" spc="70"><a:latin typeface="Calibri"/><a:cs typeface="Calibri"/></a:rPr><a:t> </a:t></a:r><a:r><a:rPr dirty="0" sz="950"><a:latin typeface="Calibri"/><a:cs typeface="Calibri"/></a:rPr><a:t>ROUTE(S)</a:t></a:r><a:r><a:rPr dirty="0" sz="950" spc="70"><a:latin typeface="Calibri"/><a:cs typeface="Calibri"/></a:rPr><a:t> </a:t></a:r><a:r><a:rPr dirty="0" sz="950"><a:latin typeface="Calibri"/><a:cs typeface="Calibri"/></a:rPr><a:t>SHALL</a:t></a:r><a:r><a:rPr dirty="0" sz="950" spc="70"><a:latin typeface="Calibri"/><a:cs typeface="Calibri"/></a:rPr><a:t> </a:t></a:r><a:r><a:rPr dirty="0" sz="950" spc="-25"><a:latin typeface="Calibri"/><a:cs typeface="Calibri"/></a:rPr><a:t>BE</a:t></a:r><a:r><a:rPr dirty="0" sz="950"><a:latin typeface="Calibri"/><a:cs typeface="Calibri"/></a:rPr><a:t> MONITORED</a:t></a:r><a:r><a:rPr dirty="0" sz="950" spc="75"><a:latin typeface="Calibri"/><a:cs typeface="Calibri"/></a:rPr><a:t> </a:t></a:r><a:r><a:rPr dirty="0" sz="950"><a:latin typeface="Calibri"/><a:cs typeface="Calibri"/></a:rPr><a:t>DURING</a:t></a:r><a:r><a:rPr dirty="0" sz="950" spc="75"><a:latin typeface="Calibri"/><a:cs typeface="Calibri"/></a:rPr><a:t> </a:t></a:r><a:r><a:rPr dirty="0" sz="950"><a:latin typeface="Calibri"/><a:cs typeface="Calibri"/></a:rPr><a:t>THE</a:t></a:r><a:r><a:rPr dirty="0" sz="950" spc="80"><a:latin typeface="Calibri"/><a:cs typeface="Calibri"/></a:rPr><a:t> </a:t></a:r><a:r><a:rPr dirty="0" sz="950"><a:latin typeface="Calibri"/><a:cs typeface="Calibri"/></a:rPr><a:t>PROJECT</a:t></a:r><a:r><a:rPr dirty="0" sz="950" spc="75"><a:latin typeface="Calibri"/><a:cs typeface="Calibri"/></a:rPr><a:t> </a:t></a:r><a:r><a:rPr dirty="0" sz="950"><a:latin typeface="Calibri"/><a:cs typeface="Calibri"/></a:rPr><a:t>FOR</a:t></a:r><a:r><a:rPr dirty="0" sz="950" spc="80"><a:latin typeface="Calibri"/><a:cs typeface="Calibri"/></a:rPr><a:t> </a:t></a:r><a:r><a:rPr dirty="0" sz="950"><a:latin typeface="Calibri"/><a:cs typeface="Calibri"/></a:rPr><a:t>ANY</a:t></a:r><a:r><a:rPr dirty="0" sz="950" spc="75"><a:latin typeface="Calibri"/><a:cs typeface="Calibri"/></a:rPr><a:t> </a:t></a:r><a:r><a:rPr dirty="0" sz="950"><a:latin typeface="Calibri"/><a:cs typeface="Calibri"/></a:rPr><a:t>DAMAGE</a:t></a:r><a:r><a:rPr dirty="0" sz="950" spc="75"><a:latin typeface="Calibri"/><a:cs typeface="Calibri"/></a:rPr><a:t> </a:t></a:r><a:r><a:rPr dirty="0" sz="950"><a:latin typeface="Calibri"/><a:cs typeface="Calibri"/></a:rPr><a:t>AND</a:t></a:r><a:r><a:rPr dirty="0" sz="950" spc="80"><a:latin typeface="Calibri"/><a:cs typeface="Calibri"/></a:rPr><a:t> </a:t></a:r><a:r><a:rPr dirty="0" sz="950"><a:latin typeface="Calibri"/><a:cs typeface="Calibri"/></a:rPr><a:t>DEBRIS</a:t></a:r><a:r><a:rPr dirty="0" sz="950" spc="75"><a:latin typeface="Calibri"/><a:cs typeface="Calibri"/></a:rPr><a:t> </a:t></a:r><a:r><a:rPr dirty="0" sz="950"><a:latin typeface="Calibri"/><a:cs typeface="Calibri"/></a:rPr><a:t>ATTRIBUTABLE</a:t></a:r><a:r><a:rPr dirty="0" sz="950" spc="80"><a:latin typeface="Calibri"/><a:cs typeface="Calibri"/></a:rPr><a:t> </a:t></a:r><a:r><a:rPr dirty="0" sz="950"><a:latin typeface="Calibri"/><a:cs typeface="Calibri"/></a:rPr><a:t>TO</a:t></a:r><a:r><a:rPr dirty="0" sz="950" spc="75"><a:latin typeface="Calibri"/><a:cs typeface="Calibri"/></a:rPr><a:t> </a:t></a:r><a:r><a:rPr dirty="0" sz="950"><a:latin typeface="Calibri"/><a:cs typeface="Calibri"/></a:rPr><a:t>THE</a:t></a:r><a:r><a:rPr dirty="0" sz="950" spc="80"><a:latin typeface="Calibri"/><a:cs typeface="Calibri"/></a:rPr><a:t> </a:t></a:r><a:r><a:rPr dirty="0" sz="950"><a:latin typeface="Calibri"/><a:cs typeface="Calibri"/></a:rPr><a:t>PROJECT</a:t></a:r><a:r><a:rPr dirty="0" sz="950" spc="75"><a:latin typeface="Calibri"/><a:cs typeface="Calibri"/></a:rPr><a:t> </a:t></a:r><a:r><a:rPr dirty="0" sz="950"><a:latin typeface="Calibri"/><a:cs typeface="Calibri"/></a:rPr><a:t>VEHICLES.</a:t></a:r><a:r><a:rPr dirty="0" sz="950" spc="75"><a:latin typeface="Calibri"/><a:cs typeface="Calibri"/></a:rPr><a:t> </a:t></a:r><a:r><a:rPr dirty="0" sz="950"><a:latin typeface="Calibri"/><a:cs typeface="Calibri"/></a:rPr><a:t>ALL</a:t></a:r><a:r><a:rPr dirty="0" sz="950" spc="80"><a:latin typeface="Calibri"/><a:cs typeface="Calibri"/></a:rPr><a:t> </a:t></a:r><a:r><a:rPr dirty="0" sz="950" spc="-10"><a:latin typeface="Calibri"/><a:cs typeface="Calibri"/></a:rPr><a:t>DAMAGE </a:t></a:r><a:r><a:rPr dirty="0" sz="950"><a:latin typeface="Calibri"/><a:cs typeface="Calibri"/></a:rPr><a:t>AND</a:t></a:r><a:r><a:rPr dirty="0" sz="950" spc="55"><a:latin typeface="Calibri"/><a:cs typeface="Calibri"/></a:rPr><a:t> </a:t></a:r><a:r><a:rPr dirty="0" sz="950"><a:latin typeface="Calibri"/><a:cs typeface="Calibri"/></a:rPr><a:t>DEBRIS</a:t></a:r><a:r><a:rPr dirty="0" sz="950" spc="60"><a:latin typeface="Calibri"/><a:cs typeface="Calibri"/></a:rPr><a:t> </a:t></a:r><a:r><a:rPr dirty="0" sz="950"><a:latin typeface="Calibri"/><a:cs typeface="Calibri"/></a:rPr><a:t>AS</a:t></a:r><a:r><a:rPr dirty="0" sz="950" spc="60"><a:latin typeface="Calibri"/><a:cs typeface="Calibri"/></a:rPr><a:t> </a:t></a:r><a:r><a:rPr dirty="0" sz="950"><a:latin typeface="Calibri"/><a:cs typeface="Calibri"/></a:rPr><a:t>A</a:t></a:r><a:r><a:rPr dirty="0" sz="950" spc="60"><a:latin typeface="Calibri"/><a:cs typeface="Calibri"/></a:rPr><a:t> </a:t></a:r><a:r><a:rPr dirty="0" sz="950"><a:latin typeface="Calibri"/><a:cs typeface="Calibri"/></a:rPr><a:t>RESULT</a:t></a:r><a:r><a:rPr dirty="0" sz="950" spc="60"><a:latin typeface="Calibri"/><a:cs typeface="Calibri"/></a:rPr><a:t> </a:t></a:r><a:r><a:rPr dirty="0" sz="950"><a:latin typeface="Calibri"/><a:cs typeface="Calibri"/></a:rPr><a:t>OF</a:t></a:r><a:r><a:rPr dirty="0" sz="950" spc="60"><a:latin typeface="Calibri"/><a:cs typeface="Calibri"/></a:rPr><a:t> </a:t></a:r><a:r><a:rPr dirty="0" sz="950"><a:latin typeface="Calibri"/><a:cs typeface="Calibri"/></a:rPr><a:t>THE</a:t></a:r><a:r><a:rPr dirty="0" sz="950" spc="60"><a:latin typeface="Calibri"/><a:cs typeface="Calibri"/></a:rPr><a:t> </a:t></a:r><a:r><a:rPr dirty="0" sz="950"><a:latin typeface="Calibri"/><a:cs typeface="Calibri"/></a:rPr><a:t>PROJECT</a:t></a:r><a:r><a:rPr dirty="0" sz="950" spc="60"><a:latin typeface="Calibri"/><a:cs typeface="Calibri"/></a:rPr><a:t> </a:t></a:r><a:r><a:rPr dirty="0" sz="950"><a:latin typeface="Calibri"/><a:cs typeface="Calibri"/></a:rPr><a:t>SHALL</a:t></a:r><a:r><a:rPr dirty="0" sz="950" spc="60"><a:latin typeface="Calibri"/><a:cs typeface="Calibri"/></a:rPr><a:t> </a:t></a:r><a:r><a:rPr dirty="0" sz="950"><a:latin typeface="Calibri"/><a:cs typeface="Calibri"/></a:rPr><a:t>BE</a:t></a:r><a:r><a:rPr dirty="0" sz="950" spc="60"><a:latin typeface="Calibri"/><a:cs typeface="Calibri"/></a:rPr><a:t> </a:t></a:r><a:r><a:rPr dirty="0" sz="950"><a:latin typeface="Calibri"/><a:cs typeface="Calibri"/></a:rPr><a:t>REPAIRED</a:t></a:r><a:r><a:rPr dirty="0" sz="950" spc="60"><a:latin typeface="Calibri"/><a:cs typeface="Calibri"/></a:rPr><a:t> </a:t></a:r><a:r><a:rPr dirty="0" sz="950"><a:latin typeface="Calibri"/><a:cs typeface="Calibri"/></a:rPr><a:t>TO</a:t></a:r><a:r><a:rPr dirty="0" sz="950" spc="60"><a:latin typeface="Calibri"/><a:cs typeface="Calibri"/></a:rPr><a:t> </a:t></a:r><a:r><a:rPr dirty="0" sz="950"><a:latin typeface="Calibri"/><a:cs typeface="Calibri"/></a:rPr><a:t>EXISTING</a:t></a:r><a:r><a:rPr dirty="0" sz="950" spc="60"><a:latin typeface="Calibri"/><a:cs typeface="Calibri"/></a:rPr><a:t> </a:t></a:r><a:r><a:rPr dirty="0" sz="950" spc="-10"><a:latin typeface="Calibri"/><a:cs typeface="Calibri"/></a:rPr><a:t>STANDARDS.</a:t></a:r><a:endParaRPr sz="950"><a:latin typeface="Calibri"/><a:cs typeface="Calibri"/></a:endParaRPr></a:p><a:p><a:pPr marL="224790" indent="-212090"><a:lnSpc><a:spcPct val="100000"/></a:lnSpc><a:spcBef><a:spcPts val="359"/></a:spcBef><a:buAutoNum type="arabicPeriod" startAt ="7"/><a:tabLst><a:tab pos="224790" algn="l"/></a:tabLst></a:pPr><a:r><a:rPr dirty="0" sz="950"><a:latin typeface="Calibri"/><a:cs typeface="Calibri"/></a:rPr><a:t>CONDUCT</a:t></a:r><a:r><a:rPr dirty="0" sz="950" spc="80"><a:latin typeface="Calibri"/><a:cs typeface="Calibri"/></a:rPr><a:t> </a:t></a:r><a:r><a:rPr dirty="0" sz="950"><a:latin typeface="Calibri"/><a:cs typeface="Calibri"/></a:rPr><a:t>OPERATION</a:t></a:r><a:r><a:rPr dirty="0" sz="950" spc="80"><a:latin typeface="Calibri"/><a:cs typeface="Calibri"/></a:rPr><a:t> </a:t></a:r><a:r><a:rPr dirty="0" sz="950"><a:latin typeface="Calibri"/><a:cs typeface="Calibri"/></a:rPr><a:t>ENTIRELY</a:t></a:r><a:r><a:rPr dirty="0" sz="950" spc="80"><a:latin typeface="Calibri"/><a:cs typeface="Calibri"/></a:rPr><a:t> </a:t></a:r><a:r><a:rPr dirty="0" sz="950"><a:latin typeface="Calibri"/><a:cs typeface="Calibri"/></a:rPr><a:t>WITHIN</a:t></a:r><a:r><a:rPr dirty="0" sz="950" spc="85"><a:latin typeface="Calibri"/><a:cs typeface="Calibri"/></a:rPr><a:t> </a:t></a:r><a:r><a:rPr dirty="0" sz="950"><a:latin typeface="Calibri"/><a:cs typeface="Calibri"/></a:rPr><a:t>THE</a:t></a:r><a:r><a:rPr dirty="0" sz="950" spc="80"><a:latin typeface="Calibri"/><a:cs typeface="Calibri"/></a:rPr><a:t> </a:t></a:r><a:r><a:rPr dirty="0" sz="950"><a:latin typeface="Calibri"/><a:cs typeface="Calibri"/></a:rPr><a:t>PROJECT</a:t></a:r><a:r><a:rPr dirty="0" sz="950" spc="80"><a:latin typeface="Calibri"/><a:cs typeface="Calibri"/></a:rPr><a:t> </a:t></a:r><a:r><a:rPr dirty="0" sz="950"><a:latin typeface="Calibri"/><a:cs typeface="Calibri"/></a:rPr><a:t>AREAS</a:t></a:r><a:r><a:rPr dirty="0" sz="950" spc="80"><a:latin typeface="Calibri"/><a:cs typeface="Calibri"/></a:rPr><a:t> </a:t></a:r><a:r><a:rPr dirty="0" sz="950"><a:latin typeface="Calibri"/><a:cs typeface="Calibri"/></a:rPr><a:t>INDICATED</a:t></a:r><a:r><a:rPr dirty="0" sz="950" spc="85"><a:latin typeface="Calibri"/><a:cs typeface="Calibri"/></a:rPr><a:t> </a:t></a:r><a:r><a:rPr dirty="0" sz="950"><a:latin typeface="Calibri"/><a:cs typeface="Calibri"/></a:rPr><a:t>IN</a:t></a:r><a:r><a:rPr dirty="0" sz="950" spc="80"><a:latin typeface="Calibri"/><a:cs typeface="Calibri"/></a:rPr><a:t> </a:t></a:r><a:r><a:rPr dirty="0" sz="950"><a:latin typeface="Calibri"/><a:cs typeface="Calibri"/></a:rPr><a:t>THESE</a:t></a:r><a:r><a:rPr dirty="0" sz="950" spc="80"><a:latin typeface="Calibri"/><a:cs typeface="Calibri"/></a:rPr><a:t> </a:t></a:r><a:r><a:rPr dirty="0" sz="950" spc="-10"><a:latin typeface="Calibri"/><a:cs typeface="Calibri"/></a:rPr><a:t>DRAWINGS.</a:t></a:r><a:endParaRPr sz="950"><a:latin typeface="Calibri"/><a:cs typeface="Calibri"/></a:endParaRPr></a:p><a:p><a:pPr marL="12700" marR="57150" indent="212090"><a:lnSpc><a:spcPct val="104500"/></a:lnSpc><a:spcBef><a:spcPts val="305"/></a:spcBef><a:buAutoNum type="arabicPeriod" startAt ="7"/><a:tabLst><a:tab pos="224790" algn="l"/></a:tabLst></a:pPr><a:r><a:rPr dirty="0" sz="950"><a:latin typeface="Calibri"/><a:cs typeface="Calibri"/></a:rPr><a:t>WHERE</a:t></a:r><a:r><a:rPr dirty="0" sz="950" spc="65"><a:latin typeface="Calibri"/><a:cs typeface="Calibri"/></a:rPr><a:t> </a:t></a:r><a:r><a:rPr dirty="0" sz="950"><a:latin typeface="Calibri"/><a:cs typeface="Calibri"/></a:rPr><a:t>ANY</a:t></a:r><a:r><a:rPr dirty="0" sz="950" spc="70"><a:latin typeface="Calibri"/><a:cs typeface="Calibri"/></a:rPr><a:t> </a:t></a:r><a:r><a:rPr dirty="0" sz="950"><a:latin typeface="Calibri"/><a:cs typeface="Calibri"/></a:rPr><a:t>WORK</a:t></a:r><a:r><a:rPr dirty="0" sz="950" spc="65"><a:latin typeface="Calibri"/><a:cs typeface="Calibri"/></a:rPr><a:t> </a:t></a:r><a:r><a:rPr dirty="0" sz="950"><a:latin typeface="Calibri"/><a:cs typeface="Calibri"/></a:rPr><a:t>IS</a:t></a:r><a:r><a:rPr dirty="0" sz="950" spc="70"><a:latin typeface="Calibri"/><a:cs typeface="Calibri"/></a:rPr><a:t> </a:t></a:r><a:r><a:rPr dirty="0" sz="950"><a:latin typeface="Calibri"/><a:cs typeface="Calibri"/></a:rPr><a:t>BEING</a:t></a:r><a:r><a:rPr dirty="0" sz="950" spc="70"><a:latin typeface="Calibri"/><a:cs typeface="Calibri"/></a:rPr><a:t> </a:t></a:r><a:r><a:rPr dirty="0" sz="950"><a:latin typeface="Calibri"/><a:cs typeface="Calibri"/></a:rPr><a:t>DONE</a:t></a:r><a:r><a:rPr dirty="0" sz="950" spc="65"><a:latin typeface="Calibri"/><a:cs typeface="Calibri"/></a:rPr><a:t> </a:t></a:r><a:r><a:rPr dirty="0" sz="950"><a:latin typeface="Calibri"/><a:cs typeface="Calibri"/></a:rPr><a:t>IN</a:t></a:r><a:r><a:rPr dirty="0" sz="950" spc="70"><a:latin typeface="Calibri"/><a:cs typeface="Calibri"/></a:rPr><a:t> </a:t></a:r><a:r><a:rPr dirty="0" sz="950"><a:latin typeface="Calibri"/><a:cs typeface="Calibri"/></a:rPr><a:t>AN</a:t></a:r><a:r><a:rPr dirty="0" sz="950" spc="70"><a:latin typeface="Calibri"/><a:cs typeface="Calibri"/></a:rPr><a:t> </a:t></a:r><a:r><a:rPr dirty="0" sz="950"><a:latin typeface="Calibri"/><a:cs typeface="Calibri"/></a:rPr><a:t>OFF-SITE</a:t></a:r><a:r><a:rPr dirty="0" sz="950" spc="65"><a:latin typeface="Calibri"/><a:cs typeface="Calibri"/></a:rPr><a:t> </a:t></a:r><a:r><a:rPr dirty="0" sz="950"><a:latin typeface="Calibri"/><a:cs typeface="Calibri"/></a:rPr><a:t>EASEMENT,</a:t></a:r><a:r><a:rPr dirty="0" sz="950" spc="70"><a:latin typeface="Calibri"/><a:cs typeface="Calibri"/></a:rPr><a:t> </a:t></a:r><a:r><a:rPr dirty="0" sz="950"><a:latin typeface="Calibri"/><a:cs typeface="Calibri"/></a:rPr><a:t>NOTIFY</a:t></a:r><a:r><a:rPr dirty="0" sz="950" spc="70"><a:latin typeface="Calibri"/><a:cs typeface="Calibri"/></a:rPr><a:t> </a:t></a:r><a:r><a:rPr dirty="0" sz="950"><a:latin typeface="Calibri"/><a:cs typeface="Calibri"/></a:rPr><a:t>THE</a:t></a:r><a:r><a:rPr dirty="0" sz="950" spc="65"><a:latin typeface="Calibri"/><a:cs typeface="Calibri"/></a:rPr><a:t> </a:t></a:r><a:r><a:rPr dirty="0" sz="950"><a:latin typeface="Calibri"/><a:cs typeface="Calibri"/></a:rPr><a:t>PROPERTY</a:t></a:r><a:r><a:rPr dirty="0" sz="950" spc="70"><a:latin typeface="Calibri"/><a:cs typeface="Calibri"/></a:rPr><a:t> </a:t></a:r><a:r><a:rPr dirty="0" sz="950"><a:latin typeface="Calibri"/><a:cs typeface="Calibri"/></a:rPr><a:t>OWNER</a:t></a:r><a:r><a:rPr dirty="0" sz="950" spc="70"><a:latin typeface="Calibri"/><a:cs typeface="Calibri"/></a:rPr><a:t> </a:t></a:r><a:r><a:rPr dirty="0" sz="950"><a:latin typeface="Calibri"/><a:cs typeface="Calibri"/></a:rPr><a:t>TWO</a:t></a:r><a:r><a:rPr dirty="0" sz="950" spc="65"><a:latin typeface="Calibri"/><a:cs typeface="Calibri"/></a:rPr><a:t> </a:t></a:r><a:r><a:rPr dirty="0" sz="950"><a:latin typeface="Calibri"/><a:cs typeface="Calibri"/></a:rPr><a:t>WORKING</a:t></a:r><a:r><a:rPr dirty="0" sz="950" spc="70"><a:latin typeface="Calibri"/><a:cs typeface="Calibri"/></a:rPr><a:t> </a:t></a:r><a:r><a:rPr dirty="0" sz="950"><a:latin typeface="Calibri"/><a:cs typeface="Calibri"/></a:rPr><a:t>DAYS</a:t></a:r><a:r><a:rPr dirty="0" sz="950" spc="65"><a:latin typeface="Calibri"/><a:cs typeface="Calibri"/></a:rPr><a:t> </a:t></a:r><a:r><a:rPr dirty="0" sz="950" spc="-10"><a:latin typeface="Calibri"/><a:cs typeface="Calibri"/></a:rPr><a:t>PRIOR </a:t></a:r><a:r><a:rPr dirty="0" sz="950"><a:latin typeface="Calibri"/><a:cs typeface="Calibri"/></a:rPr><a:t>TO</a:t></a:r><a:r><a:rPr dirty="0" sz="950" spc="65"><a:latin typeface="Calibri"/><a:cs typeface="Calibri"/></a:rPr><a:t> </a:t></a:r><a:r><a:rPr dirty="0" sz="950"><a:latin typeface="Calibri"/><a:cs typeface="Calibri"/></a:rPr><a:t>COMMENCING</a:t></a:r><a:r><a:rPr dirty="0" sz="950" spc="70"><a:latin typeface="Calibri"/><a:cs typeface="Calibri"/></a:rPr><a:t> </a:t></a:r><a:r><a:rPr dirty="0" sz="950"><a:latin typeface="Calibri"/><a:cs typeface="Calibri"/></a:rPr><a:t>WORK</a:t></a:r><a:r><a:rPr dirty="0" sz="950" spc="70"><a:latin typeface="Calibri"/><a:cs typeface="Calibri"/></a:rPr><a:t> </a:t></a:r><a:r><a:rPr dirty="0" sz="950"><a:latin typeface="Calibri"/><a:cs typeface="Calibri"/></a:rPr><a:t>WITHIN</a:t></a:r><a:r><a:rPr dirty="0" sz="950" spc="70"><a:latin typeface="Calibri"/><a:cs typeface="Calibri"/></a:rPr><a:t> </a:t></a:r><a:r><a:rPr dirty="0" sz="950"><a:latin typeface="Calibri"/><a:cs typeface="Calibri"/></a:rPr><a:t>SAID</a:t></a:r><a:r><a:rPr dirty="0" sz="950" spc="65"><a:latin typeface="Calibri"/><a:cs typeface="Calibri"/></a:rPr><a:t> </a:t></a:r><a:r><a:rPr dirty="0" sz="950" spc="-10"><a:latin typeface="Calibri"/><a:cs typeface="Calibri"/></a:rPr><a:t>EASEMENT.</a:t></a:r><a:endParaRPr sz="950"><a:latin typeface="Calibri"/><a:cs typeface="Calibri"/></a:endParaRPr></a:p><a:p><a:pPr marL="12700" marR="142240" indent="212090"><a:lnSpc><a:spcPct val="104500"/></a:lnSpc><a:spcBef><a:spcPts val="305"/></a:spcBef><a:buAutoNum type="arabicPeriod" startAt ="7"/><a:tabLst><a:tab pos="224790" algn="l"/></a:tabLst></a:pPr><a:r><a:rPr dirty="0" sz="950"><a:latin typeface="Calibri"/><a:cs typeface="Calibri"/></a:rPr><a:t>DO</a:t></a:r><a:r><a:rPr dirty="0" sz="950" spc="65"><a:latin typeface="Calibri"/><a:cs typeface="Calibri"/></a:rPr><a:t> </a:t></a:r><a:r><a:rPr dirty="0" sz="950"><a:latin typeface="Calibri"/><a:cs typeface="Calibri"/></a:rPr><a:t>NOT</a:t></a:r><a:r><a:rPr dirty="0" sz="950" spc="65"><a:latin typeface="Calibri"/><a:cs typeface="Calibri"/></a:rPr><a:t> </a:t></a:r><a:r><a:rPr dirty="0" sz="950"><a:latin typeface="Calibri"/><a:cs typeface="Calibri"/></a:rPr><a:t>DISPOSE</a:t></a:r><a:r><a:rPr dirty="0" sz="950" spc="65"><a:latin typeface="Calibri"/><a:cs typeface="Calibri"/></a:rPr><a:t> </a:t></a:r><a:r><a:rPr dirty="0" sz="950"><a:latin typeface="Calibri"/><a:cs typeface="Calibri"/></a:rPr><a:t>OF</a:t></a:r><a:r><a:rPr dirty="0" sz="950" spc="65"><a:latin typeface="Calibri"/><a:cs typeface="Calibri"/></a:rPr><a:t> </a:t></a:r><a:r><a:rPr dirty="0" sz="950"><a:latin typeface="Calibri"/><a:cs typeface="Calibri"/></a:rPr><a:t>CHLORINATED</a:t></a:r><a:r><a:rPr dirty="0" sz="950" spc="65"><a:latin typeface="Calibri"/><a:cs typeface="Calibri"/></a:rPr><a:t> </a:t></a:r><a:r><a:rPr dirty="0" sz="950"><a:latin typeface="Calibri"/><a:cs typeface="Calibri"/></a:rPr><a:t>OR</a:t></a:r><a:r><a:rPr dirty="0" sz="950" spc="65"><a:latin typeface="Calibri"/><a:cs typeface="Calibri"/></a:rPr><a:t> </a:t></a:r><a:r><a:rPr dirty="0" sz="950"><a:latin typeface="Calibri"/><a:cs typeface="Calibri"/></a:rPr><a:t>OTHER</a:t></a:r><a:r><a:rPr dirty="0" sz="950" spc="65"><a:latin typeface="Calibri"/><a:cs typeface="Calibri"/></a:rPr><a:t> </a:t></a:r><a:r><a:rPr dirty="0" sz="950"><a:latin typeface="Calibri"/><a:cs typeface="Calibri"/></a:rPr><a:t>CHEMICALLY</a:t></a:r><a:r><a:rPr dirty="0" sz="950" spc="70"><a:latin typeface="Calibri"/><a:cs typeface="Calibri"/></a:rPr><a:t> </a:t></a:r><a:r><a:rPr dirty="0" sz="950"><a:latin typeface="Calibri"/><a:cs typeface="Calibri"/></a:rPr><a:t>TREATED</a:t></a:r><a:r><a:rPr dirty="0" sz="950" spc="65"><a:latin typeface="Calibri"/><a:cs typeface="Calibri"/></a:rPr><a:t> </a:t></a:r><a:r><a:rPr dirty="0" sz="950"><a:latin typeface="Calibri"/><a:cs typeface="Calibri"/></a:rPr><a:t>OR</a:t></a:r><a:r><a:rPr dirty="0" sz="950" spc="65"><a:latin typeface="Calibri"/><a:cs typeface="Calibri"/></a:rPr><a:t> </a:t></a:r><a:r><a:rPr dirty="0" sz="950"><a:latin typeface="Calibri"/><a:cs typeface="Calibri"/></a:rPr><a:t>POLLUTED</a:t></a:r><a:r><a:rPr dirty="0" sz="950" spc="65"><a:latin typeface="Calibri"/><a:cs typeface="Calibri"/></a:rPr><a:t> </a:t></a:r><a:r><a:rPr dirty="0" sz="950"><a:latin typeface="Calibri"/><a:cs typeface="Calibri"/></a:rPr><a:t>WATER</a:t></a:r><a:r><a:rPr dirty="0" sz="950" spc="65"><a:latin typeface="Calibri"/><a:cs typeface="Calibri"/></a:rPr><a:t> </a:t></a:r><a:r><a:rPr dirty="0" sz="950"><a:latin typeface="Calibri"/><a:cs typeface="Calibri"/></a:rPr><a:t>INTO</a:t></a:r><a:r><a:rPr dirty="0" sz="950" spc="65"><a:latin typeface="Calibri"/><a:cs typeface="Calibri"/></a:rPr><a:t> </a:t></a:r><a:r><a:rPr dirty="0" sz="950"><a:latin typeface="Calibri"/><a:cs typeface="Calibri"/></a:rPr><a:t>ANY</a:t></a:r><a:r><a:rPr dirty="0" sz="950" spc="65"><a:latin typeface="Calibri"/><a:cs typeface="Calibri"/></a:rPr><a:t> </a:t></a:r><a:r><a:rPr dirty="0" sz="950"><a:latin typeface="Calibri"/><a:cs typeface="Calibri"/></a:rPr><a:t>DRAINAGE</a:t></a:r><a:r><a:rPr dirty="0" sz="950" spc="70"><a:latin typeface="Calibri"/><a:cs typeface="Calibri"/></a:rPr><a:t> </a:t></a:r><a:r><a:rPr dirty="0" sz="950" spc="-10"><a:latin typeface="Calibri"/><a:cs typeface="Calibri"/></a:rPr><a:t>SYSTEM </a:t></a:r><a:r><a:rPr dirty="0" sz="950"><a:latin typeface="Calibri"/><a:cs typeface="Calibri"/></a:rPr><a:t>OR</a:t></a:r><a:r><a:rPr dirty="0" sz="950" spc="45"><a:latin typeface="Calibri"/><a:cs typeface="Calibri"/></a:rPr><a:t> </a:t></a:r><a:r><a:rPr dirty="0" sz="950"><a:latin typeface="Calibri"/><a:cs typeface="Calibri"/></a:rPr><a:t>TO</a:t></a:r><a:r><a:rPr dirty="0" sz="950" spc="50"><a:latin typeface="Calibri"/><a:cs typeface="Calibri"/></a:rPr><a:t> </a:t></a:r><a:r><a:rPr dirty="0" sz="950"><a:latin typeface="Calibri"/><a:cs typeface="Calibri"/></a:rPr><a:t>AREA</a:t></a:r><a:r><a:rPr dirty="0" sz="950" spc="45"><a:latin typeface="Calibri"/><a:cs typeface="Calibri"/></a:rPr><a:t> </a:t></a:r><a:r><a:rPr dirty="0" sz="950" spc="-10"><a:latin typeface="Calibri"/><a:cs typeface="Calibri"/></a:rPr><a:t>SOILS.</a:t></a:r><a:endParaRPr sz="950"><a:latin typeface="Calibri"/><a:cs typeface="Calibri"/></a:endParaRPr></a:p><a:p><a:pPr marL="12700" marR="615315" indent="212090"><a:lnSpc><a:spcPct val="104500"/></a:lnSpc><a:spcBef><a:spcPts val="305"/></a:spcBef><a:buAutoNum type="arabicPeriod" startAt ="7"/><a:tabLst><a:tab pos="224790" algn="l"/></a:tabLst></a:pPr><a:endParaRPr sz="950"><a:latin typeface="Calibri"/><a:cs typeface="Calibri"/></a:endParaRPr><a:r><a:rPr dirty="0" sz="950"><a:latin typeface="Calibri"/><a:t>ALL FASTNERS SHALL BE TORQUED TO THE SPECIFICATION LISTED IN THE LATEST MANUFACTURERS MANUAL OR DATASHEET. WHERE POSSIBLE ALL FASTNERS SHALL BE TORQUE MARKED USING A CLEARSKY APPROVED METHOD.</a:t></a:r></a:p></p:txBody></p:sp><p:pic><p:nvPicPr><p:cNvPr id="41" name="object 41"/><p:cNvPicPr/><p:nvPr/></p:nvPicPr><p:blipFill><a:blip r:embed="rId5" cstate="print"/><a:stretch><a:fillRect/></a:stretch></p:blipFill><p:spPr><a:xfrm><a:off x="8127408" y="1453111"/><a:ext cx="4351919" cy="3691080"/></a:xfrm><a:prstGeom prst="rect"><a:avLst/></a:prstGeom></p:spPr></p:pic><p:sp><p:nvSpPr><p:cNvPr id="42" name="object 42"/><p:cNvSpPr txBox="1"/><p:nvPr/></p:nvSpPr><p:spPr><a:xfrm><a:off x="14126407" y="2210687"/><a:ext cx="1507490" cy="476884"/></a:xfrm><a:prstGeom prst="rect"><a:avLst/></a:prstGeom></p:spPr><p:txBody><a:bodyPr wrap="square" lIns="0" tIns="9525" rIns="0" bIns="0" rtlCol="0" vert="horz"><a:spAutoFit/></a:bodyPr><a:lstStyle/><a:p><a:pPr marL="12700" marR="5080"><a:lnSpc><a:spcPct val="104500"/></a:lnSpc><a:spcBef><a:spcPts val="75"/></a:spcBef></a:pPr><a:endParaRPr sz="950"><a:latin typeface="Calibri"/><a:cs typeface="Calibri"/></a:endParaRPr><a:r><a:rPr dirty="0" sz="950"><a:latin typeface="Calibri"/><a:t>{{OWNER_NAME}} {{OWNER_ADDR}}</a:t></a:r></a:p><a:p><a:pPr marL="12700"><a:lnSpc><a:spcPct val="100000"/></a:lnSpc><a:spcBef><a:spcPts val="50"/></a:spcBef></a:pPr><a:endParaRPr sz="950"><a:latin typeface="Calibri"/><a:cs typeface="Calibri"/></a:endParaRPr><a:r><a:rPr dirty="0" sz="950"><a:latin typeface="Calibri"/><a:t></a:t></a:r></a:p></p:txBody></p:sp><p:sp><p:nvSpPr><p:cNvPr id="43" name="object 43"/><p:cNvSpPr txBox="1"/><p:nvPr/></p:nvSpPr><p:spPr><a:xfrm><a:off x="16271388" y="258495"/><a:ext cx="117792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b="1"><a:latin typeface="Calibri"/><a:cs typeface="Calibri"/></a:rPr><a:t>ELECTRICAL</a:t></a:r><a:r><a:rPr dirty="0" sz="950" spc="95" b="1"><a:latin typeface="Calibri"/><a:cs typeface="Calibri"/></a:rPr><a:t> </a:t></a:r><a:r><a:rPr dirty="0" sz="950" spc="-10" b="1"><a:latin typeface="Calibri"/><a:cs typeface="Calibri"/></a:rPr><a:t>ENGINEER</a:t></a:r><a:endParaRPr sz="950"><a:latin typeface="Calibri"/><a:cs typeface="Calibri"/></a:endParaRPr></a:p></p:txBody></p:sp><p:sp><p:nvSpPr><p:cNvPr id="44" name="object 44"/><p:cNvSpPr txBox="1"/><p:nvPr/></p:nvSpPr><p:spPr><a:xfrm><a:off x="16271388" y="409741"/><a:ext cx="2261870" cy="1082040"/></a:xfrm><a:prstGeom prst="rect"><a:avLst/></a:prstGeom></p:spPr><p:txBody><a:bodyPr wrap="square" lIns="0" tIns="9525" rIns="0" bIns="0" rtlCol="0" vert="horz"><a:spAutoFit/></a:bodyPr><a:lstStyle/><a:p><a:pPr marL="12700" marR="5080"><a:lnSpc><a:spcPct val="104500"/></a:lnSpc><a:spcBef><a:spcPts val="75"/></a:spcBef></a:pPr><a:endParaRPr sz="950"><a:latin typeface="Calibri"/><a:cs typeface="Calibri"/></a:endParaRPr><a:r><a:rPr dirty="0" sz="950"><a:latin typeface="Calibri"/><a:t>{{EE_NAME}} {{EE_FIRM}} {{EE_ADDR}} </a:t></a:r></a:p><a:p><a:pPr marL="12700"><a:lnSpc><a:spcPct val="100000"/></a:lnSpc><a:spcBef><a:spcPts val="50"/></a:spcBef></a:pPr><a:endParaRPr sz="950"><a:latin typeface="Calibri"/><a:cs typeface="Calibri"/></a:endParaRPr><a:r><a:rPr dirty="0" sz="950" spc="-10"><a:latin typeface="Calibri"/><a:t>{{EE_EMAIL}}</a:t></a:r></a:p><a:p><a:pPr marL="12700"><a:lnSpc><a:spcPct val="100000"/></a:lnSpc><a:spcBef><a:spcPts val="50"/></a:spcBef></a:pPr><a:endParaRPr sz="950"><a:latin typeface="Calibri"/><a:cs typeface="Calibri"/></a:endParaRPr><a:r><a:rPr dirty="0" sz="950"><a:latin typeface="Calibri"/><a:t>PHONE: {{EE_PHONE}}</a:t></a:r></a:p><a:p><a:pPr marL="12700"><a:lnSpc><a:spcPct val="100000"/></a:lnSpc><a:spcBef><a:spcPts val="50"/></a:spcBef></a:pPr><a:endParaRPr sz="950"><a:latin typeface="Calibri"/><a:cs typeface="Calibri"/></a:endParaRPr><a:r><a:rPr dirty="0" sz="950"><a:latin typeface="Calibri"/><a:t>FAX: </a:t></a:r></a:p></p:txBody></p:sp><p:sp><p:nvSpPr><p:cNvPr id="45" name="object 45"/><p:cNvSpPr/><p:nvPr/></p:nvSpPr><p:spPr><a:xfrm><a:off x="16268575" y="428646"/><a:ext cx="2332355" cy="0"/></a:xfrm><a:custGeom><a:avLst/><a:gdLst/><a:ahLst/><a:cxnLst/><a:rect l="l" t="t" r="r" b="b"/><a:pathLst><a:path w="2332355" h="0"><a:moveTo><a:pt x="0" y="0"/></a:moveTo><a:lnTo><a:pt x="2332137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46" name="object 46"/><p:cNvSpPr txBox="1"/><p:nvPr/></p:nvSpPr><p:spPr><a:xfrm><a:off x="14126407" y="258495"/><a:ext cx="125158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b="1"><a:latin typeface="Calibri"/><a:cs typeface="Calibri"/></a:rPr><a:t>GENERAL</a:t></a:r><a:r><a:rPr dirty="0" sz="950" spc="110" b="1"><a:latin typeface="Calibri"/><a:cs typeface="Calibri"/></a:rPr><a:t> </a:t></a:r><a:r><a:rPr dirty="0" sz="950" spc="-10" b="1"><a:latin typeface="Calibri"/><a:cs typeface="Calibri"/></a:rPr><a:t>CONTRACTOR</a:t></a:r><a:endParaRPr sz="950"><a:latin typeface="Calibri"/><a:cs typeface="Calibri"/></a:endParaRPr></a:p></p:txBody></p:sp><p:sp><p:nvSpPr><p:cNvPr id="47" name="object 47"/><p:cNvSpPr txBox="1"/><p:nvPr/></p:nvSpPr><p:spPr><a:xfrm><a:off x="14126407" y="409741"/><a:ext cx="1661795" cy="1536065"/></a:xfrm><a:prstGeom prst="rect"><a:avLst/></a:prstGeom></p:spPr><p:txBody><a:bodyPr wrap="square" lIns="0" tIns="9525" rIns="0" bIns="0" rtlCol="0" vert="horz"><a:spAutoFit/></a:bodyPr><a:lstStyle/><a:p><a:pPr marL="12700" marR="640080"><a:lnSpc><a:spcPct val="104500"/></a:lnSpc><a:spcBef><a:spcPts val="75"/></a:spcBef></a:pPr><a:endParaRPr sz="950"><a:latin typeface="Calibri"/><a:cs typeface="Calibri"/></a:endParaRPr><a:r><a:rPr dirty="0" sz="950"><a:latin typeface="Calibri"/><a:t>CLEARSKY BUILDERS LLC</a:t></a:r></a:p><a:p><a:pPr marL="12700"><a:lnSpc><a:spcPct val="100000"/></a:lnSpc><a:spcBef><a:spcPts val="50"/></a:spcBef></a:pPr><a:endParaRPr sz="950"><a:latin typeface="Calibri"/><a:cs typeface="Calibri"/></a:endParaRPr><a:r><a:rPr dirty="0" sz="950"><a:latin typeface="Calibri"/><a:t>1107 17TH AVE N</a:t></a:r></a:p><a:p><a:pPr marL="12700"><a:lnSpc><a:spcPct val="100000"/></a:lnSpc><a:spcBef><a:spcPts val="50"/></a:spcBef></a:pPr><a:endParaRPr sz="950"><a:latin typeface="Calibri"/><a:cs typeface="Calibri"/></a:endParaRPr><a:r><a:rPr dirty="0" sz="950"><a:latin typeface="Calibri"/><a:t>CLINTON, IOWA 52732</a:t></a:r></a:p><a:p><a:pPr marL="12700" marR="444500"><a:lnSpc><a:spcPct val="104500"/></a:lnSpc></a:pPr><a:endParaRPr sz="950"><a:latin typeface="Calibri"/><a:cs typeface="Calibri"/></a:endParaRPr><a:r><a:rPr dirty="0" sz="950"><a:latin typeface="Calibri"/><a:t>INFO@CSEBUILDERS.COM PHONE: {{GC_PHONE}}</a:t></a:r></a:p><a:p><a:pPr marL="12700" marR="304800"><a:lnSpc><a:spcPct val="104500"/></a:lnSpc></a:pPr><a:endParaRPr sz="950"><a:latin typeface="Calibri"/><a:cs typeface="Calibri"/></a:endParaRPr><a:r><a:rPr dirty="0" sz="950"><a:latin typeface="Calibri"/><a:t>FAX:  WWW.CLEARSKY-POWER.COM LICENSE NUMBER: {{GC_LIC}}</a:t></a:r></a:p><a:p><a:pPr marL="12700"><a:lnSpc><a:spcPct val="100000"/></a:lnSpc><a:spcBef><a:spcPts val="50"/></a:spcBef></a:pPr><a:r><a:rPr dirty="0" sz="950"><a:latin typeface="Calibri"/><a:cs typeface="Calibri"/></a:rPr><a:t>LICENSE</a:t></a:r><a:r><a:rPr dirty="0" sz="950" spc="70"><a:latin typeface="Calibri"/><a:cs typeface="Calibri"/></a:rPr><a:t> </a:t></a:r><a:r><a:rPr dirty="0" sz="950"><a:latin typeface="Calibri"/><a:cs typeface="Calibri"/></a:rPr><a:t>CLASSIFICATION:</a:t></a:r><a:r><a:rPr dirty="0" sz="950" spc="75"><a:latin typeface="Calibri"/><a:cs typeface="Calibri"/></a:rPr><a:t> </a:t></a:r><a:r><a:rPr dirty="0" sz="950"><a:latin typeface="Calibri"/><a:cs typeface="Calibri"/></a:rPr><a:t>A,</a:t></a:r><a:r><a:rPr dirty="0" sz="950" spc="75"><a:latin typeface="Calibri"/><a:cs typeface="Calibri"/></a:rPr><a:t> </a:t></a:r><a:r><a:rPr dirty="0" sz="950" spc="-25"><a:latin typeface="Calibri"/><a:cs typeface="Calibri"/></a:rPr><a:t>C10</a:t></a:r><a:endParaRPr sz="950"><a:latin typeface="Calibri"/><a:cs typeface="Calibri"/></a:endParaRPr></a:p></p:txBody></p:sp><p:sp><p:nvSpPr><p:cNvPr id="48" name="object 48"/><p:cNvSpPr/><p:nvPr/></p:nvSpPr><p:spPr><a:xfrm><a:off x="14123595" y="277400"/><a:ext cx="4477385" cy="2708910"/></a:xfrm><a:custGeom><a:avLst/><a:gdLst/><a:ahLst/><a:cxnLst/><a:rect l="l" t="t" r="r" b="b"/><a:pathLst><a:path w="4477384" h="2708910"><a:moveTo><a:pt x="0" y="151246"/></a:moveTo><a:lnTo><a:pt x="2144980" y="151246"/></a:lnTo></a:path><a:path w="4477384" h="2708910"><a:moveTo><a:pt x="0" y="0"/></a:moveTo><a:lnTo><a:pt x="4477117" y="0"/></a:lnTo><a:lnTo><a:pt x="4477117" y="2708422"/></a:lnTo><a:lnTo><a:pt x="0" y="2708422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49" name="object 49"/><p:cNvSpPr txBox="1"/><p:nvPr/></p:nvSpPr><p:spPr><a:xfrm><a:off x="16255875" y="1619710"/><a:ext cx="235775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a:tabLst><a:tab pos="2344420" algn="l"/></a:tabLst></a:pPr><a:r><a:rPr dirty="0" u="sng" sz="950" spc="-90"><a:uFill><a:solidFill><a:srgbClr val="000000"/></a:solidFill></a:uFill><a:latin typeface="Times New Roman"/><a:cs typeface="Times New Roman"/></a:rPr><a:t> </a:t></a:r><a:r><a:rPr dirty="0" u="sng" sz="950" b="1"><a:uFill><a:solidFill><a:srgbClr val="000000"/></a:solidFill></a:uFill><a:latin typeface="Calibri"/><a:cs typeface="Calibri"/></a:rPr><a:t>STRUCTURAL</a:t></a:r><a:r><a:rPr dirty="0" u="sng" sz="950" spc="75" b="1"><a:uFill><a:solidFill><a:srgbClr val="000000"/></a:solidFill></a:uFill><a:latin typeface="Calibri"/><a:cs typeface="Calibri"/></a:rPr><a:t> </a:t></a:r><a:r><a:rPr dirty="0" u="sng" sz="950" spc="-10" b="1"><a:uFill><a:solidFill><a:srgbClr val="000000"/></a:solidFill></a:uFill><a:latin typeface="Calibri"/><a:cs typeface="Calibri"/></a:rPr><a:t>ENGINEER</a:t></a:r><a:r><a:rPr dirty="0" u="sng" sz="950" b="1"><a:uFill><a:solidFill><a:srgbClr val="000000"/></a:solidFill></a:uFill><a:latin typeface="Calibri"/><a:cs typeface="Calibri"/></a:rPr><a:t>	</a:t></a:r><a:endParaRPr sz="950"><a:latin typeface="Calibri"/><a:cs typeface="Calibri"/></a:endParaRPr></a:p></p:txBody></p:sp><p:sp><p:nvSpPr><p:cNvPr id="50" name="object 50"/><p:cNvSpPr txBox="1"/><p:nvPr/></p:nvSpPr><p:spPr><a:xfrm><a:off x="16271388" y="1770957"/><a:ext cx="62293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endParaRPr sz="950"><a:latin typeface="Calibri"/><a:cs typeface="Calibri"/></a:endParaRPr><a:r><a:rPr dirty="0" sz="950"><a:latin typeface="Calibri"/><a:t>{{SE_NAME}}</a:t></a:r></a:p></p:txBody></p:sp><p:sp><p:nvSpPr><p:cNvPr id="51" name="object 51"/><p:cNvSpPr txBox="1"/><p:nvPr/></p:nvSpPr><p:spPr><a:xfrm><a:off x="16271388" y="1922203"/><a:ext cx="219456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endParaRPr sz="950"><a:latin typeface="Calibri"/><a:cs typeface="Calibri"/></a:endParaRPr><a:r><a:rPr dirty="0" sz="950"><a:latin typeface="Calibri"/><a:t>{{SE_FIRM}}</a:t></a:r></a:p></p:txBody></p:sp><p:sp><p:nvSpPr><p:cNvPr id="52" name="object 52"/><p:cNvSpPr txBox="1"/><p:nvPr/></p:nvSpPr><p:spPr><a:xfrm><a:off x="14085495" y="2059441"/><a:ext cx="3077845" cy="174625"/></a:xfrm><a:prstGeom prst="rect"><a:avLst/></a:prstGeom></p:spPr><p:txBody><a:bodyPr wrap="square" lIns="0" tIns="15875" rIns="0" bIns="0" rtlCol="0" vert="horz"><a:spAutoFit/></a:bodyPr><a:lstStyle/><a:p><a:pPr marL="38100"><a:lnSpc><a:spcPct val="100000"/></a:lnSpc><a:spcBef><a:spcPts val="125"/></a:spcBef><a:tabLst><a:tab pos="2182495" algn="l"/></a:tabLst></a:pPr><a:endParaRPr baseline="-5847" sz="1425"><a:latin typeface="Calibri"/><a:cs typeface="Calibri"/></a:endParaRPr><a:r><a:rPr dirty="0" u="sng" sz="950" spc="-95"><a:uFill><a:solidFill><a:srgbClr val="000000"/><a:t> PROPERTY OWNER	 {{SE_ADDR}}</a:t></a:r></a:p></p:txBody></p:sp><p:sp><p:nvSpPr><p:cNvPr id="53" name="object 53"/><p:cNvSpPr txBox="1"/><p:nvPr/></p:nvSpPr><p:spPr><a:xfrm><a:off x="16271388" y="2224695"/><a:ext cx="1412875" cy="476884"/></a:xfrm><a:prstGeom prst="rect"><a:avLst/></a:prstGeom></p:spPr><p:txBody><a:bodyPr wrap="square" lIns="0" tIns="9525" rIns="0" bIns="0" rtlCol="0" vert="horz"><a:spAutoFit/></a:bodyPr><a:lstStyle/><a:p><a:pPr marL="12700" marR="5080"><a:lnSpc><a:spcPct val="104500"/></a:lnSpc><a:spcBef><a:spcPts val="75"/></a:spcBef></a:pPr><a:endParaRPr sz="950"><a:latin typeface="Calibri"/><a:cs typeface="Calibri"/></a:endParaRPr><a:r><a:rPr dirty="0" sz="950"><a:latin typeface="Calibri"/><a:t> {{SE_EMAIL}} PHONE: {{SE_PHONE}}</a:t></a:r></a:p></p:txBody></p:sp><p:grpSp><p:nvGrpSpPr><p:cNvPr id="54" name="object 54"/><p:cNvGrpSpPr/><p:nvPr/></p:nvGrpSpPr><p:grpSpPr><a:xfrm><a:off x="16527059" y="11920687"/><a:ext cx="772795" cy="1102995"/><a:chOff x="16527059" y="11920687"/><a:chExt cx="772795" cy="1102995"/></a:xfrm></p:grpSpPr><p:sp><p:nvSpPr><p:cNvPr id="55" name="object 55"/><p:cNvSpPr/><p:nvPr/></p:nvSpPr><p:spPr><a:xfrm><a:off x="16706168" y="12047845"/><a:ext cx="40005" cy="46990"/></a:xfrm><a:custGeom><a:avLst/><a:gdLst/><a:ahLst/><a:cxnLst/><a:rect l="l" t="t" r="r" b="b"/><a:pathLst><a:path w="40005" h="46990"><a:moveTo><a:pt x="26536" y="46771"/></a:moveTo><a:lnTo><a:pt x="0" y="7641"/></a:lnTo><a:lnTo><a:pt x="9741" y="1007"/></a:lnTo><a:lnTo><a:pt x="15199" y="0"/></a:lnTo><a:lnTo><a:pt x="39552" y="29809"/></a:lnTo><a:lnTo><a:pt x="39300" y="35435"/></a:lnTo><a:lnTo><a:pt x="36361" y="40137"/></a:lnTo><a:lnTo><a:pt x="26536" y="46771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6" name="object 56"/><p:cNvSpPr/><p:nvPr/></p:nvSpPr><p:spPr><a:xfrm><a:off x="16679800" y="12064303"/><a:ext cx="32384" cy="50165"/></a:xfrm><a:custGeom><a:avLst/><a:gdLst/><a:ahLst/><a:cxnLst/><a:rect l="l" t="t" r="r" b="b"/><a:pathLst><a:path w="32384" h="50165"><a:moveTo><a:pt x="31910" y="49709"/></a:moveTo><a:lnTo><a:pt x="0" y="14778"/></a:lnTo><a:lnTo><a:pt x="16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7" name="object 57"/><p:cNvSpPr/><p:nvPr/></p:nvSpPr><p:spPr><a:xfrm><a:off x="16695000" y="12086638"/><a:ext cx="10160" cy="9525"/></a:xfrm><a:custGeom><a:avLst/><a:gdLst/><a:ahLst/><a:cxnLst/><a:rect l="l" t="t" r="r" b="b"/><a:pathLst><a:path w="10159" h="9525"><a:moveTo><a:pt x="0" y="9068"/></a:moveTo><a:lnTo><a:pt x="999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8" name="object 58"/><p:cNvSpPr/><p:nvPr/></p:nvSpPr><p:spPr><a:xfrm><a:off x="16711710" y="12099150"/><a:ext cx="16510" cy="15240"/></a:xfrm><a:custGeom><a:avLst/><a:gdLst/><a:ahLst/><a:cxnLst/><a:rect l="l" t="t" r="r" b="b"/><a:pathLst><a:path w="16509" h="15240"><a:moveTo><a:pt x="0" y="14862"/></a:moveTo><a:lnTo><a:pt x="16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9" name="object 59"/><p:cNvSpPr/><p:nvPr/></p:nvSpPr><p:spPr><a:xfrm><a:off x="16714398" y="11978150"/><a:ext cx="29845" cy="9525"/></a:xfrm><a:custGeom><a:avLst/><a:gdLst/><a:ahLst/><a:cxnLst/><a:rect l="l" t="t" r="r" b="b"/><a:pathLst><a:path w="29844" h="9525"><a:moveTo><a:pt x="29391" y="9068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0" name="object 60"/><p:cNvSpPr/><p:nvPr/></p:nvSpPr><p:spPr><a:xfrm><a:off x="16714482" y="11962531"/><a:ext cx="26034" cy="15875"/></a:xfrm><a:custGeom><a:avLst/><a:gdLst/><a:ahLst/><a:cxnLst/><a:rect l="l" t="t" r="r" b="b"/><a:pathLst><a:path w="26034" h="15875"><a:moveTo><a:pt x="25864" y="0"/></a:moveTo><a:lnTo><a:pt x="23344" y="587"/></a:lnTo><a:lnTo><a:pt x="15083" y="2804"/></a:lnTo><a:lnTo><a:pt x="7423" y="7326"/></a:lnTo><a:lnTo><a:pt x="1679" y="13687"/></a:lnTo><a:lnTo><a:pt x="0" y="15618"/></a:lnTo></a:path></a:pathLst></a:custGeom><a:ln w="3175"><a:solidFill><a:srgbClr val="000000"/></a:solidFill></a:ln></p:spPr><p:txBody><a:bodyPr wrap="square" lIns="0" tIns="0" rIns="0" bIns="0" rtlCol="0"/><a:lstStyle/><a:p/></p:txBody></p:sp><p:sp><p:nvSpPr><p:cNvPr id="61" name="object 61"/><p:cNvSpPr/><p:nvPr/></p:nvSpPr><p:spPr><a:xfrm><a:off x="16689205" y="11994692"/><a:ext cx="30480" cy="6985"/></a:xfrm><a:custGeom><a:avLst/><a:gdLst/><a:ahLst/><a:cxnLst/><a:rect l="l" t="t" r="r" b="b"/><a:pathLst><a:path w="30480" h="6984"><a:moveTo><a:pt x="29978" y="671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2" name="object 62"/><p:cNvSpPr/><p:nvPr/></p:nvSpPr><p:spPr><a:xfrm><a:off x="16695839" y="11999982"/><a:ext cx="20955" cy="17780"/></a:xfrm><a:custGeom><a:avLst/><a:gdLst/><a:ahLst/><a:cxnLst/><a:rect l="l" t="t" r="r" b="b"/><a:pathLst><a:path w="20955" h="17779"><a:moveTo><a:pt x="0" y="17465"/></a:moveTo><a:lnTo><a:pt x="2435" y="16206"/></a:lnTo><a:lnTo><a:pt x="8408" y="13236"/></a:lnTo><a:lnTo><a:pt x="15319" y="7582"/></a:lnTo><a:lnTo><a:pt x="19230" y="2183"/></a:lnTo><a:lnTo><a:pt x="2090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3" name="object 63"/><p:cNvSpPr/><p:nvPr/></p:nvSpPr><p:spPr><a:xfrm><a:off x="16710787" y="12599440"/><a:ext cx="6350" cy="30480"/></a:xfrm><a:custGeom><a:avLst/><a:gdLst/><a:ahLst/><a:cxnLst/><a:rect l="l" t="t" r="r" b="b"/><a:pathLst><a:path w="6350" h="30479"><a:moveTo><a:pt x="0" y="0"/></a:moveTo><a:lnTo><a:pt x="6046" y="30145"/></a:lnTo></a:path></a:pathLst></a:custGeom><a:ln w="3175"><a:solidFill><a:srgbClr val="000000"/></a:solidFill></a:ln></p:spPr><p:txBody><a:bodyPr wrap="square" lIns="0" tIns="0" rIns="0" bIns="0" rtlCol="0"/><a:lstStyle/><a:p/></p:txBody></p:sp><p:sp><p:nvSpPr><p:cNvPr id="64" name="object 64"/><p:cNvSpPr/><p:nvPr/></p:nvSpPr><p:spPr><a:xfrm><a:off x="16690717" y="12614219"/><a:ext cx="26670" cy="15875"/></a:xfrm><a:custGeom><a:avLst/><a:gdLst/><a:ahLst/><a:cxnLst/><a:rect l="l" t="t" r="r" b="b"/><a:pathLst><a:path w="26669" h="15875"><a:moveTo><a:pt x="0" y="0"/></a:moveTo><a:lnTo><a:pt x="1763" y="1931"/></a:lnTo><a:lnTo><a:pt x="7301" y="8010"/></a:lnTo><a:lnTo><a:pt x="15598" y="12859"/></a:lnTo><a:lnTo><a:pt x="23596" y="14778"/></a:lnTo><a:lnTo><a:pt x="26116" y="15282"/></a:lnTo></a:path></a:pathLst></a:custGeom><a:ln w="3175"><a:solidFill><a:srgbClr val="000000"/></a:solidFill></a:ln></p:spPr><p:txBody><a:bodyPr wrap="square" lIns="0" tIns="0" rIns="0" bIns="0" rtlCol="0"/><a:lstStyle/><a:p/></p:txBody></p:sp><p:sp><p:nvSpPr><p:cNvPr id="65" name="object 65"/><p:cNvSpPr/><p:nvPr/></p:nvSpPr><p:spPr><a:xfrm><a:off x="16710451" y="12602211"/><a:ext cx="24765" cy="12700"/></a:xfrm><a:custGeom><a:avLst/><a:gdLst/><a:ahLst/><a:cxnLst/><a:rect l="l" t="t" r="r" b="b"/><a:pathLst><a:path w="24765" h="12700"><a:moveTo><a:pt x="24436" y="12091"/></a:moveTo><a:lnTo><a:pt x="22337" y="10328"/></a:lnTo><a:lnTo><a:pt x="16743" y="5817"/></a:lnTo><a:lnTo><a:pt x="9680" y="2276"/></a:lnTo><a:lnTo><a:pt x="2687" y="58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6" name="object 66"/><p:cNvSpPr/><p:nvPr/></p:nvSpPr><p:spPr><a:xfrm><a:off x="16604895" y="12202432"/><a:ext cx="44450" cy="17780"/></a:xfrm><a:custGeom><a:avLst/><a:gdLst/><a:ahLst/><a:cxnLst/><a:rect l="l" t="t" r="r" b="b"/><a:pathLst><a:path w="44450" h="17779"><a:moveTo><a:pt x="0" y="0"/></a:moveTo><a:lnTo><a:pt x="43918" y="17465"/></a:lnTo></a:path></a:pathLst></a:custGeom><a:ln w="3175"><a:solidFill><a:srgbClr val="000000"/></a:solidFill></a:ln></p:spPr><p:txBody><a:bodyPr wrap="square" lIns="0" tIns="0" rIns="0" bIns="0" rtlCol="0"/><a:lstStyle/><a:p/></p:txBody></p:sp><p:sp><p:nvSpPr><p:cNvPr id="67" name="object 67"/><p:cNvSpPr/><p:nvPr/></p:nvSpPr><p:spPr><a:xfrm><a:off x="16612032" y="12173127"/><a:ext cx="46355" cy="35560"/></a:xfrm><a:custGeom><a:avLst/><a:gdLst/><a:ahLst/><a:cxnLst/><a:rect l="l" t="t" r="r" b="b"/><a:pathLst><a:path w="46355" h="35559"><a:moveTo><a:pt x="12596" y="0"/></a:moveTo><a:lnTo><a:pt x="7053" y="1175"/></a:lnTo><a:lnTo><a:pt x="2939" y="4786"/></a:lnTo><a:lnTo><a:pt x="83" y="11000"/></a:lnTo><a:lnTo><a:pt x="0" y="16542"/></a:lnTo><a:lnTo><a:pt x="2687" y="21496"/></a:lnTo><a:lnTo><a:pt x="6801" y="23343"/></a:lnTo><a:lnTo><a:pt x="11588" y="23679"/></a:lnTo><a:lnTo><a:pt x="14359" y="23091"/></a:lnTo><a:lnTo><a:pt x="17802" y="20908"/></a:lnTo><a:lnTo><a:pt x="26116" y="13603"/></a:lnTo><a:lnTo><a:pt x="29559" y="11503"/></a:lnTo><a:lnTo><a:pt x="32330" y="10916"/></a:lnTo><a:lnTo><a:pt x="37116" y="11251"/></a:lnTo><a:lnTo><a:pt x="43246" y="14022"/></a:lnTo><a:lnTo><a:pt x="45934" y="18977"/></a:lnTo><a:lnTo><a:pt x="45934" y="24519"/></a:lnTo><a:lnTo><a:pt x="43079" y="30648"/></a:lnTo><a:lnTo><a:pt x="38880" y="34343"/></a:lnTo><a:lnTo><a:pt x="33421" y="35519"/></a:lnTo></a:path></a:pathLst></a:custGeom><a:ln w="3175"><a:solidFill><a:srgbClr val="000000"/></a:solidFill></a:ln></p:spPr><p:txBody><a:bodyPr wrap="square" lIns="0" tIns="0" rIns="0" bIns="0" rtlCol="0"/><a:lstStyle/><a:p/></p:txBody></p:sp><p:sp><p:nvSpPr><p:cNvPr id="68" name="object 68"/><p:cNvSpPr/><p:nvPr/></p:nvSpPr><p:spPr><a:xfrm><a:off x="16540822" y="12200333"/><a:ext cx="27305" cy="14604"/></a:xfrm><a:custGeom><a:avLst/><a:gdLst/><a:ahLst/><a:cxnLst/><a:rect l="l" t="t" r="r" b="b"/><a:pathLst><a:path w="27305" h="14604"><a:moveTo><a:pt x="27039" y="0"/></a:moveTo><a:lnTo><a:pt x="0" y="14610"/></a:lnTo></a:path></a:pathLst></a:custGeom><a:ln w="3175"><a:solidFill><a:srgbClr val="000000"/></a:solidFill></a:ln></p:spPr><p:txBody><a:bodyPr wrap="square" lIns="0" tIns="0" rIns="0" bIns="0" rtlCol="0"/><a:lstStyle/><a:p/></p:txBody></p:sp><p:sp><p:nvSpPr><p:cNvPr id="69" name="object 69"/><p:cNvSpPr/><p:nvPr/></p:nvSpPr><p:spPr><a:xfrm><a:off x="16540654" y="12185471"/><a:ext cx="7620" cy="29845"/></a:xfrm><a:custGeom><a:avLst/><a:gdLst/><a:ahLst/><a:cxnLst/><a:rect l="l" t="t" r="r" b="b"/><a:pathLst><a:path w="7619" h="29845"><a:moveTo><a:pt x="7137" y="0"/></a:moveTo><a:lnTo><a:pt x="0" y="26870"/></a:lnTo><a:lnTo><a:pt x="167" y="29473"/></a:lnTo></a:path></a:pathLst></a:custGeom><a:ln w="3175"><a:solidFill><a:srgbClr val="000000"/></a:solidFill></a:ln></p:spPr><p:txBody><a:bodyPr wrap="square" lIns="0" tIns="0" rIns="0" bIns="0" rtlCol="0"/><a:lstStyle/><a:p/></p:txBody></p:sp><p:sp><p:nvSpPr><p:cNvPr id="70" name="object 70"/><p:cNvSpPr/><p:nvPr/></p:nvSpPr><p:spPr><a:xfrm><a:off x="16560724" y="12200837"/><a:ext cx="5080" cy="27305"/></a:xfrm><a:custGeom><a:avLst/><a:gdLst/><a:ahLst/><a:cxnLst/><a:rect l="l" t="t" r="r" b="b"/><a:pathLst><a:path w="5080" h="27304"><a:moveTo><a:pt x="0" y="26954"/></a:moveTo><a:lnTo><a:pt x="1511" y="23259"/></a:lnTo><a:lnTo><a:pt x="3932" y="17198"/></a:lnTo><a:lnTo><a:pt x="4737" y="10434"/></a:lnTo><a:lnTo><a:pt x="4702" y="3946"/></a:lnTo><a:lnTo><a:pt x="445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1" name="object 71"/><p:cNvSpPr/><p:nvPr/></p:nvSpPr><p:spPr><a:xfrm><a:off x="16573404" y="12449723"/><a:ext cx="10795" cy="29209"/></a:xfrm><a:custGeom><a:avLst/><a:gdLst/><a:ahLst/><a:cxnLst/><a:rect l="l" t="t" r="r" b="b"/><a:pathLst><a:path w="10794" h="29209"><a:moveTo><a:pt x="10748" y="0"/></a:moveTo><a:lnTo><a:pt x="0" y="28717"/></a:lnTo></a:path></a:pathLst></a:custGeom><a:ln w="3175"><a:solidFill><a:srgbClr val="000000"/></a:solidFill></a:ln></p:spPr><p:txBody><a:bodyPr wrap="square" lIns="0" tIns="0" rIns="0" bIns="0" rtlCol="0"/><a:lstStyle/><a:p/></p:txBody></p:sp><p:sp><p:nvSpPr><p:cNvPr id="72" name="object 72"/><p:cNvSpPr/><p:nvPr/></p:nvSpPr><p:spPr><a:xfrm><a:off x="16559296" y="12451654"/><a:ext cx="14604" cy="27305"/></a:xfrm><a:custGeom><a:avLst/><a:gdLst/><a:ahLst/><a:cxnLst/><a:rect l="l" t="t" r="r" b="b"/><a:pathLst><a:path w="14605" h="27304"><a:moveTo><a:pt x="0" y="0"/></a:moveTo><a:lnTo><a:pt x="503" y="2603"/></a:lnTo><a:lnTo><a:pt x="2166" y="11134"/></a:lnTo><a:lnTo><a:pt x="6284" y="18744"/></a:lnTo><a:lnTo><a:pt x="12260" y="25022"/></a:lnTo><a:lnTo><a:pt x="14107" y="26786"/></a:lnTo></a:path></a:pathLst></a:custGeom><a:ln w="3175"><a:solidFill><a:srgbClr val="000000"/></a:solidFill></a:ln></p:spPr><p:txBody><a:bodyPr wrap="square" lIns="0" tIns="0" rIns="0" bIns="0" rtlCol="0"/><a:lstStyle/><a:p/></p:txBody></p:sp><p:sp><p:nvSpPr><p:cNvPr id="73" name="object 73"/><p:cNvSpPr/><p:nvPr/></p:nvSpPr><p:spPr><a:xfrm><a:off x="16582473" y="12451906"/><a:ext cx="14604" cy="23495"/></a:xfrm><a:custGeom><a:avLst/><a:gdLst/><a:ahLst/><a:cxnLst/><a:rect l="l" t="t" r="r" b="b"/><a:pathLst><a:path w="14605" h="23495"><a:moveTo><a:pt x="14359" y="23175"/></a:moveTo><a:lnTo><a:pt x="13519" y="20572"/></a:lnTo><a:lnTo><a:pt x="10947" y="13486"/></a:lnTo><a:lnTo><a:pt x="7105" y="7469"/></a:lnTo><a:lnTo><a:pt x="2015" y="193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4" name="object 74"/><p:cNvSpPr/><p:nvPr/></p:nvSpPr><p:spPr><a:xfrm><a:off x="16645119" y="12544105"/><a:ext cx="1270" cy="31115"/></a:xfrm><a:custGeom><a:avLst/><a:gdLst/><a:ahLst/><a:cxnLst/><a:rect l="l" t="t" r="r" b="b"/><a:pathLst><a:path w="1269" h="31115"><a:moveTo><a:pt x="1259" y="0"/></a:moveTo><a:lnTo><a:pt x="0" y="30648"/></a:lnTo></a:path></a:pathLst></a:custGeom><a:ln w="3175"><a:solidFill><a:srgbClr val="000000"/></a:solidFill></a:ln></p:spPr><p:txBody><a:bodyPr wrap="square" lIns="0" tIns="0" rIns="0" bIns="0" rtlCol="0"/><a:lstStyle/><a:p/></p:txBody></p:sp><p:sp><p:nvSpPr><p:cNvPr id="75" name="object 75"/><p:cNvSpPr/><p:nvPr/></p:nvSpPr><p:spPr><a:xfrm><a:off x="16666364" y="12564257"/><a:ext cx="1270" cy="31115"/></a:xfrm><a:custGeom><a:avLst/><a:gdLst/><a:ahLst/><a:cxnLst/><a:rect l="l" t="t" r="r" b="b"/><a:pathLst><a:path w="1269" h="31115"><a:moveTo><a:pt x="0" y="0"/></a:moveTo><a:lnTo><a:pt x="1175" y="30648"/></a:lnTo></a:path></a:pathLst></a:custGeom><a:ln w="3175"><a:solidFill><a:srgbClr val="000000"/></a:solidFill></a:ln></p:spPr><p:txBody><a:bodyPr wrap="square" lIns="0" tIns="0" rIns="0" bIns="0" rtlCol="0"/><a:lstStyle/><a:p/></p:txBody></p:sp><p:sp><p:nvSpPr><p:cNvPr id="76" name="object 76"/><p:cNvSpPr/><p:nvPr/></p:nvSpPr><p:spPr><a:xfrm><a:off x="16644195" y="12575677"/><a:ext cx="23495" cy="19685"/></a:xfrm><a:custGeom><a:avLst/><a:gdLst/><a:ahLst/><a:cxnLst/><a:rect l="l" t="t" r="r" b="b"/><a:pathLst><a:path w="23494" h="19684"><a:moveTo><a:pt x="0" y="0"/></a:moveTo><a:lnTo><a:pt x="20909" y="18305"/></a:lnTo><a:lnTo><a:pt x="23344" y="19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77" name="object 77"/><p:cNvSpPr/><p:nvPr/></p:nvSpPr><p:spPr><a:xfrm><a:off x="16645454" y="12546792"/><a:ext cx="20955" cy="17780"/></a:xfrm><a:custGeom><a:avLst/><a:gdLst/><a:ahLst/><a:cxnLst/><a:rect l="l" t="t" r="r" b="b"/><a:pathLst><a:path w="20955" h="17779"><a:moveTo><a:pt x="20909" y="17465"/></a:moveTo><a:lnTo><a:pt x="19230" y="15282"/></a:lnTo><a:lnTo><a:pt x="14881" y="9533"/></a:lnTo><a:lnTo><a:pt x="8814" y="4510"/></a:lnTo><a:lnTo><a:pt x="2435" y="117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8" name="object 78"/><p:cNvSpPr/><p:nvPr/></p:nvSpPr><p:spPr><a:xfrm><a:off x="16687862" y="12582731"/><a:ext cx="3810" cy="30480"/></a:xfrm><a:custGeom><a:avLst/><a:gdLst/><a:ahLst/><a:cxnLst/><a:rect l="l" t="t" r="r" b="b"/><a:pathLst><a:path w="3809" h="30479"><a:moveTo><a:pt x="0" y="0"/></a:moveTo><a:lnTo><a:pt x="3610" y="30480"/></a:lnTo></a:path></a:pathLst></a:custGeom><a:ln w="3175"><a:solidFill><a:srgbClr val="000000"/></a:solidFill></a:ln></p:spPr><p:txBody><a:bodyPr wrap="square" lIns="0" tIns="0" rIns="0" bIns="0" rtlCol="0"/><a:lstStyle/><a:p/></p:txBody></p:sp><p:sp><p:nvSpPr><p:cNvPr id="79" name="object 79"/><p:cNvSpPr/><p:nvPr/></p:nvSpPr><p:spPr><a:xfrm><a:off x="16666700" y="12595830"/><a:ext cx="25400" cy="17780"/></a:xfrm><a:custGeom><a:avLst/><a:gdLst/><a:ahLst/><a:cxnLst/><a:rect l="l" t="t" r="r" b="b"/><a:pathLst><a:path w="25400" h="17779"><a:moveTo><a:pt x="0" y="0"/></a:moveTo><a:lnTo><a:pt x="1595" y="2099"/></a:lnTo><a:lnTo><a:pt x="6897" y="8830"/></a:lnTo><a:lnTo><a:pt x="14242" y="13861"/></a:lnTo><a:lnTo><a:pt x="22337" y="16625"/></a:lnTo><a:lnTo><a:pt x="24772" y="17381"/></a:lnTo></a:path></a:pathLst></a:custGeom><a:ln w="3175"><a:solidFill><a:srgbClr val="000000"/></a:solidFill></a:ln></p:spPr><p:txBody><a:bodyPr wrap="square" lIns="0" tIns="0" rIns="0" bIns="0" rtlCol="0"/><a:lstStyle/><a:p/></p:txBody></p:sp><p:sp><p:nvSpPr><p:cNvPr id="80" name="object 80"/><p:cNvSpPr/><p:nvPr/></p:nvSpPr><p:spPr><a:xfrm><a:off x="16665608" y="12566944"/><a:ext cx="22860" cy="15875"/></a:xfrm><a:custGeom><a:avLst/><a:gdLst/><a:ahLst/><a:cxnLst/><a:rect l="l" t="t" r="r" b="b"/><a:pathLst><a:path w="22859" h="15875"><a:moveTo><a:pt x="22253" y="15786"/></a:moveTo><a:lnTo><a:pt x="20405" y="13687"/></a:lnTo><a:lnTo><a:pt x="15407" y="8255"/></a:lnTo><a:lnTo><a:pt x="9398" y="3911"/></a:lnTo><a:lnTo><a:pt x="2603" y="100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81" name="object 81"/><p:cNvSpPr/><p:nvPr/></p:nvSpPr><p:spPr><a:xfrm><a:off x="16687274" y="12585418"/><a:ext cx="23495" cy="14604"/></a:xfrm><a:custGeom><a:avLst/><a:gdLst/><a:ahLst/><a:cxnLst/><a:rect l="l" t="t" r="r" b="b"/><a:pathLst><a:path w="23494" h="14604"><a:moveTo><a:pt x="23428" y="14022"/></a:moveTo><a:lnTo><a:pt x="21413" y="12091"/></a:lnTo><a:lnTo><a:pt x="16471" y="7372"/></a:lnTo><a:lnTo><a:pt x="9219" y="2894"/></a:lnTo><a:lnTo><a:pt x="2687" y="83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82" name="object 82"/><p:cNvSpPr/><p:nvPr/></p:nvSpPr><p:spPr><a:xfrm><a:off x="16588436" y="12475082"/><a:ext cx="8890" cy="29845"/></a:xfrm><a:custGeom><a:avLst/><a:gdLst/><a:ahLst/><a:cxnLst/><a:rect l="l" t="t" r="r" b="b"/><a:pathLst><a:path w="8890" h="29845"><a:moveTo><a:pt x="8397" y="0"/></a:moveTo><a:lnTo><a:pt x="0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83" name="object 83"/><p:cNvSpPr/><p:nvPr/></p:nvSpPr><p:spPr><a:xfrm><a:off x="16572228" y="12479028"/><a:ext cx="16510" cy="26034"/></a:xfrm><a:custGeom><a:avLst/><a:gdLst/><a:ahLst/><a:cxnLst/><a:rect l="l" t="t" r="r" b="b"/><a:pathLst><a:path w="16509" h="26034"><a:moveTo><a:pt x="0" y="0"/></a:moveTo><a:lnTo><a:pt x="671" y="2519"/></a:lnTo><a:lnTo><a:pt x="2950" y="10780"/></a:lnTo><a:lnTo><a:pt x="7778" y="18273"/></a:lnTo><a:lnTo><a:pt x="14191" y="23931"/></a:lnTo><a:lnTo><a:pt x="16207" y="25610"/></a:lnTo></a:path></a:pathLst></a:custGeom><a:ln w="3175"><a:solidFill><a:srgbClr val="000000"/></a:solidFill></a:ln></p:spPr><p:txBody><a:bodyPr wrap="square" lIns="0" tIns="0" rIns="0" bIns="0" rtlCol="0"/><a:lstStyle/><a:p/></p:txBody></p:sp><p:sp><p:nvSpPr><p:cNvPr id="84" name="object 84"/><p:cNvSpPr/><p:nvPr/></p:nvSpPr><p:spPr><a:xfrm><a:off x="16605398" y="12499349"/><a:ext cx="6350" cy="30480"/></a:xfrm><a:custGeom><a:avLst/><a:gdLst/><a:ahLst/><a:cxnLst/><a:rect l="l" t="t" r="r" b="b"/><a:pathLst><a:path w="6350" h="30479"><a:moveTo><a:pt x="6130" y="0"/></a:moveTo><a:lnTo><a:pt x="0" y="30145"/></a:lnTo></a:path></a:pathLst></a:custGeom><a:ln w="3175"><a:solidFill><a:srgbClr val="000000"/></a:solidFill></a:ln></p:spPr><p:txBody><a:bodyPr wrap="square" lIns="0" tIns="0" rIns="0" bIns="0" rtlCol="0"/><a:lstStyle/><a:p/></p:txBody></p:sp><p:sp><p:nvSpPr><p:cNvPr id="85" name="object 85"/><p:cNvSpPr/><p:nvPr/></p:nvSpPr><p:spPr><a:xfrm><a:off x="16587260" y="12505311"/><a:ext cx="18415" cy="24765"/></a:xfrm><a:custGeom><a:avLst/><a:gdLst/><a:ahLst/><a:cxnLst/><a:rect l="l" t="t" r="r" b="b"/><a:pathLst><a:path w="18415" h="24765"><a:moveTo><a:pt x="0" y="0"/></a:moveTo><a:lnTo><a:pt x="839" y="2435"/></a:lnTo><a:lnTo><a:pt x="3904" y="10431"/></a:lnTo><a:lnTo><a:pt x="9107" y="17598"/></a:lnTo><a:lnTo><a:pt x="16039" y="22671"/></a:lnTo><a:lnTo><a:pt x="18138" y="24183"/></a:lnTo></a:path></a:pathLst></a:custGeom><a:ln w="3175"><a:solidFill><a:srgbClr val="000000"/></a:solidFill></a:ln></p:spPr><p:txBody><a:bodyPr wrap="square" lIns="0" tIns="0" rIns="0" bIns="0" rtlCol="0"/><a:lstStyle/><a:p/></p:txBody></p:sp><p:sp><p:nvSpPr><p:cNvPr id="86" name="object 86"/><p:cNvSpPr/><p:nvPr/></p:nvSpPr><p:spPr><a:xfrm><a:off x="16595405" y="12477433"/><a:ext cx="16510" cy="22225"/></a:xfrm><a:custGeom><a:avLst/><a:gdLst/><a:ahLst/><a:cxnLst/><a:rect l="l" t="t" r="r" b="b"/><a:pathLst><a:path w="16509" h="22225"><a:moveTo><a:pt x="16123" y="21916"/></a:moveTo><a:lnTo><a:pt x="15031" y="19396"/></a:lnTo><a:lnTo><a:pt x="11976" y="12657"/></a:lnTo><a:lnTo><a:pt x="7633" y="6682"/></a:lnTo><a:lnTo><a:pt x="2099" y="1763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87" name="object 87"/><p:cNvSpPr/><p:nvPr/></p:nvSpPr><p:spPr><a:xfrm><a:off x="16624377" y="12522440"/><a:ext cx="3810" cy="30480"/></a:xfrm><a:custGeom><a:avLst/><a:gdLst/><a:ahLst/><a:cxnLst/><a:rect l="l" t="t" r="r" b="b"/><a:pathLst><a:path w="3809" h="30479"><a:moveTo><a:pt x="3694" y="0"/></a:moveTo><a:lnTo><a:pt x="0" y="30480"/></a:lnTo></a:path></a:pathLst></a:custGeom><a:ln w="3175"><a:solidFill><a:srgbClr val="000000"/></a:solidFill></a:ln></p:spPr><p:txBody><a:bodyPr wrap="square" lIns="0" tIns="0" rIns="0" bIns="0" rtlCol="0"/><a:lstStyle/><a:p/></p:txBody></p:sp><p:sp><p:nvSpPr><p:cNvPr id="88" name="object 88"/><p:cNvSpPr/><p:nvPr/></p:nvSpPr><p:spPr><a:xfrm><a:off x="16604391" y="12530250"/><a:ext cx="20320" cy="22860"/></a:xfrm><a:custGeom><a:avLst/><a:gdLst/><a:ahLst/><a:cxnLst/><a:rect l="l" t="t" r="r" b="b"/><a:pathLst><a:path w="20319" h="22859"><a:moveTo><a:pt x="0" y="0"/></a:moveTo><a:lnTo><a:pt x="1007" y="2351"/></a:lnTo><a:lnTo><a:pt x="4780" y="10377"/></a:lnTo><a:lnTo><a:pt x="10307" y="16565"/></a:lnTo><a:lnTo><a:pt x="17718" y="21412"/></a:lnTo><a:lnTo><a:pt x="19985" y="22671"/></a:lnTo></a:path></a:pathLst></a:custGeom><a:ln w="3175"><a:solidFill><a:srgbClr val="000000"/></a:solidFill></a:ln></p:spPr><p:txBody><a:bodyPr wrap="square" lIns="0" tIns="0" rIns="0" bIns="0" rtlCol="0"/><a:lstStyle/><a:p/></p:txBody></p:sp><p:sp><p:nvSpPr><p:cNvPr id="89" name="object 89"/><p:cNvSpPr/><p:nvPr/></p:nvSpPr><p:spPr><a:xfrm><a:off x="16610185" y="12501868"/><a:ext cx="18415" cy="20955"/></a:xfrm><a:custGeom><a:avLst/><a:gdLst/><a:ahLst/><a:cxnLst/><a:rect l="l" t="t" r="r" b="b"/><a:pathLst><a:path w="18415" h="20954"><a:moveTo><a:pt x="17802" y="20572"/></a:moveTo><a:lnTo><a:pt x="16543" y="18137"/></a:lnTo><a:lnTo><a:pt x="13245" y="11897"/></a:lnTo><a:lnTo><a:pt x="7906" y="5831"/></a:lnTo><a:lnTo><a:pt x="2267" y="159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90" name="object 90"/><p:cNvSpPr/><p:nvPr/></p:nvSpPr><p:spPr><a:xfrm><a:off x="16623369" y="12553761"/><a:ext cx="22225" cy="21590"/></a:xfrm><a:custGeom><a:avLst/><a:gdLst/><a:ahLst/><a:cxnLst/><a:rect l="l" t="t" r="r" b="b"/><a:pathLst><a:path w="22225" h="21590"><a:moveTo><a:pt x="0" y="0"/></a:moveTo><a:lnTo><a:pt x="1175" y="2267"/></a:lnTo><a:lnTo><a:pt x="5406" y="9687"/></a:lnTo><a:lnTo><a:pt x="11834" y="15927"/></a:lnTo><a:lnTo><a:pt x="19398" y="19900"/></a:lnTo><a:lnTo><a:pt x="21749" y="21076"/></a:lnTo></a:path></a:pathLst></a:custGeom><a:ln w="3175"><a:solidFill><a:srgbClr val="000000"/></a:solidFill></a:ln></p:spPr><p:txBody><a:bodyPr wrap="square" lIns="0" tIns="0" rIns="0" bIns="0" rtlCol="0"/><a:lstStyle/><a:p/></p:txBody></p:sp><p:sp><p:nvSpPr><p:cNvPr id="91" name="object 91"/><p:cNvSpPr/><p:nvPr/></p:nvSpPr><p:spPr><a:xfrm><a:off x="16626896" y="12524960"/><a:ext cx="19685" cy="19685"/></a:xfrm><a:custGeom><a:avLst/><a:gdLst/><a:ahLst/><a:cxnLst/><a:rect l="l" t="t" r="r" b="b"/><a:pathLst><a:path w="19684" h="19684"><a:moveTo><a:pt x="19398" y="19145"/></a:moveTo><a:lnTo><a:pt x="17970" y="16793"/></a:lnTo><a:lnTo><a:pt x="13752" y="10508"/></a:lnTo><a:lnTo><a:pt x="8790" y="5448"/></a:lnTo><a:lnTo><a:pt x="2351" y="142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92" name="object 92"/><p:cNvSpPr/><p:nvPr/></p:nvSpPr><p:spPr><a:xfrm><a:off x="16534179" y="12214608"/><a:ext cx="5715" cy="30480"/></a:xfrm><a:custGeom><a:avLst/><a:gdLst/><a:ahLst/><a:cxnLst/><a:rect l="l" t="t" r="r" b="b"/><a:pathLst><a:path w="5715" h="30479"><a:moveTo><a:pt x="5383" y="0"/></a:moveTo><a:lnTo><a:pt x="4291" y="2267"/></a:lnTo><a:lnTo><a:pt x="1958" y="8251"/></a:lnTo><a:lnTo><a:pt x="518" y="14532"/></a:lnTo><a:lnTo><a:pt x="0" y="20957"/></a:lnTo><a:lnTo><a:pt x="428" y="27374"/></a:lnTo><a:lnTo><a:pt x="848" y="29893"/></a:lnTo></a:path></a:pathLst></a:custGeom><a:ln w="3175"><a:solidFill><a:srgbClr val="000000"/></a:solidFill></a:ln></p:spPr><p:txBody><a:bodyPr wrap="square" lIns="0" tIns="0" rIns="0" bIns="0" rtlCol="0"/><a:lstStyle/><a:p/></p:txBody></p:sp><p:sp><p:nvSpPr><p:cNvPr id="93" name="object 93"/><p:cNvSpPr/><p:nvPr/></p:nvSpPr><p:spPr><a:xfrm><a:off x="16531501" y="12255669"/><a:ext cx="24765" cy="19050"/></a:xfrm><a:custGeom><a:avLst/><a:gdLst/><a:ahLst/><a:cxnLst/><a:rect l="l" t="t" r="r" b="b"/><a:pathLst><a:path w="24765" h="19050"><a:moveTo><a:pt x="24352" y="0"/></a:moveTo><a:lnTo><a:pt x="0" y="18725"/></a:lnTo></a:path></a:pathLst></a:custGeom><a:ln w="3175"><a:solidFill><a:srgbClr val="000000"/></a:solidFill></a:ln></p:spPr><p:txBody><a:bodyPr wrap="square" lIns="0" tIns="0" rIns="0" bIns="0" rtlCol="0"/><a:lstStyle/><a:p/></p:txBody></p:sp><p:sp><p:nvSpPr><p:cNvPr id="94" name="object 94"/><p:cNvSpPr/><p:nvPr/></p:nvSpPr><p:spPr><a:xfrm><a:off x="16530409" y="12283967"/><a:ext cx="22860" cy="20955"/></a:xfrm><a:custGeom><a:avLst/><a:gdLst/><a:ahLst/><a:cxnLst/><a:rect l="l" t="t" r="r" b="b"/><a:pathLst><a:path w="22859" h="20954"><a:moveTo><a:pt x="22841" y="0"/></a:moveTo><a:lnTo><a:pt x="0" y="20572"/></a:lnTo></a:path></a:pathLst></a:custGeom><a:ln w="3175"><a:solidFill><a:srgbClr val="000000"/></a:solidFill></a:ln></p:spPr><p:txBody><a:bodyPr wrap="square" lIns="0" tIns="0" rIns="0" bIns="0" rtlCol="0"/><a:lstStyle/><a:p/></p:txBody></p:sp><p:sp><p:nvSpPr><p:cNvPr id="95" name="object 95"/><p:cNvSpPr/><p:nvPr/></p:nvSpPr><p:spPr><a:xfrm><a:off x="16531753" y="12312265"/><a:ext cx="21590" cy="22860"/></a:xfrm><a:custGeom><a:avLst/><a:gdLst/><a:ahLst/><a:cxnLst/><a:rect l="l" t="t" r="r" b="b"/><a:pathLst><a:path w="21590" h="22859"><a:moveTo><a:pt x="21077" y="0"/></a:moveTo><a:lnTo><a:pt x="0" y="22419"/></a:lnTo></a:path></a:pathLst></a:custGeom><a:ln w="3175"><a:solidFill><a:srgbClr val="000000"/></a:solidFill></a:ln></p:spPr><p:txBody><a:bodyPr wrap="square" lIns="0" tIns="0" rIns="0" bIns="0" rtlCol="0"/><a:lstStyle/><a:p/></p:txBody></p:sp><p:sp><p:nvSpPr><p:cNvPr id="96" name="object 96"/><p:cNvSpPr/><p:nvPr/></p:nvSpPr><p:spPr><a:xfrm><a:off x="16529750" y="12334768"/><a:ext cx="5715" cy="29845"/></a:xfrm><a:custGeom><a:avLst/><a:gdLst/><a:ahLst/><a:cxnLst/><a:rect l="l" t="t" r="r" b="b"/><a:pathLst><a:path w="5715" h="29845"><a:moveTo><a:pt x="658" y="0"/></a:moveTo><a:lnTo><a:pt x="322" y="2519"/></a:lnTo><a:lnTo><a:pt x="0" y="8938"/></a:lnTo><a:lnTo><a:pt x="591" y="15341"/></a:lnTo><a:lnTo><a:pt x="2098" y="21588"/></a:lnTo><a:lnTo><a:pt x="4521" y="27542"/></a:lnTo><a:lnTo><a:pt x="5697" y="29809"/></a:lnTo></a:path></a:pathLst></a:custGeom><a:ln w="3175"><a:solidFill><a:srgbClr val="000000"/></a:solidFill></a:ln></p:spPr><p:txBody><a:bodyPr wrap="square" lIns="0" tIns="0" rIns="0" bIns="0" rtlCol="0"/><a:lstStyle/><a:p/></p:txBody></p:sp><p:sp><p:nvSpPr><p:cNvPr id="97" name="object 97"/><p:cNvSpPr/><p:nvPr/></p:nvSpPr><p:spPr><a:xfrm><a:off x="16533936" y="12364746"/><a:ext cx="7620" cy="29845"/></a:xfrm><a:custGeom><a:avLst/><a:gdLst/><a:ahLst/><a:cxnLst/><a:rect l="l" t="t" r="r" b="b"/><a:pathLst><a:path w="7619" h="29845"><a:moveTo><a:pt x="167" y="0"/></a:moveTo><a:lnTo><a:pt x="6214" y="27206"/></a:lnTo><a:lnTo><a:pt x="7557" y="29389"/></a:lnTo></a:path></a:pathLst></a:custGeom><a:ln w="3175"><a:solidFill><a:srgbClr val="000000"/></a:solidFill></a:ln></p:spPr><p:txBody><a:bodyPr wrap="square" lIns="0" tIns="0" rIns="0" bIns="0" rtlCol="0"/><a:lstStyle/><a:p/></p:txBody></p:sp><p:sp><p:nvSpPr><p:cNvPr id="98" name="object 98"/><p:cNvSpPr/><p:nvPr/></p:nvSpPr><p:spPr><a:xfrm><a:off x="16530001" y="12244249"/><a:ext cx="3810" cy="30480"/></a:xfrm><a:custGeom><a:avLst/><a:gdLst/><a:ahLst/><a:cxnLst/><a:rect l="l" t="t" r="r" b="b"/><a:pathLst><a:path w="3809" h="30479"><a:moveTo><a:pt x="3682" y="0"/></a:moveTo><a:lnTo><a:pt x="2759" y="2435"/></a:lnTo><a:lnTo><a:pt x="938" y="8589"/></a:lnTo><a:lnTo><a:pt x="13" y="14940"/></a:lnTo><a:lnTo><a:pt x="0" y="21357"/></a:lnTo><a:lnTo><a:pt x="911" y="27709"/></a:lnTo><a:lnTo><a:pt x="1499" y="30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99" name="object 99"/><p:cNvSpPr/><p:nvPr/></p:nvSpPr><p:spPr><a:xfrm><a:off x="16527726" y="12274310"/><a:ext cx="3175" cy="30480"/></a:xfrm><a:custGeom><a:avLst/><a:gdLst/><a:ahLst/><a:cxnLst/><a:rect l="l" t="t" r="r" b="b"/><a:pathLst><a:path w="3175" h="30479"><a:moveTo><a:pt x="2515" y="0"/></a:moveTo><a:lnTo><a:pt x="1759" y="2435"/></a:lnTo><a:lnTo><a:pt x="423" y="8608"/></a:lnTo><a:lnTo><a:pt x="0" y="15127"/></a:lnTo><a:lnTo><a:pt x="498" y="21640"/></a:lnTo><a:lnTo><a:pt x="1927" y="27793"/></a:lnTo><a:lnTo><a:pt x="2683" y="30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100" name="object 100"/><p:cNvSpPr/><p:nvPr/></p:nvSpPr><p:spPr><a:xfrm><a:off x="16527694" y="12304539"/><a:ext cx="4445" cy="30480"/></a:xfrm><a:custGeom><a:avLst/><a:gdLst/><a:ahLst/><a:cxnLst/><a:rect l="l" t="t" r="r" b="b"/><a:pathLst><a:path w="4444" h="30479"><a:moveTo><a:pt x="1371" y="0"/></a:moveTo><a:lnTo><a:pt x="867" y="2519"/></a:lnTo><a:lnTo><a:pt x="0" y="8854"/></a:lnTo><a:lnTo><a:pt x="98" y="15314"/></a:lnTo><a:lnTo><a:pt x="1127" y="21695"/></a:lnTo><a:lnTo><a:pt x="3050" y="27793"/></a:lnTo><a:lnTo><a:pt x="3974" y="30145"/></a:lnTo></a:path></a:pathLst></a:custGeom><a:ln w="3175"><a:solidFill><a:srgbClr val="000000"/></a:solidFill></a:ln></p:spPr><p:txBody><a:bodyPr wrap="square" lIns="0" tIns="0" rIns="0" bIns="0" rtlCol="0"/><a:lstStyle/><a:p/></p:txBody></p:sp><p:sp><p:nvSpPr><p:cNvPr id="101" name="object 101"/><p:cNvSpPr/><p:nvPr/></p:nvSpPr><p:spPr><a:xfrm><a:off x="16588352" y="12283463"/><a:ext cx="47625" cy="24765"/></a:xfrm><a:custGeom><a:avLst/><a:gdLst/><a:ahLst/><a:cxnLst/><a:rect l="l" t="t" r="r" b="b"/><a:pathLst><a:path w="47625" h="24765"><a:moveTo><a:pt x="47277" y="24435"/></a:moveTo><a:lnTo><a:pt x="0" y="23511"/></a:lnTo><a:lnTo><a:pt x="335" y="8312"/></a:lnTo><a:lnTo><a:pt x="2687" y="3274"/></a:lnTo><a:lnTo><a:pt x="4954" y="1679"/></a:lnTo><a:lnTo><a:pt x="9489" y="0"/></a:lnTo><a:lnTo><a:pt x="14023" y="83"/></a:lnTo><a:lnTo><a:pt x="18474" y="1931"/></a:lnTo><a:lnTo><a:pt x="20657" y="3610"/></a:lnTo><a:lnTo><a:pt x="22841" y="8732"/></a:lnTo><a:lnTo><a:pt x="22505" y="23931"/></a:lnTo></a:path></a:pathLst></a:custGeom><a:ln w="3175"><a:solidFill><a:srgbClr val="000000"/></a:solidFill></a:ln></p:spPr><p:txBody><a:bodyPr wrap="square" lIns="0" tIns="0" rIns="0" bIns="0" rtlCol="0"/><a:lstStyle/><a:p/></p:txBody></p:sp><p:sp><p:nvSpPr><p:cNvPr id="102" name="object 102"/><p:cNvSpPr/><p:nvPr/></p:nvSpPr><p:spPr><a:xfrm><a:off x="16611109" y="12284219"/><a:ext cx="25400" cy="11430"/></a:xfrm><a:custGeom><a:avLst/><a:gdLst/><a:ahLst/><a:cxnLst/><a:rect l="l" t="t" r="r" b="b"/><a:pathLst><a:path w="25400" h="11429"><a:moveTo><a:pt x="0" y="11335"/></a:moveTo><a:lnTo><a:pt x="2502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03" name="object 103"/><p:cNvSpPr/><p:nvPr/></p:nvSpPr><p:spPr><a:xfrm><a:off x="16589611" y="12251135"/><a:ext cx="47625" cy="27305"/></a:xfrm><a:custGeom><a:avLst/><a:gdLst/><a:ahLst/><a:cxnLst/><a:rect l="l" t="t" r="r" b="b"/><a:pathLst><a:path w="47625" h="27304"><a:moveTo><a:pt x="47025" y="27038"/></a:moveTo><a:lnTo><a:pt x="0" y="21832"/></a:lnTo><a:lnTo><a:pt x="243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04" name="object 104"/><p:cNvSpPr/><p:nvPr/></p:nvSpPr><p:spPr><a:xfrm><a:off x="16612032" y="12262051"/><a:ext cx="1905" cy="13970"/></a:xfrm><a:custGeom><a:avLst/><a:gdLst/><a:ahLst/><a:cxnLst/><a:rect l="l" t="t" r="r" b="b"/><a:pathLst><a:path w="1905" h="13970"><a:moveTo><a:pt x="0" y="13435"/></a:moveTo><a:lnTo><a:pt x="142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05" name="object 105"/><p:cNvSpPr/><p:nvPr/></p:nvSpPr><p:spPr><a:xfrm><a:off x="16636637" y="12256341"/><a:ext cx="2540" cy="22225"/></a:xfrm><a:custGeom><a:avLst/><a:gdLst/><a:ahLst/><a:cxnLst/><a:rect l="l" t="t" r="r" b="b"/><a:pathLst><a:path w="2540" h="22225"><a:moveTo><a:pt x="0" y="21832"/></a:moveTo><a:lnTo><a:pt x="243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06" name="object 106"/><p:cNvSpPr/><p:nvPr/></p:nvSpPr><p:spPr><a:xfrm><a:off x="16535028" y="12227791"/><a:ext cx="26034" cy="17145"/></a:xfrm><a:custGeom><a:avLst/><a:gdLst/><a:ahLst/><a:cxnLst/><a:rect l="l" t="t" r="r" b="b"/><a:pathLst><a:path w="26034" h="17145"><a:moveTo><a:pt x="25696" y="0"/></a:moveTo><a:lnTo><a:pt x="0" y="16709"/></a:lnTo></a:path></a:pathLst></a:custGeom><a:ln w="3175"><a:solidFill><a:srgbClr val="000000"/></a:solidFill></a:ln></p:spPr><p:txBody><a:bodyPr wrap="square" lIns="0" tIns="0" rIns="0" bIns="0" rtlCol="0"/><a:lstStyle/><a:p/></p:txBody></p:sp><p:sp><p:nvSpPr><p:cNvPr id="107" name="object 107"/><p:cNvSpPr/><p:nvPr/></p:nvSpPr><p:spPr><a:xfrm><a:off x="16555853" y="12228547"/><a:ext cx="3810" cy="27305"/></a:xfrm><a:custGeom><a:avLst/><a:gdLst/><a:ahLst/><a:cxnLst/><a:rect l="l" t="t" r="r" b="b"/><a:pathLst><a:path w="3809" h="27304"><a:moveTo><a:pt x="0" y="27122"/></a:moveTo><a:lnTo><a:pt x="1175" y="23427"/></a:lnTo><a:lnTo><a:pt x="2951" y="17262"/></a:lnTo><a:lnTo><a:pt x="3568" y="10227"/></a:lnTo><a:lnTo><a:pt x="2771" y="3862"/></a:lnTo><a:lnTo><a:pt x="226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08" name="object 108"/><p:cNvSpPr/><p:nvPr/></p:nvSpPr><p:spPr><a:xfrm><a:off x="16553250" y="12256677"/><a:ext cx="2540" cy="27305"/></a:xfrm><a:custGeom><a:avLst/><a:gdLst/><a:ahLst/><a:cxnLst/><a:rect l="l" t="t" r="r" b="b"/><a:pathLst><a:path w="2540" h="27304"><a:moveTo><a:pt x="0" y="27290"/></a:moveTo><a:lnTo><a:pt x="839" y="23427"/></a:lnTo><a:lnTo><a:pt x="2060" y="16987"/></a:lnTo><a:lnTo><a:pt x="2158" y="10308"/></a:lnTo><a:lnTo><a:pt x="923" y="3862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09" name="object 109"/><p:cNvSpPr/><p:nvPr/></p:nvSpPr><p:spPr><a:xfrm><a:off x="16550731" y="12285142"/><a:ext cx="3810" cy="27305"/></a:xfrm><a:custGeom><a:avLst/><a:gdLst/><a:ahLst/><a:cxnLst/><a:rect l="l" t="t" r="r" b="b"/><a:pathLst><a:path w="3809" h="27304"><a:moveTo><a:pt x="2099" y="27122"/></a:moveTo><a:lnTo><a:pt x="2687" y="23259"/></a:lnTo><a:lnTo><a:pt x="3329" y="16187"/></a:lnTo><a:lnTo><a:pt x="2965" y="10661"/></a:lnTo><a:lnTo><a:pt x="1175" y="3778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10" name="object 110"/><p:cNvSpPr/><p:nvPr/></p:nvSpPr><p:spPr><a:xfrm><a:off x="16535447" y="12313692"/><a:ext cx="20320" cy="51435"/></a:xfrm><a:custGeom><a:avLst/><a:gdLst/><a:ahLst/><a:cxnLst/><a:rect l="l" t="t" r="r" b="b"/><a:pathLst><a:path w="20319" h="51434"><a:moveTo><a:pt x="0" y="50885"/></a:moveTo><a:lnTo><a:pt x="19230" y="26954"/></a:lnTo><a:lnTo><a:pt x="19482" y="23007"/></a:lnTo><a:lnTo><a:pt x="19739" y="16425"/></a:lnTo><a:lnTo><a:pt x="18645" y="9816"/></a:lnTo><a:lnTo><a:pt x="16459" y="3610"/></a:lnTo><a:lnTo><a:pt x="1494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11" name="object 111"/><p:cNvSpPr/><p:nvPr/></p:nvSpPr><p:spPr><a:xfrm><a:off x="16541494" y="12342158"/><a:ext cx="17780" cy="52069"/></a:xfrm><a:custGeom><a:avLst/><a:gdLst/><a:ahLst/><a:cxnLst/><a:rect l="l" t="t" r="r" b="b"/><a:pathLst><a:path w="17780" h="52070"><a:moveTo><a:pt x="0" y="51893"/></a:moveTo><a:lnTo><a:pt x="17298" y="26534"/></a:lnTo><a:lnTo><a:pt x="17214" y="22587"/></a:lnTo><a:lnTo><a:pt x="16849" y="15325"/></a:lnTo><a:lnTo><a:pt x="15470" y="10199"/></a:lnTo><a:lnTo><a:pt x="12680" y="3526"/></a:lnTo><a:lnTo><a:pt x="1091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12" name="object 112"/><p:cNvSpPr/><p:nvPr/></p:nvSpPr><p:spPr><a:xfrm><a:off x="16549891" y="12396318"/><a:ext cx="15240" cy="27305"/></a:xfrm><a:custGeom><a:avLst/><a:gdLst/><a:ahLst/><a:cxnLst/><a:rect l="l" t="t" r="r" b="b"/><a:pathLst><a:path w="15240" h="27304"><a:moveTo><a:pt x="15199" y="0"/></a:moveTo><a:lnTo><a:pt x="0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113" name="object 113"/><p:cNvSpPr/><p:nvPr/></p:nvSpPr><p:spPr><a:xfrm><a:off x="16540234" y="12394387"/><a:ext cx="10160" cy="29209"/></a:xfrm><a:custGeom><a:avLst/><a:gdLst/><a:ahLst/><a:cxnLst/><a:rect l="l" t="t" r="r" b="b"/><a:pathLst><a:path w="10159" h="29209"><a:moveTo><a:pt x="0" y="0"/></a:moveTo><a:lnTo><a:pt x="0" y="2603"/></a:lnTo><a:lnTo><a:pt x="480" y="11475"/></a:lnTo><a:lnTo><a:pt x="3122" y="19285"/></a:lnTo><a:lnTo><a:pt x="8145" y="26618"/></a:lnTo><a:lnTo><a:pt x="9657" y="28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114" name="object 114"/><p:cNvSpPr/><p:nvPr/></p:nvSpPr><p:spPr><a:xfrm><a:off x="16556609" y="12370456"/><a:ext cx="8890" cy="26034"/></a:xfrm><a:custGeom><a:avLst/><a:gdLst/><a:ahLst/><a:cxnLst/><a:rect l="l" t="t" r="r" b="b"/><a:pathLst><a:path w="8890" h="26034"><a:moveTo><a:pt x="8481" y="25862"/></a:moveTo><a:lnTo><a:pt x="8145" y="21916"/></a:lnTo><a:lnTo><a:pt x="7233" y="15216"/></a:lnTo><a:lnTo><a:pt x="5235" y="9296"/></a:lnTo><a:lnTo><a:pt x="2015" y="3358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15" name="object 115"/><p:cNvSpPr/><p:nvPr/></p:nvSpPr><p:spPr><a:xfrm><a:off x="16560556" y="12423356"/><a:ext cx="13335" cy="27940"/></a:xfrm><a:custGeom><a:avLst/><a:gdLst/><a:ahLst/><a:cxnLst/><a:rect l="l" t="t" r="r" b="b"/><a:pathLst><a:path w="13334" h="27940"><a:moveTo><a:pt x="13016" y="0"/></a:moveTo><a:lnTo><a:pt x="0" y="27877"/></a:lnTo></a:path></a:pathLst></a:custGeom><a:ln w="3175"><a:solidFill><a:srgbClr val="000000"/></a:solidFill></a:ln></p:spPr><p:txBody><a:bodyPr wrap="square" lIns="0" tIns="0" rIns="0" bIns="0" rtlCol="0"/><a:lstStyle/><a:p/></p:txBody></p:sp><p:sp><p:nvSpPr><p:cNvPr id="116" name="object 116"/><p:cNvSpPr/><p:nvPr/></p:nvSpPr><p:spPr><a:xfrm><a:off x="16548632" y="12423440"/><a:ext cx="12065" cy="27940"/></a:xfrm><a:custGeom><a:avLst/><a:gdLst/><a:ahLst/><a:cxnLst/><a:rect l="l" t="t" r="r" b="b"/><a:pathLst><a:path w="12065" h="27940"><a:moveTo><a:pt x="0" y="0"/></a:moveTo><a:lnTo><a:pt x="251" y="2519"/></a:lnTo><a:lnTo><a:pt x="1242" y="11086"/></a:lnTo><a:lnTo><a:pt x="4750" y="19216"/></a:lnTo><a:lnTo><a:pt x="10244" y="25862"/></a:lnTo><a:lnTo><a:pt x="11924" y="27793"/></a:lnTo></a:path></a:pathLst></a:custGeom><a:ln w="3175"><a:solidFill><a:srgbClr val="000000"/></a:solidFill></a:ln></p:spPr><p:txBody><a:bodyPr wrap="square" lIns="0" tIns="0" rIns="0" bIns="0" rtlCol="0"/><a:lstStyle/><a:p/></p:txBody></p:sp><p:sp><p:nvSpPr><p:cNvPr id="117" name="object 117"/><p:cNvSpPr/><p:nvPr/></p:nvSpPr><p:spPr><a:xfrm><a:off x="16563075" y="12398249"/><a:ext cx="10795" cy="25400"/></a:xfrm><a:custGeom><a:avLst/><a:gdLst/><a:ahLst/><a:cxnLst/><a:rect l="l" t="t" r="r" b="b"/><a:pathLst><a:path w="10794" h="25400"><a:moveTo><a:pt x="10496" y="25190"/></a:moveTo><a:lnTo><a:pt x="9992" y="22419"/></a:lnTo><a:lnTo><a:pt x="8901" y="15581"/></a:lnTo><a:lnTo><a:pt x="5623" y="7895"/></a:lnTo><a:lnTo><a:pt x="1595" y="22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18" name="object 118"/><p:cNvSpPr/><p:nvPr/></p:nvSpPr><p:spPr><a:xfrm><a:off x="16571725" y="12425540"/><a:ext cx="12700" cy="24765"/></a:xfrm><a:custGeom><a:avLst/><a:gdLst/><a:ahLst/><a:cxnLst/><a:rect l="l" t="t" r="r" b="b"/><a:pathLst><a:path w="12700" h="24765"><a:moveTo><a:pt x="12428" y="24183"/></a:moveTo><a:lnTo><a:pt x="11840" y="21496"/></a:lnTo><a:lnTo><a:pt x="9710" y="14238"/></a:lnTo><a:lnTo><a:pt x="6555" y="7891"/></a:lnTo><a:lnTo><a:pt x="1763" y="201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19" name="object 119"/><p:cNvSpPr/><p:nvPr/></p:nvSpPr><p:spPr><a:xfrm><a:off x="16595489" y="12220570"/><a:ext cx="48260" cy="28575"/></a:xfrm><a:custGeom><a:avLst/><a:gdLst/><a:ahLst/><a:cxnLst/><a:rect l="l" t="t" r="r" b="b"/><a:pathLst><a:path w="48259" h="28575"><a:moveTo><a:pt x="13855" y="0"/></a:moveTo><a:lnTo><a:pt x="9153" y="839"/></a:lnTo><a:lnTo><a:pt x="4114" y="3358"/></a:lnTo><a:lnTo><a:pt x="1259" y="6213"/></a:lnTo><a:lnTo><a:pt x="0" y="12847"/></a:lnTo><a:lnTo><a:pt x="1595" y="16625"/></a:lnTo><a:lnTo><a:pt x="5374" y="20740"/></a:lnTo><a:lnTo><a:pt x="9489" y="23259"/></a:lnTo><a:lnTo><a:pt x="15871" y="26114"/></a:lnTo><a:lnTo><a:pt x="26955" y="28213"/></a:lnTo><a:lnTo><a:pt x="33841" y="27793"/></a:lnTo><a:lnTo><a:pt x="38628" y="26954"/></a:lnTo><a:lnTo><a:pt x="43666" y="24519"/></a:lnTo><a:lnTo><a:pt x="46522" y="21580"/></a:lnTo><a:lnTo><a:pt x="47781" y="14946"/></a:lnTo><a:lnTo><a:pt x="46186" y="11251"/></a:lnTo><a:lnTo><a:pt x="42323" y="7053"/></a:lnTo><a:lnTo><a:pt x="38208" y="4618"/></a:lnTo><a:lnTo><a:pt x="31574" y="3358"/></a:lnTo><a:lnTo><a:pt x="30062" y="11671"/></a:lnTo></a:path></a:pathLst></a:custGeom><a:ln w="3175"><a:solidFill><a:srgbClr val="000000"/></a:solidFill></a:ln></p:spPr><p:txBody><a:bodyPr wrap="square" lIns="0" tIns="0" rIns="0" bIns="0" rtlCol="0"/><a:lstStyle/><a:p/></p:txBody></p:sp><p:sp><p:nvSpPr><p:cNvPr id="120" name="object 120"/><p:cNvSpPr/><p:nvPr/></p:nvSpPr><p:spPr><a:xfrm><a:off x="16656287" y="12092348"/><a:ext cx="36195" cy="45085"/></a:xfrm><a:custGeom><a:avLst/><a:gdLst/><a:ahLst/><a:cxnLst/><a:rect l="l" t="t" r="r" b="b"/><a:pathLst><a:path w="36194" h="45084"><a:moveTo><a:pt x="35605" y="44923"/></a:moveTo><a:lnTo><a:pt x="0" y="13771"/></a:lnTo><a:lnTo><a:pt x="10076" y="2267"/></a:lnTo><a:lnTo><a:pt x="15115" y="0"/></a:lnTo><a:lnTo><a:pt x="16962" y="28549"/></a:lnTo></a:path></a:pathLst></a:custGeom><a:ln w="3175"><a:solidFill><a:srgbClr val="000000"/></a:solidFill></a:ln></p:spPr><p:txBody><a:bodyPr wrap="square" lIns="0" tIns="0" rIns="0" bIns="0" rtlCol="0"/><a:lstStyle/><a:p/></p:txBody></p:sp><p:sp><p:nvSpPr><p:cNvPr id="121" name="object 121"/><p:cNvSpPr/><p:nvPr/></p:nvSpPr><p:spPr><a:xfrm><a:off x="16681060" y="12112081"/><a:ext cx="26670" cy="7620"/></a:xfrm><a:custGeom><a:avLst/><a:gdLst/><a:ahLst/><a:cxnLst/><a:rect l="l" t="t" r="r" b="b"/><a:pathLst><a:path w="26669" h="7620"><a:moveTo><a:pt x="0" y="0"/></a:moveTo><a:lnTo><a:pt x="26368" y="7389"/></a:lnTo></a:path></a:pathLst></a:custGeom><a:ln w="3175"><a:solidFill><a:srgbClr val="000000"/></a:solidFill></a:ln></p:spPr><p:txBody><a:bodyPr wrap="square" lIns="0" tIns="0" rIns="0" bIns="0" rtlCol="0"/><a:lstStyle/><a:p/></p:txBody></p:sp><p:sp><p:nvSpPr><p:cNvPr id="122" name="object 122"/><p:cNvSpPr/><p:nvPr/></p:nvSpPr><p:spPr><a:xfrm><a:off x="16689205" y="11977058"/><a:ext cx="24765" cy="17780"/></a:xfrm><a:custGeom><a:avLst/><a:gdLst/><a:ahLst/><a:cxnLst/><a:rect l="l" t="t" r="r" b="b"/><a:pathLst><a:path w="24765" h="17779"><a:moveTo><a:pt x="24520" y="0"/></a:moveTo><a:lnTo><a:pt x="22085" y="839"/></a:lnTo><a:lnTo><a:pt x="13978" y="3630"/></a:lnTo><a:lnTo><a:pt x="6773" y="8862"/></a:lnTo><a:lnTo><a:pt x="1511" y="15618"/></a:lnTo><a:lnTo><a:pt x="0" y="17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123" name="object 123"/><p:cNvSpPr/><p:nvPr/></p:nvSpPr><p:spPr><a:xfrm><a:off x="16665356" y="12013165"/><a:ext cx="30480" cy="4445"/></a:xfrm><a:custGeom><a:avLst/><a:gdLst/><a:ahLst/><a:cxnLst/><a:rect l="l" t="t" r="r" b="b"/><a:pathLst><a:path w="30480" h="4445"><a:moveTo><a:pt x="30482" y="4282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24" name="object 124"/><p:cNvSpPr/><p:nvPr/></p:nvSpPr><p:spPr><a:xfrm><a:off x="16665440" y="11993684"/><a:ext cx="23495" cy="19685"/></a:xfrm><a:custGeom><a:avLst/><a:gdLst/><a:ahLst/><a:cxnLst/><a:rect l="l" t="t" r="r" b="b"/><a:pathLst><a:path w="23494" h="19684"><a:moveTo><a:pt x="23093" y="0"/></a:moveTo><a:lnTo><a:pt x="20741" y="923"/></a:lnTo><a:lnTo><a:pt x="12520" y="4642"/></a:lnTo><a:lnTo><a:pt x="6457" y="9890"/></a:lnTo><a:lnTo><a:pt x="1343" y="17297"/></a:lnTo><a:lnTo><a:pt x="0" y="19480"/></a:lnTo></a:path></a:pathLst></a:custGeom><a:ln w="3175"><a:solidFill><a:srgbClr val="000000"/></a:solidFill></a:ln></p:spPr><p:txBody><a:bodyPr wrap="square" lIns="0" tIns="0" rIns="0" bIns="0" rtlCol="0"/><a:lstStyle/><a:p/></p:txBody></p:sp><p:sp><p:nvSpPr><p:cNvPr id="125" name="object 125"/><p:cNvSpPr/><p:nvPr/></p:nvSpPr><p:spPr><a:xfrm><a:off x="16643103" y="12033486"/><a:ext cx="31115" cy="1905"/></a:xfrm><a:custGeom><a:avLst/><a:gdLst/><a:ahLst/><a:cxnLst/><a:rect l="l" t="t" r="r" b="b"/><a:pathLst><a:path w="31115" h="1904"><a:moveTo><a:pt x="30734" y="184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26" name="object 126"/><p:cNvSpPr/><p:nvPr/></p:nvSpPr><p:spPr><a:xfrm><a:off x="16643103" y="12012157"/><a:ext cx="21590" cy="21590"/></a:xfrm><a:custGeom><a:avLst/><a:gdLst/><a:ahLst/><a:cxnLst/><a:rect l="l" t="t" r="r" b="b"/><a:pathLst><a:path w="21590" h="21590"><a:moveTo><a:pt x="21413" y="0"/></a:moveTo><a:lnTo><a:pt x="19146" y="1175"/></a:lnTo><a:lnTo><a:pt x="11503" y="5416"/></a:lnTo><a:lnTo><a:pt x="5438" y="11429"/></a:lnTo><a:lnTo><a:pt x="1175" y="19061"/></a:lnTo><a:lnTo><a:pt x="0" y="21328"/></a:lnTo></a:path></a:pathLst></a:custGeom><a:ln w="3175"><a:solidFill><a:srgbClr val="000000"/></a:solidFill></a:ln></p:spPr><p:txBody><a:bodyPr wrap="square" lIns="0" tIns="0" rIns="0" bIns="0" rtlCol="0"/><a:lstStyle/><a:p/></p:txBody></p:sp><p:sp><p:nvSpPr><p:cNvPr id="127" name="object 127"/><p:cNvSpPr/><p:nvPr/></p:nvSpPr><p:spPr><a:xfrm><a:off x="16673838" y="12016272"/><a:ext cx="19685" cy="19050"/></a:xfrm><a:custGeom><a:avLst/><a:gdLst/><a:ahLst/><a:cxnLst/><a:rect l="l" t="t" r="r" b="b"/><a:pathLst><a:path w="19684" h="19050"><a:moveTo><a:pt x="0" y="18977"/></a:moveTo><a:lnTo><a:pt x="2351" y="17549"/></a:lnTo><a:lnTo><a:pt x="8505" y="13818"/></a:lnTo><a:lnTo><a:pt x="14090" y="8318"/></a:lnTo><a:lnTo><a:pt x="17970" y="2267"/></a:lnTo><a:lnTo><a:pt x="1948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28" name="object 128"/><p:cNvSpPr/><p:nvPr/></p:nvSpPr><p:spPr><a:xfrm><a:off x="16653264" y="12034325"/><a:ext cx="18415" cy="20955"/></a:xfrm><a:custGeom><a:avLst/><a:gdLst/><a:ahLst/><a:cxnLst/><a:rect l="l" t="t" r="r" b="b"/><a:pathLst><a:path w="18415" h="20954"><a:moveTo><a:pt x="0" y="20488"/></a:moveTo><a:lnTo><a:pt x="2267" y="18977"/></a:lnTo><a:lnTo><a:pt x="8396" y="14214"/></a:lnTo><a:lnTo><a:pt x="12831" y="9224"/></a:lnTo><a:lnTo><a:pt x="16627" y="2435"/></a:lnTo><a:lnTo><a:pt x="1788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29" name="object 129"/><p:cNvSpPr/><p:nvPr/></p:nvSpPr><p:spPr><a:xfrm><a:off x="16603803" y="12076058"/><a:ext cx="31115" cy="3175"/></a:xfrm><a:custGeom><a:avLst/><a:gdLst/><a:ahLst/><a:cxnLst/><a:rect l="l" t="t" r="r" b="b"/><a:pathLst><a:path w="31115" h="3175"><a:moveTo><a:pt x="30566" y="0"/></a:moveTo><a:lnTo><a:pt x="0" y="3022"/></a:lnTo></a:path></a:pathLst></a:custGeom><a:ln w="3175"><a:solidFill><a:srgbClr val="000000"/></a:solidFill></a:ln></p:spPr><p:txBody><a:bodyPr wrap="square" lIns="0" tIns="0" rIns="0" bIns="0" rtlCol="0"/><a:lstStyle/><a:p/></p:txBody></p:sp><p:sp><p:nvSpPr><p:cNvPr id="130" name="object 130"/><p:cNvSpPr/><p:nvPr/></p:nvSpPr><p:spPr><a:xfrm><a:off x="16603719" y="12054646"/><a:ext cx="18415" cy="24765"/></a:xfrm><a:custGeom><a:avLst/><a:gdLst/><a:ahLst/><a:cxnLst/><a:rect l="l" t="t" r="r" b="b"/><a:pathLst><a:path w="18415" h="24765"><a:moveTo><a:pt x="17802" y="0"/></a:moveTo><a:lnTo><a:pt x="15787" y="1511"/></a:lnTo><a:lnTo><a:pt x="8930" y="6667"/></a:lnTo><a:lnTo><a:pt x="3724" y="13937"/></a:lnTo><a:lnTo><a:pt x="839" y="22000"/></a:lnTo><a:lnTo><a:pt x="0" y="24435"/></a:lnTo></a:path></a:pathLst></a:custGeom><a:ln w="3175"><a:solidFill><a:srgbClr val="000000"/></a:solidFill></a:ln></p:spPr><p:txBody><a:bodyPr wrap="square" lIns="0" tIns="0" rIns="0" bIns="0" rtlCol="0"/><a:lstStyle/><a:p/></p:txBody></p:sp><p:sp><p:nvSpPr><p:cNvPr id="131" name="object 131"/><p:cNvSpPr/><p:nvPr/></p:nvSpPr><p:spPr><a:xfrm><a:off x="16586924" y="12098646"/><a:ext cx="30480" cy="5715"/></a:xfrm><a:custGeom><a:avLst/><a:gdLst/><a:ahLst/><a:cxnLst/><a:rect l="l" t="t" r="r" b="b"/><a:pathLst><a:path w="30480" h="5715"><a:moveTo><a:pt x="30230" y="0"/></a:moveTo><a:lnTo><a:pt x="0" y="5374"/></a:lnTo></a:path></a:pathLst></a:custGeom><a:ln w="3175"><a:solidFill><a:srgbClr val="000000"/></a:solidFill></a:ln></p:spPr><p:txBody><a:bodyPr wrap="square" lIns="0" tIns="0" rIns="0" bIns="0" rtlCol="0"/><a:lstStyle/><a:p/></p:txBody></p:sp><p:sp><p:nvSpPr><p:cNvPr id="132" name="object 132"/><p:cNvSpPr/><p:nvPr/></p:nvSpPr><p:spPr><a:xfrm><a:off x="16586924" y="12078242"/><a:ext cx="15875" cy="26034"/></a:xfrm><a:custGeom><a:avLst/><a:gdLst/><a:ahLst/><a:cxnLst/><a:rect l="l" t="t" r="r" b="b"/><a:pathLst><a:path w="15875" h="26034"><a:moveTo><a:pt x="15787" y="0"/></a:moveTo><a:lnTo><a:pt x="587" y="23343"/></a:lnTo><a:lnTo><a:pt x="0" y="25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133" name="object 133"/><p:cNvSpPr/><p:nvPr/></p:nvSpPr><p:spPr><a:xfrm><a:off x="16617155" y="12075471"/><a:ext cx="14604" cy="23495"/></a:xfrm><a:custGeom><a:avLst/><a:gdLst/><a:ahLst/><a:cxnLst/><a:rect l="l" t="t" r="r" b="b"/><a:pathLst><a:path w="14605" h="23495"><a:moveTo><a:pt x="0" y="23091"/></a:moveTo><a:lnTo><a:pt x="2015" y="21160"/></a:lnTo><a:lnTo><a:pt x="7186" y="15849"/></a:lnTo><a:lnTo><a:pt x="11070" y="9562"/></a:lnTo><a:lnTo><a:pt x="13603" y="2603"/></a:lnTo><a:lnTo><a:pt x="1444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34" name="object 134"/><p:cNvSpPr/><p:nvPr/></p:nvSpPr><p:spPr><a:xfrm><a:off x="16572144" y="12122493"/><a:ext cx="29845" cy="8255"/></a:xfrm><a:custGeom><a:avLst/><a:gdLst/><a:ahLst/><a:cxnLst/><a:rect l="l" t="t" r="r" b="b"/><a:pathLst><a:path w="29844" h="8254"><a:moveTo><a:pt x="29727" y="0"/></a:moveTo><a:lnTo><a:pt x="0" y="7809"/></a:lnTo></a:path></a:pathLst></a:custGeom><a:ln w="3175"><a:solidFill><a:srgbClr val="000000"/></a:solidFill></a:ln></p:spPr><p:txBody><a:bodyPr wrap="square" lIns="0" tIns="0" rIns="0" bIns="0" rtlCol="0"/><a:lstStyle/><a:p/></p:txBody></p:sp><p:sp><p:nvSpPr><p:cNvPr id="135" name="object 135"/><p:cNvSpPr/><p:nvPr/></p:nvSpPr><p:spPr><a:xfrm><a:off x="16572060" y="12103348"/><a:ext cx="13970" cy="27305"/></a:xfrm><a:custGeom><a:avLst/><a:gdLst/><a:ahLst/><a:cxnLst/><a:rect l="l" t="t" r="r" b="b"/><a:pathLst><a:path w="13969" h="27304"><a:moveTo><a:pt x="13771" y="0"/></a:moveTo><a:lnTo><a:pt x="11924" y="1763"/></a:lnTo><a:lnTo><a:pt x="5729" y="8538"/></a:lnTo><a:lnTo><a:pt x="2314" y="15386"/></a:lnTo><a:lnTo><a:pt x="419" y="24351"/></a:lnTo><a:lnTo><a:pt x="0" y="26954"/></a:lnTo></a:path></a:pathLst></a:custGeom><a:ln w="3175"><a:solidFill><a:srgbClr val="000000"/></a:solidFill></a:ln></p:spPr><p:txBody><a:bodyPr wrap="square" lIns="0" tIns="0" rIns="0" bIns="0" rtlCol="0"/><a:lstStyle/><a:p/></p:txBody></p:sp><p:sp><p:nvSpPr><p:cNvPr id="136" name="object 136"/><p:cNvSpPr/><p:nvPr/></p:nvSpPr><p:spPr><a:xfrm><a:off x="16601788" y="12098226"/><a:ext cx="12700" cy="24765"/></a:xfrm><a:custGeom><a:avLst/><a:gdLst/><a:ahLst/><a:cxnLst/><a:rect l="l" t="t" r="r" b="b"/><a:pathLst><a:path w="12700" h="24765"><a:moveTo><a:pt x="0" y="24183"/></a:moveTo><a:lnTo><a:pt x="1847" y="22167"/></a:lnTo><a:lnTo><a:pt x="6505" y="16463"/></a:lnTo><a:lnTo><a:pt x="9938" y="9775"/></a:lnTo><a:lnTo><a:pt x="11924" y="2687"/></a:lnTo><a:lnTo><a:pt x="1259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37" name="object 137"/><p:cNvSpPr/><p:nvPr/></p:nvSpPr><p:spPr><a:xfrm><a:off x="16559464" y="12147516"/><a:ext cx="29209" cy="10160"/></a:xfrm><a:custGeom><a:avLst/><a:gdLst/><a:ahLst/><a:cxnLst/><a:rect l="l" t="t" r="r" b="b"/><a:pathLst><a:path w="29209" h="10159"><a:moveTo><a:pt x="28971" y="0"/></a:moveTo><a:lnTo><a:pt x="0" y="10160"/></a:lnTo></a:path></a:pathLst></a:custGeom><a:ln w="3175"><a:solidFill><a:srgbClr val="000000"/></a:solidFill></a:ln></p:spPr><p:txBody><a:bodyPr wrap="square" lIns="0" tIns="0" rIns="0" bIns="0" rtlCol="0"/><a:lstStyle/><a:p/></p:txBody></p:sp><p:sp><p:nvSpPr><p:cNvPr id="138" name="object 138"/><p:cNvSpPr/><p:nvPr/></p:nvSpPr><p:spPr><a:xfrm><a:off x="16559464" y="12129631"/><a:ext cx="12065" cy="28575"/></a:xfrm><a:custGeom><a:avLst/><a:gdLst/><a:ahLst/><a:cxnLst/><a:rect l="l" t="t" r="r" b="b"/><a:pathLst><a:path w="12065" h="28575"><a:moveTo><a:pt x="11504" y="0"/></a:moveTo><a:lnTo><a:pt x="9825" y="2015"/></a:lnTo><a:lnTo><a:pt x="4464" y="8658"/></a:lnTo><a:lnTo><a:pt x="1091" y="16968"/></a:lnTo><a:lnTo><a:pt x="167" y="25442"/></a:lnTo><a:lnTo><a:pt x="0" y="27961"/></a:lnTo></a:path></a:pathLst></a:custGeom><a:ln w="3175"><a:solidFill><a:srgbClr val="000000"/></a:solidFill></a:ln></p:spPr><p:txBody><a:bodyPr wrap="square" lIns="0" tIns="0" rIns="0" bIns="0" rtlCol="0"/><a:lstStyle/><a:p/></p:txBody></p:sp><p:sp><p:nvSpPr><p:cNvPr id="139" name="object 139"/><p:cNvSpPr/><p:nvPr/></p:nvSpPr><p:spPr><a:xfrm><a:off x="16588436" y="12122410"/><a:ext cx="10795" cy="25400"/></a:xfrm><a:custGeom><a:avLst/><a:gdLst/><a:ahLst/><a:cxnLst/><a:rect l="l" t="t" r="r" b="b"/><a:pathLst><a:path w="10794" h="25400"><a:moveTo><a:pt x="0" y="25106"/></a:moveTo><a:lnTo><a:pt x="1679" y="22839"/></a:lnTo><a:lnTo><a:pt x="5893" y="16779"/></a:lnTo><a:lnTo><a:pt x="8761" y="9933"/></a:lnTo><a:lnTo><a:pt x="10160" y="2687"/></a:lnTo><a:lnTo><a:pt x="105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40" name="object 140"/><p:cNvSpPr/><p:nvPr/></p:nvSpPr><p:spPr><a:xfrm><a:off x="16549051" y="12173463"/><a:ext cx="28575" cy="12700"/></a:xfrm><a:custGeom><a:avLst/><a:gdLst/><a:ahLst/><a:cxnLst/><a:rect l="l" t="t" r="r" b="b"/><a:pathLst><a:path w="28575" h="12700"><a:moveTo><a:pt x="28047" y="0"/></a:moveTo><a:lnTo><a:pt x="0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141" name="object 141"/><p:cNvSpPr/><p:nvPr/></p:nvSpPr><p:spPr><a:xfrm><a:off x="16548967" y="12157089"/><a:ext cx="9525" cy="29209"/></a:xfrm><a:custGeom><a:avLst/><a:gdLst/><a:ahLst/><a:cxnLst/><a:rect l="l" t="t" r="r" b="b"/><a:pathLst><a:path w="9525" h="29209"><a:moveTo><a:pt x="9321" y="0"/></a:moveTo><a:lnTo><a:pt x="7809" y="2099"/></a:lnTo><a:lnTo><a:pt x="2962" y="9152"/></a:lnTo><a:lnTo><a:pt x="215" y="17642"/></a:lnTo><a:lnTo><a:pt x="0" y="26198"/></a:lnTo><a:lnTo><a:pt x="0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142" name="object 142"/><p:cNvSpPr/><p:nvPr/></p:nvSpPr><p:spPr><a:xfrm><a:off x="16577099" y="12147600"/><a:ext cx="8890" cy="26034"/></a:xfrm><a:custGeom><a:avLst/><a:gdLst/><a:ahLst/><a:cxnLst/><a:rect l="l" t="t" r="r" b="b"/><a:pathLst><a:path w="8890" h="26034"><a:moveTo><a:pt x="0" y="25862"/></a:moveTo><a:lnTo><a:pt x="1427" y="23511"/></a:lnTo><a:lnTo><a:pt x="4979" y="17675"/></a:lnTo><a:lnTo><a:pt x="7738" y="9499"/></a:lnTo><a:lnTo><a:pt x="8313" y="2687"/></a:lnTo><a:lnTo><a:pt x="856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43" name="object 143"/><p:cNvSpPr/><p:nvPr/></p:nvSpPr><p:spPr><a:xfrm><a:off x="16567862" y="12173799"/><a:ext cx="6985" cy="26670"/></a:xfrm><a:custGeom><a:avLst/><a:gdLst/><a:ahLst/><a:cxnLst/><a:rect l="l" t="t" r="r" b="b"/><a:pathLst><a:path w="6984" h="26670"><a:moveTo><a:pt x="0" y="26450"/></a:moveTo><a:lnTo><a:pt x="1259" y="24015"/></a:lnTo><a:lnTo><a:pt x="4461" y="17171"/></a:lnTo><a:lnTo><a:pt x="6172" y="10325"/></a:lnTo><a:lnTo><a:pt x="6466" y="2770"/></a:lnTo><a:lnTo><a:pt x="646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44" name="object 144"/><p:cNvSpPr/><p:nvPr/></p:nvSpPr><p:spPr><a:xfrm><a:off x="16624545" y="12154402"/><a:ext cx="42545" cy="21590"/></a:xfrm><a:custGeom><a:avLst/><a:gdLst/><a:ahLst/><a:cxnLst/><a:rect l="l" t="t" r="r" b="b"/><a:pathLst><a:path w="42544" h="21590"><a:moveTo><a:pt x="0" y="0"/></a:moveTo><a:lnTo><a:pt x="42323" y="21076"/></a:lnTo></a:path></a:pathLst></a:custGeom><a:ln w="3175"><a:solidFill><a:srgbClr val="000000"/></a:solidFill></a:ln></p:spPr><p:txBody><a:bodyPr wrap="square" lIns="0" tIns="0" rIns="0" bIns="0" rtlCol="0"/><a:lstStyle/><a:p/></p:txBody></p:sp><p:sp><p:nvSpPr><p:cNvPr id="145" name="object 145"/><p:cNvSpPr/><p:nvPr/></p:nvSpPr><p:spPr><a:xfrm><a:off x="16619254" y="12143822"/><a:ext cx="10795" cy="21590"/></a:xfrm><a:custGeom><a:avLst/><a:gdLst/><a:ahLst/><a:cxnLst/><a:rect l="l" t="t" r="r" b="b"/><a:pathLst><a:path w="10794" h="21590"><a:moveTo><a:pt x="0" y="21160"/></a:moveTo><a:lnTo><a:pt x="105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46" name="object 146"/><p:cNvSpPr/><p:nvPr/></p:nvSpPr><p:spPr><a:xfrm><a:off x="16637645" y="12115020"/><a:ext cx="38735" cy="45720"/></a:xfrm><a:custGeom><a:avLst/><a:gdLst/><a:ahLst/><a:cxnLst/><a:rect l="l" t="t" r="r" b="b"/><a:pathLst><a:path w="38734" h="45720"><a:moveTo><a:pt x="38376" y="45427"/></a:moveTo><a:lnTo><a:pt x="0" y="17801"/></a:lnTo><a:lnTo><a:pt x="1284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47" name="object 147"/><p:cNvSpPr/><p:nvPr/></p:nvSpPr><p:spPr><a:xfrm><a:off x="16655951" y="12135005"/><a:ext cx="8255" cy="11430"/></a:xfrm><a:custGeom><a:avLst/><a:gdLst/><a:ahLst/><a:cxnLst/><a:rect l="l" t="t" r="r" b="b"/><a:pathLst><a:path w="8255" h="11429"><a:moveTo><a:pt x="0" y="11000"/></a:moveTo><a:lnTo><a:pt x="789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48" name="object 148"/><p:cNvSpPr/><p:nvPr/></p:nvSpPr><p:spPr><a:xfrm><a:off x="16676021" y="12142646"/><a:ext cx="13335" cy="18415"/></a:xfrm><a:custGeom><a:avLst/><a:gdLst/><a:ahLst/><a:cxnLst/><a:rect l="l" t="t" r="r" b="b"/><a:pathLst><a:path w="13334" h="18415"><a:moveTo><a:pt x="0" y="17801"/></a:moveTo><a:lnTo><a:pt x="1284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49" name="object 149"/><p:cNvSpPr/><p:nvPr/></p:nvSpPr><p:spPr><a:xfrm><a:off x="16622529" y="12054898"/><a:ext cx="31115" cy="635"/></a:xfrm><a:custGeom><a:avLst/><a:gdLst/><a:ahLst/><a:cxnLst/><a:rect l="l" t="t" r="r" b="b"/><a:pathLst><a:path w="31115" h="634"><a:moveTo><a:pt x="30734" y="0"/></a:moveTo><a:lnTo><a:pt x="0" y="587"/></a:lnTo></a:path></a:pathLst></a:custGeom><a:ln w="3175"><a:solidFill><a:srgbClr val="000000"/></a:solidFill></a:ln></p:spPr><p:txBody><a:bodyPr wrap="square" lIns="0" tIns="0" rIns="0" bIns="0" rtlCol="0"/><a:lstStyle/><a:p/></p:txBody></p:sp><p:sp><p:nvSpPr><p:cNvPr id="150" name="object 150"/><p:cNvSpPr/><p:nvPr/></p:nvSpPr><p:spPr><a:xfrm><a:off x="16622529" y="12032562"/><a:ext cx="20320" cy="23495"/></a:xfrm><a:custGeom><a:avLst/><a:gdLst/><a:ahLst/><a:cxnLst/><a:rect l="l" t="t" r="r" b="b"/><a:pathLst><a:path w="20319" h="23495"><a:moveTo><a:pt x="19734" y="0"/></a:moveTo><a:lnTo><a:pt x="17466" y="1343"/></a:lnTo><a:lnTo><a:pt x="10293" y="6114"/></a:lnTo><a:lnTo><a:pt x="4531" y="12691"/></a:lnTo><a:lnTo><a:pt x="1007" y="20572"/></a:lnTo><a:lnTo><a:pt x="0" y="23007"/></a:lnTo></a:path></a:pathLst></a:custGeom><a:ln w="3175"><a:solidFill><a:srgbClr val="000000"/></a:solidFill></a:ln></p:spPr><p:txBody><a:bodyPr wrap="square" lIns="0" tIns="0" rIns="0" bIns="0" rtlCol="0"/><a:lstStyle/><a:p/></p:txBody></p:sp><p:sp><p:nvSpPr><p:cNvPr id="151" name="object 151"/><p:cNvSpPr/><p:nvPr/></p:nvSpPr><p:spPr><a:xfrm><a:off x="16634370" y="12054142"/><a:ext cx="16510" cy="22225"/></a:xfrm><a:custGeom><a:avLst/><a:gdLst/><a:ahLst/><a:cxnLst/><a:rect l="l" t="t" r="r" b="b"/><a:pathLst><a:path w="16509" h="22225"><a:moveTo><a:pt x="0" y="21832"/></a:moveTo><a:lnTo><a:pt x="2099" y="20068"/></a:lnTo><a:lnTo><a:pt x="7511" y="15423"/></a:lnTo><a:lnTo><a:pt x="12258" y="9054"/></a:lnTo><a:lnTo><a:pt x="15115" y="2519"/></a:lnTo><a:lnTo><a:pt x="16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52" name="object 152"/><p:cNvSpPr/><p:nvPr/></p:nvSpPr><p:spPr><a:xfrm><a:off x="17165006" y="12190089"/><a:ext cx="52069" cy="20955"/></a:xfrm><a:custGeom><a:avLst/><a:gdLst/><a:ahLst/><a:cxnLst/><a:rect l="l" t="t" r="r" b="b"/><a:pathLst><a:path w="52069" h="20954"><a:moveTo><a:pt x="0" y="14862"/></a:moveTo><a:lnTo><a:pt x="44926" y="0"/></a:lnTo><a:lnTo><a:pt x="51812" y="20908"/></a:lnTo></a:path></a:pathLst></a:custGeom><a:ln w="3175"><a:solidFill><a:srgbClr val="000000"/></a:solidFill></a:ln></p:spPr><p:txBody><a:bodyPr wrap="square" lIns="0" tIns="0" rIns="0" bIns="0" rtlCol="0"/><a:lstStyle/><a:p/></p:txBody></p:sp><p:sp><p:nvSpPr><p:cNvPr id="153" name="object 153"/><p:cNvSpPr/><p:nvPr/></p:nvSpPr><p:spPr><a:xfrm><a:off x="17188519" y="12197226"/><a:ext cx="4445" cy="13335"/></a:xfrm><a:custGeom><a:avLst/><a:gdLst/><a:ahLst/><a:cxnLst/><a:rect l="l" t="t" r="r" b="b"/><a:pathLst><a:path w="4444" h="13334"><a:moveTo><a:pt x="0" y="0"/></a:moveTo><a:lnTo><a:pt x="4282" y="12763"/></a:lnTo></a:path></a:pathLst></a:custGeom><a:ln w="3175"><a:solidFill><a:srgbClr val="000000"/></a:solidFill></a:ln></p:spPr><p:txBody><a:bodyPr wrap="square" lIns="0" tIns="0" rIns="0" bIns="0" rtlCol="0"/><a:lstStyle/><a:p/></p:txBody></p:sp><p:sp><p:nvSpPr><p:cNvPr id="154" name="object 154"/><p:cNvSpPr/><p:nvPr/></p:nvSpPr><p:spPr><a:xfrm><a:off x="17165006" y="12204952"/><a:ext cx="6985" cy="20955"/></a:xfrm><a:custGeom><a:avLst/><a:gdLst/><a:ahLst/><a:cxnLst/><a:rect l="l" t="t" r="r" b="b"/><a:pathLst><a:path w="6984" h="20954"><a:moveTo><a:pt x="0" y="0"/></a:moveTo><a:lnTo><a:pt x="6885" y="20908"/></a:lnTo></a:path></a:pathLst></a:custGeom><a:ln w="3175"><a:solidFill><a:srgbClr val="000000"/></a:solidFill></a:ln></p:spPr><p:txBody><a:bodyPr wrap="square" lIns="0" tIns="0" rIns="0" bIns="0" rtlCol="0"/><a:lstStyle/><a:p/></p:txBody></p:sp><p:sp><p:nvSpPr><p:cNvPr id="155" name="object 155"/><p:cNvSpPr/><p:nvPr/></p:nvSpPr><p:spPr><a:xfrm><a:off x="17257210" y="12197646"/><a:ext cx="16510" cy="26670"/></a:xfrm><a:custGeom><a:avLst/><a:gdLst/><a:ahLst/><a:cxnLst/><a:rect l="l" t="t" r="r" b="b"/><a:pathLst><a:path w="16509" h="26670"><a:moveTo><a:pt x="0" y="26114"/></a:moveTo><a:lnTo><a:pt x="1629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56" name="object 156"/><p:cNvSpPr/><p:nvPr/></p:nvSpPr><p:spPr><a:xfrm><a:off x="17273502" y="12197730"/><a:ext cx="8890" cy="29209"/></a:xfrm><a:custGeom><a:avLst/><a:gdLst/><a:ahLst/><a:cxnLst/><a:rect l="l" t="t" r="r" b="b"/><a:pathLst><a:path w="8890" h="29209"><a:moveTo><a:pt x="8481" y="28969"/></a:moveTo><a:lnTo><a:pt x="8565" y="26450"/></a:lnTo><a:lnTo><a:pt x="8503" y="17879"/></a:lnTo><a:lnTo><a:pt x="6131" y="9294"/></a:lnTo><a:lnTo><a:pt x="1427" y="209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57" name="object 157"/><p:cNvSpPr/><p:nvPr/></p:nvSpPr><p:spPr><a:xfrm><a:off x="17249821" y="12196387"/><a:ext cx="9525" cy="26034"/></a:xfrm><a:custGeom><a:avLst/><a:gdLst/><a:ahLst/><a:cxnLst/><a:rect l="l" t="t" r="r" b="b"/><a:pathLst><a:path w="9525" h="26034"><a:moveTo><a:pt x="0" y="0"/></a:moveTo><a:lnTo><a:pt x="503" y="3862"/></a:lnTo><a:lnTo><a:pt x="1749" y="10609"/></a:lnTo><a:lnTo><a:pt x="3855" y="16320"/></a:lnTo><a:lnTo><a:pt x="7305" y="22251"/></a:lnTo><a:lnTo><a:pt x="9489" y="25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158" name="object 158"/><p:cNvSpPr/><p:nvPr/></p:nvSpPr><p:spPr><a:xfrm><a:off x="17062473" y="12625387"/><a:ext cx="29209" cy="10795"/></a:xfrm><a:custGeom><a:avLst/><a:gdLst/><a:ahLst/><a:cxnLst/><a:rect l="l" t="t" r="r" b="b"/><a:pathLst><a:path w="29209" h="10795"><a:moveTo><a:pt x="0" y="0"/></a:moveTo><a:lnTo><a:pt x="28971" y="10244"/></a:lnTo></a:path></a:pathLst></a:custGeom><a:ln w="3175"><a:solidFill><a:srgbClr val="000000"/></a:solidFill></a:ln></p:spPr><p:txBody><a:bodyPr wrap="square" lIns="0" tIns="0" rIns="0" bIns="0" rtlCol="0"/><a:lstStyle/><a:p/></p:txBody></p:sp><p:sp><p:nvSpPr><p:cNvPr id="159" name="object 159"/><p:cNvSpPr/><p:nvPr/></p:nvSpPr><p:spPr><a:xfrm><a:off x="17064908" y="12635631"/><a:ext cx="26670" cy="14604"/></a:xfrm><a:custGeom><a:avLst/><a:gdLst/><a:ahLst/><a:cxnLst/><a:rect l="l" t="t" r="r" b="b"/><a:pathLst><a:path w="26669" h="14604"><a:moveTo><a:pt x="0" y="14610"/></a:moveTo><a:lnTo><a:pt x="2519" y="14106"/></a:lnTo><a:lnTo><a:pt x="10806" y="12305"/></a:lnTo><a:lnTo><a:pt x="18790" y="7977"/></a:lnTo><a:lnTo><a:pt x="24688" y="1847"/></a:lnTo><a:lnTo><a:pt x="2645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60" name="object 160"/><p:cNvSpPr/><p:nvPr/></p:nvSpPr><p:spPr><a:xfrm><a:off x="17064656" y="12612288"/><a:ext cx="22860" cy="15240"/></a:xfrm><a:custGeom><a:avLst/><a:gdLst/><a:ahLst/><a:cxnLst/><a:rect l="l" t="t" r="r" b="b"/><a:pathLst><a:path w="22859" h="15240"><a:moveTo><a:pt x="22841" y="0"/></a:moveTo><a:lnTo><a:pt x="20237" y="923"/></a:lnTo><a:lnTo><a:pt x="13722" y="3340"/></a:lnTo><a:lnTo><a:pt x="6752" y="7741"/></a:lnTo><a:lnTo><a:pt x="1931" y="12763"/></a:lnTo><a:lnTo><a:pt x="0" y="14778"/></a:lnTo></a:path></a:pathLst></a:custGeom><a:ln w="3175"><a:solidFill><a:srgbClr val="000000"/></a:solidFill></a:ln></p:spPr><p:txBody><a:bodyPr wrap="square" lIns="0" tIns="0" rIns="0" bIns="0" rtlCol="0"/><a:lstStyle/><a:p/></p:txBody></p:sp><p:sp><p:nvSpPr><p:cNvPr id="161" name="object 161"/><p:cNvSpPr/><p:nvPr/></p:nvSpPr><p:spPr><a:xfrm><a:off x="16898638" y="12492043"/><a:ext cx="1905" cy="31750"/></a:xfrm><a:custGeom><a:avLst/><a:gdLst/><a:ahLst/><a:cxnLst/><a:rect l="l" t="t" r="r" b="b"/><a:pathLst><a:path w="1905" h="31750"><a:moveTo><a:pt x="1679" y="0"/></a:moveTo><a:lnTo><a:pt x="0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162" name="object 162"/><p:cNvSpPr/><p:nvPr/></p:nvSpPr><p:spPr><a:xfrm><a:off x="16892424" y="12491624"/><a:ext cx="15875" cy="1270"/></a:xfrm><a:custGeom><a:avLst/><a:gdLst/><a:ahLst/><a:cxnLst/><a:rect l="l" t="t" r="r" b="b"/><a:pathLst><a:path w="15875" h="1270"><a:moveTo><a:pt x="0" y="0"/></a:moveTo><a:lnTo><a:pt x="15787" y="839"/></a:lnTo></a:path></a:pathLst></a:custGeom><a:ln w="3175"><a:solidFill><a:srgbClr val="000000"/></a:solidFill></a:ln></p:spPr><p:txBody><a:bodyPr wrap="square" lIns="0" tIns="0" rIns="0" bIns="0" rtlCol="0"/><a:lstStyle/><a:p/></p:txBody></p:sp><p:sp><p:nvSpPr><p:cNvPr id="163" name="object 163"/><p:cNvSpPr/><p:nvPr/></p:nvSpPr><p:spPr><a:xfrm><a:off x="16888141" y="12682067"/><a:ext cx="30480" cy="3175"/></a:xfrm><a:custGeom><a:avLst/><a:gdLst/><a:ahLst/><a:cxnLst/><a:rect l="l" t="t" r="r" b="b"/><a:pathLst><a:path w="30480" h="3175"><a:moveTo><a:pt x="0" y="839"/></a:moveTo><a:lnTo><a:pt x="2519" y="1511"/></a:lnTo><a:lnTo><a:pt x="8832" y="2712"/></a:lnTo><a:lnTo><a:pt x="15251" y="3015"/></a:lnTo><a:lnTo><a:pt x="21645" y="2398"/></a:lnTo><a:lnTo><a:pt x="27879" y="839"/></a:lnTo><a:lnTo><a:pt x="3023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64" name="object 164"/><p:cNvSpPr/><p:nvPr/></p:nvSpPr><p:spPr><a:xfrm><a:off x="16870087" y="12657526"/><a:ext cx="27305" cy="3175"/></a:xfrm><a:custGeom><a:avLst/><a:gdLst/><a:ahLst/><a:cxnLst/><a:rect l="l" t="t" r="r" b="b"/><a:pathLst><a:path w="27305" h="3175"><a:moveTo><a:pt x="27207" y="2204"/></a:moveTo><a:lnTo><a:pt x="24520" y="1616"/></a:lnTo><a:lnTo><a:pt x="17337" y="0"/></a:lnTo><a:lnTo><a:pt x="9846" y="446"/></a:lnTo><a:lnTo><a:pt x="2687" y="1952"/></a:lnTo><a:lnTo><a:pt x="0" y="2708"/></a:lnTo></a:path></a:pathLst></a:custGeom><a:ln w="3175"><a:solidFill><a:srgbClr val="000000"/></a:solidFill></a:ln></p:spPr><p:txBody><a:bodyPr wrap="square" lIns="0" tIns="0" rIns="0" bIns="0" rtlCol="0"/><a:lstStyle/><a:p/></p:txBody></p:sp><p:sp><p:nvSpPr><p:cNvPr id="165" name="object 165"/><p:cNvSpPr/><p:nvPr/></p:nvSpPr><p:spPr><a:xfrm><a:off x="16833138" y="12480204"/><a:ext cx="13335" cy="34290"/></a:xfrm><a:custGeom><a:avLst/><a:gdLst/><a:ahLst/><a:cxnLst/><a:rect l="l" t="t" r="r" b="b"/><a:pathLst><a:path w="13334" h="34290"><a:moveTo><a:pt x="9909" y="0"/></a:moveTo><a:lnTo><a:pt x="0" y="29893"/></a:lnTo><a:lnTo><a:pt x="12764" y="34175"/></a:lnTo></a:path></a:pathLst></a:custGeom><a:ln w="3175"><a:solidFill><a:srgbClr val="000000"/></a:solidFill></a:ln></p:spPr><p:txBody><a:bodyPr wrap="square" lIns="0" tIns="0" rIns="0" bIns="0" rtlCol="0"/><a:lstStyle/><a:p/></p:txBody></p:sp><p:sp><p:nvSpPr><p:cNvPr id="166" name="object 166"/><p:cNvSpPr/><p:nvPr/></p:nvSpPr><p:spPr><a:xfrm><a:off x="16812312" y="12472059"/><a:ext cx="26034" cy="29209"/></a:xfrm><a:custGeom><a:avLst/><a:gdLst/><a:ahLst/><a:cxnLst/><a:rect l="l" t="t" r="r" b="b"/><a:pathLst><a:path w="26034" h="29209"><a:moveTo><a:pt x="0" y="29053"/></a:moveTo><a:lnTo><a:pt x="12260" y="0"/></a:lnTo><a:lnTo><a:pt x="25780" y="5709"/></a:lnTo></a:path></a:pathLst></a:custGeom><a:ln w="3175"><a:solidFill><a:srgbClr val="000000"/></a:solidFill></a:ln></p:spPr><p:txBody><a:bodyPr wrap="square" lIns="0" tIns="0" rIns="0" bIns="0" rtlCol="0"/><a:lstStyle/><a:p/></p:txBody></p:sp><p:sp><p:nvSpPr><p:cNvPr id="167" name="object 167"/><p:cNvSpPr/><p:nvPr/></p:nvSpPr><p:spPr><a:xfrm><a:off x="16818694" y="12485914"/><a:ext cx="8890" cy="3810"/></a:xfrm><a:custGeom><a:avLst/><a:gdLst/><a:ahLst/><a:cxnLst/><a:rect l="l" t="t" r="r" b="b"/><a:pathLst><a:path w="8890" h="3809"><a:moveTo><a:pt x="0" y="0"/></a:moveTo><a:lnTo><a:pt x="8313" y="3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168" name="object 168"/><p:cNvSpPr/><p:nvPr/></p:nvSpPr><p:spPr><a:xfrm><a:off x="16812312" y="12501112"/><a:ext cx="13970" cy="5715"/></a:xfrm><a:custGeom><a:avLst/><a:gdLst/><a:ahLst/><a:cxnLst/><a:rect l="l" t="t" r="r" b="b"/><a:pathLst><a:path w="13969" h="5715"><a:moveTo><a:pt x="0" y="0"/></a:moveTo><a:lnTo><a:pt x="13435" y="5709"/></a:lnTo></a:path></a:pathLst></a:custGeom><a:ln w="3175"><a:solidFill><a:srgbClr val="000000"/></a:solidFill></a:ln></p:spPr><p:txBody><a:bodyPr wrap="square" lIns="0" tIns="0" rIns="0" bIns="0" rtlCol="0"/><a:lstStyle/><a:p/></p:txBody></p:sp><p:sp><p:nvSpPr><p:cNvPr id="169" name="object 169"/><p:cNvSpPr/><p:nvPr/></p:nvSpPr><p:spPr><a:xfrm><a:off x="16850101" y="12484654"/><a:ext cx="20955" cy="31115"/></a:xfrm><a:custGeom><a:avLst/><a:gdLst/><a:ahLst/><a:cxnLst/><a:rect l="l" t="t" r="r" b="b"/><a:pathLst><a:path w="20955" h="31115"><a:moveTo><a:pt x="0" y="30816"/></a:moveTo><a:lnTo><a:pt x="6634" y="0"/></a:lnTo><a:lnTo><a:pt x="20909" y="3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170" name="object 170"/><p:cNvSpPr/><p:nvPr/></p:nvSpPr><p:spPr><a:xfrm><a:off x="16853544" y="12499349"/><a:ext cx="8890" cy="2540"/></a:xfrm><a:custGeom><a:avLst/><a:gdLst/><a:ahLst/><a:cxnLst/><a:rect l="l" t="t" r="r" b="b"/><a:pathLst><a:path w="8890" h="2540"><a:moveTo><a:pt x="0" y="0"/></a:moveTo><a:lnTo><a:pt x="8817" y="1931"/></a:lnTo></a:path></a:pathLst></a:custGeom><a:ln w="3175"><a:solidFill><a:srgbClr val="000000"/></a:solidFill></a:ln></p:spPr><p:txBody><a:bodyPr wrap="square" lIns="0" tIns="0" rIns="0" bIns="0" rtlCol="0"/><a:lstStyle/><a:p/></p:txBody></p:sp><p:sp><p:nvSpPr><p:cNvPr id="171" name="object 171"/><p:cNvSpPr/><p:nvPr/></p:nvSpPr><p:spPr><a:xfrm><a:off x="16850101" y="12515471"/><a:ext cx="14604" cy="3175"/></a:xfrm><a:custGeom><a:avLst/><a:gdLst/><a:ahLst/><a:cxnLst/><a:rect l="l" t="t" r="r" b="b"/><a:pathLst><a:path w="14605" h="3175"><a:moveTo><a:pt x="0" y="0"/></a:moveTo><a:lnTo><a:pt x="14275" y="3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172" name="object 172"/><p:cNvSpPr/><p:nvPr/></p:nvSpPr><p:spPr><a:xfrm><a:off x="16870759" y="12489860"/><a:ext cx="19050" cy="32384"/></a:xfrm><a:custGeom><a:avLst/><a:gdLst/><a:ahLst/><a:cxnLst/><a:rect l="l" t="t" r="r" b="b"/><a:pathLst><a:path w="19050" h="32384"><a:moveTo><a:pt x="18474" y="8984"/></a:moveTo><a:lnTo><a:pt x="17802" y="5793"/></a:lnTo><a:lnTo><a:pt x="16039" y="2519"/></a:lnTo><a:lnTo><a:pt x="14023" y="671"/></a:lnTo><a:lnTo><a:pt x="9573" y="0"/></a:lnTo><a:lnTo><a:pt x="7137" y="1175"/></a:lnTo><a:lnTo><a:pt x="4450" y="3778"/></a:lnTo><a:lnTo><a:pt x="2855" y="6633"/></a:lnTo><a:lnTo><a:pt x="1091" y="10916"/></a:lnTo><a:lnTo><a:pt x="0" y="18305"/></a:lnTo><a:lnTo><a:pt x="419" y="22923"/></a:lnTo><a:lnTo><a:pt x="1091" y="26114"/></a:lnTo><a:lnTo><a:pt x="2855" y="29389"/></a:lnTo><a:lnTo><a:pt x="4870" y="31236"/></a:lnTo><a:lnTo><a:pt x="9321" y="31908"/></a:lnTo><a:lnTo><a:pt x="11756" y="30732"/></a:lnTo><a:lnTo><a:pt x="14443" y="28129"/></a:lnTo><a:lnTo><a:pt x="16039" y="25274"/></a:lnTo></a:path></a:pathLst></a:custGeom><a:ln w="3175"><a:solidFill><a:srgbClr val="000000"/></a:solidFill></a:ln></p:spPr><p:txBody><a:bodyPr wrap="square" lIns="0" tIns="0" rIns="0" bIns="0" rtlCol="0"/><a:lstStyle/><a:p/></p:txBody></p:sp><p:sp><p:nvSpPr><p:cNvPr id="173" name="object 173"/><p:cNvSpPr/><p:nvPr/></p:nvSpPr><p:spPr><a:xfrm><a:off x="16813404" y="12646715"/><a:ext cx="15240" cy="27305"/></a:xfrm><a:custGeom><a:avLst/><a:gdLst/><a:ahLst/><a:cxnLst/><a:rect l="l" t="t" r="r" b="b"/><a:pathLst><a:path w="15240" h="27304"><a:moveTo><a:pt x="0" y="0"/></a:moveTo><a:lnTo><a:pt x="15199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174" name="object 174"/><p:cNvSpPr/><p:nvPr/></p:nvSpPr><p:spPr><a:xfrm><a:off x="16841032" y="12653265"/><a:ext cx="17780" cy="26034"/></a:xfrm><a:custGeom><a:avLst/><a:gdLst/><a:ahLst/><a:cxnLst/><a:rect l="l" t="t" r="r" b="b"/><a:pathLst><a:path w="17780" h="26034"><a:moveTo><a:pt x="0" y="0"/></a:moveTo><a:lnTo><a:pt x="17214" y="25442"/></a:lnTo></a:path></a:pathLst></a:custGeom><a:ln w="3175"><a:solidFill><a:srgbClr val="000000"/></a:solidFill></a:ln></p:spPr><p:txBody><a:bodyPr wrap="square" lIns="0" tIns="0" rIns="0" bIns="0" rtlCol="0"/><a:lstStyle/><a:p/></p:txBody></p:sp><p:sp><p:nvSpPr><p:cNvPr id="175" name="object 175"/><p:cNvSpPr/><p:nvPr/></p:nvSpPr><p:spPr><a:xfrm><a:off x="16828183" y="12674677"/><a:ext cx="30480" cy="5080"/></a:xfrm><a:custGeom><a:avLst/><a:gdLst/><a:ahLst/><a:cxnLst/><a:rect l="l" t="t" r="r" b="b"/><a:pathLst><a:path w="30480" h="5079"><a:moveTo><a:pt x="0" y="0"/></a:moveTo><a:lnTo><a:pt x="2351" y="1091"/></a:lnTo><a:lnTo><a:pt x="8392" y="3230"/></a:lnTo><a:lnTo><a:pt x="14674" y="4539"/></a:lnTo><a:lnTo><a:pt x="21072" y="4964"/></a:lnTo><a:lnTo><a:pt x="27459" y="4450"/></a:lnTo><a:lnTo><a:pt x="30062" y="3946"/></a:lnTo></a:path></a:pathLst></a:custGeom><a:ln w="3175"><a:solidFill><a:srgbClr val="000000"/></a:solidFill></a:ln></p:spPr><p:txBody><a:bodyPr wrap="square" lIns="0" tIns="0" rIns="0" bIns="0" rtlCol="0"/><a:lstStyle/><a:p/></p:txBody></p:sp><p:sp><p:nvSpPr><p:cNvPr id="176" name="object 176"/><p:cNvSpPr/><p:nvPr/></p:nvSpPr><p:spPr><a:xfrm><a:off x="16814076" y="12648521"/><a:ext cx="27305" cy="5080"/></a:xfrm><a:custGeom><a:avLst/><a:gdLst/><a:ahLst/><a:cxnLst/><a:rect l="l" t="t" r="r" b="b"/><a:pathLst><a:path w="27305" h="5079"><a:moveTo><a:pt x="26955" y="4744"/></a:moveTo><a:lnTo><a:pt x="24352" y="3736"/></a:lnTo><a:lnTo><a:pt x="17431" y="1311"/></a:lnTo><a:lnTo><a:pt x="10025" y="0"/></a:lnTo><a:lnTo><a:pt x="2687" y="713"/></a:lnTo><a:lnTo><a:pt x="0" y="965"/></a:lnTo></a:path></a:pathLst></a:custGeom><a:ln w="3175"><a:solidFill><a:srgbClr val="000000"/></a:solidFill></a:ln></p:spPr><p:txBody><a:bodyPr wrap="square" lIns="0" tIns="0" rIns="0" bIns="0" rtlCol="0"/><a:lstStyle/><a:p/></p:txBody></p:sp><p:sp><p:nvSpPr><p:cNvPr id="177" name="object 177"/><p:cNvSpPr/><p:nvPr/></p:nvSpPr><p:spPr><a:xfrm><a:off x="16868995" y="12657631"/><a:ext cx="19685" cy="24130"/></a:xfrm><a:custGeom><a:avLst/><a:gdLst/><a:ahLst/><a:cxnLst/><a:rect l="l" t="t" r="r" b="b"/><a:pathLst><a:path w="19684" h="24129"><a:moveTo><a:pt x="0" y="0"/></a:moveTo><a:lnTo><a:pt x="19230" y="23931"/></a:lnTo></a:path></a:pathLst></a:custGeom><a:ln w="3175"><a:solidFill><a:srgbClr val="000000"/></a:solidFill></a:ln></p:spPr><p:txBody><a:bodyPr wrap="square" lIns="0" tIns="0" rIns="0" bIns="0" rtlCol="0"/><a:lstStyle/><a:p/></p:txBody></p:sp><p:sp><p:nvSpPr><p:cNvPr id="178" name="object 178"/><p:cNvSpPr/><p:nvPr/></p:nvSpPr><p:spPr><a:xfrm><a:off x="16857995" y="12679967"/><a:ext cx="30480" cy="3810"/></a:xfrm><a:custGeom><a:avLst/><a:gdLst/><a:ahLst/><a:cxnLst/><a:rect l="l" t="t" r="r" b="b"/><a:pathLst><a:path w="30480" h="3809"><a:moveTo><a:pt x="0" y="0"/></a:moveTo><a:lnTo><a:pt x="2435" y="923"/></a:lnTo><a:lnTo><a:pt x="8635" y="2610"/></a:lnTo><a:lnTo><a:pt x="14975" y="3379"/></a:lnTo><a:lnTo><a:pt x="21364" y="3256"/></a:lnTo><a:lnTo><a:pt x="27711" y="2267"/></a:lnTo><a:lnTo><a:pt x="30230" y="1595"/></a:lnTo></a:path></a:pathLst></a:custGeom><a:ln w="3175"><a:solidFill><a:srgbClr val="000000"/></a:solidFill></a:ln></p:spPr><p:txBody><a:bodyPr wrap="square" lIns="0" tIns="0" rIns="0" bIns="0" rtlCol="0"/><a:lstStyle/><a:p/></p:txBody></p:sp><p:sp><p:nvSpPr><p:cNvPr id="179" name="object 179"/><p:cNvSpPr/><p:nvPr/></p:nvSpPr><p:spPr><a:xfrm><a:off x="16841787" y="12654380"/><a:ext cx="27305" cy="3810"/></a:xfrm><a:custGeom><a:avLst/><a:gdLst/><a:ahLst/><a:cxnLst/><a:rect l="l" t="t" r="r" b="b"/><a:pathLst><a:path w="27305" h="3809"><a:moveTo><a:pt x="27207" y="3251"/></a:moveTo><a:lnTo><a:pt x="24520" y="2411"/></a:lnTo><a:lnTo><a:pt x="17206" y="382"/></a:lnTo><a:lnTo><a:pt x="10194" y="0"/></a:lnTo><a:lnTo><a:pt x="2687" y="1067"/></a:lnTo><a:lnTo><a:pt x="0" y="1571"/></a:lnTo></a:path></a:pathLst></a:custGeom><a:ln w="3175"><a:solidFill><a:srgbClr val="000000"/></a:solidFill></a:ln></p:spPr><p:txBody><a:bodyPr wrap="square" lIns="0" tIns="0" rIns="0" bIns="0" rtlCol="0"/><a:lstStyle/><a:p/></p:txBody></p:sp><p:sp><p:nvSpPr><p:cNvPr id="180" name="object 180"/><p:cNvSpPr/><p:nvPr/></p:nvSpPr><p:spPr><a:xfrm><a:off x="16734888" y="12614303"/><a:ext cx="8890" cy="29845"/></a:xfrm><a:custGeom><a:avLst/><a:gdLst/><a:ahLst/><a:cxnLst/><a:rect l="l" t="t" r="r" b="b"/><a:pathLst><a:path w="8890" h="29845"><a:moveTo><a:pt x="0" y="0"/></a:moveTo><a:lnTo><a:pt x="8481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181" name="object 181"/><p:cNvSpPr/><p:nvPr/></p:nvSpPr><p:spPr><a:xfrm><a:off x="16716077" y="12630677"/><a:ext cx="27305" cy="13335"/></a:xfrm><a:custGeom><a:avLst/><a:gdLst/><a:ahLst/><a:cxnLst/><a:rect l="l" t="t" r="r" b="b"/><a:pathLst><a:path w="27305" h="13334"><a:moveTo><a:pt x="0" y="0"/></a:moveTo><a:lnTo><a:pt x="1847" y="1763"/></a:lnTo><a:lnTo><a:pt x="8208" y="7504"/></a:lnTo><a:lnTo><a:pt x="16239" y="11398"/></a:lnTo><a:lnTo><a:pt x="24688" y="12847"/></a:lnTo><a:lnTo><a:pt x="27207" y="13183"/></a:lnTo></a:path></a:pathLst></a:custGeom><a:ln w="3175"><a:solidFill><a:srgbClr val="000000"/></a:solidFill></a:ln></p:spPr><p:txBody><a:bodyPr wrap="square" lIns="0" tIns="0" rIns="0" bIns="0" rtlCol="0"/><a:lstStyle/><a:p/></p:txBody></p:sp><p:sp><p:nvSpPr><p:cNvPr id="182" name="object 182"/><p:cNvSpPr/><p:nvPr/></p:nvSpPr><p:spPr><a:xfrm><a:off x="16760164" y="12627150"/><a:ext cx="10795" cy="29209"/></a:xfrm><a:custGeom><a:avLst/><a:gdLst/><a:ahLst/><a:cxnLst/><a:rect l="l" t="t" r="r" b="b"/><a:pathLst><a:path w="10794" h="29209"><a:moveTo><a:pt x="0" y="0"/></a:moveTo><a:lnTo><a:pt x="10748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183" name="object 183"/><p:cNvSpPr/><p:nvPr/></p:nvSpPr><p:spPr><a:xfrm><a:off x="16742697" y="12644952"/><a:ext cx="28575" cy="11430"/></a:xfrm><a:custGeom><a:avLst/><a:gdLst/><a:ahLst/><a:cxnLst/><a:rect l="l" t="t" r="r" b="b"/><a:pathLst><a:path w="28575" h="11429"><a:moveTo><a:pt x="0" y="0"/></a:moveTo><a:lnTo><a:pt x="2015" y="1595"/></a:lnTo><a:lnTo><a:pt x="8986" y="6959"/></a:lnTo><a:lnTo><a:pt x="16871" y="9965"/></a:lnTo><a:lnTo><a:pt x="25612" y="10832"/></a:lnTo><a:lnTo><a:pt x="28215" y="11000"/></a:lnTo></a:path></a:pathLst></a:custGeom><a:ln w="3175"><a:solidFill><a:srgbClr val="000000"/></a:solidFill></a:ln></p:spPr><p:txBody><a:bodyPr wrap="square" lIns="0" tIns="0" rIns="0" bIns="0" rtlCol="0"/><a:lstStyle/><a:p/></p:txBody></p:sp><p:sp><p:nvSpPr><p:cNvPr id="184" name="object 184"/><p:cNvSpPr/><p:nvPr/></p:nvSpPr><p:spPr><a:xfrm><a:off x="16734888" y="12617074"/><a:ext cx="25400" cy="10160"/></a:xfrm><a:custGeom><a:avLst/><a:gdLst/><a:ahLst/><a:cxnLst/><a:rect l="l" t="t" r="r" b="b"/><a:pathLst><a:path w="25400" h="10159"><a:moveTo><a:pt x="25276" y="10076"/></a:moveTo><a:lnTo><a:pt x="23009" y="8480"/></a:lnTo><a:lnTo><a:pt x="16846" y="4461"/></a:lnTo><a:lnTo><a:pt x="9974" y="1574"/></a:lnTo><a:lnTo><a:pt x="2687" y="41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85" name="object 185"/><p:cNvSpPr/><p:nvPr/></p:nvSpPr><p:spPr><a:xfrm><a:off x="16786364" y="12637983"/><a:ext cx="13335" cy="27940"/></a:xfrm><a:custGeom><a:avLst/><a:gdLst/><a:ahLst/><a:cxnLst/><a:rect l="l" t="t" r="r" b="b"/><a:pathLst><a:path w="13334" h="27940"><a:moveTo><a:pt x="0" y="0"/></a:moveTo><a:lnTo><a:pt x="13016" y="27877"/></a:lnTo></a:path></a:pathLst></a:custGeom><a:ln w="3175"><a:solidFill><a:srgbClr val="000000"/></a:solidFill></a:ln></p:spPr><p:txBody><a:bodyPr wrap="square" lIns="0" tIns="0" rIns="0" bIns="0" rtlCol="0"/><a:lstStyle/><a:p/></p:txBody></p:sp><p:sp><p:nvSpPr><p:cNvPr id="186" name="object 186"/><p:cNvSpPr/><p:nvPr/></p:nvSpPr><p:spPr><a:xfrm><a:off x="16770409" y="12657128"/><a:ext cx="29209" cy="8890"/></a:xfrm><a:custGeom><a:avLst/><a:gdLst/><a:ahLst/><a:cxnLst/><a:rect l="l" t="t" r="r" b="b"/><a:pathLst><a:path w="29209" h="8890"><a:moveTo><a:pt x="0" y="0"/></a:moveTo><a:lnTo><a:pt x="2099" y="1427"/></a:lnTo><a:lnTo><a:pt x="9251" y="6136"/></a:lnTo><a:lnTo><a:pt x="17809" y="8679"/></a:lnTo><a:lnTo><a:pt x="26368" y="8732"/></a:lnTo><a:lnTo><a:pt x="28971" y="8648"/></a:lnTo></a:path></a:pathLst></a:custGeom><a:ln w="3175"><a:solidFill><a:srgbClr val="000000"/></a:solidFill></a:ln></p:spPr><p:txBody><a:bodyPr wrap="square" lIns="0" tIns="0" rIns="0" bIns="0" rtlCol="0"/><a:lstStyle/><a:p/></p:txBody></p:sp><p:sp><p:nvSpPr><p:cNvPr id="187" name="object 187"/><p:cNvSpPr/><p:nvPr/></p:nvSpPr><p:spPr><a:xfrm><a:off x="16760332" y="12629921"/><a:ext cx="26034" cy="8255"/></a:xfrm><a:custGeom><a:avLst/><a:gdLst/><a:ahLst/><a:cxnLst/><a:rect l="l" t="t" r="r" b="b"/><a:pathLst><a:path w="26034" h="8254"><a:moveTo><a:pt x="26032" y="8061"/></a:moveTo><a:lnTo><a:pt x="23680" y="6717"/></a:lnTo><a:lnTo><a:pt x="17521" y="3014"/></a:lnTo><a:lnTo><a:pt x="9885" y="911"/></a:lnTo><a:lnTo><a:pt x="2771" y="1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88" name="object 188"/><p:cNvSpPr/><p:nvPr/></p:nvSpPr><p:spPr><a:xfrm><a:off x="16798960" y="12667120"/><a:ext cx="29845" cy="6985"/></a:xfrm><a:custGeom><a:avLst/><a:gdLst/><a:ahLst/><a:cxnLst/><a:rect l="l" t="t" r="r" b="b"/><a:pathLst><a:path w="29844" h="6984"><a:moveTo><a:pt x="0" y="0"/></a:moveTo><a:lnTo><a:pt x="27039" y="6633"/></a:lnTo><a:lnTo><a:pt x="29559" y="6381"/></a:lnTo></a:path></a:pathLst></a:custGeom><a:ln w="3175"><a:solidFill><a:srgbClr val="000000"/></a:solidFill></a:ln></p:spPr><p:txBody><a:bodyPr wrap="square" lIns="0" tIns="0" rIns="0" bIns="0" rtlCol="0"/><a:lstStyle/><a:p/></p:txBody></p:sp><p:sp><p:nvSpPr><p:cNvPr id="189" name="object 189"/><p:cNvSpPr/><p:nvPr/></p:nvSpPr><p:spPr><a:xfrm><a:off x="16786784" y="12640754"/><a:ext cx="26670" cy="6350"/></a:xfrm><a:custGeom><a:avLst/><a:gdLst/><a:ahLst/><a:cxnLst/><a:rect l="l" t="t" r="r" b="b"/><a:pathLst><a:path w="26669" h="6350"><a:moveTo><a:pt x="26619" y="6045"/></a:moveTo><a:lnTo><a:pt x="24100" y="4786"/></a:lnTo><a:lnTo><a:pt x="17522" y="1746"/></a:lnTo><a:lnTo><a:pt x="10019" y="40"/></a:lnTo><a:lnTo><a:pt x="2771" y="0"/></a:lnTo><a:lnTo><a:pt x="0" y="83"/></a:lnTo></a:path></a:pathLst></a:custGeom><a:ln w="3175"><a:solidFill><a:srgbClr val="000000"/></a:solidFill></a:ln></p:spPr><p:txBody><a:bodyPr wrap="square" lIns="0" tIns="0" rIns="0" bIns="0" rtlCol="0"/><a:lstStyle/><a:p/></p:txBody></p:sp><p:sp><p:nvSpPr><p:cNvPr id="190" name="object 190"/><p:cNvSpPr/><p:nvPr/></p:nvSpPr><p:spPr><a:xfrm><a:off x="16979590" y="12478776"/><a:ext cx="25400" cy="29209"/></a:xfrm><a:custGeom><a:avLst/><a:gdLst/><a:ahLst/><a:cxnLst/><a:rect l="l" t="t" r="r" b="b"/><a:pathLst><a:path w="25400" h="29209"><a:moveTo><a:pt x="0" y="0"/></a:moveTo><a:lnTo><a:pt x="12596" y="28885"/></a:lnTo><a:lnTo><a:pt x="25024" y="23511"/></a:lnTo></a:path></a:pathLst></a:custGeom><a:ln w="3175"><a:solidFill><a:srgbClr val="000000"/></a:solidFill></a:ln></p:spPr><p:txBody><a:bodyPr wrap="square" lIns="0" tIns="0" rIns="0" bIns="0" rtlCol="0"/><a:lstStyle/><a:p/></p:txBody></p:sp><p:sp><p:nvSpPr><p:cNvPr id="191" name="object 191"/><p:cNvSpPr/><p:nvPr/></p:nvSpPr><p:spPr><a:xfrm><a:off x="16966994" y="12483059"/><a:ext cx="19050" cy="33020"/></a:xfrm><a:custGeom><a:avLst/><a:gdLst/><a:ahLst/><a:cxnLst/><a:rect l="l" t="t" r="r" b="b"/><a:pathLst><a:path w="19050" h="33020"><a:moveTo><a:pt x="1763" y="32748"/></a:moveTo><a:lnTo><a:pt x="0" y="0"/></a:lnTo><a:lnTo><a:pt x="18726" y="26870"/></a:lnTo></a:path></a:pathLst></a:custGeom><a:ln w="3175"><a:solidFill><a:srgbClr val="000000"/></a:solidFill></a:ln></p:spPr><p:txBody><a:bodyPr wrap="square" lIns="0" tIns="0" rIns="0" bIns="0" rtlCol="0"/><a:lstStyle/><a:p/></p:txBody></p:sp><p:sp><p:nvSpPr><p:cNvPr id="192" name="object 192"/><p:cNvSpPr/><p:nvPr/></p:nvSpPr><p:spPr><a:xfrm><a:off x="16968505" y="12501028"/><a:ext cx="10795" cy="3810"/></a:xfrm><a:custGeom><a:avLst/><a:gdLst/><a:ahLst/><a:cxnLst/><a:rect l="l" t="t" r="r" b="b"/><a:pathLst><a:path w="10794" h="3809"><a:moveTo><a:pt x="0" y="3694"/></a:moveTo><a:lnTo><a:pt x="1066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93" name="object 193"/><p:cNvSpPr/><p:nvPr/></p:nvSpPr><p:spPr><a:xfrm><a:off x="16943481" y="12487089"/><a:ext cx="19685" cy="31750"/></a:xfrm><a:custGeom><a:avLst/><a:gdLst/><a:ahLst/><a:cxnLst/><a:rect l="l" t="t" r="r" b="b"/><a:pathLst><a:path w="19684" h="31750"><a:moveTo><a:pt x="15451" y="6045"/></a:moveTo><a:lnTo><a:pt x="13687" y="3358"/></a:lnTo><a:lnTo><a:pt x="10748" y="923"/></a:lnTo><a:lnTo><a:pt x="8229" y="0"/></a:lnTo><a:lnTo><a:pt x="3862" y="1007"/></a:lnTo><a:lnTo><a:pt x="2015" y="3022"/></a:lnTo><a:lnTo><a:pt x="503" y="6465"/></a:lnTo><a:lnTo><a:pt x="83" y="9656"/></a:lnTo><a:lnTo><a:pt x="0" y="14274"/></a:lnTo><a:lnTo><a:pt x="1763" y="21580"/></a:lnTo><a:lnTo><a:pt x="3862" y="25694"/></a:lnTo><a:lnTo><a:pt x="5626" y="28381"/></a:lnTo><a:lnTo><a:pt x="8481" y="30816"/></a:lnTo><a:lnTo><a:pt x="11084" y="31740"/></a:lnTo><a:lnTo><a:pt x="15451" y="30732"/></a:lnTo><a:lnTo><a:pt x="17298" y="28717"/></a:lnTo><a:lnTo><a:pt x="18810" y="25274"/></a:lnTo><a:lnTo><a:pt x="19230" y="22083"/></a:lnTo></a:path></a:pathLst></a:custGeom><a:ln w="3175"><a:solidFill><a:srgbClr val="000000"/></a:solidFill></a:ln></p:spPr><p:txBody><a:bodyPr wrap="square" lIns="0" tIns="0" rIns="0" bIns="0" rtlCol="0"/><a:lstStyle/><a:p/></p:txBody></p:sp><p:sp><p:nvSpPr><p:cNvPr id="194" name="object 194"/><p:cNvSpPr/><p:nvPr/></p:nvSpPr><p:spPr><a:xfrm><a:off x="16934747" y="12490616"/><a:ext cx="5080" cy="31750"/></a:xfrm><a:custGeom><a:avLst/><a:gdLst/><a:ahLst/><a:cxnLst/><a:rect l="l" t="t" r="r" b="b"/><a:pathLst><a:path w="5080" h="31750"><a:moveTo><a:pt x="0" y="0"/></a:moveTo><a:lnTo><a:pt x="4702" y="31152"/></a:lnTo></a:path></a:pathLst></a:custGeom><a:ln w="3175"><a:solidFill><a:srgbClr val="000000"/></a:solidFill></a:ln></p:spPr><p:txBody><a:bodyPr wrap="square" lIns="0" tIns="0" rIns="0" bIns="0" rtlCol="0"/><a:lstStyle/><a:p/></p:txBody></p:sp><p:sp><p:nvSpPr><p:cNvPr id="195" name="object 195"/><p:cNvSpPr/><p:nvPr/></p:nvSpPr><p:spPr><a:xfrm><a:off x="16914006" y="12491456"/><a:ext cx="16510" cy="32384"/></a:xfrm><a:custGeom><a:avLst/><a:gdLst/><a:ahLst/><a:cxnLst/><a:rect l="l" t="t" r="r" b="b"/><a:pathLst><a:path w="16509" h="32384"><a:moveTo><a:pt x="2099" y="32160"/></a:moveTo><a:lnTo><a:pt x="0" y="755"/></a:lnTo><a:lnTo><a:pt x="10076" y="0"/></a:lnTo><a:lnTo><a:pt x="13519" y="1343"/></a:lnTo><a:lnTo><a:pt x="14779" y="2687"/></a:lnTo><a:lnTo><a:pt x="16123" y="5625"/></a:lnTo><a:lnTo><a:pt x="16291" y="8648"/></a:lnTo><a:lnTo><a:pt x="15367" y="11755"/></a:lnTo><a:lnTo><a:pt x="14359" y="13267"/></a:lnTo><a:lnTo><a:pt x="11084" y="15030"/></a:lnTo><a:lnTo><a:pt x="1007" y="15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196" name="object 196"/><p:cNvSpPr/><p:nvPr/></p:nvSpPr><p:spPr><a:xfrm><a:off x="16922907" y="12506654"/><a:ext cx="9525" cy="15875"/></a:xfrm><a:custGeom><a:avLst/><a:gdLst/><a:ahLst/><a:cxnLst/><a:rect l="l" t="t" r="r" b="b"/><a:pathLst><a:path w="9525" h="15875"><a:moveTo><a:pt x="0" y="0"/></a:moveTo><a:lnTo><a:pt x="8985" y="15870"/></a:lnTo></a:path></a:pathLst></a:custGeom><a:ln w="3175"><a:solidFill><a:srgbClr val="000000"/></a:solidFill></a:ln></p:spPr><p:txBody><a:bodyPr wrap="square" lIns="0" tIns="0" rIns="0" bIns="0" rtlCol="0"/><a:lstStyle/><a:p/></p:txBody></p:sp><p:sp><p:nvSpPr><p:cNvPr id="197" name="object 197"/><p:cNvSpPr/><p:nvPr/></p:nvSpPr><p:spPr><a:xfrm><a:off x="16981941" y="12652425"/><a:ext cx="26034" cy="17145"/></a:xfrm><a:custGeom><a:avLst/><a:gdLst/><a:ahLst/><a:cxnLst/><a:rect l="l" t="t" r="r" b="b"/><a:pathLst><a:path w="26034" h="17145"><a:moveTo><a:pt x="0" y="0"/></a:moveTo><a:lnTo><a:pt x="25696" y="16793"/></a:lnTo></a:path></a:pathLst></a:custGeom><a:ln w="3175"><a:solidFill><a:srgbClr val="000000"/></a:solidFill></a:ln></p:spPr><p:txBody><a:bodyPr wrap="square" lIns="0" tIns="0" rIns="0" bIns="0" rtlCol="0"/><a:lstStyle/><a:p/></p:txBody></p:sp><p:sp><p:nvSpPr><p:cNvPr id="198" name="object 198"/><p:cNvSpPr/><p:nvPr/></p:nvSpPr><p:spPr><a:xfrm><a:off x="16978498" y="12669219"/><a:ext cx="29845" cy="8255"/></a:xfrm><a:custGeom><a:avLst/><a:gdLst/><a:ahLst/><a:cxnLst/><a:rect l="l" t="t" r="r" b="b"/><a:pathLst><a:path w="29844" h="8254"><a:moveTo><a:pt x="0" y="7893"/></a:moveTo><a:lnTo><a:pt x="27039" y="1427"/></a:lnTo><a:lnTo><a:pt x="2922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99" name="object 199"/><p:cNvSpPr/><p:nvPr/></p:nvSpPr><p:spPr><a:xfrm><a:off x="17009485" y="12645624"/><a:ext cx="27305" cy="14604"/></a:xfrm><a:custGeom><a:avLst/><a:gdLst/><a:ahLst/><a:cxnLst/><a:rect l="l" t="t" r="r" b="b"/><a:pathLst><a:path w="27305" h="14604"><a:moveTo><a:pt x="0" y="0"/></a:moveTo><a:lnTo><a:pt x="26955" y="14610"/></a:lnTo></a:path></a:pathLst></a:custGeom><a:ln w="3175"><a:solidFill><a:srgbClr val="000000"/></a:solidFill></a:ln></p:spPr><p:txBody><a:bodyPr wrap="square" lIns="0" tIns="0" rIns="0" bIns="0" rtlCol="0"/><a:lstStyle/><a:p/></p:txBody></p:sp><p:sp><p:nvSpPr><p:cNvPr id="200" name="object 200"/><p:cNvSpPr/><p:nvPr/></p:nvSpPr><p:spPr><a:xfrm><a:off x="17007973" y="12660234"/><a:ext cx="28575" cy="10795"/></a:xfrm><a:custGeom><a:avLst/><a:gdLst/><a:ahLst/><a:cxnLst/><a:rect l="l" t="t" r="r" b="b"/><a:pathLst><a:path w="28575" h="10795"><a:moveTo><a:pt x="0" y="10244"/></a:moveTo><a:lnTo><a:pt x="26452" y="1595"/></a:lnTo><a:lnTo><a:pt x="2846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01" name="object 201"/><p:cNvSpPr/><p:nvPr/></p:nvSpPr><p:spPr><a:xfrm><a:off x="16983705" y="12645624"/><a:ext cx="26034" cy="9525"/></a:xfrm><a:custGeom><a:avLst/><a:gdLst/><a:ahLst/><a:cxnLst/><a:rect l="l" t="t" r="r" b="b"/><a:pathLst><a:path w="26034" h="9525"><a:moveTo><a:pt x="25696" y="0"/></a:moveTo><a:lnTo><a:pt x="23009" y="251"/></a:lnTo><a:lnTo><a:pt x="16048" y="1034"/></a:lnTo><a:lnTo><a:pt x="8270" y="3740"/></a:lnTo><a:lnTo><a:pt x="2351" y="7473"/></a:lnTo><a:lnTo><a:pt x="0" y="8984"/></a:lnTo></a:path></a:pathLst></a:custGeom><a:ln w="3175"><a:solidFill><a:srgbClr val="000000"/></a:solidFill></a:ln></p:spPr><p:txBody><a:bodyPr wrap="square" lIns="0" tIns="0" rIns="0" bIns="0" rtlCol="0"/><a:lstStyle/><a:p/></p:txBody></p:sp><p:sp><p:nvSpPr><p:cNvPr id="202" name="object 202"/><p:cNvSpPr/><p:nvPr/></p:nvSpPr><p:spPr><a:xfrm><a:off x="17036357" y="12636555"/><a:ext cx="28575" cy="12700"/></a:xfrm><a:custGeom><a:avLst/><a:gdLst/><a:ahLst/><a:cxnLst/><a:rect l="l" t="t" r="r" b="b"/><a:pathLst><a:path w="28575" h="12700"><a:moveTo><a:pt x="0" y="0"/></a:moveTo><a:lnTo><a:pt x="28047" y="12511"/></a:lnTo></a:path></a:pathLst></a:custGeom><a:ln w="3175"><a:solidFill><a:srgbClr val="000000"/></a:solidFill></a:ln></p:spPr><p:txBody><a:bodyPr wrap="square" lIns="0" tIns="0" rIns="0" bIns="0" rtlCol="0"/><a:lstStyle/><a:p/></p:txBody></p:sp><p:sp><p:nvSpPr><p:cNvPr id="203" name="object 203"/><p:cNvSpPr/><p:nvPr/></p:nvSpPr><p:spPr><a:xfrm><a:off x="17036861" y="12649066"/><a:ext cx="27940" cy="12700"/></a:xfrm><a:custGeom><a:avLst/><a:gdLst/><a:ahLst/><a:cxnLst/><a:rect l="l" t="t" r="r" b="b"/><a:pathLst><a:path w="27940" h="12700"><a:moveTo><a:pt x="0" y="12427"/></a:moveTo><a:lnTo><a:pt x="2519" y="12175"/></a:lnTo><a:lnTo><a:pt x="10468" y="11093"/></a:lnTo><a:lnTo><a:pt x="19683" y="7138"/></a:lnTo><a:lnTo><a:pt x="25612" y="1679"/></a:lnTo><a:lnTo><a:pt x="2754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04" name="object 204"/><p:cNvSpPr/><p:nvPr/></p:nvSpPr><p:spPr><a:xfrm><a:off x="17011416" y="12636555"/><a:ext cx="25400" cy="11430"/></a:xfrm><a:custGeom><a:avLst/><a:gdLst/><a:ahLst/><a:cxnLst/><a:rect l="l" t="t" r="r" b="b"/><a:pathLst><a:path w="25400" h="11429"><a:moveTo><a:pt x="24856" y="0"/></a:moveTo><a:lnTo><a:pt x="22169" y="503"/></a:lnTo><a:lnTo><a:pt x="14976" y="1962"/></a:lnTo><a:lnTo><a:pt x="8130" y="5025"/></a:lnTo><a:lnTo><a:pt x="2183" y="9320"/></a:lnTo><a:lnTo><a:pt x="0" y="11000"/></a:lnTo></a:path></a:pathLst></a:custGeom><a:ln w="3175"><a:solidFill><a:srgbClr val="000000"/></a:solidFill></a:ln></p:spPr><p:txBody><a:bodyPr wrap="square" lIns="0" tIns="0" rIns="0" bIns="0" rtlCol="0"/><a:lstStyle/><a:p/></p:txBody></p:sp><p:sp><p:nvSpPr><p:cNvPr id="205" name="object 205"/><p:cNvSpPr/><p:nvPr/></p:nvSpPr><p:spPr><a:xfrm><a:off x="17038540" y="12625387"/><a:ext cx="24130" cy="13335"/></a:xfrm><a:custGeom><a:avLst/><a:gdLst/><a:ahLst/><a:cxnLst/><a:rect l="l" t="t" r="r" b="b"/><a:pathLst><a:path w="24130" h="13334"><a:moveTo><a:pt x="23932" y="0"/></a:moveTo><a:lnTo><a:pt x="21245" y="755"/></a:lnTo><a:lnTo><a:pt x="14601" y="2573"/></a:lnTo><a:lnTo><a:pt x="7179" y="6627"/></a:lnTo><a:lnTo><a:pt x="2015" y="11167"/></a:lnTo><a:lnTo><a:pt x="0" y="13015"/></a:lnTo></a:path></a:pathLst></a:custGeom><a:ln w="3175"><a:solidFill><a:srgbClr val="000000"/></a:solidFill></a:ln></p:spPr><p:txBody><a:bodyPr wrap="square" lIns="0" tIns="0" rIns="0" bIns="0" rtlCol="0"/><a:lstStyle/><a:p/></p:txBody></p:sp><p:sp><p:nvSpPr><p:cNvPr id="206" name="object 206"/><p:cNvSpPr/><p:nvPr/></p:nvSpPr><p:spPr><a:xfrm><a:off x="16897295" y="12659647"/><a:ext cx="21590" cy="22860"/></a:xfrm><a:custGeom><a:avLst/><a:gdLst/><a:ahLst/><a:cxnLst/><a:rect l="l" t="t" r="r" b="b"/><a:pathLst><a:path w="21590" h="22859"><a:moveTo><a:pt x="0" y="0"/></a:moveTo><a:lnTo><a:pt x="21077" y="22419"/></a:lnTo></a:path></a:pathLst></a:custGeom><a:ln w="3175"><a:solidFill><a:srgbClr val="000000"/></a:solidFill></a:ln></p:spPr><p:txBody><a:bodyPr wrap="square" lIns="0" tIns="0" rIns="0" bIns="0" rtlCol="0"/><a:lstStyle/><a:p/></p:txBody></p:sp><p:sp><p:nvSpPr><p:cNvPr id="207" name="object 207"/><p:cNvSpPr/><p:nvPr/></p:nvSpPr><p:spPr><a:xfrm><a:off x="16925678" y="12659563"/><a:ext cx="22860" cy="20955"/></a:xfrm><a:custGeom><a:avLst/><a:gdLst/><a:ahLst/><a:cxnLst/><a:rect l="l" t="t" r="r" b="b"/><a:pathLst><a:path w="22859" h="20954"><a:moveTo><a:pt x="0" y="0"/></a:moveTo><a:lnTo><a:pt x="22757" y="20572"/></a:lnTo></a:path></a:pathLst></a:custGeom><a:ln w="3175"><a:solidFill><a:srgbClr val="000000"/></a:solidFill></a:ln></p:spPr><p:txBody><a:bodyPr wrap="square" lIns="0" tIns="0" rIns="0" bIns="0" rtlCol="0"/><a:lstStyle/><a:p/></p:txBody></p:sp><p:sp><p:nvSpPr><p:cNvPr id="208" name="object 208"/><p:cNvSpPr/><p:nvPr/></p:nvSpPr><p:spPr><a:xfrm><a:off x="16918372" y="12680135"/><a:ext cx="30480" cy="4445"/></a:xfrm><a:custGeom><a:avLst/><a:gdLst/><a:ahLst/><a:cxnLst/><a:rect l="l" t="t" r="r" b="b"/><a:pathLst><a:path w="30480" h="4445"><a:moveTo><a:pt x="0" y="3190"/></a:moveTo><a:lnTo><a:pt x="2519" y="3694"/></a:lnTo><a:lnTo><a:pt x="8803" y="4419"/></a:lnTo><a:lnTo><a:pt x="15309" y="4189"/></a:lnTo><a:lnTo><a:pt x="21718" y="3039"/></a:lnTo><a:lnTo><a:pt x="27711" y="1007"/></a:lnTo><a:lnTo><a:pt x="3006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09" name="object 209"/><p:cNvSpPr/><p:nvPr/></p:nvSpPr><p:spPr><a:xfrm><a:off x="16898554" y="12658296"/><a:ext cx="27305" cy="4445"/></a:xfrm><a:custGeom><a:avLst/><a:gdLst/><a:ahLst/><a:cxnLst/><a:rect l="l" t="t" r="r" b="b"/><a:pathLst><a:path w="27305" h="4445"><a:moveTo><a:pt x="27123" y="1266"/></a:moveTo><a:lnTo><a:pt x="24436" y="846"/></a:lnTo><a:lnTo><a:pt x="17118" y="0"/></a:lnTo><a:lnTo><a:pt x="9638" y="794"/></a:lnTo><a:lnTo><a:pt x="2603" y="2945"/></a:lnTo><a:lnTo><a:pt x="0" y="3869"/></a:lnTo></a:path></a:pathLst></a:custGeom><a:ln w="3175"><a:solidFill><a:srgbClr val="000000"/></a:solidFill></a:ln></p:spPr><p:txBody><a:bodyPr wrap="square" lIns="0" tIns="0" rIns="0" bIns="0" rtlCol="0"/><a:lstStyle/><a:p/></p:txBody></p:sp><p:sp><p:nvSpPr><p:cNvPr id="210" name="object 210"/><p:cNvSpPr/><p:nvPr/></p:nvSpPr><p:spPr><a:xfrm><a:off x="16927106" y="12656845"/><a:ext cx="27305" cy="5080"/></a:xfrm><a:custGeom><a:avLst/><a:gdLst/><a:ahLst/><a:cxnLst/><a:rect l="l" t="t" r="r" b="b"/><a:pathLst><a:path w="27305" h="5079"><a:moveTo><a:pt x="26787" y="282"/></a:moveTo><a:lnTo><a:pt x="24016" y="114"/></a:lnTo><a:lnTo><a:pt x="16261" y="0"/></a:lnTo><a:lnTo><a:pt x="9746" y="1165"/></a:lnTo><a:lnTo><a:pt x="2519" y="3977"/></a:lnTo><a:lnTo><a:pt x="0" y="5068"/></a:lnTo></a:path></a:pathLst></a:custGeom><a:ln w="3175"><a:solidFill><a:srgbClr val="000000"/></a:solidFill></a:ln></p:spPr><p:txBody><a:bodyPr wrap="square" lIns="0" tIns="0" rIns="0" bIns="0" rtlCol="0"/><a:lstStyle/><a:p/></p:txBody></p:sp><p:sp><p:nvSpPr><p:cNvPr id="211" name="object 211"/><p:cNvSpPr/><p:nvPr/></p:nvSpPr><p:spPr><a:xfrm><a:off x="16953978" y="12657128"/><a:ext cx="24765" cy="19050"/></a:xfrm><a:custGeom><a:avLst/><a:gdLst/><a:ahLst/><a:cxnLst/><a:rect l="l" t="t" r="r" b="b"/><a:pathLst><a:path w="24765" h="19050"><a:moveTo><a:pt x="0" y="0"/></a:moveTo><a:lnTo><a:pt x="24268" y="18725"/></a:lnTo></a:path></a:pathLst></a:custGeom><a:ln w="3175"><a:solidFill><a:srgbClr val="000000"/></a:solidFill></a:ln></p:spPr><p:txBody><a:bodyPr wrap="square" lIns="0" tIns="0" rIns="0" bIns="0" rtlCol="0"/><a:lstStyle/><a:p/></p:txBody></p:sp><p:sp><p:nvSpPr><p:cNvPr id="212" name="object 212"/><p:cNvSpPr/><p:nvPr/></p:nvSpPr><p:spPr><a:xfrm><a:off x="16948603" y="12675853"/><a:ext cx="29845" cy="6350"/></a:xfrm><a:custGeom><a:avLst/><a:gdLst/><a:ahLst/><a:cxnLst/><a:rect l="l" t="t" r="r" b="b"/><a:pathLst><a:path w="29844" h="6350"><a:moveTo><a:pt x="0" y="5541"/></a:moveTo><a:lnTo><a:pt x="2519" y="5877"/></a:lnTo><a:lnTo><a:pt x="8911" y="6122"/></a:lnTo><a:lnTo><a:pt x="15309" y="5363"/></a:lnTo><a:lnTo><a:pt x="21548" y="3706"/></a:lnTo><a:lnTo><a:pt x="27459" y="1259"/></a:lnTo><a:lnTo><a:pt x="2972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13" name="object 213"/><p:cNvSpPr/><p:nvPr/></p:nvSpPr><p:spPr><a:xfrm><a:off x="16955573" y="12652509"/><a:ext cx="26670" cy="6985"/></a:xfrm><a:custGeom><a:avLst/><a:gdLst/><a:ahLst/><a:cxnLst/><a:rect l="l" t="t" r="r" b="b"/><a:pathLst><a:path w="26669" h="6984"><a:moveTo><a:pt x="26368" y="0"/></a:moveTo><a:lnTo><a:pt x="23596" y="83"/></a:lnTo><a:lnTo><a:pt x="16060" y="393"/></a:lnTo><a:lnTo><a:pt x="9153" y="2190"/></a:lnTo><a:lnTo><a:pt x="2435" y="5625"/></a:lnTo><a:lnTo><a:pt x="0" y="6885"/></a:lnTo></a:path></a:pathLst></a:custGeom><a:ln w="3175"><a:solidFill><a:srgbClr val="000000"/></a:solidFill></a:ln></p:spPr><p:txBody><a:bodyPr wrap="square" lIns="0" tIns="0" rIns="0" bIns="0" rtlCol="0"/><a:lstStyle/><a:p/></p:txBody></p:sp><p:sp><p:nvSpPr><p:cNvPr id="214" name="object 214"/><p:cNvSpPr/><p:nvPr/></p:nvSpPr><p:spPr><a:xfrm><a:off x="16763271" y="12379860"/><a:ext cx="15240" cy="31750"/></a:xfrm><a:custGeom><a:avLst/><a:gdLst/><a:ahLst/><a:cxnLst/><a:rect l="l" t="t" r="r" b="b"/><a:pathLst><a:path w="15240" h="31750"><a:moveTo><a:pt x="0" y="31488"/></a:moveTo><a:lnTo><a:pt x="0" y="0"/></a:lnTo><a:lnTo><a:pt x="1469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15" name="object 215"/><p:cNvSpPr/><p:nvPr/></p:nvSpPr><p:spPr><a:xfrm><a:off x="16763271" y="12394891"/><a:ext cx="9525" cy="0"/></a:xfrm><a:custGeom><a:avLst/><a:gdLst/><a:ahLst/><a:cxnLst/><a:rect l="l" t="t" r="r" b="b"/><a:pathLst><a:path w="9525" h="0"><a:moveTo><a:pt x="0" y="0"/></a:moveTo><a:lnTo><a:pt x="906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16" name="object 216"/><p:cNvSpPr/><p:nvPr/></p:nvSpPr><p:spPr><a:xfrm><a:off x="16763271" y="12411349"/><a:ext cx="15240" cy="0"/></a:xfrm><a:custGeom><a:avLst/><a:gdLst/><a:ahLst/><a:cxnLst/><a:rect l="l" t="t" r="r" b="b"/><a:pathLst><a:path w="15240" h="0"><a:moveTo><a:pt x="0" y="0"/></a:moveTo><a:lnTo><a:pt x="1469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17" name="object 217"/><p:cNvSpPr/><p:nvPr/></p:nvSpPr><p:spPr><a:xfrm><a:off x="16783593" y="12379860"/><a:ext cx="15875" cy="31750"/></a:xfrm><a:custGeom><a:avLst/><a:gdLst/><a:ahLst/><a:cxnLst/><a:rect l="l" t="t" r="r" b="b"/><a:pathLst><a:path w="15875" h="31750"><a:moveTo><a:pt x="0" y="0"/></a:moveTo><a:lnTo><a:pt x="15703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218" name="object 218"/><p:cNvSpPr/><p:nvPr/></p:nvSpPr><p:spPr><a:xfrm><a:off x="16783593" y="12379860"/><a:ext cx="15875" cy="31750"/></a:xfrm><a:custGeom><a:avLst/><a:gdLst/><a:ahLst/><a:cxnLst/><a:rect l="l" t="t" r="r" b="b"/><a:pathLst><a:path w="15875" h="31750"><a:moveTo><a:pt x="15703" y="0"/></a:moveTo><a:lnTo><a:pt x="0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219" name="object 219"/><p:cNvSpPr/><p:nvPr/></p:nvSpPr><p:spPr><a:xfrm><a:off x="16807190" y="12379860"/><a:ext cx="15875" cy="31750"/></a:xfrm><a:custGeom><a:avLst/><a:gdLst/><a:ahLst/><a:cxnLst/><a:rect l="l" t="t" r="r" b="b"/><a:pathLst><a:path w="15875" h="31750"><a:moveTo><a:pt x="0" y="31488"/></a:moveTo><a:lnTo><a:pt x="0" y="0"/></a:lnTo><a:lnTo><a:pt x="10160" y="0"/></a:lnTo><a:lnTo><a:pt x="13519" y="1511"/></a:lnTo><a:lnTo><a:pt x="14695" y="3022"/></a:lnTo><a:lnTo><a:pt x="15787" y="5961"/></a:lnTo><a:lnTo><a:pt x="15787" y="10496"/></a:lnTo><a:lnTo><a:pt x="14695" y="13519"/></a:lnTo><a:lnTo><a:pt x="13519" y="15030"/></a:lnTo><a:lnTo><a:pt x="10160" y="16542"/></a:lnTo><a:lnTo><a:pt x="0" y="16542"/></a:lnTo></a:path></a:pathLst></a:custGeom><a:ln w="3175"><a:solidFill><a:srgbClr val="000000"/></a:solidFill></a:ln></p:spPr><p:txBody><a:bodyPr wrap="square" lIns="0" tIns="0" rIns="0" bIns="0" rtlCol="0"/><a:lstStyle/><a:p/></p:txBody></p:sp><p:sp><p:nvSpPr><p:cNvPr id="220" name="object 220"/><p:cNvSpPr/><p:nvPr/></p:nvSpPr><p:spPr><a:xfrm><a:off x="16830871" y="12408410"/><a:ext cx="2540" cy="3175"/></a:xfrm><a:custGeom><a:avLst/><a:gdLst/><a:ahLst/><a:cxnLst/><a:rect l="l" t="t" r="r" b="b"/><a:pathLst><a:path w="2540" h="3175"><a:moveTo><a:pt x="1091" y="0"/></a:moveTo><a:lnTo><a:pt x="0" y="1427"/></a:lnTo><a:lnTo><a:pt x="1091" y="2938"/></a:lnTo><a:lnTo><a:pt x="2267" y="1427"/></a:lnTo><a:lnTo><a:pt x="1091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221" name="object 221"/><p:cNvSpPr/><p:nvPr/></p:nvSpPr><p:spPr><a:xfrm><a:off x="16865804" y="12379860"/><a:ext cx="15240" cy="31750"/></a:xfrm><a:custGeom><a:avLst/><a:gdLst/><a:ahLst/><a:cxnLst/><a:rect l="l" t="t" r="r" b="b"/><a:pathLst><a:path w="15240" h="31750"><a:moveTo><a:pt x="13435" y="4534"/></a:moveTo><a:lnTo><a:pt x="12344" y="1511"/></a:lnTo><a:lnTo><a:pt x="8985" y="0"/></a:lnTo><a:lnTo><a:pt x="6717" y="0"/></a:lnTo><a:lnTo><a:pt x="3358" y="1511"/></a:lnTo><a:lnTo><a:pt x="1091" y="5961"/></a:lnTo><a:lnTo><a:pt x="0" y="13519"/></a:lnTo><a:lnTo><a:pt x="0" y="20992"/></a:lnTo><a:lnTo><a:pt x="1091" y="27038"/></a:lnTo><a:lnTo><a:pt x="3358" y="29977"/></a:lnTo><a:lnTo><a:pt x="6717" y="31488"/></a:lnTo><a:lnTo><a:pt x="7809" y="31488"/></a:lnTo><a:lnTo><a:pt x="11252" y="29977"/></a:lnTo><a:lnTo><a:pt x="13435" y="27038"/></a:lnTo><a:lnTo><a:pt x="14611" y="22503"/></a:lnTo><a:lnTo><a:pt x="14611" y="20992"/></a:lnTo><a:lnTo><a:pt x="0" y="20992"/></a:lnTo></a:path></a:pathLst></a:custGeom><a:ln w="3175"><a:solidFill><a:srgbClr val="000000"/></a:solidFill></a:ln></p:spPr><p:txBody><a:bodyPr wrap="square" lIns="0" tIns="0" rIns="0" bIns="0" rtlCol="0"/><a:lstStyle/><a:p/></p:txBody></p:sp><p:sp><p:nvSpPr><p:cNvPr id="222" name="object 222"/><p:cNvSpPr/><p:nvPr/></p:nvSpPr><p:spPr><a:xfrm><a:off x="16888309" y="12397830"/><a:ext cx="20320" cy="0"/></a:xfrm><a:custGeom><a:avLst/><a:gdLst/><a:ahLst/><a:cxnLst/><a:rect l="l" t="t" r="r" b="b"/><a:pathLst><a:path w="20319" h="0"><a:moveTo><a:pt x="0" y="0"/></a:moveTo><a:lnTo><a:pt x="2023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23" name="object 223"/><p:cNvSpPr/><p:nvPr/></p:nvSpPr><p:spPr><a:xfrm><a:off x="16916441" y="12379860"/><a:ext cx="15875" cy="31750"/></a:xfrm><a:custGeom><a:avLst/><a:gdLst/><a:ahLst/><a:cxnLst/><a:rect l="l" t="t" r="r" b="b"/><a:pathLst><a:path w="15875" h="31750"><a:moveTo><a:pt x="2267" y="0"/></a:moveTo><a:lnTo><a:pt x="14611" y="0"/></a:lnTo><a:lnTo><a:pt x="7893" y="12007"/></a:lnTo><a:lnTo><a:pt x="11252" y="12007"/></a:lnTo><a:lnTo><a:pt x="13519" y="13519"/></a:lnTo><a:lnTo><a:pt x="14611" y="15030"/></a:lnTo><a:lnTo><a:pt x="15787" y="19480"/></a:lnTo><a:lnTo><a:pt x="15787" y="22503"/></a:lnTo><a:lnTo><a:pt x="14611" y="27038"/></a:lnTo><a:lnTo><a:pt x="12344" y="29977"/></a:lnTo><a:lnTo><a:pt x="8985" y="31488"/></a:lnTo><a:lnTo><a:pt x="5626" y="31488"/></a:lnTo><a:lnTo><a:pt x="2267" y="29977"/></a:lnTo><a:lnTo><a:pt x="1091" y="28549"/></a:lnTo><a:lnTo><a:pt x="0" y="25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224" name="object 224"/><p:cNvSpPr/><p:nvPr/></p:nvSpPr><p:spPr><a:xfrm><a:off x="16938946" y="12379860"/><a:ext cx="15875" cy="31750"/></a:xfrm><a:custGeom><a:avLst/><a:gdLst/><a:ahLst/><a:cxnLst/><a:rect l="l" t="t" r="r" b="b"/><a:pathLst><a:path w="15875" h="31750"><a:moveTo><a:pt x="6801" y="0"/></a:moveTo><a:lnTo><a:pt x="3358" y="1511"/></a:lnTo><a:lnTo><a:pt x="1091" y="5961"/></a:lnTo><a:lnTo><a:pt x="0" y="13519"/></a:lnTo><a:lnTo><a:pt x="0" y="17969"/></a:lnTo><a:lnTo><a:pt x="1091" y="25526"/></a:lnTo><a:lnTo><a:pt x="3358" y="29977"/></a:lnTo><a:lnTo><a:pt x="6801" y="31488"/></a:lnTo><a:lnTo><a:pt x="8985" y="31488"/></a:lnTo><a:lnTo><a:pt x="12428" y="29977"/></a:lnTo><a:lnTo><a:pt x="14611" y="25526"/></a:lnTo><a:lnTo><a:pt x="15787" y="17969"/></a:lnTo><a:lnTo><a:pt x="15787" y="13519"/></a:lnTo><a:lnTo><a:pt x="14611" y="5961"/></a:lnTo><a:lnTo><a:pt x="12428" y="1511"/></a:lnTo><a:lnTo><a:pt x="8985" y="0"/></a:lnTo><a:lnTo><a:pt x="6801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225" name="object 225"/><p:cNvSpPr/><p:nvPr/></p:nvSpPr><p:spPr><a:xfrm><a:off x="16962627" y="12397830"/><a:ext cx="20320" cy="0"/></a:xfrm><a:custGeom><a:avLst/><a:gdLst/><a:ahLst/><a:cxnLst/><a:rect l="l" t="t" r="r" b="b"/><a:pathLst><a:path w="20319" h="0"><a:moveTo><a:pt x="0" y="0"/></a:moveTo><a:lnTo><a:pt x="2023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26" name="object 226"/><p:cNvSpPr/><p:nvPr/></p:nvSpPr><p:spPr><a:xfrm><a:off x="16990759" y="12379860"/><a:ext cx="15875" cy="31750"/></a:xfrm><a:custGeom><a:avLst/><a:gdLst/><a:ahLst/><a:cxnLst/><a:rect l="l" t="t" r="r" b="b"/><a:pathLst><a:path w="15875" h="31750"><a:moveTo><a:pt x="1091" y="7473"/></a:moveTo><a:lnTo><a:pt x="1091" y="5961"/></a:lnTo><a:lnTo><a:pt x="2267" y="3022"/></a:lnTo><a:lnTo><a:pt x="3358" y="1511"/></a:lnTo><a:lnTo><a:pt x="5626" y="0"/></a:lnTo><a:lnTo><a:pt x="10160" y="0"/></a:lnTo><a:lnTo><a:pt x="12344" y="1511"/></a:lnTo><a:lnTo><a:pt x="13519" y="3022"/></a:lnTo><a:lnTo><a:pt x="14611" y="5961"/></a:lnTo><a:lnTo><a:pt x="14611" y="8984"/></a:lnTo><a:lnTo><a:pt x="13519" y="12007"/></a:lnTo><a:lnTo><a:pt x="11252" y="16542"/></a:lnTo><a:lnTo><a:pt x="0" y="31488"/></a:lnTo><a:lnTo><a:pt x="15787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227" name="object 227"/><p:cNvSpPr/><p:nvPr/></p:nvSpPr><p:spPr><a:xfrm><a:off x="17013264" y="12379860"/><a:ext cx="15875" cy="31750"/></a:xfrm><a:custGeom><a:avLst/><a:gdLst/><a:ahLst/><a:cxnLst/><a:rect l="l" t="t" r="r" b="b"/><a:pathLst><a:path w="15875" h="31750"><a:moveTo><a:pt x="6717" y="0"/></a:moveTo><a:lnTo><a:pt x="3358" y="1511"/></a:lnTo><a:lnTo><a:pt x="1091" y="5961"/></a:lnTo><a:lnTo><a:pt x="0" y="13519"/></a:lnTo><a:lnTo><a:pt x="0" y="17969"/></a:lnTo><a:lnTo><a:pt x="1091" y="25526"/></a:lnTo><a:lnTo><a:pt x="3358" y="29977"/></a:lnTo><a:lnTo><a:pt x="6717" y="31488"/></a:lnTo><a:lnTo><a:pt x="8985" y="31488"/></a:lnTo><a:lnTo><a:pt x="12428" y="29977"/></a:lnTo><a:lnTo><a:pt x="14611" y="25526"/></a:lnTo><a:lnTo><a:pt x="15787" y="17969"/></a:lnTo><a:lnTo><a:pt x="15787" y="13519"/></a:lnTo><a:lnTo><a:pt x="14611" y="5961"/></a:lnTo><a:lnTo><a:pt x="12428" y="1511"/></a:lnTo><a:lnTo><a:pt x="8985" y="0"/></a:lnTo><a:lnTo><a:pt x="6717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228" name="object 228"/><p:cNvSpPr/><p:nvPr/></p:nvSpPr><p:spPr><a:xfrm><a:off x="17035769" y="12379860"/><a:ext cx="15875" cy="31750"/></a:xfrm><a:custGeom><a:avLst/><a:gdLst/><a:ahLst/><a:cxnLst/><a:rect l="l" t="t" r="r" b="b"/><a:pathLst><a:path w="15875" h="31750"><a:moveTo><a:pt x="1175" y="7473"/></a:moveTo><a:lnTo><a:pt x="1175" y="5961"/></a:lnTo><a:lnTo><a:pt x="2267" y="3022"/></a:lnTo><a:lnTo><a:pt x="3358" y="1511"/></a:lnTo><a:lnTo><a:pt x="5626" y="0"/></a:lnTo><a:lnTo><a:pt x="10160" y="0"/></a:lnTo><a:lnTo><a:pt x="12428" y="1511"/></a:lnTo><a:lnTo><a:pt x="13519" y="3022"/></a:lnTo><a:lnTo><a:pt x="14611" y="5961"/></a:lnTo><a:lnTo><a:pt x="14611" y="8984"/></a:lnTo><a:lnTo><a:pt x="13519" y="12007"/></a:lnTo><a:lnTo><a:pt x="11252" y="16542"/></a:lnTo><a:lnTo><a:pt x="0" y="31488"/></a:lnTo><a:lnTo><a:pt x="15787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229" name="object 229"/><p:cNvSpPr/><p:nvPr/></p:nvSpPr><p:spPr><a:xfrm><a:off x="17058274" y="12379860"/><a:ext cx="15875" cy="31750"/></a:xfrm><a:custGeom><a:avLst/><a:gdLst/><a:ahLst/><a:cxnLst/><a:rect l="l" t="t" r="r" b="b"/><a:pathLst><a:path w="15875" h="31750"><a:moveTo><a:pt x="4534" y="31488"/></a:moveTo><a:lnTo><a:pt x="15787" y="0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30" name="object 230"/><p:cNvSpPr/><p:nvPr/></p:nvSpPr><p:spPr><a:xfrm><a:off x="16769065" y="12281448"/><a:ext cx="22225" cy="43815"/></a:xfrm><a:custGeom><a:avLst/><a:gdLst/><a:ahLst/><a:cxnLst/><a:rect l="l" t="t" r="r" b="b"/><a:pathLst><a:path w="22225" h="43815"><a:moveTo><a:pt x="0" y="43412"/></a:moveTo><a:lnTo><a:pt x="0" y="0"/></a:lnTo><a:lnTo><a:pt x="21749" y="43412"/></a:lnTo><a:lnTo><a:pt x="2174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31" name="object 231"/><p:cNvSpPr/><p:nvPr/></p:nvSpPr><p:spPr><a:xfrm><a:off x="16801647" y="12295975"/><a:ext cx="20320" cy="29209"/></a:xfrm><a:custGeom><a:avLst/><a:gdLst/><a:ahLst/><a:cxnLst/><a:rect l="l" t="t" r="r" b="b"/><a:pathLst><a:path w="20319" h="29209"><a:moveTo><a:pt x="7725" y="0"/></a:moveTo><a:lnTo><a:pt x="4618" y="2015"/></a:lnTo><a:lnTo><a:pt x="1511" y="6129"/></a:lnTo><a:lnTo><a:pt x="0" y="12343"/></a:lnTo><a:lnTo><a:pt x="0" y="16458"/></a:lnTo><a:lnTo><a:pt x="1511" y="22671"/></a:lnTo><a:lnTo><a:pt x="4618" y="26786"/></a:lnTo><a:lnTo><a:pt x="7725" y="28885"/></a:lnTo><a:lnTo><a:pt x="12344" y="28885"/></a:lnTo><a:lnTo><a:pt x="15451" y="26786"/></a:lnTo><a:lnTo><a:pt x="18558" y="22671"/></a:lnTo><a:lnTo><a:pt x="20069" y="16458"/></a:lnTo><a:lnTo><a:pt x="20069" y="12343"/></a:lnTo><a:lnTo><a:pt x="18558" y="6129"/></a:lnTo><a:lnTo><a:pt x="15451" y="2015"/></a:lnTo><a:lnTo><a:pt x="12344" y="0"/></a:lnTo><a:lnTo><a:pt x="7725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232" name="object 232"/><p:cNvSpPr/><p:nvPr/></p:nvSpPr><p:spPr><a:xfrm><a:off x="16832550" y="12320746"/><a:ext cx="3175" cy="4445"/></a:xfrm><a:custGeom><a:avLst/><a:gdLst/><a:ahLst/><a:cxnLst/><a:rect l="l" t="t" r="r" b="b"/><a:pathLst><a:path w="3175" h="4445"><a:moveTo><a:pt x="1595" y="0"/></a:moveTo><a:lnTo><a:pt x="0" y="2015"/></a:lnTo><a:lnTo><a:pt x="1595" y="4114"/></a:lnTo><a:lnTo><a:pt x="3107" y="2015"/></a:lnTo><a:lnTo><a:pt x="1595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233" name="object 233"/><p:cNvSpPr/><p:nvPr/></p:nvSpPr><p:spPr><a:xfrm><a:off x="16880584" y="12281448"/><a:ext cx="20320" cy="43815"/></a:xfrm><a:custGeom><a:avLst/><a:gdLst/><a:ahLst/><a:cxnLst/><a:rect l="l" t="t" r="r" b="b"/><a:pathLst><a:path w="20319" h="43815"><a:moveTo><a:pt x="0" y="43412"/></a:moveTo><a:lnTo><a:pt x="0" y="0"/></a:lnTo><a:lnTo><a:pt x="2006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34" name="object 234"/><p:cNvSpPr/><p:nvPr/></p:nvSpPr><p:spPr><a:xfrm><a:off x="16880584" y="12302104"/><a:ext cx="12700" cy="0"/></a:xfrm><a:custGeom><a:avLst/><a:gdLst/><a:ahLst/><a:cxnLst/><a:rect l="l" t="t" r="r" b="b"/><a:pathLst><a:path w="12700" h="0"><a:moveTo><a:pt x="0" y="0"/></a:moveTo><a:lnTo><a:pt x="1234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35" name="object 235"/><p:cNvSpPr/><p:nvPr/></p:nvSpPr><p:spPr><a:xfrm><a:off x="16880584" y="12324860"/><a:ext cx="20320" cy="0"/></a:xfrm><a:custGeom><a:avLst/><a:gdLst/><a:ahLst/><a:cxnLst/><a:rect l="l" t="t" r="r" b="b"/><a:pathLst><a:path w="20319" h="0"><a:moveTo><a:pt x="0" y="0"/></a:moveTo><a:lnTo><a:pt x="2006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36" name="object 236"/><p:cNvSpPr/><p:nvPr/></p:nvSpPr><p:spPr><a:xfrm><a:off x="16909975" y="12306219"/><a:ext cx="27940" cy="0"/></a:xfrm><a:custGeom><a:avLst/><a:gdLst/><a:ahLst/><a:cxnLst/><a:rect l="l" t="t" r="r" b="b"/><a:pathLst><a:path w="27940" h="0"><a:moveTo><a:pt x="0" y="0"/></a:moveTo><a:lnTo><a:pt x="2787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37" name="object 237"/><p:cNvSpPr/><p:nvPr/></p:nvSpPr><p:spPr><a:xfrm><a:off x="16953306" y="12281448"/><a:ext cx="8255" cy="43815"/></a:xfrm><a:custGeom><a:avLst/><a:gdLst/><a:ahLst/><a:cxnLst/><a:rect l="l" t="t" r="r" b="b"/><a:pathLst><a:path w="8255" h="43815"><a:moveTo><a:pt x="0" y="8312"/></a:moveTo><a:lnTo><a:pt x="3107" y="6213"/></a:lnTo><a:lnTo><a:pt x="7809" y="0"/></a:lnTo><a:lnTo><a:pt x="7809" y="43412"/></a:lnTo></a:path></a:pathLst></a:custGeom><a:ln w="3175"><a:solidFill><a:srgbClr val="000000"/></a:solidFill></a:ln></p:spPr><p:txBody><a:bodyPr wrap="square" lIns="0" tIns="0" rIns="0" bIns="0" rtlCol="0"/><a:lstStyle/><a:p/></p:txBody></p:sp><p:sp><p:nvSpPr><p:cNvPr id="238" name="object 238"/><p:cNvSpPr/><p:nvPr/></p:nvSpPr><p:spPr><a:xfrm><a:off x="16981185" y="12281448"/><a:ext cx="20320" cy="43815"/></a:xfrm><a:custGeom><a:avLst/><a:gdLst/><a:ahLst/><a:cxnLst/><a:rect l="l" t="t" r="r" b="b"/><a:pathLst><a:path w="20319" h="43815"><a:moveTo><a:pt x="18558" y="6213"/></a:moveTo><a:lnTo><a:pt x="17046" y="2099"/></a:lnTo><a:lnTo><a:pt x="12428" y="0"/></a:lnTo><a:lnTo><a:pt x="9321" y="0"/></a:lnTo><a:lnTo><a:pt x="4618" y="2099"/></a:lnTo><a:lnTo><a:pt x="1595" y="8312"/></a:lnTo><a:lnTo><a:pt x="0" y="18641"/></a:lnTo><a:lnTo><a:pt x="0" y="28969"/></a:lnTo><a:lnTo><a:pt x="1595" y="37198"/></a:lnTo><a:lnTo><a:pt x="4618" y="41313"/></a:lnTo><a:lnTo><a:pt x="9321" y="43412"/></a:lnTo><a:lnTo><a:pt x="10832" y="43412"/></a:lnTo><a:lnTo><a:pt x="15535" y="41313"/></a:lnTo><a:lnTo><a:pt x="18558" y="37198"/></a:lnTo><a:lnTo><a:pt x="20153" y="30984"/></a:lnTo><a:lnTo><a:pt x="20153" y="28969"/></a:lnTo><a:lnTo><a:pt x="0" y="28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239" name="object 239"/><p:cNvSpPr/><p:nvPr/></p:nvSpPr><p:spPr><a:xfrm><a:off x="17010577" y="12281448"/><a:ext cx="20320" cy="43815"/></a:xfrm><a:custGeom><a:avLst/><a:gdLst/><a:ahLst/><a:cxnLst/><a:rect l="l" t="t" r="r" b="b"/><a:pathLst><a:path w="20319" h="43815"><a:moveTo><a:pt x="20153" y="14526"/></a:moveTo><a:lnTo><a:pt x="0" y="14526"/></a:lnTo><a:lnTo><a:pt x="0" y="12427"/></a:lnTo><a:lnTo><a:pt x="1595" y="6213"/></a:lnTo><a:lnTo><a:pt x="4702" y="2099"/></a:lnTo><a:lnTo><a:pt x="9321" y="0"/></a:lnTo><a:lnTo><a:pt x="10916" y="0"/></a:lnTo><a:lnTo><a:pt x="15535" y="2099"/></a:lnTo><a:lnTo><a:pt x="18642" y="6213"/></a:lnTo><a:lnTo><a:pt x="20153" y="14526"/></a:lnTo><a:lnTo><a:pt x="20153" y="24771"/></a:lnTo><a:lnTo><a:pt x="18642" y="35099"/></a:lnTo><a:lnTo><a:pt x="15535" y="41313"/></a:lnTo><a:lnTo><a:pt x="10916" y="43412"/></a:lnTo><a:lnTo><a:pt x="7809" y="43412"/></a:lnTo><a:lnTo><a:pt x="3107" y="41313"/></a:lnTo><a:lnTo><a:pt x="1595" y="37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240" name="object 240"/><p:cNvSpPr/><p:nvPr/></p:nvSpPr><p:spPr><a:xfrm><a:off x="17041563" y="12281448"/><a:ext cx="23495" cy="43815"/></a:xfrm><a:custGeom><a:avLst/><a:gdLst/><a:ahLst/><a:cxnLst/><a:rect l="l" t="t" r="r" b="b"/><a:pathLst><a:path w="23494" h="43815"><a:moveTo><a:pt x="15535" y="0"/></a:moveTo><a:lnTo><a:pt x="0" y="28969"/></a:lnTo><a:lnTo><a:pt x="23261" y="28969"/></a:lnTo></a:path><a:path w="23494" h="43815"><a:moveTo><a:pt x="15535" y="0"/></a:moveTo><a:lnTo><a:pt x="15535" y="43412"/></a:lnTo></a:path></a:pathLst></a:custGeom><a:ln w="3175"><a:solidFill><a:srgbClr val="000000"/></a:solidFill></a:ln></p:spPr><p:txBody><a:bodyPr wrap="square" lIns="0" tIns="0" rIns="0" bIns="0" rtlCol="0"/><a:lstStyle/><a:p/></p:txBody></p:sp><p:sp><p:nvSpPr><p:cNvPr id="241" name="object 241"/><p:cNvSpPr/><p:nvPr/></p:nvSpPr><p:spPr><a:xfrm><a:off x="17072550" y="12281448"/><a:ext cx="22225" cy="43815"/></a:xfrm><a:custGeom><a:avLst/><a:gdLst/><a:ahLst/><a:cxnLst/><a:rect l="l" t="t" r="r" b="b"/><a:pathLst><a:path w="22225" h="43815"><a:moveTo><a:pt x="18558" y="0"/></a:moveTo><a:lnTo><a:pt x="3107" y="0"/></a:lnTo><a:lnTo><a:pt x="1511" y="18641"/></a:lnTo><a:lnTo><a:pt x="3107" y="16542"/></a:lnTo><a:lnTo><a:pt x="7725" y="14526"/></a:lnTo><a:lnTo><a:pt x="12344" y="14526"/></a:lnTo><a:lnTo><a:pt x="17046" y="16542"/></a:lnTo><a:lnTo><a:pt x="20153" y="20656"/></a:lnTo><a:lnTo><a:pt x="21665" y="26870"/></a:lnTo><a:lnTo><a:pt x="21665" y="30984"/></a:lnTo><a:lnTo><a:pt x="20153" y="37198"/></a:lnTo><a:lnTo><a:pt x="17046" y="41313"/></a:lnTo><a:lnTo><a:pt x="12344" y="43412"/></a:lnTo><a:lnTo><a:pt x="7725" y="43412"/></a:lnTo><a:lnTo><a:pt x="3107" y="41313"/></a:lnTo><a:lnTo><a:pt x="1511" y="39297"/></a:lnTo><a:lnTo><a:pt x="0" y="35099"/></a:lnTo></a:path></a:pathLst></a:custGeom><a:ln w="3175"><a:solidFill><a:srgbClr val="000000"/></a:solidFill></a:ln></p:spPr><p:txBody><a:bodyPr wrap="square" lIns="0" tIns="0" rIns="0" bIns="0" rtlCol="0"/><a:lstStyle/><a:p/></p:txBody></p:sp><p:sp><p:nvSpPr><p:cNvPr id="242" name="object 242"/><p:cNvSpPr/><p:nvPr/></p:nvSpPr><p:spPr><a:xfrm><a:off x="17254523" y="12434608"/><a:ext cx="10795" cy="28575"/></a:xfrm><a:custGeom><a:avLst/><a:gdLst/><a:ahLst/><a:cxnLst/><a:rect l="l" t="t" r="r" b="b"/><a:pathLst><a:path w="10794" h="28575"><a:moveTo><a:pt x="0" y="28465"/></a:moveTo><a:lnTo><a:pt x="1595" y="26366"/></a:lnTo><a:lnTo><a:pt x="6849" y="19091"/></a:lnTo><a:lnTo><a:pt x="9626" y="11550"/></a:lnTo><a:lnTo><a:pt x="10328" y="2603"/></a:lnTo><a:lnTo><a:pt x="1041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43" name="object 243"/><p:cNvSpPr/><p:nvPr/></p:nvSpPr><p:spPr><a:xfrm><a:off x="17226812" y="12445944"/><a:ext cx="10160" cy="26034"/></a:xfrm><a:custGeom><a:avLst/><a:gdLst/><a:ahLst/><a:cxnLst/><a:rect l="l" t="t" r="r" b="b"/><a:pathLst><a:path w="10159" h="26034"><a:moveTo><a:pt x="9573" y="0"/></a:moveTo><a:lnTo><a:pt x="7389" y="3274"/></a:lnTo><a:lnTo><a:pt x="3885" y="8983"/></a:lnTo><a:lnTo><a:pt x="1706" y="15002"/></a:lnTo><a:lnTo><a:pt x="503" y="21580"/></a:lnTo><a:lnTo><a:pt x="0" y="25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244" name="object 244"/><p:cNvSpPr/><p:nvPr/></p:nvSpPr><p:spPr><a:xfrm><a:off x="17155601" y="12561402"/><a:ext cx="31115" cy="1270"/></a:xfrm><a:custGeom><a:avLst/><a:gdLst/><a:ahLst/><a:cxnLst/><a:rect l="l" t="t" r="r" b="b"/><a:pathLst><a:path w="31115" h="1270"><a:moveTo><a:pt x="0" y="0"/></a:moveTo><a:lnTo><a:pt x="30650" y="671"/></a:lnTo></a:path></a:pathLst></a:custGeom><a:ln w="3175"><a:solidFill><a:srgbClr val="000000"/></a:solidFill></a:ln></p:spPr><p:txBody><a:bodyPr wrap="square" lIns="0" tIns="0" rIns="0" bIns="0" rtlCol="0"/><a:lstStyle/><a:p/></p:txBody></p:sp><p:sp><p:nvSpPr><p:cNvPr id="245" name="object 245"/><p:cNvSpPr/><p:nvPr/></p:nvSpPr><p:spPr><a:xfrm><a:off x="17165678" y="12561990"/><a:ext cx="20955" cy="22225"/></a:xfrm><a:custGeom><a:avLst/><a:gdLst/><a:ahLst/><a:cxnLst/><a:rect l="l" t="t" r="r" b="b"/><a:pathLst><a:path w="20955" h="22225"><a:moveTo><a:pt x="0" y="22167"/></a:moveTo><a:lnTo><a:pt x="2183" y="20908"/></a:lnTo><a:lnTo><a:pt x="9259" y="16936"/></a:lnTo><a:lnTo><a:pt x="15959" y="9636"/></a:lnTo><a:lnTo><a:pt x="19482" y="2351"/></a:lnTo><a:lnTo><a:pt x="2057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46" name="object 246"/><p:cNvSpPr/><p:nvPr/></p:nvSpPr><p:spPr><a:xfrm><a:off x="17175335" y="12539234"/><a:ext cx="31115" cy="1905"/></a:xfrm><a:custGeom><a:avLst/><a:gdLst/><a:ahLst/><a:cxnLst/><a:rect l="l" t="t" r="r" b="b"/><a:pathLst><a:path w="31115" h="1904"><a:moveTo><a:pt x="0" y="1763"/></a:moveTo><a:lnTo><a:pt x="3065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47" name="object 247"/><p:cNvSpPr/><p:nvPr/></p:nvSpPr><p:spPr><a:xfrm><a:off x="17187260" y="12539234"/><a:ext cx="19050" cy="24130"/></a:xfrm><a:custGeom><a:avLst/><a:gdLst/><a:ahLst/><a:cxnLst/><a:rect l="l" t="t" r="r" b="b"/><a:pathLst><a:path w="19050" h="24129"><a:moveTo><a:pt x="0" y="23763"/></a:moveTo><a:lnTo><a:pt x="17886" y="2435"/></a:lnTo><a:lnTo><a:pt x="1872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48" name="object 248"/><p:cNvSpPr/><p:nvPr/></p:nvSpPr><p:spPr><a:xfrm><a:off x="17158204" y="12541082"/><a:ext cx="17145" cy="21590"/></a:xfrm><a:custGeom><a:avLst/><a:gdLst/><a:ahLst/><a:cxnLst/><a:rect l="l" t="t" r="r" b="b"/><a:pathLst><a:path w="17144" h="21590"><a:moveTo><a:pt x="17130" y="0"/></a:moveTo><a:lnTo><a:pt x="14947" y="1679"/></a:lnTo><a:lnTo><a:pt x="8890" y="6563"/></a:lnTo><a:lnTo><a:pt x="4768" y="11848"/></a:lnTo><a:lnTo><a:pt x="1175" y="18725"/></a:lnTo><a:lnTo><a:pt x="0" y="21160"/></a:lnTo></a:path></a:pathLst></a:custGeom><a:ln w="3175"><a:solidFill><a:srgbClr val="000000"/></a:solidFill></a:ln></p:spPr><p:txBody><a:bodyPr wrap="square" lIns="0" tIns="0" rIns="0" bIns="0" rtlCol="0"/><a:lstStyle/><a:p/></p:txBody></p:sp><p:sp><p:nvSpPr><p:cNvPr id="249" name="object 249"/><p:cNvSpPr/><p:nvPr/></p:nvSpPr><p:spPr><a:xfrm><a:off x="17193390" y="12514883"/><a:ext cx="30480" cy="4445"/></a:xfrm><a:custGeom><a:avLst/><a:gdLst/><a:ahLst/><a:cxnLst/><a:rect l="l" t="t" r="r" b="b"/><a:pathLst><a:path w="30480" h="4445"><a:moveTo><a:pt x="0" y="4282"/></a:moveTo><a:lnTo><a:pt x="3039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50" name="object 250"/><p:cNvSpPr/><p:nvPr/></p:nvSpPr><p:spPr><a:xfrm><a:off x="17206994" y="12514883"/><a:ext cx="17145" cy="25400"/></a:xfrm><a:custGeom><a:avLst/><a:gdLst/><a:ahLst/><a:cxnLst/><a:rect l="l" t="t" r="r" b="b"/><a:pathLst><a:path w="17144" h="25400"><a:moveTo><a:pt x="0" y="25190"/></a:moveTo><a:lnTo><a:pt x="2015" y="23595"/></a:lnTo><a:lnTo><a:pt x="8568" y="18078"/></a:lnTo><a:lnTo><a:pt x="13529" y="10683"/></a:lnTo><a:lnTo><a:pt x="16123" y="2519"/></a:lnTo><a:lnTo><a:pt x="1679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51" name="object 251"/><p:cNvSpPr/><p:nvPr/></p:nvSpPr><p:spPr><a:xfrm><a:off x="17178022" y="12519166"/><a:ext cx="15875" cy="22860"/></a:xfrm><a:custGeom><a:avLst/><a:gdLst/><a:ahLst/><a:cxnLst/><a:rect l="l" t="t" r="r" b="b"/><a:pathLst><a:path w="15875" h="22859"><a:moveTo><a:pt x="15367" y="0"/></a:moveTo><a:lnTo><a:pt x="13351" y="1847"/></a:lnTo><a:lnTo><a:pt x="8027" y="6931"/></a:lnTo><a:lnTo><a:pt x="3718" y="13130"/></a:lnTo><a:lnTo><a:pt x="1007" y="19984"/></a:lnTo><a:lnTo><a:pt x="0" y="22503"/></a:lnTo></a:path></a:pathLst></a:custGeom><a:ln w="3175"><a:solidFill><a:srgbClr val="000000"/></a:solidFill></a:ln></p:spPr><p:txBody><a:bodyPr wrap="square" lIns="0" tIns="0" rIns="0" bIns="0" rtlCol="0"/><a:lstStyle/><a:p/></p:txBody></p:sp><p:sp><p:nvSpPr><p:cNvPr id="252" name="object 252"/><p:cNvSpPr/><p:nvPr/></p:nvSpPr><p:spPr><a:xfrm><a:off x="17209597" y="12489272"/><a:ext cx="30480" cy="6985"/></a:xfrm><a:custGeom><a:avLst/><a:gdLst/><a:ahLst/><a:cxnLst/><a:rect l="l" t="t" r="r" b="b"/><a:pathLst><a:path w="30480" h="6984"><a:moveTo><a:pt x="0" y="6633"/></a:moveTo><a:lnTo><a:pt x="3006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53" name="object 253"/><p:cNvSpPr/><p:nvPr/></p:nvSpPr><p:spPr><a:xfrm><a:off x="17224796" y="12489272"/><a:ext cx="15240" cy="26670"/></a:xfrm><a:custGeom><a:avLst/><a:gdLst/><a:ahLst/><a:cxnLst/><a:rect l="l" t="t" r="r" b="b"/><a:pathLst><a:path w="15240" h="26670"><a:moveTo><a:pt x="0" y="26450"/></a:moveTo><a:lnTo><a:pt x="1931" y="24687"/></a:lnTo><a:lnTo><a:pt x="7997" y="18757"/></a:lnTo><a:lnTo><a:pt x="12491" y="10816"/></a:lnTo><a:lnTo><a:pt x="14275" y="2519"/></a:lnTo><a:lnTo><a:pt x="1477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54" name="object 254"/><p:cNvSpPr/><p:nvPr/></p:nvSpPr><p:spPr><a:xfrm><a:off x="17196161" y="12495990"/><a:ext cx="13970" cy="24130"/></a:xfrm><a:custGeom><a:avLst/><a:gdLst/><a:ahLst/><a:cxnLst/><a:rect l="l" t="t" r="r" b="b"/><a:pathLst><a:path w="13969" h="24129"><a:moveTo><a:pt x="13519" y="0"/></a:moveTo><a:lnTo><a:pt x="11588" y="2015"/></a:lnTo><a:lnTo><a:pt x="6699" y="7526"/></a:lnTo><a:lnTo><a:pt x="2997" y="13971"/></a:lnTo><a:lnTo><a:pt x="755" y="20992"/></a:lnTo><a:lnTo><a:pt x="0" y="23595"/></a:lnTo></a:path></a:pathLst></a:custGeom><a:ln w="3175"><a:solidFill><a:srgbClr val="000000"/></a:solidFill></a:ln></p:spPr><p:txBody><a:bodyPr wrap="square" lIns="0" tIns="0" rIns="0" bIns="0" rtlCol="0"/><a:lstStyle/><a:p/></p:txBody></p:sp><p:sp><p:nvSpPr><p:cNvPr id="255" name="object 255"/><p:cNvSpPr/><p:nvPr/></p:nvSpPr><p:spPr><a:xfrm><a:off x="17223956" y="12462486"/><a:ext cx="29845" cy="9525"/></a:xfrm><a:custGeom><a:avLst/><a:gdLst/><a:ahLst/><a:cxnLst/><a:rect l="l" t="t" r="r" b="b"/><a:pathLst><a:path w="29844" h="9525"><a:moveTo><a:pt x="0" y="8984"/></a:moveTo><a:lnTo><a:pt x="2939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56" name="object 256"/><p:cNvSpPr/><p:nvPr/></p:nvSpPr><p:spPr><a:xfrm><a:off x="17240667" y="12462486"/><a:ext cx="12700" cy="27940"/></a:xfrm><a:custGeom><a:avLst/><a:gdLst/><a:ahLst/><a:cxnLst/><a:rect l="l" t="t" r="r" b="b"/><a:pathLst><a:path w="12700" h="27940"><a:moveTo><a:pt x="0" y="27458"/></a:moveTo><a:lnTo><a:pt x="12344" y="2519"/></a:lnTo><a:lnTo><a:pt x="126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57" name="object 257"/><p:cNvSpPr/><p:nvPr/></p:nvSpPr><p:spPr><a:xfrm><a:off x="17212368" y="12471471"/><a:ext cx="12065" cy="24765"/></a:xfrm><a:custGeom><a:avLst/><a:gdLst/><a:ahLst/><a:cxnLst/><a:rect l="l" t="t" r="r" b="b"/><a:pathLst><a:path w="12065" h="24765"><a:moveTo><a:pt x="11588" y="0"/></a:moveTo><a:lnTo><a:pt x="9153" y="3106"/></a:lnTo><a:lnTo><a:pt x="5102" y="8752"/></a:lnTo><a:lnTo><a:pt x="2682" y="14147"/></a:lnTo><a:lnTo><a:pt x="839" y="20824"/></a:lnTo><a:lnTo><a:pt x="0" y="24687"/></a:lnTo></a:path></a:pathLst></a:custGeom><a:ln w="3175"><a:solidFill><a:srgbClr val="000000"/></a:solidFill></a:ln></p:spPr><p:txBody><a:bodyPr wrap="square" lIns="0" tIns="0" rIns="0" bIns="0" rtlCol="0"/><a:lstStyle/><a:p/></p:txBody></p:sp><p:sp><p:nvSpPr><p:cNvPr id="258" name="object 258"/><p:cNvSpPr/><p:nvPr/></p:nvSpPr><p:spPr><a:xfrm><a:off x="17087581" y="12612288"/><a:ext cx="29845" cy="8255"/></a:xfrm><a:custGeom><a:avLst/><a:gdLst/><a:ahLst/><a:cxnLst/><a:rect l="l" t="t" r="r" b="b"/><a:pathLst><a:path w="29844" h="8254"><a:moveTo><a:pt x="0" y="0"/></a:moveTo><a:lnTo><a:pt x="29643" y="7809"/></a:lnTo></a:path></a:pathLst></a:custGeom><a:ln w="3175"><a:solidFill><a:srgbClr val="000000"/></a:solidFill></a:ln></p:spPr><p:txBody><a:bodyPr wrap="square" lIns="0" tIns="0" rIns="0" bIns="0" rtlCol="0"/><a:lstStyle/><a:p/></p:txBody></p:sp><p:sp><p:nvSpPr><p:cNvPr id="259" name="object 259"/><p:cNvSpPr/><p:nvPr/></p:nvSpPr><p:spPr><a:xfrm><a:off x="17092032" y="12620097"/><a:ext cx="25400" cy="17145"/></a:xfrm><a:custGeom><a:avLst/><a:gdLst/><a:ahLst/><a:cxnLst/><a:rect l="l" t="t" r="r" b="b"/><a:pathLst><a:path w="25400" h="17145"><a:moveTo><a:pt x="0" y="16625"/></a:moveTo><a:lnTo><a:pt x="2435" y="15954"/></a:lnTo><a:lnTo><a:pt x="10424" y="13597"/></a:lnTo><a:lnTo><a:pt x="18271" y="8406"/></a:lnTo><a:lnTo><a:pt x="23596" y="2015"/></a:lnTo><a:lnTo><a:pt x="2527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60" name="object 260"/><p:cNvSpPr/><p:nvPr/></p:nvSpPr><p:spPr><a:xfrm><a:off x="17111514" y="12597089"/><a:ext cx="30480" cy="5715"/></a:xfrm><a:custGeom><a:avLst/><a:gdLst/><a:ahLst/><a:cxnLst/><a:rect l="l" t="t" r="r" b="b"/><a:pathLst><a:path w="30480" h="5715"><a:moveTo><a:pt x="0" y="0"/></a:moveTo><a:lnTo><a:pt x="30230" y="5541"/></a:lnTo></a:path></a:pathLst></a:custGeom><a:ln w="3175"><a:solidFill><a:srgbClr val="000000"/></a:solidFill></a:ln></p:spPr><p:txBody><a:bodyPr wrap="square" lIns="0" tIns="0" rIns="0" bIns="0" rtlCol="0"/><a:lstStyle/><a:p/></p:txBody></p:sp><p:sp><p:nvSpPr><p:cNvPr id="261" name="object 261"/><p:cNvSpPr/><p:nvPr/></p:nvSpPr><p:spPr><a:xfrm><a:off x="17117980" y="12602631"/><a:ext cx="24130" cy="19050"/></a:xfrm><a:custGeom><a:avLst/><a:gdLst/><a:ahLst/><a:cxnLst/><a:rect l="l" t="t" r="r" b="b"/><a:pathLst><a:path w="24130" h="19050"><a:moveTo><a:pt x="0" y="18557"/></a:moveTo><a:lnTo><a:pt x="2435" y="17717"/></a:lnTo><a:lnTo><a:pt x="10620" y="14365"/></a:lnTo><a:lnTo><a:pt x="17209" y="9256"/></a:lnTo><a:lnTo><a:pt x="22421" y="2099"/></a:lnTo><a:lnTo><a:pt x="2384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62" name="object 262"/><p:cNvSpPr/><p:nvPr/></p:nvSpPr><p:spPr><a:xfrm><a:off x="17090017" y="12597173"/><a:ext cx="21590" cy="17145"/></a:xfrm><a:custGeom><a:avLst/><a:gdLst/><a:ahLst/><a:cxnLst/><a:rect l="l" t="t" r="r" b="b"/><a:pathLst><a:path w="21590" h="17145"><a:moveTo><a:pt x="21581" y="0"/></a:moveTo><a:lnTo><a:pt x="19062" y="1091"/></a:lnTo><a:lnTo><a:pt x="12258" y="4321"/></a:lnTo><a:lnTo><a:pt x="6636" y="8704"/></a:lnTo><a:lnTo><a:pt x="1679" y="14358"/></a:lnTo><a:lnTo><a:pt x="0" y="16542"/></a:lnTo></a:path></a:pathLst></a:custGeom><a:ln w="3175"><a:solidFill><a:srgbClr val="000000"/></a:solidFill></a:ln></p:spPr><p:txBody><a:bodyPr wrap="square" lIns="0" tIns="0" rIns="0" bIns="0" rtlCol="0"/><a:lstStyle/><a:p/></p:txBody></p:sp><p:sp><p:nvSpPr><p:cNvPr id="263" name="object 263"/><p:cNvSpPr/><p:nvPr/></p:nvSpPr><p:spPr><a:xfrm><a:off x="17114034" y="12580128"/><a:ext cx="20320" cy="18415"/></a:xfrm><a:custGeom><a:avLst/><a:gdLst/><a:ahLst/><a:cxnLst/><a:rect l="l" t="t" r="r" b="b"/><a:pathLst><a:path w="20319" h="18415"><a:moveTo><a:pt x="20237" y="0"/></a:moveTo><a:lnTo><a:pt x="17802" y="1343"/></a:lnTo><a:lnTo><a:pt x="11399" y="4936"/></a:lnTo><a:lnTo><a:pt x="5883" y="10009"/></a:lnTo><a:lnTo><a:pt x="1595" y="15954"/></a:lnTo><a:lnTo><a:pt x="0" y="18221"/></a:lnTo></a:path></a:pathLst></a:custGeom><a:ln w="3175"><a:solidFill><a:srgbClr val="000000"/></a:solidFill></a:ln></p:spPr><p:txBody><a:bodyPr wrap="square" lIns="0" tIns="0" rIns="0" bIns="0" rtlCol="0"/><a:lstStyle/><a:p/></p:txBody></p:sp><p:sp><p:nvSpPr><p:cNvPr id="264" name="object 264"/><p:cNvSpPr/><p:nvPr/></p:nvSpPr><p:spPr><a:xfrm><a:off x="17134271" y="12580128"/><a:ext cx="31115" cy="3175"/></a:xfrm><a:custGeom><a:avLst/><a:gdLst/><a:ahLst/><a:cxnLst/><a:rect l="l" t="t" r="r" b="b"/><a:pathLst><a:path w="31115" h="3175"><a:moveTo><a:pt x="0" y="0"/></a:moveTo><a:lnTo><a:pt x="30566" y="3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265" name="object 265"/><p:cNvSpPr/><p:nvPr/></p:nvSpPr><p:spPr><a:xfrm><a:off x="17142585" y="12583234"/><a:ext cx="22860" cy="20955"/></a:xfrm><a:custGeom><a:avLst/><a:gdLst/><a:ahLst/><a:cxnLst/><a:rect l="l" t="t" r="r" b="b"/><a:pathLst><a:path w="22859" h="20954"><a:moveTo><a:pt x="0" y="20404"/></a:moveTo><a:lnTo><a:pt x="2351" y="19396"/></a:lnTo><a:lnTo><a:pt x="9939" y="15457"/></a:lnTo><a:lnTo><a:pt x="16709" y="9650"/></a:lnTo><a:lnTo><a:pt x="20993" y="2183"/></a:lnTo><a:lnTo><a:pt x="222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66" name="object 266"/><p:cNvSpPr/><p:nvPr/></p:nvSpPr><p:spPr><a:xfrm><a:off x="17136875" y="12561402"/><a:ext cx="19050" cy="20320"/></a:xfrm><a:custGeom><a:avLst/><a:gdLst/><a:ahLst/><a:cxnLst/><a:rect l="l" t="t" r="r" b="b"/><a:pathLst><a:path w="19050" h="20320"><a:moveTo><a:pt x="18726" y="0"/></a:moveTo><a:lnTo><a:pt x="16375" y="1511"/></a:lnTo><a:lnTo><a:pt x="10324" y="5672"/></a:lnTo><a:lnTo><a:pt x="5221" y="11158"/></a:lnTo><a:lnTo><a:pt x="1343" y="17381"/></a:lnTo><a:lnTo><a:pt x="0" y="19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267" name="object 267"/><p:cNvSpPr/><p:nvPr/></p:nvSpPr><p:spPr><a:xfrm><a:off x="17236385" y="12434608"/><a:ext cx="28575" cy="11430"/></a:xfrm><a:custGeom><a:avLst/><a:gdLst/><a:ahLst/><a:cxnLst/><a:rect l="l" t="t" r="r" b="b"/><a:pathLst><a:path w="28575" h="11429"><a:moveTo><a:pt x="0" y="11335"/></a:moveTo><a:lnTo><a:pt x="2855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68" name="object 268"/><p:cNvSpPr/><p:nvPr/></p:nvSpPr><p:spPr><a:xfrm><a:off x="17246714" y="12405975"/><a:ext cx="27940" cy="13970"/></a:xfrm><a:custGeom><a:avLst/><a:gdLst/><a:ahLst/><a:cxnLst/><a:rect l="l" t="t" r="r" b="b"/><a:pathLst><a:path w="27940" h="13970"><a:moveTo><a:pt x="0" y="13519"/></a:moveTo><a:lnTo><a:pt x="2754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69" name="object 269"/><p:cNvSpPr/><p:nvPr/></p:nvSpPr><p:spPr><a:xfrm><a:off x="17254859" y="12376669"/><a:ext cx="26670" cy="15875"/></a:xfrm><a:custGeom><a:avLst/><a:gdLst/><a:ahLst/><a:cxnLst/><a:rect l="l" t="t" r="r" b="b"/><a:pathLst><a:path w="26669" h="15875"><a:moveTo><a:pt x="0" y="15702"/></a:moveTo><a:lnTo><a:pt x="2645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70" name="object 270"/><p:cNvSpPr/><p:nvPr/></p:nvSpPr><p:spPr><a:xfrm><a:off x="17256729" y="12364662"/><a:ext cx="4445" cy="27305"/></a:xfrm><a:custGeom><a:avLst/><a:gdLst/><a:ahLst/><a:cxnLst/><a:rect l="l" t="t" r="r" b="b"/><a:pathLst><a:path w="4444" h="27304"><a:moveTo><a:pt x="4092" y="0"/></a:moveTo><a:lnTo><a:pt x="2748" y="3694"/></a:lnTo><a:lnTo><a:pt x="822" y="10116"/></a:lnTo><a:lnTo><a:pt x="0" y="16389"/></a:lnTo><a:lnTo><a:pt x="397" y="23091"/></a:lnTo><a:lnTo><a:pt x="817" y="27038"/></a:lnTo></a:path></a:pathLst></a:custGeom><a:ln w="3175"><a:solidFill><a:srgbClr val="000000"/></a:solidFill></a:ln></p:spPr><p:txBody><a:bodyPr wrap="square" lIns="0" tIns="0" rIns="0" bIns="0" rtlCol="0"/><a:lstStyle/><a:p/></p:txBody></p:sp><p:sp><p:nvSpPr><p:cNvPr id="271" name="object 271"/><p:cNvSpPr/><p:nvPr/></p:nvSpPr><p:spPr><a:xfrm><a:off x="17257210" y="12223761"/><a:ext cx="7620" cy="26670"/></a:xfrm><a:custGeom><a:avLst/><a:gdLst/><a:ahLst/><a:cxnLst/><a:rect l="l" t="t" r="r" b="b"/><a:pathLst><a:path w="7619" h="26670"><a:moveTo><a:pt x="0" y="0"/></a:moveTo><a:lnTo><a:pt x="251" y="3946"/></a:lnTo><a:lnTo><a:pt x="877" y="10714"/></a:lnTo><a:lnTo><a:pt x="2610" y="16634"/></a:lnTo><a:lnTo><a:pt x="5542" y="22755"/></a:lnTo><a:lnTo><a:pt x="7473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272" name="object 272"/><p:cNvSpPr/><p:nvPr/></p:nvSpPr><p:spPr><a:xfrm><a:off x="17180374" y="12259616"/><a:ext cx="48895" cy="24765"/></a:xfrm><a:custGeom><a:avLst/><a:gdLst/><a:ahLst/><a:cxnLst/><a:rect l="l" t="t" r="r" b="b"/><a:pathLst><a:path w="48894" h="24765"><a:moveTo><a:pt x="0" y="4450"/></a:moveTo><a:lnTo><a:pt x="47109" y="0"/></a:lnTo><a:lnTo><a:pt x="48537" y="15114"/></a:lnTo><a:lnTo><a:pt x="46773" y="20404"/></a:lnTo><a:lnTo><a:pt x="44674" y="22251"/></a:lnTo><a:lnTo><a:pt x="40391" y="24351"/></a:lnTo><a:lnTo><a:pt x="35857" y="24771"/></a:lnTo><a:lnTo><a:pt x="31238" y="23511"/></a:lnTo><a:lnTo><a:pt x="28803" y="22083"/></a:lnTo><a:lnTo><a:pt x="26116" y="17213"/></a:lnTo><a:lnTo><a:pt x="24688" y="2099"/></a:lnTo></a:path></a:pathLst></a:custGeom><a:ln w="3175"><a:solidFill><a:srgbClr val="000000"/></a:solidFill></a:ln></p:spPr><p:txBody><a:bodyPr wrap="square" lIns="0" tIns="0" rIns="0" bIns="0" rtlCol="0"/><a:lstStyle/><a:p/></p:txBody></p:sp><p:sp><p:nvSpPr><p:cNvPr id="273" name="object 273"/><p:cNvSpPr/><p:nvPr/></p:nvSpPr><p:spPr><a:xfrm><a:off x="17182641" y="12273471"/><a:ext cx="24130" cy="14604"/></a:xfrm><a:custGeom><a:avLst/><a:gdLst/><a:ahLst/><a:cxnLst/><a:rect l="l" t="t" r="r" b="b"/><a:pathLst><a:path w="24130" h="14604"><a:moveTo><a:pt x="23512" y="0"/></a:moveTo><a:lnTo><a:pt x="0" y="14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274" name="object 274"/><p:cNvSpPr/><p:nvPr/></p:nvSpPr><p:spPr><a:xfrm><a:off x="17173824" y="12224013"/><a:ext cx="50800" cy="21590"/></a:xfrm><a:custGeom><a:avLst/><a:gdLst/><a:ahLst/><a:cxnLst/><a:rect l="l" t="t" r="r" b="b"/><a:pathLst><a:path w="50800" h="21590"><a:moveTo><a:pt x="0" y="8816"/></a:moveTo><a:lnTo><a:pt x="46438" y="0"/></a:lnTo><a:lnTo><a:pt x="50552" y="21580"/></a:lnTo></a:path></a:pathLst></a:custGeom><a:ln w="3175"><a:solidFill><a:srgbClr val="000000"/></a:solidFill></a:ln></p:spPr><p:txBody><a:bodyPr wrap="square" lIns="0" tIns="0" rIns="0" bIns="0" rtlCol="0"/><a:lstStyle/><a:p/></p:txBody></p:sp><p:sp><p:nvSpPr><p:cNvPr id="275" name="object 275"/><p:cNvSpPr/><p:nvPr/></p:nvSpPr><p:spPr><a:xfrm><a:off x="17198176" y="12228211"/><a:ext cx="2540" cy="13335"/></a:xfrm><a:custGeom><a:avLst/><a:gdLst/><a:ahLst/><a:cxnLst/><a:rect l="l" t="t" r="r" b="b"/><a:pathLst><a:path w="2540" h="13334"><a:moveTo><a:pt x="0" y="0"/></a:moveTo><a:lnTo><a:pt x="2519" y="13267"/></a:lnTo></a:path></a:pathLst></a:custGeom><a:ln w="3175"><a:solidFill><a:srgbClr val="000000"/></a:solidFill></a:ln></p:spPr><p:txBody><a:bodyPr wrap="square" lIns="0" tIns="0" rIns="0" bIns="0" rtlCol="0"/><a:lstStyle/><a:p/></p:txBody></p:sp><p:sp><p:nvSpPr><p:cNvPr id="276" name="object 276"/><p:cNvSpPr/><p:nvPr/></p:nvSpPr><p:spPr><a:xfrm><a:off x="17173824" y="12232829"/><a:ext cx="4445" cy="21590"/></a:xfrm><a:custGeom><a:avLst/><a:gdLst/><a:ahLst/><a:cxnLst/><a:rect l="l" t="t" r="r" b="b"/><a:pathLst><a:path w="4444" h="21590"><a:moveTo><a:pt x="0" y="0"/></a:moveTo><a:lnTo><a:pt x="4114" y="21496"/></a:lnTo></a:path></a:pathLst></a:custGeom><a:ln w="3175"><a:solidFill><a:srgbClr val="000000"/></a:solidFill></a:ln></p:spPr><p:txBody><a:bodyPr wrap="square" lIns="0" tIns="0" rIns="0" bIns="0" rtlCol="0"/><a:lstStyle/><a:p/></p:txBody></p:sp><p:sp><p:nvSpPr><p:cNvPr id="277" name="object 277"/><p:cNvSpPr/><p:nvPr/></p:nvSpPr><p:spPr><a:xfrm><a:off x="17239156" y="12419494"/><a:ext cx="7620" cy="26670"/></a:xfrm><a:custGeom><a:avLst/><a:gdLst/><a:ahLst/><a:cxnLst/><a:rect l="l" t="t" r="r" b="b"/><a:pathLst><a:path w="7619" h="26670"><a:moveTo><a:pt x="7557" y="0"/></a:moveTo><a:lnTo><a:pt x="5626" y="3442"/></a:lnTo><a:lnTo><a:pt x="2755" y="8973"/></a:lnTo><a:lnTo><a:pt x="719" y="16046"/></a:lnTo><a:lnTo><a:pt x="167" y="22251"/></a:lnTo><a:lnTo><a:pt x="0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278" name="object 278"/><p:cNvSpPr/><p:nvPr/></p:nvSpPr><p:spPr><a:xfrm><a:off x="17249257" y="12392372"/><a:ext cx="5715" cy="27305"/></a:xfrm><a:custGeom><a:avLst/><a:gdLst/><a:ahLst/><a:cxnLst/><a:rect l="l" t="t" r="r" b="b"/><a:pathLst><a:path w="5715" h="27304"><a:moveTo><a:pt x="5602" y="0"/></a:moveTo><a:lnTo><a:pt x="4006" y="3610"/></a:lnTo><a:lnTo><a:pt x="1603" y="9050"/></a:lnTo><a:lnTo><a:pt x="0" y="16802"/></a:lnTo><a:lnTo><a:pt x="60" y="22755"/></a:lnTo><a:lnTo><a:pt x="144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279" name="object 279"/><p:cNvSpPr/><p:nvPr/></p:nvSpPr><p:spPr><a:xfrm><a:off x="17266112" y="12405975"/><a:ext cx="8255" cy="29209"/></a:xfrm><a:custGeom><a:avLst/><a:gdLst/><a:ahLst/><a:cxnLst/><a:rect l="l" t="t" r="r" b="b"/><a:pathLst><a:path w="8255" h="29209"><a:moveTo><a:pt x="0" y="29137"/></a:moveTo><a:lnTo><a:pt x="1427" y="26954"/></a:lnTo><a:lnTo><a:pt x="6104" y="19269"/></a:lnTo><a:lnTo><a:pt x="8212" y="11503"/></a:lnTo><a:lnTo><a:pt x="8229" y="2519"/></a:lnTo><a:lnTo><a:pt x="814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0" name="object 280"/><p:cNvSpPr/><p:nvPr/></p:nvSpPr><p:spPr><a:xfrm><a:off x="17275517" y="12376669"/><a:ext cx="6350" cy="29845"/></a:xfrm><a:custGeom><a:avLst/><a:gdLst/><a:ahLst/><a:cxnLst/><a:rect l="l" t="t" r="r" b="b"/><a:pathLst><a:path w="6350" h="29845"><a:moveTo><a:pt x="0" y="29725"/></a:moveTo><a:lnTo><a:pt x="1259" y="27458"/></a:lnTo><a:lnTo><a:pt x="3790" y="21523"/></a:lnTo><a:lnTo><a:pt x="5456" y="15331"/></a:lnTo><a:lnTo><a:pt x="6242" y="8967"/></a:lnTo><a:lnTo><a:pt x="6130" y="2519"/></a:lnTo><a:lnTo><a:pt x="579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1" name="object 281"/><p:cNvSpPr/><p:nvPr/></p:nvSpPr><p:spPr><a:xfrm><a:off x="17260821" y="12346860"/><a:ext cx="25400" cy="18415"/></a:xfrm><a:custGeom><a:avLst/><a:gdLst/><a:ahLst/><a:cxnLst/><a:rect l="l" t="t" r="r" b="b"/><a:pathLst><a:path w="25400" h="18415"><a:moveTo><a:pt x="0" y="17801"/></a:moveTo><a:lnTo><a:pt x="2510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2" name="object 282"/><p:cNvSpPr/><p:nvPr/></p:nvSpPr><p:spPr><a:xfrm><a:off x="17282571" y="12346860"/><a:ext cx="5080" cy="30480"/></a:xfrm><a:custGeom><a:avLst/><a:gdLst/><a:ahLst/><a:cxnLst/><a:rect l="l" t="t" r="r" b="b"/><a:pathLst><a:path w="5080" h="30479"><a:moveTo><a:pt x="0" y="30061"/></a:moveTo><a:lnTo><a:pt x="1007" y="27709"/></a:lnTo><a:lnTo><a:pt x="3085" y="21611"/></a:lnTo><a:lnTo><a:pt x="4247" y="15323"/></a:lnTo><a:lnTo><a:pt x="4503" y="8931"/></a:lnTo><a:lnTo><a:pt x="3862" y="2519"/></a:lnTo><a:lnTo><a:pt x="335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3" name="object 283"/><p:cNvSpPr/><p:nvPr/></p:nvSpPr><p:spPr><a:xfrm><a:off x="17264600" y="12316799"/><a:ext cx="24130" cy="20320"/></a:xfrm><a:custGeom><a:avLst/><a:gdLst/><a:ahLst/><a:cxnLst/><a:rect l="l" t="t" r="r" b="b"/><a:pathLst><a:path w="24130" h="20320"><a:moveTo><a:pt x="0" y="19732"/></a:moveTo><a:lnTo><a:pt x="2359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4" name="object 284"/><p:cNvSpPr/><p:nvPr/></p:nvSpPr><p:spPr><a:xfrm><a:off x="17287273" y="12316883"/><a:ext cx="3175" cy="30480"/></a:xfrm><a:custGeom><a:avLst/><a:gdLst/><a:ahLst/><a:cxnLst/><a:rect l="l" t="t" r="r" b="b"/><a:pathLst><a:path w="3175" h="30479"><a:moveTo><a:pt x="0" y="30229"/></a:moveTo><a:lnTo><a:pt x="839" y="27793"/></a:lnTo><a:lnTo><a:pt x="2425" y="21568"/></a:lnTo><a:lnTo><a:pt x="3090" y="15176"/></a:lnTo><a:lnTo><a:pt x="2840" y="8753"/></a:lnTo><a:lnTo><a:pt x="1679" y="2435"/></a:lnTo><a:lnTo><a:pt x="10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5" name="object 285"/><p:cNvSpPr/><p:nvPr/></p:nvSpPr><p:spPr><a:xfrm><a:off x="17261870" y="12336532"/><a:ext cx="3175" cy="27305"/></a:xfrm><a:custGeom><a:avLst/><a:gdLst/><a:ahLst/><a:cxnLst/><a:rect l="l" t="t" r="r" b="b"/><a:pathLst><a:path w="3175" h="27304"><a:moveTo><a:pt x="2730" y="0"/></a:moveTo><a:lnTo><a:pt x="1722" y="3778"/></a:lnTo><a:lnTo><a:pt x="159" y="10167"/></a:lnTo><a:lnTo><a:pt x="0" y="16842"/></a:lnTo><a:lnTo><a:pt x="883" y="23343"/></a:lnTo><a:lnTo><a:pt x="1638" y="27206"/></a:lnTo></a:path></a:pathLst></a:custGeom><a:ln w="3175"><a:solidFill><a:srgbClr val="000000"/></a:solidFill></a:ln></p:spPr><p:txBody><a:bodyPr wrap="square" lIns="0" tIns="0" rIns="0" bIns="0" rtlCol="0"/><a:lstStyle/><a:p/></p:txBody></p:sp><p:sp><p:nvSpPr><p:cNvPr id="286" name="object 286"/><p:cNvSpPr/><p:nvPr/></p:nvSpPr><p:spPr><a:xfrm><a:off x="17266196" y="12286738"/><a:ext cx="22225" cy="21590"/></a:xfrm><a:custGeom><a:avLst/><a:gdLst/><a:ahLst/><a:cxnLst/><a:rect l="l" t="t" r="r" b="b"/><a:pathLst><a:path w="22225" h="21590"><a:moveTo><a:pt x="0" y="21496"/></a:moveTo><a:lnTo><a:pt x="2191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7" name="object 287"/><p:cNvSpPr/><p:nvPr/></p:nvSpPr><p:spPr><a:xfrm><a:off x="17288113" y="12286738"/><a:ext cx="3810" cy="30480"/></a:xfrm><a:custGeom><a:avLst/><a:gdLst/><a:ahLst/><a:cxnLst/><a:rect l="l" t="t" r="r" b="b"/><a:pathLst><a:path w="3809" h="30479"><a:moveTo><a:pt x="1427" y="30145"/></a:moveTo><a:lnTo><a:pt x="2099" y="27709"/></a:lnTo><a:lnTo><a:pt x="3158" y="21348"/></a:lnTo><a:lnTo><a:pt x="3298" y="14949"/></a:lnTo><a:lnTo><a:pt x="2544" y="8590"/></a:lnTo><a:lnTo><a:pt x="923" y="235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8" name="object 288"/><p:cNvSpPr/><p:nvPr/></p:nvSpPr><p:spPr><a:xfrm><a:off x="17264368" y="12308234"/><a:ext cx="3175" cy="27305"/></a:xfrm><a:custGeom><a:avLst/><a:gdLst/><a:ahLst/><a:cxnLst/><a:rect l="l" t="t" r="r" b="b"/><a:pathLst><a:path w="3175" h="27304"><a:moveTo><a:pt x="1827" y="0"/></a:moveTo><a:lnTo><a:pt x="1072" y="3862"/></a:lnTo><a:lnTo><a:pt x="0" y="10081"/></a:lnTo><a:lnTo><a:pt x="330" y="17296"/></a:lnTo><a:lnTo><a:pt x="1827" y="23427"/></a:lnTo><a:lnTo><a:pt x="2835" y="27206"/></a:lnTo></a:path></a:pathLst></a:custGeom><a:ln w="3175"><a:solidFill><a:srgbClr val="000000"/></a:solidFill></a:ln></p:spPr><p:txBody><a:bodyPr wrap="square" lIns="0" tIns="0" rIns="0" bIns="0" rtlCol="0"/><a:lstStyle/><a:p/></p:txBody></p:sp><p:sp><p:nvSpPr><p:cNvPr id="289" name="object 289"/><p:cNvSpPr/><p:nvPr/></p:nvSpPr><p:spPr><a:xfrm><a:off x="17265440" y="12256677"/><a:ext cx="20320" cy="23495"/></a:xfrm><a:custGeom><a:avLst/><a:gdLst/><a:ahLst/><a:cxnLst/><a:rect l="l" t="t" r="r" b="b"/><a:pathLst><a:path w="20319" h="23495"><a:moveTo><a:pt x="0" y="23175"/></a:moveTo><a:lnTo><a:pt x="201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90" name="object 290"/><p:cNvSpPr/><p:nvPr/></p:nvSpPr><p:spPr><a:xfrm><a:off x="17285594" y="12256677"/><a:ext cx="5080" cy="30480"/></a:xfrm><a:custGeom><a:avLst/><a:gdLst/><a:ahLst/><a:cxnLst/><a:rect l="l" t="t" r="r" b="b"/><a:pathLst><a:path w="5080" h="30479"><a:moveTo><a:pt x="3862" y="29977"/></a:moveTo><a:lnTo><a:pt x="4282" y="27458"/></a:lnTo><a:lnTo><a:pt x="4854" y="21050"/></a:lnTo><a:lnTo><a:pt x="4526" y="14624"/></a:lnTo><a:lnTo><a:pt x="3279" y="8317"/></a:lnTo><a:lnTo><a:pt x="1091" y="22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91" name="object 291"/><p:cNvSpPr/><p:nvPr/></p:nvSpPr><p:spPr><a:xfrm><a:off x="17264428" y="12279852"/><a:ext cx="4445" cy="27305"/></a:xfrm><a:custGeom><a:avLst/><a:gdLst/><a:ahLst/><a:cxnLst/><a:rect l="l" t="t" r="r" b="b"/><a:pathLst><a:path w="4444" h="27304"><a:moveTo><a:pt x="1011" y="0"/></a:moveTo><a:lnTo><a:pt x="592" y="3946"/></a:lnTo><a:lnTo><a:pt x="0" y="10452"/></a:lnTo><a:lnTo><a:pt x="1002" y="17108"/></a:lnTo><a:lnTo><a:pt x="2859" y="23343"/></a:lnTo><a:lnTo><a:pt x="4202" y="27038"/></a:lnTo></a:path></a:pathLst></a:custGeom><a:ln w="3175"><a:solidFill><a:srgbClr val="000000"/></a:solidFill></a:ln></p:spPr><p:txBody><a:bodyPr wrap="square" lIns="0" tIns="0" rIns="0" bIns="0" rtlCol="0"/><a:lstStyle/><a:p/></p:txBody></p:sp><p:sp><p:nvSpPr><p:cNvPr id="292" name="object 292"/><p:cNvSpPr/><p:nvPr/></p:nvSpPr><p:spPr><a:xfrm><a:off x="17262417" y="12226952"/><a:ext cx="18415" cy="24765"/></a:xfrm><a:custGeom><a:avLst/><a:gdLst/><a:ahLst/><a:cxnLst/><a:rect l="l" t="t" r="r" b="b"/><a:pathLst><a:path w="18415" h="24765"><a:moveTo><a:pt x="0" y="24687"/></a:moveTo><a:lnTo><a:pt x="1830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93" name="object 293"/><p:cNvSpPr/><p:nvPr/></p:nvSpPr><p:spPr><a:xfrm><a:off x="17280807" y="12226952"/><a:ext cx="6985" cy="29845"/></a:xfrm><a:custGeom><a:avLst/><a:gdLst/><a:ahLst/><a:cxnLst/><a:rect l="l" t="t" r="r" b="b"/><a:pathLst><a:path w="6984" h="29845"><a:moveTo><a:pt x="6130" y="29641"/></a:moveTo><a:lnTo><a:pt x="6382" y="27038"/></a:lnTo><a:lnTo><a:pt x="6485" y="20630"/></a:lnTo><a:lnTo><a:pt x="5618" y="14287"/></a:lnTo><a:lnTo><a:pt x="3853" y="8127"/></a:lnTo><a:lnTo><a:pt x="1259" y="22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94" name="object 294"/><p:cNvSpPr/><p:nvPr/></p:nvSpPr><p:spPr><a:xfrm><a:off x="17262333" y="12251639"/><a:ext cx="5715" cy="27305"/></a:xfrm><a:custGeom><a:avLst/><a:gdLst/><a:ahLst/><a:cxnLst/><a:rect l="l" t="t" r="r" b="b"/><a:pathLst><a:path w="5715" h="27304"><a:moveTo><a:pt x="83" y="0"/></a:moveTo><a:lnTo><a:pt x="0" y="3946"/></a:lnTo><a:lnTo><a:pt x="26" y="10498"/></a:lnTo><a:lnTo><a:pt x="1389" y="17029"/></a:lnTo><a:lnTo><a:pt x="3862" y="23091"/></a:lnTo><a:lnTo><a:pt x="5458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295" name="object 295"/><p:cNvSpPr/><p:nvPr/></p:nvSpPr><p:spPr><a:xfrm><a:off x="17061885" y="12037348"/><a:ext cx="27940" cy="50800"/></a:xfrm><a:custGeom><a:avLst/><a:gdLst/><a:ahLst/><a:cxnLst/><a:rect l="l" t="t" r="r" b="b"/><a:pathLst><a:path w="27940" h="50800"><a:moveTo><a:pt x="27711" y="0"/></a:moveTo><a:lnTo><a:pt x="0" y="38290"/></a:lnTo><a:lnTo><a:pt x="16459" y="50213"/></a:lnTo></a:path></a:pathLst></a:custGeom><a:ln w="3175"><a:solidFill><a:srgbClr val="000000"/></a:solidFill></a:ln></p:spPr><p:txBody><a:bodyPr wrap="square" lIns="0" tIns="0" rIns="0" bIns="0" rtlCol="0"/><a:lstStyle/><a:p/></p:txBody></p:sp><p:sp><p:nvSpPr><p:cNvPr id="296" name="object 296"/><p:cNvSpPr/><p:nvPr/></p:nvSpPr><p:spPr><a:xfrm><a:off x="17071458" y="11985371"/><a:ext cx="25400" cy="11430"/></a:xfrm><a:custGeom><a:avLst/><a:gdLst/><a:ahLst/><a:cxnLst/><a:rect l="l" t="t" r="r" b="b"/><a:pathLst><a:path w="25400" h="11429"><a:moveTo><a:pt x="0" y="0"/></a:moveTo><a:lnTo><a:pt x="3191" y="2351"/></a:lnTo><a:lnTo><a:pt x="9185" y="6488"/></a:lnTo><a:lnTo><a:pt x="14034" y="8555"/></a:lnTo><a:lnTo><a:pt x="21077" y="10328"/></a:lnTo><a:lnTo><a:pt x="24940" y="11083"/></a:lnTo></a:path></a:pathLst></a:custGeom><a:ln w="3175"><a:solidFill><a:srgbClr val="000000"/></a:solidFill></a:ln></p:spPr><p:txBody><a:bodyPr wrap="square" lIns="0" tIns="0" rIns="0" bIns="0" rtlCol="0"/><a:lstStyle/><a:p/></p:txBody></p:sp><p:sp><p:nvSpPr><p:cNvPr id="297" name="object 297"/><p:cNvSpPr/><p:nvPr/></p:nvSpPr><p:spPr><a:xfrm><a:off x="17061885" y="11956150"/><a:ext cx="27940" cy="12700"/></a:xfrm><a:custGeom><a:avLst/><a:gdLst/><a:ahLst/><a:cxnLst/><a:rect l="l" t="t" r="r" b="b"/><a:pathLst><a:path w="27940" h="12700"><a:moveTo><a:pt x="27795" y="12091"/></a:moveTo><a:lnTo><a:pt x="25864" y="10412"/></a:lnTo><a:lnTo><a:pt x="19325" y="4849"/></a:lnTo><a:lnTo><a:pt x="11088" y="1385"/></a:lnTo><a:lnTo><a:pt x="2603" y="25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98" name="object 298"/><p:cNvSpPr/><p:nvPr/></p:nvSpPr><p:spPr><a:xfrm><a:off x="16823145" y="11949096"/><a:ext cx="26034" cy="8255"/></a:xfrm><a:custGeom><a:avLst/><a:gdLst/><a:ahLst/><a:cxnLst/><a:rect l="l" t="t" r="r" b="b"/><a:pathLst><a:path w="26034" h="8254"><a:moveTo><a:pt x="0" y="7893"/></a:moveTo><a:lnTo><a:pt x="3946" y="7641"/></a:lnTo><a:lnTo><a:pt x="10864" y="6843"/></a:lnTo><a:lnTo><a:pt x="16463" y="5045"/></a:lnTo><a:lnTo><a:pt x="22673" y="1931"/></a:lnTo><a:lnTo><a:pt x="2603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99" name="object 299"/><p:cNvSpPr/><p:nvPr/></p:nvSpPr><p:spPr><a:xfrm><a:off x="17033838" y="11945150"/><a:ext cx="12065" cy="28575"/></a:xfrm><a:custGeom><a:avLst/><a:gdLst/><a:ahLst/><a:cxnLst/><a:rect l="l" t="t" r="r" b="b"/><a:pathLst><a:path w="12065" h="28575"><a:moveTo><a:pt x="11840" y="2829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0" name="object 300"/><p:cNvSpPr/><p:nvPr/></p:nvSpPr><p:spPr><a:xfrm><a:off x="17005034" y="11936417"/><a:ext cx="14604" cy="27305"/></a:xfrm><a:custGeom><a:avLst/><a:gdLst/><a:ahLst/><a:cxnLst/><a:rect l="l" t="t" r="r" b="b"/><a:pathLst><a:path w="14605" h="27304"><a:moveTo><a:pt x="14023" y="2729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1" name="object 301"/><p:cNvSpPr/><p:nvPr/></p:nvSpPr><p:spPr><a:xfrm><a:off x="16991766" y="11956066"/><a:ext cx="27305" cy="5715"/></a:xfrm><a:custGeom><a:avLst/><a:gdLst/><a:ahLst/><a:cxnLst/><a:rect l="l" t="t" r="r" b="b"/><a:pathLst><a:path w="27305" h="5715"><a:moveTo><a:pt x="0" y="0"/></a:moveTo><a:lnTo><a:pt x="3610" y="1511"/></a:lnTo><a:lnTo><a:pt x="9407" y="3963"/></a:lnTo><a:lnTo><a:pt x="16561" y="5136"/></a:lnTo><a:lnTo><a:pt x="22841" y="5038"/></a:lnTo><a:lnTo><a:pt x="26787" y="487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2" name="object 302"/><p:cNvSpPr/><p:nvPr/></p:nvSpPr><p:spPr><a:xfrm><a:off x="16768393" y="11951364"/><a:ext cx="27940" cy="13970"/></a:xfrm><a:custGeom><a:avLst/><a:gdLst/><a:ahLst/><a:cxnLst/><a:rect l="l" t="t" r="r" b="b"/><a:pathLst><a:path w="27940" h="13970"><a:moveTo><a:pt x="27543" y="1360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3" name="object 303"/><p:cNvSpPr/><p:nvPr/></p:nvSpPr><p:spPr><a:xfrm><a:off x="16740850" y="11950188"/><a:ext cx="27305" cy="13970"/></a:xfrm><a:custGeom><a:avLst/><a:gdLst/><a:ahLst/><a:cxnLst/><a:rect l="l" t="t" r="r" b="b"/><a:pathLst><a:path w="27305" h="13970"><a:moveTo><a:pt x="27039" y="0"/></a:moveTo><a:lnTo><a:pt x="24520" y="419"/></a:lnTo><a:lnTo><a:pt x="15991" y="1922"/></a:lnTo><a:lnTo><a:pt x="8172" y="5831"/></a:lnTo><a:lnTo><a:pt x="1847" y="11755"/></a:lnTo><a:lnTo><a:pt x="0" y="13519"/></a:lnTo></a:path></a:pathLst></a:custGeom><a:ln w="3175"><a:solidFill><a:srgbClr val="000000"/></a:solidFill></a:ln></p:spPr><p:txBody><a:bodyPr wrap="square" lIns="0" tIns="0" rIns="0" bIns="0" rtlCol="0"/><a:lstStyle/><a:p/></p:txBody></p:sp><p:sp><p:nvSpPr><p:cNvPr id="304" name="object 304"/><p:cNvSpPr/><p:nvPr/></p:nvSpPr><p:spPr><a:xfrm><a:off x="16796777" y="11941287"/><a:ext cx="26670" cy="15875"/></a:xfrm><a:custGeom><a:avLst/><a:gdLst/><a:ahLst/><a:cxnLst/><a:rect l="l" t="t" r="r" b="b"/><a:pathLst><a:path w="26669" h="15875"><a:moveTo><a:pt x="26368" y="15702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5" name="object 305"/><p:cNvSpPr/><p:nvPr/></p:nvSpPr><p:spPr><a:xfrm><a:off x="16795937" y="11954974"/><a:ext cx="25400" cy="10160"/></a:xfrm><a:custGeom><a:avLst/><a:gdLst/><a:ahLst/><a:cxnLst/><a:rect l="l" t="t" r="r" b="b"/><a:pathLst><a:path w="25400" h="10159"><a:moveTo><a:pt x="0" y="9992"/></a:moveTo><a:lnTo><a:pt x="3862" y="9404"/></a:lnTo><a:lnTo><a:pt x="10620" y="8234"/></a:lnTo><a:lnTo><a:pt x="16237" y="5764"/></a:lnTo><a:lnTo><a:pt x="22085" y="2267"/></a:lnTo><a:lnTo><a:pt x="2536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6" name="object 306"/><p:cNvSpPr/><p:nvPr/></p:nvSpPr><p:spPr><a:xfrm><a:off x="16886126" y="11982936"/><a:ext cx="22225" cy="47625"/></a:xfrm><a:custGeom><a:avLst/><a:gdLst/><a:ahLst/><a:cxnLst/><a:rect l="l" t="t" r="r" b="b"/><a:pathLst><a:path w="22225" h="47625"><a:moveTo><a:pt x="671" y="47526"/></a:moveTo><a:lnTo><a:pt x="0" y="251"/></a:lnTo><a:lnTo><a:pt x="2200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7" name="object 307"/><p:cNvSpPr/><p:nvPr/></p:nvSpPr><p:spPr><a:xfrm><a:off x="16886462" y="12005524"/><a:ext cx="13970" cy="635"/></a:xfrm><a:custGeom><a:avLst/><a:gdLst/><a:ahLst/><a:cxnLst/><a:rect l="l" t="t" r="r" b="b"/><a:pathLst><a:path w="13969" h="634"><a:moveTo><a:pt x="0" y="167"/></a:moveTo><a:lnTo><a:pt x="13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8" name="object 308"/><p:cNvSpPr/><p:nvPr/></p:nvSpPr><p:spPr><a:xfrm><a:off x="16886798" y="12030211"/><a:ext cx="22225" cy="635"/></a:xfrm><a:custGeom><a:avLst/><a:gdLst/><a:ahLst/><a:cxnLst/><a:rect l="l" t="t" r="r" b="b"/><a:pathLst><a:path w="22225" h="634"><a:moveTo><a:pt x="0" y="251"/></a:moveTo><a:lnTo><a:pt x="2191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9" name="object 309"/><p:cNvSpPr/><p:nvPr/></p:nvSpPr><p:spPr><a:xfrm><a:off x="16849933" y="12096883"/><a:ext cx="17780" cy="32384"/></a:xfrm><a:custGeom><a:avLst/><a:gdLst/><a:ahLst/><a:cxnLst/><a:rect l="l" t="t" r="r" b="b"/><a:pathLst><a:path w="17780" h="32384"><a:moveTo><a:pt x="0" y="1427"/></a:moveTo><a:lnTo><a:pt x="2099" y="23847"/></a:lnTo><a:lnTo><a:pt x="3610" y="28297"/></a:lnTo><a:lnTo><a:pt x="6130" y="31068"/></a:lnTo><a:lnTo><a:pt x="9657" y="32244"/></a:lnTo><a:lnTo><a:pt x="11840" y="31992"/></a:lnTo><a:lnTo><a:pt x="15115" y="30229"/></a:lnTo><a:lnTo><a:pt x="17046" y="27038"/></a:lnTo><a:lnTo><a:pt x="17718" y="22419"/></a:lnTo><a:lnTo><a:pt x="1570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10" name="object 310"/><p:cNvSpPr/><p:nvPr/></p:nvSpPr><p:spPr><a:xfrm><a:off x="16826252" y="11990493"/><a:ext cx="29209" cy="47625"/></a:xfrm><a:custGeom><a:avLst/><a:gdLst/><a:ahLst/><a:cxnLst/><a:rect l="l" t="t" r="r" b="b"/><a:pathLst><a:path w="29209" h="47625"><a:moveTo><a:pt x="5878" y="1427"/></a:moveTo><a:lnTo><a:pt x="3107" y="4366"/></a:lnTo><a:lnTo><a:pt x="839" y="9572"/></a:lnTo><a:lnTo><a:pt x="167" y="14274"/></a:lnTo><a:lnTo><a:pt x="0" y="21244"/></a:lnTo><a:lnTo><a:pt x="2519" y="32244"/></a:lnTo><a:lnTo><a:pt x="5710" y="38458"/></a:lnTo><a:lnTo><a:pt x="8313" y="42488"/></a:lnTo><a:lnTo><a:pt x="12596" y="46099"/></a:lnTo><a:lnTo><a:pt x="16375" y="47610"/></a:lnTo><a:lnTo><a:pt x="23009" y="46099"/></a:lnTo><a:lnTo><a:pt x="25780" y="43160"/></a:lnTo><a:lnTo><a:pt x="28047" y="37954"/></a:lnTo><a:lnTo><a:pt x="28719" y="33251"/></a:lnTo><a:lnTo><a:pt x="28887" y="26282"/></a:lnTo><a:lnTo><a:pt x="26368" y="15282"/></a:lnTo><a:lnTo><a:pt x="23261" y="9068"/></a:lnTo><a:lnTo><a:pt x="20573" y="5038"/></a:lnTo><a:lnTo><a:pt x="16291" y="1427"/></a:lnTo><a:lnTo><a:pt x="12512" y="0"/></a:lnTo><a:lnTo><a:pt x="5878" y="1427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311" name="object 311"/><p:cNvSpPr/><p:nvPr/></p:nvSpPr><p:spPr><a:xfrm><a:off x="16858834" y="11984196"/><a:ext cx="22225" cy="49530"/></a:xfrm><a:custGeom><a:avLst/><a:gdLst/><a:ahLst/><a:cxnLst/><a:rect l="l" t="t" r="r" b="b"/><a:pathLst><a:path w="22225" h="49529"><a:moveTo><a:pt x="4702" y="49206"/></a:moveTo><a:lnTo><a:pt x="0" y="2183"/></a:lnTo><a:lnTo><a:pt x="2183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12" name="object 312"/><p:cNvSpPr/><p:nvPr/></p:nvSpPr><p:spPr><a:xfrm><a:off x="16861102" y="12007455"/><a:ext cx="13970" cy="1905"/></a:xfrm><a:custGeom><a:avLst/><a:gdLst/><a:ahLst/><a:cxnLst/><a:rect l="l" t="t" r="r" b="b"/><a:pathLst><a:path w="13969" h="1904"><a:moveTo><a:pt x="0" y="1343"/></a:moveTo><a:lnTo><a:pt x="1343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13" name="object 313"/><p:cNvSpPr/><p:nvPr/></p:nvSpPr><p:spPr><a:xfrm><a:off x="16824153" y="12105112"/><a:ext cx="11430" cy="29845"/></a:xfrm><a:custGeom><a:avLst/><a:gdLst/><a:ahLst/><a:cxnLst/><a:rect l="l" t="t" r="r" b="b"/><a:pathLst><a:path w="11430" h="29845"><a:moveTo><a:pt x="0" y="0"/></a:moveTo><a:lnTo><a:pt x="10832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314" name="object 314"/><p:cNvSpPr/><p:nvPr/></p:nvSpPr><p:spPr><a:xfrm><a:off x="16838932" y="12099654"/><a:ext cx="11430" cy="29845"/></a:xfrm><a:custGeom><a:avLst/><a:gdLst/><a:ahLst/><a:cxnLst/><a:rect l="l" t="t" r="r" b="b"/><a:pathLst><a:path w="11430" h="29845"><a:moveTo><a:pt x="0" y="0"/></a:moveTo><a:lnTo><a:pt x="10832" y="29641"/></a:lnTo></a:path></a:pathLst></a:custGeom><a:ln w="3175"><a:solidFill><a:srgbClr val="000000"/></a:solidFill></a:ln></p:spPr><p:txBody><a:bodyPr wrap="square" lIns="0" tIns="0" rIns="0" bIns="0" rtlCol="0"/><a:lstStyle/><a:p/></p:txBody></p:sp><p:sp><p:nvSpPr><p:cNvPr id="315" name="object 315"/><p:cNvSpPr/><p:nvPr/></p:nvSpPr><p:spPr><a:xfrm><a:off x="16829275" y="12113761"/><a:ext cx="15240" cy="5715"/></a:xfrm><a:custGeom><a:avLst/><a:gdLst/><a:ahLst/><a:cxnLst/><a:rect l="l" t="t" r="r" b="b"/><a:pathLst><a:path w="15240" h="5715"><a:moveTo><a:pt x="0" y="5458"/></a:moveTo><a:lnTo><a:pt x="148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16" name="object 316"/><p:cNvSpPr/><p:nvPr/></p:nvSpPr><p:spPr><a:xfrm><a:off x="16760584" y="12012745"/><a:ext cx="28575" cy="49530"/></a:xfrm><a:custGeom><a:avLst/><a:gdLst/><a:ahLst/><a:cxnLst/><a:rect l="l" t="t" r="r" b="b"/><a:pathLst><a:path w="28575" h="49529"><a:moveTo><a:pt x="19398" y="49374"/></a:moveTo><a:lnTo><a:pt x="0" y="6213"/></a:lnTo><a:lnTo><a:pt x="13855" y="0"/></a:lnTo><a:lnTo><a:pt x="19482" y="0"/></a:lnTo><a:lnTo><a:pt x="21917" y="1343"/></a:lnTo><a:lnTo><a:pt x="25276" y="4786"/></a:lnTo><a:lnTo><a:pt x="28047" y="10916"/></a:lnTo><a:lnTo><a:pt x="28383" y="15702"/></a:lnTo><a:lnTo><a:pt x="27711" y="18473"/></a:lnTo><a:lnTo><a:pt x="24016" y="22587"/></a:lnTo><a:lnTo><a:pt x="10160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317" name="object 317"/><p:cNvSpPr/><p:nvPr/></p:nvSpPr><p:spPr><a:xfrm><a:off x="16743705" y="12161623"/><a:ext cx="22860" cy="22225"/></a:xfrm><a:custGeom><a:avLst/><a:gdLst/><a:ahLst/><a:cxnLst/><a:rect l="l" t="t" r="r" b="b"/><a:pathLst><a:path w="22859" h="22225"><a:moveTo><a:pt x="0" y="0"/></a:moveTo><a:lnTo><a:pt x="22757" y="21832"/></a:lnTo></a:path></a:pathLst></a:custGeom><a:ln w="3175"><a:solidFill><a:srgbClr val="000000"/></a:solidFill></a:ln></p:spPr><p:txBody><a:bodyPr wrap="square" lIns="0" tIns="0" rIns="0" bIns="0" rtlCol="0"/><a:lstStyle/><a:p/></p:txBody></p:sp><p:sp><p:nvSpPr><p:cNvPr id="318" name="object 318"/><p:cNvSpPr/><p:nvPr/></p:nvSpPr><p:spPr><a:xfrm><a:off x="16729177" y="12179425"/><a:ext cx="25400" cy="19685"/></a:xfrm><a:custGeom><a:avLst/><a:gdLst/><a:ahLst/><a:cxnLst/><a:rect l="l" t="t" r="r" b="b"/><a:pathLst><a:path w="25400" h="19684"><a:moveTo><a:pt x="0" y="0"/></a:moveTo><a:lnTo><a:pt x="25024" y="19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319" name="object 319"/><p:cNvSpPr/><p:nvPr/></p:nvSpPr><p:spPr><a:xfrm><a:off x="16738834" y="12166913"/><a:ext cx="25400" cy="19685"/></a:xfrm><a:custGeom><a:avLst/><a:gdLst/><a:ahLst/><a:cxnLst/><a:rect l="l" t="t" r="r" b="b"/><a:pathLst><a:path w="25400" h="19684"><a:moveTo><a:pt x="0" y="0"/></a:moveTo><a:lnTo><a:pt x="24940" y="19312"/></a:lnTo></a:path></a:pathLst></a:custGeom><a:ln w="3175"><a:solidFill><a:srgbClr val="000000"/></a:solidFill></a:ln></p:spPr><p:txBody><a:bodyPr wrap="square" lIns="0" tIns="0" rIns="0" bIns="0" rtlCol="0"/><a:lstStyle/><a:p/></p:txBody></p:sp><p:sp><p:nvSpPr><p:cNvPr id="320" name="object 320"/><p:cNvSpPr/><p:nvPr/></p:nvSpPr><p:spPr><a:xfrm><a:off x="16741102" y="12176150"/><a:ext cx="10160" cy="12700"/></a:xfrm><a:custGeom><a:avLst/><a:gdLst/><a:ahLst/><a:cxnLst/><a:rect l="l" t="t" r="r" b="b"/><a:pathLst><a:path w="10159" h="12700"><a:moveTo><a:pt x="0" y="12427"/></a:moveTo><a:lnTo><a:pt x="965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21" name="object 321"/><p:cNvSpPr/><p:nvPr/></p:nvSpPr><p:spPr><a:xfrm><a:off x="16770577" y="12137272"/><a:ext cx="26034" cy="31115"/></a:xfrm><a:custGeom><a:avLst/><a:gdLst/><a:ahLst/><a:cxnLst/><a:rect l="l" t="t" r="r" b="b"/><a:pathLst><a:path w="26034" h="31115"><a:moveTo><a:pt x="11168" y="30816"/></a:moveTo><a:lnTo><a:pt x="0" y="0"/></a:lnTo><a:lnTo><a:pt x="25780" y="20320"/></a:lnTo></a:path></a:pathLst></a:custGeom><a:ln w="3175"><a:solidFill><a:srgbClr val="000000"/></a:solidFill></a:ln></p:spPr><p:txBody><a:bodyPr wrap="square" lIns="0" tIns="0" rIns="0" bIns="0" rtlCol="0"/><a:lstStyle/><a:p/></p:txBody></p:sp><p:sp><p:nvSpPr><p:cNvPr id="322" name="object 322"/><p:cNvSpPr/><p:nvPr/></p:nvSpPr><p:spPr><a:xfrm><a:off x="16778302" y="12151043"/><a:ext cx="9525" cy="6985"/></a:xfrm><a:custGeom><a:avLst/><a:gdLst/><a:ahLst/><a:cxnLst/><a:rect l="l" t="t" r="r" b="b"/><a:pathLst><a:path w="9525" h="6984"><a:moveTo><a:pt x="0" y="6549"/></a:moveTo><a:lnTo><a:pt x="91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23" name="object 323"/><p:cNvSpPr/><p:nvPr/></p:nvSpPr><p:spPr><a:xfrm><a:off x="16748827" y="12144745"/><a:ext cx="34925" cy="35560"/></a:xfrm><a:custGeom><a:avLst/><a:gdLst/><a:ahLst/><a:cxnLst/><a:rect l="l" t="t" r="r" b="b"/><a:pathLst><a:path w="34925" h="35559"><a:moveTo><a:pt x="20909" y="35519"/></a:moveTo><a:lnTo><a:pt x="0" y="12007"/></a:lnTo><a:lnTo><a:pt x="27627" y="29473"/></a:lnTo><a:lnTo><a:pt x="13435" y="0"/></a:lnTo><a:lnTo><a:pt x="34429" y="23511"/></a:lnTo></a:path></a:pathLst></a:custGeom><a:ln w="3175"><a:solidFill><a:srgbClr val="000000"/></a:solidFill></a:ln></p:spPr><p:txBody><a:bodyPr wrap="square" lIns="0" tIns="0" rIns="0" bIns="0" rtlCol="0"/><a:lstStyle/><a:p/></p:txBody></p:sp><p:sp><p:nvSpPr><p:cNvPr id="324" name="object 324"/><p:cNvSpPr/><p:nvPr/></p:nvSpPr><p:spPr><a:xfrm><a:off x="16740850" y="11963119"/><a:ext cx="53340" cy="12065"/></a:xfrm><a:custGeom><a:avLst/><a:gdLst/><a:ahLst/><a:cxnLst/><a:rect l="l" t="t" r="r" b="b"/><a:pathLst><a:path w="53340" h="12065"><a:moveTo><a:pt x="0" y="587"/></a:moveTo><a:lnTo><a:pt x="28551" y="11923"/></a:lnTo><a:lnTo><a:pt x="32414" y="11083"/></a:lnTo><a:lnTo><a:pt x="38480" y="9364"/></a:lnTo><a:lnTo><a:pt x="45002" y="6353"/></a:lnTo><a:lnTo><a:pt x="49964" y="2435"/></a:lnTo><a:lnTo><a:pt x="5307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25" name="object 325"/><p:cNvSpPr/><p:nvPr/></p:nvSpPr><p:spPr><a:xfrm><a:off x="16743789" y="11973364"/><a:ext cx="23495" cy="13970"/></a:xfrm><a:custGeom><a:avLst/><a:gdLst/><a:ahLst/><a:cxnLst/><a:rect l="l" t="t" r="r" b="b"/><a:pathLst><a:path w="23494" h="13970"><a:moveTo><a:pt x="0" y="13854"/></a:moveTo><a:lnTo><a:pt x="3778" y="12679"/></a:lnTo><a:lnTo><a:pt x="9910" y="10375"/></a:lnTo><a:lnTo><a:pt x="15718" y="7116"/></a:lnTo><a:lnTo><a:pt x="20573" y="2687"/></a:lnTo><a:lnTo><a:pt x="2342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26" name="object 326"/><p:cNvSpPr/><p:nvPr/></p:nvSpPr><p:spPr><a:xfrm><a:off x="16719184" y="11985707"/><a:ext cx="22860" cy="15875"/></a:xfrm><a:custGeom><a:avLst/><a:gdLst/><a:ahLst/><a:cxnLst/><a:rect l="l" t="t" r="r" b="b"/><a:pathLst><a:path w="22859" h="15875"><a:moveTo><a:pt x="0" y="15702"/></a:moveTo><a:lnTo><a:pt x="3694" y="14190"/></a:lnTo><a:lnTo><a:pt x="9829" y="11424"/></a:lnTo><a:lnTo><a:pt x="14908" y="7686"/></a:lnTo><a:lnTo><a:pt x="19650" y="2938"/></a:lnTo><a:lnTo><a:pt x="222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27" name="object 327"/><p:cNvSpPr/><p:nvPr/></p:nvSpPr><p:spPr><a:xfrm><a:off x="16790395" y="12000486"/><a:ext cx="27305" cy="50165"/></a:xfrm><a:custGeom><a:avLst/><a:gdLst/><a:ahLst/><a:cxnLst/><a:rect l="l" t="t" r="r" b="b"/><a:pathLst><a:path w="27305" h="50165"><a:moveTo><a:pt x="14863" y="49709"/></a:moveTo><a:lnTo><a:pt x="0" y="4786"/></a:lnTo><a:lnTo><a:pt x="14443" y="0"/></a:lnTo><a:lnTo><a:pt x="19902" y="587"/></a:lnTo><a:lnTo><a:pt x="22253" y="2183"/></a:lnTo><a:lnTo><a:pt x="25276" y="5877"/></a:lnTo><a:lnTo><a:pt x="26703" y="10160"/></a:lnTo><a:lnTo><a:pt x="26536" y="15030"/></a:lnTo><a:lnTo><a:pt x="25612" y="17633"/></a:lnTo><a:lnTo><a:pt x="21497" y="21412"/></a:lnTo><a:lnTo><a:pt x="7053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328" name="object 328"/><p:cNvSpPr/><p:nvPr/></p:nvSpPr><p:spPr><a:xfrm><a:off x="16808701" y="12022906"/><a:ext cx="19050" cy="20320"/></a:xfrm><a:custGeom><a:avLst/><a:gdLst/><a:ahLst/><a:cxnLst/><a:rect l="l" t="t" r="r" b="b"/><a:pathLst><a:path w="19050" h="20320"><a:moveTo><a:pt x="0" y="0"/></a:moveTo><a:lnTo><a:pt x="18978" y="19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329" name="object 329"/><p:cNvSpPr/><p:nvPr/></p:nvSpPr><p:spPr><a:xfrm><a:off x="16803831" y="12111493"/><a:ext cx="24130" cy="31115"/></a:xfrm><a:custGeom><a:avLst/><a:gdLst/><a:ahLst/><a:cxnLst/><a:rect l="l" t="t" r="r" b="b"/><a:pathLst><a:path w="24130" h="31115"><a:moveTo><a:pt x="14275" y="1763"/></a:moveTo><a:lnTo><a:pt x="11000" y="0"/></a:lnTo><a:lnTo><a:pt x="7305" y="83"/></a:lnTo><a:lnTo><a:pt x="3191" y="1931"/></a:lnTo><a:lnTo><a:pt x="755" y="4702"/></a:lnTo><a:lnTo><a:pt x="0" y="8396"/></a:lnTo><a:lnTo><a:pt x="1259" y="11167"/></a:lnTo><a:lnTo><a:pt x="3610" y="13351"/></a:lnTo><a:lnTo><a:pt x="5206" y="14274"/></a:lnTo><a:lnTo><a:pt x="7893" y="14694"/></a:lnTo><a:lnTo><a:pt x="15283" y="14526"/></a:lnTo><a:lnTo><a:pt x="17970" y="14946"/></a:lnTo><a:lnTo><a:pt x="19650" y="15870"/></a:lnTo><a:lnTo><a:pt x="21917" y="18053"/></a:lnTo><a:lnTo><a:pt x="23848" y="22167"/></a:lnTo><a:lnTo><a:pt x="23009" y="25862"/></a:lnTo><a:lnTo><a:pt x="20573" y="28633"/></a:lnTo><a:lnTo><a:pt x="16543" y="30564"/></a:lnTo><a:lnTo><a:pt x="12848" y="30564"/></a:lnTo><a:lnTo><a:pt x="9489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330" name="object 330"/><p:cNvSpPr/><p:nvPr/></p:nvSpPr><p:spPr><a:xfrm><a:off x="16783929" y="12118883"/><a:ext cx="29845" cy="35560"/></a:xfrm><a:custGeom><a:avLst/><a:gdLst/><a:ahLst/><a:cxnLst/><a:rect l="l" t="t" r="r" b="b"/><a:pathLst><a:path w="29844" h="35559"><a:moveTo><a:pt x="16123" y="35099"/></a:moveTo><a:lnTo><a:pt x="0" y="8061"/></a:lnTo><a:lnTo><a:pt x="29643" y="27038"/></a:lnTo><a:lnTo><a:pt x="13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31" name="object 331"/><p:cNvSpPr/><p:nvPr/></p:nvSpPr><p:spPr><a:xfrm><a:off x="16984125" y="11997127"/><a:ext cx="30480" cy="46990"/></a:xfrm><a:custGeom><a:avLst/><a:gdLst/><a:ahLst/><a:cxnLst/><a:rect l="l" t="t" r="r" b="b"/><a:pathLst><a:path w="30480" h="46990"><a:moveTo><a:pt x="19818" y="0"/></a:moveTo><a:lnTo><a:pt x="0" y="31152"/></a:lnTo><a:lnTo><a:pt x="83" y="36022"/></a:lnTo><a:lnTo><a:pt x="1763" y="41396"/></a:lnTo><a:lnTo><a:pt x="4198" y="44587"/></a:lnTo><a:lnTo><a:pt x="10580" y="46855"/></a:lnTo><a:lnTo><a:pt x="14527" y="45847"/></a:lnTo><a:lnTo><a:pt x="30482" y="15618"/></a:lnTo><a:lnTo><a:pt x="30314" y="10832"/></a:lnTo><a:lnTo><a:pt x="28635" y="5458"/></a:lnTo><a:lnTo><a:pt x="26200" y="2183"/></a:lnTo><a:lnTo><a:pt x="19818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332" name="object 332"/><p:cNvSpPr/><p:nvPr/></p:nvSpPr><p:spPr><a:xfrm><a:off x="17009233" y="12005860"/><a:ext cx="41910" cy="53340"/></a:xfrm><a:custGeom><a:avLst/><a:gdLst/><a:ahLst/><a:cxnLst/><a:rect l="l" t="t" r="r" b="b"/><a:pathLst><a:path w="41909" h="53340"><a:moveTo><a:pt x="0" y="42572"/></a:moveTo><a:lnTo><a:pt x="20573" y="0"/></a:lnTo><a:lnTo><a:pt x="21245" y="52900"/></a:lnTo><a:lnTo><a:pt x="41819" y="10328"/></a:lnTo></a:path></a:pathLst></a:custGeom><a:ln w="3175"><a:solidFill><a:srgbClr val="000000"/></a:solidFill></a:ln></p:spPr><p:txBody><a:bodyPr wrap="square" lIns="0" tIns="0" rIns="0" bIns="0" rtlCol="0"/><a:lstStyle/><a:p/></p:txBody></p:sp><p:sp><p:nvSpPr><p:cNvPr id="333" name="object 333"/><p:cNvSpPr/><p:nvPr/></p:nvSpPr><p:spPr><a:xfrm><a:off x="17033166" y="12025425"/><a:ext cx="36830" cy="47625"/></a:xfrm><a:custGeom><a:avLst/><a:gdLst/><a:ahLst/><a:cxnLst/><a:rect l="l" t="t" r="r" b="b"/><a:pathLst><a:path w="36830" h="47625"><a:moveTo><a:pt x="0" y="33251"/></a:moveTo><a:lnTo><a:pt x="36277" y="0"/></a:lnTo><a:lnTo><a:pt x="23009" y="47358"/></a:lnTo></a:path></a:pathLst></a:custGeom><a:ln w="3175"><a:solidFill><a:srgbClr val="000000"/></a:solidFill></a:ln></p:spPr><p:txBody><a:bodyPr wrap="square" lIns="0" tIns="0" rIns="0" bIns="0" rtlCol="0"/><a:lstStyle/><a:p/></p:txBody></p:sp><p:sp><p:nvSpPr><p:cNvPr id="334" name="object 334"/><p:cNvSpPr/><p:nvPr/></p:nvSpPr><p:spPr><a:xfrm><a:off x="17045678" y="12047845"/><a:ext cx="14604" cy="9525"/></a:xfrm><a:custGeom><a:avLst/><a:gdLst/><a:ahLst/><a:cxnLst/><a:rect l="l" t="t" r="r" b="b"/><a:pathLst><a:path w="14605" h="9525"><a:moveTo><a:pt x="0" y="0"/></a:moveTo><a:lnTo><a:pt x="14443" y="8900"/></a:lnTo></a:path></a:pathLst></a:custGeom><a:ln w="3175"><a:solidFill><a:srgbClr val="000000"/></a:solidFill></a:ln></p:spPr><p:txBody><a:bodyPr wrap="square" lIns="0" tIns="0" rIns="0" bIns="0" rtlCol="0"/><a:lstStyle/><a:p/></p:txBody></p:sp><p:sp><p:nvSpPr><p:cNvPr id="335" name="object 335"/><p:cNvSpPr/><p:nvPr/></p:nvSpPr><p:spPr><a:xfrm><a:off x="17008393" y="12121318"/><a:ext cx="17780" cy="26670"/></a:xfrm><a:custGeom><a:avLst/><a:gdLst/><a:ahLst/><a:cxnLst/><a:rect l="l" t="t" r="r" b="b"/><a:pathLst><a:path w="17780" h="26670"><a:moveTo><a:pt x="17466" y="0"/></a:moveTo><a:lnTo><a:pt x="0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336" name="object 336"/><p:cNvSpPr/><p:nvPr/></p:nvSpPr><p:spPr><a:xfrm><a:off x="17019394" y="12116951"/><a:ext cx="13335" cy="8890"/></a:xfrm><a:custGeom><a:avLst/><a:gdLst/><a:ahLst/><a:cxnLst/><a:rect l="l" t="t" r="r" b="b"/><a:pathLst><a:path w="13334" h="8890"><a:moveTo><a:pt x="0" y="0"/></a:moveTo><a:lnTo><a:pt x="13016" y="8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337" name="object 337"/><p:cNvSpPr/><p:nvPr/></p:nvSpPr><p:spPr><a:xfrm><a:off x="16986392" y="12107799"/><a:ext cx="26034" cy="28575"/></a:xfrm><a:custGeom><a:avLst/><a:gdLst/><a:ahLst/><a:cxnLst/><a:rect l="l" t="t" r="r" b="b"/><a:pathLst><a:path w="26034" h="28575"><a:moveTo><a:pt x="0" y="28045"/></a:moveTo><a:lnTo><a:pt x="14443" y="0"/></a:lnTo><a:lnTo><a:pt x="23428" y="4618"/></a:lnTo><a:lnTo><a:pt x="25696" y="7557"/></a:lnTo><a:lnTo><a:pt x="26032" y="9404"/></a:lnTo><a:lnTo><a:pt x="25696" y="12595"/></a:lnTo><a:lnTo><a:pt x="7557" y="13351"/></a:lnTo></a:path></a:pathLst></a:custGeom><a:ln w="3175"><a:solidFill><a:srgbClr val="000000"/></a:solidFill></a:ln></p:spPr><p:txBody><a:bodyPr wrap="square" lIns="0" tIns="0" rIns="0" bIns="0" rtlCol="0"/><a:lstStyle/><a:p/></p:txBody></p:sp><p:sp><p:nvSpPr><p:cNvPr id="338" name="object 338"/><p:cNvSpPr/><p:nvPr/></p:nvSpPr><p:spPr><a:xfrm><a:off x="17000332" y="12124761"/><a:ext cx="635" cy="18415"/></a:xfrm><a:custGeom><a:avLst/><a:gdLst/><a:ahLst/><a:cxnLst/><a:rect l="l" t="t" r="r" b="b"/><a:pathLst><a:path w="634" h="18415"><a:moveTo><a:pt x="587" y="0"/></a:moveTo><a:lnTo><a:pt x="0" y="18305"/></a:lnTo></a:path></a:pathLst></a:custGeom><a:ln w="3175"><a:solidFill><a:srgbClr val="000000"/></a:solidFill></a:ln></p:spPr><p:txBody><a:bodyPr wrap="square" lIns="0" tIns="0" rIns="0" bIns="0" rtlCol="0"/><a:lstStyle/><a:p/></p:txBody></p:sp><p:sp><p:nvSpPr><p:cNvPr id="339" name="object 339"/><p:cNvSpPr/><p:nvPr/></p:nvSpPr><p:spPr><a:xfrm><a:off x="17022249" y="12132066"/><a:ext cx="19685" cy="25400"/></a:xfrm><a:custGeom><a:avLst/><a:gdLst/><a:ahLst/><a:cxnLst/><a:rect l="l" t="t" r="r" b="b"/><a:pathLst><a:path w="19684" h="25400"><a:moveTo><a:pt x="19146" y="0"/></a:moveTo><a:lnTo><a:pt x="0" y="25022"/></a:lnTo></a:path></a:pathLst></a:custGeom><a:ln w="3175"><a:solidFill><a:srgbClr val="000000"/></a:solidFill></a:ln></p:spPr><p:txBody><a:bodyPr wrap="square" lIns="0" tIns="0" rIns="0" bIns="0" rtlCol="0"/><a:lstStyle/><a:p/></p:txBody></p:sp><p:sp><p:nvSpPr><p:cNvPr id="340" name="object 340"/><p:cNvSpPr/><p:nvPr/></p:nvSpPr><p:spPr><a:xfrm><a:off x="17038624" y="12154570"/><a:ext cx="29845" cy="28575"/></a:xfrm><a:custGeom><a:avLst/><a:gdLst/><a:ahLst/><a:cxnLst/><a:rect l="l" t="t" r="r" b="b"/><a:pathLst><a:path w="29844" h="28575"><a:moveTo><a:pt x="0" y="14862"/></a:moveTo><a:lnTo><a:pt x="29223" y="0"/></a:lnTo><a:lnTo><a:pt x="12260" y="28045"/></a:lnTo></a:path></a:pathLst></a:custGeom><a:ln w="3175"><a:solidFill><a:srgbClr val="000000"/></a:solidFill></a:ln></p:spPr><p:txBody><a:bodyPr wrap="square" lIns="0" tIns="0" rIns="0" bIns="0" rtlCol="0"/><a:lstStyle/><a:p/></p:txBody></p:sp><p:sp><p:nvSpPr><p:cNvPr id="341" name="object 341"/><p:cNvSpPr/><p:nvPr/></p:nvSpPr><p:spPr><a:xfrm><a:off x="17048617" y="12164730"/><a:ext cx="8255" cy="8255"/></a:xfrm><a:custGeom><a:avLst/><a:gdLst/><a:ahLst/><a:cxnLst/><a:rect l="l" t="t" r="r" b="b"/><a:pathLst><a:path w="8255" h="8254"><a:moveTo><a:pt x="0" y="0"/></a:moveTo><a:lnTo><a:pt x="7641" y="8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342" name="object 342"/><p:cNvSpPr/><p:nvPr/></p:nvSpPr><p:spPr><a:xfrm><a:off x="17029891" y="12133158"/><a:ext cx="14604" cy="29845"/></a:xfrm><a:custGeom><a:avLst/><a:gdLst/><a:ahLst/><a:cxnLst/><a:rect l="l" t="t" r="r" b="b"/><a:pathLst><a:path w="14605" h="29845"><a:moveTo><a:pt x="14191" y="0"/></a:moveTo><a:lnTo><a:pt x="10916" y="17213"/></a:lnTo><a:lnTo><a:pt x="0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343" name="object 343"/><p:cNvSpPr/><p:nvPr/></p:nvSpPr><p:spPr><a:xfrm><a:off x="17040808" y="12145165"/><a:ext cx="17145" cy="5715"/></a:xfrm><a:custGeom><a:avLst/><a:gdLst/><a:ahLst/><a:cxnLst/><a:rect l="l" t="t" r="r" b="b"/><a:pathLst><a:path w="17144" h="5715"><a:moveTo><a:pt x="16710" y="0"/></a:moveTo><a:lnTo><a:pt x="0" y="5206"/></a:lnTo></a:path></a:pathLst></a:custGeom><a:ln w="3175"><a:solidFill><a:srgbClr val="000000"/></a:solidFill></a:ln></p:spPr><p:txBody><a:bodyPr wrap="square" lIns="0" tIns="0" rIns="0" bIns="0" rtlCol="0"/><a:lstStyle/><a:p/></p:txBody></p:sp><p:sp><p:nvSpPr><p:cNvPr id="344" name="object 344"/><p:cNvSpPr/><p:nvPr/></p:nvSpPr><p:spPr><a:xfrm><a:off x="17061885" y="11956150"/><a:ext cx="10160" cy="29845"/></a:xfrm><a:custGeom><a:avLst/><a:gdLst/><a:ahLst/><a:cxnLst/><a:rect l="l" t="t" r="r" b="b"/><a:pathLst><a:path w="10159" h="29845"><a:moveTo><a:pt x="9573" y="29221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45" name="object 345"/><p:cNvSpPr/><p:nvPr/></p:nvSpPr><p:spPr><a:xfrm><a:off x="17045678" y="11973448"/><a:ext cx="26034" cy="9525"/></a:xfrm><a:custGeom><a:avLst/><a:gdLst/><a:ahLst/><a:cxnLst/><a:rect l="l" t="t" r="r" b="b"/><a:pathLst><a:path w="26034" h="9525"><a:moveTo><a:pt x="0" y="0"/></a:moveTo><a:lnTo><a:pt x="3358" y="2099"/></a:lnTo><a:lnTo><a:pt x="8989" y="5652"/></a:lnTo><a:lnTo><a:pt x="15312" y="7554"/></a:lnTo><a:lnTo><a:pt x="21833" y="8648"/></a:lnTo><a:lnTo><a:pt x="25696" y="9152"/></a:lnTo></a:path></a:pathLst></a:custGeom><a:ln w="3175"><a:solidFill><a:srgbClr val="000000"/></a:solidFill></a:ln></p:spPr><p:txBody><a:bodyPr wrap="square" lIns="0" tIns="0" rIns="0" bIns="0" rtlCol="0"/><a:lstStyle/><a:p/></p:txBody></p:sp><p:sp><p:nvSpPr><p:cNvPr id="346" name="object 346"/><p:cNvSpPr/><p:nvPr/></p:nvSpPr><p:spPr><a:xfrm><a:off x="17019058" y="11963707"/><a:ext cx="26670" cy="6985"/></a:xfrm><a:custGeom><a:avLst/><a:gdLst/><a:ahLst/><a:cxnLst/><a:rect l="l" t="t" r="r" b="b"/><a:pathLst><a:path w="26669" h="6984"><a:moveTo><a:pt x="0" y="0"/></a:moveTo><a:lnTo><a:pt x="3526" y="1847"/></a:lnTo><a:lnTo><a:pt x="9081" y="4598"/></a:lnTo><a:lnTo><a:pt x="16235" y="6497"/></a:lnTo><a:lnTo><a:pt x="22421" y="6885"/></a:lnTo><a:lnTo><a:pt x="26368" y="6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347" name="object 347"/><p:cNvSpPr/><p:nvPr/></p:nvSpPr><p:spPr><a:xfrm><a:off x="16913250" y="11982600"/><a:ext cx="26034" cy="47625"/></a:xfrm><a:custGeom><a:avLst/><a:gdLst/><a:ahLst/><a:cxnLst/><a:rect l="l" t="t" r="r" b="b"/><a:pathLst><a:path w="26034" h="47625"><a:moveTo><a:pt x="25696" y="7725"/></a:moveTo><a:lnTo><a:pt x="22589" y="3022"/></a:lnTo><a:lnTo><a:pt x="17634" y="419"/></a:lnTo><a:lnTo><a:pt x="10916" y="0"/></a:lnTo><a:lnTo><a:pt x="5710" y="1931"/></a:lnTo><a:lnTo><a:pt x="2099" y="6297"/></a:lnTo><a:lnTo><a:pt x="1847" y="10748"/></a:lnTo><a:lnTo><a:pt x="3191" y="15366"/></a:lnTo><a:lnTo><a:pt x="4786" y="17717"/></a:lnTo><a:lnTo><a:pt x="7977" y="20152"/></a:lnTo><a:lnTo><a:pt x="17886" y="25274"/></a:lnTo><a:lnTo><a:pt x="21077" y="27709"/></a:lnTo><a:lnTo><a:pt x="22673" y="30061"/></a:lnTo><a:lnTo><a:pt x="24016" y="34679"/></a:lnTo><a:lnTo><a:pt x="23680" y="41396"/></a:lnTo><a:lnTo><a:pt x="19985" y="45679"/></a:lnTo><a:lnTo><a:pt x="14779" y="47610"/></a:lnTo><a:lnTo><a:pt x="8061" y="47190"/></a:lnTo><a:lnTo><a:pt x="3107" y="44671"/></a:lnTo><a:lnTo><a:pt x="0" y="39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348" name="object 348"/><p:cNvSpPr/><p:nvPr/></p:nvSpPr><p:spPr><a:xfrm><a:off x="16944153" y="11986211"/><a:ext cx="29209" cy="48260"/></a:xfrm><a:custGeom><a:avLst/><a:gdLst/><a:ahLst/><a:cxnLst/><a:rect l="l" t="t" r="r" b="b"/><a:pathLst><a:path w="29209" h="48259"><a:moveTo><a:pt x="29055" y="9236"/></a:moveTo><a:lnTo><a:pt x="26452" y="4198"/></a:lnTo><a:lnTo><a:pt x="21917" y="1175"/></a:lnTo><a:lnTo><a:pt x="15199" y="0"/></a:lnTo><a:lnTo><a:pt x="9825" y="1343"/></a:lnTo><a:lnTo><a:pt x="5710" y="5206"/></a:lnTo><a:lnTo><a:pt x="4954" y="9656"/></a:lnTo><a:lnTo><a:pt x="5878" y="14358"/></a:lnTo><a:lnTo><a:pt x="7137" y="16877"/></a:lnTo><a:lnTo><a:pt x="10076" y="19648"/></a:lnTo><a:lnTo><a:pt x="19314" y="25862"/></a:lnTo><a:lnTo><a:pt x="22253" y="28633"/></a:lnTo><a:lnTo><a:pt x="23512" y="31152"/></a:lnTo><a:lnTo><a:pt x="24436" y="35854"/></a:lnTo><a:lnTo><a:pt x="23261" y="42572"/></a:lnTo><a:lnTo><a:pt x="19146" y="46435"/></a:lnTo><a:lnTo><a:pt x="13771" y="47778"/></a:lnTo><a:lnTo><a:pt x="7137" y="46603"/></a:lnTo><a:lnTo><a:pt x="2519" y="43496"/></a:lnTo><a:lnTo><a:pt x="0" y="38458"/></a:lnTo></a:path></a:pathLst></a:custGeom><a:ln w="3175"><a:solidFill><a:srgbClr val="000000"/></a:solidFill></a:ln></p:spPr><p:txBody><a:bodyPr wrap="square" lIns="0" tIns="0" rIns="0" bIns="0" rtlCol="0"/><a:lstStyle/><a:p/></p:txBody></p:sp><p:sp><p:nvSpPr><p:cNvPr id="349" name="object 349"/><p:cNvSpPr/><p:nvPr/></p:nvSpPr><p:spPr><a:xfrm><a:off x="16948855" y="12093608"/><a:ext cx="8890" cy="30480"/></a:xfrm><a:custGeom><a:avLst/><a:gdLst/><a:ahLst/><a:cxnLst/><a:rect l="l" t="t" r="r" b="b"/><a:pathLst><a:path w="8890" h="30479"><a:moveTo><a:pt x="8817" y="0"/></a:moveTo><a:lnTo><a:pt x="0" y="30313"/></a:lnTo></a:path></a:pathLst></a:custGeom><a:ln w="3175"><a:solidFill><a:srgbClr val="000000"/></a:solidFill></a:ln></p:spPr><p:txBody><a:bodyPr wrap="square" lIns="0" tIns="0" rIns="0" bIns="0" rtlCol="0"/><a:lstStyle/><a:p/></p:txBody></p:sp><p:sp><p:nvSpPr><p:cNvPr id="350" name="object 350"/><p:cNvSpPr/><p:nvPr/></p:nvSpPr><p:spPr><a:xfrm><a:off x="16963971" y="12098058"/><a:ext cx="8890" cy="30480"/></a:xfrm><a:custGeom><a:avLst/><a:gdLst/><a:ahLst/><a:cxnLst/><a:rect l="l" t="t" r="r" b="b"/><a:pathLst><a:path w="8890" h="30479"><a:moveTo><a:pt x="8817" y="0"/></a:moveTo><a:lnTo><a:pt x="0" y="30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351" name="object 351"/><p:cNvSpPr/><p:nvPr/></p:nvSpPr><p:spPr><a:xfrm><a:off x="16953474" y="12108051"/><a:ext cx="15240" cy="4445"/></a:xfrm><a:custGeom><a:avLst/><a:gdLst/><a:ahLst/><a:cxnLst/><a:rect l="l" t="t" r="r" b="b"/><a:pathLst><a:path w="15240" h="4445"><a:moveTo><a:pt x="0" y="0"/></a:moveTo><a:lnTo><a:pt x="15115" y="4366"/></a:lnTo></a:path></a:pathLst></a:custGeom><a:ln w="3175"><a:solidFill><a:srgbClr val="000000"/></a:solidFill></a:ln></p:spPr><p:txBody><a:bodyPr wrap="square" lIns="0" tIns="0" rIns="0" bIns="0" rtlCol="0"/><a:lstStyle/><a:p/></p:txBody></p:sp><p:sp><p:nvSpPr><p:cNvPr id="352" name="object 352"/><p:cNvSpPr/><p:nvPr/></p:nvSpPr><p:spPr><a:xfrm><a:off x="16929037" y="12089409"/><a:ext cx="19685" cy="31750"/></a:xfrm><a:custGeom><a:avLst/><a:gdLst/><a:ahLst/><a:cxnLst/><a:rect l="l" t="t" r="r" b="b"/><a:pathLst><a:path w="19684" h="31750"><a:moveTo><a:pt x="0" y="31236"/></a:moveTo><a:lnTo><a:pt x="4534" y="0"/></a:lnTo><a:lnTo><a:pt x="14611" y="1511"/></a:lnTo><a:lnTo><a:pt x="17718" y="3442"/></a:lnTo><a:lnTo><a:pt x="18642" y="5122"/></a:lnTo><a:lnTo><a:pt x="19314" y="8229"/></a:lnTo><a:lnTo><a:pt x="18894" y="11251"/></a:lnTo><a:lnTo><a:pt x="17298" y="14022"/></a:lnTo><a:lnTo><a:pt x="15955" y="15366"/></a:lnTo><a:lnTo><a:pt x="12428" y="16374"/></a:lnTo><a:lnTo><a:pt x="2435" y="14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353" name="object 353"/><p:cNvSpPr/><p:nvPr/></p:nvSpPr><p:spPr><a:xfrm><a:off x="16929037" y="12105784"/><a:ext cx="17145" cy="16510"/></a:xfrm><a:custGeom><a:avLst/><a:gdLst/><a:ahLst/><a:cxnLst/><a:rect l="l" t="t" r="r" b="b"/><a:pathLst><a:path w="17144" h="16509"><a:moveTo><a:pt x="12428" y="0"/></a:moveTo><a:lnTo><a:pt x="15535" y="1931"/></a:lnTo><a:lnTo><a:pt x="16459" y="3610"/></a:lnTo><a:lnTo><a:pt x="17130" y="6717"/></a:lnTo><a:lnTo><a:pt x="16459" y="11167"/></a:lnTo><a:lnTo><a:pt x="14947" y="14022"/></a:lnTo><a:lnTo><a:pt x="13603" y="15282"/></a:lnTo><a:lnTo><a:pt x="10076" y="16290"/></a:lnTo><a:lnTo><a:pt x="0" y="14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354" name="object 354"/><p:cNvSpPr/><p:nvPr/></p:nvSpPr><p:spPr><a:xfrm><a:off x="16972284" y="11990913"/><a:ext cx="12700" cy="45720"/></a:xfrm><a:custGeom><a:avLst/><a:gdLst/><a:ahLst/><a:cxnLst/><a:rect l="l" t="t" r="r" b="b"/><a:pathLst><a:path w="12700" h="45720"><a:moveTo><a:pt x="12344" y="0"/></a:moveTo><a:lnTo><a:pt x="0" y="45679"/></a:lnTo></a:path></a:pathLst></a:custGeom><a:ln w="3175"><a:solidFill><a:srgbClr val="000000"/></a:solidFill></a:ln></p:spPr><p:txBody><a:bodyPr wrap="square" lIns="0" tIns="0" rIns="0" bIns="0" rtlCol="0"/><a:lstStyle/><a:p/></p:txBody></p:sp><p:sp><p:nvSpPr><p:cNvPr id="355" name="object 355"/><p:cNvSpPr/><p:nvPr/></p:nvSpPr><p:spPr><a:xfrm><a:off x="16963719" y="12101585"/><a:ext cx="20320" cy="33020"/></a:xfrm><a:custGeom><a:avLst/><a:gdLst/><a:ahLst/><a:cxnLst/><a:rect l="l" t="t" r="r" b="b"/><a:pathLst><a:path w="20319" h="33020"><a:moveTo><a:pt x="0" y="25778"/></a:moveTo><a:lnTo><a:pt x="20237" y="0"/></a:lnTo><a:lnTo><a:pt x="16710" y="3258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6" name="object 356"/><p:cNvSpPr/><p:nvPr/></p:nvSpPr><p:spPr><a:xfrm><a:off x="16970857" y="12118883"/><a:ext cx="10795" cy="4445"/></a:xfrm><a:custGeom><a:avLst/><a:gdLst/><a:ahLst/><a:cxnLst/><a:rect l="l" t="t" r="r" b="b"/><a:pathLst><a:path w="10794" h="4445"><a:moveTo><a:pt x="0" y="0"/></a:moveTo><a:lnTo><a:pt x="10412" y="4282"/></a:lnTo></a:path></a:pathLst></a:custGeom><a:ln w="3175"><a:solidFill><a:srgbClr val="000000"/></a:solidFill></a:ln></p:spPr><p:txBody><a:bodyPr wrap="square" lIns="0" tIns="0" rIns="0" bIns="0" rtlCol="0"/><a:lstStyle/><a:p/></p:txBody></p:sp><p:sp><p:nvSpPr><p:cNvPr id="357" name="object 357"/><p:cNvSpPr/><p:nvPr/></p:nvSpPr><p:spPr><a:xfrm><a:off x="16885454" y="11924913"/><a:ext cx="22225" cy="21590"/></a:xfrm><a:custGeom><a:avLst/><a:gdLst/><a:ahLst/><a:cxnLst/><a:rect l="l" t="t" r="r" b="b"/><a:pathLst><a:path w="22225" h="21590"><a:moveTo><a:pt x="21917" y="21496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8" name="object 358"/><p:cNvSpPr/><p:nvPr/></p:nvSpPr><p:spPr><a:xfrm><a:off x="16885538" y="11921322"/><a:ext cx="30480" cy="3810"/></a:xfrm><a:custGeom><a:avLst/><a:gdLst/><a:ahLst/><a:cxnLst/><a:rect l="l" t="t" r="r" b="b"/><a:pathLst><a:path w="30480" h="3809"><a:moveTo><a:pt x="30146" y="1575"/></a:moveTo><a:lnTo><a:pt x="27627" y="987"/></a:lnTo><a:lnTo><a:pt x="21283" y="31"/></a:lnTo><a:lnTo><a:pt x="14868" y="0"/></a:lnTo><a:lnTo><a:pt x="8513" y="881"/></a:lnTo><a:lnTo><a:pt x="2351" y="2667"/></a:lnTo><a:lnTo><a:pt x="0" y="359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9" name="object 359"/><p:cNvSpPr/><p:nvPr/></p:nvSpPr><p:spPr><a:xfrm><a:off x="16855307" y="11926760"/><a:ext cx="50800" cy="21590"/></a:xfrm><a:custGeom><a:avLst/><a:gdLst/><a:ahLst/><a:cxnLst/><a:rect l="l" t="t" r="r" b="b"/><a:pathLst><a:path w="50800" h="21590"><a:moveTo><a:pt x="25192" y="21160"/></a:moveTo><a:lnTo><a:pt x="29559" y="21412"/></a:lnTo><a:lnTo><a:pt x="33841" y="21244"/></a:lnTo><a:lnTo><a:pt x="38208" y="20824"/></a:lnTo><a:lnTo><a:pt x="42491" y="19984"/></a:lnTo><a:lnTo><a:pt x="46689" y="18809"/></a:lnTo><a:lnTo><a:pt x="50720" y="17213"/></a:lnTo></a:path><a:path w="50800" h="21590"><a:moveTo><a:pt x="25192" y="2116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0" name="object 360"/><p:cNvSpPr/><p:nvPr/></p:nvSpPr><p:spPr><a:xfrm><a:off x="16825832" y="11933478"/><a:ext cx="25400" cy="18415"/></a:xfrm><a:custGeom><a:avLst/><a:gdLst/><a:ahLst/><a:cxnLst/><a:rect l="l" t="t" r="r" b="b"/><a:pathLst><a:path w="25400" h="18415"><a:moveTo><a:pt x="25108" y="17801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1" name="object 361"/><p:cNvSpPr/><p:nvPr/></p:nvSpPr><p:spPr><a:xfrm><a:off x="16825832" y="11926509"/><a:ext cx="29845" cy="6985"/></a:xfrm><a:custGeom><a:avLst/><a:gdLst/><a:ahLst/><a:cxnLst/><a:rect l="l" t="t" r="r" b="b"/><a:pathLst><a:path w="29844" h="6984"><a:moveTo><a:pt x="29475" y="251"/></a:moveTo><a:lnTo><a:pt x="26955" y="0"/></a:lnTo><a:lnTo><a:pt x="20525" y="71"/></a:lnTo><a:lnTo><a:pt x="14180" y="1075"/></a:lnTo><a:lnTo><a:pt x="8030" y="2947"/></a:lnTo><a:lnTo><a:pt x="2183" y="5625"/></a:lnTo><a:lnTo><a:pt x="0" y="6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362" name="object 362"/><p:cNvSpPr/><p:nvPr/></p:nvSpPr><p:spPr><a:xfrm><a:off x="16850941" y="11945402"/><a:ext cx="26670" cy="6350"/></a:xfrm><a:custGeom><a:avLst/><a:gdLst/><a:ahLst/><a:cxnLst/><a:rect l="l" t="t" r="r" b="b"/><a:pathLst><a:path w="26669" h="6350"><a:moveTo><a:pt x="0" y="5877"/></a:moveTo><a:lnTo><a:pt x="3946" y="5877"/></a:lnTo><a:lnTo><a:pt x="10494" y="5733"/></a:lnTo><a:lnTo><a:pt x="17004" y="4286"/></a:lnTo><a:lnTo><a:pt x="23009" y="1679"/></a:lnTo><a:lnTo><a:pt x="266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3" name="object 363"/><p:cNvSpPr/><p:nvPr/></p:nvSpPr><p:spPr><a:xfrm><a:off x="16856315" y="11922020"/><a:ext cx="29209" cy="5715"/></a:xfrm><a:custGeom><a:avLst/><a:gdLst/><a:ahLst/><a:cxnLst/><a:rect l="l" t="t" r="r" b="b"/><a:pathLst><a:path w="29209" h="5715"><a:moveTo><a:pt x="29139" y="1549"/></a:moveTo><a:lnTo><a:pt x="26619" y="1129"/></a:lnTo><a:lnTo><a:pt x="18359" y="0"/></a:lnTo><a:lnTo><a:pt x="9907" y="1140"/></a:lnTo><a:lnTo><a:pt x="2267" y="4488"/></a:lnTo><a:lnTo><a:pt x="0" y="5495"/></a:lnTo></a:path></a:pathLst></a:custGeom><a:ln w="3175"><a:solidFill><a:srgbClr val="000000"/></a:solidFill></a:ln></p:spPr><p:txBody><a:bodyPr wrap="square" lIns="0" tIns="0" rIns="0" bIns="0" rtlCol="0"/><a:lstStyle/><a:p/></p:txBody></p:sp><p:sp><p:nvSpPr><p:cNvPr id="364" name="object 364"/><p:cNvSpPr/><p:nvPr/></p:nvSpPr><p:spPr><a:xfrm><a:off x="16768393" y="11940028"/><a:ext cx="28575" cy="11430"/></a:xfrm><a:custGeom><a:avLst/><a:gdLst/><a:ahLst/><a:cxnLst/><a:rect l="l" t="t" r="r" b="b"/><a:pathLst><a:path w="28575" h="11429"><a:moveTo><a:pt x="28047" y="0"/></a:moveTo><a:lnTo><a:pt x="25444" y="251"/></a:lnTo><a:lnTo><a:pt x="16794" y="1118"/></a:lnTo><a:lnTo><a:pt x="8773" y="4384"/></a:lnTo><a:lnTo><a:pt x="1931" y="9740"/></a:lnTo><a:lnTo><a:pt x="0" y="11419"/></a:lnTo></a:path></a:pathLst></a:custGeom><a:ln w="3175"><a:solidFill><a:srgbClr val="000000"/></a:solidFill></a:ln></p:spPr><p:txBody><a:bodyPr wrap="square" lIns="0" tIns="0" rIns="0" bIns="0" rtlCol="0"/><a:lstStyle/><a:p/></p:txBody></p:sp><p:sp><p:nvSpPr><p:cNvPr id="365" name="object 365"/><p:cNvSpPr/><p:nvPr/></p:nvSpPr><p:spPr><a:xfrm><a:off x="16796777" y="11932218"/><a:ext cx="29209" cy="9525"/></a:xfrm><a:custGeom><a:avLst/><a:gdLst/><a:ahLst/><a:cxnLst/><a:rect l="l" t="t" r="r" b="b"/><a:pathLst><a:path w="29209" h="9525"><a:moveTo><a:pt x="28887" y="0"/></a:moveTo><a:lnTo><a:pt x="26284" y="0"/></a:lnTo><a:lnTo><a:pt x="17714" y="228"/></a:lnTo><a:lnTo><a:pt x="9189" y="2790"/></a:lnTo><a:lnTo><a:pt x="2099" y="7641"/></a:lnTo><a:lnTo><a:pt x="0" y="9068"/></a:lnTo></a:path></a:pathLst></a:custGeom><a:ln w="3175"><a:solidFill><a:srgbClr val="000000"/></a:solidFill></a:ln></p:spPr><p:txBody><a:bodyPr wrap="square" lIns="0" tIns="0" rIns="0" bIns="0" rtlCol="0"/><a:lstStyle/><a:p/></p:txBody></p:sp><p:sp><p:nvSpPr><p:cNvPr id="366" name="object 366"/><p:cNvSpPr/><p:nvPr/></p:nvSpPr><p:spPr><a:xfrm><a:off x="17033838" y="11945150"/><a:ext cx="28575" cy="10160"/></a:xfrm><a:custGeom><a:avLst/><a:gdLst/><a:ahLst/><a:cxnLst/><a:rect l="l" t="t" r="r" b="b"/><a:pathLst><a:path w="28575" h="10159"><a:moveTo><a:pt x="28551" y="9824"/></a:moveTo><a:lnTo><a:pt x="26536" y="8312"/></a:lnTo><a:lnTo><a:pt x="19489" y="3258"/></a:lnTo><a:lnTo><a:pt x="11170" y="456"/></a:lnTo><a:lnTo><a:pt x="2519" y="83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7" name="object 367"/><p:cNvSpPr/><p:nvPr/></p:nvSpPr><p:spPr><a:xfrm><a:off x="17005034" y="11936249"/><a:ext cx="29845" cy="8255"/></a:xfrm><a:custGeom><a:avLst/><a:gdLst/><a:ahLst/><a:cxnLst/><a:rect l="l" t="t" r="r" b="b"/><a:pathLst><a:path w="29844" h="8254"><a:moveTo><a:pt x="29307" y="7725"/></a:moveTo><a:lnTo><a:pt x="2519" y="0"/></a:lnTo><a:lnTo><a:pt x="0" y="167"/></a:lnTo></a:path></a:pathLst></a:custGeom><a:ln w="3175"><a:solidFill><a:srgbClr val="000000"/></a:solidFill></a:ln></p:spPr><p:txBody><a:bodyPr wrap="square" lIns="0" tIns="0" rIns="0" bIns="0" rtlCol="0"/><a:lstStyle/><a:p/></p:txBody></p:sp><p:sp><p:nvSpPr><p:cNvPr id="368" name="object 368"/><p:cNvSpPr/><p:nvPr/></p:nvSpPr><p:spPr><a:xfrm><a:off x="16945664" y="11925921"/><a:ext cx="18415" cy="24765"/></a:xfrm><a:custGeom><a:avLst/><a:gdLst/><a:ahLst/><a:cxnLst/><a:rect l="l" t="t" r="r" b="b"/><a:pathLst><a:path w="18415" h="24765"><a:moveTo><a:pt x="18306" y="2468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9" name="object 369"/><p:cNvSpPr/><p:nvPr/></p:nvSpPr><p:spPr><a:xfrm><a:off x="16945748" y="11924549"/><a:ext cx="30480" cy="4445"/></a:xfrm><a:custGeom><a:avLst/><a:gdLst/><a:ahLst/><a:cxnLst/><a:rect l="l" t="t" r="r" b="b"/><a:pathLst><a:path w="30480" h="4445"><a:moveTo><a:pt x="30062" y="4142"/></a:moveTo><a:lnTo><a:pt x="27711" y="3134"/></a:lnTo><a:lnTo><a:pt x="21499" y="1155"/></a:lnTo><a:lnTo><a:pt x="15247" y="117"/></a:lnTo><a:lnTo><a:pt x="8908" y="0"/></a:lnTo><a:lnTo><a:pt x="2435" y="783"/></a:lnTo><a:lnTo><a:pt x="0" y="1371"/></a:lnTo></a:path></a:pathLst></a:custGeom><a:ln w="3175"><a:solidFill><a:srgbClr val="000000"/></a:solidFill></a:ln></p:spPr><p:txBody><a:bodyPr wrap="square" lIns="0" tIns="0" rIns="0" bIns="0" rtlCol="0"/><a:lstStyle/><a:p/></p:txBody></p:sp><p:sp><p:nvSpPr><p:cNvPr id="370" name="object 370"/><p:cNvSpPr/><p:nvPr/></p:nvSpPr><p:spPr><a:xfrm><a:off x="16915601" y="11924157"/><a:ext cx="20320" cy="23495"/></a:xfrm><a:custGeom><a:avLst/><a:gdLst/><a:ahLst/><a:cxnLst/><a:rect l="l" t="t" r="r" b="b"/><a:pathLst><a:path w="20319" h="23495"><a:moveTo><a:pt x="20153" y="23259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1" name="object 371"/><p:cNvSpPr/><p:nvPr/></p:nvSpPr><p:spPr><a:xfrm><a:off x="16915601" y="11921813"/><a:ext cx="30480" cy="3175"/></a:xfrm><a:custGeom><a:avLst/><a:gdLst/><a:ahLst/><a:cxnLst/><a:rect l="l" t="t" r="r" b="b"/><a:pathLst><a:path w="30480" h="3175"><a:moveTo><a:pt x="30230" y="2764"/></a:moveTo><a:lnTo><a:pt x="27795" y="2008"/></a:lnTo><a:lnTo><a:pt x="21540" y="534"/></a:lnTo><a:lnTo><a:pt x="15140" y="0"/></a:lnTo><a:lnTo><a:pt x="8727" y="385"/></a:lnTo><a:lnTo><a:pt x="2435" y="1672"/></a:lnTo><a:lnTo><a:pt x="0" y="2428"/></a:lnTo></a:path></a:pathLst></a:custGeom><a:ln w="3175"><a:solidFill><a:srgbClr val="000000"/></a:solidFill></a:ln></p:spPr><p:txBody><a:bodyPr wrap="square" lIns="0" tIns="0" rIns="0" bIns="0" rtlCol="0"/><a:lstStyle/><a:p/></p:txBody></p:sp><p:sp><p:nvSpPr><p:cNvPr id="372" name="object 372"/><p:cNvSpPr/><p:nvPr/></p:nvSpPr><p:spPr><a:xfrm><a:off x="16935755" y="11947417"/><a:ext cx="27305" cy="2540"/></a:xfrm><a:custGeom><a:avLst/><a:gdLst/><a:ahLst/><a:cxnLst/><a:rect l="l" t="t" r="r" b="b"/><a:pathLst><a:path w="27305" h="2540"><a:moveTo><a:pt x="0" y="0"/></a:moveTo><a:lnTo><a:pt x="3778" y="923"/></a:lnTo><a:lnTo><a:pt x="10650" y="2328"/></a:lnTo><a:lnTo><a:pt x="16417" y="2489"/></a:lnTo><a:lnTo><a:pt x="23344" y="1343"/></a:lnTo><a:lnTo><a:pt x="27207" y="587"/></a:lnTo></a:path></a:pathLst></a:custGeom><a:ln w="3175"><a:solidFill><a:srgbClr val="000000"/></a:solidFill></a:ln></p:spPr><p:txBody><a:bodyPr wrap="square" lIns="0" tIns="0" rIns="0" bIns="0" rtlCol="0"/><a:lstStyle/><a:p/></p:txBody></p:sp><p:sp><p:nvSpPr><p:cNvPr id="373" name="object 373"/><p:cNvSpPr/><p:nvPr/></p:nvSpPr><p:spPr><a:xfrm><a:off x="16907372" y="11944898"/><a:ext cx="27305" cy="3175"/></a:xfrm><a:custGeom><a:avLst/><a:gdLst/><a:ahLst/><a:cxnLst/><a:rect l="l" t="t" r="r" b="b"/><a:pathLst><a:path w="27305" h="3175"><a:moveTo><a:pt x="0" y="1511"/></a:moveTo><a:lnTo><a:pt x="3946" y="2183"/></a:lnTo><a:lnTo><a:pt x="10431" y="3154"/></a:lnTo><a:lnTo><a:pt x="17067" y="2569"/></a:lnTo><a:lnTo><a:pt x="23428" y="1091"/></a:lnTo><a:lnTo><a:pt x="27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4" name="object 374"/><p:cNvSpPr/><p:nvPr/></p:nvSpPr><p:spPr><a:xfrm><a:off x="16975559" y="11929951"/><a:ext cx="16510" cy="26670"/></a:xfrm><a:custGeom><a:avLst/><a:gdLst/><a:ahLst/><a:cxnLst/><a:rect l="l" t="t" r="r" b="b"/><a:pathLst><a:path w="16509" h="26670"><a:moveTo><a:pt x="16207" y="26114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5" name="object 375"/><p:cNvSpPr/><p:nvPr/></p:nvSpPr><p:spPr><a:xfrm><a:off x="16975475" y="11929318"/><a:ext cx="29845" cy="6350"/></a:xfrm><a:custGeom><a:avLst/><a:gdLst/><a:ahLst/><a:cxnLst/><a:rect l="l" t="t" r="r" b="b"/><a:pathLst><a:path w="29844" h="6350"><a:moveTo><a:pt x="29811" y="5755"/></a:moveTo><a:lnTo><a:pt x="27543" y="4580"/></a:lnTo><a:lnTo><a:pt x="21610" y="2161"/></a:lnTo><a:lnTo><a:pt x="15387" y="641"/></a:lnTo><a:lnTo><a:pt x="9006" y="0"/></a:lnTo><a:lnTo><a:pt x="2603" y="213"/></a:lnTo><a:lnTo><a:pt x="0" y="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376" name="object 376"/><p:cNvSpPr/><p:nvPr/></p:nvSpPr><p:spPr><a:xfrm><a:off x="16963971" y="11950608"/><a:ext cx="27305" cy="3810"/></a:xfrm><a:custGeom><a:avLst/><a:gdLst/><a:ahLst/><a:cxnLst/><a:rect l="l" t="t" r="r" b="b"/><a:pathLst><a:path w="27305" h="3809"><a:moveTo><a:pt x="0" y="0"/></a:moveTo><a:lnTo><a:pt x="3694" y="1259"/></a:lnTo><a:lnTo><a:pt x="9974" y="3196"/></a:lnTo><a:lnTo><a:pt x="16636" y="3788"/></a:lnTo><a:lnTo><a:pt x="23177" y="3274"/></a:lnTo><a:lnTo><a:pt x="27039" y="277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7" name="object 377"/><p:cNvSpPr/><p:nvPr/></p:nvSpPr><p:spPr><a:xfrm><a:off x="17249821" y="12169097"/><a:ext cx="14604" cy="27305"/></a:xfrm><a:custGeom><a:avLst/><a:gdLst/><a:ahLst/><a:cxnLst/><a:rect l="l" t="t" r="r" b="b"/><a:pathLst><a:path w="14605" h="27304"><a:moveTo><a:pt x="0" y="27290"/></a:moveTo><a:lnTo><a:pt x="1419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8" name="object 378"/><p:cNvSpPr/><p:nvPr/></p:nvSpPr><p:spPr><a:xfrm><a:off x="17252172" y="12141387"/><a:ext cx="13335" cy="27305"/></a:xfrm><a:custGeom><a:avLst/><a:gdLst/><a:ahLst/><a:cxnLst/><a:rect l="l" t="t" r="r" b="b"/><a:pathLst><a:path w="13334" h="27304"><a:moveTo><a:pt x="13016" y="27290"/></a:moveTo><a:lnTo><a:pt x="12680" y="24687"/></a:lnTo><a:lnTo><a:pt x="11290" y="16180"/></a:lnTo><a:lnTo><a:pt x="7533" y="8252"/></a:lnTo><a:lnTo><a:pt x="1763" y="184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9" name="object 379"/><p:cNvSpPr/><p:nvPr/></p:nvSpPr><p:spPr><a:xfrm><a:off x="17147707" y="12145501"/><a:ext cx="41910" cy="22860"/></a:xfrm><a:custGeom><a:avLst/><a:gdLst/><a:ahLst/><a:cxnLst/><a:rect l="l" t="t" r="r" b="b"/><a:pathLst><a:path w="41909" h="22859"><a:moveTo><a:pt x="41651" y="0"/></a:moveTo><a:lnTo><a:pt x="0" y="22503"/></a:lnTo></a:path></a:pathLst></a:custGeom><a:ln w="3175"><a:solidFill><a:srgbClr val="000000"/></a:solidFill></a:ln></p:spPr><p:txBody><a:bodyPr wrap="square" lIns="0" tIns="0" rIns="0" bIns="0" rtlCol="0"/><a:lstStyle/><a:p/></p:txBody></p:sp><p:sp><p:nvSpPr><p:cNvPr id="380" name="object 380"/><p:cNvSpPr/><p:nvPr/></p:nvSpPr><p:spPr><a:xfrm><a:off x="17152242" y="12158181"/><a:ext cx="53340" cy="40640"/></a:xfrm><a:custGeom><a:avLst/><a:gdLst/><a:ahLst/><a:cxnLst/><a:rect l="l" t="t" r="r" b="b"/><a:pathLst><a:path w="53340" h="40640"><a:moveTo><a:pt x="0" y="18809"/></a:moveTo><a:lnTo><a:pt x="43414" y="0"/></a:lnTo><a:lnTo><a:pt x="9405" y="40557"/></a:lnTo><a:lnTo><a:pt x="52820" y="21748"/></a:lnTo></a:path></a:pathLst></a:custGeom><a:ln w="3175"><a:solidFill><a:srgbClr val="000000"/></a:solidFill></a:ln></p:spPr><p:txBody><a:bodyPr wrap="square" lIns="0" tIns="0" rIns="0" bIns="0" rtlCol="0"/><a:lstStyle/><a:p/></p:txBody></p:sp><p:sp><p:nvSpPr><p:cNvPr id="381" name="object 381"/><p:cNvSpPr/><p:nvPr/></p:nvSpPr><p:spPr><a:xfrm><a:off x="17240248" y="12141387"/><a:ext cx="12065" cy="53340"/></a:xfrm><a:custGeom><a:avLst/><a:gdLst/><a:ahLst/><a:cxnLst/><a:rect l="l" t="t" r="r" b="b"/><a:pathLst><a:path w="12065" h="53340"><a:moveTo><a:pt x="11924" y="0"/></a:moveTo><a:lnTo><a:pt x="0" y="28297"/></a:lnTo><a:lnTo><a:pt x="839" y="32160"/></a:lnTo><a:lnTo><a:pt x="2222" y="38011"/></a:lnTo><a:lnTo><a:pt x="5535" y="45018"/></a:lnTo><a:lnTo><a:pt x="9069" y="49877"/></a:lnTo><a:lnTo><a:pt x="11504" y="52984"/></a:lnTo></a:path></a:pathLst></a:custGeom><a:ln w="3175"><a:solidFill><a:srgbClr val="000000"/></a:solidFill></a:ln></p:spPr><p:txBody><a:bodyPr wrap="square" lIns="0" tIns="0" rIns="0" bIns="0" rtlCol="0"/><a:lstStyle/><a:p/></p:txBody></p:sp><p:sp><p:nvSpPr><p:cNvPr id="382" name="object 382"/><p:cNvSpPr/><p:nvPr/></p:nvSpPr><p:spPr><a:xfrm><a:off x="17228659" y="12114600"/><a:ext cx="10160" cy="29845"/></a:xfrm><a:custGeom><a:avLst/><a:gdLst/><a:ahLst/><a:cxnLst/><a:rect l="l" t="t" r="r" b="b"/><a:pathLst><a:path w="10159" h="29845"><a:moveTo><a:pt x="0" y="29221"/></a:moveTo><a:lnTo><a:pt x="957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3" name="object 383"/><p:cNvSpPr/><p:nvPr/></p:nvSpPr><p:spPr><a:xfrm><a:off x="17238232" y="12114684"/><a:ext cx="15240" cy="26670"/></a:xfrm><a:custGeom><a:avLst/><a:gdLst/><a:ahLst/><a:cxnLst/><a:rect l="l" t="t" r="r" b="b"/><a:pathLst><a:path w="15240" h="26670"><a:moveTo><a:pt x="15115" y="26114"/></a:moveTo><a:lnTo><a:pt x="14611" y="23679"/></a:lnTo><a:lnTo><a:pt x="12585" y="15328"/></a:lnTo><a:lnTo><a:pt x="8067" y="7676"/></a:lnTo><a:lnTo><a:pt x="1931" y="167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4" name="object 384"/><p:cNvSpPr/><p:nvPr/></p:nvSpPr><p:spPr><a:xfrm><a:off x="17228659" y="12143822"/><a:ext cx="13970" cy="24130"/></a:xfrm><a:custGeom><a:avLst/><a:gdLst/><a:ahLst/><a:cxnLst/><a:rect l="l" t="t" r="r" b="b"/><a:pathLst><a:path w="13969" h="24129"><a:moveTo><a:pt x="0" y="0"/></a:moveTo><a:lnTo><a:pt x="1091" y="3778"/></a:lnTo><a:lnTo><a:pt x="3213" y="9912"/></a:lnTo><a:lnTo><a:pt x="6536" y="15878"/></a:lnTo><a:lnTo><a:pt x="10748" y="20824"/></a:lnTo><a:lnTo><a:pt x="13351" y="23679"/></a:lnTo></a:path></a:pathLst></a:custGeom><a:ln w="3175"><a:solidFill><a:srgbClr val="000000"/></a:solidFill></a:ln></p:spPr><p:txBody><a:bodyPr wrap="square" lIns="0" tIns="0" rIns="0" bIns="0" rtlCol="0"/><a:lstStyle/><a:p/></p:txBody></p:sp><p:sp><p:nvSpPr><p:cNvPr id="385" name="object 385"/><p:cNvSpPr/><p:nvPr/></p:nvSpPr><p:spPr><a:xfrm><a:off x="17214971" y="12089074"/><a:ext cx="7620" cy="30480"/></a:xfrm><a:custGeom><a:avLst/><a:gdLst/><a:ahLst/><a:cxnLst/><a:rect l="l" t="t" r="r" b="b"/><a:pathLst><a:path w="7619" h="30479"><a:moveTo><a:pt x="0" y="29893"/></a:moveTo><a:lnTo><a:pt x="730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6" name="object 386"/><p:cNvSpPr/><p:nvPr/></p:nvSpPr><p:spPr><a:xfrm><a:off x="17222193" y="12089074"/><a:ext cx="17780" cy="25400"/></a:xfrm><a:custGeom><a:avLst/><a:gdLst/><a:ahLst/><a:cxnLst/><a:rect l="l" t="t" r="r" b="b"/><a:pathLst><a:path w="17780" h="25400"><a:moveTo><a:pt x="17214" y="24938"/></a:moveTo><a:lnTo><a:pt x="16459" y="22419"/></a:lnTo><a:lnTo><a:pt x="13630" y="14294"/></a:lnTo><a:lnTo><a:pt x="8855" y="6989"/></a:lnTo><a:lnTo><a:pt x="2099" y="159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7" name="object 387"/><p:cNvSpPr/><p:nvPr/></p:nvSpPr><p:spPr><a:xfrm><a:off x="17214971" y="12118967"/><a:ext cx="15875" cy="22860"/></a:xfrm><a:custGeom><a:avLst/><a:gdLst/><a:ahLst/><a:cxnLst/><a:rect l="l" t="t" r="r" b="b"/><a:pathLst><a:path w="15875" h="22859"><a:moveTo><a:pt x="0" y="0"/></a:moveTo><a:lnTo><a:pt x="1427" y="3694"/></a:lnTo><a:lnTo><a:pt x="4202" y="10037"/></a:lnTo><a:lnTo><a:pt x="7486" y="14961"/></a:lnTo><a:lnTo><a:pt x="12344" y="19900"/></a:lnTo><a:lnTo><a:pt x="15283" y="22587"/></a:lnTo></a:path></a:pathLst></a:custGeom><a:ln w="3175"><a:solidFill><a:srgbClr val="000000"/></a:solidFill></a:ln></p:spPr><p:txBody><a:bodyPr wrap="square" lIns="0" tIns="0" rIns="0" bIns="0" rtlCol="0"/><a:lstStyle/><a:p/></p:txBody></p:sp><p:sp><p:nvSpPr><p:cNvPr id="388" name="object 388"/><p:cNvSpPr/><p:nvPr/></p:nvSpPr><p:spPr><a:xfrm><a:off x="17199352" y="12064890"/><a:ext cx="5080" cy="30480"/></a:xfrm><a:custGeom><a:avLst/><a:gdLst/><a:ahLst/><a:cxnLst/><a:rect l="l" t="t" r="r" b="b"/><a:pathLst><a:path w="5080" h="30479"><a:moveTo><a:pt x="0" y="30396"/></a:moveTo><a:lnTo><a:pt x="487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9" name="object 389"/><p:cNvSpPr/><p:nvPr/></p:nvSpPr><p:spPr><a:xfrm><a:off x="17204306" y="12064890"/><a:ext cx="19685" cy="24130"/></a:xfrm><a:custGeom><a:avLst/><a:gdLst/><a:ahLst/><a:cxnLst/><a:rect l="l" t="t" r="r" b="b"/><a:pathLst><a:path w="19684" h="24129"><a:moveTo><a:pt x="19062" y="23511"/></a:moveTo><a:lnTo><a:pt x="18138" y="21076"/></a:lnTo><a:lnTo><a:pt x="14748" y="13219"/></a:lnTo><a:lnTo><a:pt x="9196" y="6243"/></a:lnTo><a:lnTo><a:pt x="2099" y="142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0" name="object 390"/><p:cNvSpPr/><p:nvPr/></p:nvSpPr><p:spPr><a:xfrm><a:off x="17199352" y="12095203"/><a:ext cx="17145" cy="21590"/></a:xfrm><a:custGeom><a:avLst/><a:gdLst/><a:ahLst/><a:cxnLst/><a:rect l="l" t="t" r="r" b="b"/><a:pathLst><a:path w="17144" h="21590"><a:moveTo><a:pt x="0" y="0"/></a:moveTo><a:lnTo><a:pt x="1175" y="2519"/></a:lnTo><a:lnTo><a:pt x="4782" y="9338"/></a:lnTo><a:lnTo><a:pt x="8855" y="14756"/></a:lnTo><a:lnTo><a:pt x="14863" y="19648"/></a:lnTo><a:lnTo><a:pt x="17046" y="21328"/></a:lnTo></a:path></a:pathLst></a:custGeom><a:ln w="3175"><a:solidFill><a:srgbClr val="000000"/></a:solidFill></a:ln></p:spPr><p:txBody><a:bodyPr wrap="square" lIns="0" tIns="0" rIns="0" bIns="0" rtlCol="0"/><a:lstStyle/><a:p/></p:txBody></p:sp><p:sp><p:nvSpPr><p:cNvPr id="391" name="object 391"/><p:cNvSpPr/><p:nvPr/></p:nvSpPr><p:spPr><a:xfrm><a:off x="17181885" y="12042219"/><a:ext cx="2540" cy="31115"/></a:xfrm><a:custGeom><a:avLst/><a:gdLst/><a:ahLst/><a:cxnLst/><a:rect l="l" t="t" r="r" b="b"/><a:pathLst><a:path w="2540" h="31115"><a:moveTo><a:pt x="0" y="30648"/></a:moveTo><a:lnTo><a:pt x="2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2" name="object 392"/><p:cNvSpPr/><p:nvPr/></p:nvSpPr><p:spPr><a:xfrm><a:off x="17184320" y="12042303"/><a:ext cx="20955" cy="22225"/></a:xfrm><a:custGeom><a:avLst/><a:gdLst/><a:ahLst/><a:cxnLst/><a:rect l="l" t="t" r="r" b="b"/><a:pathLst><a:path w="20955" h="22225"><a:moveTo><a:pt x="20909" y="21832"/></a:moveTo><a:lnTo><a:pt x="2267" y="117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3" name="object 393"/><p:cNvSpPr/><p:nvPr/></p:nvSpPr><p:spPr><a:xfrm><a:off x="17181969" y="12072867"/><a:ext cx="19050" cy="20320"/></a:xfrm><a:custGeom><a:avLst/><a:gdLst/><a:ahLst/><a:cxnLst/><a:rect l="l" t="t" r="r" b="b"/><a:pathLst><a:path w="19050" h="20320"><a:moveTo><a:pt x="0" y="0"/></a:moveTo><a:lnTo><a:pt x="1343" y="2351"/></a:lnTo><a:lnTo><a:pt x="5202" y="8751"/></a:lnTo><a:lnTo><a:pt x="10137" y="14057"/></a:lnTo><a:lnTo><a:pt x="16291" y="18305"/></a:lnTo><a:lnTo><a:pt x="18642" y="19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394" name="object 394"/><p:cNvSpPr/><p:nvPr/></p:nvSpPr><p:spPr><a:xfrm><a:off x="17162739" y="12021226"/><a:ext cx="635" cy="31115"/></a:xfrm><a:custGeom><a:avLst/><a:gdLst/><a:ahLst/><a:cxnLst/><a:rect l="l" t="t" r="r" b="b"/><a:pathLst><a:path w="634" h="31115"><a:moveTo><a:pt x="0" y="30732"/></a:moveTo><a:lnTo><a:pt x="8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5" name="object 395"/><p:cNvSpPr/><p:nvPr/></p:nvSpPr><p:spPr><a:xfrm><a:off x="17162739" y="12021226"/><a:ext cx="22860" cy="20320"/></a:xfrm><a:custGeom><a:avLst/><a:gdLst/><a:ahLst/><a:cxnLst/><a:rect l="l" t="t" r="r" b="b"/><a:pathLst><a:path w="22859" h="20320"><a:moveTo><a:pt x="22589" y="20152"/></a:moveTo><a:lnTo><a:pt x="21329" y="17885"/></a:lnTo><a:lnTo><a:pt x="16740" y="10647"/></a:lnTo><a:lnTo><a:pt x="10092" y="4688"/></a:lnTo><a:lnTo><a:pt x="2351" y="100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6" name="object 396"/><p:cNvSpPr/><p:nvPr/></p:nvSpPr><p:spPr><a:xfrm><a:off x="17162823" y="12051875"/><a:ext cx="20320" cy="18415"/></a:xfrm><a:custGeom><a:avLst/><a:gdLst/><a:ahLst/><a:cxnLst/><a:rect l="l" t="t" r="r" b="b"/><a:pathLst><a:path w="20319" h="18415"><a:moveTo><a:pt x="0" y="0"/></a:moveTo><a:lnTo><a:pt x="1511" y="2351"/></a:lnTo><a:lnTo><a:pt x="5904" y="8364"/></a:lnTo><a:lnTo><a:pt x="11255" y="13323"/></a:lnTo><a:lnTo><a:pt x="17718" y="17045"/></a:lnTo><a:lnTo><a:pt x="20153" y="18389"/></a:lnTo></a:path></a:pathLst></a:custGeom><a:ln w="3175"><a:solidFill><a:srgbClr val="000000"/></a:solidFill></a:ln></p:spPr><p:txBody><a:bodyPr wrap="square" lIns="0" tIns="0" rIns="0" bIns="0" rtlCol="0"/><a:lstStyle/><a:p/></p:txBody></p:sp><p:sp><p:nvSpPr><p:cNvPr id="397" name="object 397"/><p:cNvSpPr/><p:nvPr/></p:nvSpPr><p:spPr><a:xfrm><a:off x="17088757" y="12063547"/><a:ext cx="49530" cy="33020"/></a:xfrm><a:custGeom><a:avLst/><a:gdLst/><a:ahLst/><a:cxnLst/><a:rect l="l" t="t" r="r" b="b"/><a:pathLst><a:path w="49530" h="33020"><a:moveTo><a:pt x="0" y="33000"/></a:moveTo><a:lnTo><a:pt x="33841" y="0"/></a:lnTo><a:lnTo><a:pt x="49125" y="15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398" name="object 398"/><p:cNvSpPr/><p:nvPr/></p:nvSpPr><p:spPr><a:xfrm><a:off x="17106476" y="12079249"/><a:ext cx="9525" cy="10160"/></a:xfrm><a:custGeom><a:avLst/><a:gdLst/><a:ahLst/><a:cxnLst/><a:rect l="l" t="t" r="r" b="b"/><a:pathLst><a:path w="9525" h="10159"><a:moveTo><a:pt x="0" y="0"/></a:moveTo><a:lnTo><a:pt x="9405" y="974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9" name="object 399"/><p:cNvSpPr/><p:nvPr/></p:nvSpPr><p:spPr><a:xfrm><a:off x="17088757" y="12096547"/><a:ext cx="15875" cy="15875"/></a:xfrm><a:custGeom><a:avLst/><a:gdLst/><a:ahLst/><a:cxnLst/><a:rect l="l" t="t" r="r" b="b"/><a:pathLst><a:path w="15875" h="15875"><a:moveTo><a:pt x="0" y="0"/></a:moveTo><a:lnTo><a:pt x="15283" y="15786"/></a:lnTo></a:path></a:pathLst></a:custGeom><a:ln w="3175"><a:solidFill><a:srgbClr val="000000"/></a:solidFill></a:ln></p:spPr><p:txBody><a:bodyPr wrap="square" lIns="0" tIns="0" rIns="0" bIns="0" rtlCol="0"/><a:lstStyle/><a:p/></p:txBody></p:sp><p:sp><p:nvSpPr><p:cNvPr id="400" name="object 400"/><p:cNvSpPr/><p:nvPr/></p:nvSpPr><p:spPr><a:xfrm><a:off x="17139562" y="12001997"/><a:ext cx="2540" cy="31115"/></a:xfrm><a:custGeom><a:avLst/><a:gdLst/><a:ahLst/><a:cxnLst/><a:rect l="l" t="t" r="r" b="b"/><a:pathLst><a:path w="2540" h="31115"><a:moveTo><a:pt x="2435" y="30648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1" name="object 401"/><p:cNvSpPr/><p:nvPr/></p:nvSpPr><p:spPr><a:xfrm><a:off x="17114957" y="11984699"/><a:ext cx="5080" cy="30480"/></a:xfrm><a:custGeom><a:avLst/><a:gdLst/><a:ahLst/><a:cxnLst/><a:rect l="l" t="t" r="r" b="b"/><a:pathLst><a:path w="5080" h="30479"><a:moveTo><a:pt x="4786" y="3031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2" name="object 402"/><p:cNvSpPr/><p:nvPr/></p:nvSpPr><p:spPr><a:xfrm><a:off x="17114957" y="11984699"/><a:ext cx="26034" cy="16510"/></a:xfrm><a:custGeom><a:avLst/><a:gdLst/><a:ahLst/><a:cxnLst/><a:rect l="l" t="t" r="r" b="b"/><a:pathLst><a:path w="26034" h="16509"><a:moveTo><a:pt x="25444" y="16290"/></a:moveTo><a:lnTo><a:pt x="23848" y="14358"/></a:lnTo><a:lnTo><a:pt x="18244" y="7891"/></a:lnTo><a:lnTo><a:pt x="10752" y="3031"/></a:lnTo><a:lnTo><a:pt x="2519" y="67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3" name="object 403"/><p:cNvSpPr/><p:nvPr/></p:nvSpPr><p:spPr><a:xfrm><a:off x="17119744" y="12015012"/><a:ext cx="22860" cy="15240"/></a:xfrm><a:custGeom><a:avLst/><a:gdLst/><a:ahLst/><a:cxnLst/><a:rect l="l" t="t" r="r" b="b"/><a:pathLst><a:path w="22859" h="15240"><a:moveTo><a:pt x="0" y="0"/></a:moveTo><a:lnTo><a:pt x="1931" y="2015"/></a:lnTo><a:lnTo><a:pt x="7280" y="7434"/></a:lnTo><a:lnTo><a:pt x="13181" y="11200"/></a:lnTo><a:lnTo><a:pt x="20237" y="14022"/></a:lnTo><a:lnTo><a:pt x="22841" y="14946"/></a:lnTo></a:path></a:pathLst></a:custGeom><a:ln w="3175"><a:solidFill><a:srgbClr val="000000"/></a:solidFill></a:ln></p:spPr><p:txBody><a:bodyPr wrap="square" lIns="0" tIns="0" rIns="0" bIns="0" rtlCol="0"/><a:lstStyle/><a:p/></p:txBody></p:sp><p:sp><p:nvSpPr><p:cNvPr id="404" name="object 404"/><p:cNvSpPr/><p:nvPr/></p:nvSpPr><p:spPr><a:xfrm><a:off x="17089009" y="11969333"/><a:ext cx="7620" cy="30480"/></a:xfrm><a:custGeom><a:avLst/><a:gdLst/><a:ahLst/><a:cxnLst/><a:rect l="l" t="t" r="r" b="b"/><a:pathLst><a:path w="7619" h="30479"><a:moveTo><a:pt x="7221" y="2989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5" name="object 405"/><p:cNvSpPr/><p:nvPr/></p:nvSpPr><p:spPr><a:xfrm><a:off x="17089009" y="11969333"/><a:ext cx="27305" cy="14604"/></a:xfrm><a:custGeom><a:avLst/><a:gdLst/><a:ahLst/><a:cxnLst/><a:rect l="l" t="t" r="r" b="b"/><a:pathLst><a:path w="27305" h="14604"><a:moveTo><a:pt x="26703" y="14274"/></a:moveTo><a:lnTo><a:pt x="24856" y="12427"/></a:lnTo><a:lnTo><a:pt x="19112" y="6499"/></a:lnTo><a:lnTo><a:pt x="10572" y="2086"/></a:lnTo><a:lnTo><a:pt x="2519" y="41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6" name="object 406"/><p:cNvSpPr/><p:nvPr/></p:nvSpPr><p:spPr><a:xfrm><a:off x="17096231" y="11999226"/><a:ext cx="24130" cy="13335"/></a:xfrm><a:custGeom><a:avLst/><a:gdLst/><a:ahLst/><a:cxnLst/><a:rect l="l" t="t" r="r" b="b"/><a:pathLst><a:path w="24130" h="13334"><a:moveTo><a:pt x="0" y="0"/></a:moveTo><a:lnTo><a:pt x="2939" y="2603"/></a:lnTo><a:lnTo><a:pt x="7899" y="6683"/></a:lnTo><a:lnTo><a:pt x="14041" y="10038"/></a:lnTo><a:lnTo><a:pt x="20153" y="12007"/></a:lnTo><a:lnTo><a:pt x="23932" y="13015"/></a:lnTo></a:path></a:pathLst></a:custGeom><a:ln w="3175"><a:solidFill><a:srgbClr val="000000"/></a:solidFill></a:ln></p:spPr><p:txBody><a:bodyPr wrap="square" lIns="0" tIns="0" rIns="0" bIns="0" rtlCol="0"/><a:lstStyle/><a:p/></p:txBody></p:sp><p:sp><p:nvSpPr><p:cNvPr id="407" name="object 407"/><p:cNvSpPr/><p:nvPr/></p:nvSpPr><p:spPr><a:xfrm><a:off x="17110003" y="12086638"/><a:ext cx="52069" cy="48895"/></a:xfrm><a:custGeom><a:avLst/><a:gdLst/><a:ahLst/><a:cxnLst/><a:rect l="l" t="t" r="r" b="b"/><a:pathLst><a:path w="52069" h="48895"><a:moveTo><a:pt x="0" y="30229"/></a:moveTo><a:lnTo><a:pt x="36361" y="0"/></a:lnTo><a:lnTo><a:pt x="15115" y="48450"/></a:lnTo><a:lnTo><a:pt x="51476" y="18221"/></a:lnTo></a:path></a:pathLst></a:custGeom><a:ln w="3175"><a:solidFill><a:srgbClr val="000000"/></a:solidFill></a:ln></p:spPr><p:txBody><a:bodyPr wrap="square" lIns="0" tIns="0" rIns="0" bIns="0" rtlCol="0"/><a:lstStyle/><a:p/></p:txBody></p:sp><p:sp><p:nvSpPr><p:cNvPr id="408" name="object 408"/><p:cNvSpPr/><p:nvPr/></p:nvSpPr><p:spPr><a:xfrm><a:off x="17134691" y="12120562"/><a:ext cx="43815" cy="35560"/></a:xfrm><a:custGeom><a:avLst/><a:gdLst/><a:ahLst/><a:cxnLst/><a:rect l="l" t="t" r="r" b="b"/><a:pathLst><a:path w="43815" h="35559"><a:moveTo><a:pt x="38544" y="20908"/></a:moveTo><a:lnTo><a:pt x="41399" y="17045"/></a:lnTo><a:lnTo><a:pt x="43330" y="11755"/></a:lnTo><a:lnTo><a:pt x="43330" y="7725"/></a:lnTo><a:lnTo><a:pt x="39720" y="2015"/></a:lnTo><a:lnTo><a:pt x="35941" y="419"/></a:lnTo><a:lnTo><a:pt x="30314" y="0"/></a:lnTo><a:lnTo><a:pt x="25612" y="1091"/></a:lnTo><a:lnTo><a:pt x="0" y="27793"/></a:lnTo><a:lnTo><a:pt x="3694" y="33419"/></a:lnTo><a:lnTo><a:pt x="7389" y="35015"/></a:lnTo><a:lnTo><a:pt x="13016" y="35435"/></a:lnTo><a:lnTo><a:pt x="17718" y="34427"/></a:lnTo><a:lnTo><a:pt x="23428" y="30732"/></a:lnTo><a:lnTo><a:pt x="18810" y="23595"/></a:lnTo></a:path></a:pathLst></a:custGeom><a:ln w="3175"><a:solidFill><a:srgbClr val="000000"/></a:solidFill></a:ln></p:spPr><p:txBody><a:bodyPr wrap="square" lIns="0" tIns="0" rIns="0" bIns="0" rtlCol="0"/><a:lstStyle/><a:p/></p:txBody></p:sp><p:sp><p:nvSpPr><p:cNvPr id="409" name="object 409"/><p:cNvSpPr/><p:nvPr/></p:nvSpPr><p:spPr><a:xfrm><a:off x="17139562" y="12001997"/><a:ext cx="24130" cy="18415"/></a:xfrm><a:custGeom><a:avLst/><a:gdLst/><a:ahLst/><a:cxnLst/><a:rect l="l" t="t" r="r" b="b"/><a:pathLst><a:path w="24130" h="18415"><a:moveTo><a:pt x="24100" y="18305"/></a:moveTo><a:lnTo><a:pt x="2435" y="83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0" name="object 410"/><p:cNvSpPr/><p:nvPr/></p:nvSpPr><p:spPr><a:xfrm><a:off x="17141997" y="12032646"/><a:ext cx="21590" cy="17145"/></a:xfrm><a:custGeom><a:avLst/><a:gdLst/><a:ahLst/><a:cxnLst/><a:rect l="l" t="t" r="r" b="b"/><a:pathLst><a:path w="21590" h="17145"><a:moveTo><a:pt x="0" y="0"/></a:moveTo><a:lnTo><a:pt x="1763" y="2183"/></a:lnTo><a:lnTo><a:pt x="6260" y="7600"/></a:lnTo><a:lnTo><a:pt x="12652" y="12602"/></a:lnTo><a:lnTo><a:pt x="19062" y="15534"/></a:lnTo><a:lnTo><a:pt x="21581" y="16625"/></a:lnTo></a:path></a:pathLst></a:custGeom><a:ln w="3175"><a:solidFill><a:srgbClr val="000000"/></a:solidFill></a:ln></p:spPr><p:txBody><a:bodyPr wrap="square" lIns="0" tIns="0" rIns="0" bIns="0" rtlCol="0"/><a:lstStyle/><a:p/></p:txBody></p:sp><p:sp><p:nvSpPr><p:cNvPr id="411" name="object 411"/><p:cNvSpPr/><p:nvPr/></p:nvSpPr><p:spPr><a:xfrm><a:off x="17263928" y="12169097"/><a:ext cx="11430" cy="28575"/></a:xfrm><a:custGeom><a:avLst/><a:gdLst/><a:ahLst/><a:cxnLst/><a:rect l="l" t="t" r="r" b="b"/><a:pathLst><a:path w="11430" h="28575"><a:moveTo><a:pt x="10832" y="28297"/></a:moveTo><a:lnTo><a:pt x="10664" y="25694"/></a:lnTo><a:lnTo><a:pt x="9976" y="16821"/></a:lnTo><a:lnTo><a:pt x="6957" y="9154"/></a:lnTo><a:lnTo><a:pt x="1679" y="201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2" name="object 412"/><p:cNvSpPr/><p:nvPr/></p:nvSpPr><p:spPr><a:xfrm><a:off x="16591953" y="12339057"/><a:ext cx="636905" cy="53340"/></a:xfrm><a:custGeom><a:avLst/><a:gdLst/><a:ahLst/><a:cxnLst/><a:rect l="l" t="t" r="r" b="b"/><a:pathLst><a:path w="636905" h="53340"><a:moveTo><a:pt x="48958" y="9829"/></a:moveTo><a:lnTo><a:pt x="30264" y="15925"/></a:lnTo><a:lnTo><a:pt x="18732" y="0"/></a:lnTo><a:lnTo><a:pt x="18732" y="19685"/></a:lnTo><a:lnTo><a:pt x="0" y="25781"/></a:lnTo><a:lnTo><a:pt x="18732" y="31826"/></a:lnTo><a:lnTo><a:pt x="18732" y="51562"/></a:lnTo><a:lnTo><a:pt x="30238" y="35598"/></a:lnTo><a:lnTo><a:pt x="48958" y="41732"/></a:lnTo><a:lnTo><a:pt x="37414" y="25793"/></a:lnTo><a:lnTo><a:pt x="48958" y="9829"/></a:lnTo><a:close/></a:path><a:path w="636905" h="53340"><a:moveTo><a:pt x="636447" y="27203"/></a:moveTo><a:lnTo><a:pt x="617728" y="21120"/></a:lnTo><a:lnTo><a:pt x="617728" y="1422"/></a:lnTo><a:lnTo><a:pt x="606132" y="17348"/></a:lnTo><a:lnTo><a:pt x="587413" y="11252"/></a:lnTo><a:lnTo><a:pt x="598970" y="27190"/></a:lnTo><a:lnTo><a:pt x="587413" y="43078"/></a:lnTo><a:lnTo><a:pt x="606132" y="37033"/></a:lnTo><a:lnTo><a:pt x="608342" y="30226"/></a:lnTo><a:lnTo><a:pt x="606132" y="37033"/></a:lnTo><a:lnTo><a:pt x="617728" y="52984"/></a:lnTo><a:lnTo><a:pt x="617728" y="33248"/></a:lnTo><a:lnTo><a:pt x="636447" y="27203"/></a:lnTo><a:close/></a:path></a:pathLst></a:custGeom><a:solidFill><a:srgbClr val="000000"/></a:solidFill></p:spPr><p:txBody><a:bodyPr wrap="square" lIns="0" tIns="0" rIns="0" bIns="0" rtlCol="0"/><a:lstStyle/><a:p/></p:txBody></p:sp><p:sp><p:nvSpPr><p:cNvPr id="413" name="object 413"/><p:cNvSpPr/><p:nvPr/></p:nvSpPr><p:spPr><a:xfrm><a:off x="17124027" y="12456692"/><a:ext cx="52705" cy="46990"/></a:xfrm><a:custGeom><a:avLst/><a:gdLst/><a:ahLst/><a:cxnLst/><a:rect l="l" t="t" r="r" b="b"/><a:pathLst><a:path w="52705" h="46990"><a:moveTo><a:pt x="38796" y="46435"/></a:moveTo><a:lnTo><a:pt x="0" y="19396"/></a:lnTo><a:lnTo><a:pt x="52316" y="27038"/></a:lnTo><a:lnTo><a:pt x="13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4" name="object 414"/><p:cNvSpPr/><p:nvPr/></p:nvSpPr><p:spPr><a:xfrm><a:off x="17146448" y="12443761"/><a:ext cx="42545" cy="21590"/></a:xfrm><a:custGeom><a:avLst/><a:gdLst/><a:ahLst/><a:cxnLst/><a:rect l="l" t="t" r="r" b="b"/><a:pathLst><a:path w="42544" h="21590"><a:moveTo><a:pt x="0" y="0"/></a:moveTo><a:lnTo><a:pt x="42239" y="21244"/></a:lnTo></a:path></a:pathLst></a:custGeom><a:ln w="3175"><a:solidFill><a:srgbClr val="000000"/></a:solidFill></a:ln></p:spPr><p:txBody><a:bodyPr wrap="square" lIns="0" tIns="0" rIns="0" bIns="0" rtlCol="0"/><a:lstStyle/><a:p/></p:txBody></p:sp><p:sp><p:nvSpPr><p:cNvPr id="415" name="object 415"/><p:cNvSpPr/><p:nvPr/></p:nvSpPr><p:spPr><a:xfrm><a:off x="17097239" y="12491540"/><a:ext cx="34925" cy="45720"/></a:xfrm><a:custGeom><a:avLst/><a:gdLst/><a:ahLst/><a:cxnLst/><a:rect l="l" t="t" r="r" b="b"/><a:pathLst><a:path w="34925" h="45720"><a:moveTo><a:pt x="34513" y="45595"/></a:moveTo><a:lnTo><a:pt x="0" y="13267"/></a:lnTo><a:lnTo><a:pt x="10412" y="2183"/></a:lnTo><a:lnTo><a:pt x="15535" y="0"/></a:lnTo><a:lnTo><a:pt x="16459" y="28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416" name="object 416"/><p:cNvSpPr/><p:nvPr/></p:nvSpPr><p:spPr><a:xfrm><a:off x="17121759" y="12511608"/><a:ext cx="26670" cy="8255"/></a:xfrm><a:custGeom><a:avLst/><a:gdLst/><a:ahLst/><a:cxnLst/><a:rect l="l" t="t" r="r" b="b"/><a:pathLst><a:path w="26669" h="8254"><a:moveTo><a:pt x="0" y="0"/></a:moveTo><a:lnTo><a:pt x="26200" y="8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417" name="object 417"/><p:cNvSpPr/><p:nvPr/></p:nvSpPr><p:spPr><a:xfrm><a:off x="17071962" y="12519669"/><a:ext cx="37465" cy="41910"/></a:xfrm><a:custGeom><a:avLst/><a:gdLst/><a:ahLst/><a:cxnLst/><a:rect l="l" t="t" r="r" b="b"/><a:pathLst><a:path w="37465" h="41909"><a:moveTo><a:pt x="1259" y="4534"/></a:moveTo><a:lnTo><a:pt x="0" y="8396"/></a:lnTo><a:lnTo><a:pt x="251" y="14022"/></a:lnTo><a:lnTo><a:pt x="1679" y="18641"/></a:lnTo><a:lnTo><a:pt x="26787" y="41816"/></a:lnTo><a:lnTo><a:pt x="30818" y="41480"/></a:lnTo><a:lnTo><a:pt x="36109" y="37198"/></a:lnTo><a:lnTo><a:pt x="37368" y="33335"/></a:lnTo><a:lnTo><a:pt x="37200" y="27709"/></a:lnTo><a:lnTo><a:pt x="10580" y="0"/></a:lnTo><a:lnTo><a:pt x="6550" y="335"/></a:lnTo><a:lnTo><a:pt x="1259" y="4534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418" name="object 418"/><p:cNvSpPr/><p:nvPr/></p:nvSpPr><p:spPr><a:xfrm><a:off x="17032830" y="12538395"/><a:ext cx="24130" cy="52069"/></a:xfrm><a:custGeom><a:avLst/><a:gdLst/><a:ahLst/><a:cxnLst/><a:rect l="l" t="t" r="r" b="b"/><a:pathLst><a:path w="24130" h="52070"><a:moveTo><a:pt x="24016" y="51893"/></a:moveTo><a:lnTo><a:pt x="0" y="11167"/></a:lnTo><a:lnTo><a:pt x="1889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9" name="object 419"/><p:cNvSpPr/><p:nvPr/></p:nvSpPr><p:spPr><a:xfrm><a:off x="17044251" y="12562074"/><a:ext cx="12065" cy="6985"/></a:xfrm><a:custGeom><a:avLst/><a:gdLst/><a:ahLst/><a:cxnLst/><a:rect l="l" t="t" r="r" b="b"/><a:pathLst><a:path w="12065" h="6984"><a:moveTo><a:pt x="0" y="6885"/></a:moveTo><a:lnTo><a:pt x="1167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0" name="object 420"/><p:cNvSpPr/><p:nvPr/></p:nvSpPr><p:spPr><a:xfrm><a:off x="17012928" y="12558547"/><a:ext cx="20955" cy="42545"/></a:xfrm><a:custGeom><a:avLst/><a:gdLst/><a:ahLst/><a:cxnLst/><a:rect l="l" t="t" r="r" b="b"/><a:pathLst><a:path w="20955" h="42545"><a:moveTo><a:pt x="0" y="0"/></a:moveTo><a:lnTo><a:pt x="20741" y="42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421" name="object 421"/><p:cNvSpPr/><p:nvPr/></p:nvSpPr><p:spPr><a:xfrm><a:off x="16975559" y="12570723"/><a:ext cx="34290" cy="45085"/></a:xfrm><a:custGeom><a:avLst/><a:gdLst/><a:ahLst/><a:cxnLst/><a:rect l="l" t="t" r="r" b="b"/><a:pathLst><a:path w="34290" h="45084"><a:moveTo><a:pt x="0" y="0"/></a:moveTo><a:lnTo><a:pt x="14443" y="45007"/></a:lnTo><a:lnTo><a:pt x="33757" y="38793"/></a:lnTo></a:path></a:pathLst></a:custGeom><a:ln w="3175"><a:solidFill><a:srgbClr val="000000"/></a:solidFill></a:ln></p:spPr><p:txBody><a:bodyPr wrap="square" lIns="0" tIns="0" rIns="0" bIns="0" rtlCol="0"/><a:lstStyle/><a:p/></p:txBody></p:sp><p:sp><p:nvSpPr><p:cNvPr id="422" name="object 422"/><p:cNvSpPr/><p:nvPr/></p:nvSpPr><p:spPr><a:xfrm><a:off x="16939702" y="12575929"/><a:ext cx="27305" cy="48895"/></a:xfrm><a:custGeom><a:avLst/><a:gdLst/><a:ahLst/><a:cxnLst/><a:rect l="l" t="t" r="r" b="b"/><a:pathLst><a:path w="27305" h="48895"><a:moveTo><a:pt x="0" y="48870"/></a:moveTo><a:lnTo><a:pt x="5458" y="0"/></a:lnTo><a:lnTo><a:pt x="26703" y="44335"/></a:lnTo></a:path></a:pathLst></a:custGeom><a:ln w="3175"><a:solidFill><a:srgbClr val="000000"/></a:solidFill></a:ln></p:spPr><p:txBody><a:bodyPr wrap="square" lIns="0" tIns="0" rIns="0" bIns="0" rtlCol="0"/><a:lstStyle/><a:p/></p:txBody></p:sp><p:sp><p:nvSpPr><p:cNvPr id="423" name="object 423"/><p:cNvSpPr/><p:nvPr/></p:nvSpPr><p:spPr><a:xfrm><a:off x="16942053" y="12605654"/><a:ext cx="17145" cy="3175"/></a:xfrm><a:custGeom><a:avLst/><a:gdLst/><a:ahLst/><a:cxnLst/><a:rect l="l" t="t" r="r" b="b"/><a:pathLst><a:path w="17144" h="3175"><a:moveTo><a:pt x="0" y="2770"/></a:moveTo><a:lnTo><a:pt x="1671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4" name="object 424"/><p:cNvSpPr/><p:nvPr/></p:nvSpPr><p:spPr><a:xfrm><a:off x="16896287" y="12578112"/><a:ext cx="26034" cy="47625"/></a:xfrm><a:custGeom><a:avLst/><a:gdLst/><a:ahLst/><a:cxnLst/><a:rect l="l" t="t" r="r" b="b"/><a:pathLst><a:path w="26034" h="47625"><a:moveTo><a:pt x="25108" y="11000"/></a:moveTo><a:lnTo><a:pt x="23344" y="6549"/></a:lnTo><a:lnTo><a:pt x="19818" y="2099"/></a:lnTo><a:lnTo><a:pt x="16375" y="0"/></a:lnTo><a:lnTo><a:pt x="9657" y="167"/></a:lnTo><a:lnTo><a:pt x="6298" y="2519"/></a:lnTo><a:lnTo><a:pt x="3107" y="7053"/></a:lnTo><a:lnTo><a:pt x="1511" y="11587"/></a:lnTo><a:lnTo><a:pt x="0" y="18389"/></a:lnTo><a:lnTo><a:pt x="251" y="29641"/></a:lnTo><a:lnTo><a:pt x="2099" y="36358"/></a:lnTo><a:lnTo><a:pt x="3946" y="40809"/></a:lnTo><a:lnTo><a:pt x="7473" y="45259"/></a:lnTo><a:lnTo><a:pt x="10832" y="47442"/></a:lnTo><a:lnTo><a:pt x="17634" y="47274"/></a:lnTo><a:lnTo><a:pt x="20909" y="44923"/></a:lnTo><a:lnTo><a:pt x="24184" y="40305"/></a:lnTo><a:lnTo><a:pt x="25780" y="35771"/></a:lnTo></a:path></a:pathLst></a:custGeom><a:ln w="3175"><a:solidFill><a:srgbClr val="000000"/></a:solidFill></a:ln></p:spPr><p:txBody><a:bodyPr wrap="square" lIns="0" tIns="0" rIns="0" bIns="0" rtlCol="0"/><a:lstStyle/><a:p/></p:txBody></p:sp><p:sp><p:nvSpPr><p:cNvPr id="425" name="object 425"/><p:cNvSpPr/><p:nvPr/></p:nvSpPr><p:spPr><a:xfrm><a:off x="16615391" y="12410341"/><a:ext cx="46355" cy="36195"/></a:xfrm><a:custGeom><a:avLst/><a:gdLst/><a:ahLst/><a:cxnLst/><a:rect l="l" t="t" r="r" b="b"/><a:pathLst><a:path w="46355" h="36195"><a:moveTo><a:pt x="43246" y="21160"/></a:moveTo><a:lnTo><a:pt x="45850" y="16122"/></a:lnTo><a:lnTo><a:pt x="45598" y="10580"/></a:lnTo><a:lnTo><a:pt x="42575" y="4534"/></a:lnTo><a:lnTo><a:pt x="38292" y="1007"/></a:lnTo><a:lnTo><a:pt x="32750" y="0"/></a:lnTo><a:lnTo><a:pt x="28719" y="2015"/></a:lnTo><a:lnTo><a:pt x="25444" y="5458"/></a:lnTo><a:lnTo><a:pt x="24184" y="7977"/></a:lnTo><a:lnTo><a:pt x="23680" y="12007"/></a:lnTo><a:lnTo><a:pt x="24184" y="23091"/></a:lnTo><a:lnTo><a:pt x="23680" y="27122"/></a:lnTo><a:lnTo><a:pt x="22421" y="29641"/></a:lnTo><a:lnTo><a:pt x="19062" y="33167"/></a:lnTo><a:lnTo><a:pt x="13016" y="36190"/></a:lnTo><a:lnTo><a:pt x="7557" y="35183"/></a:lnTo><a:lnTo><a:pt x="3275" y="31656"/></a:lnTo><a:lnTo><a:pt x="251" y="25610"/></a:lnTo><a:lnTo><a:pt x="0" y="20068"/></a:lnTo><a:lnTo><a:pt x="2519" y="1503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6" name="object 426"/><p:cNvSpPr/><p:nvPr/></p:nvSpPr><p:spPr><a:xfrm><a:off x="16637477" y="12449471"/><a:ext cx="39370" cy="27305"/></a:xfrm><a:custGeom><a:avLst/><a:gdLst/><a:ahLst/><a:cxnLst/><a:rect l="l" t="t" r="r" b="b"/><a:pathLst><a:path w="39369" h="27304"><a:moveTo><a:pt x="38880" y="0"/></a:moveTo><a:lnTo><a:pt x="0" y="26954"/></a:lnTo></a:path></a:pathLst></a:custGeom><a:ln w="3175"><a:solidFill><a:srgbClr val="000000"/></a:solidFill></a:ln></p:spPr><p:txBody><a:bodyPr wrap="square" lIns="0" tIns="0" rIns="0" bIns="0" rtlCol="0"/><a:lstStyle/><a:p/></p:txBody></p:sp><p:sp><p:nvSpPr><p:cNvPr id="427" name="object 427"/><p:cNvSpPr/><p:nvPr/></p:nvSpPr><p:spPr><a:xfrm><a:off x="16669639" y="12439814"/><a:ext cx="13970" cy="19685"/></a:xfrm><a:custGeom><a:avLst/><a:gdLst/><a:ahLst/><a:cxnLst/><a:rect l="l" t="t" r="r" b="b"/><a:pathLst><a:path w="13969" h="19684"><a:moveTo><a:pt x="0" y="0"/></a:moveTo><a:lnTo><a:pt x="13519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428" name="object 428"/><p:cNvSpPr/><p:nvPr/></p:nvSpPr><p:spPr><a:xfrm><a:off x="16656875" y="12482387"/><a:ext cx="44450" cy="42545"/></a:xfrm><a:custGeom><a:avLst/><a:gdLst/><a:ahLst/><a:cxnLst/><a:rect l="l" t="t" r="r" b="b"/><a:pathLst><a:path w="44450" h="42545"><a:moveTo><a:pt x="0" y="22335"/></a:moveTo><a:lnTo><a:pt x="43834" y="0"/></a:lnTo><a:lnTo><a:pt x="18390" y="42068"/></a:lnTo></a:path></a:pathLst></a:custGeom><a:ln w="3175"><a:solidFill><a:srgbClr val="000000"/></a:solidFill></a:ln></p:spPr><p:txBody><a:bodyPr wrap="square" lIns="0" tIns="0" rIns="0" bIns="0" rtlCol="0"/><a:lstStyle/><a:p/></p:txBody></p:sp><p:sp><p:nvSpPr><p:cNvPr id="429" name="object 429"/><p:cNvSpPr/><p:nvPr/></p:nvSpPr><p:spPr><a:xfrm><a:off x="16671906" y="12497669"/><a:ext cx="12065" cy="12700"/></a:xfrm><a:custGeom><a:avLst/><a:gdLst/><a:ahLst/><a:cxnLst/><a:rect l="l" t="t" r="r" b="b"/><a:pathLst><a:path w="12065" h="12700"><a:moveTo><a:pt x="0" y="0"/></a:moveTo><a:lnTo><a:pt x="11504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430" name="object 430"/><p:cNvSpPr/><p:nvPr/></p:nvSpPr><p:spPr><a:xfrm><a:off x="16697351" y="12509257"/><a:ext cx="29845" cy="36830"/></a:xfrm><a:custGeom><a:avLst/><a:gdLst/><a:ahLst/><a:cxnLst/><a:rect l="l" t="t" r="r" b="b"/><a:pathLst><a:path w="29844" h="36829"><a:moveTo><a:pt x="29727" y="0"/></a:moveTo><a:lnTo><a:pt x="0" y="36778"/></a:lnTo></a:path></a:pathLst></a:custGeom><a:ln w="3175"><a:solidFill><a:srgbClr val="000000"/></a:solidFill></a:ln></p:spPr><p:txBody><a:bodyPr wrap="square" lIns="0" tIns="0" rIns="0" bIns="0" rtlCol="0"/><a:lstStyle/><a:p/></p:txBody></p:sp><p:sp><p:nvSpPr><p:cNvPr id="431" name="object 431"/><p:cNvSpPr/><p:nvPr/></p:nvSpPr><p:spPr><a:xfrm><a:off x="16717841" y="12501784"/><a:ext cx="18415" cy="15240"/></a:xfrm><a:custGeom><a:avLst/><a:gdLst/><a:ahLst/><a:cxnLst/><a:rect l="l" t="t" r="r" b="b"/><a:pathLst><a:path w="18415" h="15240"><a:moveTo><a:pt x="0" y="0"/></a:moveTo><a:lnTo><a:pt x="18390" y="14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432" name="object 432"/><p:cNvSpPr/><p:nvPr/></p:nvSpPr><p:spPr><a:xfrm><a:off x="16711627" y="12519166"/><a:ext cx="45085" cy="39370"/></a:xfrm><a:custGeom><a:avLst/><a:gdLst/><a:ahLst/><a:cxnLst/><a:rect l="l" t="t" r="r" b="b"/><a:pathLst><a:path w="45084" h="39370"><a:moveTo><a:pt x="0" y="39045"/></a:moveTo><a:lnTo><a:pt x="26703" y="0"/></a:lnTo><a:lnTo><a:pt x="44842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433" name="object 433"/><p:cNvSpPr/><p:nvPr/></p:nvSpPr><p:spPr><a:xfrm><a:off x="16725650" y="12537807"/><a:ext cx="11430" cy="7620"/></a:xfrm><a:custGeom><a:avLst/><a:gdLst/><a:ahLst/><a:cxnLst/><a:rect l="l" t="t" r="r" b="b"/><a:pathLst><a:path w="11430" h="7620"><a:moveTo><a:pt x="0" y="0"/></a:moveTo><a:lnTo><a:pt x="11168" y="7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434" name="object 434"/><p:cNvSpPr/><p:nvPr/></p:nvSpPr><p:spPr><a:xfrm><a:off x="16711627" y="12558211"/><a:ext cx="18415" cy="12700"/></a:xfrm><a:custGeom><a:avLst/><a:gdLst/><a:ahLst/><a:cxnLst/><a:rect l="l" t="t" r="r" b="b"/><a:pathLst><a:path w="18415" h="12700"><a:moveTo><a:pt x="0" y="0"/></a:moveTo><a:lnTo><a:pt x="18138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435" name="object 435"/><p:cNvSpPr/><p:nvPr/></p:nvSpPr><p:spPr><a:xfrm><a:off x="16781242" y="12556364"/><a:ext cx="31115" cy="46990"/></a:xfrm><a:custGeom><a:avLst/><a:gdLst/><a:ahLst/><a:cxnLst/><a:rect l="l" t="t" r="r" b="b"/><a:pathLst><a:path w="31115" h="46990"><a:moveTo><a:pt x="20657" y="0"/></a:moveTo><a:lnTo><a:pt x="0" y="30732"/></a:lnTo><a:lnTo><a:pt x="0" y="35519"/></a:lnTo><a:lnTo><a:pt x="1511" y="40977"/></a:lnTo><a:lnTo><a:pt x="3862" y="44251"/></a:lnTo><a:lnTo><a:pt x="10244" y="46603"/></a:lnTo><a:lnTo><a:pt x="14191" y="45763"/></a:lnTo><a:lnTo><a:pt x="30902" y="15954"/></a:lnTo><a:lnTo><a:pt x="30902" y="11167"/></a:lnTo><a:lnTo><a:pt x="29391" y="5709"/></a:lnTo><a:lnTo><a:pt x="27039" y="2435"/></a:lnTo><a:lnTo><a:pt x="20657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436" name="object 436"/><p:cNvSpPr/><p:nvPr/></p:nvSpPr><p:spPr><a:xfrm><a:off x="16820542" y="12567280"/><a:ext cx="31750" cy="46355"/></a:xfrm><a:custGeom><a:avLst/><a:gdLst/><a:ahLst/><a:cxnLst/><a:rect l="l" t="t" r="r" b="b"/><a:pathLst><a:path w="31750" h="46354"><a:moveTo><a:pt x="0" y="46183"/></a:moveTo><a:lnTo><a:pt x="10328" y="0"/></a:lnTo><a:lnTo><a:pt x="31742" y="4786"/></a:lnTo></a:path></a:pathLst></a:custGeom><a:ln w="3175"><a:solidFill><a:srgbClr val="000000"/></a:solidFill></a:ln></p:spPr><p:txBody><a:bodyPr wrap="square" lIns="0" tIns="0" rIns="0" bIns="0" rtlCol="0"/><a:lstStyle/><a:p/></p:txBody></p:sp><p:sp><p:nvSpPr><p:cNvPr id="437" name="object 437"/><p:cNvSpPr/><p:nvPr/></p:nvSpPr><p:spPr><a:xfrm><a:off x="16825916" y="12589280"/><a:ext cx="13335" cy="3175"/></a:xfrm><a:custGeom><a:avLst/><a:gdLst/><a:ahLst/><a:cxnLst/><a:rect l="l" t="t" r="r" b="b"/><a:pathLst><a:path w="13334" h="3175"><a:moveTo><a:pt x="0" y="0"/></a:moveTo><a:lnTo><a:pt x="13184" y="2938"/></a:lnTo></a:path></a:pathLst></a:custGeom><a:ln w="3175"><a:solidFill><a:srgbClr val="000000"/></a:solidFill></a:ln></p:spPr><p:txBody><a:bodyPr wrap="square" lIns="0" tIns="0" rIns="0" bIns="0" rtlCol="0"/><a:lstStyle/><a:p/></p:txBody></p:sp><p:sp><p:nvSpPr><p:cNvPr id="438" name="object 438"/><p:cNvSpPr/><p:nvPr/></p:nvSpPr><p:spPr><a:xfrm><a:off x="17157952" y="12421173"/><a:ext cx="48895" cy="31115"/></a:xfrm><a:custGeom><a:avLst/><a:gdLst/><a:ahLst/><a:cxnLst/><a:rect l="l" t="t" r="r" b="b"/><a:pathLst><a:path w="48894" h="31115"><a:moveTo><a:pt x="38208" y="31068"/></a:moveTo><a:lnTo><a:pt x="0" y="0"/></a:lnTo><a:lnTo><a:pt x="48789" y="6213"/></a:lnTo></a:path></a:pathLst></a:custGeom><a:ln w="3175"><a:solidFill><a:srgbClr val="000000"/></a:solidFill></a:ln></p:spPr><p:txBody><a:bodyPr wrap="square" lIns="0" tIns="0" rIns="0" bIns="0" rtlCol="0"/><a:lstStyle/><a:p/></p:txBody></p:sp><p:sp><p:nvSpPr><p:cNvPr id="439" name="object 439"/><p:cNvSpPr/><p:nvPr/></p:nvSpPr><p:spPr><a:xfrm><a:off x="17183649" y="12425875"/><a:ext cx="6985" cy="15875"/></a:xfrm><a:custGeom><a:avLst/><a:gdLst/><a:ahLst/><a:cxnLst/><a:rect l="l" t="t" r="r" b="b"/><a:pathLst><a:path w="6984" h="15875"><a:moveTo><a:pt x="0" y="15450"/></a:moveTo><a:lnTo><a:pt x="663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0" name="object 440"/><p:cNvSpPr/><p:nvPr/></p:nvSpPr><p:spPr><a:xfrm><a:off x="16887965" y="12063721"/><a:ext cx="24130" cy="5080"/></a:xfrm><a:custGeom><a:avLst/><a:gdLst/><a:ahLst/><a:cxnLst/><a:rect l="l" t="t" r="r" b="b"/><a:pathLst><a:path w="24130" h="5079"><a:moveTo><a:pt x="2108" y="1092"/></a:moveTo><a:lnTo><a:pt x="1765" y="927"/></a:lnTo><a:lnTo><a:pt x="1257" y="838"/></a:lnTo><a:lnTo><a:pt x="838" y="838"/></a:lnTo><a:lnTo><a:pt x="419" y="927"/></a:lnTo><a:lnTo><a:pt x="0" y="1092"/></a:lnTo><a:lnTo><a:pt x="2108" y="1092"/></a:lnTo><a:close/></a:path><a:path w="24130" h="5079"><a:moveTo><a:pt x="23761" y="1841"/></a:moveTo><a:lnTo><a:pt x="23596" y="1422"/></a:lnTo><a:lnTo><a:pt x="23431" y="1003"/></a:lnTo><a:lnTo><a:pt x="23177" y="673"/></a:lnTo><a:lnTo><a:pt x="22847" y="419"/></a:lnTo><a:lnTo><a:pt x="22504" y="165"/></a:lnTo><a:lnTo><a:pt x="22085" y="88"/></a:lnTo><a:lnTo><a:pt x="21666" y="0"/></a:lnTo><a:lnTo><a:pt x="21247" y="0"/></a:lnTo><a:lnTo><a:pt x="20916" y="88"/></a:lnTo><a:lnTo><a:pt x="19405" y="1422"/></a:lnTo><a:lnTo><a:pt x="19227" y="1841"/></a:lnTo><a:lnTo><a:pt x="19227" y="2273"/></a:lnTo><a:lnTo><a:pt x="19227" y="2692"/></a:lnTo><a:lnTo><a:pt x="19405" y="3111"/></a:lnTo><a:lnTo><a:pt x="21082" y="4445"/></a:lnTo><a:lnTo><a:pt x="21501" y="4533"/></a:lnTo><a:lnTo><a:pt x="21920" y="4445"/></a:lnTo><a:lnTo><a:pt x="22339" y="4368"/></a:lnTo><a:lnTo><a:pt x="22758" y="4114"/></a:lnTo><a:lnTo><a:pt x="23101" y="3860"/></a:lnTo><a:lnTo><a:pt x="23342" y="3530"/></a:lnTo><a:lnTo><a:pt x="23596" y="3111"/></a:lnTo><a:lnTo><a:pt x="23685" y="2692"/></a:lnTo><a:lnTo><a:pt x="23761" y="2273"/></a:lnTo><a:lnTo><a:pt x="23761" y="1841"/></a:lnTo><a:close/></a:path></a:pathLst></a:custGeom><a:solidFill><a:srgbClr val="000000"/></a:solidFill></p:spPr><p:txBody><a:bodyPr wrap="square" lIns="0" tIns="0" rIns="0" bIns="0" rtlCol="0"/><a:lstStyle/><a:p/></p:txBody></p:sp><p:sp><p:nvSpPr><p:cNvPr id="441" name="object 441"/><p:cNvSpPr/><p:nvPr/></p:nvSpPr><p:spPr><a:xfrm><a:off x="16866972" y="12064813"/><a:ext cx="24765" cy="4445"/></a:xfrm><a:custGeom><a:avLst/><a:gdLst/><a:ahLst/><a:cxnLst/><a:rect l="l" t="t" r="r" b="b"/><a:pathLst><a:path w="24765" h="4445"><a:moveTo><a:pt x="3441" y="3022"/></a:moveTo><a:lnTo><a:pt x="3111" y="2768"/></a:lnTo><a:lnTo><a:pt x="2768" y="2514"/></a:lnTo><a:lnTo><a:pt x="2438" y="2349"/></a:lnTo><a:lnTo><a:pt x="2273" y="2349"/></a:lnTo><a:lnTo><a:pt x="2019" y="2260"/></a:lnTo><a:lnTo><a:pt x="1511" y="2260"/></a:lnTo><a:lnTo><a:pt x="1181" y="2349"/></a:lnTo><a:lnTo><a:pt x="762" y="2438"/></a:lnTo><a:lnTo><a:pt x="419" y="2692"/></a:lnTo><a:lnTo><a:pt x="88" y="2933"/></a:lnTo><a:lnTo><a:pt x="3441" y="3022"/></a:lnTo><a:close/></a:path><a:path w="24765" h="4445"><a:moveTo><a:pt x="24269" y="1346"/></a:moveTo><a:lnTo><a:pt x="24104" y="927"/></a:lnTo><a:lnTo><a:pt x="23850" y="584"/></a:lnTo><a:lnTo><a:pt x="23520" y="254"/></a:lnTo><a:lnTo><a:pt x="23177" y="0"/></a:lnTo><a:lnTo><a:pt x="20916" y="0"/></a:lnTo><a:lnTo><a:pt x="20662" y="254"/></a:lnTo><a:lnTo><a:pt x="20320" y="508"/></a:lnTo><a:lnTo><a:pt x="20066" y="927"/></a:lnTo><a:lnTo><a:pt x="19900" y="1346"/></a:lnTo><a:lnTo><a:pt x="19824" y="1765"/></a:lnTo><a:lnTo><a:pt x="19735" y="2184"/></a:lnTo><a:lnTo><a:pt x="19824" y="2603"/></a:lnTo><a:lnTo><a:pt x="19989" y="3022"/></a:lnTo><a:lnTo><a:pt x="20243" y="3352"/></a:lnTo><a:lnTo><a:pt x="20497" y="3695"/></a:lnTo><a:lnTo><a:pt x="20828" y="3949"/></a:lnTo><a:lnTo><a:pt x="21158" y="4114"/></a:lnTo><a:lnTo><a:pt x="21590" y="4203"/></a:lnTo><a:lnTo><a:pt x="22009" y="4279"/></a:lnTo><a:lnTo><a:pt x="22428" y="4203"/></a:lnTo><a:lnTo><a:pt x="22847" y="4114"/></a:lnTo><a:lnTo><a:pt x="23266" y="3949"/></a:lnTo><a:lnTo><a:pt x="23596" y="3695"/></a:lnTo><a:lnTo><a:pt x="23850" y="3352"/></a:lnTo><a:lnTo><a:pt x="24104" y="3022"/></a:lnTo><a:lnTo><a:pt x="24180" y="2603"/></a:lnTo><a:lnTo><a:pt x="24269" y="2184"/></a:lnTo><a:lnTo><a:pt x="24269" y="1765"/></a:lnTo><a:lnTo><a:pt x="24269" y="1346"/></a:lnTo><a:close/></a:path></a:pathLst></a:custGeom><a:solidFill><a:srgbClr val="000000"/></a:solidFill></p:spPr><p:txBody><a:bodyPr wrap="square" lIns="0" tIns="0" rIns="0" bIns="0" rtlCol="0"/><a:lstStyle/><a:p/></p:txBody></p:sp><p:sp><p:nvSpPr><p:cNvPr id="442" name="object 442"/><p:cNvSpPr/><p:nvPr/></p:nvSpPr><p:spPr><a:xfrm><a:off x="16846487" y="12067747"/><a:ext cx="24765" cy="5715"/></a:xfrm><a:custGeom><a:avLst/><a:gdLst/><a:ahLst/><a:cxnLst/><a:rect l="l" t="t" r="r" b="b"/><a:pathLst><a:path w="24765" h="5715"><a:moveTo><a:pt x="4368" y="5130"/></a:moveTo><a:lnTo><a:pt x="4279" y="4787"/></a:lnTo><a:lnTo><a:pt x="4025" y="4457"/></a:lnTo><a:lnTo><a:pt x="3771" y="4114"/></a:lnTo><a:lnTo><a:pt x="3441" y="3873"/></a:lnTo><a:lnTo><a:pt x="3098" y="3695"/></a:lnTo><a:lnTo><a:pt x="2933" y="3619"/></a:lnTo><a:lnTo><a:pt x="2679" y="3530"/></a:lnTo><a:lnTo><a:pt x="1765" y="3530"/></a:lnTo><a:lnTo><a:pt x="1422" y="3619"/></a:lnTo><a:lnTo><a:pt x="1092" y="3784"/></a:lnTo><a:lnTo><a:pt x="927" y="3873"/></a:lnTo><a:lnTo><a:pt x="749" y="4038"/></a:lnTo><a:lnTo><a:pt x="419" y="4368"/></a:lnTo><a:lnTo><a:pt x="165" y="4711"/></a:lnTo><a:lnTo><a:pt x="0" y="5130"/></a:lnTo><a:lnTo><a:pt x="4368" y="5130"/></a:lnTo><a:close/></a:path><a:path w="24765" h="5715"><a:moveTo><a:pt x="23926" y="88"/></a:moveTo><a:lnTo><a:pt x="20574" y="0"/></a:lnTo><a:lnTo><a:pt x="23926" y="88"/></a:lnTo><a:close/></a:path><a:path w="24765" h="5715"><a:moveTo><a:pt x="24523" y="1511"/></a:moveTo><a:lnTo><a:pt x="24434" y="1181"/></a:lnTo><a:lnTo><a:pt x="24345" y="850"/></a:lnTo><a:lnTo><a:pt x="24180" y="419"/></a:lnTo><a:lnTo><a:pt x="23926" y="88"/></a:lnTo><a:lnTo><a:pt x="20485" y="88"/></a:lnTo><a:lnTo><a:pt x="20320" y="342"/></a:lnTo><a:lnTo><a:pt x="20154" y="762"/></a:lnTo><a:lnTo><a:pt x="19989" y="1092"/></a:lnTo><a:lnTo><a:pt x="19989" y="2108"/></a:lnTo><a:lnTo><a:pt x="20066" y="2438"/></a:lnTo><a:lnTo><a:pt x="20320" y="2781"/></a:lnTo><a:lnTo><a:pt x="20408" y="2946"/></a:lnTo><a:lnTo><a:pt x="20574" y="3111"/></a:lnTo><a:lnTo><a:pt x="20650" y="3276"/></a:lnTo><a:lnTo><a:pt x="20904" y="3441"/></a:lnTo><a:lnTo><a:pt x="21069" y="3530"/></a:lnTo><a:lnTo><a:pt x="21323" y="3695"/></a:lnTo><a:lnTo><a:pt x="21742" y="3784"/></a:lnTo><a:lnTo><a:pt x="21920" y="3873"/></a:lnTo><a:lnTo><a:pt x="22580" y="3873"/></a:lnTo><a:lnTo><a:pt x="23012" y="3695"/></a:lnTo><a:lnTo><a:pt x="23177" y="3695"/></a:lnTo><a:lnTo><a:pt x="23431" y="3530"/></a:lnTo><a:lnTo><a:pt x="23761" y="3276"/></a:lnTo><a:lnTo><a:pt x="23850" y="3111"/></a:lnTo><a:lnTo><a:pt x="24104" y="2946"/></a:lnTo><a:lnTo><a:pt x="24180" y="2781"/></a:lnTo><a:lnTo><a:pt x="24269" y="2527"/></a:lnTo><a:lnTo><a:pt x="24434" y="2108"/></a:lnTo><a:lnTo><a:pt x="24434" y="1930"/></a:lnTo><a:lnTo><a:pt x="24523" y="1689"/></a:lnTo><a:lnTo><a:pt x="24523" y="1511"/></a:lnTo><a:close/></a:path></a:pathLst></a:custGeom><a:solidFill><a:srgbClr val="000000"/></a:solidFill></p:spPr><p:txBody><a:bodyPr wrap="square" lIns="0" tIns="0" rIns="0" bIns="0" rtlCol="0"/><a:lstStyle/><a:p/></p:txBody></p:sp><p:sp><p:nvSpPr><p:cNvPr id="443" name="object 443"/><p:cNvSpPr/><p:nvPr/></p:nvSpPr><p:spPr><a:xfrm><a:off x="16826840" y="12072535"/><a:ext cx="24130" cy="6985"/></a:xfrm><a:custGeom><a:avLst/><a:gdLst/><a:ahLst/><a:cxnLst/><a:rect l="l" t="t" r="r" b="b"/><a:pathLst><a:path w="24130" h="6984"><a:moveTo><a:pt x="4533" y="6718"/></a:moveTo><a:lnTo><a:pt x="4445" y="6464"/></a:lnTo><a:lnTo><a:pt x="4445" y="6299"/></a:lnTo><a:lnTo><a:pt x="4356" y="6134"/></a:lnTo><a:lnTo><a:pt x="4279" y="5969"/></a:lnTo><a:lnTo><a:pt x="4191" y="5715"/></a:lnTo><a:lnTo><a:pt x="4114" y="5549"/></a:lnTo><a:lnTo><a:pt x="3937" y="5372"/></a:lnTo><a:lnTo><a:pt x="3860" y="5207"/></a:lnTo><a:lnTo><a:pt x="3683" y="5041"/></a:lnTo><a:lnTo><a:pt x="3517" y="4953"/></a:lnTo><a:lnTo><a:pt x="3352" y="4876"/></a:lnTo><a:lnTo><a:pt x="3187" y="4787"/></a:lnTo><a:lnTo><a:pt x="2933" y="4711"/></a:lnTo><a:lnTo><a:pt x="2768" y="4622"/></a:lnTo><a:lnTo><a:pt x="2514" y="4622"/></a:lnTo><a:lnTo><a:pt x="2095" y="4533"/></a:lnTo><a:lnTo><a:pt x="1676" y="4622"/></a:lnTo><a:lnTo><a:pt x="1333" y="4787"/></a:lnTo><a:lnTo><a:pt x="1168" y="4876"/></a:lnTo><a:lnTo><a:pt x="914" y="4953"/></a:lnTo><a:lnTo><a:pt x="584" y="5207"/></a:lnTo><a:lnTo><a:pt x="495" y="5372"/></a:lnTo><a:lnTo><a:pt x="330" y="5549"/></a:lnTo><a:lnTo><a:pt x="241" y="5715"/></a:lnTo><a:lnTo><a:pt x="165" y="5969"/></a:lnTo><a:lnTo><a:pt x="76" y="6134"/></a:lnTo><a:lnTo><a:pt x="0" y="6299"/></a:lnTo><a:lnTo><a:pt x="0" y="6464"/></a:lnTo><a:lnTo><a:pt x="0" y="6718"/></a:lnTo><a:lnTo><a:pt x="0" y="6883"/></a:lnTo><a:lnTo><a:pt x="4533" y="6883"/></a:lnTo><a:lnTo><a:pt x="4533" y="6718"/></a:lnTo><a:close/></a:path><a:path w="24130" h="6984"><a:moveTo><a:pt x="24015" y="342"/></a:moveTo><a:lnTo><a:pt x="23926" y="0"/></a:lnTo><a:lnTo><a:pt x="19812" y="0"/></a:lnTo><a:lnTo><a:pt x="24015" y="342"/></a:lnTo><a:close/></a:path><a:path w="24130" h="6984"><a:moveTo><a:pt x="24091" y="762"/></a:moveTo><a:lnTo><a:pt x="24015" y="419"/></a:lnTo><a:lnTo><a:pt x="19646" y="342"/></a:lnTo><a:lnTo><a:pt x="19558" y="762"/></a:lnTo><a:lnTo><a:pt x="19558" y="1181"/></a:lnTo><a:lnTo><a:pt x="19646" y="1346"/></a:lnTo><a:lnTo><a:pt x="19646" y="1600"/></a:lnTo><a:lnTo><a:pt x="19723" y="1765"/></a:lnTo><a:lnTo><a:pt x="19812" y="2019"/></a:lnTo><a:lnTo><a:pt x="19900" y="2184"/></a:lnTo><a:lnTo><a:pt x="20066" y="2349"/></a:lnTo><a:lnTo><a:pt x="20142" y="2527"/></a:lnTo><a:lnTo><a:pt x="20320" y="2692"/></a:lnTo><a:lnTo><a:pt x="20485" y="2857"/></a:lnTo><a:lnTo><a:pt x="20650" y="2946"/></a:lnTo><a:lnTo><a:pt x="20904" y="3022"/></a:lnTo><a:lnTo><a:pt x="21069" y="3111"/></a:lnTo><a:lnTo><a:pt x="21323" y="3200"/></a:lnTo><a:lnTo><a:pt x="21488" y="3276"/></a:lnTo><a:lnTo><a:pt x="22085" y="3276"/></a:lnTo><a:lnTo><a:pt x="22415" y="3200"/></a:lnTo><a:lnTo><a:pt x="22580" y="3111"/></a:lnTo><a:lnTo><a:pt x="22834" y="3022"/></a:lnTo><a:lnTo><a:pt x="22999" y="2946"/></a:lnTo><a:lnTo><a:pt x="23177" y="2857"/></a:lnTo><a:lnTo><a:pt x="23342" y="2692"/></a:lnTo><a:lnTo><a:pt x="23507" y="2527"/></a:lnTo><a:lnTo><a:pt x="23672" y="2349"/></a:lnTo><a:lnTo><a:pt x="23837" y="2184"/></a:lnTo><a:lnTo><a:pt x="23926" y="2019"/></a:lnTo><a:lnTo><a:pt x="24015" y="1765"/></a:lnTo><a:lnTo><a:pt x="24015" y="1600"/></a:lnTo><a:lnTo><a:pt x="24091" y="1346"/></a:lnTo><a:lnTo><a:pt x="24091" y="1181"/></a:lnTo><a:lnTo><a:pt x="24091" y="838"/></a:lnTo><a:close/></a:path></a:pathLst></a:custGeom><a:solidFill><a:srgbClr val="000000"/></a:solidFill></p:spPr><p:txBody><a:bodyPr wrap="square" lIns="0" tIns="0" rIns="0" bIns="0" rtlCol="0"/><a:lstStyle/><a:p/></p:txBody></p:sp><p:sp><p:nvSpPr><p:cNvPr id="444" name="object 444"/><p:cNvSpPr/><p:nvPr/></p:nvSpPr><p:spPr><a:xfrm><a:off x="16807777" y="12079253"/><a:ext cx="24130" cy="8890"/></a:xfrm><a:custGeom><a:avLst/><a:gdLst/><a:ahLst/><a:cxnLst/><a:rect l="l" t="t" r="r" b="b"/><a:pathLst><a:path w="24130" h="8890"><a:moveTo><a:pt x="4533" y="7480"/></a:moveTo><a:lnTo><a:pt x="4445" y="7226"/></a:lnTo><a:lnTo><a:pt x="4445" y="7061"/></a:lnTo><a:lnTo><a:pt x="4356" y="6807"/></a:lnTo><a:lnTo><a:pt x="4356" y="6642"/></a:lnTo><a:lnTo><a:pt x="4191" y="6464"/></a:lnTo><a:lnTo><a:pt x="4114" y="6299"/></a:lnTo><a:lnTo><a:pt x="3937" y="6134"/></a:lnTo><a:lnTo><a:pt x="3860" y="5969"/></a:lnTo><a:lnTo><a:pt x="3695" y="5791"/></a:lnTo><a:lnTo><a:pt x="3517" y="5715"/></a:lnTo><a:lnTo><a:pt x="3352" y="5549"/></a:lnTo><a:lnTo><a:pt x="3187" y="5461"/></a:lnTo><a:lnTo><a:pt x="2933" y="5372"/></a:lnTo><a:lnTo><a:pt x="2768" y="5372"/></a:lnTo><a:lnTo><a:pt x="2514" y="5295"/></a:lnTo><a:lnTo><a:pt x="1930" y="5295"/></a:lnTo><a:lnTo><a:pt x="1752" y="5372"/></a:lnTo><a:lnTo><a:pt x="1511" y="5372"/></a:lnTo><a:lnTo><a:pt x="1333" y="5461"/></a:lnTo><a:lnTo><a:pt x="1168" y="5549"/></a:lnTo><a:lnTo><a:pt x="1003" y="5715"/></a:lnTo><a:lnTo><a:pt x="749" y="5791"/></a:lnTo><a:lnTo><a:pt x="660" y="5969"/></a:lnTo><a:lnTo><a:pt x="495" y="6134"/></a:lnTo><a:lnTo><a:pt x="330" y="6299"/></a:lnTo><a:lnTo><a:pt x="241" y="6464"/></a:lnTo><a:lnTo><a:pt x="165" y="6642"/></a:lnTo><a:lnTo><a:pt x="76" y="6807"/></a:lnTo><a:lnTo><a:pt x="0" y="7061"/></a:lnTo><a:lnTo><a:pt x="0" y="7226"/></a:lnTo><a:lnTo><a:pt x="0" y="7480"/></a:lnTo><a:lnTo><a:pt x="0" y="7645"/></a:lnTo><a:lnTo><a:pt x="0" y="7975"/></a:lnTo><a:lnTo><a:pt x="165" y="8394"/></a:lnTo><a:lnTo><a:pt x="4356" y="8394"/></a:lnTo><a:lnTo><a:pt x="4445" y="8064"/></a:lnTo><a:lnTo><a:pt x="4533" y="7645"/></a:lnTo><a:lnTo><a:pt x="4533" y="7480"/></a:lnTo><a:close/></a:path><a:path w="24130" h="8890"><a:moveTo><a:pt x="23596" y="165"/></a:moveTo><a:lnTo><a:pt x="19062" y="165"/></a:lnTo><a:lnTo><a:pt x="19062" y="419"/></a:lnTo><a:lnTo><a:pt x="19062" y="584"/></a:lnTo><a:lnTo><a:pt x="19138" y="838"/></a:lnTo><a:lnTo><a:pt x="19227" y="1016"/></a:lnTo><a:lnTo><a:pt x="19304" y="1257"/></a:lnTo><a:lnTo><a:pt x="19392" y="1435"/></a:lnTo><a:lnTo><a:pt x="19558" y="1600"/></a:lnTo><a:lnTo><a:pt x="19723" y="1676"/></a:lnTo><a:lnTo><a:pt x="19900" y="1854"/></a:lnTo><a:lnTo><a:pt x="19977" y="2019"/></a:lnTo><a:lnTo><a:pt x="20231" y="2095"/></a:lnTo><a:lnTo><a:pt x="20396" y="2184"/></a:lnTo><a:lnTo><a:pt x="20574" y="2273"/></a:lnTo><a:lnTo><a:pt x="20815" y="2349"/></a:lnTo><a:lnTo><a:pt x="20993" y="2349"/></a:lnTo><a:lnTo><a:pt x="21488" y="2349"/></a:lnTo><a:lnTo><a:pt x="21831" y="2349"/></a:lnTo><a:lnTo><a:pt x="21996" y="2273"/></a:lnTo><a:lnTo><a:pt x="22250" y="2184"/></a:lnTo><a:lnTo><a:pt x="22580" y="2019"/></a:lnTo><a:lnTo><a:pt x="22745" y="1854"/></a:lnTo><a:lnTo><a:pt x="22923" y="1676"/></a:lnTo><a:lnTo><a:pt x="23177" y="1435"/></a:lnTo><a:lnTo><a:pt x="23253" y="1257"/></a:lnTo><a:lnTo><a:pt x="23418" y="1016"/></a:lnTo><a:lnTo><a:pt x="23418" y="838"/></a:lnTo><a:lnTo><a:pt x="23507" y="584"/></a:lnTo><a:lnTo><a:pt x="23507" y="419"/></a:lnTo><a:lnTo><a:pt x="23596" y="165"/></a:lnTo><a:close/></a:path><a:path w="24130" h="8890"><a:moveTo><a:pt x="23596" y="0"/></a:moveTo><a:lnTo><a:pt x="19062" y="0"/></a:lnTo><a:lnTo><a:pt x="23596" y="165"/></a:lnTo><a:lnTo><a:pt x="23596" y="0"/></a:lnTo><a:close/></a:path></a:pathLst></a:custGeom><a:solidFill><a:srgbClr val="000000"/></a:solidFill></p:spPr><p:txBody><a:bodyPr wrap="square" lIns="0" tIns="0" rIns="0" bIns="0" rtlCol="0"/><a:lstStyle/><a:p/></p:txBody></p:sp><p:sp><p:nvSpPr><p:cNvPr id="445" name="object 445"/><p:cNvSpPr/><p:nvPr/></p:nvSpPr><p:spPr><a:xfrm><a:off x="16789388" y="12087317"/><a:ext cx="22860" cy="10160"/></a:xfrm><a:custGeom><a:avLst/><a:gdLst/><a:ahLst/><a:cxnLst/><a:rect l="l" t="t" r="r" b="b"/><a:pathLst><a:path w="22859" h="10159"><a:moveTo><a:pt x="4533" y="8229"/></a:moveTo><a:lnTo><a:pt x="4445" y="7975"/></a:lnTo><a:lnTo><a:pt x="4445" y="7810"/></a:lnTo><a:lnTo><a:pt x="4279" y="7556"/></a:lnTo><a:lnTo><a:pt x="4279" y="7391"/></a:lnTo><a:lnTo><a:pt x="4114" y="7137"/></a:lnTo><a:lnTo><a:pt x="3860" y="6883"/></a:lnTo><a:lnTo><a:pt x="3683" y="6718"/></a:lnTo><a:lnTo><a:pt x="3517" y="6553"/></a:lnTo><a:lnTo><a:pt x="3352" y="6464"/></a:lnTo><a:lnTo><a:pt x="3098" y="6375"/></a:lnTo><a:lnTo><a:pt x="2679" y="6299"/></a:lnTo><a:lnTo><a:pt x="2006" y="6210"/></a:lnTo><a:lnTo><a:pt x="1752" y="6299"/></a:lnTo><a:lnTo><a:pt x="1511" y="6299"/></a:lnTo><a:lnTo><a:pt x="1333" y="6375"/></a:lnTo><a:lnTo><a:pt x="1168" y="6464"/></a:lnTo><a:lnTo><a:pt x="1003" y="6553"/></a:lnTo><a:lnTo><a:pt x="749" y="6718"/></a:lnTo><a:lnTo><a:pt x="660" y="6883"/></a:lnTo><a:lnTo><a:pt x="495" y="7048"/></a:lnTo><a:lnTo><a:pt x="241" y="7391"/></a:lnTo><a:lnTo><a:pt x="165" y="7556"/></a:lnTo><a:lnTo><a:pt x="76" y="7810"/></a:lnTo><a:lnTo><a:pt x="0" y="7975"/></a:lnTo><a:lnTo><a:pt x="0" y="8229"/></a:lnTo><a:lnTo><a:pt x="0" y="8648"/></a:lnTo><a:lnTo><a:pt x="76" y="8978"/></a:lnTo><a:lnTo><a:pt x="76" y="9156"/></a:lnTo><a:lnTo><a:pt x="165" y="9398"/></a:lnTo><a:lnTo><a:pt x="241" y="9575"/></a:lnTo><a:lnTo><a:pt x="419" y="9829"/></a:lnTo><a:lnTo><a:pt x="4025" y="9906"/></a:lnTo><a:lnTo><a:pt x="4191" y="9575"/></a:lnTo><a:lnTo><a:pt x="4279" y="9398"/></a:lnTo><a:lnTo><a:pt x="4356" y="9156"/></a:lnTo><a:lnTo><a:pt x="4445" y="8978"/></a:lnTo><a:lnTo><a:pt x="4533" y="8737"/></a:lnTo><a:lnTo><a:pt x="4533" y="8305"/></a:lnTo><a:close/></a:path><a:path w="22859" h="10159"><a:moveTo><a:pt x="22745" y="330"/></a:moveTo><a:lnTo><a:pt x="18554" y="330"/></a:lnTo><a:lnTo><a:pt x="18719" y="749"/></a:lnTo><a:lnTo><a:pt x="18973" y="1092"/></a:lnTo><a:lnTo><a:pt x="19304" y="1346"/></a:lnTo><a:lnTo><a:pt x="19723" y="1600"/></a:lnTo><a:lnTo><a:pt x="20142" y="1676"/></a:lnTo><a:lnTo><a:pt x="20993" y="1765"/></a:lnTo><a:lnTo><a:pt x="21158" y="1676"/></a:lnTo><a:lnTo><a:pt x="21412" y="1600"/></a:lnTo><a:lnTo><a:pt x="21577" y="1600"/></a:lnTo><a:lnTo><a:pt x="21831" y="1422"/></a:lnTo><a:lnTo><a:pt x="22161" y="1168"/></a:lnTo><a:lnTo><a:pt x="22504" y="838"/></a:lnTo><a:lnTo><a:pt x="22669" y="419"/></a:lnTo><a:close/></a:path><a:path w="22859" h="10159"><a:moveTo><a:pt x="22834" y="0"/></a:moveTo><a:lnTo><a:pt x="18389" y="0"/></a:lnTo><a:lnTo><a:pt x="22745" y="330"/></a:lnTo><a:lnTo><a:pt x="22834" y="0"/></a:lnTo><a:close/></a:path></a:pathLst></a:custGeom><a:solidFill><a:srgbClr val="000000"/></a:solidFill></p:spPr><p:txBody><a:bodyPr wrap="square" lIns="0" tIns="0" rIns="0" bIns="0" rtlCol="0"/><a:lstStyle/><a:p/></p:txBody></p:sp><p:sp><p:nvSpPr><p:cNvPr id="446" name="object 446"/><p:cNvSpPr/><p:nvPr/></p:nvSpPr><p:spPr><a:xfrm><a:off x="16771747" y="12097147"/><a:ext cx="22225" cy="11430"/></a:xfrm><a:custGeom><a:avLst/><a:gdLst/><a:ahLst/><a:cxnLst/><a:rect l="l" t="t" r="r" b="b"/><a:pathLst><a:path w="22225" h="11429"><a:moveTo><a:pt x="4622" y="9144"/></a:moveTo><a:lnTo><a:pt x="4533" y="8724"/></a:lnTo><a:lnTo><a:pt x="4445" y="8394"/></a:lnTo><a:lnTo><a:pt x="4279" y="7975"/></a:lnTo><a:lnTo><a:pt x="4025" y="7632"/></a:lnTo><a:lnTo><a:pt x="3695" y="7378"/></a:lnTo><a:lnTo><a:pt x="3352" y="7137"/></a:lnTo><a:lnTo><a:pt x="2933" y="6959"/></a:lnTo><a:lnTo><a:pt x="1765" y="6883"/></a:lnTo><a:lnTo><a:pt x="1600" y="6959"/></a:lnTo><a:lnTo><a:pt x="1346" y="7048"/></a:lnTo><a:lnTo><a:pt x="1003" y="7302"/></a:lnTo><a:lnTo><a:pt x="673" y="7556"/></a:lnTo><a:lnTo><a:pt x="419" y="7886"/></a:lnTo><a:lnTo><a:pt x="165" y="8305"/></a:lnTo><a:lnTo><a:pt x="88" y="8724"/></a:lnTo><a:lnTo><a:pt x="0" y="9144"/></a:lnTo><a:lnTo><a:pt x="88" y="9563"/></a:lnTo><a:lnTo><a:pt x="165" y="9982"/></a:lnTo><a:lnTo><a:pt x="419" y="10401"/></a:lnTo><a:lnTo><a:pt x="673" y="10744"/></a:lnTo><a:lnTo><a:pt x="1003" y="10998"/></a:lnTo><a:lnTo><a:pt x="3530" y="10998"/></a:lnTo><a:lnTo><a:pt x="3860" y="10744"/></a:lnTo><a:lnTo><a:pt x="4203" y="10401"/></a:lnTo><a:lnTo><a:pt x="4368" y="9982"/></a:lnTo><a:lnTo><a:pt x="4533" y="9563"/></a:lnTo><a:lnTo><a:pt x="4622" y="9144"/></a:lnTo><a:close/></a:path><a:path w="22225" h="11429"><a:moveTo><a:pt x="21666" y="76"/></a:moveTo><a:lnTo><a:pt x="18135" y="76"/></a:lnTo><a:lnTo><a:pt x="18300" y="241"/></a:lnTo><a:lnTo><a:pt x="18389" y="419"/></a:lnTo><a:lnTo><a:pt x="18643" y="584"/></a:lnTo><a:lnTo><a:pt x="18973" y="749"/></a:lnTo><a:lnTo><a:pt x="19151" y="838"/></a:lnTo><a:lnTo><a:pt x="19392" y="838"/></a:lnTo><a:lnTo><a:pt x="19570" y="914"/></a:lnTo><a:lnTo><a:pt x="20154" y="914"/></a:lnTo><a:lnTo><a:pt x="20408" y="838"/></a:lnTo><a:lnTo><a:pt x="20574" y="838"/></a:lnTo><a:lnTo><a:pt x="20828" y="749"/></a:lnTo><a:lnTo><a:pt x="20993" y="660"/></a:lnTo><a:lnTo><a:pt x="21158" y="584"/></a:lnTo><a:lnTo><a:pt x="21323" y="419"/></a:lnTo><a:lnTo><a:pt x="21501" y="241"/></a:lnTo><a:lnTo><a:pt x="21666" y="76"/></a:lnTo><a:close/></a:path><a:path w="22225" h="11429"><a:moveTo><a:pt x="21755" y="0"/></a:moveTo><a:lnTo><a:pt x="18059" y="0"/></a:lnTo><a:lnTo><a:pt x="21666" y="76"/></a:lnTo><a:close/></a:path></a:pathLst></a:custGeom><a:solidFill><a:srgbClr val="000000"/></a:solidFill></p:spPr><p:txBody><a:bodyPr wrap="square" lIns="0" tIns="0" rIns="0" bIns="0" rtlCol="0"/><a:lstStyle/><a:p/></p:txBody></p:sp><p:sp><p:nvSpPr><p:cNvPr id="447" name="object 447"/><p:cNvSpPr/><p:nvPr/></p:nvSpPr><p:spPr><a:xfrm><a:off x="16755123" y="12108145"/><a:ext cx="20320" cy="12700"/></a:xfrm><a:custGeom><a:avLst/><a:gdLst/><a:ahLst/><a:cxnLst/><a:rect l="l" t="t" r="r" b="b"/><a:pathLst><a:path w="20319" h="12700"><a:moveTo><a:pt x="4533" y="9740"/></a:moveTo><a:lnTo><a:pt x="4445" y="9398"/></a:lnTo><a:lnTo><a:pt x="4368" y="9067"/></a:lnTo><a:lnTo><a:pt x="4114" y="8648"/></a:lnTo><a:lnTo><a:pt x="3860" y="8394"/></a:lnTo><a:lnTo><a:pt x="3517" y="8140"/></a:lnTo><a:lnTo><a:pt x="3098" y="7886"/></a:lnTo><a:lnTo><a:pt x="2679" y="7810"/></a:lnTo><a:lnTo><a:pt x="2260" y="7721"/></a:lnTo><a:lnTo><a:pt x="1930" y="7810"/></a:lnTo><a:lnTo><a:pt x="1511" y="7886"/></a:lnTo><a:lnTo><a:pt x="1092" y="8051"/></a:lnTo><a:lnTo><a:pt x="749" y="8305"/></a:lnTo><a:lnTo><a:pt x="495" y="8648"/></a:lnTo><a:lnTo><a:pt x="254" y="8978"/></a:lnTo><a:lnTo><a:pt x="76" y="9321"/></a:lnTo><a:lnTo><a:pt x="0" y="9740"/></a:lnTo><a:lnTo><a:pt x="0" y="10160"/></a:lnTo><a:lnTo><a:pt x="76" y="10579"/></a:lnTo><a:lnTo><a:pt x="254" y="10998"/></a:lnTo><a:lnTo><a:pt x="419" y="11328"/></a:lnTo><a:lnTo><a:pt x="749" y="11671"/></a:lnTo><a:lnTo><a:pt x="1092" y="11925"/></a:lnTo><a:lnTo><a:pt x="1422" y="12090"/></a:lnTo><a:lnTo><a:pt x="1841" y="12255"/></a:lnTo><a:lnTo><a:pt x="2768" y="12255"/></a:lnTo><a:lnTo><a:pt x="3022" y="12166"/></a:lnTo><a:lnTo><a:pt x="3441" y="12001"/></a:lnTo><a:lnTo><a:pt x="3771" y="11747"/></a:lnTo><a:lnTo><a:pt x="4025" y="11417"/></a:lnTo><a:lnTo><a:pt x="4279" y="11074"/></a:lnTo><a:lnTo><a:pt x="4445" y="10655"/></a:lnTo><a:lnTo><a:pt x="4533" y="10236"/></a:lnTo><a:lnTo><a:pt x="4533" y="9817"/></a:lnTo><a:close/></a:path><a:path w="20319" h="12700"><a:moveTo><a:pt x="20154" y="0"/></a:moveTo><a:lnTo><a:pt x="17716" y="0"/></a:lnTo><a:lnTo><a:pt x="18046" y="241"/></a:lnTo><a:lnTo><a:pt x="18465" y="330"/></a:lnTo><a:lnTo><a:pt x="18884" y="419"/></a:lnTo><a:lnTo><a:pt x="19392" y="330"/></a:lnTo><a:lnTo><a:pt x="19812" y="241"/></a:lnTo><a:lnTo><a:pt x="20154" y="0"/></a:lnTo><a:close/></a:path></a:pathLst></a:custGeom><a:solidFill><a:srgbClr val="000000"/></a:solidFill></p:spPr><p:txBody><a:bodyPr wrap="square" lIns="0" tIns="0" rIns="0" bIns="0" rtlCol="0"/><a:lstStyle/><a:p/></p:txBody></p:sp><p:sp><p:nvSpPr><p:cNvPr id="448" name="object 448"/><p:cNvSpPr/><p:nvPr/></p:nvSpPr><p:spPr><a:xfrm><a:off x="16726573" y="12120312"/><a:ext cx="31750" cy="23495"/></a:xfrm><a:custGeom><a:avLst/><a:gdLst/><a:ahLst/><a:cxnLst/><a:rect l="l" t="t" r="r" b="b"/><a:pathLst><a:path w="31750" h="23495"><a:moveTo><a:pt x="1511" y="23431"/></a:moveTo><a:lnTo><a:pt x="1257" y="23342"/></a:lnTo><a:lnTo><a:pt x="1092" y="23266"/></a:lnTo><a:lnTo><a:pt x="495" y="23266"/></a:lnTo><a:lnTo><a:pt x="241" y="23342"/></a:lnTo><a:lnTo><a:pt x="0" y="23431"/></a:lnTo><a:lnTo><a:pt x="1511" y="23431"/></a:lnTo><a:close/></a:path><a:path w="31750" h="23495"><a:moveTo><a:pt x="17462" y="10502"/></a:moveTo><a:lnTo><a:pt x="17297" y="10248"/></a:lnTo><a:lnTo><a:pt x="17297" y="10083"/></a:lnTo><a:lnTo><a:pt x="17119" y="9829"/></a:lnTo><a:lnTo><a:pt x="16878" y="9486"/></a:lnTo><a:lnTo><a:pt x="16700" y="9410"/></a:lnTo><a:lnTo><a:pt x="16535" y="9245"/></a:lnTo><a:lnTo><a:pt x="16370" y="9156"/></a:lnTo><a:lnTo><a:pt x="16205" y="8991"/></a:lnTo><a:lnTo><a:pt x="15951" y="8902"/></a:lnTo><a:lnTo><a:pt x="15786" y="8826"/></a:lnTo><a:lnTo><a:pt x="14693" y="8826"/></a:lnTo><a:lnTo><a:pt x="14439" y="8902"/></a:lnTo><a:lnTo><a:pt x="14274" y="8991"/></a:lnTo><a:lnTo><a:pt x="14020" y="9156"/></a:lnTo><a:lnTo><a:pt x="13677" y="9410"/></a:lnTo><a:lnTo><a:pt x="13347" y="9740"/></a:lnTo><a:lnTo><a:pt x="13182" y="10083"/></a:lnTo><a:lnTo><a:pt x="13093" y="10248"/></a:lnTo><a:lnTo><a:pt x="13004" y="10502"/></a:lnTo><a:lnTo><a:pt x="13004" y="10668"/></a:lnTo><a:lnTo><a:pt x="12928" y="10998"/></a:lnTo><a:lnTo><a:pt x="13004" y="11430"/></a:lnTo><a:lnTo><a:pt x="13093" y="11849"/></a:lnTo><a:lnTo><a:pt x="13258" y="12268"/></a:lnTo><a:lnTo><a:pt x="13512" y="12598"/></a:lnTo><a:lnTo><a:pt x="13855" y="12852"/></a:lnTo><a:lnTo><a:pt x="14185" y="13106"/></a:lnTo><a:lnTo><a:pt x="14605" y="13271"/></a:lnTo><a:lnTo><a:pt x="15024" y="13360"/></a:lnTo><a:lnTo><a:pt x="15443" y="13360"/></a:lnTo><a:lnTo><a:pt x="15786" y="13271"/></a:lnTo><a:lnTo><a:pt x="16205" y="13106"/></a:lnTo><a:lnTo><a:pt x="16535" y="12941"/></a:lnTo><a:lnTo><a:pt x="16878" y="12598"/></a:lnTo><a:lnTo><a:pt x="17119" y="12268"/></a:lnTo><a:lnTo><a:pt x="17373" y="11849"/></a:lnTo><a:lnTo><a:pt x="17462" y="11506"/></a:lnTo><a:lnTo><a:pt x="17462" y="11087"/></a:lnTo><a:lnTo><a:pt x="17462" y="10668"/></a:lnTo><a:lnTo><a:pt x="17462" y="10502"/></a:lnTo><a:close/></a:path><a:path w="31750" h="23495"><a:moveTo><a:pt x="31572" y="0"/></a:moveTo><a:lnTo><a:pt x="30060" y="0"/></a:lnTo><a:lnTo><a:pt x="31153" y="88"/></a:lnTo><a:lnTo><a:pt x="31318" y="88"/></a:lnTo><a:lnTo><a:pt x="31572" y="0"/></a:lnTo><a:close/></a:path></a:pathLst></a:custGeom><a:solidFill><a:srgbClr val="000000"/></a:solidFill></p:spPr><p:txBody><a:bodyPr wrap="square" lIns="0" tIns="0" rIns="0" bIns="0" rtlCol="0"/><a:lstStyle/><a:p/></p:txBody></p:sp><p:sp><p:nvSpPr><p:cNvPr id="449" name="object 449"/><p:cNvSpPr/><p:nvPr/></p:nvSpPr><p:spPr><a:xfrm><a:off x="16712629" y="12143655"/><a:ext cx="17145" cy="16510"/></a:xfrm><a:custGeom><a:avLst/><a:gdLst/><a:ahLst/><a:cxnLst/><a:rect l="l" t="t" r="r" b="b"/><a:pathLst><a:path w="17144" h="16509"><a:moveTo><a:pt x="2933" y="16129"/></a:moveTo><a:lnTo><a:pt x="2603" y="15786"/></a:lnTo><a:lnTo><a:pt x="2184" y="15621"/></a:lnTo><a:lnTo><a:pt x="1676" y="15544"/></a:lnTo><a:lnTo><a:pt x="1181" y="15544"/></a:lnTo><a:lnTo><a:pt x="927" y="15621"/></a:lnTo><a:lnTo><a:pt x="749" y="15621"/></a:lnTo><a:lnTo><a:pt x="508" y="15786"/></a:lnTo><a:lnTo><a:pt x="330" y="15786"/></a:lnTo><a:lnTo><a:pt x="88" y="16040"/></a:lnTo><a:lnTo><a:pt x="2933" y="16129"/></a:lnTo><a:close/></a:path><a:path w="17144" h="16509"><a:moveTo><a:pt x="15455" y="88"/></a:moveTo><a:lnTo><a:pt x="15201" y="0"/></a:lnTo><a:lnTo><a:pt x="14185" y="0"/></a:lnTo><a:lnTo><a:pt x="15455" y="88"/></a:lnTo><a:close/></a:path><a:path w="17144" h="16509"><a:moveTo><a:pt x="16967" y="1854"/></a:moveTo><a:lnTo><a:pt x="16878" y="1600"/></a:lnTo><a:lnTo><a:pt x="16789" y="1435"/></a:lnTo><a:lnTo><a:pt x="16713" y="1181"/></a:lnTo><a:lnTo><a:pt x="16624" y="1016"/></a:lnTo><a:lnTo><a:pt x="16548" y="850"/></a:lnTo><a:lnTo><a:pt x="16370" y="673"/></a:lnTo><a:lnTo><a:pt x="16205" y="508"/></a:lnTo><a:lnTo><a:pt x="16040" y="342"/></a:lnTo><a:lnTo><a:pt x="15875" y="254"/></a:lnTo><a:lnTo><a:pt x="15621" y="177"/></a:lnTo><a:lnTo><a:pt x="15455" y="88"/></a:lnTo><a:lnTo><a:pt x="13944" y="88"/></a:lnTo><a:lnTo><a:pt x="13766" y="177"/></a:lnTo><a:lnTo><a:pt x="13525" y="254"/></a:lnTo><a:lnTo><a:pt x="13347" y="342"/></a:lnTo><a:lnTo><a:pt x="13182" y="508"/></a:lnTo><a:lnTo><a:pt x="13017" y="673"/></a:lnTo><a:lnTo><a:pt x="12852" y="850"/></a:lnTo><a:lnTo><a:pt x="12763" y="1016"/></a:lnTo><a:lnTo><a:pt x="12674" y="1181"/></a:lnTo><a:lnTo><a:pt x="12598" y="1435"/></a:lnTo><a:lnTo><a:pt x="12509" y="1600"/></a:lnTo><a:lnTo><a:pt x="12433" y="1854"/></a:lnTo><a:lnTo><a:pt x="12433" y="2019"/></a:lnTo><a:lnTo><a:pt x="12433" y="2273"/></a:lnTo><a:lnTo><a:pt x="12433" y="2438"/></a:lnTo><a:lnTo><a:pt x="12509" y="2781"/></a:lnTo><a:lnTo><a:pt x="12598" y="3200"/></a:lnTo><a:lnTo><a:pt x="12852" y="3530"/></a:lnTo><a:lnTo><a:pt x="13182" y="3873"/></a:lnTo><a:lnTo><a:pt x="13525" y="4114"/></a:lnTo><a:lnTo><a:pt x="13855" y="4292"/></a:lnTo><a:lnTo><a:pt x="14274" y="4457"/></a:lnTo><a:lnTo><a:pt x="15113" y="4457"/></a:lnTo><a:lnTo><a:pt x="16878" y="2857"/></a:lnTo><a:lnTo><a:pt x="16967" y="2438"/></a:lnTo><a:lnTo><a:pt x="16967" y="2273"/></a:lnTo><a:lnTo><a:pt x="16967" y="2019"/></a:lnTo><a:lnTo><a:pt x="16967" y="1854"/></a:lnTo><a:close/></a:path></a:pathLst></a:custGeom><a:solidFill><a:srgbClr val="000000"/></a:solidFill></p:spPr><p:txBody><a:bodyPr wrap="square" lIns="0" tIns="0" rIns="0" bIns="0" rtlCol="0"/><a:lstStyle/><a:p/></p:txBody></p:sp><p:sp><p:nvSpPr><p:cNvPr id="450" name="object 450"/><p:cNvSpPr/><p:nvPr/></p:nvSpPr><p:spPr><a:xfrm><a:off x="16700196" y="12159695"/><a:ext cx="16510" cy="17780"/></a:xfrm><a:custGeom><a:avLst/><a:gdLst/><a:ahLst/><a:cxnLst/><a:rect l="l" t="t" r="r" b="b"/><a:pathLst><a:path w="16509" h="17779"><a:moveTo><a:pt x="4038" y="17386"/></a:moveTo><a:lnTo><a:pt x="3873" y="17132"/></a:lnTo><a:lnTo><a:pt x="3619" y="16802"/></a:lnTo><a:lnTo><a:pt x="3276" y="16548"/></a:lnTo><a:lnTo><a:pt x="3111" y="16459"/></a:lnTo><a:lnTo><a:pt x="2857" y="16294"/></a:lnTo><a:lnTo><a:pt x="2527" y="16205"/></a:lnTo><a:lnTo><a:pt x="2362" y="16205"/></a:lnTo><a:lnTo><a:pt x="2108" y="16129"/></a:lnTo><a:lnTo><a:pt x="1689" y="16205"/></a:lnTo><a:lnTo><a:pt x="1270" y="16294"/></a:lnTo><a:lnTo><a:pt x="850" y="16459"/></a:lnTo><a:lnTo><a:pt x="508" y="16713"/></a:lnTo><a:lnTo><a:pt x="254" y="17043"/></a:lnTo><a:lnTo><a:pt x="0" y="17386"/></a:lnTo><a:lnTo><a:pt x="4038" y="17386"/></a:lnTo><a:close/></a:path><a:path w="16509" h="17779"><a:moveTo><a:pt x="15367" y="88"/></a:moveTo><a:lnTo><a:pt x="12522" y="0"/></a:lnTo><a:lnTo><a:pt x="15367" y="88"/></a:lnTo><a:close/></a:path><a:path w="16509" h="17779"><a:moveTo><a:pt x="16217" y="1765"/></a:moveTo><a:lnTo><a:pt x="16129" y="1600"/></a:lnTo><a:lnTo><a:pt x="16129" y="1346"/></a:lnTo><a:lnTo><a:pt x="16129" y="1181"/></a:lnTo><a:lnTo><a:pt x="16040" y="1016"/></a:lnTo><a:lnTo><a:pt x="15963" y="762"/></a:lnTo><a:lnTo><a:pt x="15875" y="596"/></a:lnTo><a:lnTo><a:pt x="15709" y="342"/></a:lnTo><a:lnTo><a:pt x="15367" y="88"/></a:lnTo><a:lnTo><a:pt x="12433" y="88"/></a:lnTo><a:lnTo><a:pt x="11760" y="1016"/></a:lnTo><a:lnTo><a:pt x="11671" y="1181"/></a:lnTo><a:lnTo><a:pt x="11671" y="1346"/></a:lnTo><a:lnTo><a:pt x="11595" y="1600"/></a:lnTo><a:lnTo><a:pt x="11671" y="1765"/></a:lnTo><a:lnTo><a:pt x="11671" y="2019"/></a:lnTo><a:lnTo><a:pt x="11671" y="2184"/></a:lnTo><a:lnTo><a:pt x="11760" y="2527"/></a:lnTo><a:lnTo><a:pt x="11925" y="2857"/></a:lnTo><a:lnTo><a:pt x="12014" y="3022"/></a:lnTo><a:lnTo><a:pt x="12179" y="3276"/></a:lnTo><a:lnTo><a:pt x="12522" y="3530"/></a:lnTo><a:lnTo><a:pt x="12852" y="3784"/></a:lnTo><a:lnTo><a:pt x="13271" y="3949"/></a:lnTo><a:lnTo><a:pt x="13690" y="4038"/></a:lnTo><a:lnTo><a:pt x="14109" y="4038"/></a:lnTo><a:lnTo><a:pt x="14528" y="3949"/></a:lnTo><a:lnTo><a:pt x="14871" y="3784"/></a:lnTo><a:lnTo><a:pt x="15290" y="3619"/></a:lnTo><a:lnTo><a:pt x="15544" y="3365"/></a:lnTo><a:lnTo><a:pt x="15786" y="3022"/></a:lnTo><a:lnTo><a:pt x="15875" y="2857"/></a:lnTo><a:lnTo><a:pt x="16040" y="2603"/></a:lnTo><a:lnTo><a:pt x="16129" y="2184"/></a:lnTo><a:lnTo><a:pt x="16129" y="2019"/></a:lnTo><a:lnTo><a:pt x="16217" y="1765"/></a:lnTo><a:close/></a:path></a:pathLst></a:custGeom><a:solidFill><a:srgbClr val="000000"/></a:solidFill></p:spPr><p:txBody><a:bodyPr wrap="square" lIns="0" tIns="0" rIns="0" bIns="0" rtlCol="0"/><a:lstStyle/><a:p/></p:txBody></p:sp><p:sp><p:nvSpPr><p:cNvPr id="451" name="object 451"/><p:cNvSpPr/><p:nvPr/></p:nvSpPr><p:spPr><a:xfrm><a:off x="16689451" y="12176827"/><a:ext cx="15240" cy="19050"/></a:xfrm><a:custGeom><a:avLst/><a:gdLst/><a:ahLst/><a:cxnLst/><a:rect l="l" t="t" r="r" b="b"/><a:pathLst><a:path w="15240" h="19050"><a:moveTo><a:pt x="4533" y="18554"/></a:moveTo><a:lnTo><a:pt x="4445" y="18224"/></a:lnTo><a:lnTo><a:pt x="4279" y="17805"/></a:lnTo><a:lnTo><a:pt x="4025" y="17386"/></a:lnTo><a:lnTo><a:pt x="3695" y="17132"/></a:lnTo><a:lnTo><a:pt x="3365" y="16878"/></a:lnTo><a:lnTo><a:pt x="2933" y="16713"/></a:lnTo><a:lnTo><a:pt x="2514" y="16624"/></a:lnTo><a:lnTo><a:pt x="2095" y="16624"/></a:lnTo><a:lnTo><a:pt x="1600" y="16713"/></a:lnTo><a:lnTo><a:pt x="1257" y="16878"/></a:lnTo><a:lnTo><a:pt x="838" y="17132"/></a:lnTo><a:lnTo><a:pt x="584" y="17386"/></a:lnTo><a:lnTo><a:pt x="330" y="17716"/></a:lnTo><a:lnTo><a:pt x="165" y="18135"/></a:lnTo><a:lnTo><a:pt x="88" y="18554"/></a:lnTo><a:lnTo><a:pt x="4533" y="18643"/></a:lnTo><a:close/></a:path><a:path w="15240" h="19050"><a:moveTo><a:pt x="14782" y="254"/></a:moveTo><a:lnTo><a:pt x="14617" y="0"/></a:lnTo><a:lnTo><a:pt x="10922" y="0"/></a:lnTo><a:lnTo><a:pt x="14782" y="254"/></a:lnTo><a:close/></a:path><a:path w="15240" h="19050"><a:moveTo><a:pt x="15036" y="1003"/></a:moveTo><a:lnTo><a:pt x="14947" y="838"/></a:lnTo><a:lnTo><a:pt x="14947" y="584"/></a:lnTo><a:lnTo><a:pt x="14859" y="419"/></a:lnTo><a:lnTo><a:pt x="14782" y="254"/></a:lnTo><a:lnTo><a:pt x="10744" y="254"/></a:lnTo><a:lnTo><a:pt x="10668" y="419"/></a:lnTo><a:lnTo><a:pt x="10579" y="584"/></a:lnTo><a:lnTo><a:pt x="10579" y="838"/></a:lnTo><a:lnTo><a:pt x="10502" y="1003"/></a:lnTo><a:lnTo><a:pt x="10502" y="1257"/></a:lnTo><a:lnTo><a:pt x="10502" y="1422"/></a:lnTo><a:lnTo><a:pt x="10502" y="1676"/></a:lnTo><a:lnTo><a:pt x="10579" y="1854"/></a:lnTo><a:lnTo><a:pt x="10668" y="2095"/></a:lnTo><a:lnTo><a:pt x="10668" y="2273"/></a:lnTo><a:lnTo><a:pt x="10833" y="2514"/></a:lnTo><a:lnTo><a:pt x="11163" y="2857"/></a:lnTo><a:lnTo><a:pt x="11506" y="3187"/></a:lnTo><a:lnTo><a:pt x="11836" y="3365"/></a:lnTo><a:lnTo><a:pt x="12344" y="3530"/></a:lnTo><a:lnTo><a:pt x="13106" y="3530"/></a:lnTo><a:lnTo><a:pt x="13271" y="3530"/></a:lnTo><a:lnTo><a:pt x="13601" y="3365"/></a:lnTo><a:lnTo><a:pt x="14020" y="3187"/></a:lnTo><a:lnTo><a:pt x="14363" y="2933"/></a:lnTo><a:lnTo><a:pt x="14617" y="2603"/></a:lnTo><a:lnTo><a:pt x="14782" y="2273"/></a:lnTo><a:lnTo><a:pt x="14859" y="2095"/></a:lnTo><a:lnTo><a:pt x="14947" y="1854"/></a:lnTo><a:lnTo><a:pt x="15036" y="1676"/></a:lnTo><a:lnTo><a:pt x="15036" y="1422"/></a:lnTo><a:lnTo><a:pt x="15036" y="1257"/></a:lnTo><a:lnTo><a:pt x="15036" y="1003"/></a:lnTo><a:close/></a:path></a:pathLst></a:custGeom><a:solidFill><a:srgbClr val="000000"/></a:solidFill></p:spPr><p:txBody><a:bodyPr wrap="square" lIns="0" tIns="0" rIns="0" bIns="0" rtlCol="0"/><a:lstStyle/><a:p/></p:txBody></p:sp><p:sp><p:nvSpPr><p:cNvPr id="452" name="object 452"/><p:cNvSpPr/><p:nvPr/></p:nvSpPr><p:spPr><a:xfrm><a:off x="16680472" y="12195382"/><a:ext cx="13970" cy="19685"/></a:xfrm><a:custGeom><a:avLst/><a:gdLst/><a:ahLst/><a:cxnLst/><a:rect l="l" t="t" r="r" b="b"/><a:pathLst><a:path w="13969" h="19684"><a:moveTo><a:pt x="4533" y="18135"/></a:moveTo><a:lnTo><a:pt x="4356" y="17805"/></a:lnTo><a:lnTo><a:pt x="4114" y="17386"/></a:lnTo><a:lnTo><a:pt x="3860" y="17043"/></a:lnTo><a:lnTo><a:pt x="3517" y="16802"/></a:lnTo><a:lnTo><a:pt x="3187" y="16624"/></a:lnTo><a:lnTo><a:pt x="2768" y="16459"/></a:lnTo><a:lnTo><a:pt x="2590" y="16459"/></a:lnTo><a:lnTo><a:pt x="2349" y="16383"/></a:lnTo><a:lnTo><a:pt x="1841" y="16459"/></a:lnTo><a:lnTo><a:pt x="1422" y="16548"/></a:lnTo><a:lnTo><a:pt x="1079" y="16802"/></a:lnTo><a:lnTo><a:pt x="660" y="17043"/></a:lnTo><a:lnTo><a:pt x="419" y="17386"/></a:lnTo><a:lnTo><a:pt x="165" y="17716"/></a:lnTo><a:lnTo><a:pt x="76" y="18135"/></a:lnTo><a:lnTo><a:pt x="0" y="18554"/></a:lnTo><a:lnTo><a:pt x="0" y="18986"/></a:lnTo><a:lnTo><a:pt x="165" y="19405"/></a:lnTo><a:lnTo><a:pt x="4445" y="19405"/></a:lnTo><a:lnTo><a:pt x="4533" y="19062"/></a:lnTo><a:lnTo><a:pt x="4533" y="18643"/></a:lnTo><a:lnTo><a:pt x="4533" y="18224"/></a:lnTo><a:close/></a:path><a:path w="13969" h="19684"><a:moveTo><a:pt x="13512" y="88"/></a:moveTo><a:lnTo><a:pt x="8978" y="88"/></a:lnTo><a:lnTo><a:pt x="8978" y="419"/></a:lnTo><a:lnTo><a:pt x="9067" y="762"/></a:lnTo><a:lnTo><a:pt x="9067" y="927"/></a:lnTo><a:lnTo><a:pt x="9144" y="1181"/></a:lnTo><a:lnTo><a:pt x="9232" y="1346"/></a:lnTo><a:lnTo><a:pt x="9398" y="1600"/></a:lnTo><a:lnTo><a:pt x="9486" y="1765"/></a:lnTo><a:lnTo><a:pt x="9652" y="1930"/></a:lnTo><a:lnTo><a:pt x="9817" y="2108"/></a:lnTo><a:lnTo><a:pt x="9982" y="2184"/></a:lnTo><a:lnTo><a:pt x="10160" y="2349"/></a:lnTo><a:lnTo><a:pt x="10325" y="2349"/></a:lnTo><a:lnTo><a:pt x="10579" y="2438"/></a:lnTo><a:lnTo><a:pt x="10744" y="2527"/></a:lnTo><a:lnTo><a:pt x="10998" y="2603"/></a:lnTo><a:lnTo><a:pt x="11493" y="2603"/></a:lnTo><a:lnTo><a:pt x="11836" y="2527"/></a:lnTo><a:lnTo><a:pt x="12166" y="2349"/></a:lnTo><a:lnTo><a:pt x="12344" y="2349"/></a:lnTo><a:lnTo><a:pt x="12585" y="2184"/></a:lnTo><a:lnTo><a:pt x="12928" y="1930"/></a:lnTo><a:lnTo><a:pt x="13004" y="1765"/></a:lnTo><a:lnTo><a:pt x="13182" y="1600"/></a:lnTo><a:lnTo><a:pt x="13258" y="1346"/></a:lnTo><a:lnTo><a:pt x="13347" y="1181"/></a:lnTo><a:lnTo><a:pt x="13423" y="927"/></a:lnTo><a:lnTo><a:pt x="13512" y="762"/></a:lnTo><a:lnTo><a:pt x="13512" y="508"/></a:lnTo><a:lnTo><a:pt x="13512" y="88"/></a:lnTo><a:close/></a:path><a:path w="13969" h="19684"><a:moveTo><a:pt x="13512" y="0"/></a:moveTo><a:lnTo><a:pt x="9067" y="0"/></a:lnTo><a:lnTo><a:pt x="13512" y="88"/></a:lnTo><a:close/></a:path></a:pathLst></a:custGeom><a:solidFill><a:srgbClr val="000000"/></a:solidFill></p:spPr><p:txBody><a:bodyPr wrap="square" lIns="0" tIns="0" rIns="0" bIns="0" rtlCol="0"/><a:lstStyle/><a:p/></p:txBody></p:sp><p:sp><p:nvSpPr><p:cNvPr id="453" name="object 453"/><p:cNvSpPr/><p:nvPr/></p:nvSpPr><p:spPr><a:xfrm><a:off x="16673081" y="12214444"/><a:ext cx="12065" cy="20320"/></a:xfrm><a:custGeom><a:avLst/><a:gdLst/><a:ahLst/><a:cxnLst/><a:rect l="l" t="t" r="r" b="b"/><a:pathLst><a:path w="12065" h="20320"><a:moveTo><a:pt x="4533" y="18808"/></a:moveTo><a:lnTo><a:pt x="4445" y="18389"/></a:lnTo><a:lnTo><a:pt x="4356" y="17970"/></a:lnTo><a:lnTo><a:pt x="4191" y="17551"/></a:lnTo><a:lnTo><a:pt x="4025" y="17221"/></a:lnTo><a:lnTo><a:pt x="3695" y="16967"/></a:lnTo><a:lnTo><a:pt x="3352" y="16713"/></a:lnTo><a:lnTo><a:pt x="3187" y="16624"/></a:lnTo><a:lnTo><a:pt x="2933" y="16548"/></a:lnTo><a:lnTo><a:pt x="2768" y="16459"/></a:lnTo><a:lnTo><a:pt x="2514" y="16459"/></a:lnTo><a:lnTo><a:pt x="2095" y="16370"/></a:lnTo><a:lnTo><a:pt x="1676" y="16459"/></a:lnTo><a:lnTo><a:pt x="1511" y="16548"/></a:lnTo><a:lnTo><a:pt x="1257" y="16624"/></a:lnTo><a:lnTo><a:pt x="838" y="16878"/></a:lnTo><a:lnTo><a:pt x="495" y="17221"/></a:lnTo><a:lnTo><a:pt x="241" y="17551"/></a:lnTo><a:lnTo><a:pt x="76" y="17970"/></a:lnTo><a:lnTo><a:pt x="0" y="18389"/></a:lnTo><a:lnTo><a:pt x="0" y="18808"/></a:lnTo><a:lnTo><a:pt x="0" y="19227"/></a:lnTo><a:lnTo><a:pt x="165" y="19646"/></a:lnTo><a:lnTo><a:pt x="330" y="19989"/></a:lnTo><a:lnTo><a:pt x="4025" y="20066"/></a:lnTo><a:lnTo><a:pt x="4279" y="19646"/></a:lnTo><a:lnTo><a:pt x="4445" y="19316"/></a:lnTo><a:lnTo><a:pt x="4533" y="18808"/></a:lnTo><a:close/></a:path><a:path w="12065" h="20320"><a:moveTo><a:pt x="11836" y="342"/></a:moveTo><a:lnTo><a:pt x="7556" y="342"/></a:lnTo><a:lnTo><a:pt x="7721" y="762"/></a:lnTo><a:lnTo><a:pt x="7886" y="1092"/></a:lnTo><a:lnTo><a:pt x="8051" y="1181"/></a:lnTo><a:lnTo><a:pt x="8229" y="1346"/></a:lnTo><a:lnTo><a:pt x="8394" y="1511"/></a:lnTo><a:lnTo><a:pt x="8559" y="1600"/></a:lnTo><a:lnTo><a:pt x="8724" y="1676"/></a:lnTo><a:lnTo><a:pt x="8978" y="1765"/></a:lnTo><a:lnTo><a:pt x="9144" y="1854"/></a:lnTo><a:lnTo><a:pt x="9398" y="1854"/></a:lnTo><a:lnTo><a:pt x="9563" y="1930"/></a:lnTo><a:lnTo><a:pt x="9982" y="1854"/></a:lnTo><a:lnTo><a:pt x="10160" y="1854"/></a:lnTo><a:lnTo><a:pt x="10414" y="1765"/></a:lnTo><a:lnTo><a:pt x="10579" y="1676"/></a:lnTo><a:lnTo><a:pt x="10744" y="1600"/></a:lnTo><a:lnTo><a:pt x="10909" y="1511"/></a:lnTo><a:lnTo><a:pt x="11163" y="1346"/></a:lnTo><a:lnTo><a:pt x="11328" y="1181"/></a:lnTo><a:lnTo><a:pt x="11582" y="838"/></a:lnTo><a:lnTo><a:pt x="11747" y="419"/></a:lnTo><a:close/></a:path><a:path w="12065" h="20320"><a:moveTo><a:pt x="11925" y="0"/></a:moveTo><a:lnTo><a:pt x="7467" y="0"/></a:lnTo><a:lnTo><a:pt x="11836" y="342"/></a:lnTo><a:lnTo><a:pt x="11925" y="0"/></a:lnTo><a:close/></a:path></a:pathLst></a:custGeom><a:solidFill><a:srgbClr val="000000"/></a:solidFill></p:spPr><p:txBody><a:bodyPr wrap="square" lIns="0" tIns="0" rIns="0" bIns="0" rtlCol="0"/><a:lstStyle/><a:p/></p:txBody></p:sp><p:sp><p:nvSpPr><p:cNvPr id="454" name="object 454"/><p:cNvSpPr/><p:nvPr/></p:nvSpPr><p:spPr><a:xfrm><a:off x="16667201" y="12234434"/><a:ext cx="10160" cy="20320"/></a:xfrm><a:custGeom><a:avLst/><a:gdLst/><a:ahLst/><a:cxnLst/><a:rect l="l" t="t" r="r" b="b"/><a:pathLst><a:path w="10159" h="20320"><a:moveTo><a:pt x="4533" y="17792"/></a:moveTo><a:lnTo><a:pt x="4368" y="17373"/></a:lnTo><a:lnTo><a:pt x="4191" y="17043"/></a:lnTo><a:lnTo><a:pt x="3949" y="16713"/></a:lnTo><a:lnTo><a:pt x="3771" y="16624"/></a:lnTo><a:lnTo><a:pt x="3606" y="16459"/></a:lnTo><a:lnTo><a:pt x="3441" y="16370"/></a:lnTo><a:lnTo><a:pt x="3187" y="16205"/></a:lnTo><a:lnTo><a:pt x="3022" y="16205"/></a:lnTo><a:lnTo><a:pt x="2857" y="16116"/></a:lnTo><a:lnTo><a:pt x="2514" y="16040"/></a:lnTo><a:lnTo><a:pt x="1930" y="16040"/></a:lnTo><a:lnTo><a:pt x="1765" y="16116"/></a:lnTo><a:lnTo><a:pt x="1511" y="16205"/></a:lnTo><a:lnTo><a:pt x="1346" y="16205"/></a:lnTo><a:lnTo><a:pt x="1092" y="16370"/></a:lnTo><a:lnTo><a:pt x="749" y="16624"/></a:lnTo><a:lnTo><a:pt x="419" y="16954"/></a:lnTo><a:lnTo><a:pt x="254" y="17297"/></a:lnTo><a:lnTo><a:pt x="76" y="17716"/></a:lnTo><a:lnTo><a:pt x="0" y="18224"/></a:lnTo><a:lnTo><a:pt x="0" y="18643"/></a:lnTo><a:lnTo><a:pt x="165" y="19062"/></a:lnTo><a:lnTo><a:pt x="330" y="19481"/></a:lnTo><a:lnTo><a:pt x="584" y="19812"/></a:lnTo><a:lnTo><a:pt x="838" y="20066"/></a:lnTo><a:lnTo><a:pt x="1168" y="20320"/></a:lnTo><a:lnTo><a:pt x="3352" y="20320"/></a:lnTo><a:lnTo><a:pt x="3606" y="20154"/></a:lnTo><a:lnTo><a:pt x="3949" y="19812"/></a:lnTo><a:lnTo><a:pt x="4191" y="19481"/></a:lnTo><a:lnTo><a:pt x="4445" y="19062"/></a:lnTo><a:lnTo><a:pt x="4533" y="18643"/></a:lnTo><a:lnTo><a:pt x="4533" y="18224"/></a:lnTo><a:lnTo><a:pt x="4533" y="17792"/></a:lnTo><a:close/></a:path><a:path w="10159" h="20320"><a:moveTo><a:pt x="9906" y="76"/></a:moveTo><a:lnTo><a:pt x="6299" y="76"/></a:lnTo><a:lnTo><a:pt x="6553" y="330"/></a:lnTo><a:lnTo><a:pt x="6883" y="584"/></a:lnTo><a:lnTo><a:pt x="7213" y="749"/></a:lnTo><a:lnTo><a:pt x="7391" y="838"/></a:lnTo><a:lnTo><a:pt x="7632" y="914"/></a:lnTo><a:lnTo><a:pt x="7810" y="914"/></a:lnTo><a:lnTo><a:pt x="8229" y="1003"/></a:lnTo><a:lnTo><a:pt x="8394" y="914"/></a:lnTo><a:lnTo><a:pt x="8648" y="914"/></a:lnTo><a:lnTo><a:pt x="8813" y="838"/></a:lnTo><a:lnTo><a:pt x="8978" y="749"/></a:lnTo><a:lnTo><a:pt x="9232" y="673"/></a:lnTo><a:lnTo><a:pt x="9398" y="584"/></a:lnTo><a:lnTo><a:pt x="9575" y="419"/></a:lnTo><a:lnTo><a:pt x="9740" y="330"/></a:lnTo><a:lnTo><a:pt x="9906" y="76"/></a:lnTo><a:close/></a:path><a:path w="10159" h="20320"><a:moveTo><a:pt x="9994" y="0"/></a:moveTo><a:lnTo><a:pt x="6210" y="0"/></a:lnTo><a:lnTo><a:pt x="9906" y="76"/></a:lnTo><a:close/></a:path></a:pathLst></a:custGeom><a:solidFill><a:srgbClr val="000000"/></a:solidFill></p:spPr><p:txBody><a:bodyPr wrap="square" lIns="0" tIns="0" rIns="0" bIns="0" rtlCol="0"/><a:lstStyle/><a:p/></p:txBody></p:sp><p:sp><p:nvSpPr><p:cNvPr id="455" name="object 455"/><p:cNvSpPr/><p:nvPr/></p:nvSpPr><p:spPr><a:xfrm><a:off x="16662997" y="12254589"/><a:ext cx="8255" cy="20955"/></a:xfrm><a:custGeom><a:avLst/><a:gdLst/><a:ahLst/><a:cxnLst/><a:rect l="l" t="t" r="r" b="b"/><a:pathLst><a:path w="8255" h="20954"><a:moveTo><a:pt x="4533" y="17881"/></a:moveTo><a:lnTo><a:pt x="4457" y="17627"/></a:lnTo><a:lnTo><a:pt x="4368" y="17208"/></a:lnTo><a:lnTo><a:pt x="4114" y="16878"/></a:lnTo><a:lnTo><a:pt x="3860" y="16535"/></a:lnTo><a:lnTo><a:pt x="3530" y="16281"/></a:lnTo><a:lnTo><a:pt x="3111" y="16027"/></a:lnTo><a:lnTo><a:pt x="2692" y="15951"/></a:lnTo><a:lnTo><a:pt x="2273" y="15862"/></a:lnTo><a:lnTo><a:pt x="1930" y="15951"/></a:lnTo><a:lnTo><a:pt x="1511" y="16027"/></a:lnTo><a:lnTo><a:pt x="1181" y="16205"/></a:lnTo><a:lnTo><a:pt x="1016" y="16281"/></a:lnTo><a:lnTo><a:pt x="762" y="16446"/></a:lnTo><a:lnTo><a:pt x="508" y="16789"/></a:lnTo><a:lnTo><a:pt x="254" y="17119"/></a:lnTo><a:lnTo><a:pt x="88" y="17538"/></a:lnTo><a:lnTo><a:pt x="0" y="17881"/></a:lnTo><a:lnTo><a:pt x="0" y="18046"/></a:lnTo><a:lnTo><a:pt x="0" y="18300"/></a:lnTo><a:lnTo><a:pt x="0" y="18465"/></a:lnTo><a:lnTo><a:pt x="88" y="18719"/></a:lnTo><a:lnTo><a:pt x="88" y="18884"/></a:lnTo><a:lnTo><a:pt x="254" y="19138"/></a:lnTo><a:lnTo><a:pt x="419" y="19481"/></a:lnTo><a:lnTo><a:pt x="762" y="19812"/></a:lnTo><a:lnTo><a:pt x="1016" y="20066"/></a:lnTo><a:lnTo><a:pt x="1435" y="20320"/></a:lnTo><a:lnTo><a:pt x="1854" y="20396"/></a:lnTo><a:lnTo><a:pt x="2768" y="20396"/></a:lnTo><a:lnTo><a:pt x="3022" y="20320"/></a:lnTo><a:lnTo><a:pt x="3441" y="20142"/></a:lnTo><a:lnTo><a:pt x="3784" y="19900"/></a:lnTo><a:lnTo><a:pt x="4038" y="19558"/></a:lnTo><a:lnTo><a:pt x="4279" y="19227"/></a:lnTo><a:lnTo><a:pt x="4457" y="18884"/></a:lnTo><a:lnTo><a:pt x="4457" y="18719"/></a:lnTo><a:lnTo><a:pt x="4533" y="18465"/></a:lnTo><a:lnTo><a:pt x="4533" y="18300"/></a:lnTo><a:lnTo><a:pt x="4533" y="18046"/></a:lnTo><a:lnTo><a:pt x="4533" y="17881"/></a:lnTo><a:close/></a:path><a:path w="8255" h="20954"><a:moveTo><a:pt x="7556" y="165"/></a:moveTo><a:lnTo><a:pt x="5372" y="165"/></a:lnTo><a:lnTo><a:pt x="5791" y="330"/></a:lnTo><a:lnTo><a:pt x="6210" y="419"/></a:lnTo><a:lnTo><a:pt x="6718" y="419"/></a:lnTo><a:lnTo><a:pt x="6972" y="330"/></a:lnTo><a:lnTo><a:pt x="7137" y="330"/></a:lnTo><a:lnTo><a:pt x="7391" y="241"/></a:lnTo><a:lnTo><a:pt x="7556" y="165"/></a:lnTo><a:close/></a:path><a:path w="8255" h="20954"><a:moveTo><a:pt x="7810" y="0"/></a:moveTo><a:lnTo><a:pt x="5130" y="0"/></a:lnTo><a:lnTo><a:pt x="7556" y="165"/></a:lnTo><a:lnTo><a:pt x="7810" y="0"/></a:lnTo><a:close/></a:path></a:pathLst></a:custGeom><a:solidFill><a:srgbClr val="000000"/></a:solidFill></p:spPr><p:txBody><a:bodyPr wrap="square" lIns="0" tIns="0" rIns="0" bIns="0" rtlCol="0"/><a:lstStyle/><a:p/></p:txBody></p:sp><p:sp><p:nvSpPr><p:cNvPr id="456" name="object 456"/><p:cNvSpPr/><p:nvPr/></p:nvSpPr><p:spPr><a:xfrm><a:off x="16660483" y="12274909"/><a:ext cx="5715" cy="36830"/></a:xfrm><a:custGeom><a:avLst/><a:gdLst/><a:ahLst/><a:cxnLst/><a:rect l="l" t="t" r="r" b="b"/><a:pathLst><a:path w="5715" h="36829"><a:moveTo><a:pt x="2260" y="36525"/></a:moveTo><a:lnTo><a:pt x="1841" y="36360"/></a:lnTo><a:lnTo><a:pt x="1003" y="36360"/></a:lnTo><a:lnTo><a:pt x="584" y="36525"/></a:lnTo><a:lnTo><a:pt x="2260" y="36525"/></a:lnTo><a:close/></a:path><a:path w="5715" h="36829"><a:moveTo><a:pt x="4533" y="17792"/></a:moveTo><a:lnTo><a:pt x="4445" y="17462"/></a:lnTo><a:lnTo><a:pt x="4279" y="17043"/></a:lnTo><a:lnTo><a:pt x="4025" y="16700"/></a:lnTo><a:lnTo><a:pt x="3695" y="16370"/></a:lnTo><a:lnTo><a:pt x="3276" y="16116"/></a:lnTo><a:lnTo><a:pt x="2933" y="15951"/></a:lnTo><a:lnTo><a:pt x="2438" y="15862"/></a:lnTo><a:lnTo><a:pt x="2019" y="15862"/></a:lnTo><a:lnTo><a:pt x="1676" y="15951"/></a:lnTo><a:lnTo><a:pt x="1257" y="16116"/></a:lnTo><a:lnTo><a:pt x="838" y="16370"/></a:lnTo><a:lnTo><a:pt x="584" y="16624"/></a:lnTo><a:lnTo><a:pt x="330" y="16954"/></a:lnTo><a:lnTo><a:pt x="165" y="17373"/></a:lnTo><a:lnTo><a:pt x="0" y="17792"/></a:lnTo><a:lnTo><a:pt x="0" y="18211"/></a:lnTo><a:lnTo><a:pt x="0" y="18389"/></a:lnTo><a:lnTo><a:pt x="0" y="18630"/></a:lnTo><a:lnTo><a:pt x="76" y="18808"/></a:lnTo><a:lnTo><a:pt x="165" y="18973"/></a:lnTo><a:lnTo><a:pt x="254" y="19227"/></a:lnTo><a:lnTo><a:pt x="330" y="19392"/></a:lnTo><a:lnTo><a:pt x="495" y="19558"/></a:lnTo><a:lnTo><a:pt x="584" y="19723"/></a:lnTo><a:lnTo><a:pt x="838" y="19900"/></a:lnTo><a:lnTo><a:pt x="1168" y="20142"/></a:lnTo><a:lnTo><a:pt x="1587" y="20320"/></a:lnTo><a:lnTo><a:pt x="2019" y="20396"/></a:lnTo><a:lnTo><a:pt x="2514" y="20396"/></a:lnTo><a:lnTo><a:pt x="2857" y="20320"/></a:lnTo><a:lnTo><a:pt x="3187" y="20231"/></a:lnTo><a:lnTo><a:pt x="3352" y="20142"/></a:lnTo><a:lnTo><a:pt x="3606" y="19977"/></a:lnTo><a:lnTo><a:pt x="3771" y="19900"/></a:lnTo><a:lnTo><a:pt x="3949" y="19723"/></a:lnTo><a:lnTo><a:pt x="4025" y="19558"/></a:lnTo><a:lnTo><a:pt x="4191" y="19392"/></a:lnTo><a:lnTo><a:pt x="4279" y="19227"/></a:lnTo><a:lnTo><a:pt x="4368" y="18973"/></a:lnTo><a:lnTo><a:pt x="4445" y="18808"/></a:lnTo><a:lnTo><a:pt x="4445" y="18630"/></a:lnTo><a:lnTo><a:pt x="4533" y="18389"/></a:lnTo><a:lnTo><a:pt x="4533" y="18211"/></a:lnTo><a:lnTo><a:pt x="4533" y="17881"/></a:lnTo><a:close/></a:path><a:path w="5715" h="36829"><a:moveTo><a:pt x="5118" y="76"/></a:moveTo><a:lnTo><a:pt x="4445" y="76"/></a:lnTo><a:lnTo><a:pt x="4864" y="165"/></a:lnTo><a:lnTo><a:pt x="5118" y="76"/></a:lnTo><a:close/></a:path><a:path w="5715" h="36829"><a:moveTo><a:pt x="5537" y="0"/></a:moveTo><a:lnTo><a:pt x="4025" y="0"/></a:lnTo><a:lnTo><a:pt x="5118" y="76"/></a:lnTo><a:lnTo><a:pt x="5283" y="76"/></a:lnTo><a:lnTo><a:pt x="5537" y="0"/></a:lnTo><a:close/></a:path></a:pathLst></a:custGeom><a:solidFill><a:srgbClr val="000000"/></a:solidFill></p:spPr><p:txBody><a:bodyPr wrap="square" lIns="0" tIns="0" rIns="0" bIns="0" rtlCol="0"/><a:lstStyle/><a:p/></p:txBody></p:sp><p:sp><p:nvSpPr><p:cNvPr id="457" name="object 457"/><p:cNvSpPr/><p:nvPr/></p:nvSpPr><p:spPr><a:xfrm><a:off x="16659644" y="12311434"/><a:ext cx="5080" cy="21590"/></a:xfrm><a:custGeom><a:avLst/><a:gdLst/><a:ahLst/><a:cxnLst/><a:rect l="l" t="t" r="r" b="b"/><a:pathLst><a:path w="5080" h="21590"><a:moveTo><a:pt x="4533" y="1841"/></a:moveTo><a:lnTo><a:pt x="4445" y="1587"/></a:lnTo><a:lnTo><a:pt x="4445" y="1422"/></a:lnTo><a:lnTo><a:pt x="4368" y="1168"/></a:lnTo><a:lnTo><a:pt x="4114" y="838"/></a:lnTo><a:lnTo><a:pt x="4025" y="673"/></a:lnTo><a:lnTo><a:pt x="3860" y="495"/></a:lnTo><a:lnTo><a:pt x="3517" y="165"/></a:lnTo><a:lnTo><a:pt x="3098" y="0"/></a:lnTo><a:lnTo><a:pt x="1422" y="0"/></a:lnTo><a:lnTo><a:pt x="1092" y="165"/></a:lnTo><a:lnTo><a:pt x="749" y="419"/></a:lnTo><a:lnTo><a:pt x="419" y="673"/></a:lnTo><a:lnTo><a:pt x="330" y="838"/></a:lnTo><a:lnTo><a:pt x="254" y="1092"/></a:lnTo><a:lnTo><a:pt x="76" y="1422"/></a:lnTo><a:lnTo><a:pt x="0" y="1587"/></a:lnTo><a:lnTo><a:pt x="0" y="1841"/></a:lnTo><a:lnTo><a:pt x="0" y="2095"/></a:lnTo><a:lnTo><a:pt x="0" y="2260"/></a:lnTo><a:lnTo><a:pt x="0" y="2514"/></a:lnTo><a:lnTo><a:pt x="76" y="2679"/></a:lnTo><a:lnTo><a:pt x="165" y="2933"/></a:lnTo><a:lnTo><a:pt x="254" y="3098"/></a:lnTo><a:lnTo><a:pt x="330" y="3352"/></a:lnTo><a:lnTo><a:pt x="673" y="3695"/></a:lnTo><a:lnTo><a:pt x="1003" y="3949"/></a:lnTo><a:lnTo><a:pt x="1422" y="4191"/></a:lnTo><a:lnTo><a:pt x="1841" y="4279"/></a:lnTo><a:lnTo><a:pt x="2260" y="4368"/></a:lnTo><a:lnTo><a:pt x="2603" y="4279"/></a:lnTo><a:lnTo><a:pt x="3022" y="4191"/></a:lnTo><a:lnTo><a:pt x="3441" y="4025"/></a:lnTo><a:lnTo><a:pt x="3771" y="3771"/></a:lnTo><a:lnTo><a:pt x="4025" y="3441"/></a:lnTo><a:lnTo><a:pt x="4279" y="3098"/></a:lnTo><a:lnTo><a:pt x="4368" y="2933"/></a:lnTo><a:lnTo><a:pt x="4445" y="2679"/></a:lnTo><a:lnTo><a:pt x="4445" y="2514"/></a:lnTo><a:lnTo><a:pt x="4533" y="2260"/></a:lnTo><a:lnTo><a:pt x="4533" y="2095"/></a:lnTo><a:lnTo><a:pt x="4533" y="1841"/></a:lnTo><a:close/></a:path><a:path w="5080" h="21590"><a:moveTo><a:pt x="4787" y="20993"/></a:moveTo><a:lnTo><a:pt x="4533" y="20739"/></a:lnTo><a:lnTo><a:pt x="4114" y="20485"/></a:lnTo><a:lnTo><a:pt x="3771" y="20320"/></a:lnTo><a:lnTo><a:pt x="3352" y="20231"/></a:lnTo><a:lnTo><a:pt x="2857" y="20231"/></a:lnTo><a:lnTo><a:pt x="2425" y="20320"/></a:lnTo><a:lnTo><a:pt x="2095" y="20485"/></a:lnTo><a:lnTo><a:pt x="1765" y="20739"/></a:lnTo><a:lnTo><a:pt x="1422" y="20993"/></a:lnTo><a:lnTo><a:pt x="4787" y="20993"/></a:lnTo><a:close/></a:path></a:pathLst></a:custGeom><a:solidFill><a:srgbClr val="000000"/></a:solidFill></p:spPr><p:txBody><a:bodyPr wrap="square" lIns="0" tIns="0" rIns="0" bIns="0" rtlCol="0"/><a:lstStyle/><a:p/></p:txBody></p:sp><p:sp><p:nvSpPr><p:cNvPr id="458" name="object 458"/><p:cNvSpPr/><p:nvPr/></p:nvSpPr><p:spPr><a:xfrm><a:off x="16660483" y="12332173"/><a:ext cx="6985" cy="21590"/></a:xfrm><a:custGeom><a:avLst/><a:gdLst/><a:ahLst/><a:cxnLst/><a:rect l="l" t="t" r="r" b="b"/><a:pathLst><a:path w="6984" h="21590"><a:moveTo><a:pt x="3949" y="254"/></a:moveTo><a:lnTo><a:pt x="3695" y="0"/></a:lnTo><a:lnTo><a:pt x="838" y="0"/></a:lnTo><a:lnTo><a:pt x="3949" y="254"/></a:lnTo><a:close/></a:path><a:path w="6984" h="21590"><a:moveTo><a:pt x="4533" y="1346"/></a:moveTo><a:lnTo><a:pt x="4445" y="1092"/></a:lnTo><a:lnTo><a:pt x="4279" y="673"/></a:lnTo><a:lnTo><a:pt x="4025" y="330"/></a:lnTo><a:lnTo><a:pt x="584" y="254"/></a:lnTo><a:lnTo><a:pt x="330" y="584"/></a:lnTo><a:lnTo><a:pt x="165" y="1003"/></a:lnTo><a:lnTo><a:pt x="0" y="1346"/></a:lnTo><a:lnTo><a:pt x="0" y="1511"/></a:lnTo><a:lnTo><a:pt x="0" y="1765"/></a:lnTo><a:lnTo><a:pt x="0" y="2019"/></a:lnTo><a:lnTo><a:pt x="0" y="2184"/></a:lnTo><a:lnTo><a:pt x="76" y="2438"/></a:lnTo><a:lnTo><a:pt x="165" y="2603"/></a:lnTo><a:lnTo><a:pt x="254" y="2857"/></a:lnTo><a:lnTo><a:pt x="330" y="3022"/></a:lnTo><a:lnTo><a:pt x="495" y="3187"/></a:lnTo><a:lnTo><a:pt x="584" y="3352"/></a:lnTo><a:lnTo><a:pt x="749" y="3530"/></a:lnTo><a:lnTo><a:pt x="927" y="3606"/></a:lnTo><a:lnTo><a:pt x="1168" y="3771"/></a:lnTo><a:lnTo><a:pt x="1587" y="3949"/></a:lnTo><a:lnTo><a:pt x="2019" y="4025"/></a:lnTo><a:lnTo><a:pt x="2514" y="4025"/></a:lnTo><a:lnTo><a:pt x="2857" y="3949"/></a:lnTo><a:lnTo><a:pt x="3276" y="3860"/></a:lnTo><a:lnTo><a:pt x="3606" y="3606"/></a:lnTo><a:lnTo><a:pt x="3949" y="3352"/></a:lnTo><a:lnTo><a:pt x="4025" y="3187"/></a:lnTo><a:lnTo><a:pt x="4191" y="3022"/></a:lnTo><a:lnTo><a:pt x="4279" y="2857"/></a:lnTo><a:lnTo><a:pt x="4368" y="2603"/></a:lnTo><a:lnTo><a:pt x="4445" y="2438"/></a:lnTo><a:lnTo><a:pt x="4533" y="2184"/></a:lnTo><a:lnTo><a:pt x="4533" y="2019"/></a:lnTo><a:lnTo><a:pt x="4533" y="1765"/></a:lnTo><a:lnTo><a:pt x="4533" y="1511"/></a:lnTo><a:lnTo><a:pt x="4533" y="1346"/></a:lnTo><a:close/></a:path><a:path w="6984" h="21590"><a:moveTo><a:pt x="6883" y="21069"/></a:moveTo><a:lnTo><a:pt x="6629" y="20739"/></a:lnTo><a:lnTo><a:pt x="6375" y="20408"/></a:lnTo><a:lnTo><a:pt x="6045" y="20154"/></a:lnTo><a:lnTo><a:pt x="5626" y="19977"/></a:lnTo><a:lnTo><a:pt x="5283" y="19812"/></a:lnTo><a:lnTo><a:pt x="4368" y="19812"/></a:lnTo><a:lnTo><a:pt x="3949" y="19977"/></a:lnTo><a:lnTo><a:pt x="3606" y="20154"/></a:lnTo><a:lnTo><a:pt x="3276" y="20408"/></a:lnTo><a:lnTo><a:pt x="2933" y="20739"/></a:lnTo><a:lnTo><a:pt x="2768" y="21069"/></a:lnTo><a:lnTo><a:pt x="6883" y="21158"/></a:lnTo><a:close/></a:path></a:pathLst></a:custGeom><a:solidFill><a:srgbClr val="000000"/></a:solidFill></p:spPr><p:txBody><a:bodyPr wrap="square" lIns="0" tIns="0" rIns="0" bIns="0" rtlCol="0"/><a:lstStyle/><a:p/></p:txBody></p:sp><p:sp><p:nvSpPr><p:cNvPr id="459" name="object 459"/><p:cNvSpPr/><p:nvPr/></p:nvSpPr><p:spPr><a:xfrm><a:off x="16662997" y="12353243"/><a:ext cx="8890" cy="21590"/></a:xfrm><a:custGeom><a:avLst/><a:gdLst/><a:ahLst/><a:cxnLst/><a:rect l="l" t="t" r="r" b="b"/><a:pathLst><a:path w="8890" h="21590"><a:moveTo><a:pt x="4368" y="0"/></a:moveTo><a:lnTo><a:pt x="254" y="0"/></a:lnTo><a:lnTo><a:pt x="4368" y="88"/></a:lnTo><a:close/></a:path><a:path w="8890" h="21590"><a:moveTo><a:pt x="4533" y="850"/></a:moveTo><a:lnTo><a:pt x="4457" y="508"/></a:lnTo><a:lnTo><a:pt x="4368" y="88"/></a:lnTo><a:lnTo><a:pt x="165" y="88"/></a:lnTo><a:lnTo><a:pt x="88" y="419"/></a:lnTo><a:lnTo><a:pt x="0" y="850"/></a:lnTo><a:lnTo><a:pt x="0" y="1270"/></a:lnTo><a:lnTo><a:pt x="0" y="1435"/></a:lnTo><a:lnTo><a:pt x="88" y="1689"/></a:lnTo><a:lnTo><a:pt x="165" y="1854"/></a:lnTo><a:lnTo><a:pt x="254" y="2108"/></a:lnTo><a:lnTo><a:pt x="508" y="2438"/></a:lnTo><a:lnTo><a:pt x="584" y="2603"/></a:lnTo><a:lnTo><a:pt x="762" y="2692"/></a:lnTo><a:lnTo><a:pt x="927" y="2857"/></a:lnTo><a:lnTo><a:pt x="1092" y="2946"/></a:lnTo><a:lnTo><a:pt x="1346" y="3111"/></a:lnTo><a:lnTo><a:pt x="1511" y="3111"/></a:lnTo><a:lnTo><a:pt x="1765" y="3200"/></a:lnTo><a:lnTo><a:pt x="1930" y="3276"/></a:lnTo><a:lnTo><a:pt x="2692" y="3276"/></a:lnTo><a:lnTo><a:pt x="3022" y="3111"/></a:lnTo><a:lnTo><a:pt x="3187" y="3111"/></a:lnTo><a:lnTo><a:pt x="3441" y="2946"/></a:lnTo><a:lnTo><a:pt x="3619" y="2857"/></a:lnTo><a:lnTo><a:pt x="3784" y="2692"/></a:lnTo><a:lnTo><a:pt x="3949" y="2603"/></a:lnTo><a:lnTo><a:pt x="4038" y="2438"/></a:lnTo><a:lnTo><a:pt x="4203" y="2184"/></a:lnTo><a:lnTo><a:pt x="4368" y="1854"/></a:lnTo><a:lnTo><a:pt x="4457" y="1689"/></a:lnTo><a:lnTo><a:pt x="4533" y="1435"/></a:lnTo><a:lnTo><a:pt x="4533" y="1270"/></a:lnTo><a:lnTo><a:pt x="4533" y="927"/></a:lnTo><a:close/></a:path><a:path w="8890" h="21590"><a:moveTo><a:pt x="8737" y="20662"/></a:moveTo><a:lnTo><a:pt x="8648" y="20243"/></a:lnTo><a:lnTo><a:pt x="8483" y="19900"/></a:lnTo><a:lnTo><a:pt x="8229" y="19570"/></a:lnTo><a:lnTo><a:pt x="8064" y="19481"/></a:lnTo><a:lnTo><a:pt x="7899" y="19240"/></a:lnTo><a:lnTo><a:pt x="7556" y="19062"/></a:lnTo><a:lnTo><a:pt x="7391" y="18986"/></a:lnTo><a:lnTo><a:pt x="7137" y="18897"/></a:lnTo><a:lnTo><a:pt x="6972" y="18808"/></a:lnTo><a:lnTo><a:pt x="6718" y="18808"/></a:lnTo><a:lnTo><a:pt x="6299" y="18732"/></a:lnTo><a:lnTo><a:pt x="5880" y="18808"/></a:lnTo><a:lnTo><a:pt x="5549" y="18986"/></a:lnTo><a:lnTo><a:pt x="5130" y="19151"/></a:lnTo><a:lnTo><a:pt x="4876" y="19481"/></a:lnTo><a:lnTo><a:pt x="4533" y="19824"/></a:lnTo><a:lnTo><a:pt x="4368" y="20154"/></a:lnTo><a:lnTo><a:pt x="4279" y="20574"/></a:lnTo><a:lnTo><a:pt x="4203" y="20993"/></a:lnTo><a:lnTo><a:pt x="8737" y="20993"/></a:lnTo><a:lnTo><a:pt x="8737" y="20662"/></a:lnTo><a:close/></a:path></a:pathLst></a:custGeom><a:solidFill><a:srgbClr val="000000"/></a:solidFill></p:spPr><p:txBody><a:bodyPr wrap="square" lIns="0" tIns="0" rIns="0" bIns="0" rtlCol="0"/><a:lstStyle/><a:p/></p:txBody></p:sp><p:sp><p:nvSpPr><p:cNvPr id="460" name="object 460"/><p:cNvSpPr/><p:nvPr/></p:nvSpPr><p:spPr><a:xfrm><a:off x="16667201" y="12373906"/><a:ext cx="10795" cy="20955"/></a:xfrm><a:custGeom><a:avLst/><a:gdLst/><a:ahLst/><a:cxnLst/><a:rect l="l" t="t" r="r" b="b"/><a:pathLst><a:path w="10794" h="20954"><a:moveTo><a:pt x="4533" y="330"/></a:moveTo><a:lnTo><a:pt x="0" y="330"/></a:lnTo><a:lnTo><a:pt x="0" y="749"/></a:lnTo><a:lnTo><a:pt x="165" y="1168"/></a:lnTo><a:lnTo><a:pt x="330" y="1511"/></a:lnTo><a:lnTo><a:pt x="584" y="1841"/></a:lnTo><a:lnTo><a:pt x="838" y="2184"/></a:lnTo><a:lnTo><a:pt x="1003" y="2260"/></a:lnTo><a:lnTo><a:pt x="1168" y="2349"/></a:lnTo><a:lnTo><a:pt x="1346" y="2438"/></a:lnTo><a:lnTo><a:pt x="1587" y="2514"/></a:lnTo><a:lnTo><a:pt x="1765" y="2603"/></a:lnTo><a:lnTo><a:pt x="2006" y="2603"/></a:lnTo><a:lnTo><a:pt x="2438" y="2679"/></a:lnTo><a:lnTo><a:pt x="2857" y="2603"/></a:lnTo><a:lnTo><a:pt x="3276" y="2438"/></a:lnTo><a:lnTo><a:pt x="3606" y="2260"/></a:lnTo><a:lnTo><a:pt x="3949" y="1930"/></a:lnTo><a:lnTo><a:pt x="4191" y="1600"/></a:lnTo><a:lnTo><a:pt x="4368" y="1257"/></a:lnTo><a:lnTo><a:pt x="4533" y="838"/></a:lnTo><a:lnTo><a:pt x="4533" y="419"/></a:lnTo><a:close/></a:path><a:path w="10794" h="20954"><a:moveTo><a:pt x="4533" y="0"/></a:moveTo><a:lnTo><a:pt x="0" y="0"/></a:lnTo><a:lnTo><a:pt x="4533" y="330"/></a:lnTo><a:lnTo><a:pt x="4533" y="0"/></a:lnTo><a:close/></a:path><a:path w="10794" h="20954"><a:moveTo><a:pt x="10414" y="19900"/></a:moveTo><a:lnTo><a:pt x="10325" y="19735"/></a:lnTo><a:lnTo><a:pt x="10325" y="19481"/></a:lnTo><a:lnTo><a:pt x="10236" y="19316"/></a:lnTo><a:lnTo><a:pt x="10160" y="19062"/></a:lnTo><a:lnTo><a:pt x="10071" y="18897"/></a:lnTo><a:lnTo><a:pt x="9994" y="18719"/></a:lnTo><a:lnTo><a:pt x="9817" y="18554"/></a:lnTo><a:lnTo><a:pt x="9740" y="18389"/></a:lnTo><a:lnTo><a:pt x="9575" y="18224"/></a:lnTo><a:lnTo><a:pt x="9398" y="18135"/></a:lnTo><a:lnTo><a:pt x="9232" y="17970"/></a:lnTo><a:lnTo><a:pt x="8978" y="17881"/></a:lnTo><a:lnTo><a:pt x="8813" y="17805"/></a:lnTo><a:lnTo><a:pt x="8648" y="17805"/></a:lnTo><a:lnTo><a:pt x="8394" y="17716"/></a:lnTo><a:lnTo><a:pt x="7810" y="17716"/></a:lnTo><a:lnTo><a:pt x="7632" y="17805"/></a:lnTo><a:lnTo><a:pt x="7391" y="17805"/></a:lnTo><a:lnTo><a:pt x="7213" y="17881"/></a:lnTo><a:lnTo><a:pt x="6972" y="17970"/></a:lnTo><a:lnTo><a:pt x="6883" y="18135"/></a:lnTo><a:lnTo><a:pt x="6629" y="18224"/></a:lnTo><a:lnTo><a:pt x="6553" y="18389"/></a:lnTo><a:lnTo><a:pt x="6375" y="18554"/></a:lnTo><a:lnTo><a:pt x="6299" y="18719"/></a:lnTo><a:lnTo><a:pt x="6121" y="18897"/></a:lnTo><a:lnTo><a:pt x="6045" y="19062"/></a:lnTo><a:lnTo><a:pt x="5956" y="19316"/></a:lnTo><a:lnTo><a:pt x="5880" y="19481"/></a:lnTo><a:lnTo><a:pt x="5880" y="19735"/></a:lnTo><a:lnTo><a:pt x="5880" y="19900"/></a:lnTo><a:lnTo><a:pt x="5880" y="20154"/></a:lnTo><a:lnTo><a:pt x="5880" y="20320"/></a:lnTo><a:lnTo><a:pt x="5880" y="20485"/></a:lnTo><a:lnTo><a:pt x="10325" y="20485"/></a:lnTo><a:lnTo><a:pt x="10325" y="20320"/></a:lnTo><a:lnTo><a:pt x="10414" y="20154"/></a:lnTo><a:lnTo><a:pt x="10414" y="19900"/></a:lnTo><a:close/></a:path></a:pathLst></a:custGeom><a:solidFill><a:srgbClr val="000000"/></a:solidFill></p:spPr><p:txBody><a:bodyPr wrap="square" lIns="0" tIns="0" rIns="0" bIns="0" rtlCol="0"/><a:lstStyle/><a:p/></p:txBody></p:sp><p:sp><p:nvSpPr><p:cNvPr id="461" name="object 461"/><p:cNvSpPr/><p:nvPr/></p:nvSpPr><p:spPr><a:xfrm><a:off x="16673081" y="12394226"/><a:ext cx="12065" cy="20320"/></a:xfrm><a:custGeom><a:avLst/><a:gdLst/><a:ahLst/><a:cxnLst/><a:rect l="l" t="t" r="r" b="b"/><a:pathLst><a:path w="12065" h="20320"><a:moveTo><a:pt x="4445" y="165"/></a:moveTo><a:lnTo><a:pt x="0" y="165"/></a:lnTo><a:lnTo><a:pt x="76" y="330"/></a:lnTo><a:lnTo><a:pt x="165" y="584"/></a:lnTo><a:lnTo><a:pt x="241" y="749"/></a:lnTo><a:lnTo><a:pt x="330" y="1003"/></a:lnTo><a:lnTo><a:pt x="495" y="1092"/></a:lnTo><a:lnTo><a:pt x="673" y="1257"/></a:lnTo><a:lnTo><a:pt x="749" y="1422"/></a:lnTo><a:lnTo><a:pt x="1003" y="1600"/></a:lnTo><a:lnTo><a:pt x="1333" y="1765"/></a:lnTo><a:lnTo><a:pt x="1511" y="1841"/></a:lnTo><a:lnTo><a:pt x="1752" y="1841"/></a:lnTo><a:lnTo><a:pt x="1930" y="1930"/></a:lnTo><a:lnTo><a:pt x="2603" y="1930"/></a:lnTo><a:lnTo><a:pt x="2933" y="1841"/></a:lnTo><a:lnTo><a:pt x="3098" y="1765"/></a:lnTo><a:lnTo><a:pt x="3352" y="1676"/></a:lnTo><a:lnTo><a:pt x="3517" y="1600"/></a:lnTo><a:lnTo><a:pt x="3695" y="1422"/></a:lnTo><a:lnTo><a:pt x="3771" y="1257"/></a:lnTo><a:lnTo><a:pt x="4025" y="1092"/></a:lnTo><a:lnTo><a:pt x="4191" y="749"/></a:lnTo><a:lnTo><a:pt x="4279" y="584"/></a:lnTo><a:lnTo><a:pt x="4356" y="330"/></a:lnTo><a:lnTo><a:pt x="4445" y="165"/></a:lnTo><a:close/></a:path><a:path w="12065" h="20320"><a:moveTo><a:pt x="4445" y="0"/></a:moveTo><a:lnTo><a:pt x="0" y="0"/></a:lnTo><a:lnTo><a:pt x="4445" y="165"/></a:lnTo><a:lnTo><a:pt x="4445" y="0"/></a:lnTo><a:close/></a:path><a:path w="12065" h="20320"><a:moveTo><a:pt x="11925" y="18224"/></a:moveTo><a:lnTo><a:pt x="11747" y="17805"/></a:lnTo><a:lnTo><a:pt x="11582" y="17462"/></a:lnTo><a:lnTo><a:pt x="11252" y="17132"/></a:lnTo><a:lnTo><a:pt x="10909" y="16878"/></a:lnTo><a:lnTo><a:pt x="10579" y="16624"/></a:lnTo><a:lnTo><a:pt x="10160" y="16535"/></a:lnTo><a:lnTo><a:pt x="9321" y="16459"/></a:lnTo><a:lnTo><a:pt x="9144" y="16535"/></a:lnTo><a:lnTo><a:pt x="8902" y="16624"/></a:lnTo><a:lnTo><a:pt x="8724" y="16624"/></a:lnTo><a:lnTo><a:pt x="8470" y="16789"/></a:lnTo><a:lnTo><a:pt x="8140" y="17043"/></a:lnTo><a:lnTo><a:pt x="7810" y="17386"/></a:lnTo><a:lnTo><a:pt x="7556" y="17805"/></a:lnTo><a:lnTo><a:pt x="7467" y="18224"/></a:lnTo><a:lnTo><a:pt x="7391" y="18643"/></a:lnTo><a:lnTo><a:pt x="7391" y="19062"/></a:lnTo><a:lnTo><a:pt x="7467" y="19481"/></a:lnTo><a:lnTo><a:pt x="7721" y="19812"/></a:lnTo><a:lnTo><a:pt x="7721" y="19989"/></a:lnTo><a:lnTo><a:pt x="11582" y="19989"/></a:lnTo><a:lnTo><a:pt x="11671" y="19812"/></a:lnTo><a:lnTo><a:pt x="11747" y="19570"/></a:lnTo><a:lnTo><a:pt x="11925" y="19138"/></a:lnTo><a:lnTo><a:pt x="11925" y="18643"/></a:lnTo><a:lnTo><a:pt x="11925" y="18224"/></a:lnTo><a:close/></a:path></a:pathLst></a:custGeom><a:solidFill><a:srgbClr val="000000"/></a:solidFill></p:spPr><p:txBody><a:bodyPr wrap="square" lIns="0" tIns="0" rIns="0" bIns="0" rtlCol="0"/><a:lstStyle/><a:p/></p:txBody></p:sp><p:sp><p:nvSpPr><p:cNvPr id="462" name="object 462"/><p:cNvSpPr/><p:nvPr/></p:nvSpPr><p:spPr><a:xfrm><a:off x="16680803" y="12414038"/><a:ext cx="13335" cy="19685"/></a:xfrm><a:custGeom><a:avLst/><a:gdLst/><a:ahLst/><a:cxnLst/><a:rect l="l" t="t" r="r" b="b"/><a:pathLst><a:path w="13334" h="19684"><a:moveTo><a:pt x="3860" y="177"/></a:moveTo><a:lnTo><a:pt x="0" y="177"/></a:lnTo><a:lnTo><a:pt x="165" y="342"/></a:lnTo><a:lnTo><a:pt x="330" y="508"/></a:lnTo><a:lnTo><a:pt x="508" y="673"/></a:lnTo><a:lnTo><a:pt x="673" y="762"/></a:lnTo><a:lnTo><a:pt x="838" y="927"/></a:lnTo><a:lnTo><a:pt x="1092" y="1016"/></a:lnTo><a:lnTo><a:pt x="1257" y="1092"/></a:lnTo><a:lnTo><a:pt x="1511" y="1092"/></a:lnTo><a:lnTo><a:pt x="2184" y="1181"/></a:lnTo><a:lnTo><a:pt x="2438" y="1092"/></a:lnTo><a:lnTo><a:pt x="2603" y="1092"/></a:lnTo><a:lnTo><a:pt x="2857" y="1016"/></a:lnTo><a:lnTo><a:pt x="3022" y="927"/></a:lnTo><a:lnTo><a:pt x="3276" y="762"/></a:lnTo><a:lnTo><a:pt x="3606" y="508"/></a:lnTo><a:lnTo><a:pt x="3695" y="342"/></a:lnTo><a:lnTo><a:pt x="3860" y="177"/></a:lnTo><a:close/></a:path><a:path w="13334" h="19684"><a:moveTo><a:pt x="3949" y="0"/></a:moveTo><a:lnTo><a:pt x="0" y="0"/></a:lnTo><a:lnTo><a:pt x="3860" y="177"/></a:lnTo><a:lnTo><a:pt x="3949" y="0"/></a:lnTo><a:close/></a:path><a:path w="13334" h="19684"><a:moveTo><a:pt x="13182" y="16802"/></a:moveTo><a:lnTo><a:pt x="13093" y="16624"/></a:lnTo><a:lnTo><a:pt x="13017" y="16383"/></a:lnTo><a:lnTo><a:pt x="12928" y="16205"/></a:lnTo><a:lnTo><a:pt x="12852" y="16040"/></a:lnTo><a:lnTo><a:pt x="12674" y="15875"/></a:lnTo><a:lnTo><a:pt x="12598" y="15709"/></a:lnTo><a:lnTo><a:pt x="12344" y="15544"/></a:lnTo><a:lnTo><a:pt x="12014" y="15290"/></a:lnTo><a:lnTo><a:pt x="11836" y="15201"/></a:lnTo><a:lnTo><a:pt x="11582" y="15113"/></a:lnTo><a:lnTo><a:pt x="11163" y="15036"/></a:lnTo><a:lnTo><a:pt x="10668" y="15036"/></a:lnTo><a:lnTo><a:pt x="10414" y="15113"/></a:lnTo><a:lnTo><a:pt x="10248" y="15113"/></a:lnTo><a:lnTo><a:pt x="9994" y="15201"/></a:lnTo><a:lnTo><a:pt x="9829" y="15290"/></a:lnTo><a:lnTo><a:pt x="9652" y="15455"/></a:lnTo><a:lnTo><a:pt x="9486" y="15544"/></a:lnTo><a:lnTo><a:pt x="9321" y="15709"/></a:lnTo><a:lnTo><a:pt x="9156" y="15875"/></a:lnTo><a:lnTo><a:pt x="9067" y="16040"/></a:lnTo><a:lnTo><a:pt x="8902" y="16205"/></a:lnTo><a:lnTo><a:pt x="8813" y="16383"/></a:lnTo><a:lnTo><a:pt x="8737" y="16624"/></a:lnTo><a:lnTo><a:pt x="8737" y="16802"/></a:lnTo><a:lnTo><a:pt x="8648" y="17056"/></a:lnTo><a:lnTo><a:pt x="8648" y="17221"/></a:lnTo><a:lnTo><a:pt x="8648" y="17551"/></a:lnTo><a:lnTo><a:pt x="8737" y="17970"/></a:lnTo><a:lnTo><a:pt x="8902" y="18389"/></a:lnTo><a:lnTo><a:pt x="9156" y="18732"/></a:lnTo><a:lnTo><a:pt x="9486" y="19062"/></a:lnTo><a:lnTo><a:pt x="12344" y="19062"/></a:lnTo><a:lnTo><a:pt x="12674" y="18732"/></a:lnTo><a:lnTo><a:pt x="12928" y="18389"/></a:lnTo><a:lnTo><a:pt x="13093" y="18059"/></a:lnTo><a:lnTo><a:pt x="13182" y="17640"/></a:lnTo><a:lnTo><a:pt x="13182" y="17221"/></a:lnTo><a:lnTo><a:pt x="13182" y="17056"/></a:lnTo><a:lnTo><a:pt x="13182" y="16802"/></a:lnTo><a:close/></a:path></a:pathLst></a:custGeom><a:solidFill><a:srgbClr val="000000"/></a:solidFill></p:spPr><p:txBody><a:bodyPr wrap="square" lIns="0" tIns="0" rIns="0" bIns="0" rtlCol="0"/><a:lstStyle/><a:p/></p:txBody></p:sp><p:sp><p:nvSpPr><p:cNvPr id="463" name="object 463"/><p:cNvSpPr/><p:nvPr/></p:nvSpPr><p:spPr><a:xfrm><a:off x="16690290" y="12433100"/><a:ext cx="14604" cy="18415"/></a:xfrm><a:custGeom><a:avLst/><a:gdLst/><a:ahLst/><a:cxnLst/><a:rect l="l" t="t" r="r" b="b"/><a:pathLst><a:path w="14605" h="18415"><a:moveTo><a:pt x="2857" y="0"/></a:moveTo><a:lnTo><a:pt x="0" y="0"/></a:lnTo><a:lnTo><a:pt x="342" y="254"/></a:lnTo><a:lnTo><a:pt x="762" y="419"/></a:lnTo><a:lnTo><a:pt x="1257" y="508"/></a:lnTo><a:lnTo><a:pt x="1676" y="508"/></a:lnTo><a:lnTo><a:pt x="2095" y="419"/></a:lnTo><a:lnTo><a:pt x="2527" y="254"/></a:lnTo><a:lnTo><a:pt x="2857" y="0"/></a:lnTo><a:close/></a:path><a:path w="14605" h="18415"><a:moveTo><a:pt x="14198" y="15532"/></a:moveTo><a:lnTo><a:pt x="14109" y="15367"/></a:lnTo><a:lnTo><a:pt x="14109" y="15113"/></a:lnTo><a:lnTo><a:pt x="14020" y="14947"/></a:lnTo><a:lnTo><a:pt x="13944" y="14782"/></a:lnTo><a:lnTo><a:pt x="13779" y="14528"/></a:lnTo><a:lnTo><a:pt x="13690" y="14363"/></a:lnTo><a:lnTo><a:pt x="13525" y="14198"/></a:lnTo><a:lnTo><a:pt x="13182" y="13944"/></a:lnTo><a:lnTo><a:pt x="12763" y="13690"/></a:lnTo><a:lnTo><a:pt x="12344" y="13601"/></a:lnTo><a:lnTo><a:pt x="11595" y="13525"/></a:lnTo><a:lnTo><a:pt x="11417" y="13601"/></a:lnTo><a:lnTo><a:pt x="11176" y="13690"/></a:lnTo><a:lnTo><a:pt x="10998" y="13690"/></a:lnTo><a:lnTo><a:pt x="10756" y="13855"/></a:lnTo><a:lnTo><a:pt x="10414" y="14109"/></a:lnTo><a:lnTo><a:pt x="10160" y="14363"/></a:lnTo><a:lnTo><a:pt x="10083" y="14528"/></a:lnTo><a:lnTo><a:pt x="9906" y="14782"/></a:lnTo><a:lnTo><a:pt x="9829" y="14947"/></a:lnTo><a:lnTo><a:pt x="9740" y="15113"/></a:lnTo><a:lnTo><a:pt x="9664" y="15367"/></a:lnTo><a:lnTo><a:pt x="9664" y="15532"/></a:lnTo><a:lnTo><a:pt x="9664" y="15786"/></a:lnTo><a:lnTo><a:pt x="9664" y="15951"/></a:lnTo><a:lnTo><a:pt x="9664" y="16205"/></a:lnTo><a:lnTo><a:pt x="9740" y="16383"/></a:lnTo><a:lnTo><a:pt x="9829" y="16624"/></a:lnTo><a:lnTo><a:pt x="9829" y="16802"/></a:lnTo><a:lnTo><a:pt x="9994" y="17043"/></a:lnTo><a:lnTo><a:pt x="10325" y="17386"/></a:lnTo><a:lnTo><a:pt x="10668" y="17716"/></a:lnTo><a:lnTo><a:pt x="10998" y="17894"/></a:lnTo><a:lnTo><a:pt x="11417" y="18059"/></a:lnTo><a:lnTo><a:pt x="12344" y="18059"/></a:lnTo><a:lnTo><a:pt x="12763" y="17894"/></a:lnTo><a:lnTo><a:pt x="13182" y="17716"/></a:lnTo><a:lnTo><a:pt x="13525" y="17462"/></a:lnTo><a:lnTo><a:pt x="13779" y="17132"/></a:lnTo><a:lnTo><a:pt x="13944" y="16802"/></a:lnTo><a:lnTo><a:pt x="14020" y="16624"/></a:lnTo><a:lnTo><a:pt x="14109" y="16383"/></a:lnTo><a:lnTo><a:pt x="14109" y="16205"/></a:lnTo><a:lnTo><a:pt x="14198" y="15951"/></a:lnTo><a:lnTo><a:pt x="14198" y="15786"/></a:lnTo><a:lnTo><a:pt x="14198" y="15532"/></a:lnTo><a:close/></a:path></a:pathLst></a:custGeom><a:solidFill><a:srgbClr val="000000"/></a:solidFill></p:spPr><p:txBody><a:bodyPr wrap="square" lIns="0" tIns="0" rIns="0" bIns="0" rtlCol="0"/><a:lstStyle/><a:p/></p:txBody></p:sp><p:sp><p:nvSpPr><p:cNvPr id="464" name="object 464"/><p:cNvSpPr/><p:nvPr/></p:nvSpPr><p:spPr><a:xfrm><a:off x="16701377" y="12450995"/><a:ext cx="27305" cy="28575"/></a:xfrm><a:custGeom><a:avLst/><a:gdLst/><a:ahLst/><a:cxnLst/><a:rect l="l" t="t" r="r" b="b"/><a:pathLst><a:path w="27305" h="28575"><a:moveTo><a:pt x="1676" y="0"/></a:moveTo><a:lnTo><a:pt x="0" y="0"/></a:lnTo><a:lnTo><a:pt x="1257" y="165"/></a:lnTo><a:lnTo><a:pt x="1676" y="0"/></a:lnTo><a:close/></a:path><a:path w="27305" h="28575"><a:moveTo><a:pt x="15036" y="14439"/></a:moveTo><a:lnTo><a:pt x="14947" y="14185"/></a:lnTo><a:lnTo><a:pt x="14947" y="13931"/></a:lnTo><a:lnTo><a:pt x="14859" y="13766"/></a:lnTo><a:lnTo><a:pt x="14782" y="13512"/></a:lnTo><a:lnTo><a:pt x="14528" y="13182"/></a:lnTo><a:lnTo><a:pt x="14185" y="12839"/></a:lnTo><a:lnTo><a:pt x="13855" y="12585"/></a:lnTo><a:lnTo><a:pt x="13690" y="12509"/></a:lnTo><a:lnTo><a:pt x="13436" y="12420"/></a:lnTo><a:lnTo><a:pt x="13271" y="12331"/></a:lnTo><a:lnTo><a:pt x="12090" y="12331"/></a:lnTo><a:lnTo><a:pt x="11671" y="12509"/></a:lnTo><a:lnTo><a:pt x="11341" y="12763"/></a:lnTo><a:lnTo><a:pt x="10998" y="13093"/></a:lnTo><a:lnTo><a:pt x="10744" y="13423"/></a:lnTo><a:lnTo><a:pt x="10579" y="13766"/></a:lnTo><a:lnTo><a:pt x="10579" y="13931"/></a:lnTo><a:lnTo><a:pt x="10490" y="14185"/></a:lnTo><a:lnTo><a:pt x="10490" y="14439"/></a:lnTo><a:lnTo><a:pt x="10414" y="14605"/></a:lnTo><a:lnTo><a:pt x="10490" y="14859"/></a:lnTo><a:lnTo><a:pt x="10490" y="15024"/></a:lnTo><a:lnTo><a:pt x="10579" y="15278"/></a:lnTo><a:lnTo><a:pt x="10579" y="15443"/></a:lnTo><a:lnTo><a:pt x="10744" y="15697"/></a:lnTo><a:lnTo><a:pt x="10998" y="16027"/></a:lnTo><a:lnTo><a:pt x="11341" y="16370"/></a:lnTo><a:lnTo><a:pt x="11671" y="16624"/></a:lnTo><a:lnTo><a:pt x="12090" y="16700"/></a:lnTo><a:lnTo><a:pt x="12509" y="16789"/></a:lnTo><a:lnTo><a:pt x="12928" y="16789"/></a:lnTo><a:lnTo><a:pt x="13271" y="16789"/></a:lnTo><a:lnTo><a:pt x="13690" y="16624"/></a:lnTo><a:lnTo><a:pt x="14020" y="16370"/></a:lnTo><a:lnTo><a:pt x="14363" y="16116"/></a:lnTo><a:lnTo><a:pt x="14605" y="15786"/></a:lnTo><a:lnTo><a:pt x="14782" y="15443"/></a:lnTo><a:lnTo><a:pt x="14859" y="15278"/></a:lnTo><a:lnTo><a:pt x="14947" y="15024"/></a:lnTo><a:lnTo><a:pt x="14947" y="14859"/></a:lnTo><a:lnTo><a:pt x="14947" y="14605"/></a:lnTo><a:lnTo><a:pt x="15036" y="14439"/></a:lnTo><a:close/></a:path><a:path w="27305" h="28575"><a:moveTo><a:pt x="26784" y="28041"/></a:moveTo><a:lnTo><a:pt x="26365" y="27952"/></a:lnTo><a:lnTo><a:pt x="25946" y="27876"/></a:lnTo><a:lnTo><a:pt x="25527" y="27952"/></a:lnTo><a:lnTo><a:pt x="25107" y="28041"/></a:lnTo><a:lnTo><a:pt x="26784" y="28041"/></a:lnTo><a:close/></a:path></a:pathLst></a:custGeom><a:solidFill><a:srgbClr val="000000"/></a:solidFill></p:spPr><p:txBody><a:bodyPr wrap="square" lIns="0" tIns="0" rIns="0" bIns="0" rtlCol="0"/><a:lstStyle/><a:p/></p:txBody></p:sp><p:sp><p:nvSpPr><p:cNvPr id="465" name="object 465"/><p:cNvSpPr/><p:nvPr/></p:nvSpPr><p:spPr><a:xfrm><a:off x="16725062" y="12478947"/><a:ext cx="18415" cy="15240"/></a:xfrm><a:custGeom><a:avLst/><a:gdLst/><a:ahLst/><a:cxnLst/><a:rect l="l" t="t" r="r" b="b"/><a:pathLst><a:path w="18415" h="15240"><a:moveTo><a:pt x="3098" y="88"/></a:moveTo><a:lnTo><a:pt x="2679" y="0"/></a:lnTo><a:lnTo><a:pt x="1841" y="0"/></a:lnTo><a:lnTo><a:pt x="3098" y="88"/></a:lnTo><a:close/></a:path><a:path w="18415" h="15240"><a:moveTo><a:pt x="4533" y="2019"/></a:moveTo><a:lnTo><a:pt x="4445" y="1676"/></a:lnTo><a:lnTo><a:pt x="4356" y="1257"/></a:lnTo><a:lnTo><a:pt x="4114" y="927"/></a:lnTo><a:lnTo><a:pt x="3771" y="596"/></a:lnTo><a:lnTo><a:pt x="3441" y="342"/></a:lnTo><a:lnTo><a:pt x="3098" y="88"/></a:lnTo><a:lnTo><a:pt x="1422" y="88"/></a:lnTo><a:lnTo><a:pt x="1092" y="254"/></a:lnTo><a:lnTo><a:pt x="749" y="508"/></a:lnTo><a:lnTo><a:pt x="495" y="838"/></a:lnTo><a:lnTo><a:pt x="241" y="1181"/></a:lnTo><a:lnTo><a:pt x="76" y="1600"/></a:lnTo><a:lnTo><a:pt x="0" y="2019"/></a:lnTo><a:lnTo><a:pt x="0" y="2438"/></a:lnTo><a:lnTo><a:pt x="0" y="2603"/></a:lnTo><a:lnTo><a:pt x="76" y="2857"/></a:lnTo><a:lnTo><a:pt x="165" y="3022"/></a:lnTo><a:lnTo><a:pt x="241" y="3187"/></a:lnTo><a:lnTo><a:pt x="330" y="3441"/></a:lnTo><a:lnTo><a:pt x="419" y="3619"/></a:lnTo><a:lnTo><a:pt x="584" y="3784"/></a:lnTo><a:lnTo><a:pt x="749" y="3860"/></a:lnTo><a:lnTo><a:pt x="914" y="4038"/></a:lnTo><a:lnTo><a:pt x="1092" y="4203"/></a:lnTo><a:lnTo><a:pt x="1333" y="4279"/></a:lnTo><a:lnTo><a:pt x="1511" y="4368"/></a:lnTo><a:lnTo><a:pt x="1752" y="4457"/></a:lnTo><a:lnTo><a:pt x="2006" y="4457"/></a:lnTo><a:lnTo><a:pt x="2184" y="4533"/></a:lnTo><a:lnTo><a:pt x="2603" y="4457"/></a:lnTo><a:lnTo><a:pt x="2768" y="4457"/></a:lnTo><a:lnTo><a:pt x="3022" y="4368"/></a:lnTo><a:lnTo><a:pt x="3187" y="4279"/></a:lnTo><a:lnTo><a:pt x="3441" y="4203"/></a:lnTo><a:lnTo><a:pt x="3606" y="4038"/></a:lnTo><a:lnTo><a:pt x="3771" y="3860"/></a:lnTo><a:lnTo><a:pt x="3937" y="3784"/></a:lnTo><a:lnTo><a:pt x="4114" y="3619"/></a:lnTo><a:lnTo><a:pt x="4191" y="3441"/></a:lnTo><a:lnTo><a:pt x="4279" y="3187"/></a:lnTo><a:lnTo><a:pt x="4356" y="3022"/></a:lnTo><a:lnTo><a:pt x="4445" y="2857"/></a:lnTo><a:lnTo><a:pt x="4533" y="2603"/></a:lnTo><a:lnTo><a:pt x="4533" y="2438"/></a:lnTo><a:lnTo><a:pt x="4533" y="2108"/></a:lnTo><a:close/></a:path><a:path w="18415" h="15240"><a:moveTo><a:pt x="18300" y="15036"/></a:moveTo><a:lnTo><a:pt x="18046" y="14871"/></a:lnTo><a:lnTo><a:pt x="17881" y="14782"/></a:lnTo><a:lnTo><a:pt x="17627" y="14617"/></a:lnTo><a:lnTo><a:pt x="17208" y="14439"/></a:lnTo><a:lnTo><a:pt x="16205" y="14439"/></a:lnTo><a:lnTo><a:pt x="15951" y="14528"/></a:lnTo><a:lnTo><a:pt x="15786" y="14617"/></a:lnTo><a:lnTo><a:pt x="15532" y="14782"/></a:lnTo><a:lnTo><a:pt x="15367" y="14871"/></a:lnTo><a:lnTo><a:pt x="15189" y="15036"/></a:lnTo><a:lnTo><a:pt x="18300" y="15036"/></a:lnTo><a:close/></a:path></a:pathLst></a:custGeom><a:solidFill><a:srgbClr val="000000"/></a:solidFill></p:spPr><p:txBody><a:bodyPr wrap="square" lIns="0" tIns="0" rIns="0" bIns="0" rtlCol="0"/><a:lstStyle/><a:p/></p:txBody></p:sp><p:sp><p:nvSpPr><p:cNvPr id="466" name="object 466"/><p:cNvSpPr/><p:nvPr/></p:nvSpPr><p:spPr><a:xfrm><a:off x="16739502" y="12493819"/><a:ext cx="20320" cy="14604"/></a:xfrm><a:custGeom><a:avLst/><a:gdLst/><a:ahLst/><a:cxnLst/><a:rect l="l" t="t" r="r" b="b"/><a:pathLst><a:path w="20319" h="14604"><a:moveTo><a:pt x="3860" y="165"/></a:moveTo><a:lnTo><a:pt x="3606" y="0"/></a:lnTo><a:lnTo><a:pt x="927" y="0"/></a:lnTo><a:lnTo><a:pt x="3860" y="165"/></a:lnTo><a:close/></a:path><a:path w="20319" h="14604"><a:moveTo><a:pt x="4533" y="1257"/></a:moveTo><a:lnTo><a:pt x="4368" y="1003"/></a:lnTo><a:lnTo><a:pt x="4368" y="838"/></a:lnTo><a:lnTo><a:pt x="4191" y="584"/></a:lnTo><a:lnTo><a:pt x="3949" y="241"/></a:lnTo><a:lnTo><a:pt x="749" y="165"/></a:lnTo><a:lnTo><a:pt x="584" y="241"/></a:lnTo><a:lnTo><a:pt x="508" y="495"/></a:lnTo><a:lnTo><a:pt x="330" y="584"/></a:lnTo><a:lnTo><a:pt x="254" y="838"/></a:lnTo><a:lnTo><a:pt x="165" y="1003"/></a:lnTo><a:lnTo><a:pt x="76" y="1257"/></a:lnTo><a:lnTo><a:pt x="76" y="1422"/></a:lnTo><a:lnTo><a:pt x="0" y="1752"/></a:lnTo><a:lnTo><a:pt x="76" y="2171"/></a:lnTo><a:lnTo><a:pt x="165" y="2590"/></a:lnTo><a:lnTo><a:pt x="330" y="3022"/></a:lnTo><a:lnTo><a:pt x="584" y="3352"/></a:lnTo><a:lnTo><a:pt x="927" y="3606"/></a:lnTo><a:lnTo><a:pt x="1257" y="3860"/></a:lnTo><a:lnTo><a:pt x="1676" y="4025"/></a:lnTo><a:lnTo><a:pt x="2095" y="4114"/></a:lnTo><a:lnTo><a:pt x="2514" y="4114"/></a:lnTo><a:lnTo><a:pt x="4533" y="2260"/></a:lnTo><a:lnTo><a:pt x="4533" y="1841"/></a:lnTo><a:lnTo><a:pt x="4533" y="1422"/></a:lnTo><a:lnTo><a:pt x="4533" y="1257"/></a:lnTo><a:close/></a:path><a:path w="20319" h="14604"><a:moveTo><a:pt x="19900" y="13931"/></a:moveTo><a:lnTo><a:pt x="19646" y="13677"/></a:lnTo><a:lnTo><a:pt x="19646" y="13512"/></a:lnTo><a:lnTo><a:pt x="19392" y="13347"/></a:lnTo><a:lnTo><a:pt x="18973" y="13093"/></a:lnTo><a:lnTo><a:pt x="18554" y="12928"/></a:lnTo><a:lnTo><a:pt x="18135" y="12763"/></a:lnTo><a:lnTo><a:pt x="17627" y="12763"/></a:lnTo><a:lnTo><a:pt x="17386" y="12839"/></a:lnTo><a:lnTo><a:pt x="17208" y="12928"/></a:lnTo><a:lnTo><a:pt x="16878" y="13004"/></a:lnTo><a:lnTo><a:pt x="16535" y="13258"/></a:lnTo><a:lnTo><a:pt x="16370" y="13347"/></a:lnTo><a:lnTo><a:pt x="16205" y="13512"/></a:lnTo><a:lnTo><a:pt x="16116" y="13677"/></a:lnTo><a:lnTo><a:pt x="15951" y="13931"/></a:lnTo><a:lnTo><a:pt x="19900" y="14020"/></a:lnTo><a:close/></a:path></a:pathLst></a:custGeom><a:solidFill><a:srgbClr val="000000"/></a:solidFill></p:spPr><p:txBody><a:bodyPr wrap="square" lIns="0" tIns="0" rIns="0" bIns="0" rtlCol="0"/><a:lstStyle/><a:p/></p:txBody></p:sp><p:sp><p:nvSpPr><p:cNvPr id="467" name="object 467"/><p:cNvSpPr/><p:nvPr/></p:nvSpPr><p:spPr><a:xfrm><a:off x="16755123" y="12507751"/><a:ext cx="21590" cy="13335"/></a:xfrm><a:custGeom><a:avLst/><a:gdLst/><a:ahLst/><a:cxnLst/><a:rect l="l" t="t" r="r" b="b"/><a:pathLst><a:path w="21590" h="13334"><a:moveTo><a:pt x="4279" y="0"/></a:moveTo><a:lnTo><a:pt x="330" y="0"/></a:lnTo><a:lnTo><a:pt x="4279" y="88"/></a:lnTo><a:close/></a:path><a:path w="21590" h="13334"><a:moveTo><a:pt x="4533" y="838"/></a:moveTo><a:lnTo><a:pt x="4445" y="419"/></a:lnTo><a:lnTo><a:pt x="4279" y="88"/></a:lnTo><a:lnTo><a:pt x="254" y="88"/></a:lnTo><a:lnTo><a:pt x="165" y="419"/></a:lnTo><a:lnTo><a:pt x="0" y="838"/></a:lnTo><a:lnTo><a:pt x="0" y="1257"/></a:lnTo><a:lnTo><a:pt x="76" y="1676"/></a:lnTo><a:lnTo><a:pt x="254" y="2095"/></a:lnTo><a:lnTo><a:pt x="419" y="2438"/></a:lnTo><a:lnTo><a:pt x="749" y="2768"/></a:lnTo><a:lnTo><a:pt x="1092" y="3022"/></a:lnTo><a:lnTo><a:pt x="1422" y="3187"/></a:lnTo><a:lnTo><a:pt x="1841" y="3365"/></a:lnTo><a:lnTo><a:pt x="2679" y="3365"/></a:lnTo><a:lnTo><a:pt x="3098" y="3276"/></a:lnTo><a:lnTo><a:pt x="3441" y="3022"/></a:lnTo><a:lnTo><a:pt x="3771" y="2857"/></a:lnTo><a:lnTo><a:pt x="4114" y="2514"/></a:lnTo><a:lnTo><a:pt x="4279" y="2095"/></a:lnTo><a:lnTo><a:pt x="4445" y="1676"/></a:lnTo><a:lnTo><a:pt x="4533" y="1257"/></a:lnTo><a:lnTo><a:pt x="4533" y="838"/></a:lnTo><a:close/></a:path><a:path w="21590" h="13334"><a:moveTo><a:pt x="21247" y="12928"/></a:moveTo><a:lnTo><a:pt x="21158" y="12509"/></a:lnTo><a:lnTo><a:pt x="21069" y="12090"/></a:lnTo><a:lnTo><a:pt x="20828" y="11760"/></a:lnTo><a:lnTo><a:pt x="20574" y="11417"/></a:lnTo><a:lnTo><a:pt x="20231" y="11087"/></a:lnTo><a:lnTo><a:pt x="19812" y="10922"/></a:lnTo><a:lnTo><a:pt x="19392" y="10744"/></a:lnTo><a:lnTo><a:pt x="18465" y="10744"/></a:lnTo><a:lnTo><a:pt x="18135" y="10922"/></a:lnTo><a:lnTo><a:pt x="17716" y="11087"/></a:lnTo><a:lnTo><a:pt x="17373" y="11341"/></a:lnTo><a:lnTo><a:pt x="17043" y="11671"/></a:lnTo><a:lnTo><a:pt x="16878" y="12090"/></a:lnTo><a:lnTo><a:pt x="16713" y="12509"/></a:lnTo><a:lnTo><a:pt x="16624" y="12928"/></a:lnTo><a:lnTo><a:pt x="21247" y="12928"/></a:lnTo><a:close/></a:path></a:pathLst></a:custGeom><a:solidFill><a:srgbClr val="000000"/></a:solidFill></p:spPr><p:txBody><a:bodyPr wrap="square" lIns="0" tIns="0" rIns="0" bIns="0" rtlCol="0"/><a:lstStyle/><a:p/></p:txBody></p:sp><p:sp><p:nvSpPr><p:cNvPr id="468" name="object 468"/><p:cNvSpPr/><p:nvPr/></p:nvSpPr><p:spPr><a:xfrm><a:off x="16771747" y="12520260"/><a:ext cx="22225" cy="12065"/></a:xfrm><a:custGeom><a:avLst/><a:gdLst/><a:ahLst/><a:cxnLst/><a:rect l="l" t="t" r="r" b="b"/><a:pathLst><a:path w="22225" h="12065"><a:moveTo><a:pt x="4622" y="419"/></a:moveTo><a:lnTo><a:pt x="4533" y="0"/></a:lnTo><a:lnTo><a:pt x="88" y="0"/></a:lnTo><a:lnTo><a:pt x="4622" y="419"/></a:lnTo><a:close/></a:path><a:path w="22225" h="12065"><a:moveTo><a:pt x="4622" y="419"/></a:moveTo><a:lnTo><a:pt x="0" y="419"/></a:lnTo><a:lnTo><a:pt x="88" y="838"/></a:lnTo><a:lnTo><a:pt x="165" y="1257"/></a:lnTo><a:lnTo><a:pt x="330" y="1676"/></a:lnTo><a:lnTo><a:pt x="584" y="2019"/></a:lnTo><a:lnTo><a:pt x="927" y="2273"/></a:lnTo><a:lnTo><a:pt x="1257" y="2527"/></a:lnTo><a:lnTo><a:pt x="1600" y="2692"/></a:lnTo><a:lnTo><a:pt x="1765" y="2692"/></a:lnTo><a:lnTo><a:pt x="2019" y="2768"/></a:lnTo><a:lnTo><a:pt x="2514" y="2768"/></a:lnTo><a:lnTo><a:pt x="2857" y="2692"/></a:lnTo><a:lnTo><a:pt x="3276" y="2527"/></a:lnTo><a:lnTo><a:pt x="3606" y="2349"/></a:lnTo><a:lnTo><a:pt x="3949" y="2108"/></a:lnTo><a:lnTo><a:pt x="4203" y="1765"/></a:lnTo><a:lnTo><a:pt x="4445" y="1346"/></a:lnTo><a:lnTo><a:pt x="4533" y="927"/></a:lnTo><a:lnTo><a:pt x="4622" y="419"/></a:lnTo><a:close/></a:path><a:path w="22225" h="12065"><a:moveTo><a:pt x="22174" y="10668"/></a:moveTo><a:lnTo><a:pt x="22085" y="10325"/></a:lnTo><a:lnTo><a:pt x="21920" y="9906"/></a:lnTo><a:lnTo><a:pt x="21666" y="9486"/></a:lnTo><a:lnTo><a:pt x="21323" y="9245"/></a:lnTo><a:lnTo><a:pt x="20993" y="8991"/></a:lnTo><a:lnTo><a:pt x="20574" y="8813"/></a:lnTo><a:lnTo><a:pt x="20154" y="8737"/></a:lnTo><a:lnTo><a:pt x="19646" y="8737"/></a:lnTo><a:lnTo><a:pt x="19227" y="8813"/></a:lnTo><a:lnTo><a:pt x="18808" y="8991"/></a:lnTo><a:lnTo><a:pt x="18478" y="9245"/></a:lnTo><a:lnTo><a:pt x="18135" y="9486"/></a:lnTo><a:lnTo><a:pt x="17881" y="9906"/></a:lnTo><a:lnTo><a:pt x="17716" y="10248"/></a:lnTo><a:lnTo><a:pt x="17640" y="10668"/></a:lnTo><a:lnTo><a:pt x="17640" y="11087"/></a:lnTo><a:lnTo><a:pt x="17716" y="11506"/></a:lnTo><a:lnTo><a:pt x="17716" y="11671"/></a:lnTo><a:lnTo><a:pt x="22085" y="11671"/></a:lnTo><a:lnTo><a:pt x="22085" y="11506"/></a:lnTo><a:lnTo><a:pt x="22174" y="11176"/></a:lnTo><a:lnTo><a:pt x="22174" y="10756"/></a:lnTo><a:close/></a:path></a:pathLst></a:custGeom><a:solidFill><a:srgbClr val="000000"/></a:solidFill></p:spPr><p:txBody><a:bodyPr wrap="square" lIns="0" tIns="0" rIns="0" bIns="0" rtlCol="0"/><a:lstStyle/><a:p/></p:txBody></p:sp><p:sp><p:nvSpPr><p:cNvPr id="469" name="object 469"/><p:cNvSpPr/><p:nvPr/></p:nvSpPr><p:spPr><a:xfrm><a:off x="16789464" y="12531767"/><a:ext cx="22860" cy="10160"/></a:xfrm><a:custGeom><a:avLst/><a:gdLst/><a:ahLst/><a:cxnLst/><a:rect l="l" t="t" r="r" b="b"/><a:pathLst><a:path w="22859" h="10159"><a:moveTo><a:pt x="4368" y="165"/></a:moveTo><a:lnTo><a:pt x="0" y="165"/></a:lnTo><a:lnTo><a:pt x="88" y="419"/></a:lnTo><a:lnTo><a:pt x="342" y="762"/></a:lnTo><a:lnTo><a:pt x="419" y="927"/></a:lnTo><a:lnTo><a:pt x="584" y="1092"/></a:lnTo><a:lnTo><a:pt x="927" y="1346"/></a:lnTo><a:lnTo><a:pt x="1092" y="1422"/></a:lnTo><a:lnTo><a:pt x="1257" y="1511"/></a:lnTo><a:lnTo><a:pt x="1435" y="1600"/></a:lnTo><a:lnTo><a:pt x="1676" y="1676"/></a:lnTo><a:lnTo><a:pt x="1930" y="1676"/></a:lnTo><a:lnTo><a:pt x="2095" y="1765"/></a:lnTo><a:lnTo><a:pt x="2514" y="1676"/></a:lnTo><a:lnTo><a:pt x="2946" y="1600"/></a:lnTo><a:lnTo><a:pt x="3276" y="1422"/></a:lnTo><a:lnTo><a:pt x="3441" y="1346"/></a:lnTo><a:lnTo><a:pt x="3606" y="1181"/></a:lnTo><a:lnTo><a:pt x="3784" y="1092"/></a:lnTo><a:lnTo><a:pt x="3949" y="927"/></a:lnTo><a:lnTo><a:pt x="4038" y="762"/></a:lnTo><a:lnTo><a:pt x="4203" y="508"/></a:lnTo><a:lnTo><a:pt x="4368" y="165"/></a:lnTo><a:close/></a:path><a:path w="22859" h="10159"><a:moveTo><a:pt x="4368" y="0"/></a:moveTo><a:lnTo><a:pt x="0" y="0"/></a:lnTo><a:lnTo><a:pt x="4368" y="165"/></a:lnTo><a:lnTo><a:pt x="4368" y="0"/></a:lnTo><a:close/></a:path><a:path w="22859" h="10159"><a:moveTo><a:pt x="22847" y="8140"/></a:moveTo><a:lnTo><a:pt x="22758" y="7975"/></a:lnTo><a:lnTo><a:pt x="22669" y="7721"/></a:lnTo><a:lnTo><a:pt x="22593" y="7556"/></a:lnTo><a:lnTo><a:pt x="22504" y="7302"/></a:lnTo><a:lnTo><a:pt x="22428" y="7137"/></a:lnTo><a:lnTo><a:pt x="22250" y="6972"/></a:lnTo><a:lnTo><a:pt x="22174" y="6807"/></a:lnTo><a:lnTo><a:pt x="22009" y="6718"/></a:lnTo><a:lnTo><a:pt x="21831" y="6553"/></a:lnTo><a:lnTo><a:pt x="21666" y="6464"/></a:lnTo><a:lnTo><a:pt x="21412" y="6388"/></a:lnTo><a:lnTo><a:pt x="21247" y="6299"/></a:lnTo><a:lnTo><a:pt x="21082" y="6210"/></a:lnTo><a:lnTo><a:pt x="20828" y="6210"/></a:lnTo><a:lnTo><a:pt x="20408" y="6134"/></a:lnTo><a:lnTo><a:pt x="19989" y="6210"/></a:lnTo><a:lnTo><a:pt x="19646" y="6388"/></a:lnTo><a:lnTo><a:pt x="19481" y="6464"/></a:lnTo><a:lnTo><a:pt x="19227" y="6553"/></a:lnTo><a:lnTo><a:pt x="19151" y="6718"/></a:lnTo><a:lnTo><a:pt x="18897" y="6807"/></a:lnTo><a:lnTo><a:pt x="18808" y="6972"/></a:lnTo><a:lnTo><a:pt x="18643" y="7137"/></a:lnTo><a:lnTo><a:pt x="18554" y="7302"/></a:lnTo><a:lnTo><a:pt x="18478" y="7556"/></a:lnTo><a:lnTo><a:pt x="18389" y="7721"/></a:lnTo><a:lnTo><a:pt x="18313" y="7975"/></a:lnTo><a:lnTo><a:pt x="18313" y="8140"/></a:lnTo><a:lnTo><a:pt x="18313" y="8394"/></a:lnTo><a:lnTo><a:pt x="18313" y="8559"/></a:lnTo><a:lnTo><a:pt x="18313" y="8813"/></a:lnTo><a:lnTo><a:pt x="18313" y="8991"/></a:lnTo><a:lnTo><a:pt x="18389" y="9232"/></a:lnTo><a:lnTo><a:pt x="18643" y="9652"/></a:lnTo><a:lnTo><a:pt x="22428" y="9740"/></a:lnTo><a:lnTo><a:pt x="22669" y="9321"/></a:lnTo><a:lnTo><a:pt x="22758" y="8991"/></a:lnTo><a:lnTo><a:pt x="22758" y="8813"/></a:lnTo><a:lnTo><a:pt x="22847" y="8559"/></a:lnTo><a:lnTo><a:pt x="22847" y="8394"/></a:lnTo><a:lnTo><a:pt x="22847" y="8140"/></a:lnTo><a:close/></a:path></a:pathLst></a:custGeom><a:solidFill><a:srgbClr val="000000"/></a:solidFill></p:spPr><p:txBody><a:bodyPr wrap="square" lIns="0" tIns="0" rIns="0" bIns="0" rtlCol="0"/><a:lstStyle/><a:p/></p:txBody></p:sp><p:sp><p:nvSpPr><p:cNvPr id="470" name="object 470"/><p:cNvSpPr/><p:nvPr/></p:nvSpPr><p:spPr><a:xfrm><a:off x="16808107" y="12541419"/><a:ext cx="23495" cy="8255"/></a:xfrm><a:custGeom><a:avLst/><a:gdLst/><a:ahLst/><a:cxnLst/><a:rect l="l" t="t" r="r" b="b"/><a:pathLst><a:path w="23494" h="8254"><a:moveTo><a:pt x="3784" y="88"/></a:moveTo><a:lnTo><a:pt x="88" y="88"/></a:lnTo><a:lnTo><a:pt x="254" y="342"/></a:lnTo><a:lnTo><a:pt x="584" y="673"/></a:lnTo><a:lnTo><a:pt x="1003" y="850"/></a:lnTo><a:lnTo><a:pt x="1422" y="1016"/></a:lnTo><a:lnTo><a:pt x="1600" y="1016"/></a:lnTo><a:lnTo><a:pt x="1854" y="1092"/></a:lnTo><a:lnTo><a:pt x="2273" y="1016"/></a:lnTo><a:lnTo><a:pt x="2768" y="927"/></a:lnTo><a:lnTo><a:pt x="3111" y="673"/></a:lnTo><a:lnTo><a:pt x="3530" y="419"/></a:lnTo><a:lnTo><a:pt x="3784" y="88"/></a:lnTo><a:close/></a:path><a:path w="23494" h="8254"><a:moveTo><a:pt x="3784" y="0"/></a:moveTo><a:lnTo><a:pt x="0" y="0"/></a:lnTo><a:lnTo><a:pt x="3784" y="88"/></a:lnTo><a:close/></a:path><a:path w="23494" h="8254"><a:moveTo><a:pt x="23266" y="6134"/></a:moveTo><a:lnTo><a:pt x="23177" y="5969"/></a:lnTo><a:lnTo><a:pt x="23177" y="5715"/></a:lnTo><a:lnTo><a:pt x="23088" y="5461"/></a:lnTo><a:lnTo><a:pt x="23088" y="5295"/></a:lnTo><a:lnTo><a:pt x="22923" y="5130"/></a:lnTo><a:lnTo><a:pt x="22847" y="4965"/></a:lnTo><a:lnTo><a:pt x="22669" y="4787"/></a:lnTo><a:lnTo><a:pt x="22593" y="4622"/></a:lnTo><a:lnTo><a:pt x="22415" y="4457"/></a:lnTo><a:lnTo><a:pt x="22250" y="4368"/></a:lnTo><a:lnTo><a:pt x="22085" y="4203"/></a:lnTo><a:lnTo><a:pt x="21920" y="4114"/></a:lnTo><a:lnTo><a:pt x="21666" y="4038"/></a:lnTo><a:lnTo><a:pt x="21501" y="4038"/></a:lnTo><a:lnTo><a:pt x="21158" y="3949"/></a:lnTo><a:lnTo><a:pt x="20662" y="3949"/></a:lnTo><a:lnTo><a:pt x="20485" y="4038"/></a:lnTo><a:lnTo><a:pt x="20243" y="4038"/></a:lnTo><a:lnTo><a:pt x="20066" y="4114"/></a:lnTo><a:lnTo><a:pt x="19900" y="4203"/></a:lnTo><a:lnTo><a:pt x="19646" y="4368"/></a:lnTo><a:lnTo><a:pt x="19481" y="4457"/></a:lnTo><a:lnTo><a:pt x="19392" y="4622"/></a:lnTo><a:lnTo><a:pt x="19227" y="4787"/></a:lnTo><a:lnTo><a:pt x="19062" y="4965"/></a:lnTo><a:lnTo><a:pt x="18973" y="5130"/></a:lnTo><a:lnTo><a:pt x="18897" y="5295"/></a:lnTo><a:lnTo><a:pt x="18808" y="5461"/></a:lnTo><a:lnTo><a:pt x="18732" y="5715"/></a:lnTo><a:lnTo><a:pt x="18732" y="5969"/></a:lnTo><a:lnTo><a:pt x="18732" y="6134"/></a:lnTo><a:lnTo><a:pt x="18732" y="6388"/></a:lnTo><a:lnTo><a:pt x="18732" y="6553"/></a:lnTo><a:lnTo><a:pt x="18808" y="6807"/></a:lnTo><a:lnTo><a:pt x="18808" y="6972"/></a:lnTo><a:lnTo><a:pt x="18897" y="7226"/></a:lnTo><a:lnTo><a:pt x="18973" y="7391"/></a:lnTo><a:lnTo><a:pt x="19151" y="7645"/></a:lnTo><a:lnTo><a:pt x="19316" y="7734"/></a:lnTo><a:lnTo><a:pt x="19481" y="7899"/></a:lnTo><a:lnTo><a:pt x="19570" y="8064"/></a:lnTo><a:lnTo><a:pt x="19824" y="8229"/></a:lnTo><a:lnTo><a:pt x="22085" y="8229"/></a:lnTo><a:lnTo><a:pt x="22339" y="8064"/></a:lnTo><a:lnTo><a:pt x="22415" y="7899"/></a:lnTo><a:lnTo><a:pt x="22669" y="7734"/></a:lnTo><a:lnTo><a:pt x="22923" y="7391"/></a:lnTo><a:lnTo><a:pt x="23012" y="7226"/></a:lnTo><a:lnTo><a:pt x="23088" y="6972"/></a:lnTo><a:lnTo><a:pt x="23177" y="6807"/></a:lnTo><a:lnTo><a:pt x="23266" y="6553"/></a:lnTo><a:lnTo><a:pt x="23266" y="6388"/></a:lnTo><a:lnTo><a:pt x="23266" y="6134"/></a:lnTo><a:close/></a:path></a:pathLst></a:custGeom><a:solidFill><a:srgbClr val="000000"/></a:solidFill></p:spPr><p:txBody><a:bodyPr wrap="square" lIns="0" tIns="0" rIns="0" bIns="0" rtlCol="0"/><a:lstStyle/><a:p/></p:txBody></p:sp><p:sp><p:nvSpPr><p:cNvPr id="471" name="object 471"/><p:cNvSpPr/><p:nvPr/></p:nvSpPr><p:spPr><a:xfrm><a:off x="16827678" y="12549483"/><a:ext cx="23495" cy="6350"/></a:xfrm><a:custGeom><a:avLst/><a:gdLst/><a:ahLst/><a:cxnLst/><a:rect l="l" t="t" r="r" b="b"/><a:pathLst><a:path w="23494" h="6350"><a:moveTo><a:pt x="2425" y="165"/></a:moveTo><a:lnTo><a:pt x="419" y="165"/></a:lnTo><a:lnTo><a:pt x="673" y="342"/></a:lnTo><a:lnTo><a:pt x="838" y="342"/></a:lnTo><a:lnTo><a:pt x="1092" y="419"/></a:lnTo><a:lnTo><a:pt x="1676" y="419"/></a:lnTo><a:lnTo><a:pt x="2006" y="342"/></a:lnTo><a:lnTo><a:pt x="2425" y="165"/></a:lnTo><a:close/></a:path><a:path w="23494" h="6350"><a:moveTo><a:pt x="2768" y="0"/></a:moveTo><a:lnTo><a:pt x="0" y="0"/></a:lnTo><a:lnTo><a:pt x="2425" y="165"/></a:lnTo><a:lnTo><a:pt x="2768" y="0"/></a:lnTo><a:close/></a:path><a:path w="23494" h="6350"><a:moveTo><a:pt x="23253" y="3695"/></a:moveTo><a:lnTo><a:pt x="23177" y="3441"/></a:lnTo><a:lnTo><a:pt x="23177" y="3276"/></a:lnTo><a:lnTo><a:pt x="23088" y="3022"/></a:lnTo><a:lnTo><a:pt x="22923" y="2857"/></a:lnTo><a:lnTo><a:pt x="22834" y="2692"/></a:lnTo><a:lnTo><a:pt x="22669" y="2438"/></a:lnTo><a:lnTo><a:pt x="22504" y="2349"/></a:lnTo><a:lnTo><a:pt x="22339" y="2184"/></a:lnTo><a:lnTo><a:pt x="22161" y="2019"/></a:lnTo><a:lnTo><a:pt x="21996" y="1930"/></a:lnTo><a:lnTo><a:pt x="21742" y="1854"/></a:lnTo><a:lnTo><a:pt x="21577" y="1765"/></a:lnTo><a:lnTo><a:pt x="20485" y="1765"/></a:lnTo><a:lnTo><a:pt x="20231" y="1854"/></a:lnTo><a:lnTo><a:pt x="20066" y="1930"/></a:lnTo><a:lnTo><a:pt x="19812" y="2019"/></a:lnTo><a:lnTo><a:pt x="19646" y="2184"/></a:lnTo><a:lnTo><a:pt x="19481" y="2349"/></a:lnTo><a:lnTo><a:pt x="19304" y="2438"/></a:lnTo><a:lnTo><a:pt x="19138" y="2692"/></a:lnTo><a:lnTo><a:pt x="19062" y="2857"/></a:lnTo><a:lnTo><a:pt x="18973" y="3022"/></a:lnTo><a:lnTo><a:pt x="18884" y="3276"/></a:lnTo><a:lnTo><a:pt x="18808" y="3441"/></a:lnTo><a:lnTo><a:pt x="18808" y="3695"/></a:lnTo><a:lnTo><a:pt x="18719" y="3860"/></a:lnTo><a:lnTo><a:pt x="18719" y="4114"/></a:lnTo><a:lnTo><a:pt x="18719" y="4279"/></a:lnTo><a:lnTo><a:pt x="18808" y="4533"/></a:lnTo><a:lnTo><a:pt x="18808" y="4699"/></a:lnTo><a:lnTo><a:pt x="18973" y="4953"/></a:lnTo><a:lnTo><a:pt x="19138" y="5295"/></a:lnTo><a:lnTo><a:pt x="19227" y="5461"/></a:lnTo><a:lnTo><a:pt x="19392" y="5626"/></a:lnTo><a:lnTo><a:pt x="19558" y="5715"/></a:lnTo><a:lnTo><a:pt x="19735" y="5880"/></a:lnTo><a:lnTo><a:pt x="19900" y="5969"/></a:lnTo><a:lnTo><a:pt x="20154" y="6134"/></a:lnTo><a:lnTo><a:pt x="20574" y="6210"/></a:lnTo><a:lnTo><a:pt x="21069" y="6299"/></a:lnTo><a:lnTo><a:pt x="21323" y="6210"/></a:lnTo><a:lnTo><a:pt x="21488" y="6210"/></a:lnTo><a:lnTo><a:pt x="21742" y="6134"/></a:lnTo><a:lnTo><a:pt x="21907" y="6134"/></a:lnTo><a:lnTo><a:pt x="22161" y="5969"/></a:lnTo><a:lnTo><a:pt x="22504" y="5715"/></a:lnTo><a:lnTo><a:pt x="22758" y="5461"/></a:lnTo><a:lnTo><a:pt x="22834" y="5295"/></a:lnTo><a:lnTo><a:pt x="22999" y="5041"/></a:lnTo><a:lnTo><a:pt x="23177" y="4699"/></a:lnTo><a:lnTo><a:pt x="23253" y="4533"/></a:lnTo><a:lnTo><a:pt x="23253" y="4279"/></a:lnTo><a:lnTo><a:pt x="23253" y="4114"/></a:lnTo><a:lnTo><a:pt x="23253" y="3860"/></a:lnTo><a:lnTo><a:pt x="23253" y="3695"/></a:lnTo><a:close/></a:path></a:pathLst></a:custGeom><a:solidFill><a:srgbClr val="000000"/></a:solidFill></p:spPr><p:txBody><a:bodyPr wrap="square" lIns="0" tIns="0" rIns="0" bIns="0" rtlCol="0"/><a:lstStyle/><a:p/></p:txBody></p:sp><p:sp><p:nvSpPr><p:cNvPr id="472" name="object 472"/><p:cNvSpPr/><p:nvPr/></p:nvSpPr><p:spPr><a:xfrm><a:off x="16866477" y="12555452"/><a:ext cx="23495" cy="5080"/></a:xfrm><a:custGeom><a:avLst/><a:gdLst/><a:ahLst/><a:cxnLst/><a:rect l="l" t="t" r="r" b="b"/><a:pathLst><a:path w="23494" h="5079"><a:moveTo><a:pt x="4533" y="2171"/></a:moveTo><a:lnTo><a:pt x="4445" y="1841"/></a:lnTo><a:lnTo><a:pt x="4356" y="1422"/></a:lnTo><a:lnTo><a:pt x="4191" y="1092"/></a:lnTo><a:lnTo><a:pt x="3937" y="749"/></a:lnTo><a:lnTo><a:pt x="3606" y="419"/></a:lnTo><a:lnTo><a:pt x="3263" y="241"/></a:lnTo><a:lnTo><a:pt x="2844" y="76"/></a:lnTo><a:lnTo><a:pt x="1676" y="0"/></a:lnTo><a:lnTo><a:pt x="1257" y="165"/></a:lnTo><a:lnTo><a:pt x="914" y="419"/></a:lnTo><a:lnTo><a:pt x="584" y="660"/></a:lnTo><a:lnTo><a:pt x="330" y="1003"/></a:lnTo><a:lnTo><a:pt x="165" y="1333"/></a:lnTo><a:lnTo><a:pt x="0" y="1752"/></a:lnTo><a:lnTo><a:pt x="0" y="2768"/></a:lnTo><a:lnTo><a:pt x="76" y="3022"/></a:lnTo><a:lnTo><a:pt x="165" y="3187"/></a:lnTo><a:lnTo><a:pt x="330" y="3441"/></a:lnTo><a:lnTo><a:pt x="584" y="3771"/></a:lnTo><a:lnTo><a:pt x="914" y="4114"/></a:lnTo><a:lnTo><a:pt x="1333" y="4279"/></a:lnTo><a:lnTo><a:pt x="1752" y="4445"/></a:lnTo><a:lnTo><a:pt x="2349" y="4533"/></a:lnTo><a:lnTo><a:pt x="2514" y="4445"/></a:lnTo><a:lnTo><a:pt x="2768" y="4445"/></a:lnTo><a:lnTo><a:pt x="3022" y="4356"/></a:lnTo><a:lnTo><a:pt x="3187" y="4279"/></a:lnTo><a:lnTo><a:pt x="3441" y="4191"/></a:lnTo><a:lnTo><a:pt x="3771" y="3860"/></a:lnTo><a:lnTo><a:pt x="4114" y="3517"/></a:lnTo><a:lnTo><a:pt x="4279" y="3187"/></a:lnTo><a:lnTo><a:pt x="4356" y="3022"/></a:lnTo><a:lnTo><a:pt x="4445" y="2768"/></a:lnTo><a:lnTo><a:pt x="4445" y="2603"/></a:lnTo><a:lnTo><a:pt x="4533" y="2349"/></a:lnTo><a:lnTo><a:pt x="4533" y="2171"/></a:lnTo><a:close/></a:path><a:path w="23494" h="5079"><a:moveTo><a:pt x="23342" y="2603"/></a:moveTo><a:lnTo><a:pt x="22999" y="2514"/></a:lnTo><a:lnTo><a:pt x="22085" y="2514"/></a:lnTo><a:lnTo><a:pt x="21742" y="2603"/></a:lnTo><a:lnTo><a:pt x="23342" y="2679"/></a:lnTo><a:close/></a:path></a:pathLst></a:custGeom><a:solidFill><a:srgbClr val="000000"/></a:solidFill></p:spPr><p:txBody><a:bodyPr wrap="square" lIns="0" tIns="0" rIns="0" bIns="0" rtlCol="0"/><a:lstStyle/><a:p/></p:txBody></p:sp><p:sp><p:nvSpPr><p:cNvPr id="473" name="object 473"/><p:cNvSpPr/><p:nvPr/></p:nvSpPr><p:spPr><a:xfrm><a:off x="16886708" y="12558056"/><a:ext cx="24765" cy="4445"/></a:xfrm><a:custGeom><a:avLst/><a:gdLst/><a:ahLst/><a:cxnLst/><a:rect l="l" t="t" r="r" b="b"/><a:pathLst><a:path w="24765" h="4445"><a:moveTo><a:pt x="3111" y="0"/></a:moveTo><a:lnTo><a:pt x="1511" y="0"/></a:lnTo><a:lnTo><a:pt x="3111" y="76"/></a:lnTo><a:close/></a:path><a:path w="24765" h="4445"><a:moveTo><a:pt x="4533" y="1587"/></a:moveTo><a:lnTo><a:pt x="4368" y="1168"/></a:lnTo><a:lnTo><a:pt x="4114" y="838"/></a:lnTo><a:lnTo><a:pt x="3860" y="495"/></a:lnTo><a:lnTo><a:pt x="3530" y="241"/></a:lnTo><a:lnTo><a:pt x="3111" y="76"/></a:lnTo><a:lnTo><a:pt x="1422" y="76"/></a:lnTo><a:lnTo><a:pt x="1181" y="241"/></a:lnTo><a:lnTo><a:pt x="838" y="495"/></a:lnTo><a:lnTo><a:pt x="508" y="749"/></a:lnTo><a:lnTo><a:pt x="254" y="1079"/></a:lnTo><a:lnTo><a:pt x="165" y="1511"/></a:lnTo><a:lnTo><a:pt x="88" y="1930"/></a:lnTo><a:lnTo><a:pt x="88" y="2349"/></a:lnTo><a:lnTo><a:pt x="88" y="2768"/></a:lnTo><a:lnTo><a:pt x="254" y="3187"/></a:lnTo><a:lnTo><a:pt x="508" y="3606"/></a:lnTo><a:lnTo><a:pt x="838" y="3860"/></a:lnTo><a:lnTo><a:pt x="1181" y="4114"/></a:lnTo><a:lnTo><a:pt x="1600" y="4356"/></a:lnTo><a:lnTo><a:pt x="2095" y="4445"/></a:lnTo><a:lnTo><a:pt x="2603" y="4445"/></a:lnTo><a:lnTo><a:pt x="2933" y="4356"/></a:lnTo><a:lnTo><a:pt x="3365" y="4191"/></a:lnTo><a:lnTo><a:pt x="3695" y="3937"/></a:lnTo><a:lnTo><a:pt x="4025" y="3606"/></a:lnTo><a:lnTo><a:pt x="4279" y="3263"/></a:lnTo><a:lnTo><a:pt x="4445" y="2844"/></a:lnTo><a:lnTo><a:pt x="4533" y="2425"/></a:lnTo><a:lnTo><a:pt x="4533" y="2006"/></a:lnTo><a:lnTo><a:pt x="4533" y="1587"/></a:lnTo><a:close/></a:path><a:path w="24765" h="4445"><a:moveTo><a:pt x="24434" y="1511"/></a:moveTo><a:lnTo><a:pt x="24104" y="1168"/></a:lnTo><a:lnTo><a:pt x="23761" y="1003"/></a:lnTo><a:lnTo><a:pt x="23342" y="838"/></a:lnTo><a:lnTo><a:pt x="22923" y="749"/></a:lnTo><a:lnTo><a:pt x="22504" y="749"/></a:lnTo><a:lnTo><a:pt x="22174" y="838"/></a:lnTo><a:lnTo><a:pt x="21755" y="1003"/></a:lnTo><a:lnTo><a:pt x="21412" y="1168"/></a:lnTo><a:lnTo><a:pt x="21082" y="1511"/></a:lnTo><a:lnTo><a:pt x="24434" y="1511"/></a:lnTo><a:close/></a:path></a:pathLst></a:custGeom><a:solidFill><a:srgbClr val="000000"/></a:solidFill></p:spPr><p:txBody><a:bodyPr wrap="square" lIns="0" tIns="0" rIns="0" bIns="0" rtlCol="0"/><a:lstStyle/><a:p/></p:txBody></p:sp><p:sp><p:nvSpPr><p:cNvPr id="474" name="object 474"/><p:cNvSpPr/><p:nvPr/></p:nvSpPr><p:spPr><a:xfrm><a:off x="16907193" y="12557967"/><a:ext cx="25400" cy="5715"/></a:xfrm><a:custGeom><a:avLst/><a:gdLst/><a:ahLst/><a:cxnLst/><a:rect l="l" t="t" r="r" b="b"/><a:pathLst><a:path w="25400" h="5715"><a:moveTo><a:pt x="3949" y="1600"/></a:moveTo><a:lnTo><a:pt x="3619" y="1257"/></a:lnTo><a:lnTo><a:pt x="927" y="1257"/></a:lnTo><a:lnTo><a:pt x="3949" y="1600"/></a:lnTo><a:close/></a:path><a:path w="25400" h="5715"><a:moveTo><a:pt x="4533" y="2692"/></a:moveTo><a:lnTo><a:pt x="4368" y="2260"/></a:lnTo><a:lnTo><a:pt x="4203" y="1930"/></a:lnTo><a:lnTo><a:pt x="3949" y="1600"/></a:lnTo><a:lnTo><a:pt x="596" y="1600"/></a:lnTo><a:lnTo><a:pt x="342" y="1930"/></a:lnTo><a:lnTo><a:pt x="177" y="2260"/></a:lnTo><a:lnTo><a:pt x="0" y="2692"/></a:lnTo><a:lnTo><a:pt x="0" y="3111"/></a:lnTo><a:lnTo><a:pt x="0" y="3530"/></a:lnTo><a:lnTo><a:pt x="177" y="3949"/></a:lnTo><a:lnTo><a:pt x="342" y="4368"/></a:lnTo><a:lnTo><a:pt x="673" y="4699"/></a:lnTo><a:lnTo><a:pt x="1016" y="4953"/></a:lnTo><a:lnTo><a:pt x="1435" y="5207"/></a:lnTo><a:lnTo><a:pt x="1854" y="5283"/></a:lnTo><a:lnTo><a:pt x="2273" y="5372"/></a:lnTo><a:lnTo><a:pt x="2692" y="5283"/></a:lnTo><a:lnTo><a:pt x="3111" y="5207"/></a:lnTo><a:lnTo><a:pt x="3530" y="4953"/></a:lnTo><a:lnTo><a:pt x="3873" y="4699"/></a:lnTo><a:lnTo><a:pt x="4114" y="4368"/></a:lnTo><a:lnTo><a:pt x="4368" y="3949"/></a:lnTo><a:lnTo><a:pt x="4457" y="3530"/></a:lnTo><a:lnTo><a:pt x="4533" y="3111"/></a:lnTo><a:lnTo><a:pt x="4533" y="2692"/></a:lnTo><a:close/></a:path><a:path w="25400" h="5715"><a:moveTo><a:pt x="24866" y="1600"/></a:moveTo><a:lnTo><a:pt x="24688" y="1168"/></a:lnTo><a:lnTo><a:pt x="24523" y="838"/></a:lnTo><a:lnTo><a:pt x="24193" y="508"/></a:lnTo><a:lnTo><a:pt x="23774" y="254"/></a:lnTo><a:lnTo><a:pt x="23431" y="88"/></a:lnTo><a:lnTo><a:pt x="22936" y="0"/></a:lnTo><a:lnTo><a:pt x="22504" y="0"/></a:lnTo><a:lnTo><a:pt x="22085" y="88"/></a:lnTo><a:lnTo><a:pt x="21666" y="254"/></a:lnTo><a:lnTo><a:pt x="21247" y="508"/></a:lnTo><a:lnTo><a:pt x="20993" y="749"/></a:lnTo><a:lnTo><a:pt x="20751" y="1168"/></a:lnTo><a:lnTo><a:pt x="20574" y="1600"/></a:lnTo><a:lnTo><a:pt x="24866" y="1600"/></a:lnTo><a:close/></a:path></a:pathLst></a:custGeom><a:solidFill><a:srgbClr val="000000"/></a:solidFill></p:spPr><p:txBody><a:bodyPr wrap="square" lIns="0" tIns="0" rIns="0" bIns="0" rtlCol="0"/><a:lstStyle/><a:p/></p:txBody></p:sp><p:sp><p:nvSpPr><p:cNvPr id="475" name="object 475"/><p:cNvSpPr/><p:nvPr/></p:nvSpPr><p:spPr><a:xfrm><a:off x="16927602" y="12555452"/><a:ext cx="25400" cy="7620"/></a:xfrm><a:custGeom><a:avLst/><a:gdLst/><a:ahLst/><a:cxnLst/><a:rect l="l" t="t" r="r" b="b"/><a:pathLst><a:path w="25400" h="7620"><a:moveTo><a:pt x="4457" y="4114"/></a:moveTo><a:lnTo><a:pt x="4279" y="3683"/></a:lnTo><a:lnTo><a:pt x="254" y="3683"/></a:lnTo><a:lnTo><a:pt x="4457" y="4114"/></a:lnTo><a:close/></a:path><a:path w="25400" h="7620"><a:moveTo><a:pt x="4533" y="4533"/></a:moveTo><a:lnTo><a:pt x="4457" y="4114"/></a:lnTo><a:lnTo><a:pt x="88" y="4114"/></a:lnTo><a:lnTo><a:pt x="0" y="4533"/></a:lnTo><a:lnTo><a:pt x="0" y="4953"/></a:lnTo><a:lnTo><a:pt x="88" y="5372"/></a:lnTo><a:lnTo><a:pt x="254" y="5791"/></a:lnTo><a:lnTo><a:pt x="508" y="6121"/></a:lnTo><a:lnTo><a:pt x="762" y="6464"/></a:lnTo><a:lnTo><a:pt x="1092" y="6718"/></a:lnTo><a:lnTo><a:pt x="1435" y="6883"/></a:lnTo><a:lnTo><a:pt x="1854" y="6959"/></a:lnTo><a:lnTo><a:pt x="2273" y="7048"/></a:lnTo><a:lnTo><a:pt x="2692" y="6959"/></a:lnTo><a:lnTo><a:pt x="3111" y="6883"/></a:lnTo><a:lnTo><a:pt x="3441" y="6718"/></a:lnTo><a:lnTo><a:pt x="3784" y="6464"/></a:lnTo><a:lnTo><a:pt x="4114" y="6121"/></a:lnTo><a:lnTo><a:pt x="4368" y="5791"/></a:lnTo><a:lnTo><a:pt x="4457" y="5372"/></a:lnTo><a:lnTo><a:pt x="4533" y="5029"/></a:lnTo><a:lnTo><a:pt x="4533" y="4610"/></a:lnTo><a:close/></a:path><a:path w="25400" h="7620"><a:moveTo><a:pt x="24853" y="1752"/></a:moveTo><a:lnTo><a:pt x="24777" y="1422"/></a:lnTo><a:lnTo><a:pt x="24523" y="1092"/></a:lnTo><a:lnTo><a:pt x="24269" y="749"/></a:lnTo><a:lnTo><a:pt x="24015" y="419"/></a:lnTo><a:lnTo><a:pt x="23685" y="241"/></a:lnTo><a:lnTo><a:pt x="23266" y="76"/></a:lnTo><a:lnTo><a:pt x="22009" y="0"/></a:lnTo><a:lnTo><a:pt x="21590" y="165"/></a:lnTo><a:lnTo><a:pt x="21247" y="419"/></a:lnTo><a:lnTo><a:pt x="20916" y="660"/></a:lnTo><a:lnTo><a:pt x="20662" y="1003"/></a:lnTo><a:lnTo><a:pt x="20497" y="1333"/></a:lnTo><a:lnTo><a:pt x="20408" y="1752"/></a:lnTo><a:lnTo><a:pt x="20320" y="2171"/></a:lnTo><a:lnTo><a:pt x="24853" y="2171"/></a:lnTo><a:lnTo><a:pt x="24853" y="1841"/></a:lnTo><a:close/></a:path></a:pathLst></a:custGeom><a:solidFill><a:srgbClr val="000000"/></a:solidFill></p:spPr><p:txBody><a:bodyPr wrap="square" lIns="0" tIns="0" rIns="0" bIns="0" rtlCol="0"/><a:lstStyle/><a:p/></p:txBody></p:sp><p:sp><p:nvSpPr><p:cNvPr id="476" name="object 476"/><p:cNvSpPr/><p:nvPr/></p:nvSpPr><p:spPr><a:xfrm><a:off x="16947922" y="12551248"/><a:ext cx="24765" cy="8890"/></a:xfrm><a:custGeom><a:avLst/><a:gdLst/><a:ahLst/><a:cxnLst/><a:rect l="l" t="t" r="r" b="b"/><a:pathLst><a:path w="24765" h="8890"><a:moveTo><a:pt x="4533" y="6375"/></a:moveTo><a:lnTo><a:pt x="0" y="6375"/></a:lnTo><a:lnTo><a:pt x="0" y="6807"/></a:lnTo><a:lnTo><a:pt x="177" y="7226"/></a:lnTo><a:lnTo><a:pt x="342" y="7645"/></a:lnTo><a:lnTo><a:pt x="596" y="7975"/></a:lnTo><a:lnTo><a:pt x="838" y="8229"/></a:lnTo><a:lnTo><a:pt x="1270" y="8483"/></a:lnTo><a:lnTo><a:pt x="1600" y="8648"/></a:lnTo><a:lnTo><a:pt x="1765" y="8648"/></a:lnTo><a:lnTo><a:pt x="2019" y="8737"/></a:lnTo><a:lnTo><a:pt x="2527" y="8737"/></a:lnTo><a:lnTo><a:pt x="2857" y="8648"/></a:lnTo><a:lnTo><a:pt x="3276" y="8483"/></a:lnTo><a:lnTo><a:pt x="3619" y="8318"/></a:lnTo><a:lnTo><a:pt x="3949" y="7975"/></a:lnTo><a:lnTo><a:pt x="4203" y="7645"/></a:lnTo><a:lnTo><a:pt x="4368" y="7302"/></a:lnTo><a:lnTo><a:pt x="4533" y="6883"/></a:lnTo><a:lnTo><a:pt x="4533" y="6464"/></a:lnTo><a:close/></a:path><a:path w="24765" h="8890"><a:moveTo><a:pt x="4533" y="6045"/></a:moveTo><a:lnTo><a:pt x="0" y="6045"/></a:lnTo><a:lnTo><a:pt x="4533" y="6375"/></a:lnTo><a:lnTo><a:pt x="4533" y="6045"/></a:lnTo><a:close/></a:path><a:path w="24765" h="8890"><a:moveTo><a:pt x="24612" y="2095"/></a:moveTo><a:lnTo><a:pt x="24523" y="1930"/></a:lnTo><a:lnTo><a:pt x="24523" y="1676"/></a:lnTo><a:lnTo><a:pt x="24358" y="1257"/></a:lnTo><a:lnTo><a:pt x="24193" y="927"/></a:lnTo><a:lnTo><a:pt x="23850" y="584"/></a:lnTo><a:lnTo><a:pt x="23596" y="330"/></a:lnTo><a:lnTo><a:pt x="23431" y="254"/></a:lnTo><a:lnTo><a:pt x="23177" y="165"/></a:lnTo><a:lnTo><a:pt x="23012" y="88"/></a:lnTo><a:lnTo><a:pt x="22758" y="0"/></a:lnTo><a:lnTo><a:pt x="21831" y="0"/></a:lnTo><a:lnTo><a:pt x="21590" y="88"/></a:lnTo><a:lnTo><a:pt x="21412" y="165"/></a:lnTo><a:lnTo><a:pt x="21170" y="254"/></a:lnTo><a:lnTo><a:pt x="20828" y="508"/></a:lnTo><a:lnTo><a:pt x="20497" y="838"/></a:lnTo><a:lnTo><a:pt x="20320" y="1181"/></a:lnTo><a:lnTo><a:pt x="20154" y="1600"/></a:lnTo><a:lnTo><a:pt x="20078" y="1676"/></a:lnTo><a:lnTo><a:pt x="20078" y="2768"/></a:lnTo><a:lnTo><a:pt x="24523" y="2768"/></a:lnTo><a:lnTo><a:pt x="24612" y="2514"/></a:lnTo><a:lnTo><a:pt x="24612" y="2349"/></a:lnTo><a:lnTo><a:pt x="24612" y="2095"/></a:lnTo><a:close/></a:path></a:pathLst></a:custGeom><a:solidFill><a:srgbClr val="000000"/></a:solidFill></p:spPr><p:txBody><a:bodyPr wrap="square" lIns="0" tIns="0" rIns="0" bIns="0" rtlCol="0"/><a:lstStyle/><a:p/></p:txBody></p:sp><p:sp><p:nvSpPr><p:cNvPr id="477" name="object 477"/><p:cNvSpPr/><p:nvPr/></p:nvSpPr><p:spPr><a:xfrm><a:off x="16968001" y="12545368"/><a:ext cx="24130" cy="10795"/></a:xfrm><a:custGeom><a:avLst/><a:gdLst/><a:ahLst/><a:cxnLst/><a:rect l="l" t="t" r="r" b="b"/><a:pathLst><a:path w="24130" h="10795"><a:moveTo><a:pt x="4445" y="8648"/></a:moveTo><a:lnTo><a:pt x="0" y="8648"/></a:lnTo><a:lnTo><a:pt x="76" y="8813"/></a:lnTo><a:lnTo><a:pt x="165" y="9067"/></a:lnTo><a:lnTo><a:pt x="419" y="9410"/></a:lnTo><a:lnTo><a:pt x="495" y="9575"/></a:lnTo><a:lnTo><a:pt x="673" y="9740"/></a:lnTo><a:lnTo><a:pt x="1003" y="9994"/></a:lnTo><a:lnTo><a:pt x="1333" y="10248"/></a:lnTo><a:lnTo><a:pt x="1511" y="10248"/></a:lnTo><a:lnTo><a:pt x="1752" y="10325"/></a:lnTo><a:lnTo><a:pt x="1930" y="10325"/></a:lnTo><a:lnTo><a:pt x="2184" y="10414"/></a:lnTo><a:lnTo><a:pt x="2603" y="10325"/></a:lnTo><a:lnTo><a:pt x="3022" y="10248"/></a:lnTo><a:lnTo><a:pt x="3352" y="10083"/></a:lnTo><a:lnTo><a:pt x="3695" y="9829"/></a:lnTo><a:lnTo><a:pt x="4025" y="9575"/></a:lnTo><a:lnTo><a:pt x="4114" y="9410"/></a:lnTo><a:lnTo><a:pt x="4279" y="9156"/></a:lnTo><a:lnTo><a:pt x="4356" y="8813"/></a:lnTo><a:lnTo><a:pt x="4445" y="8648"/></a:lnTo><a:close/></a:path><a:path w="24130" h="10795"><a:moveTo><a:pt x="4533" y="8394"/></a:moveTo><a:lnTo><a:pt x="0" y="8394"/></a:lnTo><a:lnTo><a:pt x="4445" y="8648"/></a:lnTo><a:lnTo><a:pt x="4533" y="8394"/></a:lnTo><a:close/></a:path><a:path w="24130" h="10795"><a:moveTo><a:pt x="24091" y="1930"/></a:moveTo><a:lnTo><a:pt x="24015" y="1676"/></a:lnTo><a:lnTo><a:pt x="24015" y="1511"/></a:lnTo><a:lnTo><a:pt x="23837" y="1257"/></a:lnTo><a:lnTo><a:pt x="23837" y="1092"/></a:lnTo><a:lnTo><a:pt x="23672" y="927"/></a:lnTo><a:lnTo><a:pt x="23507" y="762"/></a:lnTo><a:lnTo><a:pt x="22580" y="165"/></a:lnTo><a:lnTo><a:pt x="22415" y="88"/></a:lnTo><a:lnTo><a:pt x="22085" y="0"/></a:lnTo><a:lnTo><a:pt x="21488" y="0"/></a:lnTo><a:lnTo><a:pt x="21323" y="88"/></a:lnTo><a:lnTo><a:pt x="21069" y="165"/></a:lnTo><a:lnTo><a:pt x="20904" y="254"/></a:lnTo><a:lnTo><a:pt x="20650" y="342"/></a:lnTo><a:lnTo><a:pt x="20485" y="508"/></a:lnTo><a:lnTo><a:pt x="20320" y="584"/></a:lnTo><a:lnTo><a:pt x="20154" y="762"/></a:lnTo><a:lnTo><a:pt x="20066" y="927"/></a:lnTo><a:lnTo><a:pt x="19900" y="1092"/></a:lnTo><a:lnTo><a:pt x="19812" y="1257"/></a:lnTo><a:lnTo><a:pt x="19735" y="1511"/></a:lnTo><a:lnTo><a:pt x="19646" y="1676"/></a:lnTo><a:lnTo><a:pt x="19558" y="1930"/></a:lnTo><a:lnTo><a:pt x="19558" y="2184"/></a:lnTo><a:lnTo><a:pt x="19558" y="2349"/></a:lnTo><a:lnTo><a:pt x="19558" y="2603"/></a:lnTo><a:lnTo><a:pt x="19646" y="2768"/></a:lnTo><a:lnTo><a:pt x="19735" y="3022"/></a:lnTo><a:lnTo><a:pt x="19735" y="3187"/></a:lnTo><a:lnTo><a:pt x="19900" y="3441"/></a:lnTo><a:lnTo><a:pt x="23761" y="3530"/></a:lnTo><a:lnTo><a:pt x="23926" y="3187"/></a:lnTo><a:lnTo><a:pt x="24015" y="3022"/></a:lnTo><a:lnTo><a:pt x="24091" y="2768"/></a:lnTo><a:lnTo><a:pt x="24091" y="2603"/></a:lnTo><a:lnTo><a:pt x="24091" y="2349"/></a:lnTo><a:lnTo><a:pt x="24091" y="2184"/></a:lnTo><a:lnTo><a:pt x="24091" y="1930"/></a:lnTo><a:close/></a:path></a:pathLst></a:custGeom><a:solidFill><a:srgbClr val="000000"/></a:solidFill></p:spPr><p:txBody><a:bodyPr wrap="square" lIns="0" tIns="0" rIns="0" bIns="0" rtlCol="0"/><a:lstStyle/><a:p/></p:txBody></p:sp><p:sp><p:nvSpPr><p:cNvPr id="478" name="object 478"/><p:cNvSpPr/><p:nvPr/></p:nvSpPr><p:spPr><a:xfrm><a:off x="16987901" y="12537901"/><a:ext cx="23495" cy="12065"/></a:xfrm><a:custGeom><a:avLst/><a:gdLst/><a:ahLst/><a:cxnLst/><a:rect l="l" t="t" r="r" b="b"/><a:pathLst><a:path w="23494" h="12065"><a:moveTo><a:pt x="3860" y="10998"/></a:moveTo><a:lnTo><a:pt x="76" y="10998"/></a:lnTo><a:lnTo><a:pt x="165" y="11252"/></a:lnTo><a:lnTo><a:pt x="330" y="11328"/></a:lnTo><a:lnTo><a:pt x="495" y="11506"/></a:lnTo><a:lnTo><a:pt x="673" y="11582"/></a:lnTo><a:lnTo><a:pt x="838" y="11747"/></a:lnTo><a:lnTo><a:pt x="1003" y="11836"/></a:lnTo><a:lnTo><a:pt x="1257" y="11925"/></a:lnTo><a:lnTo><a:pt x="1422" y="11925"/></a:lnTo><a:lnTo><a:pt x="1676" y="12001"/></a:lnTo><a:lnTo><a:pt x="2184" y="12001"/></a:lnTo><a:lnTo><a:pt x="2514" y="11925"/></a:lnTo><a:lnTo><a:pt x="3517" y="11328"/></a:lnTo><a:lnTo><a:pt x="3695" y="11252"/></a:lnTo><a:lnTo><a:pt x="3860" y="10998"/></a:lnTo><a:close/></a:path><a:path w="23494" h="12065"><a:moveTo><a:pt x="3937" y="10909"/></a:moveTo><a:lnTo><a:pt x="0" y="10909"/></a:lnTo><a:lnTo><a:pt x="3860" y="10998"/></a:lnTo><a:close/></a:path><a:path w="23494" h="12065"><a:moveTo><a:pt x="23253" y="1765"/></a:moveTo><a:lnTo><a:pt x="23088" y="1511"/></a:lnTo><a:lnTo><a:pt x="22923" y="1092"/></a:lnTo><a:lnTo><a:pt x="22669" y="749"/></a:lnTo><a:lnTo><a:pt x="22339" y="419"/></a:lnTo><a:lnTo><a:pt x="21920" y="254"/></a:lnTo><a:lnTo><a:pt x="21488" y="76"/></a:lnTo><a:lnTo><a:pt x="20993" y="0"/></a:lnTo><a:lnTo><a:pt x="20650" y="76"/></a:lnTo><a:lnTo><a:pt x="20485" y="76"/></a:lnTo><a:lnTo><a:pt x="20231" y="165"/></a:lnTo><a:lnTo><a:pt x="20066" y="254"/></a:lnTo><a:lnTo><a:pt x="19812" y="419"/></a:lnTo><a:lnTo><a:pt x="19481" y="673"/></a:lnTo><a:lnTo><a:pt x="19138" y="1003"/></a:lnTo><a:lnTo><a:pt x="18884" y="1422"/></a:lnTo><a:lnTo><a:pt x="18808" y="1765"/></a:lnTo><a:lnTo><a:pt x="18719" y="1930"/></a:lnTo><a:lnTo><a:pt x="18719" y="2184"/></a:lnTo><a:lnTo><a:pt x="18719" y="2349"/></a:lnTo><a:lnTo><a:pt x="18719" y="2603"/></a:lnTo><a:lnTo><a:pt x="18808" y="2768"/></a:lnTo><a:lnTo><a:pt x="18884" y="3022"/></a:lnTo><a:lnTo><a:pt x="18884" y="3187"/></a:lnTo><a:lnTo><a:pt x="19062" y="3441"/></a:lnTo><a:lnTo><a:pt x="19138" y="3606"/></a:lnTo><a:lnTo><a:pt x="19227" y="3771"/></a:lnTo><a:lnTo><a:pt x="19392" y="3937"/></a:lnTo><a:lnTo><a:pt x="19558" y="4025"/></a:lnTo><a:lnTo><a:pt x="19735" y="4191"/></a:lnTo><a:lnTo><a:pt x="22250" y="4191"/></a:lnTo><a:lnTo><a:pt x="22415" y="4025"/></a:lnTo><a:lnTo><a:pt x="22580" y="3937"/></a:lnTo><a:lnTo><a:pt x="22758" y="3771"/></a:lnTo><a:lnTo><a:pt x="22834" y="3606"/></a:lnTo><a:lnTo><a:pt x="22999" y="3441"/></a:lnTo><a:lnTo><a:pt x="23088" y="3187"/></a:lnTo><a:lnTo><a:pt x="23177" y="3022"/></a:lnTo><a:lnTo><a:pt x="23177" y="2768"/></a:lnTo><a:lnTo><a:pt x="23253" y="2603"/></a:lnTo><a:lnTo><a:pt x="23253" y="2349"/></a:lnTo><a:lnTo><a:pt x="23253" y="2184"/></a:lnTo><a:lnTo><a:pt x="23253" y="1930"/></a:lnTo><a:lnTo><a:pt x="23253" y="1765"/></a:lnTo><a:close/></a:path></a:pathLst></a:custGeom><a:solidFill><a:srgbClr val="000000"/></a:solidFill></p:spPr><p:txBody><a:bodyPr wrap="square" lIns="0" tIns="0" rIns="0" bIns="0" rtlCol="0"/><a:lstStyle/><a:p/></p:txBody></p:sp><p:sp><p:nvSpPr><p:cNvPr id="479" name="object 479"/><p:cNvSpPr/><p:nvPr/></p:nvSpPr><p:spPr><a:xfrm><a:off x="17007459" y="12528909"/><a:ext cx="22225" cy="13970"/></a:xfrm><a:custGeom><a:avLst/><a:gdLst/><a:ahLst/><a:cxnLst/><a:rect l="l" t="t" r="r" b="b"/><a:pathLst><a:path w="22225" h="13970"><a:moveTo><a:pt x="2692" y="13182"/></a:moveTo><a:lnTo><a:pt x="177" y="13182"/></a:lnTo><a:lnTo><a:pt x="342" y="13271"/></a:lnTo><a:lnTo><a:pt x="508" y="13360"/></a:lnTo><a:lnTo><a:pt x="762" y="13436"/></a:lnTo><a:lnTo><a:pt x="927" y="13525"/></a:lnTo><a:lnTo><a:pt x="1181" y="13525"/></a:lnTo><a:lnTo><a:pt x="1346" y="13601"/></a:lnTo><a:lnTo><a:pt x="1765" y="13525"/></a:lnTo><a:lnTo><a:pt x="1930" y="13525"/></a:lnTo><a:lnTo><a:pt x="2184" y="13436"/></a:lnTo><a:lnTo><a:pt x="2362" y="13360"/></a:lnTo><a:lnTo><a:pt x="2527" y="13271"/></a:lnTo><a:lnTo><a:pt x="2692" y="13182"/></a:lnTo><a:close/></a:path><a:path w="22225" h="13970"><a:moveTo><a:pt x="2857" y="13017"/></a:moveTo><a:lnTo><a:pt x="0" y="13017"/></a:lnTo><a:lnTo><a:pt x="2692" y="13182"/></a:lnTo><a:lnTo><a:pt x="2857" y="13017"/></a:lnTo><a:close/></a:path><a:path w="22225" h="13970"><a:moveTo><a:pt x="22085" y="2019"/></a:moveTo><a:lnTo><a:pt x="22009" y="1765"/></a:lnTo><a:lnTo><a:pt x="22009" y="1600"/></a:lnTo><a:lnTo><a:pt x="21920" y="1346"/></a:lnTo><a:lnTo><a:pt x="21666" y="1016"/></a:lnTo><a:lnTo><a:pt x="21590" y="838"/></a:lnTo><a:lnTo><a:pt x="21412" y="673"/></a:lnTo><a:lnTo><a:pt x="21082" y="419"/></a:lnTo><a:lnTo><a:pt x="20916" y="342"/></a:lnTo><a:lnTo><a:pt x="20662" y="254"/></a:lnTo><a:lnTo><a:pt x="20243" y="88"/></a:lnTo><a:lnTo><a:pt x="19735" y="0"/></a:lnTo><a:lnTo><a:pt x="19570" y="88"/></a:lnTo><a:lnTo><a:pt x="19316" y="88"/></a:lnTo><a:lnTo><a:pt x="19151" y="165"/></a:lnTo><a:lnTo><a:pt x="18897" y="254"/></a:lnTo><a:lnTo><a:pt x="18732" y="342"/></a:lnTo><a:lnTo><a:pt x="18567" y="419"/></a:lnTo><a:lnTo><a:pt x="18389" y="596"/></a:lnTo><a:lnTo><a:pt x="18224" y="673"/></a:lnTo><a:lnTo><a:pt x="18059" y="838"/></a:lnTo><a:lnTo><a:pt x="17970" y="1016"/></a:lnTo><a:lnTo><a:pt x="17805" y="1257"/></a:lnTo><a:lnTo><a:pt x="17640" y="1600"/></a:lnTo><a:lnTo><a:pt x="17640" y="1765"/></a:lnTo><a:lnTo><a:pt x="17551" y="2019"/></a:lnTo><a:lnTo><a:pt x="17551" y="2184"/></a:lnTo><a:lnTo><a:pt x="17551" y="2438"/></a:lnTo><a:lnTo><a:pt x="17551" y="2603"/></a:lnTo><a:lnTo><a:pt x="17640" y="2857"/></a:lnTo><a:lnTo><a:pt x="17640" y="3022"/></a:lnTo><a:lnTo><a:pt x="17729" y="3276"/></a:lnTo><a:lnTo><a:pt x="17970" y="3619"/></a:lnTo><a:lnTo><a:pt x="18059" y="3784"/></a:lnTo><a:lnTo><a:pt x="18224" y="3949"/></a:lnTo><a:lnTo><a:pt x="18567" y="4203"/></a:lnTo><a:lnTo><a:pt x="18732" y="4279"/></a:lnTo><a:lnTo><a:pt x="18986" y="4368"/></a:lnTo><a:lnTo><a:pt x="20574" y="4457"/></a:lnTo><a:lnTo><a:pt x="20751" y="4368"/></a:lnTo><a:lnTo><a:pt x="20916" y="4279"/></a:lnTo><a:lnTo><a:pt x="21082" y="4203"/></a:lnTo><a:lnTo><a:pt x="21247" y="4038"/></a:lnTo><a:lnTo><a:pt x="21412" y="3949"/></a:lnTo><a:lnTo><a:pt x="21590" y="3784"/></a:lnTo><a:lnTo><a:pt x="21666" y="3619"/></a:lnTo><a:lnTo><a:pt x="21844" y="3365"/></a:lnTo><a:lnTo><a:pt x="22009" y="3022"/></a:lnTo><a:lnTo><a:pt x="22009" y="2857"/></a:lnTo><a:lnTo><a:pt x="22085" y="2603"/></a:lnTo><a:lnTo><a:pt x="22085" y="2438"/></a:lnTo><a:lnTo><a:pt x="22085" y="2184"/></a:lnTo><a:lnTo><a:pt x="22085" y="2019"/></a:lnTo><a:close/></a:path></a:pathLst></a:custGeom><a:solidFill><a:srgbClr val="000000"/></a:solidFill></p:spPr><p:txBody><a:bodyPr wrap="square" lIns="0" tIns="0" rIns="0" bIns="0" rtlCol="0"/><a:lstStyle/><a:p/></p:txBody></p:sp><p:sp><p:nvSpPr><p:cNvPr id="480" name="object 480"/><p:cNvSpPr/><p:nvPr/></p:nvSpPr><p:spPr><a:xfrm><a:off x="17026446" y="12506583"/><a:ext cx="35560" cy="27305"/></a:xfrm><a:custGeom><a:avLst/><a:gdLst/><a:ahLst/><a:cxnLst/><a:rect l="l" t="t" r="r" b="b"/><a:pathLst><a:path w="35559" h="27304"><a:moveTo><a:pt x="1587" y="26784"/></a:moveTo><a:lnTo><a:pt x="76" y="26784"/></a:lnTo><a:lnTo><a:pt x="419" y="26860"/></a:lnTo><a:lnTo><a:pt x="914" y="26949"/></a:lnTo><a:lnTo><a:pt x="1092" y="26860"/></a:lnTo><a:lnTo><a:pt x="1346" y="26860"/></a:lnTo><a:lnTo><a:pt x="1587" y="26784"/></a:lnTo><a:close/></a:path><a:path w="35559" h="27304"><a:moveTo><a:pt x="1765" y="26695"/></a:moveTo><a:lnTo><a:pt x="0" y="26695"/></a:lnTo><a:lnTo><a:pt x="1587" y="26784"/></a:lnTo><a:lnTo><a:pt x="1765" y="26695"/></a:lnTo><a:close/></a:path><a:path w="35559" h="27304"><a:moveTo><a:pt x="20650" y="13677"/></a:moveTo><a:lnTo><a:pt x="20574" y="13423"/></a:lnTo><a:lnTo><a:pt x="20485" y="13258"/></a:lnTo><a:lnTo><a:pt x="20396" y="13004"/></a:lnTo><a:lnTo><a:pt x="20154" y="12674"/></a:lnTo><a:lnTo><a:pt x="19812" y="12420"/></a:lnTo><a:lnTo><a:pt x="19481" y="12166"/></a:lnTo><a:lnTo><a:pt x="19062" y="12001"/></a:lnTo><a:lnTo><a:pt x="18643" y="11912"/></a:lnTo><a:lnTo><a:pt x="18135" y="11912"/></a:lnTo><a:lnTo><a:pt x="17881" y="12001"/></a:lnTo><a:lnTo><a:pt x="17716" y="12001"/></a:lnTo><a:lnTo><a:pt x="17462" y="12090"/></a:lnTo><a:lnTo><a:pt x="17132" y="12331"/></a:lnTo><a:lnTo><a:pt x="16954" y="12420"/></a:lnTo><a:lnTo><a:pt x="16789" y="12585"/></a:lnTo><a:lnTo><a:pt x="16535" y="12928"/></a:lnTo><a:lnTo><a:pt x="16281" y="13258"/></a:lnTo><a:lnTo><a:pt x="16281" y="13423"/></a:lnTo><a:lnTo><a:pt x="16205" y="13677"/></a:lnTo><a:lnTo><a:pt x="16205" y="13843"/></a:lnTo><a:lnTo><a:pt x="16116" y="14097"/></a:lnTo><a:lnTo><a:pt x="16116" y="14274"/></a:lnTo><a:lnTo><a:pt x="16205" y="14516"/></a:lnTo><a:lnTo><a:pt x="16205" y="14693"/></a:lnTo><a:lnTo><a:pt x="16281" y="14935"/></a:lnTo><a:lnTo><a:pt x="16459" y="15278"/></a:lnTo><a:lnTo><a:pt x="16535" y="15443"/></a:lnTo><a:lnTo><a:pt x="16713" y="15697"/></a:lnTo><a:lnTo><a:pt x="17043" y="15951"/></a:lnTo><a:lnTo><a:pt x="17373" y="16205"/></a:lnTo><a:lnTo><a:pt x="17805" y="16370"/></a:lnTo><a:lnTo><a:pt x="18224" y="16446"/></a:lnTo><a:lnTo><a:pt x="18719" y="16446"/></a:lnTo><a:lnTo><a:pt x="18973" y="16370"/></a:lnTo><a:lnTo><a:pt x="19392" y="16205"/></a:lnTo><a:lnTo><a:pt x="19735" y="16027"/></a:lnTo><a:lnTo><a:pt x="20066" y="15786"/></a:lnTo><a:lnTo><a:pt x="20320" y="15443"/></a:lnTo><a:lnTo><a:pt x="20396" y="15278"/></a:lnTo><a:lnTo><a:pt x="20485" y="15024"/></a:lnTo><a:lnTo><a:pt x="20650" y="14693"/></a:lnTo><a:lnTo><a:pt x="20650" y="14516"/></a:lnTo><a:lnTo><a:pt x="20650" y="14274"/></a:lnTo><a:lnTo><a:pt x="20650" y="14097"/></a:lnTo><a:lnTo><a:pt x="20650" y="13843"/></a:lnTo><a:lnTo><a:pt x="20650" y="13677"/></a:lnTo><a:close/></a:path><a:path w="35559" h="27304"><a:moveTo><a:pt x="35433" y="76"/></a:moveTo><a:lnTo><a:pt x="35013" y="0"/></a:lnTo><a:lnTo><a:pt x="34759" y="76"/></a:lnTo><a:lnTo><a:pt x="35433" y="76"/></a:lnTo><a:close/></a:path></a:pathLst></a:custGeom><a:solidFill><a:srgbClr val="000000"/></a:solidFill></p:spPr><p:txBody><a:bodyPr wrap="square" lIns="0" tIns="0" rIns="0" bIns="0" rtlCol="0"/><a:lstStyle/><a:p/></p:txBody></p:sp><p:sp><p:nvSpPr><p:cNvPr id="481" name="object 481"/><p:cNvSpPr/><p:nvPr/></p:nvSpPr><p:spPr><a:xfrm><a:off x="17059275" y="12493387"/><a:ext cx="19050" cy="17780"/></a:xfrm><a:custGeom><a:avLst/><a:gdLst/><a:ahLst/><a:cxnLst/><a:rect l="l" t="t" r="r" b="b"/><a:pathLst><a:path w="19050" h="17779"><a:moveTo><a:pt x="4533" y="15201"/></a:moveTo><a:lnTo><a:pt x="4457" y="14871"/></a:lnTo><a:lnTo><a:pt x="4279" y="14528"/></a:lnTo><a:lnTo><a:pt x="4025" y="14109"/></a:lnTo><a:lnTo><a:pt x="3784" y="13855"/></a:lnTo><a:lnTo><a:pt x="3441" y="13525"/></a:lnTo><a:lnTo><a:pt x="3111" y="13360"/></a:lnTo><a:lnTo><a:pt x="2692" y="13271"/></a:lnTo><a:lnTo><a:pt x="2184" y="13195"/></a:lnTo><a:lnTo><a:pt x="1930" y="13271"/></a:lnTo><a:lnTo><a:pt x="1765" y="13271"/></a:lnTo><a:lnTo><a:pt x="1422" y="13360"/></a:lnTo><a:lnTo><a:pt x="1092" y="13525"/></a:lnTo><a:lnTo><a:pt x="762" y="13779"/></a:lnTo><a:lnTo><a:pt x="419" y="14109"/></a:lnTo><a:lnTo><a:pt x="254" y="14452"/></a:lnTo><a:lnTo><a:pt x="88" y="14782"/></a:lnTo><a:lnTo><a:pt x="0" y="15201"/></a:lnTo><a:lnTo><a:pt x="0" y="15621"/></a:lnTo><a:lnTo><a:pt x="88" y="16040"/></a:lnTo><a:lnTo><a:pt x="165" y="16459"/></a:lnTo><a:lnTo><a:pt x="419" y="16802"/></a:lnTo><a:lnTo><a:pt x="673" y="17132"/></a:lnTo><a:lnTo><a:pt x="1003" y="17386"/></a:lnTo><a:lnTo><a:pt x="1422" y="17551"/></a:lnTo><a:lnTo><a:pt x="1765" y="17729"/></a:lnTo><a:lnTo><a:pt x="2603" y="17729"/></a:lnTo><a:lnTo><a:pt x="3022" y="17640"/></a:lnTo><a:lnTo><a:pt x="3365" y="17475"/></a:lnTo><a:lnTo><a:pt x="3695" y="17221"/></a:lnTo><a:lnTo><a:pt x="4025" y="16878"/></a:lnTo><a:lnTo><a:pt x="4279" y="16548"/></a:lnTo><a:lnTo><a:pt x="4457" y="16129"/></a:lnTo><a:lnTo><a:pt x="4533" y="15709"/></a:lnTo><a:lnTo><a:pt x="4533" y="15290"/></a:lnTo><a:close/></a:path><a:path w="19050" h="17779"><a:moveTo><a:pt x="18808" y="177"/></a:moveTo><a:lnTo><a:pt x="18478" y="88"/></a:lnTo><a:lnTo><a:pt x="18059" y="0"/></a:lnTo><a:lnTo><a:pt x="17640" y="0"/></a:lnTo><a:lnTo><a:pt x="17221" y="88"/></a:lnTo><a:lnTo><a:pt x="16878" y="177"/></a:lnTo><a:lnTo><a:pt x="18808" y="177"/></a:lnTo><a:close/></a:path></a:pathLst></a:custGeom><a:solidFill><a:srgbClr val="000000"/></a:solidFill></p:spPr><p:txBody><a:bodyPr wrap="square" lIns="0" tIns="0" rIns="0" bIns="0" rtlCol="0"/><a:lstStyle/><a:p/></p:txBody></p:sp><p:sp><p:nvSpPr><p:cNvPr id="482" name="object 482"/><p:cNvSpPr/><p:nvPr/></p:nvSpPr><p:spPr><a:xfrm><a:off x="17074808" y="12478871"/><a:ext cx="18415" cy="19685"/></a:xfrm><a:custGeom><a:avLst/><a:gdLst/><a:ahLst/><a:cxnLst/><a:rect l="l" t="t" r="r" b="b"/><a:pathLst><a:path w="18415" h="19684"><a:moveTo><a:pt x="3276" y="14693"/></a:moveTo><a:lnTo><a:pt x="2946" y="14605"/></a:lnTo><a:lnTo><a:pt x="1689" y="14605"/></a:lnTo><a:lnTo><a:pt x="3276" y="14693"/></a:lnTo><a:close/></a:path><a:path w="18415" h="19684"><a:moveTo><a:pt x="4622" y="16789"/></a:moveTo><a:lnTo><a:pt x="4533" y="16370"/></a:lnTo><a:lnTo><a:pt x="4457" y="15951"/></a:lnTo><a:lnTo><a:pt x="4292" y="15608"/></a:lnTo><a:lnTo><a:pt x="4038" y="15278"/></a:lnTo><a:lnTo><a:pt x="3695" y="14947"/></a:lnTo><a:lnTo><a:pt x="3365" y="14770"/></a:lnTo><a:lnTo><a:pt x="1346" y="14693"/></a:lnTo><a:lnTo><a:pt x="927" y="14947"/></a:lnTo><a:lnTo><a:pt x="673" y="15189"/></a:lnTo><a:lnTo><a:pt x="419" y="15532"/></a:lnTo><a:lnTo><a:pt x="177" y="15951"/></a:lnTo><a:lnTo><a:pt x="88" y="16370"/></a:lnTo><a:lnTo><a:pt x="0" y="16789"/></a:lnTo><a:lnTo><a:pt x="88" y="17208"/></a:lnTo><a:lnTo><a:pt x="177" y="17538"/></a:lnTo><a:lnTo><a:pt x="342" y="17970"/></a:lnTo><a:lnTo><a:pt x="596" y="18300"/></a:lnTo><a:lnTo><a:pt x="927" y="18554"/></a:lnTo><a:lnTo><a:pt x="1270" y="18808"/></a:lnTo><a:lnTo><a:pt x="1689" y="18973"/></a:lnTo><a:lnTo><a:pt x="2108" y="19062"/></a:lnTo><a:lnTo><a:pt x="2527" y="19062"/></a:lnTo><a:lnTo><a:pt x="2946" y="18973"/></a:lnTo><a:lnTo><a:pt x="3276" y="18808"/></a:lnTo><a:lnTo><a:pt x="3695" y="18554"/></a:lnTo><a:lnTo><a:pt x="3949" y="18300"/></a:lnTo><a:lnTo><a:pt x="4203" y="17970"/></a:lnTo><a:lnTo><a:pt x="4457" y="17627"/></a:lnTo><a:lnTo><a:pt x="4533" y="17208"/></a:lnTo><a:lnTo><a:pt x="4622" y="16789"/></a:lnTo><a:close/></a:path><a:path w="18415" h="19684"><a:moveTo><a:pt x="18313" y="584"/></a:moveTo><a:lnTo><a:pt x="17970" y="330"/></a:lnTo><a:lnTo><a:pt x="17640" y="165"/></a:lnTo><a:lnTo><a:pt x="17221" y="76"/></a:lnTo><a:lnTo><a:pt x="16802" y="0"/></a:lnTo><a:lnTo><a:pt x="16383" y="76"/></a:lnTo><a:lnTo><a:pt x="15963" y="165"/></a:lnTo><a:lnTo><a:pt x="15621" y="330"/></a:lnTo><a:lnTo><a:pt x="15290" y="584"/></a:lnTo><a:lnTo><a:pt x="18313" y="584"/></a:lnTo><a:close/></a:path></a:pathLst></a:custGeom><a:solidFill><a:srgbClr val="000000"/></a:solidFill></p:spPr><p:txBody><a:bodyPr wrap="square" lIns="0" tIns="0" rIns="0" bIns="0" rtlCol="0"/><a:lstStyle/><a:p/></p:txBody></p:sp><p:sp><p:nvSpPr><p:cNvPr id="483" name="object 483"/><p:cNvSpPr/><p:nvPr/></p:nvSpPr><p:spPr><a:xfrm><a:off x="17089336" y="12463326"/><a:ext cx="17780" cy="20320"/></a:xfrm><a:custGeom><a:avLst/><a:gdLst/><a:ahLst/><a:cxnLst/><a:rect l="l" t="t" r="r" b="b"/><a:pathLst><a:path w="17780" h="20320"><a:moveTo><a:pt x="3784" y="16129"/></a:moveTo><a:lnTo><a:pt x="3441" y="15875"/></a:lnTo><a:lnTo><a:pt x="1092" y="15875"/></a:lnTo><a:lnTo><a:pt x="3784" y="16129"/></a:lnTo><a:close/></a:path><a:path w="17780" h="20320"><a:moveTo><a:pt x="4533" y="17640"/></a:moveTo><a:lnTo><a:pt x="4457" y="17221"/></a:lnTo><a:lnTo><a:pt x="4279" y="16802"/></a:lnTo><a:lnTo><a:pt x="4114" y="16459"/></a:lnTo><a:lnTo><a:pt x="3784" y="16129"/></a:lnTo><a:lnTo><a:pt x="762" y="16129"/></a:lnTo><a:lnTo><a:pt x="419" y="16459"/></a:lnTo><a:lnTo><a:pt x="254" y="16802"/></a:lnTo><a:lnTo><a:pt x="88" y="17221"/></a:lnTo><a:lnTo><a:pt x="0" y="17640"/></a:lnTo><a:lnTo><a:pt x="0" y="18059"/></a:lnTo><a:lnTo><a:pt x="88" y="18478"/></a:lnTo><a:lnTo><a:pt x="254" y="18808"/></a:lnTo><a:lnTo><a:pt x="419" y="19240"/></a:lnTo><a:lnTo><a:pt x="762" y="19481"/></a:lnTo><a:lnTo><a:pt x="1092" y="19735"/></a:lnTo><a:lnTo><a:pt x="1435" y="19989"/></a:lnTo><a:lnTo><a:pt x="1854" y="20078"/></a:lnTo><a:lnTo><a:pt x="2273" y="20154"/></a:lnTo><a:lnTo><a:pt x="2692" y="20078"/></a:lnTo><a:lnTo><a:pt x="3111" y="19989"/></a:lnTo><a:lnTo><a:pt x="3441" y="19824"/></a:lnTo><a:lnTo><a:pt x="3784" y="19570"/></a:lnTo><a:lnTo><a:pt x="4038" y="19240"/></a:lnTo><a:lnTo><a:pt x="4279" y="18897"/></a:lnTo><a:lnTo><a:pt x="4457" y="18478"/></a:lnTo><a:lnTo><a:pt x="4533" y="18059"/></a:lnTo><a:lnTo><a:pt x="4533" y="17640"/></a:lnTo><a:close/></a:path><a:path w="17780" h="20320"><a:moveTo><a:pt x="17475" y="1092"/></a:moveTo><a:lnTo><a:pt x="16205" y="88"/></a:lnTo><a:lnTo><a:pt x="16040" y="0"/></a:lnTo><a:lnTo><a:pt x="14947" y="0"/></a:lnTo><a:lnTo><a:pt x="14782" y="88"/></a:lnTo><a:lnTo><a:pt x="14452" y="177"/></a:lnTo><a:lnTo><a:pt x="14109" y="431"/></a:lnTo><a:lnTo><a:pt x="13779" y="762"/></a:lnTo><a:lnTo><a:pt x="13525" y="1092"/></a:lnTo><a:lnTo><a:pt x="17475" y="1092"/></a:lnTo><a:close/></a:path></a:pathLst></a:custGeom><a:solidFill><a:srgbClr val="000000"/></a:solidFill></p:spPr><p:txBody><a:bodyPr wrap="square" lIns="0" tIns="0" rIns="0" bIns="0" rtlCol="0"/><a:lstStyle/><a:p/></p:txBody></p:sp><p:sp><p:nvSpPr><p:cNvPr id="484" name="object 484"/><p:cNvSpPr/><p:nvPr/></p:nvSpPr><p:spPr><a:xfrm><a:off x="17102519" y="12446626"/><a:ext cx="16510" cy="21590"/></a:xfrm><a:custGeom><a:avLst/><a:gdLst/><a:ahLst/><a:cxnLst/><a:rect l="l" t="t" r="r" b="b"/><a:pathLst><a:path w="16509" h="21590"><a:moveTo><a:pt x="4292" y="17792"/></a:moveTo><a:lnTo><a:pt x="4114" y="17551"/></a:lnTo><a:lnTo><a:pt x="508" y="17551"/></a:lnTo><a:lnTo><a:pt x="4292" y="17792"/></a:lnTo><a:close/></a:path><a:path w="16509" h="21590"><a:moveTo><a:pt x="4533" y="18554"/></a:moveTo><a:lnTo><a:pt x="4457" y="18300"/></a:lnTo><a:lnTo><a:pt x="4457" y="18135"/></a:lnTo><a:lnTo><a:pt x="4292" y="17881"/></a:lnTo><a:lnTo><a:pt x="342" y="17792"/></a:lnTo><a:lnTo><a:pt x="177" y="18135"/></a:lnTo><a:lnTo><a:pt x="88" y="18300"/></a:lnTo><a:lnTo><a:pt x="88" y="18554"/></a:lnTo><a:lnTo><a:pt x="0" y="18808"/></a:lnTo><a:lnTo><a:pt x="0" y="18973"/></a:lnTo><a:lnTo><a:pt x="0" y="19227"/></a:lnTo><a:lnTo><a:pt x="88" y="19392"/></a:lnTo><a:lnTo><a:pt x="177" y="19646"/></a:lnTo><a:lnTo><a:pt x="177" y="19812"/></a:lnTo><a:lnTo><a:pt x="342" y="20066"/></a:lnTo><a:lnTo><a:pt x="596" y="20396"/></a:lnTo><a:lnTo><a:pt x="927" y="20739"/></a:lnTo><a:lnTo><a:pt x="1270" y="20993"/></a:lnTo><a:lnTo><a:pt x="1689" y="21158"/></a:lnTo><a:lnTo><a:pt x="2019" y="21158"/></a:lnTo><a:lnTo><a:pt x="2438" y="21234"/></a:lnTo><a:lnTo><a:pt x="2857" y="21158"/></a:lnTo><a:lnTo><a:pt x="3276" y="20993"/></a:lnTo><a:lnTo><a:pt x="3619" y="20739"/></a:lnTo><a:lnTo><a:pt x="3949" y="20485"/></a:lnTo><a:lnTo><a:pt x="4203" y="20154"/></a:lnTo><a:lnTo><a:pt x="4368" y="19812"/></a:lnTo><a:lnTo><a:pt x="4457" y="19646"/></a:lnTo><a:lnTo><a:pt x="4533" y="19392"/></a:lnTo><a:lnTo><a:pt x="4533" y="19227"/></a:lnTo><a:lnTo><a:pt x="4533" y="18973"/></a:lnTo><a:lnTo><a:pt x="4533" y="18808"/></a:lnTo><a:lnTo><a:pt x="4533" y="18554"/></a:lnTo><a:close/></a:path><a:path w="16509" h="21590"><a:moveTo><a:pt x="16383" y="1587"/></a:moveTo><a:lnTo><a:pt x="16217" y="1346"/></a:lnTo><a:lnTo><a:pt x="16040" y="914"/></a:lnTo><a:lnTo><a:pt x="15786" y="673"/></a:lnTo><a:lnTo><a:pt x="15455" y="419"/></a:lnTo><a:lnTo><a:pt x="15290" y="330"/></a:lnTo><a:lnTo><a:pt x="15036" y="165"/></a:lnTo><a:lnTo><a:pt x="14617" y="76"/></a:lnTo><a:lnTo><a:pt x="13855" y="0"/></a:lnTo><a:lnTo><a:pt x="13436" y="165"/></a:lnTo><a:lnTo><a:pt x="13017" y="330"/></a:lnTo><a:lnTo><a:pt x="12687" y="584"/></a:lnTo><a:lnTo><a:pt x="12433" y="838"/></a:lnTo><a:lnTo><a:pt x="12179" y="1257"/></a:lnTo><a:lnTo><a:pt x="12014" y="1587"/></a:lnTo><a:lnTo><a:pt x="16383" y="1676"/></a:lnTo><a:close/></a:path></a:pathLst></a:custGeom><a:solidFill><a:srgbClr val="000000"/></a:solidFill></p:spPr><p:txBody><a:bodyPr wrap="square" lIns="0" tIns="0" rIns="0" bIns="0" rtlCol="0"/><a:lstStyle/><a:p/></p:txBody></p:sp><p:sp><p:nvSpPr><p:cNvPr id="485" name="object 485"/><p:cNvSpPr/><p:nvPr/></p:nvSpPr><p:spPr><a:xfrm><a:off x="17114444" y="12429074"/><a:ext cx="15240" cy="22225"/></a:xfrm><a:custGeom><a:avLst/><a:gdLst/><a:ahLst/><a:cxnLst/><a:rect l="l" t="t" r="r" b="b"/><a:pathLst><a:path w="15240" h="22225"><a:moveTo><a:pt x="4457" y="19138"/></a:moveTo><a:lnTo><a:pt x="88" y="19138"/></a:lnTo><a:lnTo><a:pt x="4457" y="19227"/></a:lnTo><a:close/></a:path><a:path w="15240" h="22225"><a:moveTo><a:pt x="4533" y="19558"/></a:moveTo><a:lnTo><a:pt x="4457" y="19227"/></a:lnTo><a:lnTo><a:pt x="88" y="19227"/></a:lnTo><a:lnTo><a:pt x="0" y="19558"/></a:lnTo><a:lnTo><a:pt x="0" y="19977"/></a:lnTo><a:lnTo><a:pt x="88" y="20408"/></a:lnTo><a:lnTo><a:pt x="177" y="20828"/></a:lnTo><a:lnTo><a:pt x="419" y="21158"/></a:lnTo><a:lnTo><a:pt x="673" y="21488"/></a:lnTo><a:lnTo><a:pt x="1016" y="21742"/></a:lnTo><a:lnTo><a:pt x="1435" y="21920"/></a:lnTo><a:lnTo><a:pt x="1765" y="22085"/></a:lnTo><a:lnTo><a:pt x="1930" y="22085"/></a:lnTo><a:lnTo><a:pt x="2603" y="22085"/></a:lnTo><a:lnTo><a:pt x="3022" y="21996"/></a:lnTo><a:lnTo><a:pt x="3441" y="21831"/></a:lnTo><a:lnTo><a:pt x="3784" y="21577"/></a:lnTo><a:lnTo><a:pt x="4038" y="21247"/></a:lnTo><a:lnTo><a:pt x="4292" y="20904"/></a:lnTo><a:lnTo><a:pt x="4457" y="20485"/></a:lnTo><a:lnTo><a:pt x="4533" y="20066"/></a:lnTo><a:lnTo><a:pt x="4533" y="19646"/></a:lnTo><a:close/></a:path><a:path w="15240" h="22225"><a:moveTo><a:pt x="15036" y="2349"/></a:moveTo><a:lnTo><a:pt x="14947" y="2019"/></a:lnTo><a:lnTo><a:pt x="14871" y="1587"/></a:lnTo><a:lnTo><a:pt x="14693" y="1168"/></a:lnTo><a:lnTo><a:pt x="14452" y="838"/></a:lnTo><a:lnTo><a:pt x="14198" y="508"/></a:lnTo><a:lnTo><a:pt x="13779" y="254"/></a:lnTo><a:lnTo><a:pt x="13436" y="76"/></a:lnTo><a:lnTo><a:pt x="12941" y="0"/></a:lnTo><a:lnTo><a:pt x="12522" y="0"/></a:lnTo><a:lnTo><a:pt x="12090" y="76"/></a:lnTo><a:lnTo><a:pt x="11671" y="254"/></a:lnTo><a:lnTo><a:pt x="11341" y="508"/></a:lnTo><a:lnTo><a:pt x="10998" y="749"/></a:lnTo><a:lnTo><a:pt x="10756" y="1092"/></a:lnTo><a:lnTo><a:pt x="10579" y="1511"/></a:lnTo><a:lnTo><a:pt x="10502" y="1930"/></a:lnTo><a:lnTo><a:pt x="10502" y="2349"/></a:lnTo><a:lnTo><a:pt x="15036" y="2438"/></a:lnTo><a:close/></a:path></a:pathLst></a:custGeom><a:solidFill><a:srgbClr val="000000"/></a:solidFill></p:spPr><p:txBody><a:bodyPr wrap="square" lIns="0" tIns="0" rIns="0" bIns="0" rtlCol="0"/><a:lstStyle/><a:p/></p:txBody></p:sp><p:sp><p:nvSpPr><p:cNvPr id="486" name="object 486"/><p:cNvSpPr/><p:nvPr/></p:nvSpPr><p:spPr><a:xfrm><a:off x="17124947" y="12410685"/><a:ext cx="13970" cy="23495"/></a:xfrm><a:custGeom><a:avLst/><a:gdLst/><a:ahLst/><a:cxnLst/><a:rect l="l" t="t" r="r" b="b"/><a:pathLst><a:path w="13969" h="23495"><a:moveTo><a:pt x="4533" y="20828"/></a:moveTo><a:lnTo><a:pt x="0" y="20828"/></a:lnTo><a:lnTo><a:pt x="0" y="21158"/></a:lnTo><a:lnTo><a:pt x="76" y="21323"/></a:lnTo><a:lnTo><a:pt x="165" y="21577"/></a:lnTo><a:lnTo><a:pt x="254" y="21742"/></a:lnTo><a:lnTo><a:pt x="330" y="21920"/></a:lnTo><a:lnTo><a:pt x="495" y="22085"/></a:lnTo><a:lnTo><a:pt x="584" y="22250"/></a:lnTo><a:lnTo><a:pt x="749" y="22415"/></a:lnTo><a:lnTo><a:pt x="927" y="22504"/></a:lnTo><a:lnTo><a:pt x="1168" y="22669"/></a:lnTo><a:lnTo><a:pt x="1346" y="22758"/></a:lnTo><a:lnTo><a:pt x="1511" y="22834"/></a:lnTo><a:lnTo><a:pt x="1765" y="22834"/></a:lnTo><a:lnTo><a:pt x="1930" y="22923"/></a:lnTo><a:lnTo><a:pt x="2438" y="22923"/></a:lnTo><a:lnTo><a:pt x="2768" y="22834"/></a:lnTo><a:lnTo><a:pt x="2933" y="22834"/></a:lnTo><a:lnTo><a:pt x="3187" y="22758"/></a:lnTo><a:lnTo><a:pt x="3530" y="22504"/></a:lnTo><a:lnTo><a:pt x="3695" y="22415"/></a:lnTo><a:lnTo><a:pt x="3860" y="22250"/></a:lnTo><a:lnTo><a:pt x="3949" y="22085"/></a:lnTo><a:lnTo><a:pt x="4114" y="21920"/></a:lnTo><a:lnTo><a:pt x="4191" y="21742"/></a:lnTo><a:lnTo><a:pt x="4368" y="21577"/></a:lnTo><a:lnTo><a:pt x="4368" y="21323"/></a:lnTo><a:lnTo><a:pt x="4445" y="21158"/></a:lnTo><a:lnTo><a:pt x="4533" y="20828"/></a:lnTo><a:close/></a:path><a:path w="13969" h="23495"><a:moveTo><a:pt x="4533" y="20739"/></a:moveTo><a:lnTo><a:pt x="0" y="20739"/></a:lnTo><a:lnTo><a:pt x="4533" y="20828"/></a:lnTo><a:close/></a:path><a:path w="13969" h="23495"><a:moveTo><a:pt x="13512" y="2184"/></a:moveTo><a:lnTo><a:pt x="13436" y="1930"/></a:lnTo><a:lnTo><a:pt x="13436" y="1765"/></a:lnTo><a:lnTo><a:pt x="13347" y="1587"/></a:lnTo><a:lnTo><a:pt x="13271" y="1346"/></a:lnTo><a:lnTo><a:pt x="13182" y="1168"/></a:lnTo><a:lnTo><a:pt x="13093" y="1003"/></a:lnTo><a:lnTo><a:pt x="12928" y="838"/></a:lnTo><a:lnTo><a:pt x="12839" y="673"/></a:lnTo><a:lnTo><a:pt x="12674" y="508"/></a:lnTo><a:lnTo><a:pt x="12509" y="419"/></a:lnTo><a:lnTo><a:pt x="12344" y="254"/></a:lnTo><a:lnTo><a:pt x="12090" y="165"/></a:lnTo><a:lnTo><a:pt x="11925" y="76"/></a:lnTo><a:lnTo><a:pt x="11760" y="76"/></a:lnTo><a:lnTo><a:pt x="11506" y="0"/></a:lnTo><a:lnTo><a:pt x="10909" y="0"/></a:lnTo><a:lnTo><a:pt x="10744" y="76"/></a:lnTo><a:lnTo><a:pt x="10490" y="76"/></a:lnTo><a:lnTo><a:pt x="10325" y="165"/></a:lnTo><a:lnTo><a:pt x="10071" y="254"/></a:lnTo><a:lnTo><a:pt x="9994" y="419"/></a:lnTo><a:lnTo><a:pt x="9740" y="508"/></a:lnTo><a:lnTo><a:pt x="9652" y="673"/></a:lnTo><a:lnTo><a:pt x="9486" y="838"/></a:lnTo><a:lnTo><a:pt x="9321" y="1003"/></a:lnTo><a:lnTo><a:pt x="9232" y="1168"/></a:lnTo><a:lnTo><a:pt x="9156" y="1346"/></a:lnTo><a:lnTo><a:pt x="9067" y="1587"/></a:lnTo><a:lnTo><a:pt x="8978" y="1765"/></a:lnTo><a:lnTo><a:pt x="8978" y="2768"/></a:lnTo><a:lnTo><a:pt x="9067" y="3022"/></a:lnTo><a:lnTo><a:pt x="9156" y="3187"/></a:lnTo><a:lnTo><a:pt x="13271" y="3187"/></a:lnTo><a:lnTo><a:pt x="13347" y="3022"/></a:lnTo><a:lnTo><a:pt x="13436" y="2768"/></a:lnTo><a:lnTo><a:pt x="13436" y="2603"/></a:lnTo><a:lnTo><a:pt x="13512" y="2349"/></a:lnTo><a:lnTo><a:pt x="13512" y="2184"/></a:lnTo><a:close/></a:path></a:pathLst></a:custGeom><a:solidFill><a:srgbClr val="000000"/></a:solidFill></p:spPr><p:txBody><a:bodyPr wrap="square" lIns="0" tIns="0" rIns="0" bIns="0" rtlCol="0"/><a:lstStyle/><a:p/></p:txBody></p:sp><p:sp><p:nvSpPr><p:cNvPr id="487" name="object 487"/><p:cNvSpPr/><p:nvPr/></p:nvSpPr><p:spPr><a:xfrm><a:off x="17134015" y="12391622"/><a:ext cx="12065" cy="24130"/></a:xfrm><a:custGeom><a:avLst/><a:gdLst/><a:ahLst/><a:cxnLst/><a:rect l="l" t="t" r="r" b="b"/><a:pathLst><a:path w="12065" h="24129"><a:moveTo><a:pt x="4203" y="22250"/></a:moveTo><a:lnTo><a:pt x="88" y="22250"/></a:lnTo><a:lnTo><a:pt x="165" y="22415"/></a:lnTo><a:lnTo><a:pt x="254" y="22593"/></a:lnTo><a:lnTo><a:pt x="419" y="22758"/></a:lnTo><a:lnTo><a:pt x="584" y="22923"/></a:lnTo><a:lnTo><a:pt x="673" y="23088"/></a:lnTo><a:lnTo><a:pt x="838" y="23177"/></a:lnTo><a:lnTo><a:pt x="1092" y="23342"/></a:lnTo><a:lnTo><a:pt x="1257" y="23431"/></a:lnTo><a:lnTo><a:pt x="1422" y="23507"/></a:lnTo><a:lnTo><a:pt x="1676" y="23507"/></a:lnTo><a:lnTo><a:pt x="1930" y="23596"/></a:lnTo><a:lnTo><a:pt x="2438" y="23596"/></a:lnTo><a:lnTo><a:pt x="2603" y="23507"/></a:lnTo><a:lnTo><a:pt x="2857" y="23507"/></a:lnTo><a:lnTo><a:pt x="3022" y="23431"/></a:lnTo><a:lnTo><a:pt x="3276" y="23342"/></a:lnTo><a:lnTo><a:pt x="3441" y="23177"/></a:lnTo><a:lnTo><a:pt x="3606" y="23088"/></a:lnTo><a:lnTo><a:pt x="3771" y="22923"/></a:lnTo><a:lnTo><a:pt x="3949" y="22758"/></a:lnTo><a:lnTo><a:pt x="4025" y="22593"/></a:lnTo><a:lnTo><a:pt x="4114" y="22415"/></a:lnTo><a:lnTo><a:pt x="4203" y="22250"/></a:lnTo><a:close/></a:path><a:path w="12065" h="24129"><a:moveTo><a:pt x="4279" y="22085"/></a:moveTo><a:lnTo><a:pt x="0" y="22085"/></a:lnTo><a:lnTo><a:pt x="4203" y="22250"/></a:lnTo><a:lnTo><a:pt x="4279" y="22085"/></a:lnTo><a:close/></a:path><a:path w="12065" h="24129"><a:moveTo><a:pt x="11836" y="1765"/></a:moveTo><a:lnTo><a:pt x="11671" y="1346"/></a:lnTo><a:lnTo><a:pt x="11417" y="1003"/></a:lnTo><a:lnTo><a:pt x="11163" y="673"/></a:lnTo><a:lnTo><a:pt x="10833" y="419"/></a:lnTo><a:lnTo><a:pt x="10490" y="165"/></a:lnTo><a:lnTo><a:pt x="10325" y="88"/></a:lnTo><a:lnTo><a:pt x="10071" y="88"/></a:lnTo><a:lnTo><a:pt x="9906" y="0"/></a:lnTo><a:lnTo><a:pt x="9321" y="0"/></a:lnTo><a:lnTo><a:pt x="9067" y="88"/></a:lnTo><a:lnTo><a:pt x="8902" y="88"/></a:lnTo><a:lnTo><a:pt x="8648" y="165"/></a:lnTo><a:lnTo><a:pt x="8483" y="330"/></a:lnTo><a:lnTo><a:pt x="8318" y="419"/></a:lnTo><a:lnTo><a:pt x="8064" y="584"/></a:lnTo><a:lnTo><a:pt x="7810" y="927"/></a:lnTo><a:lnTo><a:pt x="7556" y="1257"/></a:lnTo><a:lnTo><a:pt x="7391" y="1676"/></a:lnTo><a:lnTo><a:pt x="7302" y="2095"/></a:lnTo><a:lnTo><a:pt x="7302" y="2603"/></a:lnTo><a:lnTo><a:pt x="7391" y="2933"/></a:lnTo><a:lnTo><a:pt x="7556" y="3352"/></a:lnTo><a:lnTo><a:pt x="7810" y="3695"/></a:lnTo><a:lnTo><a:pt x="11341" y="3784"/></a:lnTo><a:lnTo><a:pt x="11582" y="3441"/></a:lnTo><a:lnTo><a:pt x="11760" y="3022"/></a:lnTo><a:lnTo><a:pt x="11836" y="2603"/></a:lnTo><a:lnTo><a:pt x="11836" y="2184"/></a:lnTo><a:lnTo><a:pt x="11836" y="1765"/></a:lnTo><a:close/></a:path></a:pathLst></a:custGeom><a:solidFill><a:srgbClr val="000000"/></a:solidFill></p:spPr><p:txBody><a:bodyPr wrap="square" lIns="0" tIns="0" rIns="0" bIns="0" rtlCol="0"/><a:lstStyle/><a:p/></p:txBody></p:sp><p:sp><p:nvSpPr><p:cNvPr id="488" name="object 488"/><p:cNvSpPr/><p:nvPr/></p:nvSpPr><p:spPr><a:xfrm><a:off x="17141825" y="12371975"/><a:ext cx="10160" cy="24765"/></a:xfrm><a:custGeom><a:avLst/><a:gdLst/><a:ahLst/><a:cxnLst/><a:rect l="l" t="t" r="r" b="b"/><a:pathLst><a:path w="10159" h="24765"><a:moveTo><a:pt x="3530" y="23431"/></a:moveTo><a:lnTo><a:pt x="76" y="23431"/></a:lnTo><a:lnTo><a:pt x="330" y="23672"/></a:lnTo><a:lnTo><a:pt x="673" y="23926"/></a:lnTo><a:lnTo><a:pt x="838" y="23926"/></a:lnTo><a:lnTo><a:pt x="1003" y="24091"/></a:lnTo><a:lnTo><a:pt x="1257" y="24091"/></a:lnTo><a:lnTo><a:pt x="1511" y="24180"/></a:lnTo><a:lnTo><a:pt x="2019" y="24180"/></a:lnTo><a:lnTo><a:pt x="2349" y="24091"/></a:lnTo><a:lnTo><a:pt x="2514" y="24091"/></a:lnTo><a:lnTo><a:pt x="2768" y="23926"/></a:lnTo><a:lnTo><a:pt x="3187" y="23761"/></a:lnTo><a:lnTo><a:pt x="3530" y="23431"/></a:lnTo><a:close/></a:path><a:path w="10159" h="24765"><a:moveTo><a:pt x="3530" y="23342"/></a:moveTo><a:lnTo><a:pt x="0" y="23342"/></a:lnTo><a:lnTo><a:pt x="3530" y="23431"/></a:lnTo><a:close/></a:path><a:path w="10159" h="24765"><a:moveTo><a:pt x="9906" y="2184"/></a:moveTo><a:lnTo><a:pt x="9817" y="1841"/></a:lnTo><a:lnTo><a:pt x="9740" y="1422"/></a:lnTo><a:lnTo><a:pt x="9486" y="1092"/></a:lnTo><a:lnTo><a:pt x="9398" y="927"/></a:lnTo><a:lnTo><a:pt x="9232" y="749"/></a:lnTo><a:lnTo><a:pt x="8305" y="165"/></a:lnTo><a:lnTo><a:pt x="8140" y="76"/></a:lnTo><a:lnTo><a:pt x="7886" y="76"/></a:lnTo><a:lnTo><a:pt x="7721" y="0"/></a:lnTo><a:lnTo><a:pt x="7302" y="76"/></a:lnTo><a:lnTo><a:pt x="7137" y="76"/></a:lnTo><a:lnTo><a:pt x="6883" y="165"/></a:lnTo><a:lnTo><a:pt x="6718" y="254"/></a:lnTo><a:lnTo><a:pt x="6464" y="330"/></a:lnTo><a:lnTo><a:pt x="6299" y="419"/></a:lnTo><a:lnTo><a:pt x="6134" y="584"/></a:lnTo><a:lnTo><a:pt x="5956" y="749"/></a:lnTo><a:lnTo><a:pt x="5791" y="927"/></a:lnTo><a:lnTo><a:pt x="5702" y="1092"/></a:lnTo><a:lnTo><a:pt x="5537" y="1346"/></a:lnTo><a:lnTo><a:pt x="5372" y="1765"/></a:lnTo><a:lnTo><a:pt x="5372" y="2184"/></a:lnTo><a:lnTo><a:pt x="5372" y="2603"/></a:lnTo><a:lnTo><a:pt x="5461" y="3022"/></a:lnTo><a:lnTo><a:pt x="5626" y="3441"/></a:lnTo><a:lnTo><a:pt x="5880" y="3771"/></a:lnTo><a:lnTo><a:pt x="6210" y="4114"/></a:lnTo><a:lnTo><a:pt x="6553" y="4279"/></a:lnTo><a:lnTo><a:pt x="8559" y="4368"/></a:lnTo><a:lnTo><a:pt x="8737" y="4279"/></a:lnTo><a:lnTo><a:pt x="8978" y="4114"/></a:lnTo><a:lnTo><a:pt x="9321" y="3860"/></a:lnTo><a:lnTo><a:pt x="9575" y="3441"/></a:lnTo><a:lnTo><a:pt x="9740" y="3098"/></a:lnTo><a:lnTo><a:pt x="9906" y="2679"/></a:lnTo><a:lnTo><a:pt x="9906" y="2260"/></a:lnTo><a:close/></a:path></a:pathLst></a:custGeom><a:solidFill><a:srgbClr val="000000"/></a:solidFill></p:spPr><p:txBody><a:bodyPr wrap="square" lIns="0" tIns="0" rIns="0" bIns="0" rtlCol="0"/><a:lstStyle/><a:p/></p:txBody></p:sp><p:sp><p:nvSpPr><p:cNvPr id="489" name="object 489"/><p:cNvSpPr/><p:nvPr/></p:nvSpPr><p:spPr><a:xfrm><a:off x="17148379" y="12351985"/><a:ext cx="7620" cy="24765"/></a:xfrm><a:custGeom><a:avLst/><a:gdLst/><a:ahLst/><a:cxnLst/><a:rect l="l" t="t" r="r" b="b"/><a:pathLst><a:path w="7619" h="24765"><a:moveTo><a:pt x="2006" y="24358"/></a:moveTo><a:lnTo><a:pt x="76" y="24358"/></a:lnTo><a:lnTo><a:pt x="419" y="24434"/></a:lnTo><a:lnTo><a:pt x="838" y="24523"/></a:lnTo><a:lnTo><a:pt x="1333" y="24523"/></a:lnTo><a:lnTo><a:pt x="1587" y="24523"/></a:lnTo><a:lnTo><a:pt x="1752" y="24434"/></a:lnTo><a:lnTo><a:pt x="2006" y="24358"/></a:lnTo><a:close/></a:path><a:path w="7619" h="24765"><a:moveTo><a:pt x="2184" y="24269"/></a:moveTo><a:lnTo><a:pt x="0" y="24269"/></a:lnTo><a:lnTo><a:pt x="2006" y="24358"/></a:lnTo><a:lnTo><a:pt x="2184" y="24269"/></a:lnTo><a:close/></a:path><a:path w="7619" h="24765"><a:moveTo><a:pt x="7556" y="2019"/></a:moveTo><a:lnTo><a:pt x="7467" y="1600"/></a:lnTo><a:lnTo><a:pt x="7378" y="1435"/></a:lnTo><a:lnTo><a:pt x="7302" y="1181"/></a:lnTo><a:lnTo><a:pt x="7048" y="838"/></a:lnTo><a:lnTo><a:pt x="6883" y="673"/></a:lnTo><a:lnTo><a:pt x="6540" y="419"/></a:lnTo><a:lnTo><a:pt x="6210" y="165"/></a:lnTo><a:lnTo><a:pt x="6045" y="165"/></a:lnTo><a:lnTo><a:pt x="5702" y="88"/></a:lnTo><a:lnTo><a:pt x="4953" y="0"/></a:lnTo><a:lnTo><a:pt x="4787" y="88"/></a:lnTo><a:lnTo><a:pt x="4533" y="165"/></a:lnTo><a:lnTo><a:pt x="4356" y="165"/></a:lnTo><a:lnTo><a:pt x="4114" y="342"/></a:lnTo><a:lnTo><a:pt x="3937" y="419"/></a:lnTo><a:lnTo><a:pt x="3771" y="596"/></a:lnTo><a:lnTo><a:pt x="3606" y="673"/></a:lnTo><a:lnTo><a:pt x="3517" y="838"/></a:lnTo><a:lnTo><a:pt x="3352" y="1092"/></a:lnTo><a:lnTo><a:pt x="3098" y="1435"/></a:lnTo><a:lnTo><a:pt x="3098" y="1600"/></a:lnTo><a:lnTo><a:pt x="3022" y="1930"/></a:lnTo><a:lnTo><a:pt x="3022" y="2349"/></a:lnTo><a:lnTo><a:pt x="3022" y="2768"/></a:lnTo><a:lnTo><a:pt x="3187" y="3187"/></a:lnTo><a:lnTo><a:pt x="3441" y="3619"/></a:lnTo><a:lnTo><a:pt x="3695" y="3949"/></a:lnTo><a:lnTo><a:pt x="4025" y="4203"/></a:lnTo><a:lnTo><a:pt x="4445" y="4368"/></a:lnTo><a:lnTo><a:pt x="4864" y="4533"/></a:lnTo><a:lnTo><a:pt x="5537" y="4533"/></a:lnTo><a:lnTo><a:pt x="5702" y="4533"/></a:lnTo><a:lnTo><a:pt x="6045" y="4368"/></a:lnTo><a:lnTo><a:pt x="6464" y="4203"/></a:lnTo><a:lnTo><a:pt x="6794" y="3949"/></a:lnTo><a:lnTo><a:pt x="7137" y="3619"/></a:lnTo><a:lnTo><a:pt x="7302" y="3276"/></a:lnTo><a:lnTo><a:pt x="7467" y="2857"/></a:lnTo><a:lnTo><a:pt x="7556" y="2438"/></a:lnTo><a:lnTo><a:pt x="7556" y="2019"/></a:lnTo><a:close/></a:path></a:pathLst></a:custGeom><a:solidFill><a:srgbClr val="000000"/></a:solidFill></p:spPr><p:txBody><a:bodyPr wrap="square" lIns="0" tIns="0" rIns="0" bIns="0" rtlCol="0"/><a:lstStyle/><a:p/></p:txBody></p:sp><p:sp><p:nvSpPr><p:cNvPr id="490" name="object 490"/><p:cNvSpPr/><p:nvPr/></p:nvSpPr><p:spPr><a:xfrm><a:off x="17153916" y="12311269"/><a:ext cx="5080" cy="25400"/></a:xfrm><a:custGeom><a:avLst/><a:gdLst/><a:ahLst/><a:cxnLst/><a:rect l="l" t="t" r="r" b="b"/><a:pathLst><a:path w="5080" h="25400"><a:moveTo><a:pt x="4279" y="330"/></a:moveTo><a:lnTo><a:pt x="3949" y="165"/></a:lnTo><a:lnTo><a:pt x="3530" y="0"/></a:lnTo><a:lnTo><a:pt x="2692" y="0"/></a:lnTo><a:lnTo><a:pt x="2273" y="76"/></a:lnTo><a:lnTo><a:pt x="1930" y="330"/></a:lnTo><a:lnTo><a:pt x="4279" y="330"/></a:lnTo><a:close/></a:path><a:path w="5080" h="25400"><a:moveTo><a:pt x="4533" y="22491"/></a:moveTo><a:lnTo><a:pt x="4445" y="22250"/></a:lnTo><a:lnTo><a:pt x="4445" y="22072"/></a:lnTo><a:lnTo><a:pt x="4368" y="21831"/></a:lnTo><a:lnTo><a:pt x="4279" y="21653"/></a:lnTo><a:lnTo><a:pt x="4203" y="21488"/></a:lnTo><a:lnTo><a:pt x="4025" y="21234"/></a:lnTo><a:lnTo><a:pt x="3695" y="20980"/></a:lnTo><a:lnTo><a:pt x="3606" y="20815"/></a:lnTo><a:lnTo><a:pt x="3365" y="20739"/></a:lnTo><a:lnTo><a:pt x="2933" y="20485"/></a:lnTo><a:lnTo><a:pt x="2514" y="20396"/></a:lnTo><a:lnTo><a:pt x="2019" y="20396"/></a:lnTo><a:lnTo><a:pt x="1676" y="20485"/></a:lnTo><a:lnTo><a:pt x="1257" y="20650"/></a:lnTo><a:lnTo><a:pt x="927" y="20815"/></a:lnTo><a:lnTo><a:pt x="762" y="20980"/></a:lnTo><a:lnTo><a:pt x="584" y="21158"/></a:lnTo><a:lnTo><a:pt x="330" y="21488"/></a:lnTo><a:lnTo><a:pt x="254" y="21653"/></a:lnTo><a:lnTo><a:pt x="165" y="21831"/></a:lnTo><a:lnTo><a:pt x="88" y="22072"/></a:lnTo><a:lnTo><a:pt x="0" y="22250"/></a:lnTo><a:lnTo><a:pt x="0" y="22491"/></a:lnTo><a:lnTo><a:pt x="0" y="22669"/></a:lnTo><a:lnTo><a:pt x="0" y="22923"/></a:lnTo><a:lnTo><a:pt x="0" y="23088"/></a:lnTo><a:lnTo><a:pt x="88" y="23418"/></a:lnTo><a:lnTo><a:pt x="254" y="23761"/></a:lnTo><a:lnTo><a:pt x="508" y="24180"/></a:lnTo><a:lnTo><a:pt x="838" y="24434"/></a:lnTo><a:lnTo><a:pt x="1257" y="24676"/></a:lnTo><a:lnTo><a:pt x="1600" y="24853"/></a:lnTo><a:lnTo><a:pt x="2019" y="24930"/></a:lnTo><a:lnTo><a:pt x="2514" y="24930"/></a:lnTo><a:lnTo><a:pt x="2857" y="24853"/></a:lnTo><a:lnTo><a:pt x="3276" y="24676"/></a:lnTo><a:lnTo><a:pt x="3606" y="24511"/></a:lnTo><a:lnTo><a:pt x="3949" y="24180"/></a:lnTo><a:lnTo><a:pt x="4203" y="23837"/></a:lnTo><a:lnTo><a:pt x="4368" y="23507"/></a:lnTo><a:lnTo><a:pt x="4533" y="23088"/></a:lnTo><a:lnTo><a:pt x="4533" y="22923"/></a:lnTo><a:lnTo><a:pt x="4533" y="22669"/></a:lnTo><a:lnTo><a:pt x="4533" y="22491"/></a:lnTo><a:close/></a:path></a:pathLst></a:custGeom><a:solidFill><a:srgbClr val="000000"/></a:solidFill></p:spPr><p:txBody><a:bodyPr wrap="square" lIns="0" tIns="0" rIns="0" bIns="0" rtlCol="0"/><a:lstStyle/><a:p/></p:txBody></p:sp><p:sp><p:nvSpPr><p:cNvPr id="491" name="object 491"/><p:cNvSpPr/><p:nvPr/></p:nvSpPr><p:spPr><a:xfrm><a:off x="17154246" y="12290771"/><a:ext cx="5080" cy="25400"/></a:xfrm><a:custGeom><a:avLst/><a:gdLst/><a:ahLst/><a:cxnLst/><a:rect l="l" t="t" r="r" b="b"/><a:pathLst><a:path w="5080" h="25400"><a:moveTo><a:pt x="3873" y="1092"/></a:moveTo><a:lnTo><a:pt x="3695" y="838"/></a:lnTo><a:lnTo><a:pt x="3365" y="596"/></a:lnTo><a:lnTo><a:pt x="3035" y="342"/></a:lnTo><a:lnTo><a:pt x="2603" y="165"/></a:lnTo><a:lnTo><a:pt x="2184" y="0"/></a:lnTo><a:lnTo><a:pt x="1689" y="0"/></a:lnTo><a:lnTo><a:pt x="1346" y="88"/></a:lnTo><a:lnTo><a:pt x="927" y="254"/></a:lnTo><a:lnTo><a:pt x="596" y="508"/></a:lnTo><a:lnTo><a:pt x="254" y="762"/></a:lnTo><a:lnTo><a:pt x="0" y="1092"/></a:lnTo><a:lnTo><a:pt x="3873" y="1092"/></a:lnTo><a:close/></a:path><a:path w="5080" h="25400"><a:moveTo><a:pt x="5041" y="22504"/></a:moveTo><a:lnTo><a:pt x="4965" y="22339"/></a:lnTo><a:lnTo><a:pt x="4965" y="22085"/></a:lnTo><a:lnTo><a:pt x="4876" y="21831"/></a:lnTo><a:lnTo><a:pt x="4622" y="21501"/></a:lnTo><a:lnTo><a:pt x="4622" y="21336"/></a:lnTo><a:lnTo><a:pt x="4368" y="21158"/></a:lnTo><a:lnTo><a:pt x="4038" y="20828"/></a:lnTo><a:lnTo><a:pt x="1511" y="20828"/></a:lnTo><a:lnTo><a:pt x="1270" y="21082"/></a:lnTo><a:lnTo><a:pt x="927" y="21336"/></a:lnTo><a:lnTo><a:pt x="850" y="21501"/></a:lnTo><a:lnTo><a:pt x="762" y="21755"/></a:lnTo><a:lnTo><a:pt x="596" y="22085"/></a:lnTo><a:lnTo><a:pt x="508" y="22339"/></a:lnTo><a:lnTo><a:pt x="508" y="22504"/></a:lnTo><a:lnTo><a:pt x="508" y="22758"/></a:lnTo><a:lnTo><a:pt x="508" y="22923"/></a:lnTo><a:lnTo><a:pt x="508" y="23177"/></a:lnTo><a:lnTo><a:pt x="596" y="23342"/></a:lnTo><a:lnTo><a:pt x="673" y="23596"/></a:lnTo><a:lnTo><a:pt x="762" y="23761"/></a:lnTo><a:lnTo><a:pt x="850" y="24015"/></a:lnTo><a:lnTo><a:pt x="1181" y="24358"/></a:lnTo><a:lnTo><a:pt x="1511" y="24612"/></a:lnTo><a:lnTo><a:pt x="1943" y="24853"/></a:lnTo><a:lnTo><a:pt x="2362" y="24942"/></a:lnTo><a:lnTo><a:pt x="2781" y="25031"/></a:lnTo><a:lnTo><a:pt x="3200" y="24942"/></a:lnTo><a:lnTo><a:pt x="3619" y="24853"/></a:lnTo><a:lnTo><a:pt x="3949" y="24688"/></a:lnTo><a:lnTo><a:pt x="4292" y="24434"/></a:lnTo><a:lnTo><a:pt x="4622" y="24104"/></a:lnTo><a:lnTo><a:pt x="4787" y="23761"/></a:lnTo><a:lnTo><a:pt x="4876" y="23596"/></a:lnTo><a:lnTo><a:pt x="4965" y="23342"/></a:lnTo><a:lnTo><a:pt x="4965" y="23177"/></a:lnTo><a:lnTo><a:pt x="5041" y="22923"/></a:lnTo><a:lnTo><a:pt x="5041" y="22758"/></a:lnTo><a:lnTo><a:pt x="5041" y="22504"/></a:lnTo><a:close/></a:path></a:pathLst></a:custGeom><a:solidFill><a:srgbClr val="000000"/></a:solidFill></p:spPr><p:txBody><a:bodyPr wrap="square" lIns="0" tIns="0" rIns="0" bIns="0" rtlCol="0"/><a:lstStyle/><a:p/></p:txBody></p:sp><p:sp><p:nvSpPr><p:cNvPr id="492" name="object 492"/><p:cNvSpPr/><p:nvPr/></p:nvSpPr><p:spPr><a:xfrm><a:off x="17151477" y="12270451"/><a:ext cx="6985" cy="25400"/></a:xfrm><a:custGeom><a:avLst/><a:gdLst/><a:ahLst/><a:cxnLst/><a:rect l="l" t="t" r="r" b="b"/><a:pathLst><a:path w="6984" h="25400"><a:moveTo><a:pt x="4368" y="1676"/></a:moveTo><a:lnTo><a:pt x="4203" y="1346"/></a:lnTo><a:lnTo><a:pt x="4038" y="1016"/></a:lnTo><a:lnTo><a:pt x="3695" y="673"/></a:lnTo><a:lnTo><a:pt x="3365" y="419"/></a:lnTo><a:lnTo><a:pt x="3022" y="165"/></a:lnTo><a:lnTo><a:pt x="2603" y="88"/></a:lnTo><a:lnTo><a:pt x="2184" y="0"/></a:lnTo><a:lnTo><a:pt x="1765" y="88"/></a:lnTo><a:lnTo><a:pt x="1346" y="165"/></a:lnTo><a:lnTo><a:pt x="1016" y="342"/></a:lnTo><a:lnTo><a:pt x="673" y="584"/></a:lnTo><a:lnTo><a:pt x="342" y="927"/></a:lnTo><a:lnTo><a:pt x="165" y="1257"/></a:lnTo><a:lnTo><a:pt x="0" y="1676"/></a:lnTo><a:lnTo><a:pt x="4368" y="1765"/></a:lnTo><a:close/></a:path><a:path w="6984" h="25400"><a:moveTo><a:pt x="6642" y="21412"/></a:moveTo><a:lnTo><a:pt x="6464" y="21158"/></a:lnTo><a:lnTo><a:pt x="2946" y="21158"/></a:lnTo><a:lnTo><a:pt x="6642" y="21412"/></a:lnTo><a:close/></a:path><a:path w="6984" h="25400"><a:moveTo><a:pt x="6972" y="22428"/></a:moveTo><a:lnTo><a:pt x="6883" y="22174"/></a:lnTo><a:lnTo><a:pt x="6883" y="21996"/></a:lnTo><a:lnTo><a:pt x="6807" y="21755"/></a:lnTo><a:lnTo><a:pt x="6718" y="21577"/></a:lnTo><a:lnTo><a:pt x="6642" y="21412"/></a:lnTo><a:lnTo><a:pt x="2768" y="21412"/></a:lnTo><a:lnTo><a:pt x="2692" y="21577"/></a:lnTo><a:lnTo><a:pt x="2603" y="21755"/></a:lnTo><a:lnTo><a:pt x="2527" y="21996"/></a:lnTo><a:lnTo><a:pt x="2438" y="22174"/></a:lnTo><a:lnTo><a:pt x="2438" y="22428"/></a:lnTo><a:lnTo><a:pt x="2438" y="22593"/></a:lnTo><a:lnTo><a:pt x="2438" y="22847"/></a:lnTo><a:lnTo><a:pt x="2438" y="23012"/></a:lnTo><a:lnTo><a:pt x="2527" y="23342"/></a:lnTo><a:lnTo><a:pt x="2692" y="23685"/></a:lnTo><a:lnTo><a:pt x="2946" y="24104"/></a:lnTo><a:lnTo><a:pt x="3276" y="24434"/></a:lnTo><a:lnTo><a:pt x="3619" y="24599"/></a:lnTo><a:lnTo><a:pt x="4038" y="24777"/></a:lnTo><a:lnTo><a:pt x="4457" y="24853"/></a:lnTo><a:lnTo><a:pt x="4876" y="24853"/></a:lnTo><a:lnTo><a:pt x="5295" y="24777"/></a:lnTo><a:lnTo><a:pt x="5715" y="24599"/></a:lnTo><a:lnTo><a:pt x="6045" y="24434"/></a:lnTo><a:lnTo><a:pt x="6388" y="24104"/></a:lnTo><a:lnTo><a:pt x="6642" y="23761"/></a:lnTo><a:lnTo><a:pt x="6807" y="23431"/></a:lnTo><a:lnTo><a:pt x="6883" y="23012"/></a:lnTo><a:lnTo><a:pt x="6972" y="22847"/></a:lnTo><a:lnTo><a:pt x="6972" y="22593"/></a:lnTo><a:lnTo><a:pt x="6972" y="22428"/></a:lnTo><a:close/></a:path></a:pathLst></a:custGeom><a:solidFill><a:srgbClr val="000000"/></a:solidFill></p:spPr><p:txBody><a:bodyPr wrap="square" lIns="0" tIns="0" rIns="0" bIns="0" rtlCol="0"/><a:lstStyle/><a:p/></p:txBody></p:sp><p:sp><p:nvSpPr><p:cNvPr id="493" name="object 493"/><p:cNvSpPr/><p:nvPr/></p:nvSpPr><p:spPr><a:xfrm><a:off x="17147198" y="12250474"/><a:ext cx="8890" cy="24765"/></a:xfrm><a:custGeom><a:avLst/><a:gdLst/><a:ahLst/><a:cxnLst/><a:rect l="l" t="t" r="r" b="b"/><a:pathLst><a:path w="8890" h="24765"><a:moveTo><a:pt x="4533" y="1930"/></a:moveTo><a:lnTo><a:pt x="4368" y="1511"/></a:lnTo><a:lnTo><a:pt x="4203" y="1092"/></a:lnTo><a:lnTo><a:pt x="3949" y="749"/></a:lnTo><a:lnTo><a:pt x="3695" y="495"/></a:lnTo><a:lnTo><a:pt x="3276" y="241"/></a:lnTo><a:lnTo><a:pt x="2933" y="76"/></a:lnTo><a:lnTo><a:pt x="2768" y="76"/></a:lnTo><a:lnTo><a:pt x="2514" y="0"/></a:lnTo><a:lnTo><a:pt x="2019" y="0"/></a:lnTo><a:lnTo><a:pt x="1676" y="76"/></a:lnTo><a:lnTo><a:pt x="1257" y="241"/></a:lnTo><a:lnTo><a:pt x="838" y="419"/></a:lnTo><a:lnTo><a:pt x="584" y="749"/></a:lnTo><a:lnTo><a:pt x="254" y="1092"/></a:lnTo><a:lnTo><a:pt x="88" y="1511"/></a:lnTo><a:lnTo><a:pt x="0" y="1930"/></a:lnTo><a:lnTo><a:pt x="0" y="2349"/></a:lnTo><a:lnTo><a:pt x="4533" y="2425"/></a:lnTo><a:lnTo><a:pt x="4533" y="1930"/></a:lnTo><a:close/></a:path><a:path w="8890" h="24765"><a:moveTo><a:pt x="8648" y="21653"/></a:moveTo><a:lnTo><a:pt x="4279" y="21653"/></a:lnTo><a:lnTo><a:pt x="8648" y="21742"/></a:lnTo><a:close/></a:path><a:path w="8890" h="24765"><a:moveTo><a:pt x="8737" y="22085"/></a:moveTo><a:lnTo><a:pt x="8648" y="21742"/></a:lnTo><a:lnTo><a:pt x="4279" y="21742"/></a:lnTo><a:lnTo><a:pt x="4203" y="22085"/></a:lnTo><a:lnTo><a:pt x="4203" y="22504"/></a:lnTo><a:lnTo><a:pt x="4279" y="22834"/></a:lnTo><a:lnTo><a:pt x="4368" y="23253"/></a:lnTo><a:lnTo><a:pt x="4622" y="23596"/></a:lnTo><a:lnTo><a:pt x="4876" y="23926"/></a:lnTo><a:lnTo><a:pt x="5207" y="24180"/></a:lnTo><a:lnTo><a:pt x="5626" y="24434"/></a:lnTo><a:lnTo><a:pt x="5969" y="24511"/></a:lnTo><a:lnTo><a:pt x="6134" y="24511"/></a:lnTo><a:lnTo><a:pt x="6388" y="24599"/></a:lnTo><a:lnTo><a:pt x="6807" y="24511"/></a:lnTo><a:lnTo><a:pt x="7226" y="24434"/></a:lnTo><a:lnTo><a:pt x="7645" y="24257"/></a:lnTo><a:lnTo><a:pt x="7975" y="24015"/></a:lnTo><a:lnTo><a:pt x="8229" y="23672"/></a:lnTo><a:lnTo><a:pt x="8483" y="23342"/></a:lnTo><a:lnTo><a:pt x="8648" y="22923"/></a:lnTo><a:lnTo><a:pt x="8737" y="22580"/></a:lnTo><a:lnTo><a:pt x="8737" y="22161"/></a:lnTo><a:close/></a:path></a:pathLst></a:custGeom><a:solidFill><a:srgbClr val="000000"/></a:solidFill></p:spPr><p:txBody><a:bodyPr wrap="square" lIns="0" tIns="0" rIns="0" bIns="0" rtlCol="0"/><a:lstStyle/><a:p/></p:txBody></p:sp><p:sp><p:nvSpPr><p:cNvPr id="494" name="object 494"/><p:cNvSpPr/><p:nvPr/></p:nvSpPr><p:spPr><a:xfrm><a:off x="17141317" y="12230815"/><a:ext cx="10795" cy="24765"/></a:xfrm><a:custGeom><a:avLst/><a:gdLst/><a:ahLst/><a:cxnLst/><a:rect l="l" t="t" r="r" b="b"/><a:pathLst><a:path w="10794" h="24765"><a:moveTo><a:pt x="4533" y="1765"/></a:moveTo><a:lnTo><a:pt x="4457" y="1600"/></a:lnTo><a:lnTo><a:pt x="4368" y="1346"/></a:lnTo><a:lnTo><a:pt x="4114" y="1016"/></a:lnTo><a:lnTo><a:pt x="4038" y="850"/></a:lnTo><a:lnTo><a:pt x="3860" y="673"/></a:lnTo><a:lnTo><a:pt x="2768" y="88"/></a:lnTo><a:lnTo><a:pt x="2527" y="88"/></a:lnTo><a:lnTo><a:pt x="2349" y="0"/></a:lnTo><a:lnTo><a:pt x="1930" y="88"/></a:lnTo><a:lnTo><a:pt x="1511" y="177"/></a:lnTo><a:lnTo><a:pt x="1181" y="342"/></a:lnTo><a:lnTo><a:pt x="1016" y="431"/></a:lnTo><a:lnTo><a:pt x="838" y="596"/></a:lnTo><a:lnTo><a:pt x="673" y="673"/></a:lnTo><a:lnTo><a:pt x="508" y="850"/></a:lnTo><a:lnTo><a:pt x="419" y="1016"/></a:lnTo><a:lnTo><a:pt x="254" y="1270"/></a:lnTo><a:lnTo><a:pt x="88" y="1600"/></a:lnTo><a:lnTo><a:pt x="88" y="1765"/></a:lnTo><a:lnTo><a:pt x="0" y="2019"/></a:lnTo><a:lnTo><a:pt x="0" y="2184"/></a:lnTo><a:lnTo><a:pt x="0" y="2438"/></a:lnTo><a:lnTo><a:pt x="0" y="2603"/></a:lnTo><a:lnTo><a:pt x="88" y="2857"/></a:lnTo><a:lnTo><a:pt x="165" y="3022"/></a:lnTo><a:lnTo><a:pt x="254" y="3276"/></a:lnTo><a:lnTo><a:pt x="4368" y="3276"/></a:lnTo><a:lnTo><a:pt x="4457" y="3022"/></a:lnTo><a:lnTo><a:pt x="4457" y="2857"/></a:lnTo><a:lnTo><a:pt x="4533" y="2603"/></a:lnTo><a:lnTo><a:pt x="4533" y="2438"/></a:lnTo><a:lnTo><a:pt x="4533" y="2184"/></a:lnTo><a:lnTo><a:pt x="4533" y="2019"/></a:lnTo><a:lnTo><a:pt x="4533" y="1765"/></a:lnTo><a:close/></a:path><a:path w="10794" h="24765"><a:moveTo><a:pt x="10414" y="22085"/></a:moveTo><a:lnTo><a:pt x="5880" y="22085"/></a:lnTo><a:lnTo><a:pt x="5880" y="22428"/></a:lnTo><a:lnTo><a:pt x="6045" y="22847"/></a:lnTo><a:lnTo><a:pt x="6210" y="23177"/></a:lnTo><a:lnTo><a:pt x="6464" y="23520"/></a:lnTo><a:lnTo><a:pt x="6642" y="23596"/></a:lnTo><a:lnTo><a:pt x="6807" y="23774"/></a:lnTo><a:lnTo><a:pt x="6972" y="23850"/></a:lnTo><a:lnTo><a:pt x="7226" y="24015"/></a:lnTo><a:lnTo><a:pt x="7391" y="24104"/></a:lnTo><a:lnTo><a:pt x="7645" y="24104"/></a:lnTo><a:lnTo><a:pt x="7810" y="24193"/></a:lnTo><a:lnTo><a:pt x="8394" y="24193"/></a:lnTo><a:lnTo><a:pt x="8648" y="24104"/></a:lnTo><a:lnTo><a:pt x="8813" y="24104"/></a:lnTo><a:lnTo><a:pt x="9067" y="24015"/></a:lnTo><a:lnTo><a:pt x="9245" y="23850"/></a:lnTo><a:lnTo><a:pt x="9410" y="23774"/></a:lnTo><a:lnTo><a:pt x="9664" y="23596"/></a:lnTo><a:lnTo><a:pt x="9906" y="23266"/></a:lnTo><a:lnTo><a:pt x="10160" y="22923"/></a:lnTo><a:lnTo><a:pt x="10325" y="22504"/></a:lnTo><a:lnTo><a:pt x="10414" y="22085"/></a:lnTo><a:close/></a:path><a:path w="10794" h="24765"><a:moveTo><a:pt x="10414" y="22009"/></a:moveTo><a:lnTo><a:pt x="5880" y="22009"/></a:lnTo><a:lnTo><a:pt x="10414" y="22085"/></a:lnTo><a:close/></a:path></a:pathLst></a:custGeom><a:solidFill><a:srgbClr val="000000"/></a:solidFill></p:spPr><p:txBody><a:bodyPr wrap="square" lIns="0" tIns="0" rIns="0" bIns="0" rtlCol="0"/><a:lstStyle/><a:p/></p:txBody></p:sp><p:sp><p:nvSpPr><p:cNvPr id="495" name="object 495"/><p:cNvSpPr/><p:nvPr/></p:nvSpPr><p:spPr><a:xfrm><a:off x="17133926" y="12211765"/><a:ext cx="12065" cy="24130"/></a:xfrm><a:custGeom><a:avLst/><a:gdLst/><a:ahLst/><a:cxnLst/><a:rect l="l" t="t" r="r" b="b"/><a:pathLst><a:path w="12065" h="24129"><a:moveTo><a:pt x="4533" y="2171"/></a:moveTo><a:lnTo><a:pt x="4457" y="1841"/></a:lnTo><a:lnTo><a:pt x="4292" y="1422"/></a:lnTo><a:lnTo><a:pt x="4114" y="1003"/></a:lnTo><a:lnTo><a:pt x="3860" y="660"/></a:lnTo><a:lnTo><a:pt x="3530" y="419"/></a:lnTo><a:lnTo><a:pt x="3111" y="241"/></a:lnTo><a:lnTo><a:pt x="2692" y="76"/></a:lnTo><a:lnTo><a:pt x="2184" y="0"/></a:lnTo><a:lnTo><a:pt x="1930" y="76"/></a:lnTo><a:lnTo><a:pt x="1765" y="76"/></a:lnTo><a:lnTo><a:pt x="1435" y="165"/></a:lnTo><a:lnTo><a:pt x="1016" y="419"/></a:lnTo><a:lnTo><a:pt x="673" y="660"/></a:lnTo><a:lnTo><a:pt x="342" y="1003"/></a:lnTo><a:lnTo><a:pt x="177" y="1422"/></a:lnTo><a:lnTo><a:pt x="0" y="1752"/></a:lnTo><a:lnTo><a:pt x="0" y="2679"/></a:lnTo><a:lnTo><a:pt x="88" y="3022"/></a:lnTo><a:lnTo><a:pt x="254" y="3441"/></a:lnTo><a:lnTo><a:pt x="508" y="3771"/></a:lnTo><a:lnTo><a:pt x="3860" y="3860"/></a:lnTo><a:lnTo><a:pt x="4203" y="3517"/></a:lnTo><a:lnTo><a:pt x="4368" y="3098"/></a:lnTo><a:lnTo><a:pt x="4457" y="2679"/></a:lnTo><a:lnTo><a:pt x="4533" y="2260"/></a:lnTo><a:close/></a:path><a:path w="12065" h="24129"><a:moveTo><a:pt x="11760" y="22326"/></a:moveTo><a:lnTo><a:pt x="7645" y="22326"/></a:lnTo><a:lnTo><a:pt x="7734" y="22504"/></a:lnTo><a:lnTo><a:pt x="7810" y="22669"/></a:lnTo><a:lnTo><a:pt x="7899" y="22834"/></a:lnTo><a:lnTo><a:pt x="8064" y="22999"/></a:lnTo><a:lnTo><a:pt x="8229" y="23088"/></a:lnTo><a:lnTo><a:pt x="8407" y="23253"/></a:lnTo><a:lnTo><a:pt x="8572" y="23342"/></a:lnTo><a:lnTo><a:pt x="8737" y="23418"/></a:lnTo><a:lnTo><a:pt x="8991" y="23507"/></a:lnTo><a:lnTo><a:pt x="9156" y="23583"/></a:lnTo><a:lnTo><a:pt x="9410" y="23583"/></a:lnTo><a:lnTo><a:pt x="9575" y="23672"/></a:lnTo><a:lnTo><a:pt x="9994" y="23583"/></a:lnTo><a:lnTo><a:pt x="10160" y="23583"/></a:lnTo><a:lnTo><a:pt x="10414" y="23507"/></a:lnTo><a:lnTo><a:pt x="10579" y="23418"/></a:lnTo><a:lnTo><a:pt x="10833" y="23342"/></a:lnTo><a:lnTo><a:pt x="11176" y="23088"/></a:lnTo><a:lnTo><a:pt x="11430" y="22834"/></a:lnTo><a:lnTo><a:pt x="11506" y="22669"/></a:lnTo><a:lnTo><a:pt x="11671" y="22504"/></a:lnTo><a:lnTo><a:pt x="11760" y="22326"/></a:lnTo><a:close/></a:path><a:path w="12065" h="24129"><a:moveTo><a:pt x="11849" y="22072"/></a:moveTo><a:lnTo><a:pt x="7556" y="22072"/></a:lnTo><a:lnTo><a:pt x="11760" y="22326"/></a:lnTo><a:lnTo><a:pt x="11849" y="22072"/></a:lnTo><a:close/></a:path></a:pathLst></a:custGeom><a:solidFill><a:srgbClr val="000000"/></a:solidFill></p:spPr><p:txBody><a:bodyPr wrap="square" lIns="0" tIns="0" rIns="0" bIns="0" rtlCol="0"/><a:lstStyle/><a:p/></p:txBody></p:sp><p:sp><p:nvSpPr><p:cNvPr id="496" name="object 496"/><p:cNvSpPr/><p:nvPr/></p:nvSpPr><p:spPr><a:xfrm><a:off x="17124947" y="12193451"/><a:ext cx="13335" cy="23495"/></a:xfrm><a:custGeom><a:avLst/><a:gdLst/><a:ahLst/><a:cxnLst/><a:rect l="l" t="t" r="r" b="b"/><a:pathLst><a:path w="13334" h="23495"><a:moveTo><a:pt x="4533" y="2019"/></a:moveTo><a:lnTo><a:pt x="4445" y="1600"/></a:lnTo><a:lnTo><a:pt x="4191" y="1181"/></a:lnTo><a:lnTo><a:pt x="3949" y="762"/></a:lnTo><a:lnTo><a:pt x="3695" y="508"/></a:lnTo><a:lnTo><a:pt x="3352" y="254"/></a:lnTo><a:lnTo><a:pt x="2933" y="88"/></a:lnTo><a:lnTo><a:pt x="2438" y="0"/></a:lnTo><a:lnTo><a:pt x="2019" y="0"/></a:lnTo><a:lnTo><a:pt x="1587" y="88"/></a:lnTo><a:lnTo><a:pt x="1168" y="254"/></a:lnTo><a:lnTo><a:pt x="838" y="508"/></a:lnTo><a:lnTo><a:pt x="495" y="762"/></a:lnTo><a:lnTo><a:pt x="254" y="1092"/></a:lnTo><a:lnTo><a:pt x="76" y="1511"/></a:lnTo><a:lnTo><a:pt x="0" y="1930"/></a:lnTo><a:lnTo><a:pt x="0" y="2349"/></a:lnTo><a:lnTo><a:pt x="0" y="2768"/></a:lnTo><a:lnTo><a:pt x="165" y="3111"/></a:lnTo><a:lnTo><a:pt x="254" y="3276"/></a:lnTo><a:lnTo><a:pt x="330" y="3530"/></a:lnTo><a:lnTo><a:pt x="495" y="3695"/></a:lnTo><a:lnTo><a:pt x="584" y="3860"/></a:lnTo><a:lnTo><a:pt x="749" y="3949"/></a:lnTo><a:lnTo><a:pt x="927" y="4114"/></a:lnTo><a:lnTo><a:pt x="1168" y="4203"/></a:lnTo><a:lnTo><a:pt x="3187" y="4279"/></a:lnTo><a:lnTo><a:pt x="3352" y="4203"/></a:lnTo><a:lnTo><a:pt x="3530" y="4114"/></a:lnTo><a:lnTo><a:pt x="3695" y="3949"/></a:lnTo><a:lnTo><a:pt x="3860" y="3860"/></a:lnTo><a:lnTo><a:pt x="4025" y="3695"/></a:lnTo><a:lnTo><a:pt x="4114" y="3530"/></a:lnTo><a:lnTo><a:pt x="4279" y="3276"/></a:lnTo><a:lnTo><a:pt x="4279" y="3111"/></a:lnTo><a:lnTo><a:pt x="4445" y="2857"/></a:lnTo><a:lnTo><a:pt x="4533" y="2438"/></a:lnTo><a:lnTo><a:pt x="4533" y="2019"/></a:lnTo><a:close/></a:path><a:path w="13334" h="23495"><a:moveTo><a:pt x="12839" y="22174"/></a:moveTo><a:lnTo><a:pt x="9575" y="22174"/></a:lnTo><a:lnTo><a:pt x="9740" y="22339"/></a:lnTo><a:lnTo><a:pt x="9906" y="22504"/></a:lnTo><a:lnTo><a:pt x="10071" y="22593"/></a:lnTo><a:lnTo><a:pt x="10325" y="22669"/></a:lnTo><a:lnTo><a:pt x="10490" y="22758"/></a:lnTo><a:lnTo><a:pt x="10744" y="22847"/></a:lnTo><a:lnTo><a:pt x="10909" y="22847"/></a:lnTo><a:lnTo><a:pt x="11328" y="22923"/></a:lnTo><a:lnTo><a:pt x="11506" y="22847"/></a:lnTo><a:lnTo><a:pt x="11760" y="22847"/></a:lnTo><a:lnTo><a:pt x="11925" y="22758"/></a:lnTo><a:lnTo><a:pt x="12179" y="22669"/></a:lnTo><a:lnTo><a:pt x="12344" y="22593"/></a:lnTo><a:lnTo><a:pt x="12509" y="22504"/></a:lnTo><a:lnTo><a:pt x="12674" y="22339"/></a:lnTo><a:lnTo><a:pt x="12839" y="22174"/></a:lnTo><a:close/></a:path><a:path w="13334" h="23495"><a:moveTo><a:pt x="12928" y="22085"/></a:moveTo><a:lnTo><a:pt x="9486" y="22085"/></a:lnTo><a:lnTo><a:pt x="12839" y="22174"/></a:lnTo><a:close/></a:path></a:pathLst></a:custGeom><a:solidFill><a:srgbClr val="000000"/></a:solidFill></p:spPr><p:txBody><a:bodyPr wrap="square" lIns="0" tIns="0" rIns="0" bIns="0" rtlCol="0"/><a:lstStyle/><a:p/></p:txBody></p:sp><p:sp><p:nvSpPr><p:cNvPr id="497" name="object 497"/><p:cNvSpPr/><p:nvPr/></p:nvSpPr><p:spPr><a:xfrm><a:off x="17114444" y="12175824"/><a:ext cx="13970" cy="22225"/></a:xfrm><a:custGeom><a:avLst/><a:gdLst/><a:ahLst/><a:cxnLst/><a:rect l="l" t="t" r="r" b="b"/><a:pathLst><a:path w="13969" h="22225"><a:moveTo><a:pt x="4533" y="2006"/></a:moveTo><a:lnTo><a:pt x="4457" y="1765"/></a:lnTo><a:lnTo><a:pt x="4457" y="1587"/></a:lnTo><a:lnTo><a:pt x="4292" y="1346"/></a:lnTo><a:lnTo><a:pt x="4114" y="1003"/></a:lnTo><a:lnTo><a:pt x="4038" y="838"/></a:lnTo><a:lnTo><a:pt x="3860" y="673"/></a:lnTo><a:lnTo><a:pt x="3530" y="419"/></a:lnTo><a:lnTo><a:pt x="3111" y="165"/></a:lnTo><a:lnTo><a:pt x="2692" y="76"/></a:lnTo><a:lnTo><a:pt x="2184" y="0"/></a:lnTo><a:lnTo><a:pt x="1930" y="76"/></a:lnTo><a:lnTo><a:pt x="1765" y="76"/></a:lnTo><a:lnTo><a:pt x="1511" y="165"/></a:lnTo><a:lnTo><a:pt x="1346" y="165"/></a:lnTo><a:lnTo><a:pt x="1092" y="330"/></a:lnTo><a:lnTo><a:pt x="762" y="584"/></a:lnTo><a:lnTo><a:pt x="508" y="838"/></a:lnTo><a:lnTo><a:pt x="419" y="1003"/></a:lnTo><a:lnTo><a:pt x="254" y="1257"/></a:lnTo><a:lnTo><a:pt x="88" y="1587"/></a:lnTo><a:lnTo><a:pt x="88" y="1765"/></a:lnTo><a:lnTo><a:pt x="0" y="2006"/></a:lnTo><a:lnTo><a:pt x="0" y="2184"/></a:lnTo><a:lnTo><a:pt x="0" y="2425"/></a:lnTo><a:lnTo><a:pt x="0" y="2603"/></a:lnTo><a:lnTo><a:pt x="88" y="2857"/></a:lnTo><a:lnTo><a:pt x="177" y="3276"/></a:lnTo><a:lnTo><a:pt x="419" y="3606"/></a:lnTo><a:lnTo><a:pt x="673" y="3937"/></a:lnTo><a:lnTo><a:pt x="1016" y="4191"/></a:lnTo><a:lnTo><a:pt x="1435" y="4368"/></a:lnTo><a:lnTo><a:pt x="1854" y="4533"/></a:lnTo><a:lnTo><a:pt x="2527" y="4533"/></a:lnTo><a:lnTo><a:pt x="2768" y="4533"/></a:lnTo><a:lnTo><a:pt x="3022" y="4445"/></a:lnTo><a:lnTo><a:pt x="3365" y="4279"/></a:lnTo><a:lnTo><a:pt x="3530" y="4191"/></a:lnTo><a:lnTo><a:pt x="3695" y="4025"/></a:lnTo><a:lnTo><a:pt x="3860" y="3937"/></a:lnTo><a:lnTo><a:pt x="4038" y="3695"/></a:lnTo><a:lnTo><a:pt x="4292" y="3352"/></a:lnTo><a:lnTo><a:pt x="4457" y="2933"/></a:lnTo><a:lnTo><a:pt x="4533" y="2603"/></a:lnTo><a:lnTo><a:pt x="4533" y="2425"/></a:lnTo><a:lnTo><a:pt x="4533" y="2184"/></a:lnTo><a:lnTo><a:pt x="4533" y="2006"/></a:lnTo><a:close/></a:path><a:path w="13969" h="22225"><a:moveTo><a:pt x="13690" y="21907"/></a:moveTo><a:lnTo><a:pt x="11760" y="21907"/></a:lnTo><a:lnTo><a:pt x="12090" y="21996"/></a:lnTo><a:lnTo><a:pt x="12522" y="22161"/></a:lnTo><a:lnTo><a:pt x="13017" y="22161"/></a:lnTo><a:lnTo><a:pt x="13271" y="22085"/></a:lnTo><a:lnTo><a:pt x="13436" y="21996"/></a:lnTo><a:lnTo><a:pt x="13690" y="21907"/></a:lnTo><a:close/></a:path><a:path w="13969" h="22225"><a:moveTo><a:pt x="13855" y="21831"/></a:moveTo><a:lnTo><a:pt x="11671" y="21831"/></a:lnTo><a:lnTo><a:pt x="13690" y="21907"/></a:lnTo><a:lnTo><a:pt x="13855" y="21831"/></a:lnTo><a:close/></a:path></a:pathLst></a:custGeom><a:solidFill><a:srgbClr val="000000"/></a:solidFill></p:spPr><p:txBody><a:bodyPr wrap="square" lIns="0" tIns="0" rIns="0" bIns="0" rtlCol="0"/><a:lstStyle/><a:p/></p:txBody></p:sp><p:sp><p:nvSpPr><p:cNvPr id="498" name="object 498"/><p:cNvSpPr/><p:nvPr/></p:nvSpPr><p:spPr><a:xfrm><a:off x="17090771" y="12143578"/><a:ext cx="16510" cy="20320"/></a:xfrm><a:custGeom><a:avLst/><a:gdLst/><a:ahLst/><a:cxnLst/><a:rect l="l" t="t" r="r" b="b"/><a:pathLst><a:path w="16509" h="20320"><a:moveTo><a:pt x="1587" y="165"/></a:moveTo><a:lnTo><a:pt x="1333" y="76"/></a:lnTo><a:lnTo><a:pt x="1092" y="0"/></a:lnTo><a:lnTo><a:pt x="495" y="0"/></a:lnTo><a:lnTo><a:pt x="330" y="76"/></a:lnTo><a:lnTo><a:pt x="0" y="165"/></a:lnTo><a:lnTo><a:pt x="1587" y="165"/></a:lnTo><a:close/></a:path><a:path w="16509" h="20320"><a:moveTo><a:pt x="16281" y="17462"/></a:moveTo><a:lnTo><a:pt x="16205" y="17297"/></a:lnTo><a:lnTo><a:pt x="16205" y="17132"/></a:lnTo><a:lnTo><a:pt x="16116" y="16878"/></a:lnTo><a:lnTo><a:pt x="15951" y="16713"/></a:lnTo><a:lnTo><a:pt x="15862" y="16459"/></a:lnTo><a:lnTo><a:pt x="15697" y="16370"/></a:lnTo><a:lnTo><a:pt x="15532" y="16116"/></a:lnTo><a:lnTo><a:pt x="15189" y="15862"/></a:lnTo><a:lnTo><a:pt x="15024" y="15862"/></a:lnTo><a:lnTo><a:pt x="14770" y="15697"/></a:lnTo><a:lnTo><a:pt x="14605" y="15697"/></a:lnTo><a:lnTo><a:pt x="14351" y="15621"/></a:lnTo><a:lnTo><a:pt x="13855" y="15621"/></a:lnTo><a:lnTo><a:pt x="13436" y="15697"/></a:lnTo><a:lnTo><a:pt x="13017" y="15862"/></a:lnTo><a:lnTo><a:pt x="12674" y="16116"/></a:lnTo><a:lnTo><a:pt x="12344" y="16370"/></a:lnTo><a:lnTo><a:pt x="12090" y="16713"/></a:lnTo><a:lnTo><a:pt x="12001" y="16878"/></a:lnTo><a:lnTo><a:pt x="11925" y="17132"/></a:lnTo><a:lnTo><a:pt x="11836" y="17297"/></a:lnTo><a:lnTo><a:pt x="11836" y="17462"/></a:lnTo><a:lnTo><a:pt x="11747" y="17716"/></a:lnTo><a:lnTo><a:pt x="11747" y="17881"/></a:lnTo><a:lnTo><a:pt x="11836" y="18135"/></a:lnTo><a:lnTo><a:pt x="11836" y="18300"/></a:lnTo><a:lnTo><a:pt x="11925" y="18643"/></a:lnTo><a:lnTo><a:pt x="12090" y="18973"/></a:lnTo><a:lnTo><a:pt x="12166" y="19138"/></a:lnTo><a:lnTo><a:pt x="12344" y="19392"/></a:lnTo><a:lnTo><a:pt x="12674" y="19646"/></a:lnTo><a:lnTo><a:pt x="13017" y="19900"/></a:lnTo><a:lnTo><a:pt x="13436" y="20066"/></a:lnTo><a:lnTo><a:pt x="13855" y="20154"/></a:lnTo><a:lnTo><a:pt x="14274" y="20154"/></a:lnTo><a:lnTo><a:pt x="14605" y="20066"/></a:lnTo><a:lnTo><a:pt x="15024" y="19900"/></a:lnTo><a:lnTo><a:pt x="15367" y="19735"/></a:lnTo><a:lnTo><a:pt x="15697" y="19481"/></a:lnTo><a:lnTo><a:pt x="15951" y="19138"/></a:lnTo><a:lnTo><a:pt x="16040" y="18973"/></a:lnTo><a:lnTo><a:pt x="16116" y="18719"/></a:lnTo><a:lnTo><a:pt x="16281" y="18300"/></a:lnTo><a:lnTo><a:pt x="16281" y="18135"/></a:lnTo><a:lnTo><a:pt x="16281" y="17881"/></a:lnTo><a:lnTo><a:pt x="16281" y="17716"/></a:lnTo><a:lnTo><a:pt x="16281" y="17462"/></a:lnTo><a:close/></a:path></a:pathLst></a:custGeom><a:solidFill><a:srgbClr val="000000"/></a:solidFill></p:spPr><p:txBody><a:bodyPr wrap="square" lIns="0" tIns="0" rIns="0" bIns="0" rtlCol="0"/><a:lstStyle/><a:p/></p:txBody></p:sp><p:sp><p:nvSpPr><p:cNvPr id="499" name="object 499"/><p:cNvSpPr/><p:nvPr/></p:nvSpPr><p:spPr><a:xfrm><a:off x="17075481" y="12129139"/><a:ext cx="18415" cy="19050"/></a:xfrm><a:custGeom><a:avLst/><a:gdLst/><a:ahLst/><a:cxnLst/><a:rect l="l" t="t" r="r" b="b"/><a:pathLst><a:path w="18415" h="19050"><a:moveTo><a:pt x="3365" y="660"/></a:moveTo><a:lnTo><a:pt x="3022" y="419"/></a:lnTo><a:lnTo><a:pt x="2692" y="241"/></a:lnTo><a:lnTo><a:pt x="2273" y="76"/></a:lnTo><a:lnTo><a:pt x="1854" y="0"/></a:lnTo><a:lnTo><a:pt x="1435" y="0"/></a:lnTo><a:lnTo><a:pt x="1016" y="76"/></a:lnTo><a:lnTo><a:pt x="673" y="165"/></a:lnTo><a:lnTo><a:pt x="254" y="419"/></a:lnTo><a:lnTo><a:pt x="0" y="660"/></a:lnTo><a:lnTo><a:pt x="3365" y="660"/></a:lnTo><a:close/></a:path><a:path w="18415" h="19050"><a:moveTo><a:pt x="18389" y="16370"/></a:moveTo><a:lnTo><a:pt x="18313" y="16116"/></a:lnTo><a:lnTo><a:pt x="18224" y="15951"/></a:lnTo><a:lnTo><a:pt x="18135" y="15697"/></a:lnTo><a:lnTo><a:pt x="18059" y="15532"/></a:lnTo><a:lnTo><a:pt x="17894" y="15367"/></a:lnTo><a:lnTo><a:pt x="17805" y="15189"/></a:lnTo><a:lnTo><a:pt x="17640" y="15024"/></a:lnTo><a:lnTo><a:pt x="17475" y="14859"/></a:lnTo><a:lnTo><a:pt x="17297" y="14770"/></a:lnTo><a:lnTo><a:pt x="17056" y="14605"/></a:lnTo><a:lnTo><a:pt x="15201" y="14605"/></a:lnTo><a:lnTo><a:pt x="14947" y="14770"/></a:lnTo><a:lnTo><a:pt x="14782" y="14859"/></a:lnTo><a:lnTo><a:pt x="14528" y="15024"/></a:lnTo><a:lnTo><a:pt x="14452" y="15189"/></a:lnTo><a:lnTo><a:pt x="14274" y="15367"/></a:lnTo><a:lnTo><a:pt x="14198" y="15532"/></a:lnTo><a:lnTo><a:pt x="14109" y="15697"/></a:lnTo><a:lnTo><a:pt x="14020" y="15951"/></a:lnTo><a:lnTo><a:pt x="13944" y="16116"/></a:lnTo><a:lnTo><a:pt x="13855" y="16370"/></a:lnTo><a:lnTo><a:pt x="13855" y="16535"/></a:lnTo><a:lnTo><a:pt x="13855" y="16789"/></a:lnTo><a:lnTo><a:pt x="13855" y="16954"/></a:lnTo><a:lnTo><a:pt x="13944" y="17208"/></a:lnTo><a:lnTo><a:pt x="13944" y="17373"/></a:lnTo><a:lnTo><a:pt x="14020" y="17627"/></a:lnTo><a:lnTo><a:pt x="14274" y="18046"/></a:lnTo><a:lnTo><a:pt x="14528" y="18389"/></a:lnTo><a:lnTo><a:pt x="14871" y="18630"/></a:lnTo><a:lnTo><a:pt x="15290" y="18808"/></a:lnTo><a:lnTo><a:pt x="15709" y="18973"/></a:lnTo><a:lnTo><a:pt x="16459" y="18973"/></a:lnTo><a:lnTo><a:pt x="16878" y="18808"/></a:lnTo><a:lnTo><a:pt x="17297" y="18630"/></a:lnTo><a:lnTo><a:pt x="17640" y="18389"/></a:lnTo><a:lnTo><a:pt x="17894" y="18135"/></a:lnTo><a:lnTo><a:pt x="18135" y="17716"/></a:lnTo><a:lnTo><a:pt x="18313" y="17373"/></a:lnTo><a:lnTo><a:pt x="18313" y="17208"/></a:lnTo><a:lnTo><a:pt x="18389" y="16954"/></a:lnTo><a:lnTo><a:pt x="18389" y="16789"/></a:lnTo><a:lnTo><a:pt x="18389" y="16535"/></a:lnTo><a:lnTo><a:pt x="18389" y="16370"/></a:lnTo><a:close/></a:path></a:pathLst></a:custGeom><a:solidFill><a:srgbClr val="000000"/></a:solidFill></p:spPr><p:txBody><a:bodyPr wrap="square" lIns="0" tIns="0" rIns="0" bIns="0" rtlCol="0"/><a:lstStyle/><a:p/></p:txBody></p:sp><p:sp><p:nvSpPr><p:cNvPr id="500" name="object 500"/><p:cNvSpPr/><p:nvPr/></p:nvSpPr><p:spPr><a:xfrm><a:off x="17059440" y="12115867"/><a:ext cx="20320" cy="18415"/></a:xfrm><a:custGeom><a:avLst/><a:gdLst/><a:ahLst/><a:cxnLst/><a:rect l="l" t="t" r="r" b="b"/><a:pathLst><a:path w="20319" h="18415"><a:moveTo><a:pt x="4114" y="1257"/></a:moveTo><a:lnTo><a:pt x="3860" y="927"/></a:lnTo><a:lnTo><a:pt x="3619" y="673"/></a:lnTo><a:lnTo><a:pt x="3276" y="330"/></a:lnTo><a:lnTo><a:pt x="2946" y="165"/></a:lnTo><a:lnTo><a:pt x="2527" y="88"/></a:lnTo><a:lnTo><a:pt x="2108" y="0"/></a:lnTo><a:lnTo><a:pt x="1689" y="88"/></a:lnTo><a:lnTo><a:pt x="1257" y="165"/></a:lnTo><a:lnTo><a:pt x="927" y="330"/></a:lnTo><a:lnTo><a:pt x="596" y="584"/></a:lnTo><a:lnTo><a:pt x="254" y="927"/></a:lnTo><a:lnTo><a:pt x="0" y="1257"/></a:lnTo><a:lnTo><a:pt x="4114" y="1346"/></a:lnTo><a:close/></a:path><a:path w="20319" h="18415"><a:moveTo><a:pt x="19405" y="13931"/></a:moveTo><a:lnTo><a:pt x="19062" y="13690"/></a:lnTo><a:lnTo><a:pt x="16294" y="13690"/></a:lnTo><a:lnTo><a:pt x="19405" y="13931"/></a:lnTo><a:close/></a:path><a:path w="20319" h="18415"><a:moveTo><a:pt x="19989" y="15532"/></a:moveTo><a:lnTo><a:pt x="19900" y="15201"/></a:lnTo><a:lnTo><a:pt x="19824" y="14782"/></a:lnTo><a:lnTo><a:pt x="19659" y="14363"/></a:lnTo><a:lnTo><a:pt x="19405" y="14020"/></a:lnTo><a:lnTo><a:pt x="16040" y="13931"/></a:lnTo><a:lnTo><a:pt x="15709" y="14363"/></a:lnTo><a:lnTo><a:pt x="15544" y="14693"/></a:lnTo><a:lnTo><a:pt x="15455" y="15113"/></a:lnTo><a:lnTo><a:pt x="15455" y="15532"/></a:lnTo><a:lnTo><a:pt x="15455" y="15951"/></a:lnTo><a:lnTo><a:pt x="15544" y="16370"/></a:lnTo><a:lnTo><a:pt x="15786" y="16713"/></a:lnTo><a:lnTo><a:pt x="15875" y="16878"/></a:lnTo><a:lnTo><a:pt x="16040" y="17043"/></a:lnTo><a:lnTo><a:pt x="16129" y="17208"/></a:lnTo><a:lnTo><a:pt x="16383" y="17386"/></a:lnTo><a:lnTo><a:pt x="16713" y="17551"/></a:lnTo><a:lnTo><a:pt x="16878" y="17627"/></a:lnTo><a:lnTo><a:pt x="17221" y="17716"/></a:lnTo><a:lnTo><a:pt x="17970" y="17805"/></a:lnTo><a:lnTo><a:pt x="18224" y="17716"/></a:lnTo><a:lnTo><a:pt x="18389" y="17627"/></a:lnTo><a:lnTo><a:pt x="18643" y="17551"/></a:lnTo><a:lnTo><a:pt x="18808" y="17462"/></a:lnTo><a:lnTo><a:pt x="19062" y="17386"/></a:lnTo><a:lnTo><a:pt x="19227" y="17208"/></a:lnTo><a:lnTo><a:pt x="19405" y="17043"/></a:lnTo><a:lnTo><a:pt x="19481" y="16878"/></a:lnTo><a:lnTo><a:pt x="19659" y="16713"/></a:lnTo><a:lnTo><a:pt x="19735" y="16459"/></a:lnTo><a:lnTo><a:pt x="19900" y="16040"/></a:lnTo><a:lnTo><a:pt x="19989" y="15621"/></a:lnTo><a:close/></a:path></a:pathLst></a:custGeom><a:solidFill><a:srgbClr val="000000"/></a:solidFill></p:spPr><p:txBody><a:bodyPr wrap="square" lIns="0" tIns="0" rIns="0" bIns="0" rtlCol="0"/><a:lstStyle/><a:p/></p:txBody></p:sp><p:sp><p:nvSpPr><p:cNvPr id="501" name="object 501"/><p:cNvSpPr/><p:nvPr/></p:nvSpPr><p:spPr><a:xfrm><a:off x="17042562" y="12104031"/><a:ext cx="21590" cy="16510"/></a:xfrm><a:custGeom><a:avLst/><a:gdLst/><a:ahLst/><a:cxnLst/><a:rect l="l" t="t" r="r" b="b"/><a:pathLst><a:path w="21590" h="16509"><a:moveTo><a:pt x="4533" y="1765"/></a:moveTo><a:lnTo><a:pt x="4457" y="1511"/></a:lnTo><a:lnTo><a:pt x="4368" y="1333"/></a:lnTo><a:lnTo><a:pt x="4279" y="1092"/></a:lnTo><a:lnTo><a:pt x="4038" y="749"/></a:lnTo><a:lnTo><a:pt x="3695" y="419"/></a:lnTo><a:lnTo><a:pt x="3365" y="254"/></a:lnTo><a:lnTo><a:pt x="2946" y="76"/></a:lnTo><a:lnTo><a:pt x="2527" y="0"/></a:lnTo><a:lnTo><a:pt x="2108" y="0"/></a:lnTo><a:lnTo><a:pt x="1765" y="76"/></a:lnTo><a:lnTo><a:pt x="1346" y="165"/></a:lnTo><a:lnTo><a:pt x="927" y="419"/></a:lnTo><a:lnTo><a:pt x="673" y="673"/></a:lnTo><a:lnTo><a:pt x="419" y="1003"/></a:lnTo><a:lnTo><a:pt x="165" y="1333"/></a:lnTo><a:lnTo><a:pt x="165" y="1511"/></a:lnTo><a:lnTo><a:pt x="88" y="1765"/></a:lnTo><a:lnTo><a:pt x="0" y="2184"/></a:lnTo><a:lnTo><a:pt x="4533" y="2184"/></a:lnTo><a:lnTo><a:pt x="4533" y="1841"/></a:lnTo><a:close/></a:path><a:path w="21590" h="16509"><a:moveTo><a:pt x="20993" y="13093"/></a:moveTo><a:lnTo><a:pt x="16878" y="13093"/></a:lnTo><a:lnTo><a:pt x="20993" y="13182"/></a:lnTo><a:close/></a:path><a:path w="21590" h="16509"><a:moveTo><a:pt x="21247" y="13931"/></a:moveTo><a:lnTo><a:pt x="21170" y="13512"/></a:lnTo><a:lnTo><a:pt x="20993" y="13182"/></a:lnTo><a:lnTo><a:pt x="16878" y="13182"/></a:lnTo><a:lnTo><a:pt x="16713" y="13512"/></a:lnTo><a:lnTo><a:pt x="16713" y="13931"/></a:lnTo><a:lnTo><a:pt x="16713" y="14351"/></a:lnTo><a:lnTo><a:pt x="16802" y="14770"/></a:lnTo><a:lnTo><a:pt x="16967" y="15189"/></a:lnTo><a:lnTo><a:pt x="17132" y="15532"/></a:lnTo><a:lnTo><a:pt x="17475" y="15862"/></a:lnTo><a:lnTo><a:pt x="17805" y="16116"/></a:lnTo><a:lnTo><a:pt x="17970" y="16205"/></a:lnTo><a:lnTo><a:pt x="18224" y="16281"/></a:lnTo><a:lnTo><a:pt x="18732" y="16370"/></a:lnTo><a:lnTo><a:pt x="19227" y="16370"/></a:lnTo><a:lnTo><a:pt x="19481" y="16281"/></a:lnTo><a:lnTo><a:pt x="19659" y="16281"/></a:lnTo><a:lnTo><a:pt x="19900" y="16205"/></a:lnTo><a:lnTo><a:pt x="20078" y="16116"/></a:lnTo><a:lnTo><a:pt x="20320" y="15951"/></a:lnTo><a:lnTo><a:pt x="20662" y="15608"/></a:lnTo><a:lnTo><a:pt x="20916" y="15278"/></a:lnTo><a:lnTo><a:pt x="21082" y="14859"/></a:lnTo><a:lnTo><a:pt x="21170" y="14439"/></a:lnTo><a:lnTo><a:pt x="21247" y="13931"/></a:lnTo><a:close/></a:path></a:pathLst></a:custGeom><a:solidFill><a:srgbClr val="000000"/></a:solidFill></p:spPr><p:txBody><a:bodyPr wrap="square" lIns="0" tIns="0" rIns="0" bIns="0" rtlCol="0"/><a:lstStyle/><a:p/></p:txBody></p:sp><p:sp><p:nvSpPr><p:cNvPr id="502" name="object 502"/><p:cNvSpPr/><p:nvPr/></p:nvSpPr><p:spPr><a:xfrm><a:off x="17025011" y="12093528"/><a:ext cx="22225" cy="15240"/></a:xfrm><a:custGeom><a:avLst/><a:gdLst/><a:ahLst/><a:cxnLst/><a:rect l="l" t="t" r="r" b="b"/><a:pathLst><a:path w="22225" h="15240"><a:moveTo><a:pt x="4533" y="2019"/></a:moveTo><a:lnTo><a:pt x="4457" y="1676"/></a:lnTo><a:lnTo><a:pt x="4368" y="1346"/></a:lnTo><a:lnTo><a:pt x="4292" y="1181"/></a:lnTo><a:lnTo><a:pt x="4114" y="927"/></a:lnTo><a:lnTo><a:pt x="3860" y="673"/></a:lnTo><a:lnTo><a:pt x="3695" y="508"/></a:lnTo><a:lnTo><a:pt x="3530" y="342"/></a:lnTo><a:lnTo><a:pt x="3365" y="342"/></a:lnTo><a:lnTo><a:pt x="3200" y="165"/></a:lnTo><a:lnTo><a:pt x="3022" y="88"/></a:lnTo><a:lnTo><a:pt x="2781" y="88"/></a:lnTo><a:lnTo><a:pt x="2527" y="0"/></a:lnTo><a:lnTo><a:pt x="1930" y="0"/></a:lnTo><a:lnTo><a:pt x="1511" y="88"/></a:lnTo><a:lnTo><a:pt x="1181" y="342"/></a:lnTo><a:lnTo><a:pt x="1016" y="342"/></a:lnTo><a:lnTo><a:pt x="762" y="508"/></a:lnTo><a:lnTo><a:pt x="673" y="673"/></a:lnTo><a:lnTo><a:pt x="508" y="838"/></a:lnTo><a:lnTo><a:pt x="254" y="1181"/></a:lnTo><a:lnTo><a:pt x="254" y="1346"/></a:lnTo><a:lnTo><a:pt x="88" y="1600"/></a:lnTo><a:lnTo><a:pt x="0" y="2019"/></a:lnTo><a:lnTo><a:pt x="0" y="2527"/></a:lnTo><a:lnTo><a:pt x="88" y="2946"/></a:lnTo><a:lnTo><a:pt x="4457" y="2946"/></a:lnTo><a:lnTo><a:pt x="4533" y="2527"/></a:lnTo><a:lnTo><a:pt x="4533" y="2095"/></a:lnTo><a:close/></a:path><a:path w="22225" h="15240"><a:moveTo><a:pt x="22085" y="12687"/></a:moveTo><a:lnTo><a:pt x="17551" y="12687"/></a:lnTo><a:lnTo><a:pt x="17640" y="13106"/></a:lnTo><a:lnTo><a:pt x="17716" y="13525"/></a:lnTo><a:lnTo><a:pt x="17894" y="13855"/></a:lnTo><a:lnTo><a:pt x="17970" y="14020"/></a:lnTo><a:lnTo><a:pt x="18148" y="14274"/></a:lnTo><a:lnTo><a:pt x="18478" y="14528"/></a:lnTo><a:lnTo><a:pt x="18808" y="14782"/></a:lnTo><a:lnTo><a:pt x="19151" y="14947"/></a:lnTo><a:lnTo><a:pt x="19316" y="14947"/></a:lnTo><a:lnTo><a:pt x="19570" y="15036"/></a:lnTo><a:lnTo><a:pt x="20078" y="15036"/></a:lnTo><a:lnTo><a:pt x="20408" y="14947"/></a:lnTo><a:lnTo><a:pt x="20828" y="14782"/></a:lnTo><a:lnTo><a:pt x="21170" y="14617"/></a:lnTo><a:lnTo><a:pt x="21501" y="14274"/></a:lnTo><a:lnTo><a:pt x="21755" y="14020"/></a:lnTo><a:lnTo><a:pt x="21831" y="13855"/></a:lnTo><a:lnTo><a:pt x="21920" y="13601"/></a:lnTo><a:lnTo><a:pt x="22085" y="13182"/></a:lnTo><a:lnTo><a:pt x="22085" y="12763"/></a:lnTo><a:close/></a:path><a:path w="22225" h="15240"><a:moveTo><a:pt x="22085" y="12344"/></a:moveTo><a:lnTo><a:pt x="17640" y="12344"/></a:lnTo><a:lnTo><a:pt x="22085" y="12687"/></a:lnTo><a:lnTo><a:pt x="22085" y="12344"/></a:lnTo><a:close/></a:path></a:pathLst></a:custGeom><a:solidFill><a:srgbClr val="000000"/></a:solidFill></p:spPr><p:txBody><a:bodyPr wrap="square" lIns="0" tIns="0" rIns="0" bIns="0" rtlCol="0"/><a:lstStyle/><a:p/></p:txBody></p:sp><p:sp><p:nvSpPr><p:cNvPr id="503" name="object 503"/><p:cNvSpPr/><p:nvPr/></p:nvSpPr><p:spPr><a:xfrm><a:off x="17006621" y="12084549"/><a:ext cx="23495" cy="13970"/></a:xfrm><a:custGeom><a:avLst/><a:gdLst/><a:ahLst/><a:cxnLst/><a:rect l="l" t="t" r="r" b="b"/><a:pathLst><a:path w="23494" h="13970"><a:moveTo><a:pt x="4533" y="1841"/></a:moveTo><a:lnTo><a:pt x="4368" y="1422"/></a:lnTo><a:lnTo><a:pt x="4203" y="1003"/></a:lnTo><a:lnTo><a:pt x="3949" y="673"/></a:lnTo><a:lnTo><a:pt x="3619" y="419"/></a:lnTo><a:lnTo><a:pt x="3200" y="165"/></a:lnTo><a:lnTo><a:pt x="2768" y="76"/></a:lnTo><a:lnTo><a:pt x="2603" y="0"/></a:lnTo><a:lnTo><a:pt x="1854" y="0"/></a:lnTo><a:lnTo><a:pt x="1435" y="165"/></a:lnTo><a:lnTo><a:pt x="1016" y="330"/></a:lnTo><a:lnTo><a:pt x="673" y="584"/></a:lnTo><a:lnTo><a:pt x="419" y="1003"/></a:lnTo><a:lnTo><a:pt x="165" y="1346"/></a:lnTo><a:lnTo><a:pt x="88" y="1765"/></a:lnTo><a:lnTo><a:pt x="0" y="2184"/></a:lnTo><a:lnTo><a:pt x="0" y="2349"/></a:lnTo><a:lnTo><a:pt x="0" y="2603"/></a:lnTo><a:lnTo><a:pt x="88" y="2768"/></a:lnTo><a:lnTo><a:pt x="88" y="3022"/></a:lnTo><a:lnTo><a:pt x="165" y="3187"/></a:lnTo><a:lnTo><a:pt x="342" y="3352"/></a:lnTo><a:lnTo><a:pt x="419" y="3517"/></a:lnTo><a:lnTo><a:pt x="508" y="3695"/></a:lnTo><a:lnTo><a:pt x="4038" y="3695"/></a:lnTo><a:lnTo><a:pt x="4203" y="3517"/></a:lnTo><a:lnTo><a:pt x="4279" y="3352"/></a:lnTo><a:lnTo><a:pt x="4368" y="3187"/></a:lnTo><a:lnTo><a:pt x="4457" y="3022"/></a:lnTo><a:lnTo><a:pt x="4533" y="2768"/></a:lnTo><a:lnTo><a:pt x="4533" y="2603"/></a:lnTo><a:lnTo><a:pt x="4533" y="2349"/></a:lnTo><a:lnTo><a:pt x="4533" y="2184"/></a:lnTo><a:lnTo><a:pt x="4533" y="1841"/></a:lnTo><a:close/></a:path><a:path w="23494" h="13970"><a:moveTo><a:pt x="22847" y="11925"/></a:moveTo><a:lnTo><a:pt x="18478" y="11925"/></a:lnTo><a:lnTo><a:pt x="18643" y="12344"/></a:lnTo><a:lnTo><a:pt x="20408" y="13512"/></a:lnTo><a:lnTo><a:pt x="20916" y="13512"/></a:lnTo><a:lnTo><a:pt x="22847" y="11925"/></a:lnTo><a:close/></a:path><a:path w="23494" h="13970"><a:moveTo><a:pt x="22923" y="11506"/></a:moveTo><a:lnTo><a:pt x="18389" y="11506"/></a:lnTo><a:lnTo><a:pt x="22847" y="11925"/></a:lnTo><a:lnTo><a:pt x="22923" y="11506"/></a:lnTo><a:close/></a:path></a:pathLst></a:custGeom><a:solidFill><a:srgbClr val="000000"/></a:solidFill></p:spPr><p:txBody><a:bodyPr wrap="square" lIns="0" tIns="0" rIns="0" bIns="0" rtlCol="0"/><a:lstStyle/><a:p/></p:txBody></p:sp><p:sp><p:nvSpPr><p:cNvPr id="504" name="object 504"/><p:cNvSpPr/><p:nvPr/></p:nvSpPr><p:spPr><a:xfrm><a:off x="16987558" y="12077069"/><a:ext cx="23495" cy="12065"/></a:xfrm><a:custGeom><a:avLst/><a:gdLst/><a:ahLst/><a:cxnLst/><a:rect l="l" t="t" r="r" b="b"/><a:pathLst><a:path w="23494" h="12065"><a:moveTo><a:pt x="4533" y="1765"/></a:moveTo><a:lnTo><a:pt x="4457" y="1600"/></a:lnTo><a:lnTo><a:pt x="4368" y="1435"/></a:lnTo><a:lnTo><a:pt x="4279" y="1181"/></a:lnTo><a:lnTo><a:pt x="4203" y="1016"/></a:lnTo><a:lnTo><a:pt x="4038" y="838"/></a:lnTo><a:lnTo><a:pt x="3860" y="673"/></a:lnTo><a:lnTo><a:pt x="3695" y="508"/></a:lnTo><a:lnTo><a:pt x="3365" y="342"/></a:lnTo><a:lnTo><a:pt x="3200" y="254"/></a:lnTo><a:lnTo><a:pt x="2946" y="177"/></a:lnTo><a:lnTo><a:pt x="2768" y="88"/></a:lnTo><a:lnTo><a:pt x="2527" y="88"/></a:lnTo><a:lnTo><a:pt x="2019" y="88"/></a:lnTo><a:lnTo><a:pt x="1765" y="88"/></a:lnTo><a:lnTo><a:pt x="1600" y="177"/></a:lnTo><a:lnTo><a:pt x="1346" y="254"/></a:lnTo><a:lnTo><a:pt x="1181" y="342"/></a:lnTo><a:lnTo><a:pt x="1016" y="419"/></a:lnTo><a:lnTo><a:pt x="838" y="508"/></a:lnTo><a:lnTo><a:pt x="673" y="673"/></a:lnTo><a:lnTo><a:pt x="508" y="838"/></a:lnTo><a:lnTo><a:pt x="419" y="1016"/></a:lnTo><a:lnTo><a:pt x="342" y="1181"/></a:lnTo><a:lnTo><a:pt x="177" y="1435"/></a:lnTo><a:lnTo><a:pt x="88" y="1600"/></a:lnTo><a:lnTo><a:pt x="88" y="1765"/></a:lnTo><a:lnTo><a:pt x="0" y="2019"/></a:lnTo><a:lnTo><a:pt x="0" y="2184"/></a:lnTo><a:lnTo><a:pt x="0" y="2438"/></a:lnTo><a:lnTo><a:pt x="0" y="2603"/></a:lnTo><a:lnTo><a:pt x="88" y="2857"/></a:lnTo><a:lnTo><a:pt x="177" y="3022"/></a:lnTo><a:lnTo><a:pt x="254" y="3276"/></a:lnTo><a:lnTo><a:pt x="342" y="3441"/></a:lnTo><a:lnTo><a:pt x="508" y="3695"/></a:lnTo><a:lnTo><a:pt x="762" y="4038"/></a:lnTo><a:lnTo><a:pt x="927" y="4114"/></a:lnTo><a:lnTo><a:pt x="1181" y="4279"/></a:lnTo><a:lnTo><a:pt x="3441" y="4279"/></a:lnTo><a:lnTo><a:pt x="3695" y="4114"/></a:lnTo><a:lnTo><a:pt x="3949" y="3784"/></a:lnTo><a:lnTo><a:pt x="4114" y="3695"/></a:lnTo><a:lnTo><a:pt x="4279" y="3441"/></a:lnTo><a:lnTo><a:pt x="4279" y="3276"/></a:lnTo><a:lnTo><a:pt x="4457" y="3022"/></a:lnTo><a:lnTo><a:pt x="4457" y="2857"/></a:lnTo><a:lnTo><a:pt x="4533" y="2603"/></a:lnTo><a:lnTo><a:pt x="4533" y="2438"/></a:lnTo><a:lnTo><a:pt x="4533" y="2184"/></a:lnTo><a:lnTo><a:pt x="4533" y="2019"/></a:lnTo><a:lnTo><a:pt x="4533" y="1765"/></a:lnTo><a:close/></a:path><a:path w="23494" h="12065"><a:moveTo><a:pt x="23101" y="11176"/></a:moveTo><a:lnTo><a:pt x="19570" y="11176"/></a:lnTo><a:lnTo><a:pt x="19735" y="11341"/></a:lnTo><a:lnTo><a:pt x="19900" y="11506"/></a:lnTo><a:lnTo><a:pt x="20078" y="11595"/></a:lnTo><a:lnTo><a:pt x="20243" y="11760"/></a:lnTo><a:lnTo><a:pt x="20408" y="11849"/></a:lnTo><a:lnTo><a:pt x="20662" y="11925"/></a:lnTo><a:lnTo><a:pt x="20828" y="11925"/></a:lnTo><a:lnTo><a:pt x="20993" y="12014"/></a:lnTo><a:lnTo><a:pt x="21590" y="12014"/></a:lnTo><a:lnTo><a:pt x="21831" y="11925"/></a:lnTo><a:lnTo><a:pt x="22009" y="11925"/></a:lnTo><a:lnTo><a:pt x="22263" y="11849"/></a:lnTo><a:lnTo><a:pt x="22428" y="11760"/></a:lnTo><a:lnTo><a:pt x="22682" y="11595"/></a:lnTo><a:lnTo><a:pt x="22923" y="11341"/></a:lnTo><a:lnTo><a:pt x="23101" y="11176"/></a:lnTo><a:close/></a:path><a:path w="23494" h="12065"><a:moveTo><a:pt x="23266" y="10998"/></a:moveTo><a:lnTo><a:pt x="19481" y="10998"/></a:lnTo><a:lnTo><a:pt x="23101" y="11176"/></a:lnTo><a:lnTo><a:pt x="23266" y="10998"/></a:lnTo><a:close/></a:path></a:pathLst></a:custGeom><a:solidFill><a:srgbClr val="000000"/></a:solidFill></p:spPr><p:txBody><a:bodyPr wrap="square" lIns="0" tIns="0" rIns="0" bIns="0" rtlCol="0"/><a:lstStyle/><a:p/></p:txBody></p:sp><p:sp><p:nvSpPr><p:cNvPr id="505" name="object 505"/><p:cNvSpPr/><p:nvPr/></p:nvSpPr><p:spPr><a:xfrm><a:off x="16968001" y="12071277"/><a:ext cx="23495" cy="10795"/></a:xfrm><a:custGeom><a:avLst/><a:gdLst/><a:ahLst/><a:cxnLst/><a:rect l="l" t="t" r="r" b="b"/><a:pathLst><a:path w="23494" h="10795"><a:moveTo><a:pt x="2514" y="4533"/></a:moveTo><a:lnTo><a:pt x="1752" y="4457"/></a:lnTo><a:lnTo><a:pt x="2514" y="4533"/></a:lnTo><a:close/></a:path><a:path w="23494" h="10795"><a:moveTo><a:pt x="4533" y="2095"/></a:moveTo><a:lnTo><a:pt x="4445" y="1930"/></a:lnTo><a:lnTo><a:pt x="4445" y="1676"/></a:lnTo><a:lnTo><a:pt x="4356" y="1511"/></a:lnTo><a:lnTo><a:pt x="4279" y="1257"/></a:lnTo><a:lnTo><a:pt x="4191" y="1092"/></a:lnTo><a:lnTo><a:pt x="4025" y="927"/></a:lnTo><a:lnTo><a:pt x="3937" y="762"/></a:lnTo><a:lnTo><a:pt x="3771" y="584"/></a:lnTo><a:lnTo><a:pt x="3606" y="419"/></a:lnTo><a:lnTo><a:pt x="3352" y="342"/></a:lnTo><a:lnTo><a:pt x="3187" y="165"/></a:lnTo><a:lnTo><a:pt x="2933" y="88"/></a:lnTo><a:lnTo><a:pt x="2768" y="88"/></a:lnTo><a:lnTo><a:pt x="2514" y="0"/></a:lnTo><a:lnTo><a:pt x="1930" y="0"/></a:lnTo><a:lnTo><a:pt x="1752" y="88"/></a:lnTo><a:lnTo><a:pt x="1511" y="88"/></a:lnTo><a:lnTo><a:pt x="1257" y="165"/></a:lnTo><a:lnTo><a:pt x="1092" y="342"/></a:lnTo><a:lnTo><a:pt x="914" y="419"/></a:lnTo><a:lnTo><a:pt x="673" y="584"/></a:lnTo><a:lnTo><a:pt x="584" y="762"/></a:lnTo><a:lnTo><a:pt x="419" y="927"/></a:lnTo><a:lnTo><a:pt x="330" y="1092"/></a:lnTo><a:lnTo><a:pt x="165" y="1257"/></a:lnTo><a:lnTo><a:pt x="76" y="1511"/></a:lnTo><a:lnTo><a:pt x="0" y="1676"/></a:lnTo><a:lnTo><a:pt x="0" y="1930"/></a:lnTo><a:lnTo><a:pt x="0" y="2095"/></a:lnTo><a:lnTo><a:pt x="0" y="2349"/></a:lnTo><a:lnTo><a:pt x="0" y="2514"/></a:lnTo><a:lnTo><a:pt x="0" y="2857"/></a:lnTo><a:lnTo><a:pt x="673" y="3860"/></a:lnTo><a:lnTo><a:pt x="1003" y="4114"/></a:lnTo><a:lnTo><a:pt x="1333" y="4368"/></a:lnTo><a:lnTo><a:pt x="1511" y="4368"/></a:lnTo><a:lnTo><a:pt x="1752" y="4457"/></a:lnTo><a:lnTo><a:pt x="2679" y="4457"/></a:lnTo><a:lnTo><a:pt x="2933" y="4368"/></a:lnTo><a:lnTo><a:pt x="3098" y="4368"/></a:lnTo><a:lnTo><a:pt x="3352" y="4203"/></a:lnTo><a:lnTo><a:pt x="3517" y="4114"/></a:lnTo><a:lnTo><a:pt x="3695" y="3949"/></a:lnTo><a:lnTo><a:pt x="4025" y="3695"/></a:lnTo><a:lnTo><a:pt x="4191" y="3365"/></a:lnTo><a:lnTo><a:pt x="4279" y="3187"/></a:lnTo><a:lnTo><a:pt x="4356" y="2933"/></a:lnTo><a:lnTo><a:pt x="4445" y="2514"/></a:lnTo><a:lnTo><a:pt x="4533" y="2349"/></a:lnTo><a:lnTo><a:pt x="4533" y="2095"/></a:lnTo><a:close/></a:path><a:path w="23494" h="10795"><a:moveTo><a:pt x="22999" y="10071"/></a:moveTo><a:lnTo><a:pt x="20739" y="10071"/></a:lnTo><a:lnTo><a:pt x="21069" y="10248"/></a:lnTo><a:lnTo><a:pt x="21323" y="10325"/></a:lnTo><a:lnTo><a:pt x="21577" y="10325"/></a:lnTo><a:lnTo><a:pt x="22085" y="10325"/></a:lnTo><a:lnTo><a:pt x="22415" y="10325"/></a:lnTo><a:lnTo><a:pt x="22580" y="10248"/></a:lnTo><a:lnTo><a:pt x="22834" y="10160"/></a:lnTo><a:lnTo><a:pt x="22999" y="10071"/></a:lnTo><a:close/></a:path><a:path w="23494" h="10795"><a:moveTo><a:pt x="23253" y="9906"/></a:moveTo><a:lnTo><a:pt x="20485" y="9906"/></a:lnTo><a:lnTo><a:pt x="22999" y="10071"/></a:lnTo><a:lnTo><a:pt x="23253" y="9906"/></a:lnTo><a:close/></a:path></a:pathLst></a:custGeom><a:solidFill><a:srgbClr val="000000"/></a:solidFill></p:spPr><p:txBody><a:bodyPr wrap="square" lIns="0" tIns="0" rIns="0" bIns="0" rtlCol="0"/><a:lstStyle/><a:p/></p:txBody></p:sp><p:sp><p:nvSpPr><p:cNvPr id="506" name="object 506"/><p:cNvSpPr/><p:nvPr/></p:nvSpPr><p:spPr><a:xfrm><a:off x="16929037" y="12064559"/><a:ext cx="41910" cy="11430"/></a:xfrm><a:custGeom><a:avLst/><a:gdLst/><a:ahLst/><a:cxnLst/><a:rect l="l" t="t" r="r" b="b"/><a:pathLst><a:path w="41909" h="11429"><a:moveTo><a:pt x="1676" y="88"/></a:moveTo><a:lnTo><a:pt x="1257" y="0"/></a:lnTo><a:lnTo><a:pt x="419" y="0"/></a:lnTo><a:lnTo><a:pt x="76" y="88"/></a:lnTo><a:lnTo><a:pt x="1676" y="165"/></a:lnTo><a:close/></a:path><a:path w="41909" h="11429"><a:moveTo><a:pt x="23418" y="4279"/></a:moveTo><a:lnTo><a:pt x="23342" y="4038"/></a:lnTo><a:lnTo><a:pt x="23088" y="3606"/></a:lnTo><a:lnTo><a:pt x="22834" y="3276"/></a:lnTo><a:lnTo><a:pt x="22580" y="3022"/></a:lnTo><a:lnTo><a:pt x="22250" y="2768"/></a:lnTo><a:lnTo><a:pt x="21831" y="2603"/></a:lnTo><a:lnTo><a:pt x="21412" y="2514"/></a:lnTo><a:lnTo><a:pt x="20904" y="2514"/></a:lnTo><a:lnTo><a:pt x="20650" y="2603"/></a:lnTo><a:lnTo><a:pt x="20485" y="2603"/></a:lnTo><a:lnTo><a:pt x="20231" y="2692"/></a:lnTo><a:lnTo><a:pt x="19812" y="2946"/></a:lnTo><a:lnTo><a:pt x="19558" y="3187"/></a:lnTo><a:lnTo><a:pt x="19304" y="3530"/></a:lnTo><a:lnTo><a:pt x="19062" y="3949"/></a:lnTo><a:lnTo><a:pt x="18973" y="4279"/></a:lnTo><a:lnTo><a:pt x="18884" y="4699"/></a:lnTo><a:lnTo><a:pt x="18884" y="4876"/></a:lnTo><a:lnTo><a:pt x="18973" y="5118"/></a:lnTo><a:lnTo><a:pt x="18973" y="5295"/></a:lnTo><a:lnTo><a:pt x="19062" y="5549"/></a:lnTo><a:lnTo><a:pt x="19062" y="5715"/></a:lnTo><a:lnTo><a:pt x="19227" y="5969"/></a:lnTo><a:lnTo><a:pt x="19304" y="6134"/></a:lnTo><a:lnTo><a:pt x="19558" y="6299"/></a:lnTo><a:lnTo><a:pt x="19646" y="6464"/></a:lnTo><a:lnTo><a:pt x="19900" y="6629"/></a:lnTo><a:lnTo><a:pt x="20231" y="6883"/></a:lnTo><a:lnTo><a:pt x="20396" y="6883"/></a:lnTo><a:lnTo><a:pt x="20650" y="6972"/></a:lnTo><a:lnTo><a:pt x="20815" y="7061"/></a:lnTo><a:lnTo><a:pt x="21488" y="7061"/></a:lnTo><a:lnTo><a:pt x="21666" y="6972"/></a:lnTo><a:lnTo><a:pt x="21907" y="6883"/></a:lnTo><a:lnTo><a:pt x="22085" y="6883"/></a:lnTo><a:lnTo><a:pt x="22326" y="6718"/></a:lnTo><a:lnTo><a:pt x="22504" y="6629"/></a:lnTo><a:lnTo><a:pt x="22669" y="6464"/></a:lnTo><a:lnTo><a:pt x="22834" y="6299"/></a:lnTo><a:lnTo><a:pt x="22999" y="6134"/></a:lnTo><a:lnTo><a:pt x="23088" y="5969"/></a:lnTo><a:lnTo><a:pt x="23253" y="5715"/></a:lnTo><a:lnTo><a:pt x="23342" y="5549"/></a:lnTo><a:lnTo><a:pt x="23342" y="5295"/></a:lnTo><a:lnTo><a:pt x="23418" y="5118"/></a:lnTo><a:lnTo><a:pt x="23418" y="4876"/></a:lnTo><a:lnTo><a:pt x="23418" y="4699"/></a:lnTo><a:lnTo><a:pt x="23418" y="4368"/></a:lnTo><a:close/></a:path><a:path w="41909" h="11429"><a:moveTo><a:pt x="41643" y="11176"/></a:moveTo><a:lnTo><a:pt x="40716" y="11176"/></a:lnTo><a:lnTo><a:pt x="41478" y="11252"/></a:lnTo><a:lnTo><a:pt x="41643" y="11176"/></a:lnTo><a:close/></a:path></a:pathLst></a:custGeom><a:solidFill><a:srgbClr val="000000"/></a:solidFill></p:spPr><p:txBody><a:bodyPr wrap="square" lIns="0" tIns="0" rIns="0" bIns="0" rtlCol="0"/><a:lstStyle/><a:p/></p:txBody></p:sp><p:sp><p:nvSpPr><p:cNvPr id="507" name="object 507"/><p:cNvSpPr/><p:nvPr/></p:nvSpPr><p:spPr><a:xfrm><a:off x="16927602" y="12064648"/><a:ext cx="5080" cy="4445"/></a:xfrm><a:custGeom><a:avLst/><a:gdLst/><a:ahLst/><a:cxnLst/><a:rect l="l" t="t" r="r" b="b"/><a:pathLst><a:path w="5080" h="4445"><a:moveTo><a:pt x="3111" y="0"/></a:moveTo><a:lnTo><a:pt x="1511" y="0"/></a:lnTo><a:lnTo><a:pt x="3111" y="76"/></a:lnTo><a:close/></a:path><a:path w="5080" h="4445"><a:moveTo><a:pt x="4533" y="1930"/></a:moveTo><a:lnTo><a:pt x="4457" y="1587"/></a:lnTo><a:lnTo><a:pt x="4368" y="1168"/></a:lnTo><a:lnTo><a:pt x="4114" y="838"/></a:lnTo><a:lnTo><a:pt x="3860" y="495"/></a:lnTo><a:lnTo><a:pt x="3530" y="254"/></a:lnTo><a:lnTo><a:pt x="3111" y="76"/></a:lnTo><a:lnTo><a:pt x="1435" y="76"/></a:lnTo><a:lnTo><a:pt x="1092" y="254"/></a:lnTo><a:lnTo><a:pt x="762" y="495"/></a:lnTo><a:lnTo><a:pt x="508" y="749"/></a:lnTo><a:lnTo><a:pt x="254" y="1092"/></a:lnTo><a:lnTo><a:pt x="88" y="1511"/></a:lnTo><a:lnTo><a:pt x="0" y="1930"/></a:lnTo><a:lnTo><a:pt x="0" y="2349"/></a:lnTo><a:lnTo><a:pt x="88" y="2768"/></a:lnTo><a:lnTo><a:pt x="254" y="3187"/></a:lnTo><a:lnTo><a:pt x="508" y="3606"/></a:lnTo><a:lnTo><a:pt x="838" y="3860"/></a:lnTo><a:lnTo><a:pt x="1181" y="4114"/></a:lnTo><a:lnTo><a:pt x="1600" y="4368"/></a:lnTo><a:lnTo><a:pt x="2095" y="4445"/></a:lnTo><a:lnTo><a:pt x="2527" y="4445"/></a:lnTo><a:lnTo><a:pt x="2857" y="4368"/></a:lnTo><a:lnTo><a:pt x="3022" y="4368"/></a:lnTo><a:lnTo><a:pt x="3365" y="4191"/></a:lnTo><a:lnTo><a:pt x="3695" y="3949"/></a:lnTo><a:lnTo><a:pt x="4038" y="3606"/></a:lnTo><a:lnTo><a:pt x="4279" y="3276"/></a:lnTo><a:lnTo><a:pt x="4457" y="2857"/></a:lnTo><a:lnTo><a:pt x="4533" y="2425"/></a:lnTo><a:lnTo><a:pt x="4533" y="2006"/></a:lnTo><a:close/></a:path></a:pathLst></a:custGeom><a:solidFill><a:srgbClr val="000000"/></a:solidFill></p:spPr><p:txBody><a:bodyPr wrap="square" lIns="0" tIns="0" rIns="0" bIns="0" rtlCol="0"/><a:lstStyle/><a:p/></p:txBody></p:sp><p:sp><p:nvSpPr><p:cNvPr id="508" name="object 508"/><p:cNvSpPr/><p:nvPr/></p:nvSpPr><p:spPr><a:xfrm><a:off x="16607582" y="12311929"/><a:ext cx="378460" cy="497840"/></a:xfrm><a:custGeom><a:avLst/><a:gdLst/><a:ahLst/><a:cxnLst/><a:rect l="l" t="t" r="r" b="b"/><a:pathLst><a:path w="378459" h="497840"><a:moveTo><a:pt x="67599" y="66503"/></a:moveTo><a:lnTo><a:pt x="59191" y="28464"/></a:lnTo><a:lnTo><a:pt x="58530" y="16122"/></a:lnTo><a:lnTo><a:pt x="58446" y="14442"/></a:lnTo><a:lnTo><a:pt x="58004" y="10325"/></a:lnTo><a:lnTo><a:pt x="57977" y="5274"/></a:lnTo><a:lnTo><a:pt x="56934" y="1259"/></a:lnTo><a:lnTo><a:pt x="56682" y="503"/></a:lnTo><a:lnTo><a:pt x="56515" y="83"/></a:lnTo><a:lnTo><a:pt x="56179" y="0"/></a:lnTo><a:lnTo><a:pt x="55927" y="167"/></a:lnTo><a:lnTo><a:pt x="52678" y="22046"/></a:lnTo><a:lnTo><a:pt x="52064" y="28465"/></a:lnTo><a:lnTo><a:pt x="48561" y="75064"/></a:lnTo><a:lnTo><a:pt x="47697" y="87916"/></a:lnTo><a:lnTo><a:pt x="47277" y="93961"/></a:lnTo><a:lnTo><a:pt x="46857" y="100091"/></a:lnTo><a:lnTo><a:pt x="46522" y="106389"/></a:lnTo><a:lnTo><a:pt x="43170" y="158666"/></a:lnTo><a:lnTo><a:pt x="39885" y="210957"/></a:lnTo><a:lnTo><a:pt x="36470" y="263240"/></a:lnTo><a:lnTo><a:pt x="32730" y="315496"/></a:lnTo><a:lnTo><a:pt x="28467" y="367702"/></a:lnTo><a:lnTo><a:pt x="27963" y="373916"/></a:lnTo><a:lnTo><a:pt x="27375" y="379962"/></a:lnTo><a:lnTo><a:pt x="26787" y="385924"/></a:lnTo><a:lnTo><a:pt x="26200" y="391717"/></a:lnTo><a:lnTo><a:pt x="25696" y="397343"/></a:lnTo><a:lnTo><a:pt x="19818" y="443946"/></a:lnTo><a:lnTo><a:pt x="19146" y="447473"/></a:lnTo><a:lnTo><a:pt x="18558" y="450832"/></a:lnTo><a:lnTo><a:pt x="17655" y="455044"/></a:lnTo><a:lnTo><a:pt x="15703" y="466771"/></a:lnTo><a:lnTo><a:pt x="12344" y="469725"/></a:lnTo><a:lnTo><a:pt x="11756" y="470061"/></a:lnTo><a:lnTo><a:pt x="11084" y="470061"/></a:lnTo><a:lnTo><a:pt x="10412" y="469725"/></a:lnTo><a:lnTo><a:pt x="9825" y="469137"/></a:lnTo><a:lnTo><a:pt x="6293" y="463942"/></a:lnTo><a:lnTo><a:pt x="4839" y="452940"/></a:lnTo><a:lnTo><a:pt x="3778" y="446801"/></a:lnTo><a:lnTo><a:pt x="124" y="400729"/></a:lnTo><a:lnTo><a:pt x="0" y="387855"/></a:lnTo><a:lnTo><a:pt x="0" y="382565"/></a:lnTo><a:lnTo><a:pt x="2939" y="339572"/></a:lnTo><a:lnTo><a:pt x="16935" y="284074"/></a:lnTo><a:lnTo><a:pt x="52652" y="249893"/></a:lnTo><a:lnTo><a:pt x="74072" y="247570"/></a:lnTo><a:lnTo><a:pt x="84545" y="248321"/></a:lnTo><a:lnTo><a:pt x="137803" y="261501"/></a:lnTo><a:lnTo><a:pt x="161073" y="269409"/></a:lnTo><a:lnTo><a:pt x="184338" y="277300"/></a:lnTo><a:lnTo><a:pt x="225304" y="288351"/></a:lnTo><a:lnTo><a:pt x="273187" y="284923"/></a:lnTo><a:lnTo><a:pt x="300545" y="250901"/></a:lnTo><a:lnTo><a:pt x="311988" y="202083"/></a:lnTo><a:lnTo><a:pt x="314423" y="155462"/></a:lnTo><a:lnTo><a:pt x="313780" y="131773"/></a:lnTo><a:lnTo><a:pt x="309279" y="84641"/></a:lnTo><a:lnTo><a:pt x="290581" y="19722"/></a:lnTo><a:lnTo><a:pt x="280799" y="28364"/></a:lnTo><a:lnTo><a:pt x="269474" y="83129"/></a:lnTo><a:lnTo><a:pt x="262444" y="145531"/></a:lnTo><a:lnTo><a:pt x="257726" y="198736"/></a:lnTo><a:lnTo><a:pt x="253805" y="252084"/></a:lnTo><a:lnTo><a:pt x="250422" y="305510"/></a:lnTo><a:lnTo><a:pt x="247319" y="358950"/></a:lnTo><a:lnTo><a:pt x="244239" y="412339"/></a:lnTo><a:lnTo><a:pt x="240923" y="465611"/></a:lnTo><a:lnTo><a:pt x="240671" y="468969"/></a:lnTo><a:lnTo><a:pt x="240419" y="472160"/></a:lnTo><a:lnTo><a:pt x="240167" y="475183"/></a:lnTo><a:lnTo><a:pt x="239915" y="478038"/></a:lnTo><a:lnTo><a:pt x="239747" y="480725"/></a:lnTo><a:lnTo><a:pt x="239331" y="485106"/></a:lnTo><a:lnTo><a:pt x="238480" y="492783"/></a:lnTo><a:lnTo><a:pt x="237360" y="497476"/></a:lnTo><a:lnTo><a:pt x="236137" y="492901"/></a:lnTo><a:lnTo><a:pt x="236053" y="491473"/></a:lnTo><a:lnTo><a:pt x="235885" y="489710"/></a:lnTo><a:lnTo><a:pt x="235471" y="473718"/></a:lnTo><a:lnTo><a:pt x="235646" y="457662"/></a:lnTo><a:lnTo><a:pt x="236255" y="441613"/></a:lnTo><a:lnTo><a:pt x="237144" y="425641"/></a:lnTo><a:lnTo><a:pt x="237480" y="420855"/></a:lnTo><a:lnTo><a:pt x="237816" y="416069"/></a:lnTo><a:lnTo><a:pt x="238236" y="411114"/></a:lnTo><a:lnTo><a:pt x="238656" y="406076"/></a:lnTo><a:lnTo><a:pt x="244216" y="357093"/></a:lnTo><a:lnTo><a:pt x="252536" y="308598"/></a:lnTo><a:lnTo><a:pt x="263993" y="260769"/></a:lnTo><a:lnTo><a:pt x="278964" y="213786"/></a:lnTo><a:lnTo><a:pt x="303728" y="153278"/></a:lnTo><a:lnTo><a:pt x="322199" y="116358"/></a:lnTo><a:lnTo><a:pt x="343195" y="80836"/></a:lnTo><a:lnTo><a:pt x="366885" y="47694"/></a:lnTo><a:lnTo><a:pt x="375283" y="37702"/></a:lnTo><a:lnTo><a:pt x="378054" y="34595"/></a:lnTo></a:path></a:pathLst></a:custGeom><a:ln w="3175"><a:solidFill><a:srgbClr val="003EFF"/></a:solidFill></a:ln></p:spPr><p:txBody><a:bodyPr wrap="square" lIns="0" tIns="0" rIns="0" bIns="0" rtlCol="0"/><a:lstStyle/><a:p/></p:txBody></p:sp><p:sp><p:nvSpPr><p:cNvPr id="509" name="object 509"/><p:cNvSpPr/><p:nvPr/></p:nvSpPr><p:spPr><a:xfrm><a:off x="16849681" y="12420781"/><a:ext cx="449580" cy="602615"/></a:xfrm><a:custGeom><a:avLst/><a:gdLst/><a:ahLst/><a:cxnLst/><a:rect l="l" t="t" r="r" b="b"/><a:pathLst><a:path w="449580" h="602615"><a:moveTo><a:pt x="0" y="338873"/></a:moveTo><a:lnTo><a:pt x="57261" y="390438"/></a:lnTo><a:lnTo><a:pt x="84328" y="396889"/></a:lnTo><a:lnTo><a:pt x="99793" y="380244"/></a:lnTo><a:lnTo><a:pt x="106298" y="345057"/></a:lnTo><a:lnTo><a:pt x="106479" y="295880"/></a:lnTo><a:lnTo><a:pt x="106144" y="288071"/></a:lnTo><a:lnTo><a:pt x="105724" y="280178"/></a:lnTo><a:lnTo><a:pt x="105220" y="272117"/></a:lnTo><a:lnTo><a:pt x="104716" y="263888"/></a:lnTo><a:lnTo><a:pt x="101924" y="225772"/></a:lnTo><a:lnTo><a:pt x="99015" y="187642"/></a:lnTo><a:lnTo><a:pt x="96605" y="149492"/></a:lnTo><a:lnTo><a:pt x="95311" y="111315"/></a:lnTo><a:lnTo><a:pt x="95311" y="103506"/></a:lnTo><a:lnTo><a:pt x="97121" y="64834"/></a:lnTo><a:lnTo><a:pt x="105304" y="27010"/></a:lnTo><a:lnTo><a:pt x="136756" y="0"/></a:lnTo><a:lnTo><a:pt x="153085" y="1819"/></a:lnTo><a:lnTo><a:pt x="196986" y="25067"/></a:lnTo><a:lnTo><a:pt x="242567" y="78989"/></a:lnTo><a:lnTo><a:pt x="255367" y="117445"/></a:lnTo><a:lnTo><a:pt x="256007" y="139427"/></a:lnTo><a:lnTo><a:pt x="251160" y="161028"/></a:lnTo><a:lnTo><a:pt x="222785" y="193185"/></a:lnTo><a:lnTo><a:pt x="180645" y="199481"/></a:lnTo><a:lnTo><a:pt x="167406" y="198677"/></a:lnTo><a:lnTo><a:pt x="154261" y="197468"/></a:lnTo><a:lnTo><a:pt x="151238" y="197132"/></a:lnTo><a:lnTo><a:pt x="148299" y="196880"/></a:lnTo><a:lnTo><a:pt x="145528" y="196544"/></a:lnTo><a:lnTo><a:pt x="143009" y="196376"/></a:lnTo><a:lnTo><a:pt x="140573" y="196208"/></a:lnTo><a:lnTo><a:pt x="138390" y="196040"/></a:lnTo><a:lnTo><a:pt x="134527" y="196040"/></a:lnTo><a:lnTo><a:pt x="129237" y="198224"/></a:lnTo><a:lnTo><a:pt x="129321" y="198979"/></a:lnTo><a:lnTo><a:pt x="148177" y="217707"/></a:lnTo><a:lnTo><a:pt x="154009" y="222659"/></a:lnTo><a:lnTo><a:pt x="186566" y="252749"/></a:lnTo><a:lnTo><a:pt x="208425" y="286308"/></a:lnTo><a:lnTo><a:pt x="211112" y="301590"/></a:lnTo><a:lnTo><a:pt x="211028" y="304613"/></a:lnTo><a:lnTo><a:pt x="190129" y="345728"/></a:lnTo><a:lnTo><a:pt x="150818" y="366163"/></a:lnTo><a:lnTo><a:pt x="128351" y="369616"/></a:lnTo><a:lnTo><a:pt x="112498" y="367912"/></a:lnTo><a:lnTo><a:pt x="100375" y="360253"/></a:lnTo><a:lnTo><a:pt x="95311" y="344331"/></a:lnTo><a:lnTo><a:pt x="95395" y="342063"/></a:lnTo><a:lnTo><a:pt x="95479" y="339712"/></a:lnTo><a:lnTo><a:pt x="109251" y="297476"/></a:lnTo><a:lnTo><a:pt x="139643" y="247717"/></a:lnTo><a:lnTo><a:pt x="170972" y="207376"/></a:lnTo><a:lnTo><a:pt x="209583" y="165582"/></a:lnTo><a:lnTo><a:pt x="240989" y="137169"/></a:lnTo><a:lnTo><a:pt x="276883" y="112811"/></a:lnTo><a:lnTo><a:pt x="297690" y="106109"/></a:lnTo><a:lnTo><a:pt x="301217" y="106109"/></a:lnTo><a:lnTo><a:pt x="302896" y="106361"/></a:lnTo><a:lnTo><a:pt x="304492" y="106613"/></a:lnTo><a:lnTo><a:pt x="315131" y="116011"/></a:lnTo><a:lnTo><a:pt x="318932" y="133254"/></a:lnTo><a:lnTo><a:pt x="318684" y="152269"/></a:lnTo><a:lnTo><a:pt x="304691" y="230854"/></a:lnTo><a:lnTo><a:pt x="291926" y="279451"/></a:lnTo><a:lnTo><a:pt x="278244" y="327802"/></a:lnTo><a:lnTo><a:pt x="265192" y="376239"/></a:lnTo><a:lnTo><a:pt x="264688" y="378590"/></a:lnTo><a:lnTo><a:pt x="264184" y="380857"/></a:lnTo><a:lnTo><a:pt x="263680" y="382957"/></a:lnTo><a:lnTo><a:pt x="263344" y="384972"/></a:lnTo><a:lnTo><a:pt x="262471" y="397576"/></a:lnTo><a:lnTo><a:pt x="266587" y="396870"/></a:lnTo><a:lnTo><a:pt x="273008" y="389144"/></a:lnTo><a:lnTo><a:pt x="279048" y="380689"/></a:lnTo><a:lnTo><a:pt x="280643" y="378338"/></a:lnTo><a:lnTo><a:pt x="282323" y="375987"/></a:lnTo><a:lnTo><a:pt x="319405" y="324434"/></a:lnTo><a:lnTo><a:pt x="367557" y="286811"/></a:lnTo><a:lnTo><a:pt x="369656" y="286727"/></a:lnTo><a:lnTo><a:pt x="371756" y="286811"/></a:lnTo><a:lnTo><a:pt x="402970" y="322941"/></a:lnTo><a:lnTo><a:pt x="410552" y="363644"/></a:lnTo><a:lnTo><a:pt x="410804" y="367506"/></a:lnTo><a:lnTo><a:pt x="409407" y="396643"/></a:lnTo><a:lnTo><a:pt x="391918" y="449827"/></a:lnTo><a:lnTo><a:pt x="366549" y="486491"/></a:lnTo><a:lnTo><a:pt x="324253" y="526410"/></a:lnTo><a:lnTo><a:pt x="288320" y="551320"/></a:lnTo><a:lnTo><a:pt x="249913" y="572429"/></a:lnTo><a:lnTo><a:pt x="210692" y="589522"/></a:lnTo><a:lnTo><a:pt x="169461" y="601529"/></a:lnTo><a:lnTo><a:pt x="164758" y="602033"/></a:lnTo><a:lnTo><a:pt x="162911" y="602033"/></a:lnTo><a:lnTo><a:pt x="159552" y="600438"/></a:lnTo><a:lnTo><a:pt x="159636" y="600018"/></a:lnTo><a:lnTo><a:pt x="161399" y="597499"/></a:lnTo><a:lnTo><a:pt x="161987" y="596827"/></a:lnTo><a:lnTo><a:pt x="165953" y="593318"/></a:lnTo><a:lnTo><a:pt x="170493" y="590550"/></a:lnTo><a:lnTo><a:pt x="174919" y="587674"/></a:lnTo><a:lnTo><a:pt x="219195" y="562360"/></a:lnTo><a:lnTo><a:pt x="237732" y="552239"/></a:lnTo><a:lnTo><a:pt x="243778" y="548880"/></a:lnTo><a:lnTo><a:pt x="282852" y="527337"/></a:lnTo><a:lnTo><a:pt x="335340" y="497185"/></a:lnTo><a:lnTo><a:pt x="373099" y="473560"/></a:lnTo><a:lnTo><a:pt x="413532" y="444002"/></a:lnTo><a:lnTo><a:pt x="440027" y="416208"/></a:lnTo><a:lnTo><a:pt x="449023" y="396768"/></a:lnTo><a:lnTo><a:pt x="448590" y="379393"/></a:lnTo><a:lnTo><a:pt x="423904" y="349873"/></a:lnTo><a:lnTo><a:pt x="380130" y="327806"/></a:lnTo><a:lnTo><a:pt x="340997" y="314451"/></a:lnTo><a:lnTo><a:pt x="289544" y="300414"/></a:lnTo><a:lnTo><a:pt x="261413" y="293697"/></a:lnTo><a:lnTo><a:pt x="254107" y="292018"/></a:lnTo></a:path></a:pathLst></a:custGeom><a:ln w="3175"><a:solidFill><a:srgbClr val="003EFF"/></a:solidFill></a:ln></p:spPr><p:txBody><a:bodyPr wrap="square" lIns="0" tIns="0" rIns="0" bIns="0" rtlCol="0"/><a:lstStyle/><a:p/></p:txBody></p:sp><p:sp><p:nvSpPr><p:cNvPr id="510" name="object 510"/><p:cNvSpPr/><p:nvPr/></p:nvSpPr><p:spPr><a:xfrm><a:off x="16547204" y="12724891"/><a:ext cx="19050" cy="37465"/></a:xfrm><a:custGeom><a:avLst/><a:gdLst/><a:ahLst/><a:cxnLst/><a:rect l="l" t="t" r="r" b="b"/><a:pathLst><a:path w="19050" h="37465"><a:moveTo><a:pt x="0" y="36862"/></a:moveTo><a:lnTo><a:pt x="0" y="0"/></a:lnTo><a:lnTo><a:pt x="9237" y="0"/></a:lnTo><a:lnTo><a:pt x="13184" y="1679"/></a:lnTo><a:lnTo><a:pt x="15787" y="5206"/></a:lnTo><a:lnTo><a:pt x="17130" y="8732"/></a:lnTo><a:lnTo><a:pt x="18474" y="14022"/></a:lnTo><a:lnTo><a:pt x="18474" y="22839"/></a:lnTo><a:lnTo><a:pt x="17130" y="28129"/></a:lnTo><a:lnTo><a:pt x="15787" y="31656"/></a:lnTo><a:lnTo><a:pt x="13184" y="35183"/></a:lnTo><a:lnTo><a:pt x="9237" y="36862"/></a:lnTo><a:lnTo><a:pt x="0" y="36862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11" name="object 511"/><p:cNvSpPr/><p:nvPr/></p:nvSpPr><p:spPr><a:xfrm><a:off x="16589359" y="12737151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512" name="object 512"/><p:cNvSpPr/><p:nvPr/></p:nvSpPr><p:spPr><a:xfrm><a:off x="16573572" y="12737151"/><a:ext cx="15875" cy="24765"/></a:xfrm><a:custGeom><a:avLst/><a:gdLst/><a:ahLst/><a:cxnLst/><a:rect l="l" t="t" r="r" b="b"/><a:pathLst><a:path w="15875" h="24765"><a:moveTo><a:pt x="15787" y="5290"/></a:moveTo><a:lnTo><a:pt x="13184" y="1763"/></a:lnTo><a:lnTo><a:pt x="10580" y="0"/></a:lnTo><a:lnTo><a:pt x="6550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550" y="24603"/></a:lnTo><a:lnTo><a:pt x="10580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513" name="object 513"/><p:cNvSpPr/><p:nvPr/></p:nvSpPr><p:spPr><a:xfrm><a:off x="16601284" y="12724891"/><a:ext cx="6985" cy="37465"/></a:xfrm><a:custGeom><a:avLst/><a:gdLst/><a:ahLst/><a:cxnLst/><a:rect l="l" t="t" r="r" b="b"/><a:pathLst><a:path w="6984" h="37465"><a:moveTo><a:pt x="0" y="0"/></a:moveTo><a:lnTo><a:pt x="0" y="29893"/></a:lnTo><a:lnTo><a:pt x="1343" y="35183"/></a:lnTo><a:lnTo><a:pt x="3946" y="36862"/></a:lnTo><a:lnTo><a:pt x="655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514" name="object 514"/><p:cNvSpPr/><p:nvPr/></p:nvSpPr><p:spPr><a:xfrm><a:off x="16597337" y="12737151"/><a:ext cx="9525" cy="0"/></a:xfrm><a:custGeom><a:avLst/><a:gdLst/><a:ahLst/><a:cxnLst/><a:rect l="l" t="t" r="r" b="b"/><a:pathLst><a:path w="9525" h="0"><a:moveTo><a:pt x="0" y="0"/></a:moveTo><a:lnTo><a:pt x="923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5" name="object 515"/><p:cNvSpPr/><p:nvPr/></p:nvSpPr><p:spPr><a:xfrm><a:off x="16614468" y="12737151"/><a:ext cx="15875" cy="24765"/></a:xfrm><a:custGeom><a:avLst/><a:gdLst/><a:ahLst/><a:cxnLst/><a:rect l="l" t="t" r="r" b="b"/><a:pathLst><a:path w="15875" h="24765"><a:moveTo><a:pt x="0" y="10580"/></a:moveTo><a:lnTo><a:pt x="15871" y="10580"/></a:lnTo><a:lnTo><a:pt x="15871" y="7053"/></a:lnTo><a:lnTo><a:pt x="14527" y="3526"/></a:lnTo><a:lnTo><a:pt x="13184" y="1763"/></a:lnTo><a:lnTo><a:pt x="10580" y="0"/></a:lnTo><a:lnTo><a:pt x="6634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634" y="24603"/></a:lnTo><a:lnTo><a:pt x="10580" y="24603"/></a:lnTo><a:lnTo><a:pt x="13184" y="22923"/></a:lnTo><a:lnTo><a:pt x="15871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516" name="object 516"/><p:cNvSpPr/><p:nvPr/></p:nvSpPr><p:spPr><a:xfrm><a:off x="16665944" y="12724891"/><a:ext cx="19050" cy="37465"/></a:xfrm><a:custGeom><a:avLst/><a:gdLst/><a:ahLst/><a:cxnLst/><a:rect l="l" t="t" r="r" b="b"/><a:pathLst><a:path w="19050" h="37465"><a:moveTo><a:pt x="18474" y="5206"/></a:moveTo><a:lnTo><a:pt x="15787" y="1679"/></a:lnTo><a:lnTo><a:pt x="11840" y="0"/></a:lnTo><a:lnTo><a:pt x="6550" y="0"/></a:lnTo><a:lnTo><a:pt x="2603" y="1679"/></a:lnTo><a:lnTo><a:pt x="0" y="5206"/></a:lnTo><a:lnTo><a:pt x="0" y="8732"/></a:lnTo><a:lnTo><a:pt x="1343" y="12259"/></a:lnTo><a:lnTo><a:pt x="2603" y="14022"/></a:lnTo><a:lnTo><a:pt x="5290" y="15786"/></a:lnTo><a:lnTo><a:pt x="13184" y="19312"/></a:lnTo><a:lnTo><a:pt x="15787" y="21076"/></a:lnTo><a:lnTo><a:pt x="17130" y="22839"/></a:lnTo><a:lnTo><a:pt x="18474" y="26366"/></a:lnTo><a:lnTo><a:pt x="18474" y="31656"/></a:lnTo><a:lnTo><a:pt x="15787" y="35183"/></a:lnTo><a:lnTo><a:pt x="11840" y="36862"/></a:lnTo><a:lnTo><a:pt x="6550" y="36862"/></a:lnTo><a:lnTo><a:pt x="2603" y="35183"/></a:lnTo><a:lnTo><a:pt x="0" y="31656"/></a:lnTo></a:path></a:pathLst></a:custGeom><a:ln w="3175"><a:solidFill><a:srgbClr val="000000"/></a:solidFill></a:ln></p:spPr><p:txBody><a:bodyPr wrap="square" lIns="0" tIns="0" rIns="0" bIns="0" rtlCol="0"/><a:lstStyle/><a:p/></p:txBody></p:sp><p:sp><p:nvSpPr><p:cNvPr id="517" name="object 517"/><p:cNvSpPr/><p:nvPr/></p:nvSpPr><p:spPr><a:xfrm><a:off x="16692312" y="12723128"/><a:ext cx="3175" cy="3810"/></a:xfrm><a:custGeom><a:avLst/><a:gdLst/><a:ahLst/><a:cxnLst/><a:rect l="l" t="t" r="r" b="b"/><a:pathLst><a:path w="3175" h="3809"><a:moveTo><a:pt x="0" y="1763"/></a:moveTo><a:lnTo><a:pt x="1343" y="3442"/></a:lnTo><a:lnTo><a:pt x="2603" y="1763"/></a:lnTo><a:lnTo><a:pt x="1343" y="0"/></a:lnTo><a:lnTo><a:pt x="0" y="1763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18" name="object 518"/><p:cNvSpPr/><p:nvPr/></p:nvSpPr><p:spPr><a:xfrm><a:off x="16693656" y="12737151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519" name="object 519"/><p:cNvSpPr/><p:nvPr/></p:nvSpPr><p:spPr><a:xfrm><a:off x="16706840" y="12737151"/><a:ext cx="12065" cy="37465"/></a:xfrm><a:custGeom><a:avLst/><a:gdLst/><a:ahLst/><a:cxnLst/><a:rect l="l" t="t" r="r" b="b"/><a:pathLst><a:path w="12065" h="37465"><a:moveTo><a:pt x="11840" y="0"/></a:moveTo><a:lnTo><a:pt x="11840" y="28129"/></a:lnTo><a:lnTo><a:pt x="10580" y="33419"/></a:lnTo><a:lnTo><a:pt x="9237" y="35183"/></a:lnTo><a:lnTo><a:pt x="6550" y="36946"/></a:lnTo><a:lnTo><a:pt x="2603" y="36946"/></a:lnTo><a:lnTo><a:pt x="0" y="35183"/></a:lnTo></a:path></a:pathLst></a:custGeom><a:ln w="3175"><a:solidFill><a:srgbClr val="000000"/></a:solidFill></a:ln></p:spPr><p:txBody><a:bodyPr wrap="square" lIns="0" tIns="0" rIns="0" bIns="0" rtlCol="0"/><a:lstStyle/><a:p/></p:txBody></p:sp><p:sp><p:nvSpPr><p:cNvPr id="520" name="object 520"/><p:cNvSpPr/><p:nvPr/></p:nvSpPr><p:spPr><a:xfrm><a:off x="16702893" y="12737151"/><a:ext cx="15875" cy="24765"/></a:xfrm><a:custGeom><a:avLst/><a:gdLst/><a:ahLst/><a:cxnLst/><a:rect l="l" t="t" r="r" b="b"/><a:pathLst><a:path w="15875" h="24765"><a:moveTo><a:pt x="15787" y="5290"/></a:moveTo><a:lnTo><a:pt x="13184" y="1763"/></a:lnTo><a:lnTo><a:pt x="10496" y="0"/></a:lnTo><a:lnTo><a:pt x="6550" y="0"/></a:lnTo><a:lnTo><a:pt x="3946" y="1763"/></a:lnTo><a:lnTo><a:pt x="1259" y="5290"/></a:lnTo><a:lnTo><a:pt x="0" y="10580"/></a:lnTo><a:lnTo><a:pt x="0" y="14106"/></a:lnTo><a:lnTo><a:pt x="1259" y="19396"/></a:lnTo><a:lnTo><a:pt x="3946" y="22923"/></a:lnTo><a:lnTo><a:pt x="6550" y="24603"/></a:lnTo><a:lnTo><a:pt x="10496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521" name="object 521"/><p:cNvSpPr/><p:nvPr/></p:nvSpPr><p:spPr><a:xfrm><a:off x="16729261" y="12737151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522" name="object 522"/><p:cNvSpPr/><p:nvPr/></p:nvSpPr><p:spPr><a:xfrm><a:off x="16729261" y="12737151"/><a:ext cx="14604" cy="24765"/></a:xfrm><a:custGeom><a:avLst/><a:gdLst/><a:ahLst/><a:cxnLst/><a:rect l="l" t="t" r="r" b="b"/><a:pathLst><a:path w="14605" h="24765"><a:moveTo><a:pt x="0" y="7053"/></a:moveTo><a:lnTo><a:pt x="3946" y="1763"/></a:lnTo><a:lnTo><a:pt x="6634" y="0"/></a:lnTo><a:lnTo><a:pt x="10580" y="0"/></a:lnTo><a:lnTo><a:pt x="13184" y="1763"/></a:lnTo><a:lnTo><a:pt x="14527" y="7053"/></a:lnTo><a:lnTo><a:pt x="14527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523" name="object 523"/><p:cNvSpPr/><p:nvPr/></p:nvSpPr><p:spPr><a:xfrm><a:off x="16753026" y="12737151"/><a:ext cx="15875" cy="24765"/></a:xfrm><a:custGeom><a:avLst/><a:gdLst/><a:ahLst/><a:cxnLst/><a:rect l="l" t="t" r="r" b="b"/><a:pathLst><a:path w="15875" h="24765"><a:moveTo><a:pt x="0" y="10580"/></a:moveTo><a:lnTo><a:pt x="15787" y="10580"/></a:lnTo><a:lnTo><a:pt x="15787" y="7053"/></a:lnTo><a:lnTo><a:pt x="14527" y="3526"/></a:lnTo><a:lnTo><a:pt x="13184" y="1763"/></a:lnTo><a:lnTo><a:pt x="10580" y="0"/></a:lnTo><a:lnTo><a:pt x="6550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550" y="24603"/></a:lnTo><a:lnTo><a:pt x="10580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524" name="object 524"/><p:cNvSpPr/><p:nvPr/></p:nvSpPr><p:spPr><a:xfrm><a:off x="16792578" y="12724891"/><a:ext cx="0" cy="37465"/></a:xfrm><a:custGeom><a:avLst/><a:gdLst/><a:ahLst/><a:cxnLst/><a:rect l="l" t="t" r="r" b="b"/><a:pathLst><a:path w="0" h="37465"><a:moveTo><a:pt x="0" y="0"/></a:moveTo><a:lnTo><a:pt x="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525" name="object 525"/><p:cNvSpPr/><p:nvPr/></p:nvSpPr><p:spPr><a:xfrm><a:off x="16776791" y="12737151"/><a:ext cx="15875" cy="24765"/></a:xfrm><a:custGeom><a:avLst/><a:gdLst/><a:ahLst/><a:cxnLst/><a:rect l="l" t="t" r="r" b="b"/><a:pathLst><a:path w="15875" h="24765"><a:moveTo><a:pt x="15787" y="5290"/></a:moveTo><a:lnTo><a:pt x="13184" y="1763"/></a:lnTo><a:lnTo><a:pt x="10496" y="0"/></a:lnTo><a:lnTo><a:pt x="6550" y="0"/></a:lnTo><a:lnTo><a:pt x="3946" y="1763"/></a:lnTo><a:lnTo><a:pt x="1259" y="5290"/></a:lnTo><a:lnTo><a:pt x="0" y="10580"/></a:lnTo><a:lnTo><a:pt x="0" y="14106"/></a:lnTo><a:lnTo><a:pt x="1259" y="19396"/></a:lnTo><a:lnTo><a:pt x="3946" y="22923"/></a:lnTo><a:lnTo><a:pt x="6550" y="24603"/></a:lnTo><a:lnTo><a:pt x="10496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526" name="object 526"/><p:cNvSpPr/><p:nvPr/></p:nvSpPr><p:spPr><a:xfrm><a:off x="16803159" y="12737151"/><a:ext cx="3175" cy="3810"/></a:xfrm><a:custGeom><a:avLst/><a:gdLst/><a:ahLst/><a:cxnLst/><a:rect l="l" t="t" r="r" b="b"/><a:pathLst><a:path w="3175" h="3809"><a:moveTo><a:pt x="1343" y="0"/></a:moveTo><a:lnTo><a:pt x="0" y="1763"/></a:lnTo><a:lnTo><a:pt x="1343" y="3526"/></a:lnTo><a:lnTo><a:pt x="2603" y="1763"/></a:lnTo><a:lnTo><a:pt x="1343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27" name="object 527"/><p:cNvSpPr/><p:nvPr/></p:nvSpPr><p:spPr><a:xfrm><a:off x="16803159" y="12758311"/><a:ext cx="3175" cy="3810"/></a:xfrm><a:custGeom><a:avLst/><a:gdLst/><a:ahLst/><a:cxnLst/><a:rect l="l" t="t" r="r" b="b"/><a:pathLst><a:path w="3175" h="3809"><a:moveTo><a:pt x="1343" y="0"/></a:moveTo><a:lnTo><a:pt x="0" y="1763"/></a:lnTo><a:lnTo><a:pt x="1343" y="3442"/></a:lnTo><a:lnTo><a:pt x="2603" y="1763"/></a:lnTo><a:lnTo><a:pt x="1343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28" name="object 528"/><p:cNvSpPr/><p:nvPr/></p:nvSpPr><p:spPr><a:xfrm><a:off x="16844055" y="12724891"/><a:ext cx="19050" cy="37465"/></a:xfrm><a:custGeom><a:avLst/><a:gdLst/><a:ahLst/><a:cxnLst/><a:rect l="l" t="t" r="r" b="b"/><a:pathLst><a:path w="19050" h="37465"><a:moveTo><a:pt x="0" y="36862"/></a:moveTo><a:lnTo><a:pt x="0" y="0"/></a:lnTo><a:lnTo><a:pt x="9237" y="0"/></a:lnTo><a:lnTo><a:pt x="13184" y="1679"/></a:lnTo><a:lnTo><a:pt x="15871" y="5206"/></a:lnTo><a:lnTo><a:pt x="17130" y="8732"/></a:lnTo><a:lnTo><a:pt x="18474" y="14022"/></a:lnTo><a:lnTo><a:pt x="18474" y="22839"/></a:lnTo><a:lnTo><a:pt x="17130" y="28129"/></a:lnTo><a:lnTo><a:pt x="15871" y="31656"/></a:lnTo><a:lnTo><a:pt x="13184" y="35183"/></a:lnTo><a:lnTo><a:pt x="9237" y="36862"/></a:lnTo><a:lnTo><a:pt x="0" y="36862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29" name="object 529"/><p:cNvSpPr/><p:nvPr/></p:nvSpPr><p:spPr><a:xfrm><a:off x="16870423" y="12737151"/><a:ext cx="15875" cy="24765"/></a:xfrm><a:custGeom><a:avLst/><a:gdLst/><a:ahLst/><a:cxnLst/><a:rect l="l" t="t" r="r" b="b"/><a:pathLst><a:path w="15875" h="24765"><a:moveTo><a:pt x="0" y="10580"/></a:moveTo><a:lnTo><a:pt x="15871" y="10580"/></a:lnTo><a:lnTo><a:pt x="15871" y="7053"/></a:lnTo><a:lnTo><a:pt x="14527" y="3526"/></a:lnTo><a:lnTo><a:pt x="13184" y="1763"/></a:lnTo><a:lnTo><a:pt x="10580" y="0"/></a:lnTo><a:lnTo><a:pt x="6634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634" y="24603"/></a:lnTo><a:lnTo><a:pt x="10580" y="24603"/></a:lnTo><a:lnTo><a:pt x="13184" y="22923"/></a:lnTo><a:lnTo><a:pt x="15871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530" name="object 530"/><p:cNvSpPr/><p:nvPr/></p:nvSpPr><p:spPr><a:xfrm><a:off x="16894188" y="12737151"/><a:ext cx="15875" cy="24765"/></a:xfrm><a:custGeom><a:avLst/><a:gdLst/><a:ahLst/><a:cxnLst/><a:rect l="l" t="t" r="r" b="b"/><a:pathLst><a:path w="15875" h="24765"><a:moveTo><a:pt x="15871" y="5290"/></a:moveTo><a:lnTo><a:pt x="13184" y="1763"/></a:lnTo><a:lnTo><a:pt x="10580" y="0"/></a:lnTo><a:lnTo><a:pt x="6634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634" y="24603"/></a:lnTo><a:lnTo><a:pt x="10580" y="24603"/></a:lnTo><a:lnTo><a:pt x="13184" y="22923"/></a:lnTo><a:lnTo><a:pt x="15871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531" name="object 531"/><p:cNvSpPr/><p:nvPr/></p:nvSpPr><p:spPr><a:xfrm><a:off x="16917952" y="12737151"/><a:ext cx="15875" cy="24765"/></a:xfrm><a:custGeom><a:avLst/><a:gdLst/><a:ahLst/><a:cxnLst/><a:rect l="l" t="t" r="r" b="b"/><a:pathLst><a:path w="15875" h="24765"><a:moveTo><a:pt x="0" y="10580"/></a:moveTo><a:lnTo><a:pt x="15787" y="10580"/></a:lnTo><a:lnTo><a:pt x="15787" y="7053"/></a:lnTo><a:lnTo><a:pt x="14527" y="3526"/></a:lnTo><a:lnTo><a:pt x="13184" y="1763"/></a:lnTo><a:lnTo><a:pt x="10580" y="0"/></a:lnTo><a:lnTo><a:pt x="6550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550" y="24603"/></a:lnTo><a:lnTo><a:pt x="10580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532" name="object 532"/><p:cNvSpPr/><p:nvPr/></p:nvSpPr><p:spPr><a:xfrm><a:off x="16942977" y="12737151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533" name="object 533"/><p:cNvSpPr/><p:nvPr/></p:nvSpPr><p:spPr><a:xfrm><a:off x="16942977" y="12737151"/><a:ext cx="14604" cy="24765"/></a:xfrm><a:custGeom><a:avLst/><a:gdLst/><a:ahLst/><a:cxnLst/><a:rect l="l" t="t" r="r" b="b"/><a:pathLst><a:path w="14605" h="24765"><a:moveTo><a:pt x="0" y="7053"/></a:moveTo><a:lnTo><a:pt x="4030" y="1763"/></a:lnTo><a:lnTo><a:pt x="6634" y="0"/></a:lnTo><a:lnTo><a:pt x="10580" y="0"/></a:lnTo><a:lnTo><a:pt x="13268" y="1763"/></a:lnTo><a:lnTo><a:pt x="14527" y="7053"/></a:lnTo><a:lnTo><a:pt x="14527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534" name="object 534"/><p:cNvSpPr/><p:nvPr/></p:nvSpPr><p:spPr><a:xfrm><a:off x="16957505" y="12737151"/><a:ext cx="14604" cy="24765"/></a:xfrm><a:custGeom><a:avLst/><a:gdLst/><a:ahLst/><a:cxnLst/><a:rect l="l" t="t" r="r" b="b"/><a:pathLst><a:path w="14605" h="24765"><a:moveTo><a:pt x="0" y="7053"/></a:moveTo><a:lnTo><a:pt x="3946" y="1763"/></a:lnTo><a:lnTo><a:pt x="6634" y="0"/></a:lnTo><a:lnTo><a:pt x="10580" y="0"/></a:lnTo><a:lnTo><a:pt x="13184" y="1763"/></a:lnTo><a:lnTo><a:pt x="14527" y="7053"/></a:lnTo><a:lnTo><a:pt x="14527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535" name="object 535"/><p:cNvSpPr/><p:nvPr/></p:nvSpPr><p:spPr><a:xfrm><a:off x="16982613" y="12724891"/><a:ext cx="0" cy="37465"/></a:xfrm><a:custGeom><a:avLst/><a:gdLst/><a:ahLst/><a:cxnLst/><a:rect l="l" t="t" r="r" b="b"/><a:pathLst><a:path w="0" h="37465"><a:moveTo><a:pt x="0" y="0"/></a:moveTo><a:lnTo><a:pt x="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536" name="object 536"/><p:cNvSpPr/><p:nvPr/></p:nvSpPr><p:spPr><a:xfrm><a:off x="16982613" y="12737151"/><a:ext cx="15875" cy="24765"/></a:xfrm><a:custGeom><a:avLst/><a:gdLst/><a:ahLst/><a:cxnLst/><a:rect l="l" t="t" r="r" b="b"/><a:pathLst><a:path w="15875" h="24765"><a:moveTo><a:pt x="0" y="5290"/></a:moveTo><a:lnTo><a:pt x="2603" y="1763"/></a:lnTo><a:lnTo><a:pt x="5290" y="0"/></a:lnTo><a:lnTo><a:pt x="9237" y="0"/></a:lnTo><a:lnTo><a:pt x="11840" y="1763"/></a:lnTo><a:lnTo><a:pt x="14527" y="5290"/></a:lnTo><a:lnTo><a:pt x="15787" y="10580"/></a:lnTo><a:lnTo><a:pt x="15787" y="14106"/></a:lnTo><a:lnTo><a:pt x="14527" y="19396"/></a:lnTo><a:lnTo><a:pt x="11840" y="22923"/></a:lnTo><a:lnTo><a:pt x="9237" y="24603"/></a:lnTo><a:lnTo><a:pt x="5290" y="24603"/></a:lnTo><a:lnTo><a:pt x="2603" y="22923"/></a:lnTo><a:lnTo><a:pt x="0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537" name="object 537"/><p:cNvSpPr/><p:nvPr/></p:nvSpPr><p:spPr><a:xfrm><a:off x="17006378" y="12737151"/><a:ext cx="15875" cy="24765"/></a:xfrm><a:custGeom><a:avLst/><a:gdLst/><a:ahLst/><a:cxnLst/><a:rect l="l" t="t" r="r" b="b"/><a:pathLst><a:path w="15875" h="24765"><a:moveTo><a:pt x="0" y="10580"/></a:moveTo><a:lnTo><a:pt x="15787" y="10580"/></a:lnTo><a:lnTo><a:pt x="15787" y="7053"/></a:lnTo><a:lnTo><a:pt x="14527" y="3526"/></a:lnTo><a:lnTo><a:pt x="13184" y="1763"/></a:lnTo><a:lnTo><a:pt x="10496" y="0"/></a:lnTo><a:lnTo><a:pt x="6550" y="0"/></a:lnTo><a:lnTo><a:pt x="3946" y="1763"/></a:lnTo><a:lnTo><a:pt x="1259" y="5290"/></a:lnTo><a:lnTo><a:pt x="0" y="10580"/></a:lnTo><a:lnTo><a:pt x="0" y="14106"/></a:lnTo><a:lnTo><a:pt x="1259" y="19396"/></a:lnTo><a:lnTo><a:pt x="3946" y="22923"/></a:lnTo><a:lnTo><a:pt x="6550" y="24603"/></a:lnTo><a:lnTo><a:pt x="10496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538" name="object 538"/><p:cNvSpPr/><p:nvPr/></p:nvSpPr><p:spPr><a:xfrm><a:off x="17031402" y="12737151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539" name="object 539"/><p:cNvSpPr/><p:nvPr/></p:nvSpPr><p:spPr><a:xfrm><a:off x="17031402" y="12737151"/><a:ext cx="10795" cy="10795"/></a:xfrm><a:custGeom><a:avLst/><a:gdLst/><a:ahLst/><a:cxnLst/><a:rect l="l" t="t" r="r" b="b"/><a:pathLst><a:path w="10794" h="10795"><a:moveTo><a:pt x="0" y="10580"/></a:moveTo><a:lnTo><a:pt x="1343" y="5290"/></a:lnTo><a:lnTo><a:pt x="3946" y="1763"/></a:lnTo><a:lnTo><a:pt x="6634" y="0"/></a:lnTo><a:lnTo><a:pt x="105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0" name="object 540"/><p:cNvSpPr/><p:nvPr/></p:nvSpPr><p:spPr><a:xfrm><a:off x="17078932" y="12724891"/><a:ext cx="6985" cy="37465"/></a:xfrm><a:custGeom><a:avLst/><a:gdLst/><a:ahLst/><a:cxnLst/><a:rect l="l" t="t" r="r" b="b"/><a:pathLst><a:path w="6984" h="37465"><a:moveTo><a:pt x="0" y="6969"/></a:moveTo><a:lnTo><a:pt x="2603" y="5206"/></a:lnTo><a:lnTo><a:pt x="6550" y="0"/></a:lnTo><a:lnTo><a:pt x="655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541" name="object 541"/><p:cNvSpPr/><p:nvPr/></p:nvSpPr><p:spPr><a:xfrm><a:off x="17101353" y="12724891"/><a:ext cx="17145" cy="37465"/></a:xfrm><a:custGeom><a:avLst/><a:gdLst/><a:ahLst/><a:cxnLst/><a:rect l="l" t="t" r="r" b="b"/><a:pathLst><a:path w="17144" h="37465"><a:moveTo><a:pt x="17130" y="12259"/></a:moveTo><a:lnTo><a:pt x="0" y="12259"/></a:lnTo><a:lnTo><a:pt x="0" y="10496"/></a:lnTo><a:lnTo><a:pt x="1343" y="5206"/></a:lnTo><a:lnTo><a:pt x="3946" y="1679"/></a:lnTo><a:lnTo><a:pt x="7893" y="0"/></a:lnTo><a:lnTo><a:pt x="9237" y="0"/></a:lnTo><a:lnTo><a:pt x="13184" y="1679"/></a:lnTo><a:lnTo><a:pt x="15871" y="5206"/></a:lnTo><a:lnTo><a:pt x="17130" y="12259"/></a:lnTo><a:lnTo><a:pt x="17130" y="21076"/></a:lnTo><a:lnTo><a:pt x="15871" y="29893"/></a:lnTo><a:lnTo><a:pt x="13184" y="35183"/></a:lnTo><a:lnTo><a:pt x="9237" y="36862"/></a:lnTo><a:lnTo><a:pt x="6634" y="36862"/></a:lnTo><a:lnTo><a:pt x="2603" y="35183"/></a:lnTo><a:lnTo><a:pt x="1343" y="31656"/></a:lnTo></a:path></a:pathLst></a:custGeom><a:ln w="3175"><a:solidFill><a:srgbClr val="000000"/></a:solidFill></a:ln></p:spPr><p:txBody><a:bodyPr wrap="square" lIns="0" tIns="0" rIns="0" bIns="0" rtlCol="0"/><a:lstStyle/><a:p/></p:txBody></p:sp><p:sp><p:nvSpPr><p:cNvPr id="542" name="object 542"/><p:cNvSpPr/><p:nvPr/></p:nvSpPr><p:spPr><a:xfrm><a:off x="17129065" y="12758311"/><a:ext cx="3175" cy="10795"/></a:xfrm><a:custGeom><a:avLst/><a:gdLst/><a:ahLst/><a:cxnLst/><a:rect l="l" t="t" r="r" b="b"/><a:pathLst><a:path w="3175" h="10795"><a:moveTo><a:pt x="2603" y="1763"/></a:moveTo><a:lnTo><a:pt x="1343" y="3442"/></a:lnTo><a:lnTo><a:pt x="0" y="1763"/></a:lnTo><a:lnTo><a:pt x="1343" y="0"/></a:lnTo><a:lnTo><a:pt x="2603" y="1763"/></a:lnTo><a:lnTo><a:pt x="2603" y="5206"/></a:lnTo><a:lnTo><a:pt x="1343" y="8732"/></a:lnTo><a:lnTo><a:pt x="0" y="10496"/></a:lnTo></a:path></a:pathLst></a:custGeom><a:ln w="3175"><a:solidFill><a:srgbClr val="000000"/></a:solidFill></a:ln></p:spPr><p:txBody><a:bodyPr wrap="square" lIns="0" tIns="0" rIns="0" bIns="0" rtlCol="0"/><a:lstStyle/><a:p/></p:txBody></p:sp><p:sp><p:nvSpPr><p:cNvPr id="543" name="object 543"/><p:cNvSpPr/><p:nvPr/></p:nvSpPr><p:spPr><a:xfrm><a:off x="17168617" y="12724891"/><a:ext cx="19050" cy="37465"/></a:xfrm><a:custGeom><a:avLst/><a:gdLst/><a:ahLst/><a:cxnLst/><a:rect l="l" t="t" r="r" b="b"/><a:pathLst><a:path w="19050" h="37465"><a:moveTo><a:pt x="1343" y="8732"/></a:moveTo><a:lnTo><a:pt x="1343" y="6969"/></a:lnTo><a:lnTo><a:pt x="2687" y="3442"/></a:lnTo><a:lnTo><a:pt x="3946" y="1679"/></a:lnTo><a:lnTo><a:pt x="6634" y="0"/></a:lnTo><a:lnTo><a:pt x="11924" y="0"/></a:lnTo><a:lnTo><a:pt x="14527" y="1679"/></a:lnTo><a:lnTo><a:pt x="15871" y="3442"/></a:lnTo><a:lnTo><a:pt x="17214" y="6969"/></a:lnTo><a:lnTo><a:pt x="17214" y="10496"/></a:lnTo><a:lnTo><a:pt x="15871" y="14022"/></a:lnTo><a:lnTo><a:pt x="13184" y="19312"/></a:lnTo><a:lnTo><a:pt x="0" y="36862"/></a:lnTo><a:lnTo><a:pt x="18474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544" name="object 544"/><p:cNvSpPr/><p:nvPr/></p:nvSpPr><p:spPr><a:xfrm><a:off x="17195069" y="12724891"/><a:ext cx="19050" cy="37465"/></a:xfrm><a:custGeom><a:avLst/><a:gdLst/><a:ahLst/><a:cxnLst/><a:rect l="l" t="t" r="r" b="b"/><a:pathLst><a:path w="19050" h="37465"><a:moveTo><a:pt x="7893" y="0"/></a:moveTo><a:lnTo><a:pt x="3946" y="1679"/></a:lnTo><a:lnTo><a:pt x="1259" y="6969"/></a:lnTo><a:lnTo><a:pt x="0" y="15786"/></a:lnTo><a:lnTo><a:pt x="0" y="21076"/></a:lnTo><a:lnTo><a:pt x="1259" y="29893"/></a:lnTo><a:lnTo><a:pt x="3946" y="35183"/></a:lnTo><a:lnTo><a:pt x="7893" y="36862"/></a:lnTo><a:lnTo><a:pt x="10496" y="36862"/></a:lnTo><a:lnTo><a:pt x="14443" y="35183"/></a:lnTo><a:lnTo><a:pt x="17130" y="29893"/></a:lnTo><a:lnTo><a:pt x="18474" y="21076"/></a:lnTo><a:lnTo><a:pt x="18474" y="15786"/></a:lnTo><a:lnTo><a:pt x="17130" y="6969"/></a:lnTo><a:lnTo><a:pt x="14443" y="1679"/></a:lnTo><a:lnTo><a:pt x="10496" y="0"/></a:lnTo><a:lnTo><a:pt x="7893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45" name="object 545"/><p:cNvSpPr/><p:nvPr/></p:nvSpPr><p:spPr><a:xfrm><a:off x="17221437" y="12724891"/><a:ext cx="19050" cy="37465"/></a:xfrm><a:custGeom><a:avLst/><a:gdLst/><a:ahLst/><a:cxnLst/><a:rect l="l" t="t" r="r" b="b"/><a:pathLst><a:path w="19050" h="37465"><a:moveTo><a:pt x="1343" y="8732"/></a:moveTo><a:lnTo><a:pt x="1343" y="6969"/></a:lnTo><a:lnTo><a:pt x="2603" y="3442"/></a:lnTo><a:lnTo><a:pt x="3946" y="1679"/></a:lnTo><a:lnTo><a:pt x="6550" y="0"/></a:lnTo><a:lnTo><a:pt x="11840" y="0"/></a:lnTo><a:lnTo><a:pt x="14527" y="1679"/></a:lnTo><a:lnTo><a:pt x="15787" y="3442"/></a:lnTo><a:lnTo><a:pt x="17130" y="6969"/></a:lnTo><a:lnTo><a:pt x="17130" y="10496"/></a:lnTo><a:lnTo><a:pt x="15787" y="14022"/></a:lnTo><a:lnTo><a:pt x="13184" y="19312"/></a:lnTo><a:lnTo><a:pt x="0" y="36862"/></a:lnTo><a:lnTo><a:pt x="18474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546" name="object 546"/><p:cNvSpPr/><p:nvPr/></p:nvSpPr><p:spPr><a:xfrm><a:off x="17247805" y="12724891"/><a:ext cx="19050" cy="37465"/></a:xfrm><a:custGeom><a:avLst/><a:gdLst/><a:ahLst/><a:cxnLst/><a:rect l="l" t="t" r="r" b="b"/><a:pathLst><a:path w="19050" h="37465"><a:moveTo><a:pt x="15871" y="0"/></a:moveTo><a:lnTo><a:pt x="2687" y="0"/></a:lnTo><a:lnTo><a:pt x="1343" y="15786"/></a:lnTo><a:lnTo><a:pt x="2687" y="14022"/></a:lnTo><a:lnTo><a:pt x="6634" y="12259"/></a:lnTo><a:lnTo><a:pt x="10580" y="12259"/></a:lnTo><a:lnTo><a:pt x="14527" y="14022"/></a:lnTo><a:lnTo><a:pt x="17130" y="17549"/></a:lnTo><a:lnTo><a:pt x="18474" y="22839"/></a:lnTo><a:lnTo><a:pt x="18474" y="26366"/></a:lnTo><a:lnTo><a:pt x="17130" y="31656"/></a:lnTo><a:lnTo><a:pt x="14527" y="35183"/></a:lnTo><a:lnTo><a:pt x="10580" y="36862"/></a:lnTo><a:lnTo><a:pt x="6634" y="36862"/></a:lnTo><a:lnTo><a:pt x="2687" y="35183"/></a:lnTo><a:lnTo><a:pt x="1343" y="33419"/></a:lnTo><a:lnTo><a:pt x="0" y="29893"/></a:lnTo></a:path></a:pathLst></a:custGeom><a:ln w="3175"><a:solidFill><a:srgbClr val="000000"/></a:solidFill></a:ln></p:spPr><p:txBody><a:bodyPr wrap="square" lIns="0" tIns="0" rIns="0" bIns="0" rtlCol="0"/><a:lstStyle/><a:p/></p:txBody></p:sp></p:grpSp><p:sp><p:nvSpPr><p:cNvPr id="547" name="object 547"/><p:cNvSpPr txBox="1"/><p:nvPr/></p:nvSpPr><p:spPr><a:xfrm><a:off x="16238597" y="6753756"/><a:ext cx="2198370" cy="808355"/></a:xfrm><a:prstGeom prst="rect"><a:avLst/></a:prstGeom></p:spPr><p:txBody><a:bodyPr wrap="square" lIns="0" tIns="15875" rIns="0" bIns="0" rtlCol="0" vert="horz"><a:spAutoFit/></a:bodyPr><a:lstStyle/><a:p><a:pPr algn="ctr" marR="213995"><a:lnSpc><a:spcPct val="100000"/></a:lnSpc><a:spcBef><a:spcPts val="125"/></a:spcBef></a:pPr><a:r><a:rPr dirty="0" sz="950" spc="-25"><a:latin typeface="Calibri"/><a:cs typeface="Calibri"/></a:rPr><a:t>00</a:t></a:r><a:endParaRPr sz="950"><a:latin typeface="Calibri"/><a:cs typeface="Calibri"/></a:endParaRPr></a:p><a:p><a:pPr algn="ctr" marR="213995"><a:lnSpc><a:spcPts val="1060"/></a:lnSpc><a:spcBef><a:spcPts val="50"/></a:spcBef></a:pPr><a:r><a:rPr dirty="0" sz="950" spc="-25"><a:latin typeface="Calibri"/><a:cs typeface="Calibri"/></a:rPr><a:t>01</a:t></a:r><a:endParaRPr sz="950"><a:latin typeface="Calibri"/><a:cs typeface="Calibri"/></a:endParaRPr></a:p><a:p><a:pPr marL="14604"><a:lnSpc><a:spcPts val="880"/></a:lnSpc></a:pPr><a:r><a:rPr dirty="0" sz="800" b="1"><a:solidFill><a:srgbClr val="C00000"/></a:solidFill><a:latin typeface="Calibri"/><a:cs typeface="Calibri"/></a:rPr><a:t>SPECIAL</a:t></a:r><a:r><a:rPr dirty="0" sz="800" spc="-5" b="1"><a:solidFill><a:srgbClr val="C00000"/></a:solidFill><a:latin typeface="Calibri"/><a:cs typeface="Calibri"/></a:rPr><a:t> </a:t></a:r><a:r><a:rPr dirty="0" sz="800" b="1"><a:solidFill><a:srgbClr val="C00000"/></a:solidFill><a:latin typeface="Calibri"/><a:cs typeface="Calibri"/></a:rPr><a:t>INSPECTION LIST (</a:t></a:r><a:r><a:rPr dirty="0" sz="650" i="1"><a:solidFill><a:srgbClr val="C00000"/></a:solidFill><a:latin typeface="Calibri"/><a:cs typeface="Calibri"/></a:rPr><a:t>checked</a:t></a:r><a:r><a:rPr dirty="0" sz="650" spc="5" i="1"><a:solidFill><a:srgbClr val="C00000"/></a:solidFill><a:latin typeface="Calibri"/><a:cs typeface="Calibri"/></a:rPr><a:t> </a:t></a:r><a:r><a:rPr dirty="0" sz="650" i="1"><a:solidFill><a:srgbClr val="C00000"/></a:solidFill><a:latin typeface="Calibri"/><a:cs typeface="Calibri"/></a:rPr><a:t>items</a:t></a:r><a:r><a:rPr dirty="0" sz="650" spc="5" i="1"><a:solidFill><a:srgbClr val="C00000"/></a:solidFill><a:latin typeface="Calibri"/><a:cs typeface="Calibri"/></a:rPr><a:t> </a:t></a:r><a:r><a:rPr dirty="0" sz="650" i="1"><a:solidFill><a:srgbClr val="C00000"/></a:solidFill><a:latin typeface="Calibri"/><a:cs typeface="Calibri"/></a:rPr><a:t>are required</a:t></a:r><a:r><a:rPr dirty="0" sz="650" spc="15" i="1"><a:solidFill><a:srgbClr val="C00000"/></a:solidFill><a:latin typeface="Calibri"/><a:cs typeface="Calibri"/></a:rPr><a:t> </a:t></a:r><a:r><a:rPr dirty="0" sz="800" spc="-50" b="1"><a:solidFill><a:srgbClr val="C00000"/></a:solidFill><a:latin typeface="Calibri"/><a:cs typeface="Calibri"/></a:rPr><a:t>)</a:t></a:r><a:endParaRPr sz="800"><a:latin typeface="Calibri"/><a:cs typeface="Calibri"/></a:endParaRPr></a:p><a:p><a:pPr marL="12700"><a:lnSpc><a:spcPct val="100000"/></a:lnSpc><a:spcBef><a:spcPts val="585"/></a:spcBef></a:pPr><a:r><a:rPr dirty="0" sz="650" spc="-10" b="1"><a:solidFill><a:srgbClr val="C00000"/></a:solidFill><a:latin typeface="Calibri"/><a:cs typeface="Calibri"/></a:rPr><a:t>FOUNDATION</a:t></a:r><a:endParaRPr sz="650"><a:latin typeface="Calibri"/><a:cs typeface="Calibri"/></a:endParaRPr></a:p><a:p><a:pPr marL="191135"><a:lnSpc><a:spcPct val="100000"/></a:lnSpc><a:spcBef><a:spcPts val="40"/></a:spcBef><a:tabLst><a:tab pos="1184910" algn="l"/></a:tabLst></a:pPr><a:r><a:rPr dirty="0" sz="650"><a:solidFill><a:srgbClr val="C00000"/></a:solidFill><a:latin typeface="Calibri"/><a:cs typeface="Calibri"/></a:rPr><a:t>Piers</a:t></a:r><a:r><a:rPr dirty="0" sz="650" spc="10"><a:solidFill><a:srgbClr val="C00000"/></a:solidFill><a:latin typeface="Calibri"/><a:cs typeface="Calibri"/></a:rPr><a:t> </a:t></a:r><a:r><a:rPr dirty="0" sz="650"><a:solidFill><a:srgbClr val="C00000"/></a:solidFill><a:latin typeface="Calibri"/><a:cs typeface="Calibri"/></a:rPr><a:t>and</a:t></a:r><a:r><a:rPr dirty="0" sz="650" spc="15"><a:solidFill><a:srgbClr val="C00000"/></a:solidFill><a:latin typeface="Calibri"/><a:cs typeface="Calibri"/></a:rPr><a:t> </a:t></a:r><a:r><a:rPr dirty="0" sz="650" spc="-10"><a:solidFill><a:srgbClr val="C00000"/></a:solidFill><a:latin typeface="Calibri"/><a:cs typeface="Calibri"/></a:rPr><a:t>Caissons</a:t></a:r><a:r><a:rPr dirty="0" sz="650"><a:solidFill><a:srgbClr val="C00000"/></a:solidFill><a:latin typeface="Calibri"/><a:cs typeface="Calibri"/></a:rPr><a:t>	Grading</a:t></a:r><a:r><a:rPr dirty="0" sz="650" spc="40"><a:solidFill><a:srgbClr val="C00000"/></a:solidFill><a:latin typeface="Calibri"/><a:cs typeface="Calibri"/></a:rPr><a:t> </a:t></a:r><a:r><a:rPr dirty="0" sz="650"><a:solidFill><a:srgbClr val="C00000"/></a:solidFill><a:latin typeface="Calibri"/><a:cs typeface="Calibri"/></a:rPr><a:t>and</a:t></a:r><a:r><a:rPr dirty="0" sz="650" spc="40"><a:solidFill><a:srgbClr val="C00000"/></a:solidFill><a:latin typeface="Calibri"/><a:cs typeface="Calibri"/></a:rPr><a:t> </a:t></a:r><a:r><a:rPr dirty="0" sz="650" spc="-10"><a:solidFill><a:srgbClr val="C00000"/></a:solidFill><a:latin typeface="Calibri"/><a:cs typeface="Calibri"/></a:rPr><a:t>Drainage</a:t></a:r><a:endParaRPr sz="650"><a:latin typeface="Calibri"/><a:cs typeface="Calibri"/></a:endParaRPr></a:p><a:p><a:pPr marL="191135"><a:lnSpc><a:spcPct val="100000"/></a:lnSpc><a:spcBef><a:spcPts val="40"/></a:spcBef><a:tabLst><a:tab pos="2185035" algn="l"/></a:tabLst></a:pPr><a:r><a:rPr dirty="0" sz="650"><a:solidFill><a:srgbClr val="C00000"/></a:solidFill><a:latin typeface="Calibri"/><a:cs typeface="Calibri"/></a:rPr><a:t>Other</a:t></a:r><a:r><a:rPr dirty="0" sz="650" spc="-40"><a:solidFill><a:srgbClr val="C00000"/></a:solidFill><a:latin typeface="Calibri"/><a:cs typeface="Calibri"/></a:rPr><a:t> </a:t></a:r><a:r><a:rPr dirty="0" u="sng" sz="650"><a:solidFill><a:srgbClr val="C00000"/></a:solidFill><a:uFill><a:solidFill><a:srgbClr val="BF0000"/></a:solidFill></a:uFill><a:latin typeface="Times New Roman"/><a:cs typeface="Times New Roman"/></a:rPr><a:t>	</a:t></a:r><a:endParaRPr sz="650"><a:latin typeface="Times New Roman"/><a:cs typeface="Times New Roman"/></a:endParaRPr></a:p></p:txBody></p:sp><p:sp><p:nvSpPr><p:cNvPr id="548" name="object 548"/><p:cNvSpPr txBox="1"/><p:nvPr/></p:nvSpPr><p:spPr><a:xfrm><a:off x="17411441" y="7690392"/><a:ext cx="1029335" cy="350520"/></a:xfrm><a:prstGeom prst="rect"><a:avLst/></a:prstGeom></p:spPr><p:txBody><a:bodyPr wrap="square" lIns="0" tIns="12065" rIns="0" bIns="0" rtlCol="0" vert="horz"><a:spAutoFit/></a:bodyPr><a:lstStyle/><a:p><a:pPr marL="12700" marR="257175" indent="-635"><a:lnSpc><a:spcPct val="111400"/></a:lnSpc><a:spcBef><a:spcPts val="95"/></a:spcBef></a:pPr><a:r><a:rPr dirty="0" sz="650"><a:solidFill><a:srgbClr val="C00000"/></a:solidFill><a:latin typeface="Calibri"/><a:cs typeface="Calibri"/></a:rPr><a:t>Shotcrete</a:t></a:r><a:r><a:rPr dirty="0" sz="650" spc="40"><a:solidFill><a:srgbClr val="C00000"/></a:solidFill><a:latin typeface="Calibri"/><a:cs typeface="Calibri"/></a:rPr><a:t> </a:t></a:r><a:r><a:rPr dirty="0" sz="650"><a:solidFill><a:srgbClr val="C00000"/></a:solidFill><a:latin typeface="Calibri"/><a:cs typeface="Calibri"/></a:rPr><a:t>or</a:t></a:r><a:r><a:rPr dirty="0" sz="650" spc="45"><a:solidFill><a:srgbClr val="C00000"/></a:solidFill><a:latin typeface="Calibri"/><a:cs typeface="Calibri"/></a:rPr><a:t> </a:t></a:r><a:r><a:rPr dirty="0" sz="650" spc="-10"><a:solidFill><a:srgbClr val="C00000"/></a:solidFill><a:latin typeface="Calibri"/><a:cs typeface="Calibri"/></a:rPr><a:t>Masonry</a:t></a:r><a:r><a:rPr dirty="0" sz="650" spc="500"><a:solidFill><a:srgbClr val="C00000"/></a:solidFill><a:latin typeface="Calibri"/><a:cs typeface="Calibri"/></a:rPr><a:t> </a:t></a:r><a:r><a:rPr dirty="0" sz="650"><a:solidFill><a:srgbClr val="C00000"/></a:solidFill><a:latin typeface="Calibri"/><a:cs typeface="Calibri"/></a:rPr><a:t>Concrete</a:t></a:r><a:r><a:rPr dirty="0" sz="650" spc="35"><a:solidFill><a:srgbClr val="C00000"/></a:solidFill><a:latin typeface="Calibri"/><a:cs typeface="Calibri"/></a:rPr><a:t> </a:t></a:r><a:r><a:rPr dirty="0" sz="650" spc="-10"><a:solidFill><a:srgbClr val="C00000"/></a:solidFill><a:latin typeface="Calibri"/><a:cs typeface="Calibri"/></a:rPr><a:t>Placement</a:t></a:r><a:endParaRPr sz="650"><a:latin typeface="Calibri"/><a:cs typeface="Calibri"/></a:endParaRPr></a:p><a:p><a:pPr marL="12700"><a:lnSpc><a:spcPct val="100000"/></a:lnSpc><a:spcBef><a:spcPts val="40"/></a:spcBef><a:tabLst><a:tab pos="1016000" algn="l"/></a:tabLst></a:pPr><a:r><a:rPr dirty="0" sz="650" spc="-20"><a:solidFill><a:srgbClr val="C00000"/></a:solidFill><a:latin typeface="Calibri"/><a:cs typeface="Calibri"/></a:rPr><a:t>Other</a:t></a:r><a:r><a:rPr dirty="0" u="sng" sz="650"><a:solidFill><a:srgbClr val="C00000"/></a:solidFill><a:uFill><a:solidFill><a:srgbClr val="BF0000"/></a:solidFill></a:uFill><a:latin typeface="Times New Roman"/><a:cs typeface="Times New Roman"/></a:rPr><a:t>	</a:t></a:r><a:endParaRPr sz="650"><a:latin typeface="Times New Roman"/><a:cs typeface="Times New Roman"/></a:endParaRPr></a:p></p:txBody></p:sp><p:sp><p:nvSpPr><p:cNvPr id="549" name="object 549"/><p:cNvSpPr txBox="1"/><p:nvPr/></p:nvSpPr><p:spPr><a:xfrm><a:off x="17411470" y="8171015"/><a:ext cx="760095" cy="127635"/></a:xfrm><a:prstGeom prst="rect"><a:avLst/></a:prstGeom></p:spPr><p:txBody><a:bodyPr wrap="square" lIns="0" tIns="14604" rIns="0" bIns="0" rtlCol="0" vert="horz"><a:spAutoFit/></a:bodyPr><a:lstStyle/><a:p><a:pPr marL="12700"><a:lnSpc><a:spcPct val="100000"/></a:lnSpc><a:spcBef><a:spcPts val="114"/></a:spcBef></a:pPr><a:r><a:rPr dirty="0" sz="650"><a:solidFill><a:srgbClr val="C00000"/></a:solidFill><a:latin typeface="Calibri"/><a:cs typeface="Calibri"/></a:rPr><a:t>High</a:t></a:r><a:r><a:rPr dirty="0" sz="650" spc="30"><a:solidFill><a:srgbClr val="C00000"/></a:solidFill><a:latin typeface="Calibri"/><a:cs typeface="Calibri"/></a:rPr><a:t> </a:t></a:r><a:r><a:rPr dirty="0" sz="650"><a:solidFill><a:srgbClr val="C00000"/></a:solidFill><a:latin typeface="Calibri"/><a:cs typeface="Calibri"/></a:rPr><a:t>Strength</a:t></a:r><a:r><a:rPr dirty="0" sz="650" spc="25"><a:solidFill><a:srgbClr val="C00000"/></a:solidFill><a:latin typeface="Calibri"/><a:cs typeface="Calibri"/></a:rPr><a:t> </a:t></a:r><a:r><a:rPr dirty="0" sz="650" spc="-10"><a:solidFill><a:srgbClr val="C00000"/></a:solidFill><a:latin typeface="Calibri"/><a:cs typeface="Calibri"/></a:rPr><a:t>Bolting</a:t></a:r><a:endParaRPr sz="650"><a:latin typeface="Calibri"/><a:cs typeface="Calibri"/></a:endParaRPr></a:p></p:txBody></p:sp><p:sp><p:nvSpPr><p:cNvPr id="550" name="object 550"/><p:cNvSpPr txBox="1"/><p:nvPr/></p:nvSpPr><p:spPr><a:xfrm><a:off x="16417399" y="8275239"/><a:ext cx="2019935" cy="127635"/></a:xfrm><a:prstGeom prst="rect"><a:avLst/></a:prstGeom></p:spPr><p:txBody><a:bodyPr wrap="square" lIns="0" tIns="14604" rIns="0" bIns="0" rtlCol="0" vert="horz"><a:spAutoFit/></a:bodyPr><a:lstStyle/><a:p><a:pPr marL="12700"><a:lnSpc><a:spcPct val="100000"/></a:lnSpc><a:spcBef><a:spcPts val="114"/></a:spcBef><a:tabLst><a:tab pos="2006600" algn="l"/></a:tabLst></a:pPr><a:r><a:rPr dirty="0" sz="650"><a:solidFill><a:srgbClr val="C00000"/></a:solidFill><a:latin typeface="Calibri"/><a:cs typeface="Calibri"/></a:rPr><a:t>Other</a:t></a:r><a:r><a:rPr dirty="0" sz="650" spc="-40"><a:solidFill><a:srgbClr val="C00000"/></a:solidFill><a:latin typeface="Calibri"/><a:cs typeface="Calibri"/></a:rPr><a:t> </a:t></a:r><a:r><a:rPr dirty="0" u="sng" sz="650"><a:solidFill><a:srgbClr val="C00000"/></a:solidFill><a:uFill><a:solidFill><a:srgbClr val="BF0000"/></a:solidFill></a:uFill><a:latin typeface="Times New Roman"/><a:cs typeface="Times New Roman"/></a:rPr><a:t>	</a:t></a:r><a:endParaRPr sz="650"><a:latin typeface="Times New Roman"/><a:cs typeface="Times New Roman"/></a:endParaRPr></a:p></p:txBody></p:sp><p:sp><p:nvSpPr><p:cNvPr id="551" name="object 551"/><p:cNvSpPr txBox="1"/><p:nvPr/></p:nvSpPr><p:spPr><a:xfrm><a:off x="16238597" y="8445863"/><a:ext cx="2198370" cy="335915"/></a:xfrm><a:prstGeom prst="rect"><a:avLst/></a:prstGeom></p:spPr><p:txBody><a:bodyPr wrap="square" lIns="0" tIns="14604" rIns="0" bIns="0" rtlCol="0" vert="horz"><a:spAutoFit/></a:bodyPr><a:lstStyle/><a:p><a:pPr marL="12700"><a:lnSpc><a:spcPct val="100000"/></a:lnSpc><a:spcBef><a:spcPts val="114"/></a:spcBef></a:pPr><a:r><a:rPr dirty="0" sz="650" b="1"><a:solidFill><a:srgbClr val="C00000"/></a:solidFill><a:latin typeface="Calibri"/><a:cs typeface="Calibri"/></a:rPr><a:t>SEISMIC</a:t></a:r><a:r><a:rPr dirty="0" sz="650" spc="15" b="1"><a:solidFill><a:srgbClr val="C00000"/></a:solidFill><a:latin typeface="Calibri"/><a:cs typeface="Calibri"/></a:rPr><a:t> </a:t></a:r><a:r><a:rPr dirty="0" sz="650" spc="-10" b="1"><a:solidFill><a:srgbClr val="C00000"/></a:solidFill><a:latin typeface="Calibri"/><a:cs typeface="Calibri"/></a:rPr><a:t>RESISTANCE</a:t></a:r><a:endParaRPr sz="650"><a:latin typeface="Calibri"/><a:cs typeface="Calibri"/></a:endParaRPr></a:p><a:p><a:pPr marL="191135"><a:lnSpc><a:spcPct val="100000"/></a:lnSpc><a:spcBef><a:spcPts val="40"/></a:spcBef><a:tabLst><a:tab pos="1184910" algn="l"/></a:tabLst></a:pPr><a:r><a:rPr dirty="0" sz="650"><a:solidFill><a:srgbClr val="C00000"/></a:solidFill><a:latin typeface="Calibri"/><a:cs typeface="Calibri"/></a:rPr><a:t>Structural</a:t></a:r><a:r><a:rPr dirty="0" sz="650" spc="35"><a:solidFill><a:srgbClr val="C00000"/></a:solidFill><a:latin typeface="Calibri"/><a:cs typeface="Calibri"/></a:rPr><a:t> </a:t></a:r><a:r><a:rPr dirty="0" sz="650" spc="-20"><a:solidFill><a:srgbClr val="C00000"/></a:solidFill><a:latin typeface="Calibri"/><a:cs typeface="Calibri"/></a:rPr><a:t>Wood</a:t></a:r><a:r><a:rPr dirty="0" sz="650"><a:solidFill><a:srgbClr val="C00000"/></a:solidFill><a:latin typeface="Calibri"/><a:cs typeface="Calibri"/></a:rPr><a:t>	Structural</a:t></a:r><a:r><a:rPr dirty="0" sz="650" spc="35"><a:solidFill><a:srgbClr val="C00000"/></a:solidFill><a:latin typeface="Calibri"/><a:cs typeface="Calibri"/></a:rPr><a:t> </a:t></a:r><a:r><a:rPr dirty="0" sz="650" spc="-10"><a:solidFill><a:srgbClr val="C00000"/></a:solidFill><a:latin typeface="Calibri"/><a:cs typeface="Calibri"/></a:rPr><a:t>Steel</a:t></a:r><a:endParaRPr sz="650"><a:latin typeface="Calibri"/><a:cs typeface="Calibri"/></a:endParaRPr></a:p><a:p><a:pPr marL="191135"><a:lnSpc><a:spcPct val="100000"/></a:lnSpc><a:spcBef><a:spcPts val="45"/></a:spcBef><a:tabLst><a:tab pos="2185035" algn="l"/></a:tabLst></a:pPr><a:r><a:rPr dirty="0" sz="650"><a:solidFill><a:srgbClr val="C00000"/></a:solidFill><a:latin typeface="Calibri"/><a:cs typeface="Calibri"/></a:rPr><a:t>Other</a:t></a:r><a:r><a:rPr dirty="0" sz="650" spc="-40"><a:solidFill><a:srgbClr val="C00000"/></a:solidFill><a:latin typeface="Calibri"/><a:cs typeface="Calibri"/></a:rPr><a:t> </a:t></a:r><a:r><a:rPr dirty="0" u="sng" sz="650"><a:solidFill><a:srgbClr val="C00000"/></a:solidFill><a:uFill><a:solidFill><a:srgbClr val="BF0000"/></a:solidFill></a:uFill><a:latin typeface="Times New Roman"/><a:cs typeface="Times New Roman"/></a:rPr><a:t>	</a:t></a:r><a:endParaRPr sz="650"><a:latin typeface="Times New Roman"/><a:cs typeface="Times New Roman"/></a:endParaRPr></a:p></p:txBody></p:sp><p:sp><p:nvSpPr><p:cNvPr id="552" name="object 552"/><p:cNvSpPr txBox="1"/><p:nvPr/></p:nvSpPr><p:spPr><a:xfrm><a:off x="16238597" y="8807557"/><a:ext cx="681355" cy="127635"/></a:xfrm><a:prstGeom prst="rect"><a:avLst/></a:prstGeom></p:spPr><p:txBody><a:bodyPr wrap="square" lIns="0" tIns="14604" rIns="0" bIns="0" rtlCol="0" vert="horz"><a:spAutoFit/></a:bodyPr><a:lstStyle/><a:p><a:pPr marL="12700"><a:lnSpc><a:spcPct val="100000"/></a:lnSpc><a:spcBef><a:spcPts val="114"/></a:spcBef></a:pPr><a:r><a:rPr dirty="0" sz="650" b="1"><a:solidFill><a:srgbClr val="C00000"/></a:solidFill><a:latin typeface="Calibri"/><a:cs typeface="Calibri"/></a:rPr><a:t>WIND</a:t></a:r><a:r><a:rPr dirty="0" sz="650" spc="15" b="1"><a:solidFill><a:srgbClr val="C00000"/></a:solidFill><a:latin typeface="Calibri"/><a:cs typeface="Calibri"/></a:rPr><a:t> </a:t></a:r><a:r><a:rPr dirty="0" sz="650" spc="-10" b="1"><a:solidFill><a:srgbClr val="C00000"/></a:solidFill><a:latin typeface="Calibri"/><a:cs typeface="Calibri"/></a:rPr><a:t>RESISTANCE</a:t></a:r><a:endParaRPr sz="650"><a:latin typeface="Calibri"/><a:cs typeface="Calibri"/></a:endParaRPr></a:p></p:txBody></p:sp><p:sp><p:nvSpPr><p:cNvPr id="553" name="object 553"/><p:cNvSpPr/><p:nvPr/></p:nvSpPr><p:spPr><a:xfrm><a:off x="16449230" y="9021646"/><a:ext cx="1985645" cy="0"/></a:xfrm><a:custGeom><a:avLst/><a:gdLst/><a:ahLst/><a:cxnLst/><a:rect l="l" t="t" r="r" b="b"/><a:pathLst><a:path w="1985644" h="0"><a:moveTo><a:pt x="0" y="0"/></a:moveTo><a:lnTo><a:pt x="1985151" y="0"/></a:lnTo></a:path></a:pathLst></a:custGeom><a:ln w="5506"><a:solidFill><a:srgbClr val="BF0000"/></a:solidFill></a:ln></p:spPr><p:txBody><a:bodyPr wrap="square" lIns="0" tIns="0" rIns="0" bIns="0" rtlCol="0"/><a:lstStyle/><a:p/></p:txBody></p:sp><p:sp><p:nvSpPr><p:cNvPr id="554" name="object 554"/><p:cNvSpPr txBox="1"/><p:nvPr/></p:nvSpPr><p:spPr><a:xfrm><a:off x="16238597" y="9082404"/><a:ext cx="1475105" cy="127635"/></a:xfrm><a:prstGeom prst="rect"><a:avLst/></a:prstGeom></p:spPr><p:txBody><a:bodyPr wrap="square" lIns="0" tIns="14604" rIns="0" bIns="0" rtlCol="0" vert="horz"><a:spAutoFit/></a:bodyPr><a:lstStyle/><a:p><a:pPr marL="12700"><a:lnSpc><a:spcPct val="100000"/></a:lnSpc><a:spcBef><a:spcPts val="114"/></a:spcBef></a:pPr><a:r><a:rPr dirty="0" sz="650" b="1"><a:solidFill><a:srgbClr val="C00000"/></a:solidFill><a:latin typeface="Calibri"/><a:cs typeface="Calibri"/></a:rPr><a:t>STRUCTURAL</a:t></a:r><a:r><a:rPr dirty="0" sz="650" spc="50" b="1"><a:solidFill><a:srgbClr val="C00000"/></a:solidFill><a:latin typeface="Calibri"/><a:cs typeface="Calibri"/></a:rPr><a:t> </a:t></a:r><a:r><a:rPr dirty="0" sz="650" b="1"><a:solidFill><a:srgbClr val="C00000"/></a:solidFill><a:latin typeface="Calibri"/><a:cs typeface="Calibri"/></a:rPr><a:t>OBSERVATIONS</a:t></a:r><a:r><a:rPr dirty="0" sz="650" spc="55" b="1"><a:solidFill><a:srgbClr val="C00000"/></a:solidFill><a:latin typeface="Calibri"/><a:cs typeface="Calibri"/></a:rPr><a:t> </a:t></a:r><a:r><a:rPr dirty="0" sz="650" b="1"><a:solidFill><a:srgbClr val="C00000"/></a:solidFill><a:latin typeface="Calibri"/><a:cs typeface="Calibri"/></a:rPr><a:t>(</a:t></a:r><a:r><a:rPr dirty="0" sz="650" i="1"><a:solidFill><a:srgbClr val="C00000"/></a:solidFill><a:latin typeface="Calibri"/><a:cs typeface="Calibri"/></a:rPr><a:t>list</a:t></a:r><a:r><a:rPr dirty="0" sz="650" spc="55" i="1"><a:solidFill><a:srgbClr val="C00000"/></a:solidFill><a:latin typeface="Calibri"/><a:cs typeface="Calibri"/></a:rPr><a:t> </a:t></a:r><a:r><a:rPr dirty="0" sz="650" i="1"><a:solidFill><a:srgbClr val="C00000"/></a:solidFill><a:latin typeface="Calibri"/><a:cs typeface="Calibri"/></a:rPr><a:t>below</a:t></a:r><a:r><a:rPr dirty="0" sz="650" spc="20" i="1"><a:solidFill><a:srgbClr val="C00000"/></a:solidFill><a:latin typeface="Calibri"/><a:cs typeface="Calibri"/></a:rPr><a:t> </a:t></a:r><a:r><a:rPr dirty="0" sz="650" spc="-50" b="1"><a:solidFill><a:srgbClr val="C00000"/></a:solidFill><a:latin typeface="Calibri"/><a:cs typeface="Calibri"/></a:rPr><a:t>)</a:t></a:r><a:endParaRPr sz="650"><a:latin typeface="Calibri"/><a:cs typeface="Calibri"/></a:endParaRPr></a:p></p:txBody></p:sp><p:grpSp><p:nvGrpSpPr><p:cNvPr id="555" name="object 555"/><p:cNvGrpSpPr/><p:nvPr/></p:nvGrpSpPr><p:grpSpPr><a:xfrm><a:off x="16278518" y="7363262"/><a:ext cx="2139950" cy="2448560"/><a:chOff x="16278518" y="7363262"/><a:chExt cx="2139950" cy="2448560"/></a:xfrm></p:grpSpPr><p:sp><p:nvSpPr><p:cNvPr id="556" name="object 556"/><p:cNvSpPr/><p:nvPr/></p:nvSpPr><p:spPr><a:xfrm><a:off x="16430101" y="9295983"/><a:ext cx="1985645" cy="102870"/></a:xfrm><a:custGeom><a:avLst/><a:gdLst/><a:ahLst/><a:cxnLst/><a:rect l="l" t="t" r="r" b="b"/><a:pathLst><a:path w="1985644" h="102870"><a:moveTo><a:pt x="0" y="0"/></a:moveTo><a:lnTo><a:pt x="1985284" y="0"/></a:lnTo></a:path><a:path w="1985644" h="102870"><a:moveTo><a:pt x="0" y="102769"/></a:moveTo><a:lnTo><a:pt x="1984921" y="102769"/></a:lnTo></a:path></a:pathLst></a:custGeom><a:ln w="5506"><a:solidFill><a:srgbClr val="BF0000"/></a:solidFill></a:ln></p:spPr><p:txBody><a:bodyPr wrap="square" lIns="0" tIns="0" rIns="0" bIns="0" rtlCol="0"/><a:lstStyle/><a:p/></p:txBody></p:sp><p:sp><p:nvSpPr><p:cNvPr id="557" name="object 557"/><p:cNvSpPr/><p:nvPr/></p:nvSpPr><p:spPr><a:xfrm><a:off x="16281949" y="7724957"/><a:ext cx="76835" cy="71120"/></a:xfrm><a:custGeom><a:avLst/><a:gdLst/><a:ahLst/><a:cxnLst/><a:rect l="l" t="t" r="r" b="b"/><a:pathLst><a:path w="76834" h="71120"><a:moveTo><a:pt x="76630" y="0"/></a:moveTo><a:lnTo><a:pt x="0" y="0"/></a:lnTo><a:lnTo><a:pt x="0" y="70499"/></a:lnTo><a:lnTo><a:pt x="76630" y="70499"/></a:lnTo><a:lnTo><a:pt x="76630" y="65391"/></a:lnTo><a:lnTo><a:pt x="11239" y="65391"/></a:lnTo><a:lnTo><a:pt x="5108" y="60282"/></a:lnTo><a:lnTo><a:pt x="11239" y="60282"/></a:lnTo><a:lnTo><a:pt x="11239" y="11239"/></a:lnTo><a:lnTo><a:pt x="5108" y="11239"/></a:lnTo><a:lnTo><a:pt x="11239" y="5108"/></a:lnTo><a:lnTo><a:pt x="76630" y="5108"/></a:lnTo><a:lnTo><a:pt x="76630" y="0"/></a:lnTo><a:close/></a:path><a:path w="76834" h="71120"><a:moveTo><a:pt x="11239" y="60282"/></a:moveTo><a:lnTo><a:pt x="5108" y="60282"/></a:lnTo><a:lnTo><a:pt x="11239" y="65391"/></a:lnTo><a:lnTo><a:pt x="11239" y="60282"/></a:lnTo><a:close/></a:path><a:path w="76834" h="71120"><a:moveTo><a:pt x="66412" y="60282"/></a:moveTo><a:lnTo><a:pt x="11239" y="60282"/></a:lnTo><a:lnTo><a:pt x="11239" y="65391"/></a:lnTo><a:lnTo><a:pt x="66412" y="65391"/></a:lnTo><a:lnTo><a:pt x="66412" y="60282"/></a:lnTo><a:close/></a:path><a:path w="76834" h="71120"><a:moveTo><a:pt x="66412" y="5108"/></a:moveTo><a:lnTo><a:pt x="66412" y="65391"/></a:lnTo><a:lnTo><a:pt x="71521" y="60282"/></a:lnTo><a:lnTo><a:pt x="76630" y="60282"/></a:lnTo><a:lnTo><a:pt x="76630" y="11239"/></a:lnTo><a:lnTo><a:pt x="71521" y="11239"/></a:lnTo><a:lnTo><a:pt x="66412" y="5108"/></a:lnTo><a:close/></a:path><a:path w="76834" h="71120"><a:moveTo><a:pt x="76630" y="60282"/></a:moveTo><a:lnTo><a:pt x="71521" y="60282"/></a:lnTo><a:lnTo><a:pt x="66412" y="65391"/></a:lnTo><a:lnTo><a:pt x="76630" y="65391"/></a:lnTo><a:lnTo><a:pt x="76630" y="60282"/></a:lnTo><a:close/></a:path><a:path w="76834" h="71120"><a:moveTo><a:pt x="11239" y="5108"/></a:moveTo><a:lnTo><a:pt x="5108" y="11239"/></a:lnTo><a:lnTo><a:pt x="11239" y="11239"/></a:lnTo><a:lnTo><a:pt x="11239" y="5108"/></a:lnTo><a:close/></a:path><a:path w="76834" h="71120"><a:moveTo><a:pt x="66412" y="5108"/></a:moveTo><a:lnTo><a:pt x="11239" y="5108"/></a:lnTo><a:lnTo><a:pt x="11239" y="11239"/></a:lnTo><a:lnTo><a:pt x="66412" y="11239"/></a:lnTo><a:lnTo><a:pt x="66412" y="5108"/></a:lnTo><a:close/></a:path><a:path w="76834" h="71120"><a:moveTo><a:pt x="76630" y="5108"/></a:moveTo><a:lnTo><a:pt x="66412" y="5108"/></a:lnTo><a:lnTo><a:pt x="71521" y="11239"/></a:lnTo><a:lnTo><a:pt x="76630" y="11239"/></a:lnTo><a:lnTo><a:pt x="76630" y="5108"/></a:lnTo><a:close/></a:path></a:pathLst></a:custGeom><a:solidFill><a:srgbClr val="C00000"/></a:solidFill></p:spPr><p:txBody><a:bodyPr wrap="square" lIns="0" tIns="0" rIns="0" bIns="0" rtlCol="0"/><a:lstStyle/><a:p/></p:txBody></p:sp><p:pic><p:nvPicPr><p:cNvPr id="558" name="object 558"/><p:cNvPicPr/><p:nvPr/></p:nvPicPr><p:blipFill><a:blip r:embed="rId10" cstate="print"/><a:stretch><a:fillRect/></a:stretch></p:blipFill><p:spPr><a:xfrm><a:off x="17290401" y="7724957"/><a:ext cx="76630" cy="70499"/></a:xfrm><a:prstGeom prst="rect"><a:avLst/></a:prstGeom></p:spPr></p:pic><p:pic><p:nvPicPr><p:cNvPr id="559" name="object 559"/><p:cNvPicPr/><p:nvPr/></p:nvPicPr><p:blipFill><a:blip r:embed="rId10" cstate="print"/><a:stretch><a:fillRect/></a:stretch></p:blipFill><p:spPr><a:xfrm><a:off x="16281949" y="7842456"/><a:ext cx="76630" cy="70499"/></a:xfrm><a:prstGeom prst="rect"><a:avLst/></a:prstGeom></p:spPr></p:pic><p:pic><p:nvPicPr><p:cNvPr id="560" name="object 560"/><p:cNvPicPr/><p:nvPr/></p:nvPicPr><p:blipFill><a:blip r:embed="rId10" cstate="print"/><a:stretch><a:fillRect/></a:stretch></p:blipFill><p:spPr><a:xfrm><a:off x="16281949" y="7946673"/><a:ext cx="76630" cy="70499"/></a:xfrm><a:prstGeom prst="rect"><a:avLst/></a:prstGeom></p:spPr></p:pic><p:pic><p:nvPicPr><p:cNvPr id="561" name="object 561"/><p:cNvPicPr/><p:nvPr/></p:nvPicPr><p:blipFill><a:blip r:embed="rId10" cstate="print"/><a:stretch><a:fillRect/></a:stretch></p:blipFill><p:spPr><a:xfrm><a:off x="17290401" y="7839391"/><a:ext cx="76630" cy="70499"/></a:xfrm><a:prstGeom prst="rect"><a:avLst/></a:prstGeom></p:spPr></p:pic><p:pic><p:nvPicPr><p:cNvPr id="562" name="object 562"/><p:cNvPicPr/><p:nvPr/></p:nvPicPr><p:blipFill><a:blip r:embed="rId10" cstate="print"/><a:stretch><a:fillRect/></a:stretch></p:blipFill><p:spPr><a:xfrm><a:off x="16281949" y="8204151"/><a:ext cx="76630" cy="70499"/></a:xfrm><a:prstGeom prst="rect"><a:avLst/></a:prstGeom></p:spPr></p:pic><p:pic><p:nvPicPr><p:cNvPr id="563" name="object 563"/><p:cNvPicPr/><p:nvPr/></p:nvPicPr><p:blipFill><a:blip r:embed="rId10" cstate="print"/><a:stretch><a:fillRect/></a:stretch></p:blipFill><p:spPr><a:xfrm><a:off x="17290401" y="8204151"/><a:ext cx="76630" cy="70499"/></a:xfrm><a:prstGeom prst="rect"><a:avLst/></a:prstGeom></p:spPr></p:pic><p:pic><p:nvPicPr><p:cNvPr id="564" name="object 564"/><p:cNvPicPr/><p:nvPr/></p:nvPicPr><p:blipFill><a:blip r:embed="rId10" cstate="print"/><a:stretch><a:fillRect/></a:stretch></p:blipFill><p:spPr><a:xfrm><a:off x="16281949" y="8308368"/><a:ext cx="76630" cy="70499"/></a:xfrm><a:prstGeom prst="rect"><a:avLst/></a:prstGeom></p:spPr></p:pic><p:pic><p:nvPicPr><p:cNvPr id="565" name="object 565"/><p:cNvPicPr/><p:nvPr/></p:nvPicPr><p:blipFill><a:blip r:embed="rId10" cstate="print"/><a:stretch><a:fillRect/></a:stretch></p:blipFill><p:spPr><a:xfrm><a:off x="16281949" y="7363262"/><a:ext cx="76630" cy="70499"/></a:xfrm><a:prstGeom prst="rect"><a:avLst/></a:prstGeom></p:spPr></p:pic><p:pic><p:nvPicPr><p:cNvPr id="566" name="object 566"/><p:cNvPicPr/><p:nvPr/></p:nvPicPr><p:blipFill><a:blip r:embed="rId10" cstate="print"/><a:stretch><a:fillRect/></a:stretch></p:blipFill><p:spPr><a:xfrm><a:off x="17290401" y="7363262"/><a:ext cx="76630" cy="70499"/></a:xfrm><a:prstGeom prst="rect"><a:avLst/></a:prstGeom></p:spPr></p:pic><p:pic><p:nvPicPr><p:cNvPr id="567" name="object 567"/><p:cNvPicPr/><p:nvPr/></p:nvPicPr><p:blipFill><a:blip r:embed="rId10" cstate="print"/><a:stretch><a:fillRect/></a:stretch></p:blipFill><p:spPr><a:xfrm><a:off x="16281949" y="7467479"/><a:ext cx="76630" cy="70499"/></a:xfrm><a:prstGeom prst="rect"><a:avLst/></a:prstGeom></p:spPr></p:pic><p:pic><p:nvPicPr><p:cNvPr id="568" name="object 568"/><p:cNvPicPr/><p:nvPr/></p:nvPicPr><p:blipFill><a:blip r:embed="rId10" cstate="print"/><a:stretch><a:fillRect/></a:stretch></p:blipFill><p:spPr><a:xfrm><a:off x="16281949" y="8583215"/><a:ext cx="76630" cy="70499"/></a:xfrm><a:prstGeom prst="rect"><a:avLst/></a:prstGeom></p:spPr></p:pic><p:pic><p:nvPicPr><p:cNvPr id="569" name="object 569"/><p:cNvPicPr/><p:nvPr/></p:nvPicPr><p:blipFill><a:blip r:embed="rId10" cstate="print"/><a:stretch><a:fillRect/></a:stretch></p:blipFill><p:spPr><a:xfrm><a:off x="17290401" y="8583215"/><a:ext cx="76630" cy="70499"/></a:xfrm><a:prstGeom prst="rect"><a:avLst/></a:prstGeom></p:spPr></p:pic><p:pic><p:nvPicPr><p:cNvPr id="570" name="object 570"/><p:cNvPicPr/><p:nvPr/></p:nvPicPr><p:blipFill><a:blip r:embed="rId10" cstate="print"/><a:stretch><a:fillRect/></a:stretch></p:blipFill><p:spPr><a:xfrm><a:off x="16281949" y="8687432"/><a:ext cx="76630" cy="70499"/></a:xfrm><a:prstGeom prst="rect"><a:avLst/></a:prstGeom></p:spPr></p:pic><p:pic><p:nvPicPr><p:cNvPr id="571" name="object 571"/><p:cNvPicPr/><p:nvPr/></p:nvPicPr><p:blipFill><a:blip r:embed="rId11" cstate="print"/><a:stretch><a:fillRect/></a:stretch></p:blipFill><p:spPr><a:xfrm><a:off x="16281949" y="9219756"/><a:ext cx="76630" cy="70499"/></a:xfrm><a:prstGeom prst="rect"><a:avLst/></a:prstGeom></p:spPr></p:pic><p:pic><p:nvPicPr><p:cNvPr id="572" name="object 572"/><p:cNvPicPr/><p:nvPr/></p:nvPicPr><p:blipFill><a:blip r:embed="rId11" cstate="print"/><a:stretch><a:fillRect/></a:stretch></p:blipFill><p:spPr><a:xfrm><a:off x="16281949" y="9323973"/><a:ext cx="76630" cy="70499"/></a:xfrm><a:prstGeom prst="rect"><a:avLst/></a:prstGeom></p:spPr></p:pic><p:pic><p:nvPicPr><p:cNvPr id="573" name="object 573"/><p:cNvPicPr/><p:nvPr/></p:nvPicPr><p:blipFill><a:blip r:embed="rId10" cstate="print"/><a:stretch><a:fillRect/></a:stretch></p:blipFill><p:spPr><a:xfrm><a:off x="16281949" y="9532407"/><a:ext cx="76630" cy="70499"/></a:xfrm><a:prstGeom prst="rect"><a:avLst/></a:prstGeom></p:spPr></p:pic><p:pic><p:nvPicPr><p:cNvPr id="574" name="object 574"/><p:cNvPicPr/><p:nvPr/></p:nvPicPr><p:blipFill><a:blip r:embed="rId10" cstate="print"/><a:stretch><a:fillRect/></a:stretch></p:blipFill><p:spPr><a:xfrm><a:off x="16281949" y="9636624"/><a:ext cx="76630" cy="70499"/></a:xfrm><a:prstGeom prst="rect"><a:avLst/></a:prstGeom></p:spPr></p:pic><p:pic><p:nvPicPr><p:cNvPr id="575" name="object 575"/><p:cNvPicPr/><p:nvPr/></p:nvPicPr><p:blipFill><a:blip r:embed="rId10" cstate="print"/><a:stretch><a:fillRect/></a:stretch></p:blipFill><p:spPr><a:xfrm><a:off x="16281949" y="9740841"/><a:ext cx="76630" cy="70499"/></a:xfrm><a:prstGeom prst="rect"><a:avLst/></a:prstGeom></p:spPr></p:pic><p:pic><p:nvPicPr><p:cNvPr id="576" name="object 576"/><p:cNvPicPr/><p:nvPr/></p:nvPicPr><p:blipFill><a:blip r:embed="rId10" cstate="print"/><a:stretch><a:fillRect/></a:stretch></p:blipFill><p:spPr><a:xfrm><a:off x="16281949" y="8944909"/><a:ext cx="76630" cy="70499"/></a:xfrm><a:prstGeom prst="rect"><a:avLst/></a:prstGeom></p:spPr></p:pic><p:pic><p:nvPicPr><p:cNvPr id="577" name="object 577"/><p:cNvPicPr/><p:nvPr/></p:nvPicPr><p:blipFill><a:blip r:embed="rId12" cstate="print"/><a:stretch><a:fillRect/></a:stretch></p:blipFill><p:spPr><a:xfrm><a:off x="17286314" y="7945652"/><a:ext cx="76630" cy="70499"/></a:xfrm><a:prstGeom prst="rect"><a:avLst/></a:prstGeom></p:spPr></p:pic><p:sp><p:nvSpPr><p:cNvPr id="578" name="object 578"/><p:cNvSpPr/><p:nvPr/></p:nvSpPr><p:spPr><a:xfrm><a:off x="16278518" y="7677480"/><a:ext cx="139700" cy="104775"/></a:xfrm><a:custGeom><a:avLst/><a:gdLst/><a:ahLst/><a:cxnLst/><a:rect l="l" t="t" r="r" b="b"/><a:pathLst><a:path w="139700" h="104775"><a:moveTo><a:pt x="123765" y="0"/></a:moveTo><a:lnTo><a:pt x="50849" y="72953"/></a:lnTo><a:lnTo><a:pt x="15807" y="37875"/></a:lnTo><a:lnTo><a:pt x="0" y="53683"/></a:lnTo><a:lnTo><a:pt x="50888" y="104517"/></a:lnTo><a:lnTo><a:pt x="139611" y="15773"/></a:lnTo><a:lnTo><a:pt x="123765" y="0"/></a:lnTo><a:close/></a:path></a:pathLst></a:custGeom><a:solidFill><a:srgbClr val="FF0000"/></a:solidFill></p:spPr><p:txBody><a:bodyPr wrap="square" lIns="0" tIns="0" rIns="0" bIns="0" rtlCol="0"/><a:lstStyle/><a:p/></p:txBody></p:sp></p:grpSp><p:sp><p:nvSpPr><p:cNvPr id="579" name="object 579"/><p:cNvSpPr txBox="1"/><p:nvPr/></p:nvSpPr><p:spPr><a:xfrm><a:off x="16417402" y="9495841"/><a:ext cx="1757045" cy="232410"/></a:xfrm><a:prstGeom prst="rect"><a:avLst/></a:prstGeom></p:spPr><p:txBody><a:bodyPr wrap="square" lIns="0" tIns="8890" rIns="0" bIns="0" rtlCol="0" vert="horz"><a:spAutoFit/></a:bodyPr><a:lstStyle/><a:p><a:pPr marL="12700" marR="5080"><a:lnSpc><a:spcPct val="105700"/></a:lnSpc><a:spcBef><a:spcPts val="70"/></a:spcBef></a:pPr><a:r><a:rPr dirty="0" sz="650"><a:solidFill><a:srgbClr val="C00000"/></a:solidFill><a:latin typeface="Calibri"/><a:cs typeface="Calibri"/></a:rPr><a:t>Title</a:t></a:r><a:r><a:rPr dirty="0" sz="650" spc="10"><a:solidFill><a:srgbClr val="C00000"/></a:solidFill><a:latin typeface="Calibri"/><a:cs typeface="Calibri"/></a:rPr><a:t> </a:t></a:r><a:r><a:rPr dirty="0" sz="650"><a:solidFill><a:srgbClr val="C00000"/></a:solidFill><a:latin typeface="Calibri"/><a:cs typeface="Calibri"/></a:rPr><a:t>24</a:t></a:r><a:r><a:rPr dirty="0" sz="650" spc="15"><a:solidFill><a:srgbClr val="C00000"/></a:solidFill><a:latin typeface="Calibri"/><a:cs typeface="Calibri"/></a:rPr><a:t> </a:t></a:r><a:r><a:rPr dirty="0" sz="650"><a:solidFill><a:srgbClr val="C00000"/></a:solidFill><a:latin typeface="Calibri"/><a:cs typeface="Calibri"/></a:rPr><a:t>Energy</a:t></a:r><a:r><a:rPr dirty="0" sz="650" spc="15"><a:solidFill><a:srgbClr val="C00000"/></a:solidFill><a:latin typeface="Calibri"/><a:cs typeface="Calibri"/></a:rPr><a:t> </a:t></a:r><a:r><a:rPr dirty="0" sz="650"><a:solidFill><a:srgbClr val="C00000"/></a:solidFill><a:latin typeface="Calibri"/><a:cs typeface="Calibri"/></a:rPr><a:t>-</a:t></a:r><a:r><a:rPr dirty="0" sz="650" spc="15"><a:solidFill><a:srgbClr val="C00000"/></a:solidFill><a:latin typeface="Calibri"/><a:cs typeface="Calibri"/></a:rPr><a:t> </a:t></a:r><a:r><a:rPr dirty="0" sz="650"><a:solidFill><a:srgbClr val="C00000"/></a:solidFill><a:latin typeface="Minion Pro"/><a:cs typeface="Minion Pro"/></a:rPr><a:t>ECC</a:t></a:r><a:r><a:rPr dirty="0" sz="650" spc="15"><a:solidFill><a:srgbClr val="C00000"/></a:solidFill><a:latin typeface="Minion Pro"/><a:cs typeface="Minion Pro"/></a:rPr><a:t> </a:t></a:r><a:r><a:rPr dirty="0" sz="650"><a:solidFill><a:srgbClr val="C00000"/></a:solidFill><a:latin typeface="Calibri"/><a:cs typeface="Calibri"/></a:rPr><a:t>Verification</a:t></a:r><a:r><a:rPr dirty="0" sz="650" spc="15"><a:solidFill><a:srgbClr val="C00000"/></a:solidFill><a:latin typeface="Calibri"/><a:cs typeface="Calibri"/></a:rPr><a:t> </a:t></a:r><a:r><a:rPr dirty="0" sz="650"><a:solidFill><a:srgbClr val="C00000"/></a:solidFill><a:latin typeface="Calibri"/><a:cs typeface="Calibri"/></a:rPr><a:t>(PSR</a:t></a:r><a:r><a:rPr dirty="0" sz="650" spc="15"><a:solidFill><a:srgbClr val="C00000"/></a:solidFill><a:latin typeface="Calibri"/><a:cs typeface="Calibri"/></a:rPr><a:t> </a:t></a:r><a:r><a:rPr dirty="0" sz="650" spc="-10"><a:solidFill><a:srgbClr val="C00000"/></a:solidFill><a:latin typeface="Calibri"/><a:cs typeface="Calibri"/></a:rPr><a:t>REQUIRED)</a:t></a:r><a:r><a:rPr dirty="0" sz="650" spc="500"><a:solidFill><a:srgbClr val="C00000"/></a:solidFill><a:latin typeface="Calibri"/><a:cs typeface="Calibri"/></a:rPr><a:t> </a:t></a:r><a:r><a:rPr dirty="0" sz="650"><a:solidFill><a:srgbClr val="C00000"/></a:solidFill><a:latin typeface="Calibri"/><a:cs typeface="Calibri"/></a:rPr><a:t>Construction</a:t></a:r><a:r><a:rPr dirty="0" sz="650" spc="30"><a:solidFill><a:srgbClr val="C00000"/></a:solidFill><a:latin typeface="Calibri"/><a:cs typeface="Calibri"/></a:rPr><a:t> </a:t></a:r><a:r><a:rPr dirty="0" sz="650"><a:solidFill><a:srgbClr val="C00000"/></a:solidFill><a:latin typeface="Calibri"/><a:cs typeface="Calibri"/></a:rPr><a:t>Formwork</a:t></a:r><a:r><a:rPr dirty="0" sz="650" spc="35"><a:solidFill><a:srgbClr val="C00000"/></a:solidFill><a:latin typeface="Calibri"/><a:cs typeface="Calibri"/></a:rPr><a:t> </a:t></a:r><a:r><a:rPr dirty="0" sz="650" spc="-10"><a:solidFill><a:srgbClr val="C00000"/></a:solidFill><a:latin typeface="Calibri"/><a:cs typeface="Calibri"/></a:rPr><a:t>Certification</a:t></a:r><a:endParaRPr sz="650"><a:latin typeface="Calibri"/><a:cs typeface="Calibri"/></a:endParaRPr></a:p></p:txBody></p:sp><p:sp><p:nvSpPr><p:cNvPr id="580" name="object 580"/><p:cNvSpPr txBox="1"/><p:nvPr/></p:nvSpPr><p:spPr><a:xfrm><a:off x="16417402" y="9703815"/><a:ext cx="2006600" cy="127635"/></a:xfrm><a:prstGeom prst="rect"><a:avLst/></a:prstGeom></p:spPr><p:txBody><a:bodyPr wrap="square" lIns="0" tIns="14604" rIns="0" bIns="0" rtlCol="0" vert="horz"><a:spAutoFit/></a:bodyPr><a:lstStyle/><a:p><a:pPr marL="12700"><a:lnSpc><a:spcPct val="100000"/></a:lnSpc><a:spcBef><a:spcPts val="114"/></a:spcBef><a:tabLst><a:tab pos="1992630" algn="l"/></a:tabLst></a:pPr><a:r><a:rPr dirty="0" sz="650"><a:solidFill><a:srgbClr val="C00000"/></a:solidFill><a:latin typeface="Calibri"/><a:cs typeface="Calibri"/></a:rPr><a:t>Special</a:t></a:r><a:r><a:rPr dirty="0" sz="650" spc="-15"><a:solidFill><a:srgbClr val="C00000"/></a:solidFill><a:latin typeface="Calibri"/><a:cs typeface="Calibri"/></a:rPr><a:t> </a:t></a:r><a:r><a:rPr dirty="0" sz="650"><a:solidFill><a:srgbClr val="C00000"/></a:solidFill><a:latin typeface="Calibri"/><a:cs typeface="Calibri"/></a:rPr><a:t>Case</a:t></a:r><a:r><a:rPr dirty="0" sz="650" spc="-15"><a:solidFill><a:srgbClr val="C00000"/></a:solidFill><a:latin typeface="Calibri"/><a:cs typeface="Calibri"/></a:rPr><a:t> </a:t></a:r><a:r><a:rPr dirty="0" u="sng" sz="650"><a:solidFill><a:srgbClr val="C00000"/></a:solidFill><a:uFill><a:solidFill><a:srgbClr val="BF0000"/></a:solidFill></a:uFill><a:latin typeface="Times New Roman"/><a:cs typeface="Times New Roman"/></a:rPr><a:t>	</a:t></a:r><a:endParaRPr sz="650"><a:latin typeface="Times New Roman"/><a:cs typeface="Times New Roman"/></a:endParaRPr></a:p></p:txBody></p:sp><p:sp><p:nvSpPr><p:cNvPr id="581" name="object 581"/><p:cNvSpPr txBox="1"/><p:nvPr/></p:nvSpPr><p:spPr><a:xfrm><a:off x="16213197" y="7587605"/><a:ext cx="1045844" cy="711200"/></a:xfrm><a:prstGeom prst="rect"><a:avLst/></a:prstGeom></p:spPr><p:txBody><a:bodyPr wrap="square" lIns="0" tIns="14604" rIns="0" bIns="0" rtlCol="0" vert="horz"><a:spAutoFit/></a:bodyPr><a:lstStyle/><a:p><a:pPr marL="38100"><a:lnSpc><a:spcPct val="100000"/></a:lnSpc><a:spcBef><a:spcPts val="114"/></a:spcBef></a:pPr><a:r><a:rPr dirty="0" sz="650" b="1"><a:solidFill><a:srgbClr val="C00000"/></a:solidFill><a:latin typeface="Calibri"/><a:cs typeface="Calibri"/></a:rPr><a:t>CONCRETE</a:t></a:r><a:r><a:rPr dirty="0" sz="650" spc="55" b="1"><a:solidFill><a:srgbClr val="C00000"/></a:solidFill><a:latin typeface="Calibri"/><a:cs typeface="Calibri"/></a:rPr><a:t> </a:t></a:r><a:r><a:rPr dirty="0" sz="650" spc="-10" b="1"><a:solidFill><a:srgbClr val="C00000"/></a:solidFill><a:latin typeface="Calibri"/><a:cs typeface="Calibri"/></a:rPr><a:t>CONSTRUCTION</a:t></a:r><a:endParaRPr sz="650"><a:latin typeface="Calibri"/><a:cs typeface="Calibri"/></a:endParaRPr></a:p><a:p><a:pPr marL="216535" marR="30480" indent="-635"><a:lnSpc><a:spcPct val="106000"/></a:lnSpc><a:spcBef><a:spcPts val="25"/></a:spcBef><a:tabLst><a:tab pos="890905" algn="l"/></a:tabLst></a:pPr><a:r><a:rPr dirty="0" baseline="4273" sz="975"><a:solidFill><a:srgbClr val="C00000"/></a:solidFill><a:latin typeface="Calibri"/><a:cs typeface="Calibri"/></a:rPr><a:t>F&apos;</a:t></a:r><a:r><a:rPr dirty="0" baseline="-12345" sz="675"><a:solidFill><a:srgbClr val="C00000"/></a:solidFill><a:latin typeface="Calibri"/><a:cs typeface="Calibri"/></a:rPr><a:t>C</a:t></a:r><a:r><a:rPr dirty="0" baseline="-12345" sz="675" spc="67"><a:solidFill><a:srgbClr val="C00000"/></a:solidFill><a:latin typeface="Calibri"/><a:cs typeface="Calibri"/></a:rPr><a:t> </a:t></a:r><a:r><a:rPr dirty="0" baseline="4273" sz="975"><a:solidFill><a:srgbClr val="C00000"/></a:solidFill><a:latin typeface="Calibri"/><a:cs typeface="Calibri"/></a:rPr><a:t>=</a:t></a:r><a:r><a:rPr dirty="0" baseline="4273" sz="975" spc="7"><a:solidFill><a:srgbClr val="C00000"/></a:solidFill><a:latin typeface="Calibri"/><a:cs typeface="Calibri"/></a:rPr><a:t> </a:t></a:r><a:r><a:rPr dirty="0" u="sng" sz="700" spc="165"><a:solidFill><a:srgbClr val="FF0000"/></a:solidFill><a:uFill><a:solidFill><a:srgbClr val="BF0000"/></a:solidFill></a:uFill><a:latin typeface="Arial"/><a:cs typeface="Arial"/></a:rPr><a:t> </a:t></a:r><a:r><a:rPr dirty="0" u="sng" sz="700" spc="-10"><a:solidFill><a:srgbClr val="FF0000"/></a:solidFill><a:uFill><a:solidFill><a:srgbClr val="BF0000"/></a:solidFill></a:uFill><a:latin typeface="Arial"/><a:cs typeface="Arial"/></a:rPr><a:t>3,000</a:t></a:r><a:r><a:rPr dirty="0" u="sng" sz="700"><a:solidFill><a:srgbClr val="FF0000"/></a:solidFill><a:uFill><a:solidFill><a:srgbClr val="BF0000"/></a:solidFill></a:uFill><a:latin typeface="Arial"/><a:cs typeface="Arial"/></a:rPr><a:t>	</a:t></a:r><a:r><a:rPr dirty="0" u="none" sz="700" spc="-50"><a:solidFill><a:srgbClr val="FF0000"/></a:solidFill><a:latin typeface="Arial"/><a:cs typeface="Arial"/></a:rPr><a:t> </a:t></a:r><a:r><a:rPr dirty="0" u="none" baseline="4273" sz="975" spc="-15"><a:solidFill><a:srgbClr val="C00000"/></a:solidFill><a:latin typeface="Calibri"/><a:cs typeface="Calibri"/></a:rPr><a:t>psi</a:t></a:r><a:r><a:rPr dirty="0" u="none" baseline="4273" sz="975" spc="750"><a:solidFill><a:srgbClr val="C00000"/></a:solidFill><a:latin typeface="Calibri"/><a:cs typeface="Calibri"/></a:rPr><a:t> </a:t></a:r><a:r><a:rPr dirty="0" u="none" sz="650"><a:solidFill><a:srgbClr val="C00000"/></a:solidFill><a:latin typeface="Calibri"/><a:cs typeface="Calibri"/></a:rPr><a:t>Reinf.</a:t></a:r><a:r><a:rPr dirty="0" u="none" sz="650" spc="25"><a:solidFill><a:srgbClr val="C00000"/></a:solidFill><a:latin typeface="Calibri"/><a:cs typeface="Calibri"/></a:rPr><a:t> </a:t></a:r><a:r><a:rPr dirty="0" u="none" sz="650" spc="-10"><a:solidFill><a:srgbClr val="C00000"/></a:solidFill><a:latin typeface="Calibri"/><a:cs typeface="Calibri"/></a:rPr><a:t>Placement</a:t></a:r><a:endParaRPr sz="650"><a:latin typeface="Calibri"/><a:cs typeface="Calibri"/></a:endParaRPr></a:p><a:p><a:pPr marL="216535"><a:lnSpc><a:spcPct val="100000"/></a:lnSpc><a:spcBef><a:spcPts val="40"/></a:spcBef></a:pPr><a:r><a:rPr dirty="0" sz="650"><a:solidFill><a:srgbClr val="C00000"/></a:solidFill><a:latin typeface="Calibri"/><a:cs typeface="Calibri"/></a:rPr><a:t>Bolts</a:t></a:r><a:r><a:rPr dirty="0" sz="650" spc="20"><a:solidFill><a:srgbClr val="C00000"/></a:solidFill><a:latin typeface="Calibri"/><a:cs typeface="Calibri"/></a:rPr><a:t> </a:t></a:r><a:r><a:rPr dirty="0" sz="650"><a:solidFill><a:srgbClr val="C00000"/></a:solidFill><a:latin typeface="Calibri"/><a:cs typeface="Calibri"/></a:rPr><a:t>in</a:t></a:r><a:r><a:rPr dirty="0" sz="650" spc="20"><a:solidFill><a:srgbClr val="C00000"/></a:solidFill><a:latin typeface="Calibri"/><a:cs typeface="Calibri"/></a:rPr><a:t> </a:t></a:r><a:r><a:rPr dirty="0" sz="650" spc="-10"><a:solidFill><a:srgbClr val="C00000"/></a:solidFill><a:latin typeface="Calibri"/><a:cs typeface="Calibri"/></a:rPr><a:t>Concrete</a:t></a:r><a:endParaRPr sz="650"><a:latin typeface="Calibri"/><a:cs typeface="Calibri"/></a:endParaRPr></a:p><a:p><a:pPr marL="38100"><a:lnSpc><a:spcPct val="100000"/></a:lnSpc><a:spcBef><a:spcPts val="430"/></a:spcBef></a:pPr><a:r><a:rPr dirty="0" sz="650" b="1"><a:solidFill><a:srgbClr val="C00000"/></a:solidFill><a:latin typeface="Calibri"/><a:cs typeface="Calibri"/></a:rPr><a:t>STEEL</a:t></a:r><a:r><a:rPr dirty="0" sz="650" spc="30" b="1"><a:solidFill><a:srgbClr val="C00000"/></a:solidFill><a:latin typeface="Calibri"/><a:cs typeface="Calibri"/></a:rPr><a:t> </a:t></a:r><a:r><a:rPr dirty="0" sz="650" spc="-10" b="1"><a:solidFill><a:srgbClr val="C00000"/></a:solidFill><a:latin typeface="Calibri"/><a:cs typeface="Calibri"/></a:rPr><a:t>CONSTRUCTION</a:t></a:r><a:endParaRPr sz="650"><a:latin typeface="Calibri"/><a:cs typeface="Calibri"/></a:endParaRPr></a:p><a:p><a:pPr marL="216535"><a:lnSpc><a:spcPct val="100000"/></a:lnSpc><a:spcBef><a:spcPts val="40"/></a:spcBef></a:pPr><a:r><a:rPr dirty="0" sz="650"><a:solidFill><a:srgbClr val="C00000"/></a:solidFill><a:latin typeface="Calibri"/><a:cs typeface="Calibri"/></a:rPr><a:t>Field/Shop</a:t></a:r><a:r><a:rPr dirty="0" sz="650" spc="40"><a:solidFill><a:srgbClr val="C00000"/></a:solidFill><a:latin typeface="Calibri"/><a:cs typeface="Calibri"/></a:rPr><a:t> </a:t></a:r><a:r><a:rPr dirty="0" sz="650" spc="-10"><a:solidFill><a:srgbClr val="C00000"/></a:solidFill><a:latin typeface="Calibri"/><a:cs typeface="Calibri"/></a:rPr><a:t>Welding</a:t></a:r><a:endParaRPr sz="650"><a:latin typeface="Calibri"/><a:cs typeface="Calibri"/></a:endParaRPr></a:p></p:txBody></p:sp><p:sp><p:nvSpPr><p:cNvPr id="582" name="object 582"/><p:cNvSpPr txBox="1"/><p:nvPr/></p:nvSpPr><p:spPr><a:xfrm><a:off x="12462154" y="9320166"/><a:ext cx="285750" cy="156210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10"><a:solidFill><a:srgbClr val="C00000"/></a:solidFill><a:latin typeface="Arial"/><a:cs typeface="Arial"/></a:rPr><a:t>Date:</a:t></a:r><a:endParaRPr sz="850"><a:latin typeface="Arial"/><a:cs typeface="Arial"/></a:endParaRPr></a:p></p:txBody></p:sp><p:sp><p:nvSpPr><p:cNvPr id="583" name="object 583"/><p:cNvSpPr txBox="1"/><p:nvPr/></p:nvSpPr><p:spPr><a:xfrm><a:off x="12731698" y="8896549"/><a:ext cx="1931035" cy="173990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b="1"><a:solidFill><a:srgbClr val="C00000"/></a:solidFill><a:latin typeface="Arial"/><a:cs typeface="Arial"/></a:rPr><a:t>C/MECH/PLUMB</a:t></a:r><a:r><a:rPr dirty="0" sz="950" spc="95" b="1"><a:solidFill><a:srgbClr val="C00000"/></a:solidFill><a:latin typeface="Arial"/><a:cs typeface="Arial"/></a:rPr><a:t> </a:t></a:r><a:r><a:rPr dirty="0" sz="950" b="1"><a:solidFill><a:srgbClr val="C00000"/></a:solidFill><a:latin typeface="Arial"/><a:cs typeface="Arial"/></a:rPr><a:t>NOT</a:t></a:r><a:r><a:rPr dirty="0" sz="950" spc="100" b="1"><a:solidFill><a:srgbClr val="C00000"/></a:solidFill><a:latin typeface="Arial"/><a:cs typeface="Arial"/></a:rPr><a:t> </a:t></a:r><a:r><a:rPr dirty="0" sz="950" spc="-10" b="1"><a:solidFill><a:srgbClr val="C00000"/></a:solidFill><a:latin typeface="Arial"/><a:cs typeface="Arial"/></a:rPr><a:t>CHECKED</a:t></a:r><a:endParaRPr sz="950"><a:latin typeface="Arial"/><a:cs typeface="Arial"/></a:endParaRPr></a:p></p:txBody></p:sp><p:graphicFrame><p:nvGraphicFramePr><p:cNvPr id="584" name="object 584"/><p:cNvGraphicFramePr><a:graphicFrameLocks noGrp="1"/></p:cNvGraphicFramePr><p:nvPr/></p:nvGraphicFramePr><p:xfrm><a:off x="14547057" y="5404516"/><a:ext cx="2887345" cy="1395730"/></p:xfrm><a:graphic><a:graphicData uri="http://schemas.openxmlformats.org/drawingml/2006/table"><a:tbl><a:tblPr firstRow="1" bandRow="1"><a:tableStyleId>{2D5ABB26-0587-4C30-8999-92F81FD0307C}</a:tableStyleId></a:tblPr><a:tblGrid><a:gridCol w="416559"/><a:gridCol w="1687829"/><a:gridCol w="706119"/></a:tblGrid><a:tr h="168910"><a:tc><a:txBody><a:bodyPr/><a:lstStyle/><a:p><a:pPr marL="31750"><a:lnSpc><a:spcPct val="100000"/></a:lnSpc><a:spcBef><a:spcPts val="30"/></a:spcBef></a:pPr><a:r><a:rPr dirty="0" sz="950" spc="-10"><a:latin typeface="Calibri"/><a:cs typeface="Calibri"/></a:rPr><a:t>SHEET</a:t></a:r><a:endParaRPr sz="950"><a:latin typeface="Calibri"/><a:cs typeface="Calibri"/></a:endParaRPr></a:p></a:txBody><a:tcPr marL="0" marR="0" marB="0" marT="3810"/></a:tc><a:tc><a:txBody><a:bodyPr/><a:lstStyle/><a:p><a:pPr marL="68580"><a:lnSpc><a:spcPct val="100000"/></a:lnSpc><a:spcBef><a:spcPts val="30"/></a:spcBef></a:pPr><a:r><a:rPr dirty="0" sz="950" spc="-10"><a:latin typeface="Calibri"/><a:cs typeface="Calibri"/></a:rPr><a:t>DESCRIPTION</a:t></a:r><a:endParaRPr sz="950"><a:latin typeface="Calibri"/><a:cs typeface="Calibri"/></a:endParaRPr></a:p></a:txBody><a:tcPr marL="0" marR="0" marB="0" marT="3810"/></a:tc><a:tc><a:txBody><a:bodyPr/><a:lstStyle/><a:p><a:pPr algn="r" marR="24130"><a:lnSpc><a:spcPct val="100000"/></a:lnSpc><a:spcBef><a:spcPts val="30"/></a:spcBef></a:pPr><a:r><a:rPr dirty="0" sz="950" spc="-25"><a:latin typeface="Calibri"/><a:cs typeface="Calibri"/></a:rPr><a:t>REV</a:t></a:r><a:endParaRPr sz="950"><a:latin typeface="Calibri"/><a:cs typeface="Calibri"/></a:endParaRPr></a:p></a:txBody><a:tcPr marL="0" marR="0" marB="0" marT="3810"/></a:tc></a:tr><a:tr h="151130"><a:tc><a:txBody><a:bodyPr/><a:lstStyle/><a:p><a:pPr marL="31750"><a:lnSpc><a:spcPts val="1030"/></a:lnSpc></a:pPr><a:r><a:rPr dirty="0" sz="950" spc="-25"><a:latin typeface="Calibri"/><a:cs typeface="Calibri"/></a:rPr><a:t>E0</a:t></a:r><a:endParaRPr sz="950"><a:latin typeface="Calibri"/><a:cs typeface="Calibri"/></a:endParaRPr></a:p></a:txBody><a:tcPr marL="0" marR="0" marB="0" marT="0"/></a:tc><a:tc><a:txBody><a:bodyPr/><a:lstStyle/><a:p><a:pPr marL="68580"><a:lnSpc><a:spcPts val="1030"/></a:lnSpc></a:pPr><a:r><a:rPr dirty="0" sz="950"><a:latin typeface="Calibri"/><a:cs typeface="Calibri"/></a:rPr><a:t>COVER</a:t></a:r><a:r><a:rPr dirty="0" sz="950" spc="55"><a:latin typeface="Calibri"/><a:cs typeface="Calibri"/></a:rPr><a:t> </a:t></a:r><a:r><a:rPr dirty="0" sz="950" spc="-10"><a:latin typeface="Calibri"/><a:cs typeface="Calibri"/></a:rPr><a:t>SHEET</a:t></a:r><a:endParaRPr sz="950"><a:latin typeface="Calibri"/><a:cs typeface="Calibri"/></a:endParaRPr></a:p></a:txBody><a:tcPr marL="0" marR="0" marB="0" marT="0"/></a:tc><a:tc><a:txBody><a:bodyPr/><a:lstStyle/><a:p><a:pPr algn="r" marR="60325"><a:lnSpc><a:spcPts val="1030"/></a:lnSpc></a:pPr><a:r><a:rPr dirty="0" sz="950" spc="-25"><a:latin typeface="Calibri"/><a:cs typeface="Calibri"/></a:rPr><a:t>00</a:t></a:r><a:endParaRPr sz="950"><a:latin typeface="Calibri"/><a:cs typeface="Calibri"/></a:endParaRPr></a:p></a:txBody><a:tcPr marL="0" marR="0" marB="0" marT="0"/></a:tc></a:tr><a:tr h="151130"><a:tc><a:txBody><a:bodyPr/><a:lstStyle/><a:p><a:pPr marL="31750"><a:lnSpc><a:spcPts val="1030"/></a:lnSpc></a:pPr><a:r><a:rPr dirty="0" sz="950" spc="-20"><a:latin typeface="Calibri"/><a:cs typeface="Calibri"/></a:rPr><a:t>E1.0</a:t></a:r><a:endParaRPr sz="950"><a:latin typeface="Calibri"/><a:cs typeface="Calibri"/></a:endParaRPr></a:p></a:txBody><a:tcPr marL="0" marR="0" marB="0" marT="0"/></a:tc><a:tc><a:txBody><a:bodyPr/><a:lstStyle/><a:p><a:pPr marL="68580"><a:lnSpc><a:spcPts val="1030"/></a:lnSpc></a:pPr><a:r><a:rPr dirty="0" sz="950"><a:latin typeface="Calibri"/><a:cs typeface="Calibri"/></a:rPr><a:t>PLOT</a:t></a:r><a:r><a:rPr dirty="0" sz="950" spc="60"><a:latin typeface="Calibri"/><a:cs typeface="Calibri"/></a:rPr><a:t> </a:t></a:r><a:r><a:rPr dirty="0" sz="950" spc="-20"><a:latin typeface="Calibri"/><a:cs typeface="Calibri"/></a:rPr><a:t>PLAN</a:t></a:r><a:endParaRPr sz="950"><a:latin typeface="Calibri"/><a:cs typeface="Calibri"/></a:endParaRPr></a:p></a:txBody><a:tcPr marL="0" marR="0" marB="0" marT="0"/></a:tc><a:tc><a:txBody><a:bodyPr/><a:lstStyle/><a:p><a:pPr algn="r" marR="60325"><a:lnSpc><a:spcPts val="1030"/></a:lnSpc></a:pPr><a:r><a:rPr dirty="0" sz="950" spc="-25"><a:latin typeface="Calibri"/><a:cs typeface="Calibri"/></a:rPr><a:t>01</a:t></a:r><a:endParaRPr sz="950"><a:latin typeface="Calibri"/><a:cs typeface="Calibri"/></a:endParaRPr></a:p></a:txBody><a:tcPr marL="0" marR="0" marB="0" marT="0"/></a:tc></a:tr><a:tr h="151130"><a:tc><a:txBody><a:bodyPr/><a:lstStyle/><a:p><a:pPr marL="31750"><a:lnSpc><a:spcPts val="1030"/></a:lnSpc></a:pPr><a:r><a:rPr dirty="0" sz="950" spc="-20"><a:latin typeface="Calibri"/><a:cs typeface="Calibri"/></a:rPr><a:t>E1.1</a:t></a:r><a:endParaRPr sz="950"><a:latin typeface="Calibri"/><a:cs typeface="Calibri"/></a:endParaRPr></a:p></a:txBody><a:tcPr marL="0" marR="0" marB="0" marT="0"/></a:tc><a:tc><a:txBody><a:bodyPr/><a:lstStyle/><a:p><a:pPr marL="68580"><a:lnSpc><a:spcPts val="1030"/></a:lnSpc></a:pPr><a:r><a:rPr dirty="0" sz="950"><a:latin typeface="Calibri"/><a:cs typeface="Calibri"/></a:rPr><a:t>ENLARGED</a:t></a:r><a:r><a:rPr dirty="0" sz="950" spc="75"><a:latin typeface="Calibri"/><a:cs typeface="Calibri"/></a:rPr><a:t> </a:t></a:r><a:r><a:rPr dirty="0" sz="950"><a:latin typeface="Calibri"/><a:cs typeface="Calibri"/></a:rPr><a:t>PLOT</a:t></a:r><a:r><a:rPr dirty="0" sz="950" spc="75"><a:latin typeface="Calibri"/><a:cs typeface="Calibri"/></a:rPr><a:t> </a:t></a:r><a:r><a:rPr dirty="0" sz="950" spc="-20"><a:latin typeface="Calibri"/><a:cs typeface="Calibri"/></a:rPr><a:t>PLAN</a:t></a:r><a:endParaRPr sz="950"><a:latin typeface="Calibri"/><a:cs typeface="Calibri"/></a:endParaRPr></a:p></a:txBody><a:tcPr marL="0" marR="0" marB="0" marT="0"/></a:tc><a:tc><a:txBody><a:bodyPr/><a:lstStyle/><a:p><a:pPr algn="r" marR="60325"><a:lnSpc><a:spcPts val="1030"/></a:lnSpc></a:pPr><a:r><a:rPr dirty="0" sz="950" spc="-25"><a:latin typeface="Calibri"/><a:cs typeface="Calibri"/></a:rPr><a:t>01</a:t></a:r><a:endParaRPr sz="950"><a:latin typeface="Calibri"/><a:cs typeface="Calibri"/></a:endParaRPr></a:p></a:txBody><a:tcPr marL="0" marR="0" marB="0" marT="0"/></a:tc></a:tr><a:tr h="151130"><a:tc gridSpan="3"><a:txBody><a:bodyPr/><a:lstStyle/><a:p><a:pPr><a:lnSpc><a:spcPts val="1080"/></a:lnSpc><a:tabLst><a:tab pos="485140" algn="l"/><a:tab pos="2616835" algn="l"/></a:tabLst></a:pPr><a:r><a:rPr dirty="0" baseline="13888" sz="1800" spc="-150" b="1"><a:solidFill><a:srgbClr val="C00000"/></a:solidFill><a:latin typeface="Arial"/><a:cs typeface="Arial"/></a:rPr><a:t>C</a:t></a:r><a:r><a:rPr dirty="0" sz="950" spc="-40"><a:latin typeface="Calibri"/><a:cs typeface="Calibri"/></a:rPr><a:t>E</a:t></a:r><a:r><a:rPr dirty="0" baseline="13888" sz="1800" spc="-660" b="1"><a:solidFill><a:srgbClr val="C00000"/></a:solidFill><a:latin typeface="Arial"/><a:cs typeface="Arial"/></a:rPr><a:t>E</a:t></a:r><a:r><a:rPr dirty="0" sz="950" spc="165"><a:latin typeface="Calibri"/><a:cs typeface="Calibri"/></a:rPr><a:t>1.2</a:t></a:r><a:r><a:rPr dirty="0" sz="950"><a:latin typeface="Calibri"/><a:cs typeface="Calibri"/></a:rPr><a:t>	DEMOLITION</a:t></a:r><a:r><a:rPr dirty="0" sz="950" spc="155"><a:latin typeface="Calibri"/><a:cs typeface="Calibri"/></a:rPr><a:t> </a:t></a:r><a:r><a:rPr dirty="0" sz="950" spc="-20"><a:latin typeface="Calibri"/><a:cs typeface="Calibri"/></a:rPr><a:t>PLAN</a:t></a:r><a:r><a:rPr dirty="0" sz="950"><a:latin typeface="Calibri"/><a:cs typeface="Calibri"/></a:rPr><a:t>	</a:t></a:r><a:r><a:rPr dirty="0" sz="950" spc="-25"><a:latin typeface="Calibri"/><a:cs typeface="Calibri"/></a:rPr><a:t>01</a:t></a:r><a:endParaRPr sz="950"><a:latin typeface="Calibri"/><a:cs typeface="Calibri"/></a:endParaRPr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/a:tr><a:tr h="151130"><a:tc><a:txBody><a:bodyPr/><a:lstStyle/><a:p><a:pPr marL="31750"><a:lnSpc><a:spcPts val="1030"/></a:lnSpc></a:pPr><a:r><a:rPr dirty="0" sz="950" spc="-20"><a:latin typeface="Calibri"/><a:cs typeface="Calibri"/></a:rPr><a:t>E2.0</a:t></a:r><a:endParaRPr sz="950"><a:latin typeface="Calibri"/><a:cs typeface="Calibri"/></a:endParaRPr></a:p></a:txBody><a:tcPr marL="0" marR="0" marB="0" marT="0"/></a:tc><a:tc><a:txBody><a:bodyPr/><a:lstStyle/><a:p><a:pPr marL="68580"><a:lnSpc><a:spcPts val="1030"/></a:lnSpc></a:pPr><a:r><a:rPr dirty="0" sz="950"><a:latin typeface="Calibri"/><a:cs typeface="Calibri"/></a:rPr><a:t>SINGLE</a:t></a:r><a:r><a:rPr dirty="0" sz="950" spc="55"><a:latin typeface="Calibri"/><a:cs typeface="Calibri"/></a:rPr><a:t> </a:t></a:r><a:r><a:rPr dirty="0" sz="950"><a:latin typeface="Calibri"/><a:cs typeface="Calibri"/></a:rPr><a:t>LINE</a:t></a:r><a:r><a:rPr dirty="0" sz="950" spc="60"><a:latin typeface="Calibri"/><a:cs typeface="Calibri"/></a:rPr><a:t> </a:t></a:r><a:r><a:rPr dirty="0" sz="950" spc="-10"><a:latin typeface="Calibri"/><a:cs typeface="Calibri"/></a:rPr><a:t>DIAGRAM</a:t></a:r><a:endParaRPr sz="950"><a:latin typeface="Calibri"/><a:cs typeface="Calibri"/></a:endParaRPr></a:p></a:txBody><a:tcPr marL="0" marR="0" marB="0" marT="0"/></a:tc><a:tc><a:txBody><a:bodyPr/><a:lstStyle/><a:p><a:pPr algn="r" marR="60325"><a:lnSpc><a:spcPts val="1030"/></a:lnSpc></a:pPr><a:r><a:rPr dirty="0" sz="950" spc="-25"><a:latin typeface="Calibri"/><a:cs typeface="Calibri"/></a:rPr><a:t>00</a:t></a:r><a:endParaRPr sz="950"><a:latin typeface="Calibri"/><a:cs typeface="Calibri"/></a:endParaRPr></a:p></a:txBody><a:tcPr marL="0" marR="0" marB="0" marT="0"/></a:tc></a:tr><a:tr h="151130"><a:tc><a:txBody><a:bodyPr/><a:lstStyle/><a:p><a:pPr marL="31750"><a:lnSpc><a:spcPts val="1030"/></a:lnSpc></a:pPr><a:r><a:rPr dirty="0" sz="950" spc="-20"><a:latin typeface="Calibri"/><a:cs typeface="Calibri"/></a:rPr><a:t>E3.0</a:t></a:r><a:endParaRPr sz="950"><a:latin typeface="Calibri"/><a:cs typeface="Calibri"/></a:endParaRPr></a:p></a:txBody><a:tcPr marL="0" marR="0" marB="0" marT="0"/></a:tc><a:tc><a:txBody><a:bodyPr/><a:lstStyle/><a:p><a:pPr marL="68580"><a:lnSpc><a:spcPts val="1030"/></a:lnSpc></a:pPr><a:r><a:rPr dirty="0" sz="950" spc="-10"><a:latin typeface="Calibri"/><a:cs typeface="Calibri"/></a:rPr><a:t>SIGNAGE</a:t></a:r><a:endParaRPr sz="950"><a:latin typeface="Calibri"/><a:cs typeface="Calibri"/></a:endParaRPr></a:p></a:txBody><a:tcPr marL="0" marR="0" marB="0" marT="0"/></a:tc><a:tc><a:txBody><a:bodyPr/><a:lstStyle/><a:p><a:pPr algn="r" marR="60325"><a:lnSpc><a:spcPts val="1030"/></a:lnSpc></a:pPr><a:r><a:rPr dirty="0" sz="950" spc="-25"><a:latin typeface="Calibri"/><a:cs typeface="Calibri"/></a:rPr><a:t>00</a:t></a:r><a:endParaRPr sz="950"><a:latin typeface="Calibri"/><a:cs typeface="Calibri"/></a:endParaRPr></a:p></a:txBody><a:tcPr marL="0" marR="0" marB="0" marT="0"/></a:tc></a:tr><a:tr h="151130"><a:tc><a:txBody><a:bodyPr/><a:lstStyle/><a:p><a:pPr marL="31750"><a:lnSpc><a:spcPts val="1030"/></a:lnSpc></a:pPr><a:r><a:rPr dirty="0" sz="950" spc="-20"><a:latin typeface="Calibri"/><a:cs typeface="Calibri"/></a:rPr><a:t>S1.1</a:t></a:r><a:endParaRPr sz="950"><a:latin typeface="Calibri"/><a:cs typeface="Calibri"/></a:endParaRPr></a:p></a:txBody><a:tcPr marL="0" marR="0" marB="0" marT="0"/></a:tc><a:tc><a:txBody><a:bodyPr/><a:lstStyle/><a:p><a:pPr marL="68580"><a:lnSpc><a:spcPts val="1030"/></a:lnSpc></a:pPr><a:r><a:rPr dirty="0" sz="950"><a:latin typeface="Calibri"/><a:cs typeface="Calibri"/></a:rPr><a:t>BESS</a:t></a:r><a:r><a:rPr dirty="0" sz="950" spc="35"><a:latin typeface="Calibri"/><a:cs typeface="Calibri"/></a:rPr><a:t> </a:t></a:r><a:r><a:rPr dirty="0" sz="950"><a:latin typeface="Calibri"/><a:cs typeface="Calibri"/></a:rPr><a:t>PAD</a:t></a:r><a:r><a:rPr dirty="0" sz="950" spc="40"><a:latin typeface="Calibri"/><a:cs typeface="Calibri"/></a:rPr><a:t> </a:t></a:r><a:r><a:rPr dirty="0" sz="950" spc="-10"><a:latin typeface="Calibri"/><a:cs typeface="Calibri"/></a:rPr><a:t>DETAILS</a:t></a:r><a:endParaRPr sz="950"><a:latin typeface="Calibri"/><a:cs typeface="Calibri"/></a:endParaRPr></a:p></a:txBody><a:tcPr marL="0" marR="0" marB="0" marT="0"/></a:tc><a:tc><a:txBody><a:bodyPr/><a:lstStyle/><a:p><a:pPr algn="r" marR="60325"><a:lnSpc><a:spcPts val="1030"/></a:lnSpc></a:pPr><a:r><a:rPr dirty="0" sz="950" spc="-25"><a:latin typeface="Calibri"/><a:cs typeface="Calibri"/></a:rPr><a:t>01</a:t></a:r><a:endParaRPr sz="950"><a:latin typeface="Calibri"/><a:cs typeface="Calibri"/></a:endParaRPr></a:p></a:txBody><a:tcPr marL="0" marR="0" marB="0" marT="0"/></a:tc></a:tr><a:tr h="168910"><a:tc><a:txBody><a:bodyPr/><a:lstStyle/><a:p><a:pPr marL="31750"><a:lnSpc><a:spcPts val="1030"/></a:lnSpc></a:pPr><a:r><a:rPr dirty="0" sz="950" spc="-20"><a:latin typeface="Calibri"/><a:cs typeface="Calibri"/></a:rPr><a:t>S1.2</a:t></a:r><a:endParaRPr sz="950"><a:latin typeface="Calibri"/><a:cs typeface="Calibri"/></a:endParaRPr></a:p></a:txBody><a:tcPr marL="0" marR="0" marB="0" marT="0"/></a:tc><a:tc><a:txBody><a:bodyPr/><a:lstStyle/><a:p><a:pPr marL="68580"><a:lnSpc><a:spcPts val="1030"/></a:lnSpc></a:pPr><a:r><a:rPr dirty="0" sz="950"><a:latin typeface="Calibri"/><a:cs typeface="Calibri"/></a:rPr><a:t>GEAR</a:t></a:r><a:r><a:rPr dirty="0" sz="950" spc="50"><a:latin typeface="Calibri"/><a:cs typeface="Calibri"/></a:rPr><a:t> </a:t></a:r><a:r><a:rPr dirty="0" sz="950"><a:latin typeface="Calibri"/><a:cs typeface="Calibri"/></a:rPr><a:t>PAD</a:t></a:r><a:r><a:rPr dirty="0" sz="950" spc="55"><a:latin typeface="Calibri"/><a:cs typeface="Calibri"/></a:rPr><a:t> </a:t></a:r><a:r><a:rPr dirty="0" sz="950" spc="-10"><a:latin typeface="Calibri"/><a:cs typeface="Calibri"/></a:rPr><a:t>DETAILS</a:t></a:r><a:endParaRPr sz="950"><a:latin typeface="Calibri"/><a:cs typeface="Calibri"/></a:endParaRPr></a:p></a:txBody><a:tcPr marL="0" marR="0" marB="0" marT="0"/></a:tc><a:tc><a:txBody><a:bodyPr/><a:lstStyle/><a:p><a:pPr algn="r" marR="60325"><a:lnSpc><a:spcPts val="1030"/></a:lnSpc></a:pPr><a:r><a:rPr dirty="0" sz="950" spc="-25"><a:latin typeface="Calibri"/><a:cs typeface="Calibri"/></a:rPr><a:t>00</a:t></a:r><a:endParaRPr sz="950"><a:latin typeface="Calibri"/><a:cs typeface="Calibri"/></a:endParaRPr></a:p></a:txBody><a:tcPr marL="0" marR="0" marB="0" marT="0"/></a:tc></a:tr></a:tbl></a:graphicData></a:graphic></p:graphicFrame><p:graphicFrame><p:nvGraphicFramePr><p:cNvPr id="585" name="object 585"/><p:cNvGraphicFramePr><a:graphicFrameLocks noGrp="1"/></p:cNvGraphicFramePr><p:nvPr/></p:nvGraphicFramePr><p:xfrm><a:off x="7597526" y="7176077"/><a:ext cx="5434330" cy="1885950"/></p:xfrm><a:graphic><a:graphicData uri="http://schemas.openxmlformats.org/drawingml/2006/table"><a:tbl><a:tblPr firstRow="1" bandRow="1"><a:tableStyleId>{2D5ABB26-0587-4C30-8999-92F81FD0307C}</a:tableStyleId></a:tblPr><a:tblGrid><a:gridCol w="151130"/><a:gridCol w="1713230"/><a:gridCol w="1073150"/><a:gridCol w="1072514"/><a:gridCol w="1136649"/><a:gridCol w="200025"/></a:tblGrid><a:tr h="151130"><a:tc rowSpan="12"><a:txBody><a:bodyPr/><a:lstStyle/><a:p><a:pPr algn="ctr" marL="635"><a:lnSpc><a:spcPts val="1090"/></a:lnSpc></a:pPr><a:r><a:rPr dirty="0" sz="950" b="1"><a:latin typeface="Calibri"/><a:cs typeface="Calibri"/></a:rPr><a:t>BESS</a:t></a:r><a:r><a:rPr dirty="0" sz="950" spc="40" b="1"><a:latin typeface="Calibri"/><a:cs typeface="Calibri"/></a:rPr><a:t> </a:t></a:r><a:r><a:rPr dirty="0" sz="950" spc="-20" b="1"><a:latin typeface="Calibri"/><a:cs typeface="Calibri"/></a:rPr><a:t>INFO</a:t></a:r><a:endParaRPr sz="950"><a:latin typeface="Calibri"/><a:cs typeface="Calibri"/></a:endParaRPr></a:p></a:txBody><a:tcPr marL="0" marR="0" marB="0" marT="0" vert="vert270"><a:lnL w="12700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12700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12700"><a:solidFill><a:srgbClr val="000000"/></a:solidFill><a:prstDash val="solid"/></a:lnL><a:lnR w="9525"><a:solidFill><a:srgbClr val="000000"/></a:solidFill><a:prstDash val="solid"/></a:lnR><a:lnT w="12700"><a:solidFill><a:srgbClr val="000000"/></a:solidFill><a:prstDash val="solid"/></a:lnT><a:lnB w="12700"><a:solidFill><a:srgbClr val="000000"/></a:solidFill><a:prstDash val="solid"/></a:lnB></a:tcPr></a:tc><a:tc><a:txBody><a:bodyPr/><a:lstStyle/><a:p><a:pPr algn="ctr" marL="2540"><a:lnSpc><a:spcPts val="1090"/></a:lnSpc></a:pPr><a:r><a:rPr dirty="0" sz="950"><a:latin typeface="Calibri"/><a:cs typeface="Calibri"/></a:rPr><a:t>BATTERY</a:t></a:r><a:r><a:rPr dirty="0" sz="950" spc="105"><a:latin typeface="Calibri"/><a:cs typeface="Calibri"/></a:rPr><a:t> </a:t></a:r><a:r><a:rPr dirty="0" sz="950" spc="-10"><a:latin typeface="Calibri"/><a:cs typeface="Calibri"/></a:rPr><a:t>CABINET</a:t></a:r><a:endParaRPr sz="950"><a:latin typeface="Calibri"/><a:cs typeface="Calibri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12700"><a:solidFill><a:srgbClr val="000000"/></a:solidFill><a:prstDash val="solid"/></a:lnT><a:lnB w="12700"><a:solidFill><a:srgbClr val="000000"/></a:solidFill><a:prstDash val="solid"/></a:lnB></a:tcPr></a:tc><a:tc><a:txBody><a:bodyPr/><a:lstStyle/><a:p><a:pPr algn="ctr" marL="1905"><a:lnSpc><a:spcPts val="1090"/></a:lnSpc></a:pPr><a:r><a:rPr dirty="0" sz="950"><a:latin typeface="Calibri"/><a:cs typeface="Calibri"/></a:rPr><a:t>BATTERY</a:t></a:r><a:r><a:rPr dirty="0" sz="950" spc="105"><a:latin typeface="Calibri"/><a:cs typeface="Calibri"/></a:rPr><a:t> </a:t></a:r><a:r><a:rPr dirty="0" sz="950" spc="-20"><a:latin typeface="Calibri"/><a:cs typeface="Calibri"/></a:rPr><a:t>RACK</a:t></a:r><a:endParaRPr sz="950"><a:latin typeface="Calibri"/><a:cs typeface="Calibri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12700"><a:solidFill><a:srgbClr val="000000"/></a:solidFill><a:prstDash val="solid"/></a:lnT><a:lnB w="12700"><a:solidFill><a:srgbClr val="000000"/></a:solidFill><a:prstDash val="solid"/></a:lnB></a:tcPr></a:tc><a:tc><a:txBody><a:bodyPr/><a:lstStyle/><a:p><a:pPr marL="50165" marR="57785"><a:lnSpc><a:spcPts val="1090"/></a:lnSpc></a:pPr><a:r><a:rPr dirty="0" sz="950"><a:latin typeface="Calibri"/><a:cs typeface="Calibri"/></a:rPr><a:t>BATTERY</a:t></a:r><a:r><a:rPr dirty="0" sz="950" spc="105"><a:latin typeface="Calibri"/><a:cs typeface="Calibri"/></a:rPr><a:t> </a:t></a:r><a:r><a:rPr dirty="0" sz="950" spc="-10"><a:latin typeface="Calibri"/><a:cs typeface="Calibri"/></a:rPr><a:t>INVERTER</a:t></a:r><a:endParaRPr sz="950"><a:latin typeface="Calibri"/><a:cs typeface="Calibri"/></a:endParaRPr></a:p></a:txBody><a:tcPr marL="0" marR="0" marB="0" marT="0"><a:lnL w="9525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12700"><a:solidFill><a:srgbClr val="000000"/></a:solidFill><a:prstDash val="solid"/></a:lnB></a:tcPr></a:tc><a:tc rowSpan="6"><a:txBody><a:bodyPr/><a:lstStyle/><a:p><a:pPr marL="635"><a:lnSpc><a:spcPts val="655"/></a:lnSpc></a:pPr><a:r><a:rPr dirty="0" sz="1100" spc="-25" b="1"><a:solidFill><a:srgbClr val="C00000"/></a:solidFill><a:latin typeface="Arial"/><a:cs typeface="Arial"/></a:rPr><a:t>RE</a:t></a:r><a:endParaRPr sz="1100"><a:latin typeface="Arial"/><a:cs typeface="Arial"/></a:endParaRPr></a:p></a:txBody><a:tcPr marL="0" marR="0" marB="0" marT="0"><a:lnL w="12700"><a:solidFill><a:srgbClr val="000000"/></a:solidFill><a:prstDash val="solid"/></a:lnL><a:lnB w="28575"><a:solidFill><a:srgbClr val="C00000"/></a:solidFill><a:prstDash val="solid"/></a:lnB></a:tcPr></a:tc></a:tr><a:tr h="151130"><a:tc vMerge="1"><a:txBody><a:bodyPr/><a:lstStyle/><a:p><a:pPr/></a:p></a:txBody><a:tcPr marL="0" marR="0" marB="0" marT="0" vert="vert270"><a:lnL w="12700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12700"><a:solidFill><a:srgbClr val="000000"/></a:solidFill><a:prstDash val="solid"/></a:lnB></a:tcPr></a:tc><a:tc><a:txBody><a:bodyPr/><a:lstStyle/><a:p><a:pPr algn="ctr" marL="1270"><a:lnSpc><a:spcPts val="1090"/></a:lnSpc></a:pPr><a:r><a:rPr dirty="0" sz="950" spc="-10"><a:latin typeface="Calibri"/><a:cs typeface="Calibri"/></a:rPr><a:t>MANUFACTURER</a:t></a:r><a:endParaRPr sz="950"><a:latin typeface="Calibri"/><a:cs typeface="Calibri"/></a:endParaRPr></a:p></a:txBody><a:tcPr marL="0" marR="0" marB="0" marT="0"><a:lnL w="12700"><a:solidFill><a:srgbClr val="000000"/></a:solidFill><a:prstDash val="solid"/></a:lnL><a:lnR w="9525"><a:solidFill><a:srgbClr val="000000"/></a:solidFill><a:prstDash val="solid"/></a:lnR><a:lnT w="12700"><a:solidFill><a:srgbClr val="000000"/></a:solidFill><a:prstDash val="solid"/></a:lnT><a:lnB w="9525"><a:solidFill><a:srgbClr val="000000"/></a:solidFill><a:prstDash val="solid"/></a:lnB></a:tcPr></a:tc><a:tc><a:txBody><a:bodyPr/><a:lstStyle/><a:p><a:pPr algn="ctr" marL="1905"><a:lnSpc><a:spcPts val="1090"/></a:lnSpc></a:pPr><a:endParaRPr sz="950"><a:latin typeface="Calibri"/><a:cs typeface="Calibri"/></a:endParaRPr><a:r><a:rPr dirty="0" sz="950"><a:latin typeface="Calibri"/><a:t>{{BAT_MFR}}</a:t></a:r></a:p></a:txBody><a:tcPr marL="0" marR="0" marB="0" marT="0"><a:lnL w="9525"><a:solidFill><a:srgbClr val="000000"/></a:solidFill><a:prstDash val="solid"/></a:lnL><a:lnR w="9525"><a:solidFill><a:srgbClr val="000000"/></a:solidFill><a:prstDash val="solid"/></a:lnR><a:lnT w="12700"><a:solidFill><a:srgbClr val="000000"/></a:solidFill><a:prstDash val="solid"/></a:lnT><a:lnB w="9525"><a:solidFill><a:srgbClr val="000000"/></a:solidFill><a:prstDash val="solid"/></a:lnB></a:tcPr></a:tc><a:tc><a:txBody><a:bodyPr/><a:lstStyle/><a:p><a:pPr algn="ctr" marL="1905"><a:lnSpc><a:spcPts val="1090"/></a:lnSpc></a:pPr><a:endParaRPr sz="950"><a:latin typeface="Calibri"/><a:cs typeface="Calibri"/></a:endParaRPr><a:r><a:rPr dirty="0" sz="950"><a:latin typeface="Calibri"/><a:t>{{BAT_MFR}}</a:t></a:r></a:p></a:txBody><a:tcPr marL="0" marR="0" marB="0" marT="0"><a:lnL w="9525"><a:solidFill><a:srgbClr val="000000"/></a:solidFill><a:prstDash val="solid"/></a:lnL><a:lnR w="9525"><a:solidFill><a:srgbClr val="000000"/></a:solidFill><a:prstDash val="solid"/></a:lnR><a:lnT w="12700"><a:solidFill><a:srgbClr val="000000"/></a:solidFill><a:prstDash val="solid"/></a:lnT><a:lnB w="9525"><a:solidFill><a:srgbClr val="000000"/></a:solidFill><a:prstDash val="solid"/></a:lnB></a:tcPr></a:tc><a:tc><a:txBody><a:bodyPr/><a:lstStyle/><a:p><a:pPr algn="r" marR="111125"><a:lnSpc><a:spcPts val="265"/></a:lnSpc></a:pPr><a:r><a:rPr dirty="0" sz="850" spc="-25"><a:solidFill><a:srgbClr val="C00000"/></a:solidFill><a:latin typeface="Arial"/><a:cs typeface="Arial"/></a:rPr><a:t>By:</a:t></a:r><a:endParaRPr sz="850"><a:latin typeface="Arial"/><a:cs typeface="Arial"/></a:endParaRPr></a:p><a:p><a:pPr marL="200025" marR="57785"><a:lnSpc><a:spcPts val="825"/></a:lnSpc></a:pPr><a:endParaRPr sz="950"><a:latin typeface="Calibri"/><a:cs typeface="Calibri"/></a:endParaRPr><a:r><a:rPr dirty="0" sz="950" spc="-10"><a:latin typeface="Calibri"/><a:t>{{INV_MFR}}</a:t></a:r></a:p></a:txBody><a:tcPr marL="0" marR="0" marB="0" marT="0"><a:lnL w="9525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9525"><a:solidFill><a:srgbClr val="000000"/></a:solidFill><a:prstDash val="solid"/></a:lnB></a:tcPr></a:tc><a:tc vMerge="1"><a:txBody><a:bodyPr/><a:lstStyle/><a:p><a:pPr/></a:p></a:txBody><a:tcPr marL="0" marR="0" marB="0" marT="0"><a:lnL w="12700"><a:solidFill><a:srgbClr val="000000"/></a:solidFill><a:prstDash val="solid"/></a:lnL><a:lnB w="28575"><a:solidFill><a:srgbClr val="C00000"/></a:solidFill><a:prstDash val="solid"/></a:lnB></a:tcPr></a:tc></a:tr><a:tr h="223520"><a:tc vMerge="1"><a:txBody><a:bodyPr/><a:lstStyle/><a:p><a:pPr/></a:p></a:txBody><a:tcPr marL="0" marR="0" marB="0" marT="0" vert="vert270"><a:lnL w="12700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12700"><a:solidFill><a:srgbClr val="000000"/></a:solidFill><a:prstDash val="solid"/></a:lnB></a:tcPr></a:tc><a:tc><a:txBody><a:bodyPr/><a:lstStyle/><a:p><a:pPr algn="ctr" marL="1270"><a:lnSpc><a:spcPct val="100000"/></a:lnSpc><a:spcBef><a:spcPts val="265"/></a:spcBef></a:pPr><a:r><a:rPr dirty="0" sz="950"><a:latin typeface="Calibri"/><a:cs typeface="Calibri"/></a:rPr><a:t>MODEL</a:t></a:r><a:r><a:rPr dirty="0" sz="950" spc="60"><a:latin typeface="Calibri"/><a:cs typeface="Calibri"/></a:rPr><a:t> </a:t></a:r><a:r><a:rPr dirty="0" sz="950" spc="-10"><a:latin typeface="Calibri"/><a:cs typeface="Calibri"/></a:rPr><a:t>NUMBER</a:t></a:r><a:endParaRPr sz="950"><a:latin typeface="Calibri"/><a:cs typeface="Calibri"/></a:endParaRPr></a:p></a:txBody><a:tcPr marL="0" marR="0" marB="0" marT="33655"><a:lnL w="12700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12700"><a:solidFill><a:srgbClr val="000000"/></a:solidFill><a:prstDash val="solid"/></a:lnB></a:tcPr></a:tc><a:tc><a:txBody><a:bodyPr/><a:lstStyle/><a:p><a:pPr algn="ctr" marR="21590"><a:lnSpc><a:spcPct val="100000"/></a:lnSpc><a:spcBef><a:spcPts val="515"/></a:spcBef></a:pPr><a:endParaRPr sz="700"><a:latin typeface="Verdana"/><a:cs typeface="Verdana"/></a:endParaRPr><a:r><a:rPr dirty="0" sz="700"><a:latin typeface="Verdana"/><a:t>{{BAT_MODEL}}</a:t></a:r></a:p></a:txBody><a:tcPr marL="0" marR="0" marB="0" marT="65405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12700"><a:solidFill><a:srgbClr val="000000"/></a:solidFill><a:prstDash val="solid"/></a:lnB></a:tcPr></a:tc><a:tc><a:txBody><a:bodyPr/><a:lstStyle/><a:p><a:pPr marL="358140" marR="139700" indent="-209550"><a:lnSpc><a:spcPts val="880"/></a:lnSpc></a:pPr><a:endParaRPr sz="700"><a:latin typeface="Verdana"/><a:cs typeface="Verdana"/></a:endParaRPr><a:r><a:rPr dirty="0" sz="700"><a:latin typeface="Verdana"/><a:t>{{BAT_RACK_MODEL}}</a:t></a: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12700"><a:solidFill><a:srgbClr val="000000"/></a:solidFill><a:prstDash val="solid"/></a:lnB></a:tcPr></a:tc><a:tc><a:txBody><a:bodyPr/><a:lstStyle/><a:p><a:pPr marL="357505" marR="274955" indent="-169545"><a:lnSpc><a:spcPts val="880"/></a:lnSpc></a:pPr><a:endParaRPr sz="700"><a:latin typeface="Verdana"/><a:cs typeface="Verdana"/></a:endParaRPr><a:r><a:rPr dirty="0" sz="700"><a:latin typeface="Verdana"/><a:t>LLC {{INV_MODEL}} [480V]</a:t></a:r></a:p></a:txBody><a:tcPr marL="0" marR="0" marB="0" marT="0"><a:lnL w="9525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12700"><a:solidFill><a:srgbClr val="000000"/></a:solidFill><a:prstDash val="solid"/></a:lnB></a:tcPr></a:tc><a:tc vMerge="1"><a:txBody><a:bodyPr/><a:lstStyle/><a:p><a:pPr/></a:p></a:txBody><a:tcPr marL="0" marR="0" marB="0" marT="0"><a:lnL w="12700"><a:solidFill><a:srgbClr val="000000"/></a:solidFill><a:prstDash val="solid"/></a:lnL><a:lnB w="28575"><a:solidFill><a:srgbClr val="C00000"/></a:solidFill><a:prstDash val="solid"/></a:lnB></a:tcPr></a:tc></a:tr><a:tr h="151130"><a:tc vMerge="1"><a:txBody><a:bodyPr/><a:lstStyle/><a:p><a:pPr/></a:p></a:txBody><a:tcPr marL="0" marR="0" marB="0" marT="0" vert="vert270"><a:lnL w="12700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12700"><a:solidFill><a:srgbClr val="000000"/></a:solidFill><a:prstDash val="solid"/></a:lnB></a:tcPr></a:tc><a:tc><a:txBody><a:bodyPr/><a:lstStyle/><a:p><a:pPr algn="ctr" marL="635"><a:lnSpc><a:spcPts val="1090"/></a:lnSpc></a:pPr><a:r><a:rPr dirty="0" sz="950" spc="-10"><a:latin typeface="Calibri"/><a:cs typeface="Calibri"/></a:rPr><a:t>COUNT</a:t></a:r><a:endParaRPr sz="950"><a:latin typeface="Calibri"/><a:cs typeface="Calibri"/></a:endParaRPr></a:p></a:txBody><a:tcPr marL="0" marR="0" marB="0" marT="0"><a:lnL w="12700"><a:solidFill><a:srgbClr val="000000"/></a:solidFill><a:prstDash val="solid"/></a:lnL><a:lnR w="9525"><a:solidFill><a:srgbClr val="000000"/></a:solidFill><a:prstDash val="solid"/></a:lnR><a:lnT w="12700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r><a:rPr dirty="0" sz="950" spc="-50"><a:latin typeface="Calibri"/><a:cs typeface="Calibri"/></a:rPr><a:t>1</a:t></a:r><a:endParaRPr sz="950"><a:latin typeface="Calibri"/><a:cs typeface="Calibri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12700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r><a:rPr dirty="0" sz="950" spc="-25"><a:latin typeface="Calibri"/><a:cs typeface="Calibri"/></a:rPr><a:t>12</a:t></a:r><a:endParaRPr sz="950"><a:latin typeface="Calibri"/><a:cs typeface="Calibri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12700"><a:solidFill><a:srgbClr val="000000"/></a:solidFill><a:prstDash val="solid"/></a:lnT><a:lnB w="9525"><a:solidFill><a:srgbClr val="000000"/></a:solidFill><a:prstDash val="solid"/></a:lnB></a:tcPr></a:tc><a:tc><a:txBody><a:bodyPr/><a:lstStyle/><a:p><a:pPr algn="ctr" marR="57785"><a:lnSpc><a:spcPts val="1090"/></a:lnSpc></a:pPr><a:r><a:rPr dirty="0" sz="950" spc="-50"><a:latin typeface="Calibri"/><a:cs typeface="Calibri"/></a:rPr><a:t>1</a:t></a:r><a:endParaRPr sz="950"><a:latin typeface="Calibri"/><a:cs typeface="Calibri"/></a:endParaRPr></a:p></a:txBody><a:tcPr marL="0" marR="0" marB="0" marT="0"><a:lnL w="9525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9525"><a:solidFill><a:srgbClr val="000000"/></a:solidFill><a:prstDash val="solid"/></a:lnB></a:tcPr></a:tc><a:tc vMerge="1"><a:txBody><a:bodyPr/><a:lstStyle/><a:p><a:pPr/></a:p></a:txBody><a:tcPr marL="0" marR="0" marB="0" marT="0"><a:lnL w="12700"><a:solidFill><a:srgbClr val="000000"/></a:solidFill><a:prstDash val="solid"/></a:lnL><a:lnB w="28575"><a:solidFill><a:srgbClr val="C00000"/></a:solidFill><a:prstDash val="solid"/></a:lnB></a:tcPr></a:tc></a:tr><a:tr h="151130"><a:tc vMerge="1"><a:txBody><a:bodyPr/><a:lstStyle/><a:p><a:pPr/></a:p></a:txBody><a:tcPr marL="0" marR="0" marB="0" marT="0" vert="vert270"><a:lnL w="12700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12700"><a:solidFill><a:srgbClr val="000000"/></a:solidFill><a:prstDash val="solid"/></a:lnB></a:tcPr></a:tc><a:tc><a:txBody><a:bodyPr/><a:lstStyle/><a:p><a:pPr algn="ctr" marL="4445"><a:lnSpc><a:spcPts val="1090"/></a:lnSpc></a:pPr><a:r><a:rPr dirty="0" sz="950"><a:latin typeface="Calibri"/><a:cs typeface="Calibri"/></a:rPr><a:t>BATTERY</a:t></a:r><a:r><a:rPr dirty="0" sz="950" spc="85"><a:latin typeface="Calibri"/><a:cs typeface="Calibri"/></a:rPr><a:t> </a:t></a:r><a:r><a:rPr dirty="0" sz="950"><a:latin typeface="Calibri"/><a:cs typeface="Calibri"/></a:rPr><a:t>BANK</a:t></a:r><a:r><a:rPr dirty="0" sz="950" spc="85"><a:latin typeface="Calibri"/><a:cs typeface="Calibri"/></a:rPr><a:t> </a:t></a:r><a:r><a:rPr dirty="0" sz="950"><a:latin typeface="Calibri"/><a:cs typeface="Calibri"/></a:rPr><a:t>CAPACITY</a:t></a:r><a:r><a:rPr dirty="0" sz="950" spc="85"><a:latin typeface="Calibri"/><a:cs typeface="Calibri"/></a:rPr><a:t> </a:t></a:r><a:r><a:rPr dirty="0" sz="950" spc="-10"><a:latin typeface="Calibri"/><a:cs typeface="Calibri"/></a:rPr><a:t>[kWh]</a:t></a:r><a:endParaRPr sz="950"><a:latin typeface="Calibri"/><a:cs typeface="Calibri"/></a:endParaRPr></a:p></a:txBody><a:tcPr marL="0" marR="0" marB="0" marT="0"><a:lnL w="12700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endParaRPr sz="950"><a:latin typeface="Calibri"/><a:cs typeface="Calibri"/></a:endParaRPr><a:r><a:rPr dirty="0" sz="950"><a:latin typeface="Calibri"/><a:t>{{KWH}}</a:t></a: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endParaRPr sz="950"><a:latin typeface="Calibri"/><a:cs typeface="Calibri"/></a:endParaRPr><a:r><a:rPr dirty="0" sz="950" spc="-10"><a:latin typeface="Calibri"/><a:t>{{RACK_KWH}}</a:t></a: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marR="57785"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vMerge="1"><a:txBody><a:bodyPr/><a:lstStyle/><a:p><a:pPr/></a:p></a:txBody><a:tcPr marL="0" marR="0" marB="0" marT="0"><a:lnL w="12700"><a:solidFill><a:srgbClr val="000000"/></a:solidFill><a:prstDash val="solid"/></a:lnL><a:lnB w="28575"><a:solidFill><a:srgbClr val="C00000"/></a:solidFill><a:prstDash val="solid"/></a:lnB></a:tcPr></a:tc></a:tr><a:tr h="151130"><a:tc vMerge="1"><a:txBody><a:bodyPr/><a:lstStyle/><a:p><a:pPr/></a:p></a:txBody><a:tcPr marL="0" marR="0" marB="0" marT="0" vert="vert270"><a:lnL w="12700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12700"><a:solidFill><a:srgbClr val="000000"/></a:solidFill><a:prstDash val="solid"/></a:lnB></a:tcPr></a:tc><a:tc><a:txBody><a:bodyPr/><a:lstStyle/><a:p><a:pPr algn="ctr" marL="3810"><a:lnSpc><a:spcPts val="1090"/></a:lnSpc></a:pPr><a:r><a:rPr dirty="0" sz="950"><a:latin typeface="Calibri"/><a:cs typeface="Calibri"/></a:rPr><a:t>ROUND</a:t></a:r><a:r><a:rPr dirty="0" sz="950" spc="60"><a:latin typeface="Calibri"/><a:cs typeface="Calibri"/></a:rPr><a:t> </a:t></a:r><a:r><a:rPr dirty="0" sz="950"><a:latin typeface="Calibri"/><a:cs typeface="Calibri"/></a:rPr><a:t>TRIP</a:t></a:r><a:r><a:rPr dirty="0" sz="950" spc="60"><a:latin typeface="Calibri"/><a:cs typeface="Calibri"/></a:rPr><a:t> </a:t></a:r><a:r><a:rPr dirty="0" sz="950" spc="-10"><a:latin typeface="Calibri"/><a:cs typeface="Calibri"/></a:rPr><a:t>EFFICIENCY</a:t></a:r><a:endParaRPr sz="950"><a:latin typeface="Calibri"/><a:cs typeface="Calibri"/></a:endParaRPr></a:p></a:txBody><a:tcPr marL="0" marR="0" marB="0" marT="0"><a:lnL w="12700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r><a:rPr dirty="0" sz="950" spc="-10"><a:latin typeface="Calibri"/><a:cs typeface="Calibri"/></a:rPr><a:t>93.5%</a:t></a:r><a:endParaRPr sz="950"><a:latin typeface="Calibri"/><a:cs typeface="Calibri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r><a:rPr dirty="0" sz="950" spc="-25"><a:latin typeface="Calibri"/><a:cs typeface="Calibri"/></a:rPr><a:t>N/A</a:t></a:r><a:endParaRPr sz="950"><a:latin typeface="Calibri"/><a:cs typeface="Calibri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 marR="57785"><a:lnSpc><a:spcPts val="1090"/></a:lnSpc></a:pPr><a:r><a:rPr dirty="0" sz="950" spc="-25"><a:latin typeface="Calibri"/><a:cs typeface="Calibri"/></a:rPr><a:t>98%</a:t></a:r><a:endParaRPr sz="950"><a:latin typeface="Calibri"/><a:cs typeface="Calibri"/></a:endParaRPr></a:p></a:txBody><a:tcPr marL="0" marR="0" marB="0" marT="0"><a:lnL w="9525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vMerge="1"><a:txBody><a:bodyPr/><a:lstStyle/><a:p><a:pPr/></a:p></a:txBody><a:tcPr marL="0" marR="0" marB="0" marT="0"><a:lnL w="12700"><a:solidFill><a:srgbClr val="000000"/></a:solidFill><a:prstDash val="solid"/></a:lnL><a:lnB w="28575"><a:solidFill><a:srgbClr val="C00000"/></a:solidFill><a:prstDash val="solid"/></a:lnB></a:tcPr></a:tc></a:tr><a:tr h="151130"><a:tc vMerge="1"><a:txBody><a:bodyPr/><a:lstStyle/><a:p><a:pPr/></a:p></a:txBody><a:tcPr marL="0" marR="0" marB="0" marT="0" vert="vert270"><a:lnL w="12700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12700"><a:solidFill><a:srgbClr val="000000"/></a:solidFill><a:prstDash val="solid"/></a:lnB></a:tcPr></a:tc><a:tc><a:txBody><a:bodyPr/><a:lstStyle/><a:p><a:pPr algn="ctr" marL="635"><a:lnSpc><a:spcPts val="1090"/></a:lnSpc></a:pPr><a:r><a:rPr dirty="0" sz="950" spc="-10"><a:latin typeface="Calibri"/><a:cs typeface="Calibri"/></a:rPr><a:t>VOLTAGE</a:t></a:r><a:endParaRPr sz="950"><a:latin typeface="Calibri"/><a:cs typeface="Calibri"/></a:endParaRPr></a:p></a:txBody><a:tcPr marL="0" marR="0" marB="0" marT="0"><a:lnL w="12700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 marL="635"><a:lnSpc><a:spcPts val="1090"/></a:lnSpc></a:pPr><a:endParaRPr sz="950"><a:latin typeface="Calibri"/><a:cs typeface="Calibri"/></a:endParaRPr><a:r><a:rPr dirty="0" sz="950"><a:latin typeface="Calibri"/><a:t>{{DCV}} VDC</a:t></a: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 marL="635"><a:lnSpc><a:spcPts val="1090"/></a:lnSpc></a:pPr><a:endParaRPr sz="950"><a:latin typeface="Calibri"/><a:cs typeface="Calibri"/></a:endParaRPr><a:r><a:rPr dirty="0" sz="950"><a:latin typeface="Calibri"/><a:t>{{DCV}} VDC</a:t></a: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marL="323215" marR="57785"><a:lnSpc><a:spcPts val="1090"/></a:lnSpc></a:pPr><a:r><a:rPr dirty="0" sz="950"><a:latin typeface="Calibri"/><a:cs typeface="Calibri"/></a:rPr><a:t>480</a:t></a:r><a:r><a:rPr dirty="0" sz="950" spc="15"><a:latin typeface="Calibri"/><a:cs typeface="Calibri"/></a:rPr><a:t> </a:t></a:r><a:r><a:rPr dirty="0" sz="950" spc="-25"><a:latin typeface="Calibri"/><a:cs typeface="Calibri"/></a:rPr><a:t>VAC</a:t></a:r><a:endParaRPr sz="950"><a:latin typeface="Calibri"/><a:cs typeface="Calibri"/></a:endParaRPr></a:p></a:txBody><a:tcPr marL="0" marR="0" marB="0" marT="0"><a:lnL w="9525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marR="85090"><a:lnSpc><a:spcPct val="100000"/></a:lnSpc></a:pPr><a:endParaRPr sz="800"><a:latin typeface="Times New Roman"/><a:cs typeface="Times New Roman"/></a:endParaRPr></a:p></a:txBody><a:tcPr marL="0" marR="0" marB="0" marT="0"><a:lnL w="12700"><a:solidFill><a:srgbClr val="000000"/></a:solidFill><a:prstDash val="solid"/></a:lnL><a:lnT w="28575"><a:solidFill><a:srgbClr val="C00000"/></a:solidFill><a:prstDash val="solid"/></a:lnT><a:lnB w="28575"><a:solidFill><a:srgbClr val="C00000"/></a:solidFill><a:prstDash val="solid"/></a:lnB></a:tcPr></a:tc></a:tr><a:tr h="151130"><a:tc vMerge="1"><a:txBody><a:bodyPr/><a:lstStyle/><a:p><a:pPr/></a:p></a:txBody><a:tcPr marL="0" marR="0" marB="0" marT="0" vert="vert270"><a:lnL w="12700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12700"><a:solidFill><a:srgbClr val="000000"/></a:solidFill><a:prstDash val="solid"/></a:lnB></a:tcPr></a:tc><a:tc><a:txBody><a:bodyPr/><a:lstStyle/><a:p><a:pPr algn="ctr"><a:lnSpc><a:spcPts val="1090"/></a:lnSpc></a:pPr><a:r><a:rPr dirty="0" sz="950" spc="-10"><a:latin typeface="Calibri"/><a:cs typeface="Calibri"/></a:rPr><a:t>PHASE</a:t></a:r><a:endParaRPr sz="950"><a:latin typeface="Calibri"/><a:cs typeface="Calibri"/></a:endParaRPr></a:p></a:txBody><a:tcPr marL="0" marR="0" marB="0" marT="0"><a:lnL w="12700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r><a:rPr dirty="0" sz="950" spc="-25"><a:latin typeface="Calibri"/><a:cs typeface="Calibri"/></a:rPr><a:t>N/A</a:t></a:r><a:endParaRPr sz="950"><a:latin typeface="Calibri"/><a:cs typeface="Calibri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r><a:rPr dirty="0" sz="950" spc="-25"><a:latin typeface="Calibri"/><a:cs typeface="Calibri"/></a:rPr><a:t>N/A</a:t></a:r><a:endParaRPr sz="950"><a:latin typeface="Calibri"/><a:cs typeface="Calibri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 marR="57785"><a:lnSpc><a:spcPts val="1090"/></a:lnSpc></a:pPr><a:r><a:rPr dirty="0" sz="950" spc="-50"><a:latin typeface="Calibri"/><a:cs typeface="Calibri"/></a:rPr><a:t>3</a:t></a:r><a:endParaRPr sz="950"><a:latin typeface="Calibri"/><a:cs typeface="Calibri"/></a:endParaRPr></a:p></a:txBody><a:tcPr marL="0" marR="0" marB="0" marT="0"><a:lnL w="9525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marR="85090"><a:lnSpc><a:spcPct val="100000"/></a:lnSpc></a:pPr><a:endParaRPr sz="800"><a:latin typeface="Times New Roman"/><a:cs typeface="Times New Roman"/></a:endParaRPr></a:p></a:txBody><a:tcPr marL="0" marR="0" marB="0" marT="0"><a:lnL w="12700"><a:solidFill><a:srgbClr val="000000"/></a:solidFill><a:prstDash val="solid"/></a:lnL><a:lnT w="28575"><a:solidFill><a:srgbClr val="C00000"/></a:solidFill><a:prstDash val="solid"/></a:lnT><a:lnB w="28575"><a:solidFill><a:srgbClr val="C00000"/></a:solidFill><a:prstDash val="solid"/></a:lnB></a:tcPr></a:tc></a:tr><a:tr h="151130"><a:tc vMerge="1"><a:txBody><a:bodyPr/><a:lstStyle/><a:p><a:pPr/></a:p></a:txBody><a:tcPr marL="0" marR="0" marB="0" marT="0" vert="vert270"><a:lnL w="12700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12700"><a:solidFill><a:srgbClr val="000000"/></a:solidFill><a:prstDash val="solid"/></a:lnB></a:tcPr></a:tc><a:tc><a:txBody><a:bodyPr/><a:lstStyle/><a:p><a:pPr algn="ctr" marL="3810"><a:lnSpc><a:spcPts val="1090"/></a:lnSpc></a:pPr><a:r><a:rPr dirty="0" sz="950"><a:latin typeface="Calibri"/><a:cs typeface="Calibri"/></a:rPr><a:t>INVERTER</a:t></a:r><a:r><a:rPr dirty="0" sz="950" spc="105"><a:latin typeface="Calibri"/><a:cs typeface="Calibri"/></a:rPr><a:t> </a:t></a:r><a:r><a:rPr dirty="0" sz="950"><a:latin typeface="Calibri"/><a:cs typeface="Calibri"/></a:rPr><a:t>RATING</a:t></a:r><a:r><a:rPr dirty="0" sz="950" spc="105"><a:latin typeface="Calibri"/><a:cs typeface="Calibri"/></a:rPr><a:t> </a:t></a:r><a:r><a:rPr dirty="0" sz="950" spc="-10"><a:latin typeface="Calibri"/><a:cs typeface="Calibri"/></a:rPr><a:t>[kVA]</a:t></a:r><a:endParaRPr sz="950"><a:latin typeface="Calibri"/><a:cs typeface="Calibri"/></a:endParaRPr></a:p></a:txBody><a:tcPr marL="0" marR="0" marB="0" marT="0"><a:lnL w="12700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r><a:rPr dirty="0" sz="950" spc="-25"><a:latin typeface="Calibri"/><a:cs typeface="Calibri"/></a:rPr><a:t>N/A</a:t></a:r><a:endParaRPr sz="950"><a:latin typeface="Calibri"/><a:cs typeface="Calibri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r><a:rPr dirty="0" sz="950" spc="-25"><a:latin typeface="Calibri"/><a:cs typeface="Calibri"/></a:rPr><a:t>N/A</a:t></a:r><a:endParaRPr sz="950"><a:latin typeface="Calibri"/><a:cs typeface="Calibri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 marR="57785"><a:lnSpc><a:spcPts val="1090"/></a:lnSpc></a:pPr><a:r><a:rPr dirty="0" sz="950" spc="-25"><a:latin typeface="Calibri"/><a:cs typeface="Calibri"/></a:rPr><a:t>802</a:t></a:r><a:endParaRPr sz="950"><a:latin typeface="Calibri"/><a:cs typeface="Calibri"/></a:endParaRPr></a:p></a:txBody><a:tcPr marL="0" marR="0" marB="0" marT="0"><a:lnL w="9525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28575"><a:solidFill><a:srgbClr val="000000"/></a:solidFill><a:prstDash val="solid"/></a:lnB></a:tcPr></a:tc><a:tc><a:txBody><a:bodyPr/><a:lstStyle/><a:p><a:pPr marR="85090"><a:lnSpc><a:spcPct val="100000"/></a:lnSpc></a:pPr><a:endParaRPr sz="800"><a:latin typeface="Times New Roman"/><a:cs typeface="Times New Roman"/></a:endParaRPr></a:p></a:txBody><a:tcPr marL="0" marR="0" marB="0" marT="0"><a:lnL w="12700"><a:solidFill><a:srgbClr val="000000"/></a:solidFill><a:prstDash val="solid"/></a:lnL><a:lnT w="28575"><a:solidFill><a:srgbClr val="C00000"/></a:solidFill><a:prstDash val="solid"/></a:lnT><a:lnB w="28575"><a:solidFill><a:srgbClr val="C00000"/></a:solidFill><a:prstDash val="solid"/></a:lnB></a:tcPr></a:tc></a:tr><a:tr h="151130"><a:tc vMerge="1"><a:txBody><a:bodyPr/><a:lstStyle/><a:p><a:pPr/></a:p></a:txBody><a:tcPr marL="0" marR="0" marB="0" marT="0" vert="vert270"><a:lnL w="12700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12700"><a:solidFill><a:srgbClr val="000000"/></a:solidFill><a:prstDash val="solid"/></a:lnB></a:tcPr></a:tc><a:tc><a:txBody><a:bodyPr/><a:lstStyle/><a:p><a:pPr algn="ctr" marL="1270"><a:lnSpc><a:spcPts val="1090"/></a:lnSpc></a:pPr><a:r><a:rPr dirty="0" sz="950"><a:latin typeface="Calibri"/><a:cs typeface="Calibri"/></a:rPr><a:t>WEIGHT</a:t></a:r><a:r><a:rPr dirty="0" sz="950" spc="65"><a:latin typeface="Calibri"/><a:cs typeface="Calibri"/></a:rPr><a:t> </a:t></a:r><a:r><a:rPr dirty="0" sz="950" spc="-10"><a:latin typeface="Calibri"/><a:cs typeface="Calibri"/></a:rPr><a:t>[lbs]</a:t></a:r><a:endParaRPr sz="950"><a:latin typeface="Calibri"/><a:cs typeface="Calibri"/></a:endParaRPr></a:p></a:txBody><a:tcPr marL="0" marR="0" marB="0" marT="0"><a:lnL w="12700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endParaRPr sz="950"><a:latin typeface="Calibri"/><a:cs typeface="Calibri"/></a:endParaRPr><a:r><a:rPr dirty="0" sz="950"><a:latin typeface="Calibri"/><a:t>{{BAT_WEIGHT}}</a:t></a: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endParaRPr sz="950"><a:latin typeface="Calibri"/><a:cs typeface="Calibri"/></a:endParaRPr><a:r><a:rPr dirty="0" sz="950" spc="-10"><a:latin typeface="Calibri"/><a:t>{{RACK_WEIGHT}}</a:t></a: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 marR="57785"><a:lnSpc><a:spcPts val="1090"/></a:lnSpc></a:pPr><a:endParaRPr sz="950"><a:latin typeface="Calibri"/><a:cs typeface="Calibri"/></a:endParaRPr><a:r><a:rPr dirty="0" sz="950"><a:latin typeface="Calibri"/><a:t>{{INV_WEIGHT}}</a:t></a:r></a:p></a:txBody><a:tcPr marL="0" marR="0" marB="0" marT="0"><a:lnL w="9525"><a:solidFill><a:srgbClr val="000000"/></a:solidFill><a:prstDash val="solid"/></a:lnL><a:lnR w="12700"><a:solidFill><a:srgbClr val="000000"/></a:solidFill><a:prstDash val="solid"/></a:lnR><a:lnT w="28575"><a:solidFill><a:srgbClr val="000000"/></a:solidFill><a:prstDash val="solid"/></a:lnT><a:lnB w="28575"><a:solidFill><a:srgbClr val="000000"/></a:solidFill><a:prstDash val="solid"/></a:lnB></a:tcPr></a:tc><a:tc><a:txBody><a:bodyPr/><a:lstStyle/><a:p><a:pPr marR="85090"><a:lnSpc><a:spcPct val="100000"/></a:lnSpc></a:pPr><a:endParaRPr sz="800"><a:latin typeface="Times New Roman"/><a:cs typeface="Times New Roman"/></a:endParaRPr></a:p></a:txBody><a:tcPr marL="0" marR="0" marB="0" marT="0"><a:lnL w="12700"><a:solidFill><a:srgbClr val="000000"/></a:solidFill><a:prstDash val="solid"/></a:lnL><a:lnT w="28575"><a:solidFill><a:srgbClr val="C00000"/></a:solidFill><a:prstDash val="solid"/></a:lnT><a:lnB w="28575"><a:solidFill><a:srgbClr val="C00000"/></a:solidFill><a:prstDash val="solid"/></a:lnB></a:tcPr></a:tc></a:tr><a:tr h="151130"><a:tc vMerge="1"><a:txBody><a:bodyPr/><a:lstStyle/><a:p><a:pPr/></a:p></a:txBody><a:tcPr marL="0" marR="0" marB="0" marT="0" vert="vert270"><a:lnL w="12700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12700"><a:solidFill><a:srgbClr val="000000"/></a:solidFill><a:prstDash val="solid"/></a:lnB></a:tcPr></a:tc><a:tc><a:txBody><a:bodyPr/><a:lstStyle/><a:p><a:pPr algn="ctr" marL="1905"><a:lnSpc><a:spcPts val="1090"/></a:lnSpc></a:pPr><a:r><a:rPr dirty="0" sz="950"><a:latin typeface="Calibri"/><a:cs typeface="Calibri"/></a:rPr><a:t>ENCLOSURE</a:t></a:r><a:r><a:rPr dirty="0" sz="950" spc="95"><a:latin typeface="Calibri"/><a:cs typeface="Calibri"/></a:rPr><a:t> </a:t></a:r><a:r><a:rPr dirty="0" sz="950" spc="-20"><a:latin typeface="Calibri"/><a:cs typeface="Calibri"/></a:rPr><a:t>TYPE</a:t></a:r><a:endParaRPr sz="950"><a:latin typeface="Calibri"/><a:cs typeface="Calibri"/></a:endParaRPr></a:p></a:txBody><a:tcPr marL="0" marR="0" marB="0" marT="0"><a:lnL w="12700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r><a:rPr dirty="0" sz="950" spc="-20"><a:latin typeface="Calibri"/><a:cs typeface="Calibri"/></a:rPr><a:t>IP55</a:t></a:r><a:endParaRPr sz="950"><a:latin typeface="Calibri"/><a:cs typeface="Calibri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r><a:rPr dirty="0" sz="950" spc="-25"><a:latin typeface="Calibri"/><a:cs typeface="Calibri"/></a:rPr><a:t>N/A</a:t></a:r><a:endParaRPr sz="950"><a:latin typeface="Calibri"/><a:cs typeface="Calibri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 marR="57785"><a:lnSpc><a:spcPts val="1090"/></a:lnSpc></a:pPr><a:r><a:rPr dirty="0" sz="950" spc="-20"><a:latin typeface="Calibri"/><a:cs typeface="Calibri"/></a:rPr><a:t>IP54</a:t></a:r><a:endParaRPr sz="950"><a:latin typeface="Calibri"/><a:cs typeface="Calibri"/></a:endParaRPr></a:p></a:txBody><a:tcPr marL="0" marR="0" marB="0" marT="0"><a:lnL w="9525"><a:solidFill><a:srgbClr val="000000"/></a:solidFill><a:prstDash val="solid"/></a:lnL><a:lnR w="12700"><a:solidFill><a:srgbClr val="000000"/></a:solidFill><a:prstDash val="solid"/></a:lnR><a:lnT w="28575"><a:solidFill><a:srgbClr val="000000"/></a:solidFill><a:prstDash val="solid"/></a:lnT><a:lnB w="9525"><a:solidFill><a:srgbClr val="000000"/></a:solidFill><a:prstDash val="solid"/></a:lnB></a:tcPr></a:tc><a:tc rowSpan="2"><a:txBody><a:bodyPr/><a:lstStyle/><a:p><a:pPr marR="85090"><a:lnSpc><a:spcPct val="100000"/></a:lnSpc></a:pPr><a:endParaRPr sz="900"><a:latin typeface="Times New Roman"/><a:cs typeface="Times New Roman"/></a:endParaRPr></a:p></a:txBody><a:tcPr marL="0" marR="0" marB="0" marT="0"><a:lnL w="12700"><a:solidFill><a:srgbClr val="000000"/></a:solidFill><a:prstDash val="solid"/></a:lnL><a:lnT w="28575"><a:solidFill><a:srgbClr val="C00000"/></a:solidFill><a:prstDash val="solid"/></a:lnT></a:tcPr></a:tc></a:tr><a:tr h="151130"><a:tc vMerge="1"><a:txBody><a:bodyPr/><a:lstStyle/><a:p><a:pPr/></a:p></a:txBody><a:tcPr marL="0" marR="0" marB="0" marT="0" vert="vert270"><a:lnL w="12700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12700"><a:solidFill><a:srgbClr val="000000"/></a:solidFill><a:prstDash val="solid"/></a:lnB></a:tcPr></a:tc><a:tc><a:txBody><a:bodyPr/><a:lstStyle/><a:p><a:pPr algn="ctr" marL="3810"><a:lnSpc><a:spcPts val="1090"/></a:lnSpc></a:pPr><a:r><a:rPr dirty="0" sz="950"><a:latin typeface="Calibri"/><a:cs typeface="Calibri"/></a:rPr><a:t>RATED</a:t></a:r><a:r><a:rPr dirty="0" sz="950" spc="60"><a:latin typeface="Calibri"/><a:cs typeface="Calibri"/></a:rPr><a:t> </a:t></a:r><a:r><a:rPr dirty="0" sz="950"><a:latin typeface="Calibri"/><a:cs typeface="Calibri"/></a:rPr><a:t>OUTPUT</a:t></a:r><a:r><a:rPr dirty="0" sz="950" spc="65"><a:latin typeface="Calibri"/><a:cs typeface="Calibri"/></a:rPr><a:t> </a:t></a:r><a:r><a:rPr dirty="0" sz="950" spc="-10"><a:latin typeface="Calibri"/><a:cs typeface="Calibri"/></a:rPr><a:t>CURRENT</a:t></a:r><a:endParaRPr sz="950"><a:latin typeface="Calibri"/><a:cs typeface="Calibri"/></a:endParaRPr></a:p></a:txBody><a:tcPr marL="0" marR="0" marB="0" marT="0"><a:lnL w="12700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12700"><a:solidFill><a:srgbClr val="000000"/></a:solidFill><a:prstDash val="solid"/></a:lnB></a:tcPr></a:tc><a:tc><a:txBody><a:bodyPr/><a:lstStyle/><a:p><a:pPr algn="ctr" marL="635"><a:lnSpc><a:spcPts val="1090"/></a:lnSpc></a:pPr><a:endParaRPr sz="950"><a:latin typeface="Calibri"/><a:cs typeface="Calibri"/></a:endParaRPr><a:r><a:rPr dirty="0" sz="950"><a:latin typeface="Calibri"/><a:t>{{DC_A}}A (DC)</a:t></a: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12700"><a:solidFill><a:srgbClr val="000000"/></a:solidFill><a:prstDash val="solid"/></a:lnB></a:tcPr></a:tc><a:tc><a:txBody><a:bodyPr/><a:lstStyle/><a:p><a:pPr algn="ctr"><a:lnSpc><a:spcPts val="1090"/></a:lnSpc></a:pPr><a:r><a:rPr dirty="0" sz="950" spc="-25"><a:latin typeface="Calibri"/><a:cs typeface="Calibri"/></a:rPr><a:t>N/A</a:t></a:r><a:endParaRPr sz="950"><a:latin typeface="Calibri"/><a:cs typeface="Calibri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12700"><a:solidFill><a:srgbClr val="000000"/></a:solidFill><a:prstDash val="solid"/></a:lnB></a:tcPr></a:tc><a:tc><a:txBody><a:bodyPr/><a:lstStyle/><a:p><a:pPr marL="238125"><a:lnSpc><a:spcPts val="1090"/></a:lnSpc></a:pPr><a:endParaRPr baseline="2923" sz="1425"><a:latin typeface="Arial"/><a:cs typeface="Arial"/></a:endParaRPr><a:r><a:rPr dirty="0" sz="950"><a:latin typeface="Calibri"/><a:t>{{INV_AC}} A (AC) ELE</a:t></a:r></a:p></a:txBody><a:tcPr marL="0" marR="0" marB="0" marT="0"><a:lnL w="9525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12700"><a:solidFill><a:srgbClr val="000000"/></a:solidFill><a:prstDash val="solid"/></a:lnB></a:tcPr></a:tc><a:tc vMerge="1"><a:txBody><a:bodyPr/><a:lstStyle/><a:p><a:pPr/></a:p></a:txBody><a:tcPr marL="0" marR="0" marB="0" marT="0"><a:lnL w="12700"><a:solidFill><a:srgbClr val="000000"/></a:solidFill><a:prstDash val="solid"/></a:lnL><a:lnT w="28575"><a:solidFill><a:srgbClr val="C00000"/></a:solidFill><a:prstDash val="solid"/></a:lnT></a:tcPr></a:tc></a:tr></a:tbl></a:graphicData></a:graphic></p:graphicFrame><p:sp><p:nvSpPr><p:cNvPr id="586" name="object 586"/><p:cNvSpPr/><p:nvPr/></p:nvSpPr><p:spPr><a:xfrm><a:off x="12793116" y="9467696"/><a:ext cx="1899920" cy="22860"/></a:xfrm><a:custGeom><a:avLst/><a:gdLst/><a:ahLst/><a:cxnLst/><a:rect l="l" t="t" r="r" b="b"/><a:pathLst><a:path w="1899919" h="22859"><a:moveTo><a:pt x="1899654" y="0"/></a:moveTo><a:lnTo><a:pt x="0" y="0"/></a:lnTo><a:lnTo><a:pt x="0" y="22337"/></a:lnTo><a:lnTo><a:pt x="1899654" y="22337"/></a:lnTo><a:lnTo><a:pt x="1899654" y="0"/></a:lnTo><a:close/></a:path></a:pathLst></a:custGeom><a:solidFill><a:srgbClr val="C00000"/></a:solidFill></p:spPr><p:txBody><a:bodyPr wrap="square" lIns="0" tIns="0" rIns="0" bIns="0" rtlCol="0"/><a:lstStyle/><a:p/></p:txBody></p:sp><p:pic><p:nvPicPr><p:cNvPr id="587" name="object 587"/><p:cNvPicPr/><p:nvPr/></p:nvPicPr><p:blipFill><a:blip r:embed="rId13" cstate="print"/><a:stretch><a:fillRect/></a:stretch></p:blipFill><p:spPr><a:xfrm><a:off x="12455254" y="7108704"/><a:ext cx="2237515" cy="675897"/></a:xfrm><a:prstGeom prst="rect"><a:avLst/></a:prstGeom></p:spPr></p:pic><p:sp><p:nvSpPr><p:cNvPr id="588" name="object 588"/><p:cNvSpPr txBox="1"/><p:nvPr/></p:nvSpPr><p:spPr><a:xfrm><a:off x="12797169" y="6866847"/><a:ext cx="1778000" cy="1891030"/></a:xfrm><a:prstGeom prst="rect"><a:avLst/></a:prstGeom></p:spPr><p:txBody><a:bodyPr wrap="square" lIns="0" tIns="51435" rIns="0" bIns="0" rtlCol="0" vert="horz"><a:spAutoFit/></a:bodyPr><a:lstStyle/><a:p><a:pPr marL="499109"><a:lnSpc><a:spcPct val="100000"/></a:lnSpc><a:spcBef><a:spcPts val="405"/></a:spcBef></a:pPr><a:r><a:rPr dirty="0" sz="850" spc="-10"><a:solidFill><a:srgbClr val="C00000"/></a:solidFill><a:latin typeface="Arial"/><a:cs typeface="Arial"/></a:rPr><a:t>Ordinances</a:t></a:r><a:endParaRPr sz="850"><a:latin typeface="Arial"/><a:cs typeface="Arial"/></a:endParaRPr></a:p><a:p><a:pPr marL="83185"><a:lnSpc><a:spcPct val="100000"/></a:lnSpc><a:spcBef><a:spcPts val="390"/></a:spcBef></a:pPr><a:r><a:rPr dirty="0" sz="1100" b="1"><a:solidFill><a:srgbClr val="C00000"/></a:solidFill><a:latin typeface="Arial"/><a:cs typeface="Arial"/></a:rPr><a:t>VISIONS</a:t></a:r><a:r><a:rPr dirty="0" sz="1100" spc="-40" b="1"><a:solidFill><a:srgbClr val="C00000"/></a:solidFill><a:latin typeface="Arial"/><a:cs typeface="Arial"/></a:rPr><a:t> </a:t></a:r><a:r><a:rPr dirty="0" sz="1100" b="1"><a:solidFill><a:srgbClr val="C00000"/></a:solidFill><a:latin typeface="Arial"/><a:cs typeface="Arial"/></a:rPr><a:t>NEED</a:t></a:r><a:r><a:rPr dirty="0" sz="1100" spc="-40" b="1"><a:solidFill><a:srgbClr val="C00000"/></a:solidFill><a:latin typeface="Arial"/><a:cs typeface="Arial"/></a:rPr><a:t> </a:t></a:r><a:r><a:rPr dirty="0" sz="1100" spc="-10" b="1"><a:solidFill><a:srgbClr val="C00000"/></a:solidFill><a:latin typeface="Arial"/><a:cs typeface="Arial"/></a:rPr><a:t>REVIEW</a:t></a:r><a:endParaRPr sz="1100"><a:latin typeface="Arial"/><a:cs typeface="Arial"/></a:endParaRPr></a:p><a:p><a:pPr marL="1071880"><a:lnSpc><a:spcPct val="100000"/></a:lnSpc><a:spcBef><a:spcPts val="20"/></a:spcBef></a:pPr><a:endParaRPr sz="1100"><a:latin typeface="Arial"/><a:cs typeface="Arial"/></a:endParaRPr><a:r><a:rPr dirty="0" sz="1100" spc="-10"><a:solidFill><a:srgbClr val="FF0000"/><a:t></a:t></a:r></a:p><a:p><a:pPr marL="15240"><a:lnSpc><a:spcPct val="100000"/></a:lnSpc><a:spcBef><a:spcPts val="450"/></a:spcBef></a:pPr><a:r><a:rPr dirty="0" sz="850"><a:solidFill><a:srgbClr val="C00000"/></a:solidFill><a:latin typeface="Arial"/><a:cs typeface="Arial"/></a:rPr><a:t>BUILDING</a:t></a:r><a:r><a:rPr dirty="0" sz="850" spc="-10"><a:solidFill><a:srgbClr val="C00000"/></a:solidFill><a:latin typeface="Arial"/><a:cs typeface="Arial"/></a:rPr><a:t> </a:t></a:r><a:r><a:rPr dirty="0" sz="850" spc="-20"><a:solidFill><a:srgbClr val="C00000"/></a:solidFill><a:latin typeface="Arial"/><a:cs typeface="Arial"/></a:rPr><a:t>CODE</a:t></a:r><a:endParaRPr sz="850"><a:latin typeface="Arial"/><a:cs typeface="Arial"/></a:endParaRPr></a:p><a:p><a:pPr marL="12700" marR="5080"><a:lnSpc><a:spcPct val="107300"/></a:lnSpc><a:spcBef><a:spcPts val="440"/></a:spcBef></a:pPr><a:r><a:rPr dirty="0" sz="700"><a:solidFill><a:srgbClr val="C00000"/></a:solidFill><a:latin typeface="Arial"/><a:cs typeface="Arial"/></a:rPr><a:t>Subject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to</a:t></a:r><a:r><a:rPr dirty="0" sz="700" spc="85"><a:solidFill><a:srgbClr val="C00000"/></a:solidFill><a:latin typeface="Arial"/><a:cs typeface="Arial"/></a:rPr><a:t> </a:t></a:r><a:r><a:rPr dirty="0" sz="700"><a:solidFill><a:srgbClr val="C00000"/></a:solidFill><a:latin typeface="Arial"/><a:cs typeface="Arial"/></a:rPr><a:t>CBC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Sections</a:t></a:r><a:r><a:rPr dirty="0" sz="700" spc="85"><a:solidFill><a:srgbClr val="C00000"/></a:solidFill><a:latin typeface="Arial"/><a:cs typeface="Arial"/></a:rPr><a:t> </a:t></a:r><a:r><a:rPr dirty="0" sz="700"><a:solidFill><a:srgbClr val="C00000"/></a:solidFill><a:latin typeface="Arial"/><a:cs typeface="Arial"/></a:rPr><a:t>105.4,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107.3</a:t></a:r><a:r><a:rPr dirty="0" sz="700" spc="85"><a:solidFill><a:srgbClr val="C00000"/></a:solidFill><a:latin typeface="Arial"/><a:cs typeface="Arial"/></a:rPr><a:t> </a:t></a:r><a:r><a:rPr dirty="0" sz="700" spc="-25"><a:solidFill><a:srgbClr val="C00000"/></a:solidFill><a:latin typeface="Arial"/><a:cs typeface="Arial"/></a:rPr><a:t>and</a:t></a:r><a:r><a:rPr dirty="0" sz="700" spc="500"><a:solidFill><a:srgbClr val="C00000"/></a:solidFill><a:latin typeface="Arial"/><a:cs typeface="Arial"/></a:rPr><a:t> </a:t></a:r><a:r><a:rPr dirty="0" sz="700"><a:solidFill><a:srgbClr val="C00000"/></a:solidFill><a:latin typeface="Arial"/><a:cs typeface="Arial"/></a:rPr><a:t>CRC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R105.4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and</a:t></a:r><a:r><a:rPr dirty="0" sz="700" spc="80"><a:solidFill><a:srgbClr val="C00000"/></a:solidFill><a:latin typeface="Arial"/><a:cs typeface="Arial"/></a:rPr><a:t> </a:t></a:r><a:r><a:rPr dirty="0" sz="700" spc="-10"><a:solidFill><a:srgbClr val="C00000"/></a:solidFill><a:latin typeface="Arial"/><a:cs typeface="Arial"/></a:rPr><a:t>R106.3</a:t></a:r><a:endParaRPr sz="700"><a:latin typeface="Arial"/><a:cs typeface="Arial"/></a:endParaRPr></a:p><a:p><a:pPr marL="15240" marR="187960"><a:lnSpc><a:spcPct val="124300"/></a:lnSpc><a:spcBef><a:spcPts val="259"/></a:spcBef></a:pPr><a:r><a:rPr dirty="0" sz="850"><a:solidFill><a:srgbClr val="C00000"/></a:solidFill><a:latin typeface="Arial"/><a:cs typeface="Arial"/></a:rPr><a:t>SURVEY</a:t></a:r><a:r><a:rPr dirty="0" sz="850" spc="10"><a:solidFill><a:srgbClr val="C00000"/></a:solidFill><a:latin typeface="Arial"/><a:cs typeface="Arial"/></a:rPr><a:t> </a:t></a:r><a:r><a:rPr dirty="0" sz="850"><a:solidFill><a:srgbClr val="C00000"/></a:solidFill><a:latin typeface="Arial"/><a:cs typeface="Arial"/></a:rPr><a:t>(REVIEW</a:t></a:r><a:r><a:rPr dirty="0" sz="850" spc="30"><a:solidFill><a:srgbClr val="C00000"/></a:solidFill><a:latin typeface="Arial"/><a:cs typeface="Arial"/></a:rPr><a:t> </a:t></a:r><a:r><a:rPr dirty="0" sz="850" spc="-20"><a:solidFill><a:srgbClr val="C00000"/></a:solidFill><a:latin typeface="Arial"/><a:cs typeface="Arial"/></a:rPr><a:t>ONLY) </a:t></a:r><a:r><a:rPr dirty="0" sz="850"><a:solidFill><a:srgbClr val="C00000"/></a:solidFill><a:latin typeface="Arial"/><a:cs typeface="Arial"/></a:rPr><a:t>PLOT</a:t></a:r><a:r><a:rPr dirty="0" sz="850" spc="15"><a:solidFill><a:srgbClr val="C00000"/></a:solidFill><a:latin typeface="Arial"/><a:cs typeface="Arial"/></a:rPr><a:t> </a:t></a:r><a:r><a:rPr dirty="0" sz="850"><a:solidFill><a:srgbClr val="C00000"/></a:solidFill><a:latin typeface="Arial"/><a:cs typeface="Arial"/></a:rPr><a:t>PLAN</a:t></a:r><a:r><a:rPr dirty="0" sz="850" spc="15"><a:solidFill><a:srgbClr val="C00000"/></a:solidFill><a:latin typeface="Arial"/><a:cs typeface="Arial"/></a:rPr><a:t> </a:t></a:r><a:r><a:rPr dirty="0" sz="850" spc="-10"><a:solidFill><a:srgbClr val="C00000"/></a:solidFill><a:latin typeface="Arial"/><a:cs typeface="Arial"/></a:rPr><a:t>REVIEW </a:t></a:r><a:r><a:rPr dirty="0" sz="850"><a:solidFill><a:srgbClr val="C00000"/></a:solidFill><a:latin typeface="Arial"/><a:cs typeface="Arial"/></a:rPr><a:t>PARKING/DRIVEWAY</a:t></a:r><a:r><a:rPr dirty="0" sz="850" spc="90"><a:solidFill><a:srgbClr val="C00000"/></a:solidFill><a:latin typeface="Arial"/><a:cs typeface="Arial"/></a:rPr><a:t> </a:t></a:r><a:r><a:rPr dirty="0" sz="850" spc="-10"><a:solidFill><a:srgbClr val="C00000"/></a:solidFill><a:latin typeface="Arial"/><a:cs typeface="Arial"/></a:rPr><a:t>LAYOUT</a:t></a:r><a:endParaRPr sz="850"><a:latin typeface="Arial"/><a:cs typeface="Arial"/></a:endParaRPr></a:p><a:p><a:pPr marL="15240" marR="49530"><a:lnSpc><a:spcPct val="124300"/></a:lnSpc></a:pPr><a:r><a:rPr dirty="0" sz="850"><a:solidFill><a:srgbClr val="C00000"/></a:solidFill><a:latin typeface="Arial"/><a:cs typeface="Arial"/></a:rPr><a:t>GRADING</a:t></a:r><a:r><a:rPr dirty="0" sz="850" spc="-10"><a:solidFill><a:srgbClr val="C00000"/></a:solidFill><a:latin typeface="Arial"/><a:cs typeface="Arial"/></a:rPr><a:t> </a:t></a:r><a:r><a:rPr dirty="0" sz="850"><a:solidFill><a:srgbClr val="C00000"/></a:solidFill><a:latin typeface="Arial"/><a:cs typeface="Arial"/></a:rPr><a:t>&amp;</a:t></a:r><a:r><a:rPr dirty="0" sz="850" spc="-10"><a:solidFill><a:srgbClr val="C00000"/></a:solidFill><a:latin typeface="Arial"/><a:cs typeface="Arial"/></a:rPr><a:t> </a:t></a:r><a:r><a:rPr dirty="0" sz="850"><a:solidFill><a:srgbClr val="C00000"/></a:solidFill><a:latin typeface="Arial"/><a:cs typeface="Arial"/></a:rPr><a:t>EROSION</a:t></a:r><a:r><a:rPr dirty="0" sz="850" spc="-5"><a:solidFill><a:srgbClr val="C00000"/></a:solidFill><a:latin typeface="Arial"/><a:cs typeface="Arial"/></a:rPr><a:t> </a:t></a:r><a:r><a:rPr dirty="0" sz="850" spc="-10"><a:solidFill><a:srgbClr val="C00000"/></a:solidFill><a:latin typeface="Arial"/><a:cs typeface="Arial"/></a:rPr><a:t>CONTROL </a:t></a:r><a:r><a:rPr dirty="0" sz="850"><a:solidFill><a:srgbClr val="C00000"/></a:solidFill><a:latin typeface="Arial"/><a:cs typeface="Arial"/></a:rPr><a:t>SOILS</a:t></a:r><a:r><a:rPr dirty="0" sz="850" spc="5"><a:solidFill><a:srgbClr val="C00000"/></a:solidFill><a:latin typeface="Arial"/><a:cs typeface="Arial"/></a:rPr><a:t> </a:t></a:r><a:r><a:rPr dirty="0" sz="850"><a:solidFill><a:srgbClr val="C00000"/></a:solidFill><a:latin typeface="Arial"/><a:cs typeface="Arial"/></a:rPr><a:t>REPORT</a:t></a:r><a:r><a:rPr dirty="0" sz="850" spc="5"><a:solidFill><a:srgbClr val="C00000"/></a:solidFill><a:latin typeface="Arial"/><a:cs typeface="Arial"/></a:rPr><a:t> </a:t></a:r><a:r><a:rPr dirty="0" sz="850"><a:solidFill><a:srgbClr val="C00000"/></a:solidFill><a:latin typeface="Arial"/><a:cs typeface="Arial"/></a:rPr><a:t>ON</a:t></a:r><a:r><a:rPr dirty="0" sz="850" spc="5"><a:solidFill><a:srgbClr val="C00000"/></a:solidFill><a:latin typeface="Arial"/><a:cs typeface="Arial"/></a:rPr><a:t> </a:t></a:r><a:r><a:rPr dirty="0" sz="850" spc="-20"><a:solidFill><a:srgbClr val="C00000"/></a:solidFill><a:latin typeface="Arial"/><a:cs typeface="Arial"/></a:rPr><a:t>FILE</a:t></a:r><a:endParaRPr sz="850"><a:latin typeface="Arial"/><a:cs typeface="Arial"/></a:endParaRPr></a:p></p:txBody></p:sp><p:sp><p:nvSpPr><p:cNvPr id="597" name="object 597"/><p:cNvSpPr txBox="1"/><p:nvPr/></p:nvSpPr><p:spPr><a:xfrm><a:off x="19268078" y="12694577"/><a:ext cx="480695" cy="139065"/></a:xfrm><a:prstGeom prst="rect"><a:avLst/></a:prstGeom></p:spPr><p:txBody><a:bodyPr wrap="square" lIns="0" tIns="17145" rIns="0" bIns="0" rtlCol="0" vert="horz"><a:spAutoFit/></a:bodyPr><a:lstStyle/><a:p><a:pPr marL="12700"><a:lnSpc><a:spcPct val="100000"/></a:lnSpc><a:spcBef><a:spcPts val="135"/></a:spcBef></a:pPr><a:endParaRPr sz="700"><a:latin typeface="Verdana"/><a:cs typeface="Verdana"/></a:endParaRPr><a:r><a:rPr dirty="0" sz="700" spc="-10"><a:latin typeface="Verdana"/><a:t>{{CHECKED_BY}}</a:t></a:r></a:p></p:txBody></p:sp><p:sp><p:nvSpPr><p:cNvPr id="598" name="object 598"/><p:cNvSpPr txBox="1"/><p:nvPr/></p:nvSpPr><p:spPr><a:xfrm><a:off x="18642849" y="12708725"/><a:ext cx="513080" cy="110489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r><a:rPr dirty="0" sz="550"><a:latin typeface="Verdana"/><a:cs typeface="Verdana"/></a:rPr><a:t>CHECKED</a:t></a:r><a:r><a:rPr dirty="0" sz="550" spc="-30"><a:latin typeface="Verdana"/><a:cs typeface="Verdana"/></a:rPr><a:t> </a:t></a:r><a:r><a:rPr dirty="0" sz="550" spc="-25"><a:latin typeface="Verdana"/><a:cs typeface="Verdana"/></a:rPr><a:t>BY:</a:t></a:r><a:endParaRPr sz="550"><a:latin typeface="Verdana"/><a:cs typeface="Verdana"/></a:endParaRPr></a:p></p:txBody></p:sp><p:sp><p:nvSpPr><p:cNvPr id="599" name="object 599"/><p:cNvSpPr txBox="1"/><p:nvPr/></p:nvSpPr><p:spPr><a:xfrm><a:off x="17918031" y="12833602"/><a:ext cx="231775" cy="64769"/></a:xfrm><a:prstGeom prst="rect"><a:avLst/></a:prstGeom></p:spPr><p:txBody><a:bodyPr wrap="square" lIns="0" tIns="3810" rIns="0" bIns="0" rtlCol="0" vert="horz"><a:spAutoFit/></a:bodyPr><a:lstStyle/><a:p><a:pPr marL="12700"><a:lnSpc><a:spcPct val="100000"/></a:lnSpc><a:spcBef><a:spcPts val="30"/></a:spcBef></a:pPr><a:endParaRPr sz="300"><a:latin typeface="Calibri"/><a:cs typeface="Calibri"/></a:endParaRPr><a:r><a:rPr dirty="0" sz="300"><a:latin typeface="Calibri"/><a:t>{{SE_EXP}}</a:t></a:r></a:p></p:txBody></p:sp><p:sp><p:nvSpPr><p:cNvPr id="600" name="object 600"/><p:cNvSpPr txBox="1"/><p:nvPr/></p:nvSpPr><p:spPr><a:xfrm><a:off x="18628495" y="12928603"/><a:ext cx="492759" cy="147955"/></a:xfrm><a:prstGeom prst="rect"><a:avLst/></a:prstGeom></p:spPr><p:txBody><a:bodyPr wrap="square" lIns="0" tIns="12065" rIns="0" bIns="0" rtlCol="0" vert="horz"><a:spAutoFit/></a:bodyPr><a:lstStyle/><a:p><a:pPr marL="12700"><a:lnSpc><a:spcPct val="100000"/></a:lnSpc><a:spcBef><a:spcPts val="95"/></a:spcBef></a:pPr><a:r><a:rPr dirty="0" sz="800"><a:latin typeface="Verdana"/><a:cs typeface="Verdana"/></a:rPr><a:t>JOB</a:t></a:r><a:r><a:rPr dirty="0" sz="800" spc="-25"><a:latin typeface="Verdana"/><a:cs typeface="Verdana"/></a:rPr><a:t> </a:t></a:r><a:r><a:rPr dirty="0" sz="800" spc="-20"><a:latin typeface="Verdana"/><a:cs typeface="Verdana"/></a:rPr><a:t>NO.:</a:t></a:r><a:endParaRPr sz="800"><a:latin typeface="Verdana"/><a:cs typeface="Verdana"/></a:endParaRPr></a:p></p:txBody></p:sp><p:sp><p:nvSpPr><p:cNvPr id="601" name="object 601"/><p:cNvSpPr txBox="1"/><p:nvPr/></p:nvSpPr><p:spPr><a:xfrm><a:off x="19378215" y="12942703"/><a:ext cx="258445" cy="120014"/></a:xfrm><a:prstGeom prst="rect"><a:avLst/></a:prstGeom></p:spPr><p:txBody><a:bodyPr wrap="square" lIns="0" tIns="14605" rIns="0" bIns="0" rtlCol="0" vert="horz"><a:spAutoFit/></a:bodyPr><a:lstStyle/><a:p><a:pPr marL="12700"><a:lnSpc><a:spcPct val="100000"/></a:lnSpc><a:spcBef><a:spcPts val="115"/></a:spcBef></a:pPr><a:endParaRPr sz="600"><a:latin typeface="Verdana"/><a:cs typeface="Verdana"/></a:endParaRPr><a:r><a:rPr dirty="0" sz="600"><a:latin typeface="Verdana"/><a:t>{{JOB_NO}}</a:t></a:r></a:p></p:txBody></p:sp><p:sp><p:nvSpPr><p:cNvPr id="589" name="object 589"/><p:cNvSpPr txBox="1"/><p:nvPr/></p:nvSpPr><p:spPr><a:xfrm><a:off x="13239463" y="9252922"/><a:ext cx="62357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endParaRPr sz="950"><a:latin typeface="Calibri"/><a:cs typeface="Calibri"/></a:endParaRPr><a:r><a:rPr dirty="0" sz="950" spc="-10"><a:solidFill><a:srgbClr val="FF0000"/><a:t>{{ISSUE_DATE}}</a:t></a:r></a:p></p:txBody></p:sp><p:sp><p:nvSpPr><p:cNvPr id="590" name="object 590"/><p:cNvSpPr txBox="1"/><p:nvPr/></p:nvSpPr><p:spPr><a:xfrm><a:off x="14694692" y="8086111"/><a:ext cx="1370965" cy="244475"/></a:xfrm><a:prstGeom prst="rect"><a:avLst/></a:prstGeom></p:spPr><p:txBody><a:bodyPr wrap="square" lIns="0" tIns="16510" rIns="0" bIns="0" rtlCol="0" vert="horz"><a:spAutoFit/></a:bodyPr><a:lstStyle/><a:p><a:pPr marL="12700" marR="5080"><a:lnSpc><a:spcPct val="100000"/></a:lnSpc><a:spcBef><a:spcPts val="130"/></a:spcBef></a:pPr><a:r><a:rPr dirty="0" sz="700"><a:solidFill><a:srgbClr val="FF0000"/></a:solidFill><a:latin typeface="Arial"/><a:cs typeface="Arial"/></a:rPr><a:t>Plan</a:t></a:r><a:r><a:rPr dirty="0" sz="700" spc="95"><a:solidFill><a:srgbClr val="FF0000"/></a:solidFill><a:latin typeface="Arial"/><a:cs typeface="Arial"/></a:rPr><a:t> </a:t></a:r><a:r><a:rPr dirty="0" sz="700"><a:solidFill><a:srgbClr val="FF0000"/></a:solidFill><a:latin typeface="Arial"/><a:cs typeface="Arial"/></a:rPr><a:t>check</a:t></a:r><a:r><a:rPr dirty="0" sz="700" spc="100"><a:solidFill><a:srgbClr val="FF0000"/></a:solidFill><a:latin typeface="Arial"/><a:cs typeface="Arial"/></a:rPr><a:t> </a:t></a:r><a:r><a:rPr dirty="0" sz="700"><a:solidFill><a:srgbClr val="FF0000"/></a:solidFill><a:latin typeface="Arial"/><a:cs typeface="Arial"/></a:rPr><a:t>engineer:</a:t></a:r><a:r><a:rPr dirty="0" sz="700" spc="95"><a:solidFill><a:srgbClr val="FF0000"/></a:solidFill><a:latin typeface="Arial"/><a:cs typeface="Arial"/></a:rPr><a:t> </a:t></a:r><a:r><a:rPr dirty="0" sz="700"><a:solidFill><a:srgbClr val="FF0000"/></a:solidFill><a:latin typeface="Arial"/><a:cs typeface="Arial"/></a:rPr><a:t>Johnny</a:t></a:r><a:r><a:rPr dirty="0" sz="700" spc="100"><a:solidFill><a:srgbClr val="FF0000"/></a:solidFill><a:latin typeface="Arial"/><a:cs typeface="Arial"/></a:rPr><a:t> </a:t></a:r><a:r><a:rPr dirty="0" sz="700" spc="-25"><a:solidFill><a:srgbClr val="FF0000"/></a:solidFill><a:latin typeface="Arial"/><a:cs typeface="Arial"/></a:rPr><a:t>Liu</a:t></a:r><a:r><a:rPr dirty="0" sz="700" spc="500"><a:solidFill><a:srgbClr val="FF0000"/></a:solidFill><a:latin typeface="Arial"/><a:cs typeface="Arial"/></a:rPr><a:t> </a:t></a:r><a:r><a:rPr dirty="0" sz="700" spc="-10"><a:solidFill><a:srgbClr val="FF0000"/></a:solidFill><a:latin typeface="Arial"/><a:cs typeface="Arial"/><a:hlinkClick r:id="rId14"/></a:rPr><a:t>jliu2@oaklandca.gov</a:t></a:r><a:endParaRPr sz="700"><a:latin typeface="Arial"/><a:cs typeface="Arial"/></a:endParaRPr></a:p></p:txBody></p:sp><p:sp><p:nvSpPr><p:cNvPr id="591" name="object 591"/><p:cNvSpPr txBox="1"/><p:nvPr/></p:nvSpPr><p:spPr><a:xfrm><a:off x="16043124" y="4678116"/><a:ext cx="1764664" cy="486409"/></a:xfrm><a:prstGeom prst="rect"><a:avLst/></a:prstGeom></p:spPr><p:txBody><a:bodyPr wrap="square" lIns="0" tIns="6985" rIns="0" bIns="0" rtlCol="0" vert="horz"><a:spAutoFit/></a:bodyPr><a:lstStyle/><a:p><a:pPr algn="ctr" marL="12700" marR="5080" indent="5715"><a:lnSpc><a:spcPct val="109100"/></a:lnSpc><a:spcBef><a:spcPts val="55"/></a:spcBef></a:pPr><a:r><a:rPr dirty="0" sz="700"><a:solidFill><a:srgbClr val="C00000"/></a:solidFill><a:latin typeface="Calibri"/><a:cs typeface="Calibri"/></a:rPr><a:t>ALL</a:t></a:r><a:r><a:rPr dirty="0" sz="700" spc="65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WORK</a:t></a:r><a:r><a:rPr dirty="0" sz="700" spc="70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SHALL</a:t></a:r><a:r><a:rPr dirty="0" sz="700" spc="70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COMPLY</a:t></a:r><a:r><a:rPr dirty="0" sz="700" spc="70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WITH</a:t></a:r><a:r><a:rPr dirty="0" sz="700" spc="70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THE</a:t></a:r><a:r><a:rPr dirty="0" sz="700" spc="70"><a:solidFill><a:srgbClr val="C00000"/></a:solidFill><a:latin typeface="Calibri"/><a:cs typeface="Calibri"/></a:rPr><a:t> </a:t></a:r><a:r><a:rPr dirty="0" sz="700" spc="-20"><a:solidFill><a:srgbClr val="C00000"/></a:solidFill><a:latin typeface="Calibri"/><a:cs typeface="Calibri"/></a:rPr><a:t>CBC,</a:t></a:r><a:r><a:rPr dirty="0" sz="700" spc="500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CRC,</a:t></a:r><a:r><a:rPr dirty="0" sz="700" spc="65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CPC,</a:t></a:r><a:r><a:rPr dirty="0" sz="700" spc="70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CMC,</a:t></a:r><a:r><a:rPr dirty="0" sz="700" spc="70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CEC,</a:t></a:r><a:r><a:rPr dirty="0" sz="700" spc="70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AND</a:t></a:r><a:r><a:rPr dirty="0" sz="700" spc="65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OTHER</a:t></a:r><a:r><a:rPr dirty="0" sz="700" spc="70"><a:solidFill><a:srgbClr val="C00000"/></a:solidFill><a:latin typeface="Calibri"/><a:cs typeface="Calibri"/></a:rPr><a:t> </a:t></a:r><a:r><a:rPr dirty="0" sz="700" spc="-10"><a:solidFill><a:srgbClr val="C00000"/></a:solidFill><a:latin typeface="Calibri"/><a:cs typeface="Calibri"/></a:rPr><a:t>APPLICABLE</a:t></a:r><a:r><a:rPr dirty="0" sz="700" spc="500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CODES</a:t></a:r><a:r><a:rPr dirty="0" sz="700" spc="90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AS</a:t></a:r><a:r><a:rPr dirty="0" sz="700" spc="95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AMENDED</a:t></a:r><a:r><a:rPr dirty="0" sz="700" spc="95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AND</a:t></a:r><a:r><a:rPr dirty="0" sz="700" spc="95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ADOPTED</a:t></a:r><a:r><a:rPr dirty="0" sz="700" spc="95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BY</a:t></a:r><a:r><a:rPr dirty="0" sz="700" spc="95"><a:solidFill><a:srgbClr val="C00000"/></a:solidFill><a:latin typeface="Calibri"/><a:cs typeface="Calibri"/></a:rPr><a:t> </a:t></a:r><a:r><a:rPr dirty="0" sz="700" spc="-25"><a:solidFill><a:srgbClr val="C00000"/></a:solidFill><a:latin typeface="Calibri"/><a:cs typeface="Calibri"/></a:rPr><a:t>THE</a:t></a:r><a:r><a:rPr dirty="0" sz="700" spc="500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CITY</a:t></a:r><a:r><a:rPr dirty="0" sz="700" spc="65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OF</a:t></a:r><a:r><a:rPr dirty="0" sz="700" spc="65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</a:t></a:r><a:r><a:rPr dirty="0" sz="700" spc="70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IN</a:t></a:r><a:r><a:rPr dirty="0" sz="700" spc="65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EFFECT</a:t></a:r><a:r><a:rPr dirty="0" sz="700" spc="70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AT</a:t></a:r><a:r><a:rPr dirty="0" sz="700" spc="65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THE</a:t></a:r><a:r><a:rPr dirty="0" sz="700" spc="65"><a:solidFill><a:srgbClr val="C00000"/></a:solidFill><a:latin typeface="Calibri"/><a:cs typeface="Calibri"/></a:rPr><a:t> </a:t></a:r><a:r><a:rPr dirty="0" sz="700"><a:solidFill><a:srgbClr val="C00000"/></a:solidFill><a:latin typeface="Calibri"/><a:cs typeface="Calibri"/></a:rPr><a:t>TIME</a:t></a:r><a:r><a:rPr dirty="0" sz="700" spc="70"><a:solidFill><a:srgbClr val="C00000"/></a:solidFill><a:latin typeface="Calibri"/><a:cs typeface="Calibri"/></a:rPr><a:t> </a:t></a:r><a:r><a:rPr dirty="0" sz="700" spc="-25"><a:solidFill><a:srgbClr val="C00000"/></a:solidFill><a:latin typeface="Calibri"/><a:cs typeface="Calibri"/></a:rPr><a:t>OF</a:t></a:r><a:endParaRPr sz="700"><a:latin typeface="Calibri"/><a:cs typeface="Calibri"/></a:endParaRPr></a:p></p:txBody></p:sp><p:sp><p:nvSpPr><p:cNvPr id="592" name="object 592"/><p:cNvSpPr txBox="1"/><p:nvPr/></p:nvSpPr><p:spPr><a:xfrm><a:off x="14550594" y="5143489"/><a:ext cx="2841625" cy="272415"/></a:xfrm><a:prstGeom prst="rect"><a:avLst/></a:prstGeom></p:spPr><p:txBody><a:bodyPr wrap="square" lIns="0" tIns="16510" rIns="0" bIns="0" rtlCol="0" vert="horz"><a:spAutoFit/></a:bodyPr><a:lstStyle/><a:p><a:pPr algn="r" marR="42545"><a:lnSpc><a:spcPts val="800"/></a:lnSpc><a:spcBef><a:spcPts val="130"/></a:spcBef></a:pPr><a:r><a:rPr dirty="0" sz="700"><a:solidFill><a:srgbClr val="C00000"/></a:solidFill><a:latin typeface="Calibri"/><a:cs typeface="Calibri"/></a:rPr><a:t>PERMIT</a:t></a:r><a:r><a:rPr dirty="0" sz="700" spc="95"><a:solidFill><a:srgbClr val="C00000"/></a:solidFill><a:latin typeface="Calibri"/><a:cs typeface="Calibri"/></a:rPr><a:t> </a:t></a:r><a:r><a:rPr dirty="0" sz="700" spc="-10"><a:solidFill><a:srgbClr val="C00000"/></a:solidFill><a:latin typeface="Calibri"/><a:cs typeface="Calibri"/></a:rPr><a:t>APPLICATION</a:t></a:r><a:endParaRPr sz="700"><a:latin typeface="Calibri"/><a:cs typeface="Calibri"/></a:endParaRPr></a:p><a:p><a:pPr marL="12700"><a:lnSpc><a:spcPts val="1100"/></a:lnSpc><a:tabLst><a:tab pos="2828290" algn="l"/></a:tabLst></a:pPr><a:r><a:rPr dirty="0" u="sng" sz="950" spc="-110"><a:uFill><a:solidFill><a:srgbClr val="000000"/></a:solidFill></a:uFill><a:latin typeface="Times New Roman"/><a:cs typeface="Times New Roman"/></a:rPr><a:t> </a:t></a:r><a:r><a:rPr dirty="0" u="sng" sz="950" b="1"><a:uFill><a:solidFill><a:srgbClr val="000000"/></a:solidFill></a:uFill><a:latin typeface="Calibri"/><a:cs typeface="Calibri"/></a:rPr><a:t>SHEET</a:t></a:r><a:r><a:rPr dirty="0" u="sng" sz="950" spc="40" b="1"><a:uFill><a:solidFill><a:srgbClr val="000000"/></a:solidFill></a:uFill><a:latin typeface="Calibri"/><a:cs typeface="Calibri"/></a:rPr><a:t> </a:t></a:r><a:r><a:rPr dirty="0" u="sng" sz="950" spc="-10" b="1"><a:uFill><a:solidFill><a:srgbClr val="000000"/></a:solidFill></a:uFill><a:latin typeface="Calibri"/><a:cs typeface="Calibri"/></a:rPr><a:t>INDEX</a:t></a:r><a:r><a:rPr dirty="0" u="sng" sz="950" b="1"><a:uFill><a:solidFill><a:srgbClr val="000000"/></a:solidFill></a:uFill><a:latin typeface="Calibri"/><a:cs typeface="Calibri"/></a:rPr><a:t>	</a:t></a:r><a:endParaRPr sz="950"><a:latin typeface="Calibri"/><a:cs typeface="Calibri"/></a:endParaRPr></a:p></p:txBody></p:sp><p:sp><p:nvSpPr><p:cNvPr id="593" name="object 593"/><p:cNvSpPr txBox="1"/><p:nvPr/></p:nvSpPr><p:spPr><a:xfrm><a:off x="12410769" y="5449889"/><a:ext cx="2395220" cy="1481455"/></a:xfrm><a:prstGeom prst="rect"><a:avLst/></a:prstGeom></p:spPr><p:txBody><a:bodyPr wrap="square" lIns="0" tIns="41275" rIns="0" bIns="0" rtlCol="0" vert="horz"><a:spAutoFit/></a:bodyPr><a:lstStyle/><a:p><a:pPr algn="ctr" marR="233679"><a:lnSpc><a:spcPct val="100000"/></a:lnSpc><a:spcBef><a:spcPts val="325"/></a:spcBef></a:pPr><a:endParaRPr sz="2900"><a:latin typeface="Arial"/><a:cs typeface="Arial"/></a:endParaRPr><a:r><a:rPr dirty="0" sz="2900" spc="-10"><a:solidFill><a:srgbClr val="FF0000"/><a:t>{{JOB_NO}}</a:t></a:r></a:p><a:p><a:pPr algn="ctr" marR="283845"><a:lnSpc><a:spcPct val="100000"/></a:lnSpc><a:spcBef><a:spcPts val="105"/></a:spcBef></a:pPr><a:r><a:rPr dirty="0" sz="1200" b="1"><a:solidFill><a:srgbClr val="C00000"/></a:solidFill><a:latin typeface="Arial"/><a:cs typeface="Arial"/></a:rPr><a:t>REVIEWED</a:t></a:r><a:r><a:rPr dirty="0" sz="1200" spc="55" b="1"><a:solidFill><a:srgbClr val="C00000"/></a:solidFill><a:latin typeface="Arial"/><a:cs typeface="Arial"/></a:rPr><a:t> </a:t></a:r><a:r><a:rPr dirty="0" sz="1200" b="1"><a:solidFill><a:srgbClr val="C00000"/></a:solidFill><a:latin typeface="Arial"/><a:cs typeface="Arial"/></a:rPr><a:t>FOR</a:t></a:r><a:r><a:rPr dirty="0" sz="1200" spc="60" b="1"><a:solidFill><a:srgbClr val="C00000"/></a:solidFill><a:latin typeface="Arial"/><a:cs typeface="Arial"/></a:rPr><a:t> </a:t></a:r><a:r><a:rPr dirty="0" sz="1200" spc="-10" b="1"><a:solidFill><a:srgbClr val="C00000"/></a:solidFill><a:latin typeface="Arial"/><a:cs typeface="Arial"/></a:rPr><a:t>COMPLIAN</a:t></a:r><a:endParaRPr sz="1200"><a:latin typeface="Arial"/><a:cs typeface="Arial"/></a:endParaRPr></a:p><a:p><a:pPr algn="ctr" marL="228600" marR="287020" indent="-635"><a:lnSpc><a:spcPct val="90100"/></a:lnSpc><a:spcBef><a:spcPts val="595"/></a:spcBef></a:pPr><a:endParaRPr sz="1200"><a:latin typeface="Arial"/><a:cs typeface="Arial"/></a:endParaRPr><a:r><a:rPr dirty="0" sz="1450" b="1"><a:solidFill><a:srgbClr val="C00000"/><a:t>FOR OFFICIAL USE ONLY</a:t></a:r></a:p><a:p><a:pPr marL="91440"><a:lnSpc><a:spcPct val="100000"/></a:lnSpc><a:spcBef><a:spcPts val="45"/></a:spcBef></a:pPr><a:r><a:rPr dirty="0" sz="850"><a:solidFill><a:srgbClr val="C00000"/></a:solidFill><a:latin typeface="Arial"/><a:cs typeface="Arial"/></a:rPr><a:t>For Substantial Compliance</a:t></a:r><a:r><a:rPr dirty="0" sz="850" spc="5"><a:solidFill><a:srgbClr val="C00000"/></a:solidFill><a:latin typeface="Arial"/><a:cs typeface="Arial"/></a:rPr><a:t> </a:t></a:r><a:r><a:rPr dirty="0" sz="850"><a:solidFill><a:srgbClr val="C00000"/></a:solidFill><a:latin typeface="Arial"/><a:cs typeface="Arial"/></a:rPr><a:t>With Codes</a:t></a:r><a:r><a:rPr dirty="0" sz="850" spc="5"><a:solidFill><a:srgbClr val="C00000"/></a:solidFill><a:latin typeface="Arial"/><a:cs typeface="Arial"/></a:rPr><a:t> </a:t></a:r><a:r><a:rPr dirty="0" sz="850" spc="-55"><a:solidFill><a:srgbClr val="C00000"/></a:solidFill><a:latin typeface="Arial"/><a:cs typeface="Arial"/></a:rPr><a:t>an</a:t></a:r><a:r><a:rPr dirty="0" sz="950" spc="-55"><a:latin typeface="Calibri"/><a:cs typeface="Calibri"/></a:rPr><a:t>S</a:t></a:r><a:r><a:rPr dirty="0" sz="850" spc="-55"><a:solidFill><a:srgbClr val="C00000"/></a:solidFill><a:latin typeface="Arial"/><a:cs typeface="Arial"/></a:rPr><a:t>d</a:t></a:r><a:r><a:rPr dirty="0" sz="950" spc="-55"><a:latin typeface="Calibri"/><a:cs typeface="Calibri"/></a:rPr><a:t>2.0</a:t></a:r><a:endParaRPr sz="950"><a:latin typeface="Calibri"/><a:cs typeface="Calibri"/></a:endParaRPr></a:p></p:txBody></p:sp><p:sp><p:nvSpPr><p:cNvPr id="594" name="object 594"/><p:cNvSpPr txBox="1"/><p:nvPr/></p:nvSpPr><p:spPr><a:xfrm><a:off x="7617302" y="10093566"/><a:ext cx="9245600" cy="1504315"/></a:xfrm><a:prstGeom prst="rect"><a:avLst/></a:prstGeom></p:spPr><p:txBody><a:bodyPr wrap="square" lIns="0" tIns="9525" rIns="0" bIns="0" rtlCol="0" vert="horz"><a:spAutoFit/></a:bodyPr><a:lstStyle/><a:p><a:pPr marL="12700" marR="95885" indent="149225"><a:lnSpc><a:spcPct val="104500"/></a:lnSpc><a:spcBef><a:spcPts val="75"/></a:spcBef><a:buAutoNum type="arabicPeriod" startAt ="2"/><a:tabLst><a:tab pos="161925" algn="l"/></a:tabLst></a:pPr><a:r><a:rPr dirty="0" sz="950"><a:latin typeface="Calibri"/><a:cs typeface="Calibri"/></a:rPr><a:t>REMOVE</a:t></a:r><a:r><a:rPr dirty="0" sz="950" spc="80"><a:latin typeface="Calibri"/><a:cs typeface="Calibri"/></a:rPr><a:t> </a:t></a:r><a:r><a:rPr dirty="0" sz="950"><a:latin typeface="Calibri"/><a:cs typeface="Calibri"/></a:rPr><a:t>OBSTRUCTIONS,</a:t></a:r><a:r><a:rPr dirty="0" sz="950" spc="85"><a:latin typeface="Calibri"/><a:cs typeface="Calibri"/></a:rPr><a:t> </a:t></a:r><a:r><a:rPr dirty="0" sz="950"><a:latin typeface="Calibri"/><a:cs typeface="Calibri"/></a:rPr><a:t>TREES,</a:t></a:r><a:r><a:rPr dirty="0" sz="950" spc="85"><a:latin typeface="Calibri"/><a:cs typeface="Calibri"/></a:rPr><a:t> </a:t></a:r><a:r><a:rPr dirty="0" sz="950"><a:latin typeface="Calibri"/><a:cs typeface="Calibri"/></a:rPr><a:t>SHRUBS,</a:t></a:r><a:r><a:rPr dirty="0" sz="950" spc="85"><a:latin typeface="Calibri"/><a:cs typeface="Calibri"/></a:rPr><a:t> </a:t></a:r><a:r><a:rPr dirty="0" sz="950"><a:latin typeface="Calibri"/><a:cs typeface="Calibri"/></a:rPr><a:t>GRASS</a:t></a:r><a:r><a:rPr dirty="0" sz="950" spc="85"><a:latin typeface="Calibri"/><a:cs typeface="Calibri"/></a:rPr><a:t> </a:t></a:r><a:r><a:rPr dirty="0" sz="950"><a:latin typeface="Calibri"/><a:cs typeface="Calibri"/></a:rPr><a:t>AND</a:t></a:r><a:r><a:rPr dirty="0" sz="950" spc="85"><a:latin typeface="Calibri"/><a:cs typeface="Calibri"/></a:rPr><a:t> </a:t></a:r><a:r><a:rPr dirty="0" sz="950"><a:latin typeface="Calibri"/><a:cs typeface="Calibri"/></a:rPr><a:t>OTHER</a:t></a:r><a:r><a:rPr dirty="0" sz="950" spc="85"><a:latin typeface="Calibri"/><a:cs typeface="Calibri"/></a:rPr><a:t> </a:t></a:r><a:r><a:rPr dirty="0" sz="950"><a:latin typeface="Calibri"/><a:cs typeface="Calibri"/></a:rPr><a:t>VEGETATION</a:t></a:r><a:r><a:rPr dirty="0" sz="950" spc="85"><a:latin typeface="Calibri"/><a:cs typeface="Calibri"/></a:rPr><a:t> </a:t></a:r><a:r><a:rPr dirty="0" sz="950"><a:latin typeface="Calibri"/><a:cs typeface="Calibri"/></a:rPr><a:t>TO</a:t></a:r><a:r><a:rPr dirty="0" sz="950" spc="85"><a:latin typeface="Calibri"/><a:cs typeface="Calibri"/></a:rPr><a:t> </a:t></a:r><a:r><a:rPr dirty="0" sz="950"><a:latin typeface="Calibri"/><a:cs typeface="Calibri"/></a:rPr><a:t>PERMIT</a:t></a:r><a:r><a:rPr dirty="0" sz="950" spc="85"><a:latin typeface="Calibri"/><a:cs typeface="Calibri"/></a:rPr><a:t> </a:t></a:r><a:r><a:rPr dirty="0" sz="950"><a:latin typeface="Calibri"/><a:cs typeface="Calibri"/></a:rPr><a:t>INSTALLATION</a:t></a:r><a:r><a:rPr dirty="0" sz="950" spc="85"><a:latin typeface="Calibri"/><a:cs typeface="Calibri"/></a:rPr><a:t> </a:t></a:r><a:r><a:rPr dirty="0" sz="950"><a:latin typeface="Calibri"/><a:cs typeface="Calibri"/></a:rPr><a:t>OF</a:t></a:r><a:r><a:rPr dirty="0" sz="950" spc="85"><a:latin typeface="Calibri"/><a:cs typeface="Calibri"/></a:rPr><a:t> </a:t></a:r><a:r><a:rPr dirty="0" sz="950"><a:latin typeface="Calibri"/><a:cs typeface="Calibri"/></a:rPr><a:t>NEW</a:t></a:r><a:r><a:rPr dirty="0" sz="950" spc="85"><a:latin typeface="Calibri"/><a:cs typeface="Calibri"/></a:rPr><a:t> </a:t></a:r><a:r><a:rPr dirty="0" sz="950"><a:latin typeface="Calibri"/><a:cs typeface="Calibri"/></a:rPr><a:t>CONSTRUCTION.</a:t></a:r><a:r><a:rPr dirty="0" sz="950" spc="85"><a:latin typeface="Calibri"/><a:cs typeface="Calibri"/></a:rPr><a:t> </a:t></a:r><a:r><a:rPr dirty="0" sz="950"><a:latin typeface="Calibri"/><a:cs typeface="Calibri"/></a:rPr><a:t>REMOVAL</a:t></a:r><a:r><a:rPr dirty="0" sz="950" spc="85"><a:latin typeface="Calibri"/><a:cs typeface="Calibri"/></a:rPr><a:t> </a:t></a:r><a:r><a:rPr dirty="0" sz="950"><a:latin typeface="Calibri"/><a:cs typeface="Calibri"/></a:rPr><a:t>INCLUDES</a:t></a:r><a:r><a:rPr dirty="0" sz="950" spc="85"><a:latin typeface="Calibri"/><a:cs typeface="Calibri"/></a:rPr><a:t> </a:t></a:r><a:r><a:rPr dirty="0" sz="950"><a:latin typeface="Calibri"/><a:cs typeface="Calibri"/></a:rPr><a:t>DIGGING</a:t></a:r><a:r><a:rPr dirty="0" sz="950" spc="85"><a:latin typeface="Calibri"/><a:cs typeface="Calibri"/></a:rPr><a:t> </a:t></a:r><a:r><a:rPr dirty="0" sz="950"><a:latin typeface="Calibri"/><a:cs typeface="Calibri"/></a:rPr><a:t>OUT</a:t></a:r><a:r><a:rPr dirty="0" sz="950" spc="85"><a:latin typeface="Calibri"/><a:cs typeface="Calibri"/></a:rPr><a:t> </a:t></a:r><a:r><a:rPr dirty="0" sz="950"><a:latin typeface="Calibri"/><a:cs typeface="Calibri"/></a:rPr><a:t>STUMPS</a:t></a:r><a:r><a:rPr dirty="0" sz="950" spc="85"><a:latin typeface="Calibri"/><a:cs typeface="Calibri"/></a:rPr><a:t> </a:t></a:r><a:r><a:rPr dirty="0" sz="950" spc="-25"><a:latin typeface="Calibri"/><a:cs typeface="Calibri"/></a:rPr><a:t>AND</a:t></a:r><a:r><a:rPr dirty="0" sz="950"><a:latin typeface="Calibri"/><a:cs typeface="Calibri"/></a:rPr><a:t> OBSTRUCTIONS</a:t></a:r><a:r><a:rPr dirty="0" sz="950" spc="95"><a:latin typeface="Calibri"/><a:cs typeface="Calibri"/></a:rPr><a:t> </a:t></a:r><a:r><a:rPr dirty="0" sz="950"><a:latin typeface="Calibri"/><a:cs typeface="Calibri"/></a:rPr><a:t>AND</a:t></a:r><a:r><a:rPr dirty="0" sz="950" spc="100"><a:latin typeface="Calibri"/><a:cs typeface="Calibri"/></a:rPr><a:t> </a:t></a:r><a:r><a:rPr dirty="0" sz="950"><a:latin typeface="Calibri"/><a:cs typeface="Calibri"/></a:rPr><a:t>GRUBBING</a:t></a:r><a:r><a:rPr dirty="0" sz="950" spc="100"><a:latin typeface="Calibri"/><a:cs typeface="Calibri"/></a:rPr><a:t> </a:t></a:r><a:r><a:rPr dirty="0" sz="950" spc="-10"><a:latin typeface="Calibri"/><a:cs typeface="Calibri"/></a:rPr><a:t>ROOTS.</a:t></a:r><a:endParaRPr sz="950"><a:latin typeface="Calibri"/><a:cs typeface="Calibri"/></a:endParaRPr></a:p><a:p><a:pPr marL="161925" indent="-149225"><a:lnSpc><a:spcPct val="100000"/></a:lnSpc><a:spcBef><a:spcPts val="355"/></a:spcBef><a:buAutoNum type="arabicPeriod" startAt ="2"/><a:tabLst><a:tab pos="161925" algn="l"/></a:tabLst></a:pPr><a:r><a:rPr dirty="0" sz="950"><a:latin typeface="Calibri"/><a:cs typeface="Calibri"/></a:rPr><a:t>FILL</a:t></a:r><a:r><a:rPr dirty="0" sz="950" spc="75"><a:latin typeface="Calibri"/><a:cs typeface="Calibri"/></a:rPr><a:t> </a:t></a:r><a:r><a:rPr dirty="0" sz="950"><a:latin typeface="Calibri"/><a:cs typeface="Calibri"/></a:rPr><a:t>DEPRESSIONS</a:t></a:r><a:r><a:rPr dirty="0" sz="950" spc="80"><a:latin typeface="Calibri"/><a:cs typeface="Calibri"/></a:rPr><a:t> </a:t></a:r><a:r><a:rPr dirty="0" sz="950"><a:latin typeface="Calibri"/><a:cs typeface="Calibri"/></a:rPr><a:t>CAUSED</a:t></a:r><a:r><a:rPr dirty="0" sz="950" spc="80"><a:latin typeface="Calibri"/><a:cs typeface="Calibri"/></a:rPr><a:t> </a:t></a:r><a:r><a:rPr dirty="0" sz="950"><a:latin typeface="Calibri"/><a:cs typeface="Calibri"/></a:rPr><a:t>BY</a:t></a:r><a:r><a:rPr dirty="0" sz="950" spc="80"><a:latin typeface="Calibri"/><a:cs typeface="Calibri"/></a:rPr><a:t> </a:t></a:r><a:r><a:rPr dirty="0" sz="950"><a:latin typeface="Calibri"/><a:cs typeface="Calibri"/></a:rPr><a:t>CLEARING</a:t></a:r><a:r><a:rPr dirty="0" sz="950" spc="80"><a:latin typeface="Calibri"/><a:cs typeface="Calibri"/></a:rPr><a:t> </a:t></a:r><a:r><a:rPr dirty="0" sz="950"><a:latin typeface="Calibri"/><a:cs typeface="Calibri"/></a:rPr><a:t>AND</a:t></a:r><a:r><a:rPr dirty="0" sz="950" spc="75"><a:latin typeface="Calibri"/><a:cs typeface="Calibri"/></a:rPr><a:t> </a:t></a:r><a:r><a:rPr dirty="0" sz="950"><a:latin typeface="Calibri"/><a:cs typeface="Calibri"/></a:rPr><a:t>GRUBBING</a:t></a:r><a:r><a:rPr dirty="0" sz="950" spc="80"><a:latin typeface="Calibri"/><a:cs typeface="Calibri"/></a:rPr><a:t> </a:t></a:r><a:r><a:rPr dirty="0" sz="950"><a:latin typeface="Calibri"/><a:cs typeface="Calibri"/></a:rPr><a:t>OPERATIONS</a:t></a:r><a:r><a:rPr dirty="0" sz="950" spc="80"><a:latin typeface="Calibri"/><a:cs typeface="Calibri"/></a:rPr><a:t> </a:t></a:r><a:r><a:rPr dirty="0" sz="950"><a:latin typeface="Calibri"/><a:cs typeface="Calibri"/></a:rPr><a:t>WITH</a:t></a:r><a:r><a:rPr dirty="0" sz="950" spc="80"><a:latin typeface="Calibri"/><a:cs typeface="Calibri"/></a:rPr><a:t> </a:t></a:r><a:r><a:rPr dirty="0" sz="950"><a:latin typeface="Calibri"/><a:cs typeface="Calibri"/></a:rPr><a:t>SOIL</a:t></a:r><a:r><a:rPr dirty="0" sz="950" spc="80"><a:latin typeface="Calibri"/><a:cs typeface="Calibri"/></a:rPr><a:t> </a:t></a:r><a:r><a:rPr dirty="0" sz="950"><a:latin typeface="Calibri"/><a:cs typeface="Calibri"/></a:rPr><a:t>MATERIAL</a:t></a:r><a:r><a:rPr dirty="0" sz="950" spc="75"><a:latin typeface="Calibri"/><a:cs typeface="Calibri"/></a:rPr><a:t> </a:t></a:r><a:r><a:rPr dirty="0" sz="950"><a:latin typeface="Calibri"/><a:cs typeface="Calibri"/></a:rPr><a:t>APPROVED</a:t></a:r><a:r><a:rPr dirty="0" sz="950" spc="80"><a:latin typeface="Calibri"/><a:cs typeface="Calibri"/></a:rPr><a:t> </a:t></a:r><a:r><a:rPr dirty="0" sz="950"><a:latin typeface="Calibri"/><a:cs typeface="Calibri"/></a:rPr><a:t>BY</a:t></a:r><a:r><a:rPr dirty="0" sz="950" spc="80"><a:latin typeface="Calibri"/><a:cs typeface="Calibri"/></a:rPr><a:t> </a:t></a:r><a:r><a:rPr dirty="0" sz="950"><a:latin typeface="Calibri"/><a:cs typeface="Calibri"/></a:rPr><a:t>OWNER,</a:t></a:r><a:r><a:rPr dirty="0" sz="950" spc="80"><a:latin typeface="Calibri"/><a:cs typeface="Calibri"/></a:rPr><a:t> </a:t></a:r><a:r><a:rPr dirty="0" sz="950"><a:latin typeface="Calibri"/><a:cs typeface="Calibri"/></a:rPr><a:t>UNLESS</a:t></a:r><a:r><a:rPr dirty="0" sz="950" spc="80"><a:latin typeface="Calibri"/><a:cs typeface="Calibri"/></a:rPr><a:t> </a:t></a:r><a:r><a:rPr dirty="0" sz="950"><a:latin typeface="Calibri"/><a:cs typeface="Calibri"/></a:rPr><a:t>FURTHER</a:t></a:r><a:r><a:rPr dirty="0" sz="950" spc="75"><a:latin typeface="Calibri"/><a:cs typeface="Calibri"/></a:rPr><a:t> </a:t></a:r><a:r><a:rPr dirty="0" sz="950"><a:latin typeface="Calibri"/><a:cs typeface="Calibri"/></a:rPr><a:t>EXCAVATION</a:t></a:r><a:r><a:rPr dirty="0" sz="950" spc="80"><a:latin typeface="Calibri"/><a:cs typeface="Calibri"/></a:rPr><a:t> </a:t></a:r><a:r><a:rPr dirty="0" sz="950"><a:latin typeface="Calibri"/><a:cs typeface="Calibri"/></a:rPr><a:t>OR</a:t></a:r><a:r><a:rPr dirty="0" sz="950" spc="80"><a:latin typeface="Calibri"/><a:cs typeface="Calibri"/></a:rPr><a:t> </a:t></a:r><a:r><a:rPr dirty="0" sz="950"><a:latin typeface="Calibri"/><a:cs typeface="Calibri"/></a:rPr><a:t>EARTHWORK</a:t></a:r><a:r><a:rPr dirty="0" sz="950" spc="80"><a:latin typeface="Calibri"/><a:cs typeface="Calibri"/></a:rPr><a:t> </a:t></a:r><a:r><a:rPr dirty="0" sz="950"><a:latin typeface="Calibri"/><a:cs typeface="Calibri"/></a:rPr><a:t>IS</a:t></a:r><a:r><a:rPr dirty="0" sz="950" spc="80"><a:latin typeface="Calibri"/><a:cs typeface="Calibri"/></a:rPr><a:t> </a:t></a:r><a:r><a:rPr dirty="0" sz="950" spc="-10"><a:latin typeface="Calibri"/><a:cs typeface="Calibri"/></a:rPr><a:t>INDICATED.</a:t></a:r><a:endParaRPr sz="950"><a:latin typeface="Calibri"/><a:cs typeface="Calibri"/></a:endParaRPr></a:p><a:p><a:pPr marL="161925" indent="-149225"><a:lnSpc><a:spcPct val="100000"/></a:lnSpc><a:spcBef><a:spcPts val="355"/></a:spcBef><a:buAutoNum type="arabicPeriod" startAt ="2"/><a:tabLst><a:tab pos="161925" algn="l"/></a:tabLst></a:pPr><a:r><a:rPr dirty="0" sz="950"><a:latin typeface="Calibri"/><a:cs typeface="Calibri"/></a:rPr><a:t>STRIP</a:t></a:r><a:r><a:rPr dirty="0" sz="950" spc="85"><a:latin typeface="Calibri"/><a:cs typeface="Calibri"/></a:rPr><a:t> </a:t></a:r><a:r><a:rPr dirty="0" sz="950"><a:latin typeface="Calibri"/><a:cs typeface="Calibri"/></a:rPr><a:t>TOPSOIL</a:t></a:r><a:r><a:rPr dirty="0" sz="950" spc="90"><a:latin typeface="Calibri"/><a:cs typeface="Calibri"/></a:rPr><a:t> </a:t></a:r><a:r><a:rPr dirty="0" sz="950"><a:latin typeface="Calibri"/><a:cs typeface="Calibri"/></a:rPr><a:t>WHERE</a:t></a:r><a:r><a:rPr dirty="0" sz="950" spc="85"><a:latin typeface="Calibri"/><a:cs typeface="Calibri"/></a:rPr><a:t> </a:t></a:r><a:r><a:rPr dirty="0" sz="950"><a:latin typeface="Calibri"/><a:cs typeface="Calibri"/></a:rPr><a:t>REQUIRED.</a:t></a:r><a:r><a:rPr dirty="0" sz="950" spc="90"><a:latin typeface="Calibri"/><a:cs typeface="Calibri"/></a:rPr><a:t> </a:t></a:r><a:r><a:rPr dirty="0" sz="950"><a:latin typeface="Calibri"/><a:cs typeface="Calibri"/></a:rPr><a:t>STOCKPILE</a:t></a:r><a:r><a:rPr dirty="0" sz="950" spc="85"><a:latin typeface="Calibri"/><a:cs typeface="Calibri"/></a:rPr><a:t> </a:t></a:r><a:r><a:rPr dirty="0" sz="950"><a:latin typeface="Calibri"/><a:cs typeface="Calibri"/></a:rPr><a:t>IN</a:t></a:r><a:r><a:rPr dirty="0" sz="950" spc="90"><a:latin typeface="Calibri"/><a:cs typeface="Calibri"/></a:rPr><a:t> </a:t></a:r><a:r><a:rPr dirty="0" sz="950"><a:latin typeface="Calibri"/><a:cs typeface="Calibri"/></a:rPr><a:t>AREA</a:t></a:r><a:r><a:rPr dirty="0" sz="950" spc="85"><a:latin typeface="Calibri"/><a:cs typeface="Calibri"/></a:rPr><a:t> </a:t></a:r><a:r><a:rPr dirty="0" sz="950"><a:latin typeface="Calibri"/><a:cs typeface="Calibri"/></a:rPr><a:t>APPROVED</a:t></a:r><a:r><a:rPr dirty="0" sz="950" spc="90"><a:latin typeface="Calibri"/><a:cs typeface="Calibri"/></a:rPr><a:t> </a:t></a:r><a:r><a:rPr dirty="0" sz="950"><a:latin typeface="Calibri"/><a:cs typeface="Calibri"/></a:rPr><a:t>BY</a:t></a:r><a:r><a:rPr dirty="0" sz="950" spc="85"><a:latin typeface="Calibri"/><a:cs typeface="Calibri"/></a:rPr><a:t> </a:t></a:r><a:r><a:rPr dirty="0" sz="950" spc="-10"><a:latin typeface="Calibri"/><a:cs typeface="Calibri"/></a:rPr><a:t>OWNER.</a:t></a:r><a:endParaRPr sz="950"><a:latin typeface="Calibri"/><a:cs typeface="Calibri"/></a:endParaRPr></a:p><a:p><a:pPr marL="161925" indent="-149225"><a:lnSpc><a:spcPct val="100000"/></a:lnSpc><a:spcBef><a:spcPts val="359"/></a:spcBef><a:buAutoNum type="arabicPeriod" startAt ="2"/><a:tabLst><a:tab pos="161925" algn="l"/></a:tabLst></a:pPr><a:r><a:rPr dirty="0" sz="950"><a:latin typeface="Calibri"/><a:cs typeface="Calibri"/></a:rPr><a:t>WITH</a:t></a:r><a:r><a:rPr dirty="0" sz="950" spc="75"><a:latin typeface="Calibri"/><a:cs typeface="Calibri"/></a:rPr><a:t> </a:t></a:r><a:r><a:rPr dirty="0" sz="950"><a:latin typeface="Calibri"/><a:cs typeface="Calibri"/></a:rPr><a:t>OWNER&apos;S</a:t></a:r><a:r><a:rPr dirty="0" sz="950" spc="75"><a:latin typeface="Calibri"/><a:cs typeface="Calibri"/></a:rPr><a:t> </a:t></a:r><a:r><a:rPr dirty="0" sz="950"><a:latin typeface="Calibri"/><a:cs typeface="Calibri"/></a:rPr><a:t>APPROVAL,</a:t></a:r><a:r><a:rPr dirty="0" sz="950" spc="75"><a:latin typeface="Calibri"/><a:cs typeface="Calibri"/></a:rPr><a:t> </a:t></a:r><a:r><a:rPr dirty="0" sz="950"><a:latin typeface="Calibri"/><a:cs typeface="Calibri"/></a:rPr><a:t>REMOVE</a:t></a:r><a:r><a:rPr dirty="0" sz="950" spc="80"><a:latin typeface="Calibri"/><a:cs typeface="Calibri"/></a:rPr><a:t> </a:t></a:r><a:r><a:rPr dirty="0" sz="950"><a:latin typeface="Calibri"/><a:cs typeface="Calibri"/></a:rPr><a:t>EXISTING</a:t></a:r><a:r><a:rPr dirty="0" sz="950" spc="75"><a:latin typeface="Calibri"/><a:cs typeface="Calibri"/></a:rPr><a:t> </a:t></a:r><a:r><a:rPr dirty="0" sz="950"><a:latin typeface="Calibri"/><a:cs typeface="Calibri"/></a:rPr><a:t>ABOVE</a:t></a:r><a:r><a:rPr dirty="0" sz="950" spc="75"><a:latin typeface="Calibri"/><a:cs typeface="Calibri"/></a:rPr><a:t> </a:t></a:r><a:r><a:rPr dirty="0" sz="950"><a:latin typeface="Calibri"/><a:cs typeface="Calibri"/></a:rPr><a:t>AND</a:t></a:r><a:r><a:rPr dirty="0" sz="950" spc="75"><a:latin typeface="Calibri"/><a:cs typeface="Calibri"/></a:rPr><a:t> </a:t></a:r><a:r><a:rPr dirty="0" sz="950"><a:latin typeface="Calibri"/><a:cs typeface="Calibri"/></a:rPr><a:t>BELOW</a:t></a:r><a:r><a:rPr dirty="0" sz="950" spc="80"><a:latin typeface="Calibri"/><a:cs typeface="Calibri"/></a:rPr><a:t> </a:t></a:r><a:r><a:rPr dirty="0" sz="950"><a:latin typeface="Calibri"/><a:cs typeface="Calibri"/></a:rPr><a:t>GRADE</a:t></a:r><a:r><a:rPr dirty="0" sz="950" spc="75"><a:latin typeface="Calibri"/><a:cs typeface="Calibri"/></a:rPr><a:t> </a:t></a:r><a:r><a:rPr dirty="0" sz="950"><a:latin typeface="Calibri"/><a:cs typeface="Calibri"/></a:rPr><a:t>IMPROVEMENTS</a:t></a:r><a:r><a:rPr dirty="0" sz="950" spc="75"><a:latin typeface="Calibri"/><a:cs typeface="Calibri"/></a:rPr><a:t> </a:t></a:r><a:r><a:rPr dirty="0" sz="950"><a:latin typeface="Calibri"/><a:cs typeface="Calibri"/></a:rPr><a:t>AS</a:t></a:r><a:r><a:rPr dirty="0" sz="950" spc="75"><a:latin typeface="Calibri"/><a:cs typeface="Calibri"/></a:rPr><a:t> </a:t></a:r><a:r><a:rPr dirty="0" sz="950"><a:latin typeface="Calibri"/><a:cs typeface="Calibri"/></a:rPr><a:t>INDICATED</a:t></a:r><a:r><a:rPr dirty="0" sz="950" spc="80"><a:latin typeface="Calibri"/><a:cs typeface="Calibri"/></a:rPr><a:t> </a:t></a:r><a:r><a:rPr dirty="0" sz="950"><a:latin typeface="Calibri"/><a:cs typeface="Calibri"/></a:rPr><a:t>AND</a:t></a:r><a:r><a:rPr dirty="0" sz="950" spc="75"><a:latin typeface="Calibri"/><a:cs typeface="Calibri"/></a:rPr><a:t> </a:t></a:r><a:r><a:rPr dirty="0" sz="950"><a:latin typeface="Calibri"/><a:cs typeface="Calibri"/></a:rPr><a:t>AS</a:t></a:r><a:r><a:rPr dirty="0" sz="950" spc="75"><a:latin typeface="Calibri"/><a:cs typeface="Calibri"/></a:rPr><a:t> </a:t></a:r><a:r><a:rPr dirty="0" sz="950"><a:latin typeface="Calibri"/><a:cs typeface="Calibri"/></a:rPr><a:t>NECESSARY</a:t></a:r><a:r><a:rPr dirty="0" sz="950" spc="75"><a:latin typeface="Calibri"/><a:cs typeface="Calibri"/></a:rPr><a:t> </a:t></a:r><a:r><a:rPr dirty="0" sz="950"><a:latin typeface="Calibri"/><a:cs typeface="Calibri"/></a:rPr><a:t>TO</a:t></a:r><a:r><a:rPr dirty="0" sz="950" spc="80"><a:latin typeface="Calibri"/><a:cs typeface="Calibri"/></a:rPr><a:t> </a:t></a:r><a:r><a:rPr dirty="0" sz="950"><a:latin typeface="Calibri"/><a:cs typeface="Calibri"/></a:rPr><a:t>FACILITATE</a:t></a:r><a:r><a:rPr dirty="0" sz="950" spc="75"><a:latin typeface="Calibri"/><a:cs typeface="Calibri"/></a:rPr><a:t> </a:t></a:r><a:r><a:rPr dirty="0" sz="950"><a:latin typeface="Calibri"/><a:cs typeface="Calibri"/></a:rPr><a:t>NEW</a:t></a:r><a:r><a:rPr dirty="0" sz="950" spc="75"><a:latin typeface="Calibri"/><a:cs typeface="Calibri"/></a:rPr><a:t> </a:t></a:r><a:r><a:rPr dirty="0" sz="950" spc="-10"><a:latin typeface="Calibri"/><a:cs typeface="Calibri"/></a:rPr><a:t>CONSTRUCTION.</a:t></a:r><a:endParaRPr sz="950"><a:latin typeface="Calibri"/><a:cs typeface="Calibri"/></a:endParaRPr></a:p><a:p><a:pPr marL="161925" indent="-149225"><a:lnSpc><a:spcPct val="100000"/></a:lnSpc><a:spcBef><a:spcPts val="355"/></a:spcBef><a:buAutoNum type="arabicPeriod" startAt ="2"/><a:tabLst><a:tab pos="161925" algn="l"/></a:tabLst></a:pPr><a:r><a:rPr dirty="0" sz="950"><a:latin typeface="Calibri"/><a:cs typeface="Calibri"/></a:rPr><a:t>DISPOSE</a:t></a:r><a:r><a:rPr dirty="0" sz="950" spc="65"><a:latin typeface="Calibri"/><a:cs typeface="Calibri"/></a:rPr><a:t> </a:t></a:r><a:r><a:rPr dirty="0" sz="950"><a:latin typeface="Calibri"/><a:cs typeface="Calibri"/></a:rPr><a:t>OF</a:t></a:r><a:r><a:rPr dirty="0" sz="950" spc="65"><a:latin typeface="Calibri"/><a:cs typeface="Calibri"/></a:rPr><a:t> </a:t></a:r><a:r><a:rPr dirty="0" sz="950"><a:latin typeface="Calibri"/><a:cs typeface="Calibri"/></a:rPr><a:t>REMOVED</a:t></a:r><a:r><a:rPr dirty="0" sz="950" spc="70"><a:latin typeface="Calibri"/><a:cs typeface="Calibri"/></a:rPr><a:t> </a:t></a:r><a:r><a:rPr dirty="0" sz="950"><a:latin typeface="Calibri"/><a:cs typeface="Calibri"/></a:rPr><a:t>TREES,</a:t></a:r><a:r><a:rPr dirty="0" sz="950" spc="65"><a:latin typeface="Calibri"/><a:cs typeface="Calibri"/></a:rPr><a:t> </a:t></a:r><a:r><a:rPr dirty="0" sz="950"><a:latin typeface="Calibri"/><a:cs typeface="Calibri"/></a:rPr><a:t>BRUSH,</a:t></a:r><a:r><a:rPr dirty="0" sz="950" spc="65"><a:latin typeface="Calibri"/><a:cs typeface="Calibri"/></a:rPr><a:t> </a:t></a:r><a:r><a:rPr dirty="0" sz="950"><a:latin typeface="Calibri"/><a:cs typeface="Calibri"/></a:rPr><a:t>STUMPS,</a:t></a:r><a:r><a:rPr dirty="0" sz="950" spc="70"><a:latin typeface="Calibri"/><a:cs typeface="Calibri"/></a:rPr><a:t> </a:t></a:r><a:r><a:rPr dirty="0" sz="950"><a:latin typeface="Calibri"/><a:cs typeface="Calibri"/></a:rPr><a:t>ROOTS</a:t></a:r><a:r><a:rPr dirty="0" sz="950" spc="65"><a:latin typeface="Calibri"/><a:cs typeface="Calibri"/></a:rPr><a:t> </a:t></a:r><a:r><a:rPr dirty="0" sz="950"><a:latin typeface="Calibri"/><a:cs typeface="Calibri"/></a:rPr><a:t>AND</a:t></a:r><a:r><a:rPr dirty="0" sz="950" spc="65"><a:latin typeface="Calibri"/><a:cs typeface="Calibri"/></a:rPr><a:t> </a:t></a:r><a:r><a:rPr dirty="0" sz="950"><a:latin typeface="Calibri"/><a:cs typeface="Calibri"/></a:rPr><a:t>ORGANIC</a:t></a:r><a:r><a:rPr dirty="0" sz="950" spc="70"><a:latin typeface="Calibri"/><a:cs typeface="Calibri"/></a:rPr><a:t> </a:t></a:r><a:r><a:rPr dirty="0" sz="950"><a:latin typeface="Calibri"/><a:cs typeface="Calibri"/></a:rPr><a:t>DEBRIS</a:t></a:r><a:r><a:rPr dirty="0" sz="950" spc="65"><a:latin typeface="Calibri"/><a:cs typeface="Calibri"/></a:rPr><a:t> </a:t></a:r><a:r><a:rPr dirty="0" sz="950"><a:latin typeface="Calibri"/><a:cs typeface="Calibri"/></a:rPr><a:t>IN</a:t></a:r><a:r><a:rPr dirty="0" sz="950" spc="65"><a:latin typeface="Calibri"/><a:cs typeface="Calibri"/></a:rPr><a:t> </a:t></a:r><a:r><a:rPr dirty="0" sz="950"><a:latin typeface="Calibri"/><a:cs typeface="Calibri"/></a:rPr><a:t>A</a:t></a:r><a:r><a:rPr dirty="0" sz="950" spc="70"><a:latin typeface="Calibri"/><a:cs typeface="Calibri"/></a:rPr><a:t> </a:t></a:r><a:r><a:rPr dirty="0" sz="950"><a:latin typeface="Calibri"/><a:cs typeface="Calibri"/></a:rPr><a:t>LEGAL</a:t></a:r><a:r><a:rPr dirty="0" sz="950" spc="65"><a:latin typeface="Calibri"/><a:cs typeface="Calibri"/></a:rPr><a:t> </a:t></a:r><a:r><a:rPr dirty="0" sz="950"><a:latin typeface="Calibri"/><a:cs typeface="Calibri"/></a:rPr><a:t>MANNER</a:t></a:r><a:r><a:rPr dirty="0" sz="950" spc="70"><a:latin typeface="Calibri"/><a:cs typeface="Calibri"/></a:rPr><a:t> </a:t></a:r><a:r><a:rPr dirty="0" sz="950"><a:latin typeface="Calibri"/><a:cs typeface="Calibri"/></a:rPr><a:t>OFF</a:t></a:r><a:r><a:rPr dirty="0" sz="950" spc="65"><a:latin typeface="Calibri"/><a:cs typeface="Calibri"/></a:rPr><a:t> </a:t></a:r><a:r><a:rPr dirty="0" sz="950"><a:latin typeface="Calibri"/><a:cs typeface="Calibri"/></a:rPr><a:t>THE</a:t></a:r><a:r><a:rPr dirty="0" sz="950" spc="65"><a:latin typeface="Calibri"/><a:cs typeface="Calibri"/></a:rPr><a:t> </a:t></a:r><a:r><a:rPr dirty="0" sz="950" spc="-10"><a:latin typeface="Calibri"/><a:cs typeface="Calibri"/></a:rPr><a:t>SITE.</a:t></a:r><a:endParaRPr sz="950"><a:latin typeface="Calibri"/><a:cs typeface="Calibri"/></a:endParaRPr></a:p><a:p><a:pPr marL="6832600" marR="1172210"><a:lnSpc><a:spcPts val="700"/></a:lnSpc><a:spcBef><a:spcPts val="505"/></a:spcBef></a:pPr><a:endParaRPr sz="600"><a:latin typeface="Arial"/><a:cs typeface="Arial"/></a:endParaRPr><a:r><a:rPr dirty="0" sz="600" b="1"><a:solidFill><a:srgbClr val="FF0000"/><a:t>SUBMITTED FOR REVIEW SUBJECT TO FIELD INSPECTION</a:t></a:r></a:p><a:p><a:pPr marL="6832600" marR="1352550"><a:lnSpc><a:spcPts val="700"/></a:lnSpc><a:spcBef><a:spcPts val="5"/></a:spcBef></a:pPr><a:endParaRPr sz="600"><a:latin typeface="Vladimir Script"/><a:cs typeface="Vladimir Script"/></a:endParaRPr><a:r><a:rPr dirty="0" sz="600" b="1"><a:solidFill><a:srgbClr val="FF0000"/><a:t></a:t></a:r></a:p></p:txBody></p:sp><p:sp><p:nvSpPr><p:cNvPr id="595" name="object 595"/><p:cNvSpPr txBox="1"/><p:nvPr/></p:nvSpPr><p:spPr><a:xfrm><a:off x="14437718" y="11567975"/><a:ext cx="961390" cy="297180"/></a:xfrm><a:prstGeom prst="rect"><a:avLst/></a:prstGeom></p:spPr><p:txBody><a:bodyPr wrap="square" lIns="0" tIns="13970" rIns="0" bIns="0" rtlCol="0" vert="horz"><a:spAutoFit/></a:bodyPr><a:lstStyle/><a:p><a:pPr marL="12700"><a:lnSpc><a:spcPts val="710"/></a:lnSpc><a:spcBef><a:spcPts val="110"/></a:spcBef></a:pPr><a:endParaRPr sz="600"><a:latin typeface="Arial"/><a:cs typeface="Arial"/></a:endParaRPr><a:r><a:rPr dirty="0" sz="600" b="1"><a:solidFill><a:srgbClr val="FF0000"/><a:t></a:t></a:r></a:p><a:p><a:pPr marL="12700" marR="5080"><a:lnSpc><a:spcPts val="700"/></a:lnSpc><a:spcBef><a:spcPts val="30"/></a:spcBef></a:pPr><a:endParaRPr sz="600"><a:latin typeface="Arial"/><a:cs typeface="Arial"/></a:endParaRPr><a:r><a:rPr dirty="0" sz="600" b="1"><a:solidFill><a:srgbClr val="FF0000"/><a:t> </a:t></a:r></a:p></p:txBody></p:sp><p:sp><p:nvSpPr><p:cNvPr id="596" name="object 596"/><p:cNvSpPr txBox="1"/><p:nvPr/></p:nvSpPr><p:spPr><a:xfrm><a:off x="14437718" y="11924760"/><a:ext cx="1727835" cy="475615"/></a:xfrm><a:prstGeom prst="rect"><a:avLst/></a:prstGeom></p:spPr><p:txBody><a:bodyPr wrap="square" lIns="0" tIns="13970" rIns="0" bIns="0" rtlCol="0" vert="horz"><a:spAutoFit/></a:bodyPr><a:lstStyle/><a:p><a:pPr marL="12700"><a:lnSpc><a:spcPts val="710"/></a:lnSpc><a:spcBef><a:spcPts val="110"/></a:spcBef></a:pPr><a:r><a:rPr dirty="0" sz="600" b="1"><a:solidFill><a:srgbClr val="FF0000"/></a:solidFill><a:latin typeface="Arial"/><a:cs typeface="Arial"/></a:rPr><a:t>OFD</a:t></a:r><a:r><a:rPr dirty="0" sz="600" spc="25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NOTES:</a:t></a:r><a:endParaRPr sz="600"><a:latin typeface="Arial"/><a:cs typeface="Arial"/></a:endParaRPr></a:p><a:p><a:pPr marL="12700"><a:lnSpc><a:spcPts val="700"/></a:lnSpc></a:pPr><a:r><a:rPr dirty="0" sz="600" spc="-25" b="1"><a:solidFill><a:srgbClr val="FF0000"/></a:solidFill><a:latin typeface="Arial"/><a:cs typeface="Arial"/></a:rPr><a:t>1.</a:t></a:r><a:endParaRPr sz="600"><a:latin typeface="Arial"/><a:cs typeface="Arial"/></a:endParaRPr></a:p><a:p><a:pPr algn="just" marL="12700" marR="5080"><a:lnSpc><a:spcPts val="700"/></a:lnSpc><a:spcBef><a:spcPts val="30"/></a:spcBef></a:pPr><a:r><a:rPr dirty="0" sz="600" b="1"><a:solidFill><a:srgbClr val="FF0000"/></a:solidFill><a:latin typeface="Arial"/><a:cs typeface="Arial"/></a:rPr><a:t>Provide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required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minimum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5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feet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setback</a:t></a:r><a:r><a:rPr dirty="0" sz="600" spc="20" b="1"><a:solidFill><a:srgbClr val="FF0000"/></a:solidFill><a:latin typeface="Arial"/><a:cs typeface="Arial"/></a:rPr><a:t> </a:t></a:r><a:r><a:rPr dirty="0" sz="600" spc="-20" b="1"><a:solidFill><a:srgbClr val="FF0000"/></a:solidFill><a:latin typeface="Arial"/><a:cs typeface="Arial"/></a:rPr><a:t>with</a:t></a:r><a:r><a:rPr dirty="0" sz="600" spc="50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non-combustible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vegetation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or</a:t></a:r><a:r><a:rPr dirty="0" sz="600" spc="3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structure.</a:t></a:r><a:r><a:rPr dirty="0" sz="600" spc="229" b="1"><a:solidFill><a:srgbClr val="FF0000"/></a:solidFill><a:latin typeface="Arial"/><a:cs typeface="Arial"/></a:rPr><a:t> </a:t></a:r><a:r><a:rPr dirty="0" sz="600" spc="-20" b="1"><a:solidFill><a:srgbClr val="FF0000"/></a:solidFill><a:latin typeface="Arial"/><a:cs typeface="Arial"/></a:rPr><a:t>Ref.</a:t></a:r><a:r><a:rPr dirty="0" sz="600" spc="50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CA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Wildland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Urban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Interface</a:t></a:r><a:r><a:rPr dirty="0" sz="600" spc="25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Code.</a:t></a:r><a:endParaRPr sz="600"><a:latin typeface="Arial"/><a:cs typeface="Arial"/></a:endParaRPr></a:p></p:txBody></p:sp></p:spTree></p:cSld><p:clrMapOvr><a:masterClrMapping/></p:clrMapOvr></p:sld >

</file>

<file path=ppt/slides/slide2.xml><?xml version="1.0" encoding="UTF-8" standalone="yes"?>
<p:sld 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object 2"/><p:cNvSpPr txBox="1"/><p:nvPr/></p:nvSpPr><p:spPr><a:xfrm><a:off x="19225483" y="4808349"/><a:ext cx="533400" cy="1468755"/></a:xfrm><a:prstGeom prst="rect"><a:avLst/></a:prstGeom></p:spPr><p:txBody><a:bodyPr wrap="square" lIns="0" tIns="13335" rIns="0" bIns="0" rtlCol="0" vert="vert270"><a:spAutoFit/></a:bodyPr><a:lstStyle/><a:p><a:pPr algn="ctr"><a:lnSpc><a:spcPct val="100000"/></a:lnSpc><a:spcBef><a:spcPts val="105"/></a:spcBef></a:pPr><a:endParaRPr sz="1100"><a:latin typeface="Verdana"/><a:cs typeface="Verdana"/></a:endParaRPr><a:r><a:rPr dirty="0" sz="1100"><a:latin typeface="Verdana"/><a:t>1107 17TH AVE N</a:t></a:r></a:p><a:p><a:pPr algn="ctr"><a:lnSpc><a:spcPct val="100000"/></a:lnSpc><a:spcBef><a:spcPts val="10"/></a:spcBef></a:pPr><a:endParaRPr sz="1100"><a:latin typeface="Verdana"/><a:cs typeface="Verdana"/></a:endParaRPr><a:r><a:rPr dirty="0" sz="1100"><a:latin typeface="Verdana"/><a:t>CLINTON, IOWA 52732</a:t></a:r></a:p><a:p><a:pPr algn="ctr"><a:lnSpc><a:spcPct val="100000"/></a:lnSpc><a:spcBef><a:spcPts val="10"/></a:spcBef></a:pPr><a:endParaRPr sz="1100"><a:latin typeface="Verdana"/><a:cs typeface="Verdana"/></a:endParaRPr><a:r><a:rPr dirty="0" sz="1100"><a:latin typeface="Verdana"/><a:t>PH: {{GC_PHONE}}</a:t></a:r></a:p></p:txBody></p:sp><p:sp><p:nvSpPr><p:cNvPr id="3" name="object 3"/><p:cNvSpPr txBox="1"/><p:nvPr/></p:nvSpPr><p:spPr><a:xfrm><a:off x="19704355" y="3878686"/><a:ext cx="128905" cy="809625"/></a:xfrm><a:prstGeom prst="rect"><a:avLst/></a:prstGeom></p:spPr><p:txBody><a:bodyPr wrap="square" lIns="0" tIns="22860" rIns="0" bIns="0" rtlCol="0" vert="vert270"><a:spAutoFit/></a:bodyPr><a:lstStyle/><a:p><a:pPr marL="12700"><a:lnSpc><a:spcPct val="100000"/></a:lnSpc><a:spcBef><a:spcPts val="180"/></a:spcBef></a:pPr><a:r><a:rPr dirty="0" baseline="4629" sz="900" b="1"><a:latin typeface="Verdana"/><a:cs typeface="Verdana"/></a:rPr><a:t>REV.</a:t></a:r><a:r><a:rPr dirty="0" baseline="4629" sz="900" spc="7" b="1"><a:latin typeface="Verdana"/><a:cs typeface="Verdana"/></a:rPr><a:t> </a:t></a:r><a:r><a:rPr dirty="0" baseline="4629" sz="900" b="1"><a:latin typeface="Verdana"/><a:cs typeface="Verdana"/></a:rPr><a:t>#</a:t></a:r><a:r><a:rPr dirty="0" baseline="4629" sz="900" spc="82" b="1"><a:latin typeface="Verdana"/><a:cs typeface="Verdana"/></a:rPr><a:t> </a:t></a:r><a:r><a:rPr dirty="0" sz="600" b="1"><a:latin typeface="Verdana"/><a:cs typeface="Verdana"/></a:rPr><a:t>REV.</a:t></a:r><a:r><a:rPr dirty="0" sz="600" spc="10" b="1"><a:latin typeface="Verdana"/><a:cs typeface="Verdana"/></a:rPr><a:t> </a:t></a:r><a:r><a:rPr dirty="0" sz="600" spc="-20" b="1"><a:latin typeface="Verdana"/><a:cs typeface="Verdana"/></a:rPr><a:t>DATE</a:t></a:r><a:endParaRPr sz="600"><a:latin typeface="Verdana"/><a:cs typeface="Verdana"/></a:endParaRPr></a:p></p:txBody></p:sp><p:sp><p:nvSpPr><p:cNvPr id="4" name="object 4"/><p:cNvSpPr txBox="1"/><p:nvPr/></p:nvSpPr><p:spPr><a:xfrm><a:off x="19708311" y="355156"/><a:ext cx="120014" cy="142240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25" b="1"><a:latin typeface="Verdana"/><a:cs typeface="Verdana"/></a:rPr><a:t>BY</a:t></a:r><a:endParaRPr sz="600"><a:latin typeface="Verdana"/><a:cs typeface="Verdana"/></a:endParaRPr></a:p></p:txBody></p:sp><p:grpSp><p:nvGrpSpPr><p:cNvPr id="5" name="object 5"/><p:cNvGrpSpPr/><p:nvPr/></p:nvGrpSpPr><p:grpSpPr><a:xfrm><a:off x="18596740" y="4687007"/><a:ext cx="646430" cy="7710170"/><a:chOff x="18596740" y="4687007"/><a:chExt cx="646430" cy="7710170"/></a:xfrm></p:grpSpPr><p:pic><p:nvPicPr><p:cNvPr id="6" name="object 6"/><p:cNvPicPr/><p:nvPr/></p:nvPicPr><p:blipFill><a:blip r:embed="rId2" cstate="print"/><a:stretch><a:fillRect/></a:stretch></p:blipFill><p:spPr><a:xfrm><a:off x="18597145" y="4687256"/><a:ext cx="645316" cy="1715712"/></a:xfrm><a:prstGeom prst="rect"><a:avLst/></a:prstGeom></p:spPr></p:pic><p:sp><p:nvSpPr><p:cNvPr id="7" name="object 7"/><p:cNvSpPr/><p:nvPr/></p:nvSpPr><p:spPr><a:xfrm><a:off x="18600868" y="4691134"/><a:ext cx="638175" cy="7701915"/></a:xfrm><a:custGeom><a:avLst/><a:gdLst/><a:ahLst/><a:cxnLst/><a:rect l="l" t="t" r="r" b="b"/><a:pathLst><a:path w="638175" h="7701915"><a:moveTo><a:pt x="155" y="1707956"/></a:moveTo><a:lnTo><a:pt x="155" y="7"/></a:lnTo><a:lnTo><a:pt x="637638" y="0"/></a:lnTo><a:lnTo><a:pt x="637715" y="1707948"/></a:lnTo><a:lnTo><a:pt x="155" y="1707956"/></a:lnTo><a:close/></a:path><a:path w="638175" h="7701915"><a:moveTo><a:pt x="0" y="7454083"/></a:moveTo><a:lnTo><a:pt x="594125" y="7454083"/></a:lnTo><a:lnTo><a:pt x="594125" y="7701506"/></a:lnTo><a:lnTo><a:pt x="0" y="7701506"/></a:lnTo><a:lnTo><a:pt x="0" y="7454083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8" name="object 8"/><p:cNvSpPr txBox="1"/><p:nvPr/></p:nvSpPr><p:spPr><a:xfrm><a:off x="18647889" y="12172080"/><a:ext cx="479425" cy="193675"/></a:xfrm><a:prstGeom prst="rect"><a:avLst/></a:prstGeom></p:spPr><p:txBody><a:bodyPr wrap="square" lIns="0" tIns="12700" rIns="0" bIns="0" rtlCol="0" vert="horz"><a:spAutoFit/></a:bodyPr><a:lstStyle/><a:p><a:pPr marL="140335" marR="5080" indent="-128270"><a:lnSpc><a:spcPct val="100000"/></a:lnSpc><a:spcBef><a:spcPts val="100"/></a:spcBef></a:pPr><a:r><a:rPr dirty="0" sz="550"><a:latin typeface="Verdana"/><a:cs typeface="Verdana"/></a:rPr><a:t>FIRST</a:t></a:r><a:r><a:rPr dirty="0" sz="550" spc="-20"><a:latin typeface="Verdana"/><a:cs typeface="Verdana"/></a:rPr><a:t> </a:t></a:r><a:r><a:rPr dirty="0" sz="550" spc="-10"><a:latin typeface="Verdana"/><a:cs typeface="Verdana"/></a:rPr><a:t>ISSUE</a:t></a:r><a:r><a:rPr dirty="0" sz="550" spc="500"><a:latin typeface="Verdana"/><a:cs typeface="Verdana"/></a:rPr><a:t> </a:t></a:r><a:r><a:rPr dirty="0" sz="550" spc="-10"><a:latin typeface="Verdana"/><a:cs typeface="Verdana"/></a:rPr><a:t>DATE:</a:t></a:r><a:endParaRPr sz="550"><a:latin typeface="Verdana"/><a:cs typeface="Verdana"/></a:endParaRPr></a:p></p:txBody></p:sp><p:sp><p:nvSpPr><p:cNvPr id="9" name="object 9"/><p:cNvSpPr/><p:nvPr/></p:nvSpPr><p:spPr><a:xfrm><a:off x="18600867" y="12392641"/><a:ext cx="594360" cy="247650"/></a:xfrm><a:custGeom><a:avLst/><a:gdLst/><a:ahLst/><a:cxnLst/><a:rect l="l" t="t" r="r" b="b"/><a:pathLst><a:path w="594359" h="247650"><a:moveTo><a:pt x="0" y="77"/></a:moveTo><a:lnTo><a:pt x="594125" y="0"/></a:lnTo><a:lnTo><a:pt x="594203" y="247500"/></a:lnTo><a:lnTo><a:pt x="0" y="247500"/></a:lnTo><a:lnTo><a:pt x="0" y="77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0" name="object 10"/><p:cNvSpPr txBox="1"/><p:nvPr/></p:nvSpPr><p:spPr><a:xfrm><a:off x="18623458" y="12461619"/><a:ext cx="551815" cy="109220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r><a:rPr dirty="0" sz="550"><a:latin typeface="Verdana"/><a:cs typeface="Verdana"/></a:rPr><a:t>DESIGNED</a:t></a:r><a:r><a:rPr dirty="0" sz="550" spc="-30"><a:latin typeface="Verdana"/><a:cs typeface="Verdana"/></a:rPr><a:t> </a:t></a:r><a:r><a:rPr dirty="0" sz="550" spc="-25"><a:latin typeface="Verdana"/><a:cs typeface="Verdana"/></a:rPr><a:t>BY:</a:t></a:r><a:endParaRPr sz="550"><a:latin typeface="Verdana"/><a:cs typeface="Verdana"/></a:endParaRPr></a:p></p:txBody></p:sp><p:sp><p:nvSpPr><p:cNvPr id="11" name="object 11"/><p:cNvSpPr/><p:nvPr/></p:nvSpPr><p:spPr><a:xfrm><a:off x="18600867" y="275674"/><a:ext cx="1218565" cy="12842875"/></a:xfrm><a:custGeom><a:avLst/><a:gdLst/><a:ahLst/><a:cxnLst/><a:rect l="l" t="t" r="r" b="b"/><a:pathLst><a:path w="1218565" h="12842875"><a:moveTo><a:pt x="0" y="12364467"/></a:moveTo><a:lnTo><a:pt x="594203" y="12364467"/></a:lnTo><a:lnTo><a:pt x="594203" y="12611890"/></a:lnTo><a:lnTo><a:pt x="77" y="12611890"/></a:lnTo><a:lnTo><a:pt x="0" y="12364467"/></a:lnTo><a:close/></a:path><a:path w="1218565" h="12842875"><a:moveTo><a:pt x="111767" y="50"/></a:moveTo><a:lnTo><a:pt x="223456" y="48"/></a:lnTo><a:lnTo><a:pt x="223456" y="4415491"/></a:lnTo><a:lnTo><a:pt x="111767" y="4415491"/></a:lnTo><a:lnTo><a:pt x="111767" y="50"/></a:lnTo><a:close/></a:path><a:path w="1218565" h="12842875"><a:moveTo><a:pt x="223456" y="48"/></a:moveTo><a:lnTo><a:pt x="335145" y="47"/></a:lnTo><a:lnTo><a:pt x="335145" y="4415483"/></a:lnTo><a:lnTo><a:pt x="223456" y="4415491"/></a:lnTo><a:lnTo><a:pt x="223456" y="48"/></a:lnTo><a:close/></a:path><a:path w="1218565" h="12842875"><a:moveTo><a:pt x="335068" y="48"/></a:moveTo><a:lnTo><a:pt x="446757" y="47"/></a:lnTo><a:lnTo><a:pt x="446835" y="4415483"/></a:lnTo><a:lnTo><a:pt x="335145" y="4415491"/></a:lnTo><a:lnTo><a:pt x="335068" y="48"/></a:lnTo><a:close/></a:path><a:path w="1218565" h="12842875"><a:moveTo><a:pt x="446757" y="48"/></a:moveTo><a:lnTo><a:pt x="558447" y="47"/></a:lnTo><a:lnTo><a:pt x="558524" y="4415483"/></a:lnTo><a:lnTo><a:pt x="446835" y="4415491"/></a:lnTo><a:lnTo><a:pt x="446757" y="48"/></a:lnTo><a:close/></a:path><a:path w="1218565" h="12842875"><a:moveTo><a:pt x="558447" y="27"/></a:moveTo><a:lnTo><a:pt x="670136" y="25"/></a:lnTo><a:lnTo><a:pt x="670214" y="4415468"/></a:lnTo><a:lnTo><a:pt x="558524" y="4415468"/></a:lnTo><a:lnTo><a:pt x="558447" y="27"/></a:lnTo><a:close/></a:path><a:path w="1218565" h="12842875"><a:moveTo><a:pt x="670136" y="28"/></a:moveTo><a:lnTo><a:pt x="781826" y="27"/></a:lnTo><a:lnTo><a:pt x="781903" y="4415468"/></a:lnTo><a:lnTo><a:pt x="670214" y="4415468"/></a:lnTo><a:lnTo><a:pt x="670136" y="28"/></a:lnTo><a:close/></a:path><a:path w="1218565" h="12842875"><a:moveTo><a:pt x="781826" y="18"/></a:moveTo><a:lnTo><a:pt x="893515" y="17"/></a:lnTo><a:lnTo><a:pt x="893593" y="4415460"/></a:lnTo><a:lnTo><a:pt x="781903" y="4415460"/></a:lnTo><a:lnTo><a:pt x="781826" y="18"/></a:lnTo><a:close/></a:path><a:path w="1218565" h="12842875"><a:moveTo><a:pt x="893515" y="1"/></a:moveTo><a:lnTo><a:pt x="1005204" y="0"/></a:lnTo><a:lnTo><a:pt x="1005282" y="4415437"/></a:lnTo><a:lnTo><a:pt x="893593" y="4415444"/></a:lnTo><a:lnTo><a:pt x="893515" y="1"/></a:lnTo><a:close/></a:path><a:path w="1218565" h="12842875"><a:moveTo><a:pt x="1005204" y="3"/></a:moveTo><a:lnTo><a:pt x="1116894" y="2"/></a:lnTo><a:lnTo><a:pt x="1116971" y="4415444"/></a:lnTo><a:lnTo><a:pt x="1005282" y="4415444"/></a:lnTo><a:lnTo><a:pt x="1005204" y="3"/></a:lnTo><a:close/></a:path><a:path w="1218565" h="12842875"><a:moveTo><a:pt x="594203" y="12842250"/></a:moveTo><a:lnTo><a:pt x="594203" y="12611890"/></a:lnTo><a:lnTo><a:pt x="1218190" y="12611813"/></a:lnTo><a:lnTo><a:pt x="1218190" y="12842250"/></a:lnTo><a:lnTo><a:pt x="594203" y="12842250"/></a:lnTo><a:close/></a:path><a:path w="1218565" h="12842875"><a:moveTo><a:pt x="594203" y="12611813"/></a:moveTo><a:lnTo><a:pt x="594203" y="12364467"/></a:lnTo><a:lnTo><a:pt x="1218190" y="12364467"/></a:lnTo><a:lnTo><a:pt x="1218190" y="12611813"/></a:lnTo><a:lnTo><a:pt x="594203" y="12611813"/></a:lnTo><a:close/></a:path><a:path w="1218565" h="12842875"><a:moveTo><a:pt x="594203" y="12364467"/></a:moveTo><a:lnTo><a:pt x="594203" y="12117044"/></a:lnTo><a:lnTo><a:pt x="1218190" y="12117044"/></a:lnTo><a:lnTo><a:pt x="1218190" y="12364467"/></a:lnTo><a:lnTo><a:pt x="594203" y="12364467"/></a:lnTo><a:close/></a:path><a:path w="1218565" h="12842875"><a:moveTo><a:pt x="594125" y="12116967"/></a:moveTo><a:lnTo><a:pt x="594125" y="11869543"/></a:lnTo><a:lnTo><a:pt x="1218190" y="11869543"/></a:lnTo><a:lnTo><a:pt x="1218190" y="12116967"/></a:lnTo><a:lnTo><a:pt x="594125" y="12116967"/></a:lnTo><a:close/></a:path><a:path w="1218565" h="12842875"><a:moveTo><a:pt x="594125" y="12116967"/></a:moveTo><a:lnTo><a:pt x="1218190" y="12116967"/></a:lnTo><a:lnTo><a:pt x="1218190" y="12364467"/></a:lnTo><a:lnTo><a:pt x="594125" y="12364467"/></a:lnTo><a:lnTo><a:pt x="594125" y="12116967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2" name="object 12"/><p:cNvSpPr txBox="1"/><p:nvPr/></p:nvSpPr><p:spPr><a:xfrm><a:off x="19397141" y="12447653"/><a:ext cx="220979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700"><a:latin typeface="Verdana"/><a:cs typeface="Verdana"/></a:endParaRPr><a:r><a:rPr dirty="0" sz="700" spc="-20"><a:latin typeface="Verdana"/><a:t>{{DESIGNED_BY}}</a:t></a:r></a:p></p:txBody></p:sp><p:sp><p:nvSpPr><p:cNvPr id="13" name="object 13"/><p:cNvSpPr/><p:nvPr/></p:nvSpPr><p:spPr><a:xfrm><a:off x="18600945" y="275699"/><a:ext cx="1218565" cy="12612370"/></a:xfrm><a:custGeom><a:avLst/><a:gdLst/><a:ahLst/><a:cxnLst/><a:rect l="l" t="t" r="r" b="b"/><a:pathLst><a:path w="1218565" h="12612370"><a:moveTo><a:pt x="594125" y="12364442"/></a:moveTo><a:lnTo><a:pt x="1218190" y="12364442"/></a:lnTo><a:lnTo><a:pt x="1218190" y="12611865"/></a:lnTo><a:lnTo><a:pt x="594125" y="12611865"/></a:lnTo><a:lnTo><a:pt x="594125" y="12364442"/></a:lnTo><a:close/></a:path><a:path w="1218565" h="12612370"><a:moveTo><a:pt x="0" y="4088906"/></a:moveTo><a:lnTo><a:pt x="0" y="3598193"/></a:lnTo><a:lnTo><a:pt x="111689" y="3598193"/></a:lnTo><a:lnTo><a:pt x="111689" y="4088906"/></a:lnTo><a:lnTo><a:pt x="0" y="4088906"/></a:lnTo><a:close/></a:path><a:path w="1218565" h="12612370"><a:moveTo><a:pt x="0" y="297041"/></a:moveTo><a:lnTo><a:pt x="0" y="0"/></a:lnTo><a:lnTo><a:pt x="111689" y="0"/></a:lnTo><a:lnTo><a:pt x="111689" y="297041"/></a:lnTo><a:lnTo><a:pt x="0" y="297041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4" name="object 14"/><p:cNvSpPr txBox="1"/><p:nvPr/></p:nvSpPr><p:spPr><a:xfrm><a:off x="18596770" y="360140"/><a:ext cx="120014" cy="128905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25"><a:latin typeface="Verdana"/><a:cs typeface="Verdana"/></a:rPr><a:t>ER</a:t></a:r><a:endParaRPr sz="600"><a:latin typeface="Verdana"/><a:cs typeface="Verdana"/></a:endParaRPr></a:p></p:txBody></p:sp><p:sp><p:nvSpPr><p:cNvPr id="15" name="object 15"/><p:cNvSpPr/><p:nvPr/></p:nvSpPr><p:spPr><a:xfrm><a:off x="18600945" y="572741"/><a:ext cx="111760" cy="3301365"/></a:xfrm><a:custGeom><a:avLst/><a:gdLst/><a:ahLst/><a:cxnLst/><a:rect l="l" t="t" r="r" b="b"/><a:pathLst><a:path w="111759" h="3301365"><a:moveTo><a:pt x="0" y="3301152"/></a:moveTo><a:lnTo><a:pt x="0" y="0"/></a:lnTo><a:lnTo><a:pt x="111689" y="0"/></a:lnTo><a:lnTo><a:pt x="111689" y="3301152"/></a:lnTo><a:lnTo><a:pt x="0" y="3301152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6" name="object 16"/><p:cNvSpPr txBox="1"/><p:nvPr/></p:nvSpPr><p:spPr><a:xfrm><a:off x="18596703" y="2253808"/><a:ext cx="120014" cy="2087245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endParaRPr sz="600"><a:latin typeface="Verdana"/><a:cs typeface="Verdana"/></a:endParaRPr><a:r><a:rPr dirty="0" sz="550"><a:latin typeface="Verdana"/><a:t>{{ISSUE_DATE}} UPDATED WITH LATEST AHJ COMMENTS</a:t></a:r></a:p></p:txBody></p:sp><p:sp><p:nvSpPr><p:cNvPr id="17" name="object 17"/><p:cNvSpPr/><p:nvPr/></p:nvSpPr><p:spPr><a:xfrm><a:off x="18600945" y="4366250"/><a:ext cx="111760" cy="325120"/></a:xfrm><a:custGeom><a:avLst/><a:gdLst/><a:ahLst/><a:cxnLst/><a:rect l="l" t="t" r="r" b="b"/><a:pathLst><a:path w="111759" h="325120"><a:moveTo><a:pt x="7058" y="177291"/></a:moveTo><a:lnTo><a:pt x="102847" y="122501"/></a:lnTo><a:lnTo><a:pt x="102459" y="232880"/></a:lnTo><a:lnTo><a:pt x="7058" y="177291"/></a:lnTo><a:close/></a:path><a:path w="111759" h="325120"><a:moveTo><a:pt x="0" y="324822"/></a:moveTo><a:lnTo><a:pt x="0" y="0"/></a:lnTo><a:lnTo><a:pt x="111689" y="0"/></a:lnTo><a:lnTo><a:pt x="111689" y="324822"/></a:lnTo><a:lnTo><a:pt x="0" y="324822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8" name="object 18"/><p:cNvSpPr txBox="1"/><p:nvPr/></p:nvSpPr><p:spPr><a:xfrm><a:off x="18596779" y="4491429"/><a:ext cx="120014" cy="74930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50"><a:latin typeface="Verdana"/><a:cs typeface="Verdana"/></a:rPr><a:t>1</a:t></a:r><a:endParaRPr sz="600"><a:latin typeface="Verdana"/><a:cs typeface="Verdana"/></a:endParaRPr></a:p></p:txBody></p:sp><p:sp><p:nvSpPr><p:cNvPr id="19" name="object 19"/><p:cNvSpPr/><p:nvPr/></p:nvSpPr><p:spPr><a:xfrm><a:off x="19194994" y="12145218"/><a:ext cx="624205" cy="247650"/></a:xfrm><a:custGeom><a:avLst/><a:gdLst/><a:ahLst/><a:cxnLst/><a:rect l="l" t="t" r="r" b="b"/><a:pathLst><a:path w="624205" h="247650"><a:moveTo><a:pt x="0" y="0"/></a:moveTo><a:lnTo><a:pt x="624064" y="0"/></a:lnTo><a:lnTo><a:pt x="624064" y="247423"/></a:lnTo><a:lnTo><a:pt x="0" y="247423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0" name="object 20"/><p:cNvSpPr txBox="1"/><p:nvPr/></p:nvSpPr><p:spPr><a:xfrm><a:off x="19216033" y="12200230"/><a:ext cx="58356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700"><a:latin typeface="Verdana"/><a:cs typeface="Verdana"/></a:endParaRPr><a:r><a:rPr dirty="0" sz="700" spc="-10"><a:latin typeface="Verdana"/><a:t>{{ISSUE_DATE}}</a:t></a:r></a:p></p:txBody></p:sp><p:sp><p:nvSpPr><p:cNvPr id="21" name="object 21"/><p:cNvSpPr txBox="1"/><p:nvPr/></p:nvSpPr><p:spPr><a:xfrm><a:off x="18640167" y="7910196"/><a:ext cx="1083945" cy="3103880"/></a:xfrm><a:prstGeom prst="rect"><a:avLst/></a:prstGeom></p:spPr><p:txBody><a:bodyPr wrap="square" lIns="0" tIns="0" rIns="0" bIns="0" rtlCol="0" vert="vert270"><a:spAutoFit/></a:bodyPr><a:lstStyle/><a:p><a:pPr marL="13335"><a:lnSpc><a:spcPts val="1989"/></a:lnSpc></a:pPr><a:endParaRPr sz="1700"><a:latin typeface="Arial"/><a:cs typeface="Arial"/></a:endParaRPr><a:r><a:rPr dirty="0" sz="1700" b="1"><a:latin typeface="Arial"/><a:t>{{PROJECT_NAME}}</a:t></a:r></a:p><a:p><a:pPr marL="13335"><a:lnSpc><a:spcPct val="100000"/></a:lnSpc><a:spcBef><a:spcPts val="560"/></a:spcBef></a:pPr><a:endParaRPr sz="1350"><a:latin typeface="Arial"/><a:cs typeface="Arial"/></a:endParaRPr><a:r><a:rPr dirty="0" sz="1350"><a:latin typeface="Arial"/><a:t>{{SITE_ADDR}}</a:t></a:r></a:p><a:p><a:pPr marL="12700" marR="1452245" indent="635"><a:lnSpc><a:spcPct val="127600"/></a:lnSpc><a:spcBef><a:spcPts val="110"/></a:spcBef></a:pPr><a:endParaRPr sz="1350"><a:latin typeface="Arial"/><a:cs typeface="Arial"/></a:endParaRPr><a:r><a:rPr dirty="0" sz="1350"><a:latin typeface="Arial"/><a:t>{{CITY_STATE}} APN: {{APN}}</a:t></a:r></a:p></p:txBody></p:sp><p:grpSp><p:nvGrpSpPr><p:cNvPr id="22" name="object 22"/><p:cNvGrpSpPr/><p:nvPr/></p:nvGrpSpPr><p:grpSpPr><a:xfrm><a:off x="17635280" y="12210121"/><a:ext cx="810260" cy="810260"/><a:chOff x="17635280" y="12210121"/><a:chExt cx="810260" cy="810260"/></a:xfrm></p:grpSpPr><p:pic><p:nvPicPr><p:cNvPr id="23" name="object 23"/><p:cNvPicPr/><p:nvPr/></p:nvPicPr><p:blipFill><a:blip r:embed="rId3" cstate="print"/><a:stretch><a:fillRect/></a:stretch></p:blipFill><p:spPr><a:xfrm><a:off x="17639407" y="12214248"/><a:ext cx="801837" cy="801914"/></a:xfrm><a:prstGeom prst="rect"><a:avLst/></a:prstGeom></p:spPr></p:pic><p:sp><p:nvSpPr><p:cNvPr id="24" name="object 24"/><p:cNvSpPr/><p:nvPr/></p:nvSpPr><p:spPr><a:xfrm><a:off x="17639407" y="12214248"/><a:ext cx="802005" cy="802005"/></a:xfrm><a:custGeom><a:avLst/><a:gdLst/><a:ahLst/><a:cxnLst/><a:rect l="l" t="t" r="r" b="b"/><a:pathLst><a:path w="802005" h="802005"><a:moveTo><a:pt x="0" y="400918"/></a:moveTo><a:lnTo><a:pt x="2700" y="354202"/></a:lnTo><a:lnTo><a:pt x="10599" y="309059"/></a:lnTo><a:lnTo><a:pt x="23396" y="265790"/></a:lnTo><a:lnTo><a:pt x="40787" y="224698"/></a:lnTo><a:lnTo><a:pt x="62470" y="186085"/></a:lnTo><a:lnTo><a:pt x="88144" y="150254"/></a:lnTo><a:lnTo><a:pt x="117506" y="117506"/></a:lnTo><a:lnTo><a:pt x="150254" y="88144"/></a:lnTo><a:lnTo><a:pt x="186085" y="62470"/></a:lnTo><a:lnTo><a:pt x="224698" y="40787"/></a:lnTo><a:lnTo><a:pt x="265790" y="23396"/></a:lnTo><a:lnTo><a:pt x="309059" y="10599"/></a:lnTo><a:lnTo><a:pt x="354202" y="2700"/></a:lnTo><a:lnTo><a:pt x="400918" y="0"/></a:lnTo><a:lnTo><a:pt x="447634" y="2700"/></a:lnTo><a:lnTo><a:pt x="492778" y="10599"/></a:lnTo><a:lnTo><a:pt x="536046" y="23396"/></a:lnTo><a:lnTo><a:pt x="577138" y="40787"/></a:lnTo><a:lnTo><a:pt x="615751" y="62470"/></a:lnTo><a:lnTo><a:pt x="651582" y="88144"/></a:lnTo><a:lnTo><a:pt x="684330" y="117506"/></a:lnTo><a:lnTo><a:pt x="713692" y="150254"/></a:lnTo><a:lnTo><a:pt x="739366" y="186085"/></a:lnTo><a:lnTo><a:pt x="761049" y="224698"/></a:lnTo><a:lnTo><a:pt x="778440" y="265790"/></a:lnTo><a:lnTo><a:pt x="791237" y="309059"/></a:lnTo><a:lnTo><a:pt x="799136" y="354202"/></a:lnTo><a:lnTo><a:pt x="801837" y="400918"/></a:lnTo><a:lnTo><a:pt x="799136" y="447650"/></a:lnTo><a:lnTo><a:pt x="791237" y="492806"/></a:lnTo><a:lnTo><a:pt x="778440" y="536086"/></a:lnTo><a:lnTo><a:pt x="761049" y="577188"/></a:lnTo><a:lnTo><a:pt x="739366" y="615808"/></a:lnTo><a:lnTo><a:pt x="713692" y="651645"/></a:lnTo><a:lnTo><a:pt x="684330" y="684398"/></a:lnTo><a:lnTo><a:pt x="651582" y="713763"/></a:lnTo><a:lnTo><a:pt x="615751" y="739440"/></a:lnTo><a:lnTo><a:pt x="577138" y="761125"/></a:lnTo><a:lnTo><a:pt x="536046" y="778517"/></a:lnTo><a:lnTo><a:pt x="492778" y="791314"/></a:lnTo><a:lnTo><a:pt x="447634" y="799214"/></a:lnTo><a:lnTo><a:pt x="400918" y="801914"/></a:lnTo><a:lnTo><a:pt x="354202" y="799214"/></a:lnTo><a:lnTo><a:pt x="309059" y="791314"/></a:lnTo><a:lnTo><a:pt x="265790" y="778517"/></a:lnTo><a:lnTo><a:pt x="224698" y="761125"/></a:lnTo><a:lnTo><a:pt x="186085" y="739440"/></a:lnTo><a:lnTo><a:pt x="150254" y="713763"/></a:lnTo><a:lnTo><a:pt x="117506" y="684398"/></a:lnTo><a:lnTo><a:pt x="88144" y="651645"/></a:lnTo><a:lnTo><a:pt x="62470" y="615808"/></a:lnTo><a:lnTo><a:pt x="40787" y="577188"/></a:lnTo><a:lnTo><a:pt x="23396" y="536086"/></a:lnTo><a:lnTo><a:pt x="10599" y="492806"/></a:lnTo><a:lnTo><a:pt x="2700" y="447650"/></a:lnTo><a:lnTo><a:pt x="0" y="400918"/></a:lnTo><a:close/></a:path></a:pathLst></a:custGeom><a:ln w="7756"><a:solidFill><a:srgbClr val="000000"/></a:solidFill></a:ln></p:spPr><p:txBody><a:bodyPr wrap="square" lIns="0" tIns="0" rIns="0" bIns="0" rtlCol="0"/><a:lstStyle/><a:p/></p:txBody></p:sp><p:pic><p:nvPicPr><p:cNvPr id="25" name="object 25"/><p:cNvPicPr/><p:nvPr/></p:nvPicPr><p:blipFill><a:blip r:embed="rId4" cstate="print"/><a:stretch><a:fillRect/></a:stretch></p:blipFill><p:spPr><a:xfrm><a:off x="17725036" y="12562425"/><a:ext cx="697748" cy="225938"/></a:xfrm><a:prstGeom prst="rect"><a:avLst/></a:prstGeom></p:spPr></p:pic></p:grpSp><p:sp><p:nvSpPr><p:cNvPr id="26" name="object 26"/><p:cNvSpPr txBox="1"/><p:nvPr/></p:nvSpPr><p:spPr><a:xfrm><a:off x="18899192" y="11405839"/><a:ext cx="623570" cy="437515"/></a:xfrm><a:prstGeom prst="rect"><a:avLst/></a:prstGeom></p:spPr><p:txBody><a:bodyPr wrap="square" lIns="0" tIns="16510" rIns="0" bIns="0" rtlCol="0" vert="horz"><a:spAutoFit/></a:bodyPr><a:lstStyle/><a:p><a:pPr marL="24130"><a:lnSpc><a:spcPct val="100000"/></a:lnSpc><a:spcBef><a:spcPts val="130"/></a:spcBef></a:pPr><a:r><a:rPr dirty="0" sz="1800" spc="-20" b="1"><a:latin typeface="Verdana"/><a:cs typeface="Verdana"/></a:rPr><a:t>E1.0</a:t></a:r><a:endParaRPr sz="1800"><a:latin typeface="Verdana"/><a:cs typeface="Verdana"/></a:endParaRPr></a:p><a:p><a:pPr marL="12700"><a:lnSpc><a:spcPct val="100000"/></a:lnSpc><a:spcBef><a:spcPts val="30"/></a:spcBef></a:pPr><a:r><a:rPr dirty="0" sz="850"><a:latin typeface="Verdana"/><a:cs typeface="Verdana"/></a:rPr><a:t>PLOT </a:t></a:r><a:r><a:rPr dirty="0" sz="850" spc="-20"><a:latin typeface="Verdana"/><a:cs typeface="Verdana"/></a:rPr><a:t>PLAN</a:t></a:r><a:endParaRPr sz="850"><a:latin typeface="Verdana"/><a:cs typeface="Verdana"/></a:endParaRPr></a:p></p:txBody></p:sp><p:sp><p:nvSpPr><p:cNvPr id="27" name="object 27"/><p:cNvSpPr txBox="1"/><p:nvPr/></p:nvSpPr><p:spPr><a:xfrm><a:off x="8289781" y="12373271"/><a:ext cx="58102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PLOT</a:t></a:r><a:r><a:rPr dirty="0" sz="950" spc="60"><a:latin typeface="Calibri"/><a:cs typeface="Calibri"/></a:rPr><a:t> </a:t></a:r><a:r><a:rPr dirty="0" sz="950" spc="-20"><a:latin typeface="Calibri"/><a:cs typeface="Calibri"/></a:rPr><a:t>PLAN</a:t></a:r><a:endParaRPr sz="950"><a:latin typeface="Calibri"/><a:cs typeface="Calibri"/></a:endParaRPr></a:p></p:txBody></p:sp><p:sp><p:nvSpPr><p:cNvPr id="28" name="object 28"/><p:cNvSpPr txBox="1"/><p:nvPr/></p:nvSpPr><p:spPr><a:xfrm><a:off x="7980851" y="12411897"/><a:ext cx="8890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50"><a:latin typeface="Calibri"/><a:cs typeface="Calibri"/></a:rPr><a:t>1</a:t></a:r><a:endParaRPr sz="950"><a:latin typeface="Calibri"/><a:cs typeface="Calibri"/></a:endParaRPr></a:p></p:txBody></p:sp><p:sp><p:nvSpPr><p:cNvPr id="29" name="object 29"/><p:cNvSpPr txBox="1"/><p:nvPr/></p:nvSpPr><p:spPr><a:xfrm><a:off x="7903289" y="12563143"/><a:ext cx="243204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0"><a:latin typeface="Calibri"/><a:cs typeface="Calibri"/></a:rPr><a:t>E1.0</a:t></a:r><a:endParaRPr sz="950"><a:latin typeface="Calibri"/><a:cs typeface="Calibri"/></a:endParaRPr></a:p></p:txBody></p:sp><p:grpSp><p:nvGrpSpPr><p:cNvPr id="30" name="object 30"/><p:cNvGrpSpPr/><p:nvPr/></p:nvGrpSpPr><p:grpSpPr><a:xfrm><a:off x="966186" y="1508944"/><a:ext cx="16953865" cy="11490960"/><a:chOff x="966186" y="1508944"/><a:chExt cx="16953865" cy="11490960"/></a:xfrm></p:grpSpPr><p:sp><p:nvSpPr><p:cNvPr id="31" name="object 31"/><p:cNvSpPr/><p:nvPr/></p:nvSpPr><p:spPr><a:xfrm><a:off x="7805850" y="12582047"/><a:ext cx="3281679" cy="0"/></a:xfrm><a:custGeom><a:avLst/><a:gdLst/><a:ahLst/><a:cxnLst/><a:rect l="l" t="t" r="r" b="b"/><a:pathLst><a:path w="3281679" h="0"><a:moveTo><a:pt x="0" y="0"/></a:moveTo><a:lnTo><a:pt x="3281342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2" name="object 32"/><p:cNvSpPr/><p:nvPr/></p:nvSpPr><p:spPr><a:xfrm><a:off x="10670359" y="12654060"/><a:ext cx="339725" cy="339725"/></a:xfrm><a:custGeom><a:avLst/><a:gdLst/><a:ahLst/><a:cxnLst/><a:rect l="l" t="t" r="r" b="b"/><a:pathLst><a:path w="339725" h="339725"><a:moveTo><a:pt x="112712" y="329991"/></a:moveTo><a:lnTo><a:pt x="72149" y="309131"/></a:lnTo><a:lnTo><a:pt x="39614" y="279352"/></a:lnTo><a:lnTo><a:pt x="16089" y="242734"/></a:lnTo><a:lnTo><a:pt x="2557" y="201359"/></a:lnTo><a:lnTo><a:pt x="0" y="157308"/></a:lnTo><a:lnTo><a:pt x="9400" y="112662"/></a:lnTo><a:lnTo><a:pt x="30292" y="72127"/></a:lnTo><a:lnTo><a:pt x="60094" y="39601"/></a:lnTo><a:lnTo><a:pt x="96725" y="16078"/></a:lnTo><a:lnTo><a:pt x="138107" y="2547"/></a:lnTo><a:lnTo><a:pt x="182160" y="0"/></a:lnTo><a:lnTo><a:pt x="226806" y="9427"/></a:lnTo><a:lnTo><a:pt x="267342" y="30287"/></a:lnTo><a:lnTo><a:pt x="299867" y="60066"/></a:lnTo><a:lnTo><a:pt x="323390" y="96684"/></a:lnTo><a:lnTo><a:pt x="336921" y="138059"/></a:lnTo><a:lnTo><a:pt x="339469" y="182110"/></a:lnTo><a:lnTo><a:pt x="330041" y="226756"/></a:lnTo><a:lnTo><a:pt x="309149" y="267291"/></a:lnTo><a:lnTo><a:pt x="279350" y="299817"/></a:lnTo><a:lnTo><a:pt x="242726" y="323340"/></a:lnTo><a:lnTo><a:pt x="201357" y="336871"/></a:lnTo><a:lnTo><a:pt x="157326" y="339418"/></a:lnTo><a:lnTo><a:pt x="112712" y="329991"/></a:lnTo><a:close/></a:path><a:path w="339725" h="339725"><a:moveTo><a:pt x="330041" y="226756"/></a:moveTo><a:lnTo><a:pt x="9400" y="112662"/></a:lnTo><a:lnTo><a:pt x="135088" y="52979"/></a:lnTo><a:lnTo><a:pt x="199630" y="22331"/></a:lnTo><a:lnTo><a:pt x="223409" y="11040"/></a:lnTo><a:lnTo><a:pt x="226806" y="9427"/></a:lnTo><a:lnTo><a:pt x="160846" y="194753"/></a:lnTo><a:lnTo><a:pt x="126974" y="289921"/></a:lnTo><a:lnTo><a:pt x="114495" y="324982"/></a:lnTo><a:lnTo><a:pt x="112712" y="329991"/></a:lnTo><a:lnTo><a:pt x="9400" y="112662"/></a:lnTo></a:path></a:pathLst></a:custGeom><a:ln w="11634"><a:solidFill><a:srgbClr val="000000"/></a:solidFill></a:ln></p:spPr><p:txBody><a:bodyPr wrap="square" lIns="0" tIns="0" rIns="0" bIns="0" rtlCol="0"/><a:lstStyle/><a:p/></p:txBody></p:sp><p:sp><p:nvSpPr><p:cNvPr id="33" name="object 33"/><p:cNvSpPr/><p:nvPr/></p:nvSpPr><p:spPr><a:xfrm><a:off x="7805850" y="12365417"/><a:ext cx="433705" cy="433705"/></a:xfrm><a:custGeom><a:avLst/><a:gdLst/><a:ahLst/><a:cxnLst/><a:rect l="l" t="t" r="r" b="b"/><a:pathLst><a:path w="433704" h="433704"><a:moveTo><a:pt x="0" y="216630"/></a:moveTo><a:lnTo><a:pt x="5723" y="166972"/></a:lnTo><a:lnTo><a:pt x="22025" y="121380"/></a:lnTo><a:lnTo><a:pt x="47604" y="81156"/></a:lnTo><a:lnTo><a:pt x="81156" y="47604"/></a:lnTo><a:lnTo><a:pt x="121380" y="22025"/></a:lnTo><a:lnTo><a:pt x="166972" y="5723"/></a:lnTo><a:lnTo><a:pt x="216630" y="0"/></a:lnTo><a:lnTo><a:pt x="266313" y="5723"/></a:lnTo><a:lnTo><a:pt x="311915" y="22025"/></a:lnTo><a:lnTo><a:pt x="352137" y="47604"/></a:lnTo><a:lnTo><a:pt x="385682" y="81156"/></a:lnTo><a:lnTo><a:pt x="411249" y="121380"/></a:lnTo><a:lnTo><a:pt x="427542" y="166972"/></a:lnTo><a:lnTo><a:pt x="433261" y="216630"/></a:lnTo><a:lnTo><a:pt x="427542" y="266313"/></a:lnTo><a:lnTo><a:pt x="411249" y="311915"/></a:lnTo><a:lnTo><a:pt x="385682" y="352137"/></a:lnTo><a:lnTo><a:pt x="352137" y="385682"/></a:lnTo><a:lnTo><a:pt x="311915" y="411249"/></a:lnTo><a:lnTo><a:pt x="266313" y="427542"/></a:lnTo><a:lnTo><a:pt x="216630" y="433261"/></a:lnTo><a:lnTo><a:pt x="166972" y="427542"/></a:lnTo><a:lnTo><a:pt x="121380" y="411249"/></a:lnTo><a:lnTo><a:pt x="81156" y="385682"/></a:lnTo><a:lnTo><a:pt x="47604" y="352137"/></a:lnTo><a:lnTo><a:pt x="22025" y="311915"/></a:lnTo><a:lnTo><a:pt x="5723" y="266313"/></a:lnTo><a:lnTo><a:pt x="0" y="216630"/></a:lnTo></a:path></a:pathLst></a:custGeom><a:ln w="15512"><a:solidFill><a:srgbClr val="000000"/></a:solidFill></a:ln></p:spPr><p:txBody><a:bodyPr wrap="square" lIns="0" tIns="0" rIns="0" bIns="0" rtlCol="0"/><a:lstStyle/><a:p/></p:txBody></p:sp><p:pic><p:nvPicPr><p:cNvPr id="34" name="object 34"/><p:cNvPicPr/><p:nvPr/></p:nvPicPr><p:blipFill><a:blip r:embed="rId5" cstate="print"/><a:stretch><a:fillRect/></a:stretch></p:blipFill><p:spPr><a:xfrm><a:off x="968409" y="1511165"/><a:ext cx="16948903" cy="10430917"/></a:xfrm><a:prstGeom prst="rect"><a:avLst/></a:prstGeom></p:spPr></p:pic><p:sp><p:nvSpPr><p:cNvPr id="35" name="object 35"/><p:cNvSpPr/><p:nvPr/></p:nvSpPr><p:spPr><a:xfrm><a:off x="6313997" y="3216725"/><a:ext cx="53975" cy="12700"/></a:xfrm><a:custGeom><a:avLst/><a:gdLst/><a:ahLst/><a:cxnLst/><a:rect l="l" t="t" r="r" b="b"/><a:pathLst><a:path w="53975" h="12700"><a:moveTo><a:pt x="0" y="12208"/></a:moveTo><a:lnTo><a:pt x="53735" y="0"/></a:lnTo></a:path></a:pathLst></a:custGeom><a:ln w="3878"><a:solidFill><a:srgbClr val="FF00FF"/></a:solidFill></a:ln></p:spPr><p:txBody><a:bodyPr wrap="square" lIns="0" tIns="0" rIns="0" bIns="0" rtlCol="0"/><a:lstStyle/><a:p/></p:txBody></p:sp><p:sp><p:nvSpPr><p:cNvPr id="36" name="object 36"/><p:cNvSpPr/><p:nvPr/></p:nvSpPr><p:spPr><a:xfrm><a:off x="9750875" y="4068931"/><a:ext cx="9525" cy="12700"/></a:xfrm><a:custGeom><a:avLst/><a:gdLst/><a:ahLst/><a:cxnLst/><a:rect l="l" t="t" r="r" b="b"/><a:pathLst><a:path w="9525" h="12700"><a:moveTo><a:pt x="4963" y="0"/></a:moveTo><a:lnTo><a:pt x="8997" y="7352"/></a:lnTo><a:lnTo><a:pt x="0" y="12285"/></a:lnTo><a:lnTo><a:pt x="4963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37" name="object 37"/><p:cNvSpPr/><p:nvPr/></p:nvSpPr><p:spPr><a:xfrm><a:off x="6308429" y="3192216"/><a:ext cx="243204" cy="686435"/></a:xfrm><a:custGeom><a:avLst/><a:gdLst/><a:ahLst/><a:cxnLst/><a:rect l="l" t="t" r="r" b="b"/><a:pathLst><a:path w="243204" h="686435"><a:moveTo><a:pt x="236595" y="649505"/></a:moveTo><a:lnTo><a:pt x="242668" y="616789"/></a:lnTo><a:lnTo><a:pt x="210449" y="610809"/></a:lnTo><a:lnTo><a:pt x="204376" y="643525"/></a:lnTo><a:lnTo><a:pt x="236595" y="649505"/></a:lnTo></a:path><a:path w="243204" h="686435"><a:moveTo><a:pt x="62933" y="23679"/></a:moveTo><a:lnTo><a:pt x="68502" y="48189"/></a:lnTo></a:path><a:path w="243204" h="686435"><a:moveTo><a:pt x="1931" y="37540"/></a:moveTo><a:lnTo><a:pt x="5568" y="36717"/></a:lnTo></a:path><a:path w="243204" h="686435"><a:moveTo><a:pt x="68502" y="48189"/></a:moveTo><a:lnTo><a:pt x="7500" y="62049"/></a:lnTo><a:lnTo><a:pt x="1931" y="37540"/></a:lnTo></a:path><a:path w="243204" h="686435"><a:moveTo><a:pt x="5568" y="36717"/></a:moveTo><a:lnTo><a:pt x="0" y="12208"/></a:lnTo><a:lnTo><a:pt x="53735" y="0"/></a:lnTo><a:lnTo><a:pt x="59303" y="24509"/></a:lnTo><a:lnTo><a:pt x="62933" y="23679"/></a:lnTo></a:path><a:path w="243204" h="686435"><a:moveTo><a:pt x="102017" y="686137"/></a:moveTo><a:lnTo><a:pt x="105414" y="667817"/></a:lnTo><a:lnTo><a:pt x="86404" y="664288"/></a:lnTo><a:lnTo><a:pt x="83006" y="682608"/></a:lnTo><a:lnTo><a:pt x="102017" y="686137"/></a:lnTo></a:path></a:pathLst></a:custGeom><a:ln w="3878"><a:solidFill><a:srgbClr val="FF00FF"/></a:solidFill></a:ln></p:spPr><p:txBody><a:bodyPr wrap="square" lIns="0" tIns="0" rIns="0" bIns="0" rtlCol="0"/><a:lstStyle/><a:p/></p:txBody></p:sp><p:pic><p:nvPicPr><p:cNvPr id="38" name="object 38"/><p:cNvPicPr/><p:nvPr/></p:nvPicPr><p:blipFill><a:blip r:embed="rId6" cstate="print"/><a:stretch><a:fillRect/></a:stretch></p:blipFill><p:spPr><a:xfrm><a:off x="5509554" y="1598687"/><a:ext cx="290881" cy="436690"/></a:xfrm><a:prstGeom prst="rect"><a:avLst/></a:prstGeom></p:spPr></p:pic><p:sp><p:nvSpPr><p:cNvPr id="39" name="object 39"/><p:cNvSpPr/><p:nvPr/></p:nvSpPr><p:spPr><a:xfrm><a:off x="968409" y="2683587"/><a:ext cx="16949420" cy="9258935"/></a:xfrm><a:custGeom><a:avLst/><a:gdLst/><a:ahLst/><a:cxnLst/><a:rect l="l" t="t" r="r" b="b"/><a:pathLst><a:path w="16949420" h="9258935"><a:moveTo><a:pt x="6167110" y="360027"/></a:moveTo><a:lnTo><a:pt x="6711464" y="253248"/></a:lnTo><a:lnTo><a:pt x="7059889" y="161887"/></a:lnTo><a:lnTo><a:pt x="7309174" y="76926"/></a:lnTo><a:lnTo><a:pt x="7543179" y="11704"/></a:lnTo><a:lnTo><a:pt x="7706602" y="0"/></a:lnTo><a:lnTo><a:pt x="7849937" y="40285"/></a:lnTo><a:lnTo><a:pt x="7972019" y="109928"/></a:lnTo><a:lnTo><a:pt x="8085027" y="128303"/></a:lnTo><a:lnTo><a:pt x="8317791" y="108160"/></a:lnTo></a:path><a:path w="16949420" h="9258935"><a:moveTo><a:pt x="8317791" y="234082"/></a:moveTo><a:lnTo><a:pt x="8189891" y="234082"/></a:lnTo></a:path><a:path w="16949420" h="9258935"><a:moveTo><a:pt x="8085027" y="234082"/></a:moveTo><a:lnTo><a:pt x="7922302" y="208300"/></a:lnTo><a:lnTo><a:pt x="7701173" y="195495"/></a:lnTo><a:lnTo><a:pt x="7631677" y="364169"/></a:lnTo><a:lnTo><a:pt x="7604065" y="431299"/></a:lnTo><a:lnTo><a:pt x="7581649" y="423923"/></a:lnTo></a:path><a:path w="16949420" h="9258935"><a:moveTo><a:pt x="7576608" y="381093"/></a:moveTo><a:lnTo><a:pt x="7431567" y="333346"/></a:lnTo><a:lnTo><a:pt x="7419389" y="370475"/></a:lnTo><a:lnTo><a:pt x="7215944" y="303485"/></a:lnTo></a:path><a:path w="16949420" h="9258935"><a:moveTo><a:pt x="7576608" y="381093"/></a:moveTo><a:lnTo><a:pt x="7564353" y="418222"/></a:lnTo><a:lnTo><a:pt x="7419389" y="370475"/></a:lnTo></a:path><a:path w="16949420" h="9258935"><a:moveTo><a:pt x="7631677" y="364169"/></a:moveTo><a:lnTo><a:pt x="7604297" y="355149"/></a:lnTo></a:path><a:path w="16949420" h="9258935"><a:moveTo><a:pt x="7604297" y="355149"/></a:moveTo><a:lnTo><a:pt x="7581649" y="423923"/></a:lnTo><a:lnTo><a:pt x="7564353" y="418222"/></a:lnTo></a:path><a:path w="16949420" h="9258935"><a:moveTo><a:pt x="7215944" y="303485"/></a:moveTo><a:lnTo><a:pt x="7205551" y="307487"/></a:lnTo><a:lnTo><a:pt x="7132254" y="273041"/></a:lnTo></a:path><a:path w="16949420" h="9258935"><a:moveTo><a:pt x="7205551" y="307487"/></a:moveTo><a:lnTo><a:pt x="6432249" y="491386"/></a:lnTo><a:lnTo><a:pt x="6249249" y="589309"/></a:lnTo><a:lnTo><a:pt x="6171074" y="649489"/></a:lnTo><a:lnTo><a:pt x="6177031" y="661061"/></a:lnTo></a:path><a:path w="16949420" h="9258935"><a:moveTo><a:pt x="6249249" y="801270"/></a:moveTo><a:lnTo><a:pt x="5680780" y="1077376"/></a:lnTo><a:lnTo><a:pt x="5666548" y="1048073"/></a:lnTo><a:lnTo><a:pt x="5629706" y="1065967"/></a:lnTo><a:lnTo><a:pt x="5567524" y="1055356"/></a:lnTo></a:path><a:path w="16949420" h="9258935"><a:moveTo><a:pt x="7132254" y="273041"/></a:moveTo><a:lnTo><a:pt x="6435010" y="438768"/></a:lnTo><a:lnTo><a:pt x="6146106" y="570174"/></a:lnTo><a:lnTo><a:pt x="5910620" y="657905"/></a:lnTo><a:lnTo><a:pt x="5937767" y="740097"/></a:lnTo></a:path><a:path w="16949420" h="9258935"><a:moveTo><a:pt x="5937767" y="740097"/></a:moveTo><a:lnTo><a:pt x="6177031" y="661061"/></a:lnTo><a:lnTo><a:pt x="6249249" y="801270"/></a:lnTo></a:path><a:path w="16949420" h="9258935"><a:moveTo><a:pt x="5451507" y="1035570"/></a:moveTo><a:lnTo><a:pt x="5470572" y="916093"/></a:lnTo><a:lnTo><a:pt x="5544100" y="927828"/></a:lnTo><a:lnTo><a:pt x="5582083" y="970030"/></a:lnTo><a:lnTo><a:pt x="5567524" y="1055356"/></a:lnTo><a:lnTo><a:pt x="5451507" y="1035570"/></a:lnTo><a:lnTo><a:pt x="5340989" y="1016715"/></a:lnTo><a:lnTo><a:pt x="5274014" y="1005290"/></a:lnTo></a:path><a:path w="16949420" h="9258935"><a:moveTo><a:pt x="5340989" y="1016715"/></a:moveTo><a:lnTo><a:pt x="5354608" y="936888"/></a:lnTo><a:lnTo><a:pt x="5287626" y="925463"/></a:lnTo></a:path><a:path w="16949420" h="9258935"><a:moveTo><a:pt x="5287626" y="925463"/></a:moveTo><a:lnTo><a:pt x="5274014" y="1005290"/></a:lnTo><a:lnTo><a:pt x="4975539" y="954370"/></a:lnTo></a:path><a:path w="16949420" h="9258935"><a:moveTo><a:pt x="5680780" y="1077376"/></a:moveTo><a:lnTo><a:pt x="5592034" y="1120485"/></a:lnTo><a:lnTo><a:pt x="4993898" y="1002606"/></a:lnTo><a:lnTo><a:pt x="4801304" y="975289"/></a:lnTo><a:lnTo><a:pt x="4757000" y="1100800"/></a:lnTo><a:lnTo><a:pt x="4656945" y="1065478"/></a:lnTo><a:lnTo><a:pt x="4696602" y="953137"/></a:lnTo><a:lnTo><a:pt x="4550514" y="919754"/></a:lnTo><a:lnTo><a:pt x="4495321" y="1028473"/></a:lnTo><a:lnTo><a:pt x="4447589" y="1016040"/></a:lnTo><a:lnTo><a:pt x="4429758" y="1084488"/></a:lnTo><a:lnTo><a:pt x="4412260" y="1079936"/></a:lnTo></a:path><a:path w="16949420" h="9258935"><a:moveTo><a:pt x="4327973" y="1057978"/></a:moveTo><a:lnTo><a:pt x="4272415" y="940114"/></a:lnTo><a:lnTo><a:pt x="4037705" y="999046"/></a:lnTo><a:lnTo><a:pt x="4011070" y="943690"/></a:lnTo><a:lnTo><a:pt x="2888575" y="1569911"/></a:lnTo></a:path><a:path w="16949420" h="9258935"><a:moveTo><a:pt x="3350512" y="1501408"/></a:moveTo><a:lnTo><a:pt x="3363899" y="1526825"/></a:lnTo></a:path><a:path w="16949420" h="9258935"><a:moveTo><a:pt x="3645426" y="2061399"/></a:moveTo><a:lnTo><a:pt x="4057545" y="1844364"/></a:lnTo></a:path><a:path w="16949420" h="9258935"><a:moveTo><a:pt x="4404713" y="1661535"/></a:moveTo><a:lnTo><a:pt x="4359254" y="1575201"/></a:lnTo></a:path><a:path w="16949420" h="9258935"><a:moveTo><a:pt x="4308458" y="1110875"/></a:moveTo><a:lnTo><a:pt x="4301804" y="1108246"/></a:lnTo><a:lnTo><a:pt x="4279543" y="1108246"/></a:lnTo><a:lnTo><a:pt x="4149425" y="1176772"/></a:lnTo><a:lnTo><a:pt x="4105463" y="1093300"/></a:lnTo><a:lnTo><a:pt x="3350512" y="1501408"/></a:lnTo></a:path><a:path w="16949420" h="9258935"><a:moveTo><a:pt x="4458533" y="1170039"/></a:moveTo><a:lnTo><a:pt x="4553578" y="1333331"/></a:lnTo><a:lnTo><a:pt x="4487805" y="1502494"/></a:lnTo></a:path><a:path w="16949420" h="9258935"><a:moveTo><a:pt x="4487805" y="1502494"/></a:moveTo><a:lnTo><a:pt x="4359254" y="1575201"/></a:lnTo><a:lnTo><a:pt x="4149425" y="1176772"/></a:lnTo></a:path><a:path w="16949420" h="9258935"><a:moveTo><a:pt x="4389108" y="1142668"/></a:moveTo><a:lnTo><a:pt x="4412260" y="1079936"/></a:lnTo><a:lnTo><a:pt x="4327973" y="1057978"/></a:lnTo><a:lnTo><a:pt x="4308458" y="1110875"/></a:lnTo><a:lnTo><a:pt x="4389108" y="1142668"/></a:lnTo><a:lnTo><a:pt x="4458533" y="1170039"/></a:lnTo></a:path><a:path w="16949420" h="9258935"><a:moveTo><a:pt x="4453313" y="1740594"/></a:moveTo><a:lnTo><a:pt x="4487805" y="1502494"/></a:lnTo></a:path><a:path w="16949420" h="9258935"><a:moveTo><a:pt x="4553578" y="1333331"/></a:moveTo><a:lnTo><a:pt x="4619351" y="1164176"/></a:lnTo><a:lnTo><a:pt x="5564205" y="1451326"/></a:lnTo><a:lnTo><a:pt x="5663748" y="1394783"/></a:lnTo><a:lnTo><a:pt x="5614100" y="1307379"/></a:lnTo><a:lnTo><a:pt x="5798652" y="1208402"/></a:lnTo><a:lnTo><a:pt x="5837797" y="1281403"/></a:lnTo><a:lnTo><a:pt x="6241857" y="1075995"/></a:lnTo><a:lnTo><a:pt x="6672280" y="906522"/></a:lnTo><a:lnTo><a:pt x="8407763" y="1461766"/></a:lnTo></a:path><a:path w="16949420" h="9258935"><a:moveTo><a:pt x="4453313" y="1740594"/></a:moveTo><a:lnTo><a:pt x="5325608" y="2019670"/></a:lnTo><a:lnTo><a:pt x="5325608" y="2067138"/></a:lnTo><a:lnTo><a:pt x="5361069" y="2131546"/></a:lnTo><a:lnTo><a:pt x="5429270" y="2194883"/></a:lnTo><a:lnTo><a:pt x="5525804" y="2222914"/></a:lnTo><a:lnTo><a:pt x="5672148" y="2200886"/></a:lnTo><a:lnTo><a:pt x="5760817" y="2134517"/></a:lnTo><a:lnTo><a:pt x="5810294" y="2020027"/></a:lnTo><a:lnTo><a:pt x="6058803" y="1854176"/></a:lnTo><a:lnTo><a:pt x="6702312" y="1564978"/></a:lnTo><a:lnTo><a:pt x="8197648" y="2053107"/></a:lnTo></a:path><a:path w="16949420" h="9258935"><a:moveTo><a:pt x="7604065" y="431299"/></a:moveTo><a:lnTo><a:pt x="7837449" y="508163"/></a:lnTo><a:lnTo><a:pt x="7746624" y="783982"/></a:lnTo><a:lnTo><a:pt x="7981792" y="861428"/></a:lnTo><a:lnTo><a:pt x="8023133" y="735893"/></a:lnTo><a:lnTo><a:pt x="8197648" y="793367"/></a:lnTo><a:lnTo><a:pt x="8158634" y="911827"/></a:lnTo><a:lnTo><a:pt x="8407763" y="1055418"/></a:lnTo><a:lnTo><a:pt x="8293437" y="1253799"/></a:lnTo></a:path><a:path w="16949420" h="9258935"><a:moveTo><a:pt x="8407763" y="1461766"/></a:moveTo><a:lnTo><a:pt x="8570876" y="1513950"/></a:lnTo></a:path><a:path w="16949420" h="9258935"><a:moveTo><a:pt x="8293437" y="1253799"/></a:moveTo><a:lnTo><a:pt x="8332916" y="1325551"/></a:lnTo><a:lnTo><a:pt x="8407763" y="1461766"/></a:lnTo></a:path><a:path w="16949420" h="9258935"><a:moveTo><a:pt x="8332916" y="1325551"/></a:moveTo><a:lnTo><a:pt x="8596394" y="1180735"/></a:lnTo><a:lnTo><a:pt x="8675973" y="1325551"/></a:lnTo><a:lnTo><a:pt x="8736316" y="1292370"/></a:lnTo><a:lnTo><a:pt x="8787430" y="1385344"/></a:lnTo></a:path><a:path w="16949420" h="9258935"><a:moveTo><a:pt x="8570876" y="1513950"/></a:moveTo><a:lnTo><a:pt x="8684583" y="1550319"/></a:lnTo></a:path><a:path w="16949420" h="9258935"><a:moveTo><a:pt x="2751911" y="1276129"/></a:moveTo><a:lnTo><a:pt x="2241164" y="1484670"/></a:lnTo><a:lnTo><a:pt x="1609437" y="1711066"/></a:lnTo><a:lnTo><a:pt x="1205648" y="1938657"/></a:lnTo><a:lnTo><a:pt x="886542" y="2249991"/></a:lnTo><a:lnTo><a:pt x="753880" y="2429710"/></a:lnTo><a:lnTo><a:pt x="532130" y="2547946"/></a:lnTo><a:lnTo><a:pt x="0" y="2429710"/></a:lnTo></a:path><a:path w="16949420" h="9258935"><a:moveTo><a:pt x="0" y="2695903"/></a:moveTo><a:lnTo><a:pt x="334858" y="2818157"/></a:lnTo><a:lnTo><a:pt x="431757" y="3209349"/></a:lnTo><a:lnTo><a:pt x="385832" y="3936672"/></a:lnTo><a:lnTo><a:pt x="385832" y="4955838"/></a:lnTo><a:lnTo><a:pt x="367334" y="5048952"/></a:lnTo><a:lnTo><a:pt x="314778" y="5105588"/></a:lnTo><a:lnTo><a:pt x="203088" y="5163139"/></a:lnTo><a:lnTo><a:pt x="0" y="5199903"/></a:lnTo></a:path><a:path w="16949420" h="9258935"><a:moveTo><a:pt x="0" y="5494561"/></a:moveTo><a:lnTo><a:pt x="377393" y="5461753"/></a:lnTo><a:lnTo><a:pt x="501741" y="5527293"/></a:lnTo><a:lnTo><a:pt x="601711" y="5629985"/></a:lnTo><a:lnTo><a:pt x="776133" y="5956754"/></a:lnTo><a:lnTo><a:pt x="976196" y="6238227"/></a:lnTo><a:lnTo><a:pt x="1382180" y="6606647"/></a:lnTo><a:lnTo><a:pt x="1542097" y="6751688"/></a:lnTo><a:lnTo><a:pt x="1990367" y="7010280"/></a:lnTo><a:lnTo><a:pt x="3030436" y="7610146"/></a:lnTo><a:lnTo><a:pt x="3184622" y="7944904"/></a:lnTo><a:lnTo><a:pt x="3184622" y="8300448"/></a:lnTo><a:lnTo><a:pt x="2849430" y="9258496"/></a:lnTo></a:path><a:path w="16949420" h="9258935"><a:moveTo><a:pt x="3116019" y="9258496"/></a:moveTo><a:lnTo><a:pt x="3410917" y="8516381"/></a:lnTo><a:lnTo><a:pt x="3516123" y="8359396"/></a:lnTo><a:lnTo><a:pt x="3722942" y="8237390"/></a:lnTo><a:lnTo><a:pt x="3938875" y="8237390"/></a:lnTo><a:lnTo><a:pt x="4528541" y="8525223"/></a:lnTo><a:lnTo><a:pt x="4908114" y="8794442"/></a:lnTo><a:lnTo><a:pt x="5123341" y="8967948"/></a:lnTo><a:lnTo><a:pt x="5445620" y="9258496"/></a:lnTo></a:path><a:path w="16949420" h="9258935"><a:moveTo><a:pt x="6733321" y="9258496"/></a:moveTo><a:lnTo><a:pt x="7342603" y="8280515"/></a:lnTo><a:lnTo><a:pt x="10034784" y="9258496"/></a:lnTo></a:path><a:path w="16949420" h="9258935"><a:moveTo><a:pt x="11364896" y="9258496"/></a:moveTo><a:lnTo><a:pt x="11327822" y="9174186"/></a:lnTo><a:lnTo><a:pt x="11351478" y="9063117"/></a:lnTo><a:lnTo><a:pt x="11484187" y="8877666"/></a:lnTo><a:lnTo><a:pt x="11798313" y="8438664"/></a:lnTo><a:lnTo><a:pt x="12123299" y="8033557"/></a:lnTo><a:lnTo><a:pt x="12653358" y="7609913"/></a:lnTo><a:lnTo><a:pt x="13298287" y="7169670"/></a:lnTo><a:lnTo><a:pt x="13774984" y="6906502"/></a:lnTo><a:lnTo><a:pt x="14233531" y="6560808"/></a:lnTo><a:lnTo><a:pt x="14618549" y="6151202"/></a:lnTo><a:lnTo><a:pt x="15089662" y="5606173"/></a:lnTo><a:lnTo><a:pt x="15295977" y="5367515"/></a:lnTo><a:lnTo><a:pt x="15501129" y="5246285"/></a:lnTo><a:lnTo><a:pt x="15658192" y="5153521"/></a:lnTo><a:lnTo><a:pt x="16078036" y="4924061"/></a:lnTo><a:lnTo><a:pt x="16464838" y="4807687"/></a:lnTo><a:lnTo><a:pt x="16707219" y="4773358"/></a:lnTo><a:lnTo><a:pt x="16948903" y="4765323"/></a:lnTo></a:path><a:path w="16949420" h="9258935"><a:moveTo><a:pt x="16948903" y="4317192"/></a:moveTo><a:lnTo><a:pt x="16565436" y="4317192"/></a:lnTo><a:lnTo><a:pt x="16113326" y="4390294"/></a:lnTo><a:lnTo><a:pt x="15937183" y="4405822"/></a:lnTo><a:lnTo><a:pt x="15818435" y="4378319"/></a:lnTo><a:lnTo><a:pt x="15466536" y="4035246"/></a:lnTo><a:lnTo><a:pt x="14735746" y="3580709"/></a:lnTo></a:path></a:pathLst></a:custGeom><a:ln w="3878"><a:solidFill><a:srgbClr val="000000"/></a:solidFill></a:ln></p:spPr><p:txBody><a:bodyPr wrap="square" lIns="0" tIns="0" rIns="0" bIns="0" rtlCol="0"/><a:lstStyle/><a:p/></p:txBody></p:sp><p:pic><p:nvPicPr><p:cNvPr id="40" name="object 40"/><p:cNvPicPr/><p:nvPr/></p:nvPicPr><p:blipFill><a:blip r:embed="rId7" cstate="print"/><a:stretch><a:fillRect/></a:stretch></p:blipFill><p:spPr><a:xfrm><a:off x="15623723" y="6033067"/><a:ext cx="277517" cy="248633"/></a:xfrm><a:prstGeom prst="rect"><a:avLst/></a:prstGeom></p:spPr></p:pic><p:sp><p:nvSpPr><p:cNvPr id="41" name="object 41"/><p:cNvSpPr/><p:nvPr/></p:nvSpPr><p:spPr><a:xfrm><a:off x="1766120" y="2402664"/><a:ext cx="15237460" cy="9401810"/></a:xfrm><a:custGeom><a:avLst/><a:gdLst/><a:ahLst/><a:cxnLst/><a:rect l="l" t="t" r="r" b="b"/><a:pathLst><a:path w="15237460" h="9401810"><a:moveTo><a:pt x="14121935" y="3877097"/></a:moveTo><a:lnTo><a:pt x="14117824" y="3917848"/></a:lnTo><a:lnTo><a:pt x="14203918" y="3926543"/></a:lnTo><a:lnTo><a:pt x="14199730" y="3968217"/></a:lnTo><a:lnTo><a:pt x="14287685" y="3977105"/></a:lnTo><a:lnTo><a:pt x="14287685" y="4012474"/></a:lnTo><a:lnTo><a:pt x="14369978" y="4022223"/></a:lnTo><a:lnTo><a:pt x="14369978" y="4078068"/></a:lnTo><a:lnTo><a:pt x="14452582" y="4084040"/></a:lnTo><a:lnTo><a:pt x="14452582" y="4120339"/></a:lnTo><a:lnTo><a:pt x="14487020" y="4120339"/></a:lnTo><a:lnTo><a:pt x="14540770" y="4120339"/></a:lnTo><a:lnTo><a:pt x="14535961" y="4186252"/></a:lnTo><a:lnTo><a:pt x="14618255" y="4196164"/></a:lnTo><a:lnTo><a:pt x="14618255" y="4234325"/></a:lnTo><a:lnTo><a:pt x="14702565" y="4242577"/></a:lnTo></a:path><a:path w="15237460" h="9401810"><a:moveTo><a:pt x="14403097" y="4484191"/></a:moveTo><a:lnTo><a:pt x="14427452" y="4464056"/></a:lnTo></a:path><a:path w="15237460" h="9401810"><a:moveTo><a:pt x="14688836" y="4740859"/></a:moveTo><a:lnTo><a:pt x="14427452" y="4464056"/></a:lnTo><a:lnTo><a:pt x="14451884" y="4443921"/></a:lnTo><a:lnTo><a:pt x="14355629" y="4335202"/></a:lnTo><a:lnTo><a:pt x="14301413" y="4285539"/></a:lnTo><a:lnTo><a:pt x="14150788" y="4184250"/></a:lnTo><a:lnTo><a:pt x="14139076" y="4181326"/></a:lnTo><a:lnTo><a:pt x="14130467" y="4184786"/></a:lnTo><a:lnTo><a:pt x="14127519" y="4192643"/></a:lnTo><a:lnTo><a:pt x="14127519" y="4202400"/></a:lnTo><a:lnTo><a:pt x="14240760" y="4322040"/></a:lnTo><a:lnTo><a:pt x="14237735" y="4327787"/></a:lnTo><a:lnTo><a:pt x="14344383" y="4444665"/></a:lnTo><a:lnTo><a:pt x="14356250" y="4439352"/></a:lnTo><a:lnTo><a:pt x="14403097" y="4484191"/></a:lnTo></a:path><a:path w="15237460" h="9401810"><a:moveTo><a:pt x="14130467" y="4184786"/></a:moveTo><a:lnTo><a:pt x="13727997" y="3905981"/></a:lnTo><a:lnTo><a:pt x="13681072" y="3866323"/></a:lnTo><a:lnTo><a:pt x="13650667" y="3832328"/></a:lnTo><a:lnTo><a:pt x="13611886" y="3765524"/></a:lnTo><a:lnTo><a:pt x="13594512" y="3697913"/></a:lnTo><a:lnTo><a:pt x="13587066" y="3587410"/></a:lnTo><a:lnTo><a:pt x="13587066" y="3492474"/></a:lnTo><a:lnTo><a:pt x="13570468" y="3460169"/></a:lnTo><a:lnTo><a:pt x="13541382" y="3441717"/></a:lnTo><a:lnTo><a:pt x="13442646" y="3505256"/></a:lnTo></a:path><a:path w="15237460" h="9401810"><a:moveTo><a:pt x="13611886" y="3765524"/></a:moveTo><a:lnTo><a:pt x="13341272" y="3689668"/></a:lnTo><a:lnTo><a:pt x="13499809" y="3580189"/></a:lnTo></a:path><a:path w="15237460" h="9401810"><a:moveTo><a:pt x="13499809" y="3580189"/></a:moveTo><a:lnTo><a:pt x="13442646" y="3505256"/></a:lnTo><a:lnTo><a:pt x="13217328" y="3650158"/></a:lnTo></a:path><a:path w="15237460" h="9401810"><a:moveTo><a:pt x="13472507" y="3370073"/></a:moveTo><a:lnTo><a:pt x="13086015" y="3613882"/></a:lnTo></a:path><a:path w="15237460" h="9401810"><a:moveTo><a:pt x="13364851" y="3330571"/></a:moveTo><a:lnTo><a:pt x="13010547" y="3554020"/></a:lnTo></a:path><a:path w="15237460" h="9401810"><a:moveTo><a:pt x="13245250" y="3295994"/></a:moveTo><a:lnTo><a:pt x="12836188" y="3554020"/></a:lnTo></a:path><a:path w="15237460" h="9401810"><a:moveTo><a:pt x="13123865" y="3263588"/></a:moveTo><a:lnTo><a:pt x="12777551" y="3482073"/></a:lnTo></a:path><a:path w="15237460" h="9401810"><a:moveTo><a:pt x="13006669" y="3231540"/></a:moveTo><a:lnTo><a:pt x="12655623" y="3453003"/></a:lnTo></a:path><a:path w="15237460" h="9401810"><a:moveTo><a:pt x="12885750" y="3196132"/></a:moveTo><a:lnTo><a:pt x="12490571" y="3445402"/></a:lnTo></a:path><a:path w="15237460" h="9401810"><a:moveTo><a:pt x="12767700" y="3163828"/></a:moveTo><a:lnTo><a:pt x="12376477" y="3410615"/></a:lnTo></a:path><a:path w="15237460" h="9401810"><a:moveTo><a:pt x="12646858" y="3129305"/></a:moveTo><a:lnTo><a:pt x="12252455" y="3378078"/></a:lnTo></a:path><a:path w="15237460" h="9401810"><a:moveTo><a:pt x="12530515" y="3094518"/></a:moveTo><a:lnTo><a:pt x="12118118" y="3342368"/></a:lnTo></a:path><a:path w="15237460" h="9401810"><a:moveTo><a:pt x="12410216" y="3062175"/></a:moveTo><a:lnTo><a:pt x="11979204" y="3302144"/></a:lnTo></a:path><a:path w="15237460" h="9401810"><a:moveTo><a:pt x="12271691" y="3039426"/></a:moveTo><a:lnTo><a:pt x="12137431" y="3103733"/></a:lnTo></a:path><a:path w="15237460" h="9401810"><a:moveTo><a:pt x="12137431" y="3103733"/></a:moveTo><a:lnTo><a:pt x="11878838" y="3227584"/></a:lnTo><a:lnTo><a:pt x="11857742" y="3224039"/></a:lnTo><a:lnTo><a:pt x="11849985" y="3212397"/></a:lnTo><a:lnTo><a:pt x="11858905" y="3175284"/></a:lnTo><a:lnTo><a:pt x="11892334" y="3115057"/></a:lnTo><a:lnTo><a:pt x="11930883" y="3072149"/></a:lnTo><a:lnTo><a:pt x="11971913" y="3054434"/></a:lnTo><a:lnTo><a:pt x="12037065" y="3054434"/></a:lnTo><a:lnTo><a:pt x="12123469" y="3073313"/></a:lnTo><a:lnTo><a:pt x="12137431" y="3085606"/></a:lnTo><a:lnTo><a:pt x="12137431" y="3103733"/></a:lnTo></a:path><a:path w="15237460" h="9401810"><a:moveTo><a:pt x="14733745" y="4248162"/></a:moveTo><a:lnTo><a:pt x="14840470" y="4255553"/></a:lnTo><a:lnTo><a:pt x="14907639" y="4225653"/></a:lnTo><a:lnTo><a:pt x="14933700" y="4232688"/></a:lnTo><a:lnTo><a:pt x="15087816" y="4379978"/></a:lnTo><a:lnTo><a:pt x="15236890" y="3602069"/></a:lnTo><a:lnTo><a:pt x="14855284" y="3337295"/></a:lnTo><a:lnTo><a:pt x="14723196" y="3488836"/></a:lnTo><a:lnTo><a:pt x="14561402" y="3422125"/></a:lnTo><a:lnTo><a:pt x="14583817" y="3367917"/></a:lnTo><a:lnTo><a:pt x="13427366" y="2990383"/></a:lnTo><a:lnTo><a:pt x="12199248" y="2589465"/></a:lnTo><a:lnTo><a:pt x="12199248" y="2669509"/></a:lnTo><a:lnTo><a:pt x="12304965" y="2823881"/></a:lnTo><a:lnTo><a:pt x="12304965" y="2835981"/></a:lnTo><a:lnTo><a:pt x="12293796" y="2835981"/></a:lnTo><a:lnTo><a:pt x="12246560" y="2788412"/></a:lnTo><a:lnTo><a:pt x="12197541" y="2722841"/></a:lnTo><a:lnTo><a:pt x="12169231" y="2662094"/></a:lnTo><a:lnTo><a:pt x="12136810" y="2517697"/></a:lnTo><a:lnTo><a:pt x="12126727" y="2347673"/></a:lnTo><a:lnTo><a:pt x="12141696" y="2303610"/></a:lnTo><a:lnTo><a:pt x="12163647" y="2286375"/></a:lnTo><a:lnTo><a:pt x="12190638" y="2286375"/></a:lnTo><a:lnTo><a:pt x="12226549" y="2304075"/></a:lnTo><a:lnTo><a:pt x="12248810" y="2336209"/></a:lnTo><a:lnTo><a:pt x="12248810" y="2411599"/></a:lnTo><a:lnTo><a:pt x="12231979" y="2540818"/></a:lnTo><a:lnTo><a:pt x="13846434" y="2900016"/></a:lnTo><a:lnTo><a:pt x="13917481" y="2828891"/></a:lnTo><a:lnTo><a:pt x="14035065" y="2245896"/></a:lnTo><a:lnTo><a:pt x="12328078" y="1901520"/></a:lnTo><a:lnTo><a:pt x="12313186" y="1911076"/></a:lnTo><a:lnTo><a:pt x="12303569" y="1932289"/></a:lnTo><a:lnTo><a:pt x="12303569" y="2031879"/></a:lnTo><a:lnTo><a:pt x="12290926" y="2080526"/></a:lnTo><a:lnTo><a:pt x="12247258" y="2123697"/></a:lnTo><a:lnTo><a:pt x="12167292" y="2123697"/></a:lnTo><a:lnTo><a:pt x="12099503" y="2090772"/></a:lnTo><a:lnTo><a:pt x="12083525" y="2001909"/></a:lnTo><a:lnTo><a:pt x="12041719" y="1769230"/></a:lnTo><a:lnTo><a:pt x="12052888" y="1686208"/></a:lnTo><a:lnTo><a:pt x="12105785" y="1640609"/></a:lnTo><a:lnTo><a:pt x="12146660" y="1631798"/></a:lnTo><a:lnTo><a:pt x="12197386" y="1644068"/></a:lnTo><a:lnTo><a:pt x="12241364" y="1689566"/></a:lnTo><a:lnTo><a:pt x="12263702" y="1764483"/></a:lnTo><a:lnTo><a:pt x="12263702" y="1864073"/></a:lnTo><a:lnTo><a:pt x="12479712" y="1864073"/></a:lnTo><a:lnTo><a:pt x="12701152" y="1884898"/></a:lnTo><a:lnTo><a:pt x="12966182" y="1909819"/></a:lnTo><a:lnTo><a:pt x="13194757" y="1953432"/></a:lnTo><a:lnTo><a:pt x="13474058" y="2025767"/></a:lnTo><a:lnTo><a:pt x="13523388" y="2001575"/></a:lnTo><a:lnTo><a:pt x="13682158" y="1335200"/></a:lnTo><a:lnTo><a:pt x="13039245" y="1229755"/></a:lnTo><a:lnTo><a:pt x="12739390" y="1197496"/></a:lnTo><a:lnTo><a:pt x="12105863" y="1157575"/></a:lnTo><a:lnTo><a:pt x="12156201" y="1356064"/></a:lnTo><a:lnTo><a:pt x="12149918" y="1387089"/></a:lnTo><a:lnTo><a:pt x="12128123" y="1414957"/></a:lnTo><a:lnTo><a:pt x="12002395" y="1455608"/></a:lnTo><a:lnTo><a:pt x="11904201" y="1114862"/></a:lnTo><a:lnTo><a:pt x="11854949" y="1020872"/></a:lnTo><a:lnTo><a:pt x="11854949" y="967951"/></a:lnTo><a:lnTo><a:pt x="11878606" y="930047"/></a:lnTo><a:lnTo><a:pt x="11922583" y="905754"/></a:lnTo><a:lnTo><a:pt x="11966173" y="901597"/></a:lnTo><a:lnTo><a:pt x="12049630" y="1092640"/></a:lnTo><a:lnTo><a:pt x="12286738" y="1009501"/></a:lnTo><a:lnTo><a:pt x="12419446" y="1009501"/></a:lnTo><a:lnTo><a:pt x="12579690" y="1072513"/></a:lnTo><a:lnTo><a:pt x="12760487" y="1136362"/></a:lnTo><a:lnTo><a:pt x="12877296" y="1154418"/></a:lnTo><a:lnTo><a:pt x="13181572" y="1160810"/></a:lnTo><a:lnTo><a:pt x="13279300" y="1160810"/></a:lnTo><a:lnTo><a:pt x="13346469" y="399623"/></a:lnTo><a:lnTo><a:pt x="12275801" y="283644"/></a:lnTo><a:lnTo><a:pt x="11777232" y="414941"/></a:lnTo><a:lnTo><a:pt x="11872556" y="684307"/></a:lnTo><a:lnTo><a:pt x="11872556" y="708661"/></a:lnTo><a:lnTo><a:pt x="11863248" y="748544"/></a:lnTo><a:lnTo><a:pt x="11822141" y="775776"/></a:lnTo><a:lnTo><a:pt x="11751792" y="807739"/></a:lnTo><a:lnTo><a:pt x="11714872" y="812618"/></a:lnTo><a:lnTo><a:pt x="11682917" y="806258"/></a:lnTo><a:lnTo><a:pt x="11655925" y="779313"/></a:lnTo><a:lnTo><a:pt x="11458917" y="324023"/></a:lnTo><a:lnTo><a:pt x="11337222" y="173452"/></a:lnTo><a:lnTo><a:pt x="11261134" y="115063"/></a:lnTo><a:lnTo><a:pt x="11048691" y="15776"/></a:lnTo><a:lnTo><a:pt x="10850132" y="0"/></a:lnTo><a:lnTo><a:pt x="9894334" y="308200"/></a:lnTo><a:lnTo><a:pt x="9736961" y="342235"/></a:lnTo><a:lnTo><a:pt x="9584706" y="321983"/></a:lnTo><a:lnTo><a:pt x="9322314" y="229281"/></a:lnTo><a:lnTo><a:pt x="9015788" y="136656"/></a:lnTo><a:lnTo><a:pt x="8799623" y="97565"/></a:lnTo><a:lnTo><a:pt x="8559490" y="97565"/></a:lnTo><a:lnTo><a:pt x="7973586" y="262586"/></a:lnTo><a:lnTo><a:pt x="7520081" y="389082"/></a:lnTo></a:path><a:path w="15237460" h="9401810"><a:moveTo><a:pt x="7520081" y="515004"/></a:moveTo><a:lnTo><a:pt x="8093885" y="354970"/></a:lnTo><a:lnTo><a:pt x="8543202" y="253209"/></a:lnTo><a:lnTo><a:pt x="8817772" y="230801"/></a:lnTo><a:lnTo><a:pt x="9010204" y="282326"/></a:lnTo><a:lnTo><a:pt x="9475887" y="444966"/></a:lnTo><a:lnTo><a:pt x="9510712" y="571485"/></a:lnTo><a:lnTo><a:pt x="9724241" y="496831"/></a:lnTo><a:lnTo><a:pt x="9816384" y="841184"/></a:lnTo><a:lnTo><a:pt x="9941414" y="807739"/></a:lnTo><a:lnTo><a:pt x="9999819" y="1026224"/></a:lnTo><a:lnTo><a:pt x="11256403" y="657346"/></a:lnTo><a:lnTo><a:pt x="11214441" y="514453"/></a:lnTo><a:lnTo><a:pt x="11266873" y="479054"/></a:lnTo><a:lnTo><a:pt x="11325588" y="497273"/></a:lnTo><a:lnTo><a:pt x="11604036" y="1090414"/></a:lnTo><a:lnTo><a:pt x="11736202" y="1528850"/></a:lnTo><a:lnTo><a:pt x="11852002" y="2256840"/></a:lnTo><a:lnTo><a:pt x="11895359" y="2659387"/></a:lnTo><a:lnTo><a:pt x="11873719" y="2689667"/></a:lnTo><a:lnTo><a:pt x="11834318" y="2706553"/></a:lnTo><a:lnTo><a:pt x="11748069" y="2713083"/></a:lnTo><a:lnTo><a:pt x="11514917" y="2651569"/></a:lnTo><a:lnTo><a:pt x="11394773" y="2533527"/></a:lnTo><a:lnTo><a:pt x="11315970" y="2376254"/></a:lnTo><a:lnTo><a:pt x="11292469" y="2252822"/></a:lnTo><a:lnTo><a:pt x="11292469" y="2085288"/></a:lnTo><a:lnTo><a:pt x="11089877" y="1492558"/></a:lnTo><a:lnTo><a:pt x="10959960" y="1380993"/></a:lnTo><a:lnTo><a:pt x="10769235" y="1314561"/></a:lnTo><a:lnTo><a:pt x="9949171" y="1561139"/></a:lnTo><a:lnTo><a:pt x="10070633" y="1964911"/></a:lnTo><a:lnTo><a:pt x="10297890" y="1896564"/></a:lnTo><a:lnTo><a:pt x="10422222" y="2310140"/></a:lnTo><a:lnTo><a:pt x="10180694" y="2382770"/></a:lnTo><a:lnTo><a:pt x="10208849" y="2476356"/></a:lnTo><a:lnTo><a:pt x="10256084" y="2462154"/></a:lnTo><a:lnTo><a:pt x="10389025" y="2904251"/></a:lnTo><a:lnTo><a:pt x="10480859" y="2876646"/></a:lnTo><a:lnTo><a:pt x="10584792" y="2617496"/></a:lnTo><a:lnTo><a:pt x="11097555" y="2786279"/></a:lnTo><a:lnTo><a:pt x="10979428" y="3145221"/></a:lnTo><a:lnTo><a:pt x="11139516" y="3208573"/></a:lnTo><a:lnTo><a:pt x="11307671" y="3361185"/></a:lnTo><a:lnTo><a:pt x="11409898" y="3468220"/></a:lnTo><a:lnTo><a:pt x="11605897" y="3627005"/></a:lnTo><a:lnTo><a:pt x="11884423" y="3751989"/></a:lnTo><a:lnTo><a:pt x="13653149" y="4115112"/></a:lnTo><a:lnTo><a:pt x="13726523" y="4155584"/></a:lnTo><a:lnTo><a:pt x="13726523" y="4178852"/></a:lnTo><a:lnTo><a:pt x="13682778" y="4201725"/></a:lnTo></a:path><a:path w="15237460" h="9401810"><a:moveTo><a:pt x="13936716" y="4384268"/></a:moveTo><a:lnTo><a:pt x="13959209" y="4369283"/></a:lnTo><a:lnTo><a:pt x="14002954" y="4369283"/></a:lnTo><a:lnTo><a:pt x="14060273" y="4385454"/></a:lnTo><a:lnTo><a:pt x="14103863" y="4415618"/></a:lnTo><a:lnTo><a:pt x="14305990" y="4626711"/></a:lnTo><a:lnTo><a:pt x="14318942" y="4666563"/></a:lnTo><a:lnTo><a:pt x="14312505" y="4689909"/></a:lnTo><a:lnTo><a:pt x="14274422" y="4715008"/></a:lnTo><a:lnTo><a:pt x="14184372" y="4755309"/></a:lnTo><a:lnTo><a:pt x="12867523" y="5344549"/></a:lnTo><a:lnTo><a:pt x="12564255" y="5437933"/></a:lnTo><a:lnTo><a:pt x="12321485" y="5491219"/></a:lnTo><a:lnTo><a:pt x="12257186" y="5522786"/></a:lnTo><a:lnTo><a:pt x="12309696" y="5747561"/></a:lnTo><a:lnTo><a:pt x="12409829" y="5978076"/></a:lnTo><a:lnTo><a:pt x="12564255" y="5910985"/></a:lnTo><a:lnTo><a:pt x="12595900" y="5910985"/></a:lnTo><a:lnTo><a:pt x="12616377" y="5928591"/></a:lnTo><a:lnTo><a:pt x="12622737" y="5955738"/></a:lnTo><a:lnTo><a:pt x="12603734" y="5981101"/></a:lnTo><a:lnTo><a:pt x="12446283" y="6059516"/></a:lnTo><a:lnTo><a:pt x="12661906" y="6474008"/></a:lnTo><a:lnTo><a:pt x="12885672" y="6357587"/></a:lnTo><a:lnTo><a:pt x="13096331" y="6204169"/></a:lnTo><a:lnTo><a:pt x="13258591" y="6051993"/></a:lnTo><a:lnTo><a:pt x="13440474" y="5881356"/></a:lnTo><a:lnTo><a:pt x="13657881" y="5573357"/></a:lnTo><a:lnTo><a:pt x="13902512" y="5302681"/></a:lnTo><a:lnTo><a:pt x="14092228" y="5113320"/></a:lnTo><a:lnTo><a:pt x="14169558" y="5063208"/></a:lnTo><a:lnTo><a:pt x="14282721" y="4970777"/></a:lnTo><a:lnTo><a:pt x="14357724" y="4909557"/></a:lnTo><a:lnTo><a:pt x="14409613" y="4898667"/></a:lnTo><a:lnTo><a:pt x="14432338" y="4916452"/></a:lnTo><a:lnTo><a:pt x="14420859" y="5003190"/></a:lnTo><a:lnTo><a:pt x="14393480" y="5061269"/></a:lnTo><a:lnTo><a:pt x="14217491" y="5206310"/></a:lnTo><a:lnTo><a:pt x="13988993" y="5412958"/></a:lnTo><a:lnTo><a:pt x="13712329" y="5734764"/></a:lnTo><a:lnTo><a:pt x="13422402" y="6112956"/></a:lnTo><a:lnTo><a:pt x="13151788" y="6404047"/></a:lnTo><a:lnTo><a:pt x="12935700" y="6593842"/></a:lnTo><a:lnTo><a:pt x="12302172" y="7080001"/></a:lnTo><a:lnTo><a:pt x="11778628" y="7379468"/></a:lnTo><a:lnTo><a:pt x="11459848" y="7607346"/></a:lnTo><a:lnTo><a:pt x="11237710" y="7784032"/></a:lnTo><a:lnTo><a:pt x="10717501" y="8260574"/></a:lnTo><a:lnTo><a:pt x="10285247" y="8832206"/></a:lnTo><a:lnTo><a:pt x="10058999" y="9071796"/></a:lnTo><a:lnTo><a:pt x="9928927" y="9191629"/></a:lnTo><a:lnTo><a:pt x="9796296" y="9248405"/></a:lnTo><a:lnTo><a:pt x="9640861" y="9248405"/></a:lnTo><a:lnTo><a:pt x="9460219" y="9199928"/></a:lnTo><a:lnTo><a:pt x="6807052" y="8198136"/></a:lnTo><a:lnTo><a:pt x="6708083" y="8175876"/></a:lnTo><a:lnTo><a:pt x="6557302" y="8175876"/></a:lnTo><a:lnTo><a:pt x="6524571" y="8152840"/></a:lnTo><a:lnTo><a:pt x="6479817" y="8047433"/></a:lnTo><a:lnTo><a:pt x="6456161" y="7871212"/></a:lnTo><a:lnTo><a:pt x="6482920" y="7678548"/></a:lnTo><a:lnTo><a:pt x="6967761" y="6526440"/></a:lnTo><a:lnTo><a:pt x="7180281" y="5802165"/></a:lnTo><a:lnTo><a:pt x="7249234" y="5567307"/></a:lnTo><a:lnTo><a:pt x="7289333" y="5488426"/></a:lnTo><a:lnTo><a:pt x="7464934" y="5432582"/></a:lnTo><a:lnTo><a:pt x="7582208" y="5432582"/></a:lnTo><a:lnTo><a:pt x="7582208" y="5478576"/></a:lnTo><a:lnTo><a:pt x="7549011" y="5544193"/></a:lnTo><a:lnTo><a:pt x="7523183" y="5637501"/></a:lnTo><a:lnTo><a:pt x="8705695" y="6000569"/></a:lnTo><a:lnTo><a:pt x="8916586" y="5313718"/></a:lnTo><a:lnTo><a:pt x="8135148" y="5127801"/></a:lnTo><a:lnTo><a:pt x="8079148" y="5249574"/></a:lnTo><a:lnTo><a:pt x="8042539" y="5284004"/></a:lnTo><a:lnTo><a:pt x="7986306" y="5284004"/></a:lnTo><a:lnTo><a:pt x="7962185" y="5258129"/></a:lnTo><a:lnTo><a:pt x="7962185" y="5210459"/></a:lnTo><a:lnTo><a:pt x="7998561" y="5164488"/></a:lnTo><a:lnTo><a:pt x="8150971" y="5064262"/></a:lnTo><a:lnTo><a:pt x="8319203" y="4993696"/></a:lnTo><a:lnTo><a:pt x="8793495" y="4906873"/></a:lnTo><a:lnTo><a:pt x="9468053" y="4818065"/></a:lnTo><a:lnTo><a:pt x="9684994" y="4799574"/></a:lnTo><a:lnTo><a:pt x="9943121" y="4835881"/></a:lnTo><a:lnTo><a:pt x="10529878" y="4979340"/></a:lnTo><a:lnTo><a:pt x="11256945" y="5226328"/></a:lnTo><a:lnTo><a:pt x="11548346" y="5278093"/></a:lnTo><a:lnTo><a:pt x="12054284" y="5278093"/></a:lnTo><a:lnTo><a:pt x="12613972" y="5200787"/></a:lnTo><a:lnTo><a:pt x="13288918" y="4918609"/></a:lnTo><a:lnTo><a:pt x="13936716" y="4384268"/></a:lnTo></a:path><a:path w="15237460" h="9401810"><a:moveTo><a:pt x="13682778" y="4201725"/></a:moveTo><a:lnTo><a:pt x="13273560" y="4496725"/></a:lnTo><a:lnTo><a:pt x="12929728" y="4292008"/></a:lnTo><a:lnTo><a:pt x="12408588" y="4386486"/></a:lnTo><a:lnTo><a:pt x="12086162" y="4355546"/></a:lnTo><a:lnTo><a:pt x="11492502" y="4155723"/></a:lnTo><a:lnTo><a:pt x="10790952" y="3867285"/></a:lnTo><a:lnTo><a:pt x="10456892" y="3810936"/></a:lnTo><a:lnTo><a:pt x="9632562" y="3810936"/></a:lnTo><a:lnTo><a:pt x="8854382" y="3886513"/></a:lnTo><a:lnTo><a:pt x="8290970" y="4052317"/></a:lnTo><a:lnTo><a:pt x="7508679" y="4431410"/></a:lnTo><a:lnTo><a:pt x="7588258" y="4211769"/></a:lnTo><a:lnTo><a:pt x="7634019" y="4008363"/></a:lnTo><a:lnTo><a:pt x="7634019" y="3782766"/></a:lnTo><a:lnTo><a:pt x="7607338" y="3701760"/></a:lnTo></a:path><a:path w="15237460" h="9401810"><a:moveTo><a:pt x="7415759" y="3119695"/></a:moveTo><a:lnTo><a:pt x="7276070" y="3165674"/></a:lnTo><a:lnTo><a:pt x="7133123" y="2647993"/></a:lnTo><a:lnTo><a:pt x="7074874" y="2664095"/></a:lnTo><a:lnTo><a:pt x="7057267" y="2600393"/></a:lnTo><a:lnTo><a:pt x="7283361" y="2537979"/></a:lnTo><a:lnTo><a:pt x="6664183" y="2353862"/></a:lnTo><a:lnTo><a:pt x="6507817" y="2353862"/></a:lnTo><a:lnTo><a:pt x="6288472" y="2404890"/></a:lnTo><a:lnTo><a:pt x="6055630" y="2522056"/></a:lnTo><a:lnTo><a:pt x="5825977" y="2662047"/></a:lnTo><a:lnTo><a:pt x="5737734" y="2697051"/></a:lnTo><a:lnTo><a:pt x="5524113" y="2710888"/></a:lnTo><a:lnTo><a:pt x="5230571" y="2681136"/></a:lnTo><a:lnTo><a:pt x="4863710" y="2623429"/></a:lnTo><a:lnTo><a:pt x="4757977" y="2606792"/></a:lnTo><a:lnTo><a:pt x="4534505" y="2397444"/></a:lnTo><a:lnTo><a:pt x="3923238" y="2216228"/></a:lnTo><a:lnTo><a:pt x="3749360" y="2196621"/></a:lnTo><a:lnTo><a:pt x="3749360" y="2151014"/></a:lnTo><a:lnTo><a:pt x="3756007" y="2134625"/></a:lnTo><a:lnTo><a:pt x="3699937" y="2111907"/></a:lnTo><a:lnTo><a:pt x="3726394" y="2062725"/></a:lnTo><a:lnTo><a:pt x="3664003" y="2038270"/></a:lnTo><a:lnTo><a:pt x="3628758" y="2099606"/></a:lnTo><a:lnTo><a:pt x="3593406" y="2085241"/></a:lnTo><a:lnTo><a:pt x="3619854" y="2000869"/></a:lnTo></a:path><a:path w="15237460" h="9401810"><a:moveTo><a:pt x="3619854" y="2000869"/></a:moveTo><a:lnTo><a:pt x="3583330" y="1954929"/></a:lnTo><a:lnTo><a:pt x="3607002" y="1942457"/></a:lnTo></a:path><a:path w="15237460" h="9401810"><a:moveTo><a:pt x="2847716" y="2342321"/></a:moveTo><a:lnTo><a:pt x="2958304" y="2552320"/></a:lnTo><a:lnTo><a:pt x="3047244" y="2505481"/></a:lnTo><a:lnTo><a:pt x="3225947" y="2505481"/></a:lnTo><a:lnTo><a:pt x="3466770" y="2573968"/></a:lnTo><a:lnTo><a:pt x="3412554" y="3034291"/></a:lnTo><a:lnTo><a:pt x="3362984" y="3021525"/></a:lnTo><a:lnTo><a:pt x="3167970" y="4040823"/></a:lnTo><a:lnTo><a:pt x="3202081" y="4117322"/></a:lnTo><a:lnTo><a:pt x="3202081" y="4240708"/></a:lnTo><a:lnTo><a:pt x="3126365" y="4347891"/></a:lnTo><a:lnTo><a:pt x="3019454" y="4428726"/></a:lnTo><a:lnTo><a:pt x="2874816" y="4455276"/></a:lnTo><a:lnTo><a:pt x="2691606" y="4392699"/></a:lnTo><a:lnTo><a:pt x="2608576" y="4282785"/></a:lnTo><a:lnTo><a:pt x="2583151" y="4131338"/></a:lnTo><a:lnTo><a:pt x="2634598" y="3979735"/></a:lnTo><a:lnTo><a:pt x="2479722" y="2822904"/></a:lnTo><a:lnTo><a:pt x="2728293" y="2682369"/></a:lnTo></a:path><a:path w="15237460" h="9401810"><a:moveTo><a:pt x="3346727" y="4881619"/></a:moveTo><a:lnTo><a:pt x="3585688" y="4965231"/></a:lnTo><a:lnTo><a:pt x="3615627" y="4944708"/></a:lnTo><a:lnTo><a:pt x="3636825" y="4836943"/></a:lnTo><a:lnTo><a:pt x="5436848" y="5190929"/></a:lnTo><a:lnTo><a:pt x="6428704" y="5416914"/></a:lnTo><a:lnTo><a:pt x="6404892" y="5572426"/></a:lnTo><a:lnTo><a:pt x="6489513" y="5585379"/></a:lnTo><a:lnTo><a:pt x="6489513" y="5635562"/></a:lnTo><a:lnTo><a:pt x="6521158" y="5690398"/></a:lnTo><a:lnTo><a:pt x="6563429" y="5711960"/></a:lnTo><a:lnTo><a:pt x="6639130" y="5696603"/></a:lnTo><a:lnTo><a:pt x="6679928" y="5649368"/></a:lnTo><a:lnTo><a:pt x="6720725" y="5320574"/></a:lnTo><a:lnTo><a:pt x="6756249" y="4774452"/></a:lnTo><a:lnTo><a:pt x="6623307" y="4228220"/></a:lnTo><a:lnTo><a:pt x="6417923" y="3763391"/></a:lnTo><a:lnTo><a:pt x="6172827" y="3437591"/></a:lnTo><a:lnTo><a:pt x="5869830" y="3123387"/></a:lnTo><a:lnTo><a:pt x="5785241" y="3060887"/></a:lnTo><a:lnTo><a:pt x="5702467" y="3020400"/></a:lnTo><a:lnTo><a:pt x="5528541" y="2988429"/></a:lnTo><a:lnTo><a:pt x="4420892" y="2784821"/></a:lnTo><a:lnTo><a:pt x="3555687" y="2616557"/></a:lnTo><a:lnTo><a:pt x="3577304" y="2485229"/></a:lnTo><a:lnTo><a:pt x="3218214" y="2426119"/></a:lnTo><a:lnTo><a:pt x="3103484" y="2426119"/></a:lnTo><a:lnTo><a:pt x="3036068" y="2447542"/></a:lnTo><a:lnTo><a:pt x="2983488" y="2344803"/></a:lnTo><a:lnTo><a:pt x="3285911" y="2190036"/></a:lnTo><a:lnTo><a:pt x="3259834" y="2125287"/></a:lnTo><a:lnTo><a:pt x="3583330" y="1954929"/></a:lnTo></a:path><a:path w="15237460" h="9401810"><a:moveTo><a:pt x="3199041" y="5744149"/></a:moveTo><a:lnTo><a:pt x="3334488" y="5784946"/></a:lnTo><a:lnTo><a:pt x="3438731" y="5784946"/></a:lnTo><a:lnTo><a:pt x="3568632" y="5914397"/></a:lnTo><a:lnTo><a:pt x="3948671" y="6076657"/></a:lnTo><a:lnTo><a:pt x="3905578" y="6262574"/></a:lnTo><a:lnTo><a:pt x="4514882" y="6403814"/></a:lnTo><a:lnTo><a:pt x="5154374" y="6577631"/></a:lnTo><a:lnTo><a:pt x="5174835" y="6611991"/></a:lnTo><a:lnTo><a:pt x="5174835" y="6669697"/></a:lnTo><a:lnTo><a:pt x="5102586" y="6927824"/></a:lnTo><a:lnTo><a:pt x="5181435" y="7256377"/></a:lnTo><a:lnTo><a:pt x="6049813" y="7544443"/></a:lnTo><a:lnTo><a:pt x="6109614" y="7364266"/></a:lnTo><a:lnTo><a:pt x="6152428" y="7364266"/></a:lnTo><a:lnTo><a:pt x="6187719" y="7405141"/></a:lnTo><a:lnTo><a:pt x="6162046" y="7565074"/></a:lnTo><a:lnTo><a:pt x="6132417" y="7850193"/></a:lnTo><a:lnTo><a:pt x="6132417" y="8017572"/></a:lnTo><a:lnTo><a:pt x="6203076" y="8266468"/></a:lnTo><a:lnTo><a:pt x="6231774" y="8367609"/></a:lnTo><a:lnTo><a:pt x="5692632" y="9278266"/></a:lnTo><a:lnTo><a:pt x="5609446" y="9352803"/></a:lnTo><a:lnTo><a:pt x="5515302" y="9401745"/></a:lnTo><a:lnTo><a:pt x="5382205" y="9401745"/></a:lnTo><a:lnTo><a:pt x="5178093" y="9282455"/></a:lnTo><a:lnTo><a:pt x="4422521" y="8819564"/></a:lnTo><a:lnTo><a:pt x="2925037" y="7927057"/></a:lnTo><a:lnTo><a:pt x="1967200" y="7332931"/></a:lnTo><a:lnTo><a:pt x="1027410" y="6687381"/></a:lnTo><a:lnTo><a:pt x="588075" y="6296236"/></a:lnTo><a:lnTo><a:pt x="282543" y="5865921"/></a:lnTo><a:lnTo><a:pt x="0" y="4971304"/></a:lnTo><a:lnTo><a:pt x="0" y="3959584"/></a:lnTo><a:lnTo><a:pt x="158048" y="3135060"/></a:lnTo><a:lnTo><a:pt x="304733" y="2830706"/></a:lnTo><a:lnTo><a:pt x="593730" y="2545821"/></a:lnTo><a:lnTo><a:pt x="899154" y="2334565"/></a:lnTo><a:lnTo><a:pt x="1365853" y="2115312"/></a:lnTo><a:lnTo><a:pt x="1406216" y="2201235"/></a:lnTo><a:lnTo><a:pt x="2090865" y="1850833"/></a:lnTo></a:path><a:path w="15237460" h="9401810"><a:moveTo><a:pt x="1819009" y="2201235"/></a:moveTo><a:lnTo><a:pt x="2566188" y="1807747"/></a:lnTo><a:lnTo><a:pt x="2847716" y="2342321"/></a:lnTo></a:path><a:path w="15237460" h="9401810"><a:moveTo><a:pt x="3204199" y="5747561"/></a:moveTo><a:lnTo><a:pt x="3124721" y="5747561"/></a:lnTo><a:lnTo><a:pt x="3046189" y="5552415"/></a:lnTo><a:lnTo><a:pt x="2950796" y="5191581"/></a:lnTo><a:lnTo><a:pt x="2676117" y="6316402"/></a:lnTo><a:lnTo><a:pt x="1313436" y="5915871"/></a:lnTo><a:lnTo><a:pt x="1642819" y="4795184"/></a:lnTo><a:lnTo><a:pt x="2862623" y="5153699"/></a:lnTo><a:lnTo><a:pt x="2954224" y="4842055"/></a:lnTo><a:lnTo><a:pt x="2754525" y="4872281"/></a:lnTo><a:lnTo><a:pt x="2619458" y="4845219"/></a:lnTo><a:lnTo><a:pt x="2487517" y="4749717"/></a:lnTo><a:lnTo><a:pt x="2383537" y="4607825"/></a:lnTo><a:lnTo><a:pt x="2343391" y="4467321"/></a:lnTo><a:lnTo><a:pt x="2327336" y="4300555"/></a:lnTo><a:lnTo><a:pt x="1260058" y="4403325"/></a:lnTo><a:lnTo><a:pt x="1353086" y="5002058"/></a:lnTo><a:lnTo><a:pt x="576108" y="5088997"/></a:lnTo><a:lnTo><a:pt x="517215" y="4562684"/></a:lnTo><a:lnTo><a:pt x="485647" y="4280567"/></a:lnTo><a:lnTo><a:pt x="424598" y="4287400"/></a:lnTo><a:lnTo><a:pt x="406696" y="4127382"/></a:lnTo><a:lnTo><a:pt x="502889" y="4116616"/></a:lnTo><a:lnTo><a:pt x="462626" y="3756806"/></a:lnTo><a:lnTo><a:pt x="707746" y="3729372"/></a:lnTo><a:lnTo><a:pt x="726206" y="3849896"/></a:lnTo><a:lnTo><a:pt x="803776" y="3849896"/></a:lnTo><a:lnTo><a:pt x="803776" y="3770782"/></a:lnTo><a:lnTo><a:pt x="700618" y="3700689"/></a:lnTo><a:lnTo><a:pt x="609583" y="3615433"/></a:lnTo><a:lnTo><a:pt x="570298" y="3530037"/></a:lnTo><a:lnTo><a:pt x="570298" y="3424863"/></a:lnTo><a:lnTo><a:pt x="621016" y="3312964"/></a:lnTo><a:lnTo><a:pt x="754097" y="3208155"/></a:lnTo><a:lnTo><a:pt x="826238" y="3125341"/></a:lnTo><a:lnTo><a:pt x="767360" y="2844784"/></a:lnTo><a:lnTo><a:pt x="767360" y="2751709"/></a:lnTo><a:lnTo><a:pt x="818481" y="2687721"/></a:lnTo><a:lnTo><a:pt x="1800790" y="2172018"/></a:lnTo><a:lnTo><a:pt x="1819009" y="2201235"/></a:lnTo><a:lnTo><a:pt x="1764072" y="2230166"/></a:lnTo><a:lnTo><a:pt x="2080603" y="2760970"/></a:lnTo><a:lnTo><a:pt x="2609530" y="2472307"/></a:lnTo></a:path><a:path w="15237460" h="9401810"><a:moveTo><a:pt x="3346727" y="4881619"/></a:moveTo><a:lnTo><a:pt x="3222581" y="5299136"/></a:lnTo><a:lnTo><a:pt x="3174942" y="5398066"/></a:lnTo><a:lnTo><a:pt x="3124721" y="5398066"/></a:lnTo><a:lnTo><a:pt x="3091005" y="5229245"/></a:lnTo><a:lnTo><a:pt x="3041427" y="4980984"/></a:lnTo><a:lnTo><a:pt x="3064572" y="4779408"/></a:lnTo><a:lnTo><a:pt x="3176300" y="4676778"/></a:lnTo><a:lnTo><a:pt x="3219099" y="4539981"/></a:lnTo><a:lnTo><a:pt x="3219099" y="4445976"/></a:lnTo><a:lnTo><a:pt x="5829040" y="4876291"/></a:lnTo><a:lnTo><a:pt x="6109071" y="3464870"/></a:lnTo><a:lnTo><a:pt x="4852518" y="3271213"/></a:lnTo><a:lnTo><a:pt x="4852518" y="3162315"/></a:lnTo><a:lnTo><a:pt x="3557518" y="2871566"/></a:lnTo><a:lnTo><a:pt x="3557518" y="2634226"/></a:lnTo><a:lnTo><a:pt x="3555687" y="2616557"/></a:lnTo></a:path><a:path w="15237460" h="9401810"><a:moveTo><a:pt x="2609530" y="2472307"/></a:moveTo><a:lnTo><a:pt x="2847716" y="2342321"/></a:lnTo></a:path><a:path w="15237460" h="9401810"><a:moveTo><a:pt x="2609530" y="2472307"/></a:moveTo><a:lnTo><a:pt x="2728293" y="2682369"/></a:lnTo><a:lnTo><a:pt x="2958304" y="2552320"/></a:lnTo></a:path><a:path w="15237460" h="9401810"><a:moveTo><a:pt x="10389025" y="2904251"/></a:moveTo><a:lnTo><a:pt x="10399574" y="2934585"/></a:lnTo><a:lnTo><a:pt x="10277336" y="2971024"/></a:lnTo><a:lnTo><a:pt x="10319995" y="3119540"/></a:lnTo><a:lnTo><a:pt x="9827010" y="3260897"/></a:lnTo><a:lnTo><a:pt x="9775199" y="3080169"/></a:lnTo><a:lnTo><a:pt x="7607338" y="3701760"/></a:lnTo><a:lnTo><a:pt x="7415759" y="3119695"/></a:lnTo></a:path><a:path w="15237460" h="9401810"><a:moveTo><a:pt x="7502009" y="1041108"/></a:moveTo><a:lnTo><a:pt x="7243029" y="952881"/></a:lnTo><a:lnTo><a:pt x="7392181" y="515004"/></a:lnTo><a:lnTo><a:pt x="7287317" y="515004"/></a:lnTo></a:path><a:path w="15237460" h="9401810"><a:moveTo><a:pt x="7360768" y="835499"/></a:moveTo><a:lnTo><a:pt x="7525510" y="891615"/></a:lnTo><a:lnTo><a:pt x="7487970" y="1001745"/></a:lnTo><a:lnTo><a:pt x="7319738" y="944427"/></a:lnTo><a:lnTo><a:pt x="7360768" y="835499"/></a:lnTo></a:path><a:path w="15237460" h="9401810"><a:moveTo><a:pt x="7487970" y="1001745"/></a:moveTo><a:lnTo><a:pt x="7742141" y="1088305"/></a:lnTo></a:path><a:path w="15237460" h="9401810"><a:moveTo><a:pt x="7804268" y="1109479"/></a:moveTo><a:lnTo><a:pt x="8021364" y="1587424"/></a:lnTo><a:lnTo><a:pt x="7989719" y="1666266"/></a:lnTo></a:path><a:path w="15237460" h="9401810"><a:moveTo><a:pt x="7886872" y="1831241"/></a:moveTo><a:lnTo><a:pt x="7921464" y="1836166"/></a:lnTo><a:lnTo><a:pt x="7984755" y="1678552"/></a:lnTo><a:lnTo><a:pt x="7773166" y="1794872"/></a:lnTo></a:path><a:path w="15237460" h="9401810"><a:moveTo><a:pt x="7921464" y="1836166"/></a:moveTo><a:lnTo><a:pt x="8016478" y="1871837"/></a:lnTo><a:lnTo><a:pt x="9558878" y="1419378"/></a:lnTo><a:lnTo><a:pt x="9634656" y="1795275"/></a:lnTo><a:lnTo><a:pt x="9672041" y="1787729"/></a:lnTo><a:lnTo><a:pt x="9718734" y="1942814"/></a:lnTo><a:lnTo><a:pt x="9992373" y="1860505"/></a:lnTo><a:lnTo><a:pt x="10189070" y="2486493"/></a:lnTo><a:lnTo><a:pt x="10208849" y="2476356"/></a:lnTo></a:path><a:path w="15237460" h="9401810"><a:moveTo><a:pt x="7616102" y="923803"/></a:moveTo><a:lnTo><a:pt x="7599737" y="960854"/></a:lnTo></a:path><a:path w="15237460" h="9401810"><a:moveTo><a:pt x="7583449" y="997898"/></a:moveTo><a:lnTo><a:pt x="7768745" y="1050640"/></a:lnTo></a:path><a:path w="15237460" h="9401810"><a:moveTo><a:pt x="7768745" y="1050640"/></a:moveTo><a:lnTo><a:pt x="7742141" y="1088305"/></a:lnTo><a:lnTo><a:pt x="7804268" y="1109479"/></a:lnTo></a:path><a:path w="15237460" h="9401810"><a:moveTo><a:pt x="8842592" y="1088305"/></a:moveTo><a:lnTo><a:pt x="8726326" y="690744"/></a:lnTo><a:lnTo><a:pt x="8636975" y="716875"/></a:lnTo><a:lnTo><a:pt x="8622859" y="668639"/></a:lnTo><a:lnTo><a:pt x="8085974" y="825710"/></a:lnTo><a:lnTo><a:pt x="8100633" y="875730"/></a:lnTo><a:lnTo><a:pt x="8012212" y="901605"/></a:lnTo><a:lnTo><a:pt x="8066816" y="1088305"/></a:lnTo><a:lnTo><a:pt x="7599737" y="960854"/></a:lnTo><a:lnTo><a:pt x="7583449" y="997898"/></a:lnTo></a:path><a:path w="15237460" h="9401810"><a:moveTo><a:pt x="9413061" y="921406"/></a:moveTo><a:lnTo><a:pt x="8842592" y="1088305"/></a:lnTo><a:lnTo><a:pt x="8932797" y="1396451"/></a:lnTo><a:lnTo><a:pt x="8211857" y="1607358"/></a:lnTo><a:lnTo><a:pt x="8066816" y="1088305"/></a:lnTo></a:path><a:path w="15237460" h="9401810"><a:moveTo><a:pt x="9558878" y="1419378"/></a:moveTo><a:lnTo><a:pt x="9413061" y="921406"/></a:lnTo><a:lnTo><a:pt x="9583155" y="871650"/></a:lnTo><a:lnTo><a:pt x="9510712" y="571485"/></a:lnTo></a:path><a:path w="15237460" h="9401810"><a:moveTo><a:pt x="11089877" y="1492558"/></a:moveTo><a:lnTo><a:pt x="11064824" y="1419378"/></a:lnTo><a:lnTo><a:pt x="11398651" y="1305292"/></a:lnTo><a:lnTo><a:pt x="11626839" y="1972877"/></a:lnTo><a:lnTo><a:pt x="11292469" y="2085288"/></a:lnTo></a:path><a:path w="15237460" h="9401810"><a:moveTo><a:pt x="9353571" y="8709969"/></a:moveTo><a:lnTo><a:pt x="9721138" y="9056826"/></a:lnTo><a:lnTo><a:pt x="10923971" y="7782171"/></a:lnTo><a:lnTo><a:pt x="10523906" y="7404676"/></a:lnTo><a:lnTo><a:pt x="10401901" y="7533972"/></a:lnTo><a:lnTo><a:pt x="10299674" y="7437485"/></a:lnTo><a:lnTo><a:pt x="9789936" y="7977705"/></a:lnTo><a:lnTo><a:pt x="9905658" y="8086912"/></a:lnTo><a:lnTo><a:pt x="9353571" y="8709969"/></a:lnTo></a:path><a:path w="15237460" h="9401810"><a:moveTo><a:pt x="6504792" y="7926126"/></a:moveTo><a:lnTo><a:pt x="9182857" y="8919852"/></a:lnTo><a:lnTo><a:pt x="9980661" y="6769675"/></a:lnTo><a:lnTo><a:pt x="11314031" y="7264444"/></a:lnTo><a:lnTo><a:pt x="11605432" y="6479050"/></a:lnTo><a:lnTo><a:pt x="10521657" y="6076968"/></a:lnTo><a:lnTo><a:pt x="8979722" y="5504869"/></a:lnTo><a:lnTo><a:pt x="8742072" y="6145300"/></a:lnTo><a:lnTo><a:pt x="7346807" y="5669068"/></a:lnTo><a:lnTo><a:pt x="6504792" y="7926126"/></a:lnTo></a:path><a:path w="15237460" h="9401810"><a:moveTo><a:pt x="6424981" y="5976214"/></a:moveTo><a:lnTo><a:pt x="6385657" y="6145765"/></a:lnTo></a:path><a:path w="15237460" h="9401810"><a:moveTo><a:pt x="6346256" y="6315316"/></a:moveTo><a:lnTo><a:pt x="6360294" y="6368368"/></a:lnTo><a:lnTo><a:pt x="6390078" y="6404202"/></a:lnTo><a:lnTo><a:pt x="6446233" y="6426695"/></a:lnTo><a:lnTo><a:pt x="6519452" y="6413277"/></a:lnTo><a:lnTo><a:pt x="6565911" y="6356269"/></a:lnTo><a:lnTo><a:pt x="6585147" y="6278552"/></a:lnTo><a:lnTo><a:pt x="6611208" y="6018331"/></a:lnTo><a:lnTo><a:pt x="6580183" y="5963184"/></a:lnTo><a:lnTo><a:pt x="6535197" y="5936813"/></a:lnTo><a:lnTo><a:pt x="6481214" y="5936813"/></a:lnTo><a:lnTo><a:pt x="6424981" y="5976214"/></a:lnTo></a:path><a:path w="15237460" h="9401810"><a:moveTo><a:pt x="6869179" y="6337809"/></a:moveTo><a:lnTo><a:pt x="6978232" y="6085810"/></a:lnTo><a:lnTo><a:pt x="6950542" y="6024768"/></a:lnTo><a:lnTo><a:pt x="6876625" y="6005921"/></a:lnTo><a:lnTo><a:pt x="6805113" y="6029810"/></a:lnTo><a:lnTo><a:pt x="6777191" y="6179815"/></a:lnTo><a:lnTo><a:pt x="6763152" y="6351460"/></a:lnTo><a:lnTo><a:pt x="6770443" y="6381321"/></a:lnTo><a:lnTo><a:pt x="6788902" y="6393886"/></a:lnTo><a:lnTo><a:pt x="6822409" y="6393886"/></a:lnTo><a:lnTo><a:pt x="6851418" y="6367670"/></a:lnTo><a:lnTo><a:pt x="6869179" y="6337809"/></a:lnTo></a:path><a:path w="15237460" h="9401810"><a:moveTo><a:pt x="7031905" y="5462753"/></a:moveTo><a:lnTo><a:pt x="7055483" y="5714830"/></a:lnTo><a:lnTo><a:pt x="7040747" y="5744924"/></a:lnTo><a:lnTo><a:pt x="6983428" y="5789367"/></a:lnTo><a:lnTo><a:pt x="6916415" y="5789367"/></a:lnTo><a:lnTo><a:pt x="6878797" y="5757412"/></a:lnTo><a:lnTo><a:pt x="6859174" y="5703118"/></a:lnTo><a:lnTo><a:pt x="6878099" y="5584526"/></a:lnTo><a:lnTo><a:pt x="6919052" y="5433667"/></a:lnTo><a:lnTo><a:pt x="6944802" y="5406753"/></a:lnTo><a:lnTo><a:pt x="6968536" y="5398532"/></a:lnTo><a:lnTo><a:pt x="6995450" y="5398532"/></a:lnTo><a:lnTo><a:pt x="7011894" y="5416294"/></a:lnTo><a:lnTo><a:pt x="7031905" y="5462753"/></a:lnTo></a:path><a:path w="15237460" h="9401810"><a:moveTo><a:pt x="6369214" y="6685132"/></a:moveTo><a:lnTo><a:pt x="6325624" y="6876090"/></a:lnTo></a:path><a:path w="15237460" h="9401810"><a:moveTo><a:pt x="6282112" y="7067126"/></a:moveTo><a:lnTo><a:pt x="6278311" y="7119092"/></a:lnTo><a:lnTo><a:pt x="6289635" y="7138328"/></a:lnTo><a:lnTo><a:pt x="6309181" y="7149186"/></a:lnTo><a:lnTo><a:pt x="6339895" y="7149186"/></a:lnTo><a:lnTo><a:pt x="6370067" y="7124366"/></a:lnTo><a:lnTo><a:pt x="6412416" y="7019037"/></a:lnTo><a:lnTo><a:pt x="6512316" y="6718717"/></a:lnTo><a:lnTo><a:pt x="6491219" y="6666052"/></a:lnTo><a:lnTo><a:pt x="6441890" y="6641930"/></a:lnTo><a:lnTo><a:pt x="6393413" y="6651005"/></a:lnTo><a:lnTo><a:pt x="6369214" y="6685132"/></a:lnTo></a:path><a:path w="15237460" h="9401810"><a:moveTo><a:pt x="6076882" y="7999655"/></a:moveTo><a:lnTo><a:pt x="5441625" y="9032705"/></a:lnTo><a:lnTo><a:pt x="5293854" y="9071020"/></a:lnTo><a:lnTo><a:pt x="4260603" y="8421903"/></a:lnTo><a:lnTo><a:pt x="4260603" y="8329604"/></a:lnTo><a:lnTo><a:pt x="3188733" y="7656287"/></a:lnTo><a:lnTo><a:pt x="3149913" y="7561584"/></a:lnTo><a:lnTo><a:pt x="3410010" y="7109862"/></a:lnTo><a:lnTo><a:pt x="3520427" y="7079691"/></a:lnTo><a:lnTo><a:pt x="3569928" y="6986849"/></a:lnTo><a:lnTo><a:pt x="3520978" y="6938450"/></a:lnTo><a:lnTo><a:pt x="3839968" y="6422197"/></a:lnTo><a:lnTo><a:pt x="3948671" y="6392723"/></a:lnTo><a:lnTo><a:pt x="4965859" y="6994838"/></a:lnTo><a:lnTo><a:pt x="5006773" y="7246604"/></a:lnTo><a:lnTo><a:pt x="6026932" y="7856475"/></a:lnTo><a:lnTo><a:pt x="6076882" y="7999655"/></a:lnTo></a:path><a:path w="15237460" h="9401810"><a:moveTo><a:pt x="3277270" y="6002508"/></a:moveTo><a:lnTo><a:pt x="3703489" y="6256369"/></a:lnTo><a:lnTo><a:pt x="3543688" y="6580191"/></a:lnTo><a:lnTo><a:pt x="3646605" y="6660157"/></a:lnTo><a:lnTo><a:pt x="3484252" y="6929608"/></a:lnTo><a:lnTo><a:pt x="3189229" y="6982350"/></a:lnTo><a:lnTo><a:pt x="2982480" y="6920068"/></a:lnTo><a:lnTo><a:pt x="2705529" y="6793797"/></a:lnTo><a:lnTo><a:pt x="3195597" y="5969854"/></a:lnTo><a:lnTo><a:pt x="3277270" y="6002508"/></a:lnTo></a:path><a:path w="15237460" h="9401810"><a:moveTo><a:pt x="3535242" y="5470587"/></a:moveTo><a:lnTo><a:pt x="4387797" y="5727628"/></a:lnTo><a:lnTo><a:pt x="6385657" y="6145765"/></a:lnTo><a:lnTo><a:pt x="6346256" y="6315316"/></a:lnTo></a:path><a:path w="15237460" h="9401810"><a:moveTo><a:pt x="3529626" y="5468958"/></a:moveTo><a:lnTo><a:pt x="3619823" y="5282003"/></a:lnTo></a:path><a:path w="15237460" h="9401810"><a:moveTo><a:pt x="3529626" y="5482221"/></a:moveTo><a:lnTo><a:pt x="3475883" y="5622143"/></a:lnTo></a:path><a:path w="15237460" h="9401810"><a:moveTo><a:pt x="3529626" y="5482221"/></a:moveTo><a:lnTo><a:pt x="3535242" y="5470587"/></a:lnTo><a:lnTo><a:pt x="3529626" y="5468958"/></a:lnTo></a:path><a:path w="15237460" h="9401810"><a:moveTo><a:pt x="10537479" y="1887008"/></a:moveTo><a:lnTo><a:pt x="10551130" y="1843504"/></a:lnTo><a:lnTo><a:pt x="10598288" y="1772015"/></a:lnTo><a:lnTo><a:pt x="10667551" y="1730162"/></a:lnTo><a:lnTo><a:pt x="10785833" y="1715379"/></a:lnTo><a:lnTo><a:pt x="10864714" y="1746217"/></a:lnTo><a:lnTo><a:pt x="10945999" y="1833296"/></a:lnTo><a:lnTo><a:pt x="11002697" y="1982991"/></a:lnTo><a:lnTo><a:pt x="11013090" y="2086723"/></a:lnTo><a:lnTo><a:pt x="10975240" y="2179844"/></a:lnTo><a:lnTo><a:pt x="10895506" y="2252636"/></a:lnTo><a:lnTo><a:pt x="10806697" y="2280488"/></a:lnTo><a:lnTo><a:pt x="10708194" y="2265472"/></a:lnTo><a:lnTo><a:pt x="10629313" y="2217873"/></a:lnTo><a:lnTo><a:pt x="10561834" y="2073739"/></a:lnTo><a:lnTo><a:pt x="10531197" y="1961507"/></a:lnTo><a:lnTo><a:pt x="10537479" y="1887008"/></a:lnTo></a:path><a:path w="15237460" h="9401810"><a:moveTo><a:pt x="5912776" y="6758816"/></a:moveTo><a:lnTo><a:pt x="5923271" y="6712279"/></a:lnTo><a:lnTo><a:pt x="5979301" y="6635648"/></a:lnTo><a:lnTo><a:pt x="6065713" y="6612922"/></a:lnTo><a:lnTo><a:pt x="6144904" y="6647825"/></a:lnTo><a:lnTo><a:pt x="6168250" y="6691260"/></a:lnTo><a:lnTo><a:pt x="6135985" y="6832888"/></a:lnTo><a:lnTo><a:pt x="6325624" y="6876090"/></a:lnTo><a:lnTo><a:pt x="6282112" y="7067126"/></a:lnTo></a:path><a:path w="15237460" h="9401810"><a:moveTo><a:pt x="5391132" y="6488590"/></a:moveTo><a:lnTo><a:pt x="5359689" y="6653177"/></a:lnTo><a:lnTo><a:pt x="5912776" y="6758816"/></a:lnTo><a:lnTo><a:pt x="5878424" y="6911148"/></a:lnTo><a:lnTo><a:pt x="5912776" y="7006627"/></a:lnTo><a:lnTo><a:pt x="6004439" y="7031214"/></a:lnTo><a:lnTo><a:pt x="6075098" y="7031214"/></a:lnTo><a:lnTo><a:pt x="6135985" y="6832888"/></a:lnTo></a:path><a:path w="15237460" h="9401810"><a:moveTo><a:pt x="5359689" y="6653177"/></a:moveTo><a:lnTo><a:pt x="5319504" y="6863447"/></a:lnTo></a:path></a:pathLst></a:custGeom><a:ln w="3878"><a:solidFill><a:srgbClr val="000000"/></a:solidFill></a:ln></p:spPr><p:txBody><a:bodyPr wrap="square" lIns="0" tIns="0" rIns="0" bIns="0" rtlCol="0"/><a:lstStyle/><a:p/></p:txBody></p:sp><p:sp><p:nvSpPr><p:cNvPr id="42" name="object 42"/><p:cNvSpPr/><p:nvPr/></p:nvSpPr><p:spPr><a:xfrm><a:off x="6138559" y="3729527"/><a:ext cx="407034" cy="78740"/></a:xfrm><a:custGeom><a:avLst/><a:gdLst/><a:ahLst/><a:cxnLst/><a:rect l="l" t="t" r="r" b="b"/><a:pathLst><a:path w="407034" h="78739"><a:moveTo><a:pt x="0" y="0"/></a:moveTo><a:lnTo><a:pt x="406797" y="75491"/></a:lnTo><a:lnTo><a:pt x="406161" y="78298"/></a:lnTo></a:path></a:pathLst></a:custGeom><a:ln w="3878"><a:solidFill><a:srgbClr val="FF0000"/></a:solidFill></a:ln></p:spPr><p:txBody><a:bodyPr wrap="square" lIns="0" tIns="0" rIns="0" bIns="0" rtlCol="0"/><a:lstStyle/><a:p/></p:txBody></p:sp><p:sp><p:nvSpPr><p:cNvPr id="43" name="object 43"/><p:cNvSpPr/><p:nvPr/></p:nvSpPr><p:spPr><a:xfrm><a:off x="6437570" y="3841271"/><a:ext cx="104775" cy="62230"/></a:xfrm><a:custGeom><a:avLst/><a:gdLst/><a:ahLst/><a:cxnLst/><a:rect l="l" t="t" r="r" b="b"/><a:pathLst><a:path w="104775" h="62229"><a:moveTo><a:pt x="8151" y="0"/></a:moveTo><a:lnTo><a:pt x="0" y="43931"/></a:lnTo><a:lnTo><a:pt x="96083" y="61762"/></a:lnTo><a:lnTo><a:pt x="104235" y="17831"/></a:lnTo><a:lnTo><a:pt x="8151" y="0"/></a:lnTo></a:path></a:pathLst></a:custGeom><a:ln w="3878"><a:solidFill><a:srgbClr val="FF00FF"/></a:solidFill></a:ln></p:spPr><p:txBody><a:bodyPr wrap="square" lIns="0" tIns="0" rIns="0" bIns="0" rtlCol="0"/><a:lstStyle/><a:p/></p:txBody></p:sp><p:sp><p:nvSpPr><p:cNvPr id="44" name="object 44"/><p:cNvSpPr/><p:nvPr/></p:nvSpPr><p:spPr><a:xfrm><a:off x="5577995" y="1861870"/><a:ext cx="960119" cy="1996439"/></a:xfrm><a:custGeom><a:avLst/><a:gdLst/><a:ahLst/><a:cxnLst/><a:rect l="l" t="t" r="r" b="b"/><a:pathLst><a:path w="960120" h="1996439"><a:moveTo><a:pt x="959931" y="1978531"/></a:moveTo><a:lnTo><a:pt x="956705" y="1995913"/></a:lnTo></a:path><a:path w="960120" h="1996439"><a:moveTo><a:pt x="35569" y="76879"/></a:moveTo><a:lnTo><a:pt x="18894" y="74917"/></a:lnTo></a:path><a:path w="960120" h="1996439"><a:moveTo><a:pt x="102847" y="94827"/></a:moveTo><a:lnTo><a:pt x="92787" y="93508"/></a:lnTo></a:path><a:path w="960120" h="1996439"><a:moveTo><a:pt x="9245" y="0"/></a:moveTo><a:lnTo><a:pt x="0" y="61592"/></a:lnTo></a:path><a:path w="960120" h="1996439"><a:moveTo><a:pt x="135330" y="121764"/></a:moveTo><a:lnTo><a:pt x="560564" y="1867656"/></a:lnTo></a:path></a:pathLst></a:custGeom><a:ln w="3878"><a:solidFill><a:srgbClr val="FF0000"/></a:solidFill></a:ln></p:spPr><p:txBody><a:bodyPr wrap="square" lIns="0" tIns="0" rIns="0" bIns="0" rtlCol="0"/><a:lstStyle/><a:p/></p:txBody></p:sp><p:sp><p:nvSpPr><p:cNvPr id="45" name="object 45"/><p:cNvSpPr/><p:nvPr/></p:nvSpPr><p:spPr><a:xfrm><a:off x="3720320" y="1511167"/><a:ext cx="3435985" cy="2448560"/></a:xfrm><a:custGeom><a:avLst/><a:gdLst/><a:ahLst/><a:cxnLst/><a:rect l="l" t="t" r="r" b="b"/><a:pathLst><a:path w="3435984" h="2448560"><a:moveTo><a:pt x="2036672" y="458669"/></a:moveTo><a:lnTo><a:pt x="2036687" y="458576"/></a:lnTo><a:lnTo><a:pt x="2036695" y="458483"/></a:lnTo></a:path><a:path w="3435984" h="2448560"><a:moveTo><a:pt x="2036781" y="458584"/></a:moveTo><a:lnTo><a:pt x="2036687" y="458576"/></a:lnTo><a:lnTo><a:pt x="2036594" y="458569"/></a:lnTo></a:path><a:path w="3435984" h="2448560"><a:moveTo><a:pt x="2053332" y="291965"/></a:moveTo><a:lnTo><a:pt x="2053340" y="291872"/></a:lnTo><a:lnTo><a:pt x="2053356" y="291779"/></a:lnTo></a:path><a:path w="3435984" h="2448560"><a:moveTo><a:pt x="2053433" y="291880"/></a:moveTo><a:lnTo><a:pt x="2053340" y="291872"/></a:lnTo><a:lnTo><a:pt x="2053255" y="291864"/></a:lnTo></a:path><a:path w="3435984" h="2448560"><a:moveTo><a:pt x="2069993" y="125261"/></a:moveTo><a:lnTo><a:pt x="2070000" y="125168"/></a:lnTo><a:lnTo><a:pt x="2070016" y="125075"/></a:lnTo></a:path><a:path w="3435984" h="2448560"><a:moveTo><a:pt x="2070093" y="125183"/></a:moveTo><a:lnTo><a:pt x="2070000" y="125168"/></a:lnTo><a:lnTo><a:pt x="2069915" y="125160"/></a:lnTo></a:path><a:path w="3435984" h="2448560"><a:moveTo><a:pt x="1875839" y="498754"/></a:moveTo><a:lnTo><a:pt x="1875847" y="498660"/></a:lnTo><a:lnTo><a:pt x="1875855" y="498567"/></a:lnTo></a:path><a:path w="3435984" h="2448560"><a:moveTo><a:pt x="1875940" y="498668"/></a:moveTo><a:lnTo><a:pt x="1875847" y="498660"/></a:lnTo><a:lnTo><a:pt x="1875754" y="498653"/></a:lnTo></a:path><a:path w="3435984" h="2448560"><a:moveTo><a:pt x="1931405" y="504307"/></a:moveTo><a:lnTo><a:pt x="1931412" y="504214"/></a:lnTo><a:lnTo><a:pt x="1931428" y="504121"/></a:lnTo></a:path><a:path w="3435984" h="2448560"><a:moveTo><a:pt x="1931505" y="504222"/></a:moveTo><a:lnTo><a:pt x="1931412" y="504214"/></a:lnTo><a:lnTo><a:pt x="1931319" y="504206"/></a:lnTo></a:path><a:path w="3435984" h="2448560"><a:moveTo><a:pt x="2064439" y="180834"/></a:moveTo><a:lnTo><a:pt x="2064447" y="180741"/></a:lnTo><a:lnTo><a:pt x="2064462" y="180648"/></a:lnTo></a:path><a:path w="3435984" h="2448560"><a:moveTo><a:pt x="2064540" y="180749"/></a:moveTo><a:lnTo><a:pt x="2064447" y="180741"/></a:lnTo><a:lnTo><a:pt x="2064362" y="180726"/></a:lnTo></a:path><a:path w="3435984" h="2448560"><a:moveTo><a:pt x="2058886" y="236400"/></a:moveTo><a:lnTo><a:pt x="2058901" y="236307"/></a:lnTo><a:lnTo><a:pt x="2058909" y="236214"/></a:lnTo></a:path><a:path w="3435984" h="2448560"><a:moveTo><a:pt x="2058987" y="236314"/></a:moveTo><a:lnTo><a:pt x="2058901" y="236307"/></a:lnTo><a:lnTo><a:pt x="2058808" y="236299"/></a:lnTo></a:path><a:path w="3435984" h="2448560"><a:moveTo><a:pt x="2031429" y="514266"/></a:moveTo><a:lnTo><a:pt x="2031444" y="514181"/></a:lnTo><a:lnTo><a:pt x="2031452" y="514088"/></a:lnTo></a:path><a:path w="3435984" h="2448560"><a:moveTo><a:pt x="2031537" y="514188"/></a:moveTo><a:lnTo><a:pt x="2031444" y="514181"/></a:lnTo><a:lnTo><a:pt x="2031351" y="514165"/></a:lnTo></a:path><a:path w="3435984" h="2448560"><a:moveTo><a:pt x="2047779" y="347538"/></a:moveTo><a:lnTo><a:pt x="2047794" y="347445"/></a:lnTo><a:lnTo><a:pt x="2047802" y="347352"/></a:lnTo></a:path><a:path w="3435984" h="2448560"><a:moveTo><a:pt x="2047880" y="347453"/></a:moveTo><a:lnTo><a:pt x="2047794" y="347445"/></a:lnTo><a:lnTo><a:pt x="2047701" y="347430"/></a:lnTo></a:path><a:path w="3435984" h="2448560"><a:moveTo><a:pt x="2042225" y="403104"/></a:moveTo><a:lnTo><a:pt x="2042233" y="403011"/></a:lnTo><a:lnTo><a:pt x="2042249" y="402918"/></a:lnTo></a:path><a:path w="3435984" h="2448560"><a:moveTo><a:pt x="2042326" y="403019"/></a:moveTo><a:lnTo><a:pt x="2042233" y="403011"/></a:lnTo><a:lnTo><a:pt x="2042148" y="403003"/></a:lnTo></a:path><a:path w="3435984" h="2448560"><a:moveTo><a:pt x="1986978" y="509860"/></a:moveTo><a:lnTo><a:pt x="1986986" y="509767"/></a:lnTo><a:lnTo><a:pt x="1986993" y="509674"/></a:lnTo></a:path><a:path w="3435984" h="2448560"><a:moveTo><a:pt x="1987079" y="509775"/></a:moveTo><a:lnTo><a:pt x="1986986" y="509767"/></a:lnTo><a:lnTo><a:pt x="1986893" y="509760"/></a:lnTo></a:path><a:path w="3435984" h="2448560"><a:moveTo><a:pt x="3435404" y="1572159"/></a:moveTo><a:lnTo><a:pt x="3423196" y="1520533"/></a:lnTo></a:path><a:path w="3435984" h="2448560"><a:moveTo><a:pt x="2511127" y="1485669"/></a:moveTo><a:lnTo><a:pt x="2579467" y="1774604"/></a:lnTo><a:lnTo><a:pt x="3393737" y="1582017"/></a:lnTo><a:lnTo><a:pt x="3435404" y="1572159"/></a:lnTo></a:path><a:path w="3435984" h="2448560"><a:moveTo><a:pt x="1767787" y="1843587"/></a:moveTo><a:lnTo><a:pt x="1869316" y="1842579"/></a:lnTo></a:path><a:path w="3435984" h="2448560"><a:moveTo><a:pt x="2501525" y="1357591"/></a:moveTo><a:lnTo><a:pt x="2507520" y="1432974"/></a:lnTo></a:path><a:path w="3435984" h="2448560"><a:moveTo><a:pt x="1439707" y="1386010"/></a:moveTo><a:lnTo><a:pt x="1408845" y="1492378"/></a:lnTo></a:path><a:path w="3435984" h="2448560"><a:moveTo><a:pt x="1140698" y="1264889"/></a:moveTo><a:lnTo><a:pt x="1250161" y="698305"/></a:lnTo></a:path><a:path w="3435984" h="2448560"><a:moveTo><a:pt x="1542795" y="711638"/></a:moveTo><a:lnTo><a:pt x="1506349" y="1019420"/></a:lnTo></a:path><a:path w="3435984" h="2448560"><a:moveTo><a:pt x="1287437" y="310116"/></a:moveTo><a:lnTo><a:pt x="1317218" y="0"/></a:lnTo></a:path><a:path w="3435984" h="2448560"><a:moveTo><a:pt x="985224" y="1689673"/></a:moveTo><a:lnTo><a:pt x="1140698" y="1264889"/></a:lnTo></a:path><a:path w="3435984" h="2448560"><a:moveTo><a:pt x="1903963" y="1716603"/></a:moveTo><a:lnTo><a:pt x="1705133" y="1687052"/></a:lnTo></a:path><a:path w="3435984" h="2448560"><a:moveTo><a:pt x="779289" y="2007624"/></a:moveTo><a:lnTo><a:pt x="985224" y="1689673"/></a:lnTo></a:path><a:path w="3435984" h="2448560"><a:moveTo><a:pt x="1404983" y="1538761"/></a:moveTo><a:lnTo><a:pt x="1416074" y="1592542"/></a:lnTo></a:path><a:path w="3435984" h="2448560"><a:moveTo><a:pt x="1250161" y="698305"/></a:moveTo><a:lnTo><a:pt x="1287437" y="310115"/></a:lnTo></a:path><a:path w="3435984" h="2448560"><a:moveTo><a:pt x="2499361" y="998191"/></a:moveTo><a:lnTo><a:pt x="2499974" y="1099643"/></a:lnTo></a:path><a:path w="3435984" h="2448560"><a:moveTo><a:pt x="1416074" y="1592542"/></a:moveTo><a:lnTo><a:pt x="1490324" y="1790698"/></a:lnTo></a:path><a:path w="3435984" h="2448560"><a:moveTo><a:pt x="0" y="2448549"/></a:moveTo><a:lnTo><a:pt x="779289" y="2007624"/></a:lnTo></a:path><a:path w="3435984" h="2448560"><a:moveTo><a:pt x="2498748" y="895809"/></a:moveTo><a:lnTo><a:pt x="2499361" y="998191"/></a:lnTo></a:path><a:path w="3435984" h="2448560"><a:moveTo><a:pt x="1408845" y="1492378"/></a:moveTo><a:lnTo><a:pt x="1404983" y="1538761"/></a:lnTo></a:path><a:path w="3435984" h="2448560"><a:moveTo><a:pt x="1598071" y="0"/></a:moveTo><a:lnTo><a:pt x="1586610" y="280658"/></a:lnTo><a:lnTo><a:pt x="1542795" y="711640"/></a:lnTo></a:path><a:path w="3435984" h="2448560"><a:moveTo><a:pt x="2507520" y="1432974"/></a:moveTo><a:lnTo><a:pt x="2511127" y="1485669"/></a:lnTo></a:path><a:path w="3435984" h="2448560"><a:moveTo><a:pt x="2501160" y="1296961"/></a:moveTo><a:lnTo><a:pt x="2501525" y="1357591"/></a:lnTo></a:path><a:path w="3435984" h="2448560"><a:moveTo><a:pt x="1506349" y="1019420"/></a:moveTo><a:lnTo><a:pt x="1439707" y="1386010"/></a:lnTo></a:path><a:path w="3435984" h="2448560"><a:moveTo><a:pt x="1490324" y="1790698"/></a:moveTo><a:lnTo><a:pt x="1602363" y="1849699"/></a:lnTo><a:lnTo><a:pt x="1629835" y="1851002"/></a:lnTo></a:path><a:path w="3435984" h="2448560"><a:moveTo><a:pt x="2497538" y="695707"/></a:moveTo><a:lnTo><a:pt x="2498135" y="795297"/></a:lnTo><a:lnTo><a:pt x="2498748" y="895809"/></a:lnTo></a:path><a:path w="3435984" h="2448560"><a:moveTo><a:pt x="1815535" y="454233"/></a:moveTo><a:lnTo><a:pt x="1812835" y="485087"/></a:lnTo></a:path><a:path w="3435984" h="2448560"><a:moveTo><a:pt x="2496359" y="499607"/></a:moveTo><a:lnTo><a:pt x="2496941" y="596404"/></a:lnTo><a:lnTo><a:pt x="2301554" y="591192"/></a:lnTo></a:path><a:path w="3435984" h="2448560"><a:moveTo><a:pt x="2498135" y="795297"/></a:moveTo><a:lnTo><a:pt x="2302749" y="790085"/></a:lnTo></a:path><a:path w="3435984" h="2448560"><a:moveTo><a:pt x="2499974" y="1099643"/></a:moveTo><a:lnTo><a:pt x="2500579" y="1200163"/></a:lnTo></a:path><a:path w="3435984" h="2448560"><a:moveTo><a:pt x="2495685" y="387925"/></a:moveTo><a:lnTo><a:pt x="2496359" y="499607"/></a:lnTo></a:path><a:path w="3435984" h="2448560"><a:moveTo><a:pt x="2499974" y="1099643"/></a:moveTo><a:lnTo><a:pt x="2304587" y="1094431"/></a:lnTo></a:path><a:path w="3435984" h="2448560"><a:moveTo><a:pt x="2496941" y="596404"/></a:moveTo><a:lnTo><a:pt x="2497538" y="695707"/></a:lnTo><a:lnTo><a:pt x="2302152" y="690495"/></a:lnTo></a:path><a:path w="3435984" h="2448560"><a:moveTo><a:pt x="2498748" y="895809"/></a:moveTo><a:lnTo><a:pt x="2303354" y="890605"/></a:lnTo></a:path><a:path w="3435984" h="2448560"><a:moveTo><a:pt x="2499361" y="998191"/></a:moveTo><a:lnTo><a:pt x="2303974" y="992979"/></a:lnTo></a:path><a:path w="3435984" h="2448560"><a:moveTo><a:pt x="2495685" y="387925"/></a:moveTo><a:lnTo><a:pt x="2300298" y="382713"/></a:lnTo></a:path><a:path w="3435984" h="2448560"><a:moveTo><a:pt x="2496359" y="499607"/></a:moveTo><a:lnTo><a:pt x="2300973" y="494395"/></a:lnTo></a:path><a:path w="3435984" h="2448560"><a:moveTo><a:pt x="2500579" y="1200163"/></a:moveTo><a:lnTo><a:pt x="2501160" y="1296961"/></a:lnTo></a:path><a:path w="3435984" h="2448560"><a:moveTo><a:pt x="2502394" y="1502004"/></a:moveTo><a:lnTo><a:pt x="2307007" y="1496792"/></a:lnTo></a:path><a:path w="3435984" h="2448560"><a:moveTo><a:pt x="2501160" y="1296961"/></a:moveTo><a:lnTo><a:pt x="2305774" y="1291749"/></a:lnTo></a:path><a:path w="3435984" h="2448560"><a:moveTo><a:pt x="2500579" y="1200163"/></a:moveTo><a:lnTo><a:pt x="2305192" y="1194951"/></a:lnTo></a:path><a:path w="3435984" h="2448560"><a:moveTo><a:pt x="2501789" y="1401196"/></a:moveTo><a:lnTo><a:pt x="2306402" y="1395984"/></a:lnTo></a:path><a:path w="3435984" h="2448560"><a:moveTo><a:pt x="1883471" y="55059"/></a:moveTo><a:lnTo><a:pt x="2103236" y="88411"/></a:lnTo></a:path><a:path w="3435984" h="2448560"><a:moveTo><a:pt x="1629835" y="1851002"/></a:moveTo><a:lnTo><a:pt x="1629711" y="1830526"/></a:lnTo><a:lnTo><a:pt x="1767787" y="1843587"/></a:lnTo></a:path><a:path w="3435984" h="2448560"><a:moveTo><a:pt x="1713688" y="1863893"/></a:moveTo><a:lnTo><a:pt x="1808221" y="1872650"/></a:lnTo><a:lnTo><a:pt x="1807305" y="1882547"/></a:lnTo></a:path><a:path w="3435984" h="2448560"><a:moveTo><a:pt x="1803838" y="1919916"/></a:moveTo><a:lnTo><a:pt x="1709306" y="1911152"/></a:lnTo><a:lnTo><a:pt x="1713688" y="1863893"/></a:lnTo></a:path><a:path w="3435984" h="2448560"><a:moveTo><a:pt x="1804381" y="1914060"/></a:moveTo><a:lnTo><a:pt x="1904475" y="1923337"/></a:lnTo><a:lnTo><a:pt x="1908601" y="1923174"/></a:lnTo><a:lnTo><a:pt x="1912549" y="1921956"/></a:lnTo><a:lnTo><a:pt x="1916040" y="1919753"/></a:lnTo><a:lnTo><a:pt x="1918847" y="1916721"/></a:lnTo><a:lnTo><a:pt x="1920771" y="1913068"/></a:lnTo><a:lnTo><a:pt x="1921686" y="1909042"/></a:lnTo><a:lnTo><a:pt x="1921531" y="1904916"/></a:lnTo><a:lnTo><a:pt x="1807305" y="1882547"/></a:lnTo><a:lnTo><a:pt x="1804381" y="1914060"/></a:lnTo><a:lnTo><a:pt x="1803838" y="1919916"/></a:lnTo></a:path><a:path w="3435984" h="2448560"><a:moveTo><a:pt x="1629711" y="1830527"/></a:moveTo><a:lnTo><a:pt x="1627757" y="1505697"/></a:lnTo><a:lnTo><a:pt x="1642866" y="1257654"/></a:lnTo><a:lnTo><a:pt x="1662481" y="1021120"/></a:lnTo><a:lnTo><a:pt x="1684718" y="753058"/></a:lnTo><a:lnTo><a:pt x="1696818" y="558912"/></a:lnTo><a:lnTo><a:pt x="1715945" y="325140"/></a:lnTo><a:lnTo><a:pt x="1720281" y="95292"/></a:lnTo><a:lnTo><a:pt x="1722074" y="0"/></a:lnTo></a:path><a:path w="3435984" h="2448560"><a:moveTo><a:pt x="1923090" y="1612274"/></a:moveTo><a:lnTo><a:pt x="1714657" y="1577433"/></a:lnTo><a:lnTo><a:pt x="1705133" y="1687052"/></a:lnTo></a:path><a:path w="3435984" h="2448560"><a:moveTo><a:pt x="1932297" y="1513762"/></a:moveTo><a:lnTo><a:pt x="1723019" y="1478960"/></a:lnTo><a:lnTo><a:pt x="1714657" y="1577433"/></a:lnTo></a:path><a:path w="3435984" h="2448560"><a:moveTo><a:pt x="1937385" y="1412078"/></a:moveTo><a:lnTo><a:pt x="1731868" y="1377936"/></a:lnTo><a:lnTo><a:pt x="1723019" y="1478960"/></a:lnTo></a:path><a:path w="3435984" h="2448560"><a:moveTo><a:pt x="1938346" y="1310984"/></a:moveTo><a:lnTo><a:pt x="1741021" y="1278447"/></a:lnTo><a:lnTo><a:pt x="1731868" y="1377936"/></a:lnTo></a:path><a:path w="3435984" h="2448560"><a:moveTo><a:pt x="1954518" y="1210921"/></a:moveTo><a:lnTo><a:pt x="1751771" y="1176763"/></a:lnTo><a:lnTo><a:pt x="1741021" y="1278447"/></a:lnTo></a:path><a:path w="3435984" h="2448560"><a:moveTo><a:pt x="1968061" y="1113061"/></a:moveTo><a:lnTo><a:pt x="1761319" y="1077980"/></a:lnTo><a:lnTo><a:pt x="1751771" y="1176763"/></a:lnTo></a:path><a:path w="3435984" h="2448560"><a:moveTo><a:pt x="1962174" y="1007778"/></a:moveTo><a:lnTo><a:pt x="1769843" y="975101"/></a:lnTo><a:lnTo><a:pt x="1761319" y="1077980"/></a:lnTo></a:path><a:path w="3435984" h="2448560"><a:moveTo><a:pt x="1980214" y="912726"/></a:moveTo><a:lnTo><a:pt x="1777010" y="877877"/></a:lnTo><a:lnTo><a:pt x="1769843" y="975101"/></a:lnTo></a:path><a:path w="3435984" h="2448560"><a:moveTo><a:pt x="1990530" y="811957"/></a:moveTo><a:lnTo><a:pt x="1785906" y="782639"/></a:lnTo><a:lnTo><a:pt x="1777010" y="877877"/></a:lnTo></a:path><a:path w="3435984" h="2448560"><a:moveTo><a:pt x="1999504" y="712220"/></a:moveTo><a:lnTo><a:pt x="1795120" y="682521"/></a:lnTo><a:lnTo><a:pt x="1785906" y="782639"/></a:lnTo></a:path><a:path w="3435984" h="2448560"><a:moveTo><a:pt x="2007260" y="612359"/></a:moveTo><a:lnTo><a:pt x="1804327" y="582451"/></a:lnTo><a:lnTo><a:pt x="1795120" y="682521"/></a:lnTo></a:path></a:pathLst></a:custGeom><a:ln w="3878"><a:solidFill><a:srgbClr val="000000"/></a:solidFill></a:ln></p:spPr><p:txBody><a:bodyPr wrap="square" lIns="0" tIns="0" rIns="0" bIns="0" rtlCol="0"/><a:lstStyle/><a:p/></p:txBody></p:sp><p:pic><p:nvPicPr><p:cNvPr id="46" name="object 46"/><p:cNvPicPr/><p:nvPr/></p:nvPicPr><p:blipFill><a:blip r:embed="rId8" cstate="print"/><a:stretch><a:fillRect/></a:stretch></p:blipFill><p:spPr><a:xfrm><a:off x="5587698" y="3225831"/><a:ext cx="103700" cy="129854"/></a:xfrm><a:prstGeom prst="rect"><a:avLst/></a:prstGeom></p:spPr></p:pic><p:sp><p:nvSpPr><p:cNvPr id="47" name="object 47"/><p:cNvSpPr/><p:nvPr/></p:nvSpPr><p:spPr><a:xfrm><a:off x="5524648" y="1561907"/><a:ext cx="691515" cy="532130"/></a:xfrm><a:custGeom><a:avLst/><a:gdLst/><a:ahLst/><a:cxnLst/><a:rect l="l" t="t" r="r" b="b"/><a:pathLst><a:path w="691514" h="532130"><a:moveTo><a:pt x="51617" y="0"/></a:moveTo><a:lnTo><a:pt x="79144" y="4320"/></a:lnTo></a:path><a:path w="691514" h="532130"><a:moveTo><a:pt x="211442" y="464263"/></a:moveTo><a:lnTo><a:pt x="189934" y="461091"/></a:lnTo></a:path><a:path w="691514" h="532130"><a:moveTo><a:pt x="175189" y="458919"/></a:moveTo><a:lnTo><a:pt x="134632" y="452939"/></a:lnTo></a:path><a:path w="691514" h="532130"><a:moveTo><a:pt x="119887" y="450767"/></a:moveTo><a:lnTo><a:pt x="79330" y="444787"/></a:lnTo></a:path><a:path w="691514" h="532130"><a:moveTo><a:pt x="64585" y="442615"/></a:moveTo><a:lnTo><a:pt x="8508" y="434347"/></a:lnTo><a:lnTo><a:pt x="0" y="531711"/></a:lnTo></a:path><a:path w="691514" h="532130"><a:moveTo><a:pt x="51617" y="0"/></a:moveTo><a:lnTo><a:pt x="17521" y="336774"/></a:lnTo></a:path><a:path w="691514" h="532130"><a:moveTo><a:pt x="298908" y="37671"/></a:moveTo><a:lnTo><a:pt x="338139" y="47661"/></a:lnTo><a:lnTo><a:pt x="374648" y="65159"/></a:lnTo><a:lnTo><a:pt x="564039" y="200901"/></a:lnTo><a:lnTo><a:pt x="600703" y="230150"/></a:lnTo><a:lnTo><a:pt x="634349" y="262826"/></a:lnTo><a:lnTo><a:pt x="664668" y="298614"/></a:lnTo><a:lnTo><a:pt x="682880" y="324038"/></a:lnTo><a:lnTo><a:pt x="691357" y="337185"/></a:lnTo></a:path></a:pathLst></a:custGeom><a:ln w="3878"><a:solidFill><a:srgbClr val="000000"/></a:solidFill></a:ln></p:spPr><p:txBody><a:bodyPr wrap="square" lIns="0" tIns="0" rIns="0" bIns="0" rtlCol="0"/><a:lstStyle/><a:p/></p:txBody></p:sp><p:sp><p:nvSpPr><p:cNvPr id="48" name="object 48"/><p:cNvSpPr/><p:nvPr/></p:nvSpPr><p:spPr><a:xfrm><a:off x="3005772" y="9442178"/><a:ext cx="2219325" cy="1464945"/></a:xfrm><a:custGeom><a:avLst/><a:gdLst/><a:ahLst/><a:cxnLst/><a:rect l="l" t="t" r="r" b="b"/><a:pathLst><a:path w="2219325" h="1464945"><a:moveTo><a:pt x="2084691" y="1464450"/></a:moveTo><a:lnTo><a:pt x="0" y="226403"/></a:lnTo><a:lnTo><a:pt x="134453" y="0"/></a:lnTo><a:lnTo><a:pt x="2219145" y="1238046"/></a:lnTo><a:lnTo><a:pt x="2084691" y="1464450"/></a:lnTo><a:close/></a:path></a:pathLst></a:custGeom><a:solidFill><a:srgbClr val="FFFFFF"/></a:solidFill></p:spPr><p:txBody><a:bodyPr wrap="square" lIns="0" tIns="0" rIns="0" bIns="0" rtlCol="0"/><a:lstStyle/><a:p/></p:txBody></p:sp></p:grpSp><p:sp><p:nvSpPr><p:cNvPr id="49" name="object 49"/><p:cNvSpPr txBox="1"/><p:nvPr/></p:nvSpPr><p:spPr><a:xfrm><a:off x="8289781" y="12646212"/><a:ext cx="79819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SCALE:</a:t></a:r><a:r><a:rPr dirty="0" sz="700" spc="70"><a:latin typeface="Verdana"/><a:cs typeface="Verdana"/></a:rPr><a:t> </a:t></a:r><a:r><a:rPr dirty="0" sz="700"><a:latin typeface="Verdana"/><a:cs typeface="Verdana"/></a:rPr><a:t>1&apos;&apos;</a:t></a:r><a:r><a:rPr dirty="0" sz="700" spc="70"><a:latin typeface="Verdana"/><a:cs typeface="Verdana"/></a:rPr><a:t> </a:t></a:r><a:r><a:rPr dirty="0" sz="700"><a:latin typeface="Verdana"/><a:cs typeface="Verdana"/></a:rPr><a:t>=</a:t></a:r><a:r><a:rPr dirty="0" sz="700" spc="70"><a:latin typeface="Verdana"/><a:cs typeface="Verdana"/></a:rPr><a:t> </a:t></a:r><a:r><a:rPr dirty="0" sz="700" spc="-25"><a:latin typeface="Verdana"/><a:cs typeface="Verdana"/></a:rPr><a:t>50&apos;</a:t></a:r><a:endParaRPr sz="700"><a:latin typeface="Verdana"/><a:cs typeface="Verdana"/></a:endParaRPr></a:p></p:txBody></p:sp><p:sp><p:nvSpPr><p:cNvPr id="50" name="object 50"/><p:cNvSpPr txBox="1"/><p:nvPr/></p:nvSpPr><p:spPr><a:xfrm rot="1800000"><a:off x="2937163" y="10083975"/><a:ext cx="2342443" cy="215900"/></a:xfrm><a:prstGeom prst="rect"><a:avLst/></a:prstGeom></p:spPr><p:txBody><a:bodyPr wrap="square" lIns="0" tIns="0" rIns="0" bIns="0" rtlCol="0" vert="horz"><a:spAutoFit/></a:bodyPr><a:lstStyle/><a:p><a:pPr><a:lnSpc><a:spcPts val="1614"/></a:lnSpc></a:pPr><a:r><a:rPr dirty="0" sz="1700"><a:latin typeface="Verdana"/><a:cs typeface="Verdana"/></a:rPr><a:t>CLAREMONT</a:t></a:r><a:r><a:rPr dirty="0" sz="1700" spc="-25"><a:latin typeface="Verdana"/><a:cs typeface="Verdana"/></a:rPr><a:t> </a:t></a:r><a:r><a:rPr dirty="0" baseline="-4901" sz="2550" spc="-15"><a:latin typeface="Verdana"/><a:cs typeface="Verdana"/></a:rPr><a:t>AVENUE</a:t></a:r><a:endParaRPr baseline="-4901" sz="2550"><a:latin typeface="Verdana"/><a:cs typeface="Verdana"/></a:endParaRPr></a:p></p:txBody></p:sp><p:sp><p:nvSpPr><p:cNvPr id="51" name="object 51"/><p:cNvSpPr/><p:nvPr/></p:nvSpPr><p:spPr><a:xfrm><a:off x="8546181" y="10700236"/><a:ext cx="2132965" cy="1019810"/></a:xfrm><a:custGeom><a:avLst/><a:gdLst/><a:ahLst/><a:cxnLst/><a:rect l="l" t="t" r="r" b="b"/><a:pathLst><a:path w="2132965" h="1019809"><a:moveTo><a:pt x="2039030" y="1019243"/></a:moveTo><a:lnTo><a:pt x="0" y="246182"/></a:lnTo><a:lnTo><a:pt x="93384" y="0"/></a:lnTo><a:lnTo><a:pt x="2132415" y="773061"/></a:lnTo><a:lnTo><a:pt x="2039030" y="1019243"/></a:lnTo><a:close/></a:path></a:pathLst></a:custGeom><a:solidFill><a:srgbClr val="FFFFFF"/></a:solidFill></p:spPr><p:txBody><a:bodyPr wrap="square" lIns="0" tIns="0" rIns="0" bIns="0" rtlCol="0"/><a:lstStyle/><a:p/></p:txBody></p:sp><p:sp><p:nvSpPr><p:cNvPr id="52" name="object 52"/><p:cNvSpPr txBox="1"/><p:nvPr/></p:nvSpPr><p:spPr><a:xfrm rot="1200000"><a:off x="8558696" y="11120105"/><a:ext cx="2099144" cy="215900"/></a:xfrm><a:prstGeom prst="rect"><a:avLst/></a:prstGeom></p:spPr><p:txBody><a:bodyPr wrap="square" lIns="0" tIns="0" rIns="0" bIns="0" rtlCol="0" vert="horz"><a:spAutoFit/></a:bodyPr><a:lstStyle/><a:p><a:pPr><a:lnSpc><a:spcPts val="1620"/></a:lnSpc></a:pPr><a:r><a:rPr dirty="0" sz="1700"><a:latin typeface="Verdana"/><a:cs typeface="Verdana"/></a:rPr><a:t>DOMINGO</a:t></a:r><a:r><a:rPr dirty="0" sz="1700" spc="-25"><a:latin typeface="Verdana"/><a:cs typeface="Verdana"/></a:rPr><a:t> </a:t></a:r><a:r><a:rPr dirty="0" baseline="-4901" sz="2550" spc="-15"><a:latin typeface="Verdana"/><a:cs typeface="Verdana"/></a:rPr><a:t>AVENUE</a:t></a:r><a:endParaRPr baseline="-4901" sz="2550"><a:latin typeface="Verdana"/><a:cs typeface="Verdana"/></a:endParaRPr></a:p></p:txBody></p:sp><p:sp><p:nvSpPr><p:cNvPr id="53" name="object 53"/><p:cNvSpPr txBox="1"/><p:nvPr/></p:nvSpPr><p:spPr><a:xfrm><a:off x="8199866" y="6025854"/><a:ext cx="2421255" cy="263525"/></a:xfrm><a:prstGeom prst="rect"><a:avLst/></a:prstGeom><a:solidFill><a:srgbClr val="FFFFFF"/></a:solidFill><a:ln w="15512"><a:solidFill><a:srgbClr val="000000"/></a:solidFill></a:ln></p:spPr><p:txBody><a:bodyPr wrap="square" lIns="0" tIns="1905" rIns="0" bIns="0" rtlCol="0" vert="horz"><a:spAutoFit/></a:bodyPr><a:lstStyle/><a:p><a:pPr marL="102235"><a:lnSpc><a:spcPct val="100000"/></a:lnSpc><a:spcBef><a:spcPts val="15"/></a:spcBef></a:pPr><a:endParaRPr sz="1700"><a:latin typeface="Verdana"/><a:cs typeface="Verdana"/></a:endParaRPr><a:r><a:rPr dirty="0" sz="1700"><a:latin typeface="Verdana"/><a:t>APN: {{APN}}</a:t></a:r></a:p></p:txBody></p:sp><p:sp><p:nvSpPr><p:cNvPr id="54" name="object 54"/><p:cNvSpPr txBox="1"/><p:nvPr/></p:nvSpPr><p:spPr><a:xfrm><a:off x="6755279" y="1745481"/><a:ext cx="955675" cy="132080"/></a:xfrm><a:prstGeom prst="rect"><a:avLst/></a:prstGeom><a:solidFill><a:srgbClr val="FFFFFF"/></a:solidFill></p:spPr><p:txBody><a:bodyPr wrap="square" lIns="0" tIns="635" rIns="0" bIns="0" rtlCol="0" vert="horz"><a:spAutoFit/></a:bodyPr><a:lstStyle/><a:p><a:pPr marL="15240"><a:lnSpc><a:spcPct val="100000"/></a:lnSpc><a:spcBef><a:spcPts val="5"/></a:spcBef></a:pPr><a:r><a:rPr dirty="0" sz="850"><a:latin typeface="Verdana"/><a:cs typeface="Verdana"/></a:rPr><a:t>BESS </a:t></a:r><a:r><a:rPr dirty="0" sz="850" spc="-10"><a:latin typeface="Verdana"/><a:cs typeface="Verdana"/></a:rPr><a:t>Container</a:t></a:r><a:endParaRPr sz="850"><a:latin typeface="Verdana"/><a:cs typeface="Verdana"/></a:endParaRPr></a:p></p:txBody></p:sp><p:grpSp><p:nvGrpSpPr><p:cNvPr id="55" name="object 55"/><p:cNvGrpSpPr/><p:nvPr/></p:nvGrpSpPr><p:grpSpPr><a:xfrm><a:off x="5710648" y="1705139"/><a:ext cx="1045210" cy="110489"/><a:chOff x="5710648" y="1705139"/><a:chExt cx="1045210" cy="110489"/></a:xfrm></p:grpSpPr><p:sp><p:nvSpPr><p:cNvPr id="56" name="object 56"/><p:cNvSpPr/><p:nvPr/></p:nvSpPr><p:spPr><a:xfrm><a:off x="5761042" y="1716976"/><a:ext cx="990600" cy="94615"/></a:xfrm><a:custGeom><a:avLst/><a:gdLst/><a:ahLst/><a:cxnLst/><a:rect l="l" t="t" r="r" b="b"/><a:pathLst><a:path w="990600" h="94614"><a:moveTo><a:pt x="0" y="0"/></a:moveTo><a:lnTo><a:pt x="876180" y="94237"/></a:lnTo><a:lnTo><a:pt x="990359" y="94237"/></a:lnTo></a:path></a:pathLst></a:custGeom><a:ln w="7756"><a:solidFill><a:srgbClr val="000000"/></a:solidFill></a:ln></p:spPr><p:txBody><a:bodyPr wrap="square" lIns="0" tIns="0" rIns="0" bIns="0" rtlCol="0"/><a:lstStyle/><a:p/></p:txBody></p:sp><p:sp><p:nvSpPr><p:cNvPr id="57" name="object 57"/><p:cNvSpPr/><p:nvPr/></p:nvSpPr><p:spPr><a:xfrm><a:off x="5714776" y="1709267"/><a:ext cx="47625" cy="15875"/></a:xfrm><a:custGeom><a:avLst/><a:gdLst/><a:ahLst/><a:cxnLst/><a:rect l="l" t="t" r="r" b="b"/><a:pathLst><a:path w="47625" h="15875"><a:moveTo><a:pt x="45443" y="15427"/></a:moveTo><a:lnTo><a:pt x="0" y="2737"/></a:lnTo><a:lnTo><a:pt x="47103" y="0"/></a:lnTo><a:lnTo><a:pt x="45443" y="15427"/></a:lnTo><a:close/></a:path></a:pathLst></a:custGeom><a:solidFill><a:srgbClr val="000000"/></a:solidFill></p:spPr><p:txBody><a:bodyPr wrap="square" lIns="0" tIns="0" rIns="0" bIns="0" rtlCol="0"/><a:lstStyle/><a:p/></p:txBody></p:sp><p:sp><p:nvSpPr><p:cNvPr id="58" name="object 58"/><p:cNvSpPr/><p:nvPr/></p:nvSpPr><p:spPr><a:xfrm><a:off x="5714776" y="1709267"/><a:ext cx="47625" cy="15875"/></a:xfrm><a:custGeom><a:avLst/><a:gdLst/><a:ahLst/><a:cxnLst/><a:rect l="l" t="t" r="r" b="b"/><a:pathLst><a:path w="47625" h="15875"><a:moveTo><a:pt x="0" y="2737"/></a:moveTo><a:lnTo><a:pt x="47103" y="0"/></a:lnTo><a:lnTo><a:pt x="45443" y="15427"/></a:lnTo><a:lnTo><a:pt x="0" y="2737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59" name="object 59"/><p:cNvSpPr txBox="1"/><p:nvPr/></p:nvSpPr><p:spPr><a:xfrm><a:off x="6755496" y="2145802"/><a:ext cx="1104900" cy="132080"/></a:xfrm><a:prstGeom prst="rect"><a:avLst/></a:prstGeom><a:solidFill><a:srgbClr val="FFFFFF"/></a:solidFill></p:spPr><p:txBody><a:bodyPr wrap="square" lIns="0" tIns="635" rIns="0" bIns="0" rtlCol="0" vert="horz"><a:spAutoFit/></a:bodyPr><a:lstStyle/><a:p><a:pPr marL="15240"><a:lnSpc><a:spcPct val="100000"/></a:lnSpc><a:spcBef><a:spcPts val="5"/></a:spcBef></a:pPr><a:r><a:rPr dirty="0" sz="850"><a:latin typeface="Verdana"/><a:cs typeface="Verdana"/></a:rPr><a:t>AC</a:t></a:r><a:r><a:rPr dirty="0" sz="850" spc="5"><a:latin typeface="Verdana"/><a:cs typeface="Verdana"/></a:rPr><a:t> </a:t></a:r><a:r><a:rPr dirty="0" sz="850"><a:latin typeface="Verdana"/><a:cs typeface="Verdana"/></a:rPr><a:t>Disconnect</a:t></a:r><a:r><a:rPr dirty="0" sz="850" spc="5"><a:latin typeface="Verdana"/><a:cs typeface="Verdana"/></a:rPr><a:t> </a:t></a:r><a:r><a:rPr dirty="0" sz="850"><a:latin typeface="Verdana"/><a:cs typeface="Verdana"/></a:rPr><a:t>1-</a:t></a:r><a:r><a:rPr dirty="0" sz="850" spc="-50"><a:latin typeface="Verdana"/><a:cs typeface="Verdana"/></a:rPr><a:t>2</a:t></a:r><a:endParaRPr sz="850"><a:latin typeface="Verdana"/><a:cs typeface="Verdana"/></a:endParaRPr></a:p></p:txBody></p:sp><p:grpSp><p:nvGrpSpPr><p:cNvPr id="60" name="object 60"/><p:cNvGrpSpPr/><p:nvPr/></p:nvGrpSpPr><p:grpSpPr><a:xfrm><a:off x="5732079" y="1962033"/><a:ext cx="1024255" cy="254000"/><a:chOff x="5732079" y="1962033"/><a:chExt cx="1024255" cy="254000"/></a:xfrm></p:grpSpPr><p:sp><p:nvSpPr><p:cNvPr id="61" name="object 61"/><p:cNvSpPr/><p:nvPr/></p:nvSpPr><p:spPr><a:xfrm><a:off x="5781029" y="1978423"/><a:ext cx="970915" cy="233679"/></a:xfrm><a:custGeom><a:avLst/><a:gdLst/><a:ahLst/><a:cxnLst/><a:rect l="l" t="t" r="r" b="b"/><a:pathLst><a:path w="970915" h="233680"><a:moveTo><a:pt x="0" y="0"/></a:moveTo><a:lnTo><a:pt x="851957" y="233112"/></a:lnTo><a:lnTo><a:pt x="970588" y="233112"/></a:lnTo></a:path></a:pathLst></a:custGeom><a:ln w="7756"><a:solidFill><a:srgbClr val="000000"/></a:solidFill></a:ln></p:spPr><p:txBody><a:bodyPr wrap="square" lIns="0" tIns="0" rIns="0" bIns="0" rtlCol="0"/><a:lstStyle/><a:p/></p:txBody></p:sp><p:sp><p:nvSpPr><p:cNvPr id="62" name="object 62"/><p:cNvSpPr/><p:nvPr/></p:nvSpPr><p:spPr><a:xfrm><a:off x="5736206" y="1966160"/><a:ext cx="46990" cy="20320"/></a:xfrm><a:custGeom><a:avLst/><a:gdLst/><a:ahLst/><a:cxnLst/><a:rect l="l" t="t" r="r" b="b"/><a:pathLst><a:path w="46989" h="20319"><a:moveTo><a:pt x="42837" y="19762"/></a:moveTo><a:lnTo><a:pt x="0" y="0"/></a:lnTo><a:lnTo><a:pt x="46932" y="4801"/></a:lnTo><a:lnTo><a:pt x="42837" y="19762"/></a:lnTo><a:close/></a:path></a:pathLst></a:custGeom><a:solidFill><a:srgbClr val="000000"/></a:solidFill></p:spPr><p:txBody><a:bodyPr wrap="square" lIns="0" tIns="0" rIns="0" bIns="0" rtlCol="0"/><a:lstStyle/><a:p/></p:txBody></p:sp><p:sp><p:nvSpPr><p:cNvPr id="63" name="object 63"/><p:cNvSpPr/><p:nvPr/></p:nvSpPr><p:spPr><a:xfrm><a:off x="5736206" y="1966160"/><a:ext cx="46990" cy="20320"/></a:xfrm><a:custGeom><a:avLst/><a:gdLst/><a:ahLst/><a:cxnLst/><a:rect l="l" t="t" r="r" b="b"/><a:pathLst><a:path w="46989" h="20319"><a:moveTo><a:pt x="0" y="0"/></a:moveTo><a:lnTo><a:pt x="46932" y="4801"/></a:lnTo><a:lnTo><a:pt x="42837" y="19762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64" name="object 64"/><p:cNvSpPr txBox="1"/><p:nvPr/></p:nvSpPr><p:spPr><a:xfrm><a:off x="6731514" y="2736577"/><a:ext cx="840740" cy="112395"/></a:xfrm><a:prstGeom prst="rect"><a:avLst/></a:prstGeom><a:solidFill><a:srgbClr val="FFFFFF"/></a:solidFill></p:spPr><p:txBody><a:bodyPr wrap="square" lIns="0" tIns="3810" rIns="0" bIns="0" rtlCol="0" vert="horz"><a:spAutoFit/></a:bodyPr><a:lstStyle/><a:p><a:pPr marL="15240"><a:lnSpc><a:spcPct val="100000"/></a:lnSpc><a:spcBef><a:spcPts val="30"/></a:spcBef></a:pPr><a:r><a:rPr dirty="0" sz="700"><a:latin typeface="Verdana"/><a:cs typeface="Verdana"/></a:rPr><a:t>(E)</a:t></a:r><a:r><a:rPr dirty="0" sz="700" spc="90"><a:latin typeface="Verdana"/><a:cs typeface="Verdana"/></a:rPr><a:t> </a:t></a:r><a:r><a:rPr dirty="0" sz="700"><a:latin typeface="Verdana"/><a:cs typeface="Verdana"/></a:rPr><a:t>Utility</a:t></a:r><a:r><a:rPr dirty="0" sz="700" spc="95"><a:latin typeface="Verdana"/><a:cs typeface="Verdana"/></a:rPr><a:t> </a:t></a:r><a:r><a:rPr dirty="0" sz="700" spc="-20"><a:latin typeface="Verdana"/><a:cs typeface="Verdana"/></a:rPr><a:t>XFMR</a:t></a:r><a:endParaRPr sz="700"><a:latin typeface="Verdana"/><a:cs typeface="Verdana"/></a:endParaRPr></a:p></p:txBody></p:sp><p:grpSp><p:nvGrpSpPr><p:cNvPr id="65" name="object 65"/><p:cNvGrpSpPr/><p:nvPr/></p:nvGrpSpPr><p:grpSpPr><a:xfrm><a:off x="6345378" y="2788488"/><a:ext cx="386715" cy="395605"/><a:chOff x="6345378" y="2788488"/><a:chExt cx="386715" cy="395605"/></a:xfrm></p:grpSpPr><p:sp><p:nvSpPr><p:cNvPr id="66" name="object 66"/><p:cNvSpPr/><p:nvPr/></p:nvSpPr><p:spPr><a:xfrm><a:off x="6377474" y="2792616"/><a:ext cx="350520" cy="349885"/></a:xfrm><a:custGeom><a:avLst/><a:gdLst/><a:ahLst/><a:cxnLst/><a:rect l="l" t="t" r="r" b="b"/><a:pathLst><a:path w="350520" h="349885"><a:moveTo><a:pt x="0" y="349797"/></a:moveTo><a:lnTo><a:pt x="263928" y="0"/></a:lnTo><a:lnTo><a:pt x="35016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67" name="object 67"/><p:cNvSpPr/><p:nvPr/></p:nvSpPr><p:spPr><a:xfrm><a:off x="6349505" y="3137674"/><a:ext cx="34290" cy="41910"/></a:xfrm><a:custGeom><a:avLst/><a:gdLst/><a:ahLst/><a:cxnLst/><a:rect l="l" t="t" r="r" b="b"/><a:pathLst><a:path w="34289" h="41910"><a:moveTo><a:pt x="0" y="41813"/></a:moveTo><a:lnTo><a:pt x="21833" y="0"/></a:lnTo><a:lnTo><a:pt x="34220" y="9338"/></a:lnTo><a:lnTo><a:pt x="0" y="41813"/></a:lnTo><a:close/></a:path></a:pathLst></a:custGeom><a:solidFill><a:srgbClr val="000000"/></a:solidFill></p:spPr><p:txBody><a:bodyPr wrap="square" lIns="0" tIns="0" rIns="0" bIns="0" rtlCol="0"/><a:lstStyle/><a:p/></p:txBody></p:sp><p:sp><p:nvSpPr><p:cNvPr id="68" name="object 68"/><p:cNvSpPr/><p:nvPr/></p:nvSpPr><p:spPr><a:xfrm><a:off x="6349505" y="3137674"/><a:ext cx="34290" cy="41910"/></a:xfrm><a:custGeom><a:avLst/><a:gdLst/><a:ahLst/><a:cxnLst/><a:rect l="l" t="t" r="r" b="b"/><a:pathLst><a:path w="34289" h="41910"><a:moveTo><a:pt x="0" y="41813"/></a:moveTo><a:lnTo><a:pt x="21833" y="0"/></a:lnTo><a:lnTo><a:pt x="34220" y="9338"/></a:lnTo><a:lnTo><a:pt x="0" y="41813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69" name="object 69"/><p:cNvSpPr txBox="1"/><p:nvPr/></p:nvSpPr><p:spPr><a:xfrm><a:off x="7058345" y="3762258"/><a:ext cx="1104900" cy="132080"/></a:xfrm><a:prstGeom prst="rect"><a:avLst/></a:prstGeom><a:solidFill><a:srgbClr val="FFFFFF"/></a:solidFill></p:spPr><p:txBody><a:bodyPr wrap="square" lIns="0" tIns="635" rIns="0" bIns="0" rtlCol="0" vert="horz"><a:spAutoFit/></a:bodyPr><a:lstStyle/><a:p><a:pPr marL="15240"><a:lnSpc><a:spcPct val="100000"/></a:lnSpc><a:spcBef><a:spcPts val="5"/></a:spcBef></a:pPr><a:r><a:rPr dirty="0" sz="850"><a:latin typeface="Verdana"/><a:cs typeface="Verdana"/></a:rPr><a:t>AC</a:t></a:r><a:r><a:rPr dirty="0" sz="850" spc="5"><a:latin typeface="Verdana"/><a:cs typeface="Verdana"/></a:rPr><a:t> </a:t></a:r><a:r><a:rPr dirty="0" sz="850"><a:latin typeface="Verdana"/><a:cs typeface="Verdana"/></a:rPr><a:t>Disconnect</a:t></a:r><a:r><a:rPr dirty="0" sz="850" spc="5"><a:latin typeface="Verdana"/><a:cs typeface="Verdana"/></a:rPr><a:t> </a:t></a:r><a:r><a:rPr dirty="0" sz="850"><a:latin typeface="Verdana"/><a:cs typeface="Verdana"/></a:rPr><a:t>1-</a:t></a:r><a:r><a:rPr dirty="0" sz="850" spc="-50"><a:latin typeface="Verdana"/><a:cs typeface="Verdana"/></a:rPr><a:t>1</a:t></a:r><a:endParaRPr sz="850"><a:latin typeface="Verdana"/><a:cs typeface="Verdana"/></a:endParaRPr></a:p></p:txBody></p:sp><p:grpSp><p:nvGrpSpPr><p:cNvPr id="70" name="object 70"/><p:cNvGrpSpPr/><p:nvPr/></p:nvGrpSpPr><p:grpSpPr><a:xfrm><a:off x="6570540" y="3800069"/><a:ext cx="488315" cy="32384"/><a:chOff x="6570540" y="3800069"/><a:chExt cx="488315" cy="32384"/></a:xfrm></p:grpSpPr><p:sp><p:nvSpPr><p:cNvPr id="71" name="object 71"/><p:cNvSpPr/><p:nvPr/></p:nvSpPr><p:spPr><a:xfrm><a:off x="6621073" y="3811937"/><a:ext cx="433705" cy="16510"/></a:xfrm><a:custGeom><a:avLst/><a:gdLst/><a:ahLst/><a:cxnLst/><a:rect l="l" t="t" r="r" b="b"/><a:pathLst><a:path w="433704" h="16510"><a:moveTo><a:pt x="0" y="0"/></a:moveTo><a:lnTo><a:pt x="382908" y="16055"/></a:lnTo><a:lnTo><a:pt x="433393" y="16055"/></a:lnTo></a:path></a:pathLst></a:custGeom><a:ln w="7756"><a:solidFill><a:srgbClr val="000000"/></a:solidFill></a:ln></p:spPr><p:txBody><a:bodyPr wrap="square" lIns="0" tIns="0" rIns="0" bIns="0" rtlCol="0"/><a:lstStyle/><a:p/></p:txBody></p:sp><p:sp><p:nvSpPr><p:cNvPr id="72" name="object 72"/><p:cNvSpPr/><p:nvPr/></p:nvSpPr><p:spPr><a:xfrm><a:off x="6574668" y="3804196"/><a:ext cx="46990" cy="15875"/></a:xfrm><a:custGeom><a:avLst/><a:gdLst/><a:ahLst/><a:cxnLst/><a:rect l="l" t="t" r="r" b="b"/><a:pathLst><a:path w="46990" h="15875"><a:moveTo><a:pt x="46172" y="15496"/></a:moveTo><a:lnTo><a:pt x="0" y="5801"/></a:lnTo><a:lnTo><a:pt x="46816" y="0"/></a:lnTo><a:lnTo><a:pt x="46172" y="15496"/></a:lnTo><a:close/></a:path></a:pathLst></a:custGeom><a:solidFill><a:srgbClr val="000000"/></a:solidFill></p:spPr><p:txBody><a:bodyPr wrap="square" lIns="0" tIns="0" rIns="0" bIns="0" rtlCol="0"/><a:lstStyle/><a:p/></p:txBody></p:sp><p:sp><p:nvSpPr><p:cNvPr id="73" name="object 73"/><p:cNvSpPr/><p:nvPr/></p:nvSpPr><p:spPr><a:xfrm><a:off x="6574668" y="3804196"/><a:ext cx="46990" cy="15875"/></a:xfrm><a:custGeom><a:avLst/><a:gdLst/><a:ahLst/><a:cxnLst/><a:rect l="l" t="t" r="r" b="b"/><a:pathLst><a:path w="46990" h="15875"><a:moveTo><a:pt x="0" y="5801"/></a:moveTo><a:lnTo><a:pt x="46816" y="0"/></a:lnTo><a:lnTo><a:pt x="46172" y="15496"/></a:lnTo><a:lnTo><a:pt x="0" y="5801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74" name="object 74"/><p:cNvSpPr txBox="1"/><p:nvPr/></p:nvSpPr><p:spPr><a:xfrm><a:off x="7041553" y="4009139"/><a:ext cx="2259965" cy="394970"/></a:xfrm><a:prstGeom prst="rect"><a:avLst/></a:prstGeom><a:solidFill><a:srgbClr val="FFFFFF"/></a:solidFill></p:spPr><p:txBody><a:bodyPr wrap="square" lIns="0" tIns="635" rIns="0" bIns="0" rtlCol="0" vert="horz"><a:spAutoFit/></a:bodyPr><a:lstStyle/><a:p><a:pPr marL="15240"><a:lnSpc><a:spcPct val="100000"/></a:lnSpc><a:spcBef><a:spcPts val="5"/></a:spcBef></a:pPr><a:r><a:rPr dirty="0" sz="850"><a:latin typeface="Verdana"/><a:cs typeface="Verdana"/></a:rPr><a:t>ARRAY</a:t></a:r><a:r><a:rPr dirty="0" sz="850" spc="5"><a:latin typeface="Verdana"/><a:cs typeface="Verdana"/></a:rPr><a:t> </a:t></a:r><a:r><a:rPr dirty="0" sz="850"><a:latin typeface="Verdana"/><a:cs typeface="Verdana"/></a:rPr><a:t>1</a:t></a:r><a:r><a:rPr dirty="0" sz="850" spc="10"><a:latin typeface="Verdana"/><a:cs typeface="Verdana"/></a:rPr><a:t> </a:t></a:r><a:r><a:rPr dirty="0" sz="850"><a:latin typeface="Verdana"/><a:cs typeface="Verdana"/></a:rPr><a:t>POINT</a:t></a:r><a:r><a:rPr dirty="0" sz="850" spc="10"><a:latin typeface="Verdana"/><a:cs typeface="Verdana"/></a:rPr><a:t> </a:t></a:r><a:r><a:rPr dirty="0" sz="850"><a:latin typeface="Verdana"/><a:cs typeface="Verdana"/></a:rPr><a:t>OF</a:t></a:r><a:r><a:rPr dirty="0" sz="850" spc="5"><a:latin typeface="Verdana"/><a:cs typeface="Verdana"/></a:rPr><a:t> </a:t></a:r><a:r><a:rPr dirty="0" sz="850" spc="-10"><a:latin typeface="Verdana"/><a:cs typeface="Verdana"/></a:rPr><a:t>INTERCONNECTION</a:t></a:r><a:endParaRPr sz="850"><a:latin typeface="Verdana"/><a:cs typeface="Verdana"/></a:endParaRPr></a:p><a:p><a:pPr marL="15240" marR="217804"><a:lnSpc><a:spcPct val="101499"/></a:lnSpc></a:pPr><a:endParaRPr sz="850"><a:latin typeface="Verdana"/><a:cs typeface="Verdana"/></a:endParaRPr><a:r><a:rPr dirty="0" sz="850"><a:latin typeface="Verdana"/><a:t>{{SITE_ADDR}} {{MSB}}</a:t></a:r></a:p></p:txBody></p:sp><p:grpSp><p:nvGrpSpPr><p:cNvPr id="75" name="object 75"/><p:cNvGrpSpPr/><p:nvPr/></p:nvGrpSpPr><p:grpSpPr><a:xfrm><a:off x="6056252" y="3750976"/><a:ext cx="986155" cy="443865"/><a:chOff x="6056252" y="3750976"/><a:chExt cx="986155" cy="443865"/></a:xfrm></p:grpSpPr><p:sp><p:nvSpPr><p:cNvPr id="76" name="object 76"/><p:cNvSpPr/><p:nvPr/></p:nvSpPr><p:spPr><a:xfrm><a:off x="6596929" y="3933081"/><a:ext cx="441325" cy="142240"/></a:xfrm><a:custGeom><a:avLst/><a:gdLst/><a:ahLst/><a:cxnLst/><a:rect l="l" t="t" r="r" b="b"/><a:pathLst><a:path w="441325" h="142239"><a:moveTo><a:pt x="0" y="0"/></a:moveTo><a:lnTo><a:pt x="298528" y="141791"/></a:lnTo><a:lnTo><a:pt x="440746" y="141791"/></a:lnTo></a:path></a:pathLst></a:custGeom><a:ln w="7756"><a:solidFill><a:srgbClr val="000000"/></a:solidFill></a:ln></p:spPr><p:txBody><a:bodyPr wrap="square" lIns="0" tIns="0" rIns="0" bIns="0" rtlCol="0"/><a:lstStyle/><a:p/></p:txBody></p:sp><p:sp><p:nvSpPr><p:cNvPr id="77" name="object 77"/><p:cNvSpPr/><p:nvPr/></p:nvSpPr><p:spPr><a:xfrm><a:off x="6554968" y="3913148"/><a:ext cx="45720" cy="27305"/></a:xfrm><a:custGeom><a:avLst/><a:gdLst/><a:ahLst/><a:cxnLst/><a:rect l="l" t="t" r="r" b="b"/><a:pathLst><a:path w="45720" h="27304"><a:moveTo><a:pt x="38703" y="26976"/></a:moveTo><a:lnTo><a:pt x="0" y="0"/></a:lnTo><a:lnTo><a:pt x="45358" y="12960"/></a:lnTo><a:lnTo><a:pt x="38703" y="26976"/></a:lnTo><a:close/></a:path></a:pathLst></a:custGeom><a:solidFill><a:srgbClr val="000000"/></a:solidFill></p:spPr><p:txBody><a:bodyPr wrap="square" lIns="0" tIns="0" rIns="0" bIns="0" rtlCol="0"/><a:lstStyle/><a:p/></p:txBody></p:sp><p:sp><p:nvSpPr><p:cNvPr id="78" name="object 78"/><p:cNvSpPr/><p:nvPr/></p:nvSpPr><p:spPr><a:xfrm><a:off x="6554968" y="3913148"/><a:ext cx="45720" cy="27305"/></a:xfrm><a:custGeom><a:avLst/><a:gdLst/><a:ahLst/><a:cxnLst/><a:rect l="l" t="t" r="r" b="b"/><a:pathLst><a:path w="45720" h="27304"><a:moveTo><a:pt x="0" y="0"/></a:moveTo><a:lnTo><a:pt x="45358" y="12960"/></a:lnTo><a:lnTo><a:pt x="38703" y="26976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79" name="object 79"/><p:cNvSpPr/><p:nvPr/></p:nvSpPr><p:spPr><a:xfrm><a:off x="6066443" y="3751611"/><a:ext cx="474980" cy="442595"/></a:xfrm><a:custGeom><a:avLst/><a:gdLst/><a:ahLst/><a:cxnLst/><a:rect l="l" t="t" r="r" b="b"/><a:pathLst><a:path w="474979" h="442595"><a:moveTo><a:pt x="68014" y="0"/></a:moveTo><a:lnTo><a:pt x="7221" y="327606"/></a:lnTo></a:path><a:path w="474979" h="442595"><a:moveTo><a:pt x="7221" y="327606"/></a:moveTo><a:lnTo><a:pt x="0" y="366504"/></a:lnTo></a:path><a:path w="474979" h="442595"><a:moveTo><a:pt x="474819" y="75491"/></a:moveTo><a:lnTo><a:pt x="453144" y="192268"/></a:lnTo></a:path><a:path w="474979" h="442595"><a:moveTo><a:pt x="419569" y="373159"/></a:moveTo><a:lnTo><a:pt x="414011" y="403105"/></a:lnTo></a:path><a:path w="474979" h="442595"><a:moveTo><a:pt x="453144" y="192268"/></a:moveTo><a:lnTo><a:pt x="419569" y="373159"/></a:lnTo></a:path><a:path w="474979" h="442595"><a:moveTo><a:pt x="414011" y="403105"/></a:moveTo><a:lnTo><a:pt x="406797" y="441995"/></a:lnTo></a:path><a:path w="474979" h="442595"><a:moveTo><a:pt x="7221" y="327606"/></a:moveTo><a:lnTo><a:pt x="414011" y="403105"/></a:lnTo></a:path></a:pathLst></a:custGeom><a:ln w="3175"><a:solidFill><a:srgbClr val="000000"/></a:solidFill></a:ln></p:spPr><p:txBody><a:bodyPr wrap="square" lIns="0" tIns="0" rIns="0" bIns="0" rtlCol="0"/><a:lstStyle/><a:p/></p:txBody></p:sp><p:sp><p:nvSpPr><p:cNvPr id="80" name="object 80"/><p:cNvSpPr/><p:nvPr/></p:nvSpPr><p:spPr><a:xfrm><a:off x="6063712" y="4072392"/><a:ext cx="20320" cy="13970"/></a:xfrm><a:custGeom><a:avLst/><a:gdLst/><a:ahLst/><a:cxnLst/><a:rect l="l" t="t" r="r" b="b"/><a:pathLst><a:path w="20320" h="13970"><a:moveTo><a:pt x="19894" y="0"/></a:moveTo><a:lnTo><a:pt x="0" y="13658"/></a:lnTo></a:path></a:pathLst></a:custGeom><a:ln w="3175"><a:solidFill><a:srgbClr val="000000"/></a:solidFill></a:ln></p:spPr><p:txBody><a:bodyPr wrap="square" lIns="0" tIns="0" rIns="0" bIns="0" rtlCol="0"/><a:lstStyle/><a:p/></p:txBody></p:sp><p:sp><p:nvSpPr><p:cNvPr id="81" name="object 81"/><p:cNvSpPr/><p:nvPr/></p:nvSpPr><p:spPr><a:xfrm><a:off x="6056887" y="4076107"/><a:ext cx="17145" cy="3175"/></a:xfrm><a:custGeom><a:avLst/><a:gdLst/><a:ahLst/><a:cxnLst/><a:rect l="l" t="t" r="r" b="b"/><a:pathLst><a:path w="17145" h="3175"><a:moveTo><a:pt x="16776" y="311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82" name="object 82"/><p:cNvSpPr/><p:nvPr/></p:nvSpPr><p:spPr><a:xfrm><a:off x="6470510" y="4147883"/><a:ext cx="20320" cy="13970"/></a:xfrm><a:custGeom><a:avLst/><a:gdLst/><a:ahLst/><a:cxnLst/><a:rect l="l" t="t" r="r" b="b"/><a:pathLst><a:path w="20320" h="13970"><a:moveTo><a:pt x="0" y="13666"/></a:moveTo><a:lnTo><a:pt x="1989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83" name="object 83"/><p:cNvSpPr/><p:nvPr/></p:nvSpPr><p:spPr><a:xfrm><a:off x="6480454" y="4154716"/><a:ext cx="17145" cy="3175"/></a:xfrm><a:custGeom><a:avLst/><a:gdLst/><a:ahLst/><a:cxnLst/><a:rect l="l" t="t" r="r" b="b"/><a:pathLst><a:path w="17145" h="3175"><a:moveTo><a:pt x="0" y="0"/></a:moveTo><a:lnTo><a:pt x="16776" y="3117"/></a:lnTo></a:path></a:pathLst></a:custGeom><a:ln w="3175"><a:solidFill><a:srgbClr val="000000"/></a:solidFill></a:ln></p:spPr><p:txBody><a:bodyPr wrap="square" lIns="0" tIns="0" rIns="0" bIns="0" rtlCol="0"/><a:lstStyle/><a:p/></p:txBody></p:sp><p:sp><p:nvSpPr><p:cNvPr id="84" name="object 84"/><p:cNvSpPr/><p:nvPr/></p:nvSpPr><p:spPr><a:xfrm><a:off x="6091712" y="3943878"/><a:ext cx="401955" cy="180975"/></a:xfrm><a:custGeom><a:avLst/><a:gdLst/><a:ahLst/><a:cxnLst/><a:rect l="l" t="t" r="r" b="b"/><a:pathLst><a:path w="401954" h="180975"><a:moveTo><a:pt x="380915" y="180890"/></a:moveTo><a:lnTo><a:pt x="0" y="110192"/></a:lnTo><a:lnTo><a:pt x="20453" y="0"/></a:lnTo><a:lnTo><a:pt x="401368" y="70690"/></a:lnTo><a:lnTo><a:pt x="380915" y="180890"/></a:lnTo><a:close/></a:path></a:pathLst></a:custGeom><a:solidFill><a:srgbClr val="FFFFFF"/></a:solidFill></p:spPr><p:txBody><a:bodyPr wrap="square" lIns="0" tIns="0" rIns="0" bIns="0" rtlCol="0"/><a:lstStyle/><a:p/></p:txBody></p:sp><p:sp><p:nvSpPr><p:cNvPr id="85" name="object 85"/><p:cNvSpPr/><p:nvPr/></p:nvSpPr><p:spPr><a:xfrm><a:off x="6091712" y="3943878"/><a:ext cx="401955" cy="180975"/></a:xfrm><a:custGeom><a:avLst/><a:gdLst/><a:ahLst/><a:cxnLst/><a:rect l="l" t="t" r="r" b="b"/><a:pathLst><a:path w="401954" h="180975"><a:moveTo><a:pt x="20453" y="0"/></a:moveTo><a:lnTo><a:pt x="401368" y="70690"/></a:lnTo><a:lnTo><a:pt x="380915" y="180890"/></a:lnTo><a:lnTo><a:pt x="0" y="110192"/></a:lnTo><a:lnTo><a:pt x="20453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86" name="object 86"/><p:cNvSpPr txBox="1"/><p:nvPr/></p:nvSpPr><p:spPr><a:xfrm rot="600000"><a:off x="6139878" y="3993388"/><a:ext cx="303629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37&apos;-</a:t></a:r><a:r><a:rPr dirty="0" sz="700" spc="-25"><a:latin typeface="Verdana"/><a:cs typeface="Verdana"/></a:rPr><a:t>1&quot;</a:t></a:r><a:endParaRPr sz="700"><a:latin typeface="Verdana"/><a:cs typeface="Verdana"/></a:endParaRPr></a:p></p:txBody></p:sp><p:sp><p:nvSpPr><p:cNvPr id="87" name="object 87"/><p:cNvSpPr/><p:nvPr/></p:nvSpPr><p:spPr><a:xfrm><a:off x="1835972" y="1456337"/><a:ext cx="15090140" cy="10348595"/></a:xfrm><a:custGeom><a:avLst/><a:gdLst/><a:ahLst/><a:cxnLst/><a:rect l="l" t="t" r="r" b="b"/><a:pathLst><a:path w="15090140" h="10348595"><a:moveTo><a:pt x="3558580" y="0"/></a:moveTo><a:lnTo><a:pt x="11838227" y="15186"/></a:lnTo><a:lnTo><a:pt x="11834349" y="2061189"/></a:lnTo><a:lnTo><a:pt x="13902387" y="2281528"/></a:lnTo><a:lnTo><a:pt x="15089786" y="5515278"/></a:lnTo><a:lnTo><a:pt x="12453760" y="7762617"/></a:lnTo><a:lnTo><a:pt x="11239215" y="6338034"/></a:lnTo><a:lnTo><a:pt x="9615142" y="5795689"/></a:lnTo><a:lnTo><a:pt x="9013648" y="5844072"/></a:lnTo><a:lnTo><a:pt x="8632275" y="6986143"/></a:lnTo><a:lnTo><a:pt x="7205132" y="6560172"/></a:lnTo><a:lnTo><a:pt x="6338453" y="8932254"/></a:lnTo><a:lnTo><a:pt x="5372215" y="8369386"/></a:lnTo><a:lnTo><a:pt x="4915715" y="8222793"/></a:lnTo><a:lnTo><a:pt x="4035099" y="9412984"/></a:lnTo><a:lnTo><a:pt x="3027939" y="8752000"/></a:lnTo><a:lnTo><a:pt x="3806337" y="7130021"/></a:lnTo><a:lnTo><a:pt x="3033578" y="6777501"/></a:lnTo><a:lnTo><a:pt x="2060538" y="8103891"/></a:lnTo><a:lnTo><a:pt x="299862" y="6812249"/></a:lnTo><a:lnTo><a:pt x="0" y="5811558"/></a:lnTo><a:lnTo><a:pt x="165571" y="4114445"/></a:lnTo><a:lnTo><a:pt x="584670" y="3545286"/></a:lnTo><a:lnTo><a:pt x="3247936" y="2125170"/></a:lnTo><a:lnTo><a:pt x="3558580" y="0"/></a:lnTo></a:path><a:path w="15090140" h="10348595"><a:moveTo><a:pt x="8632275" y="6986143"/></a:moveTo><a:lnTo><a:pt x="7699125" y="9447266"/></a:lnTo><a:lnTo><a:pt x="6338453" y="8932254"/></a:lnTo><a:lnTo><a:pt x="5445449" y="10348073"/></a:lnTo><a:lnTo><a:pt x="2060538" y="8103891"/></a:lnTo><a:lnTo><a:pt x="6095606" y="9317195"/></a:lnTo></a:path><a:path w="15090140" h="10348595"><a:moveTo><a:pt x="7699125" y="9447266"/></a:moveTo><a:lnTo><a:pt x="9726443" y="10194732"/></a:lnTo><a:lnTo><a:pt x="10962085" y="8814204"/></a:lnTo><a:lnTo><a:pt x="12453760" y="7762617"/></a:lnTo></a:path><a:path w="15090140" h="10348595"><a:moveTo><a:pt x="13754089" y="1087319"/></a:moveTo><a:lnTo><a:pt x="13754089" y="217553"/></a:lnTo><a:lnTo><a:pt x="11838227" y="15186"/></a:lnTo><a:lnTo><a:pt x="11838227" y="882160"/></a:lnTo><a:lnTo><a:pt x="13754089" y="1087319"/></a:lnTo><a:lnTo><a:pt x="13902387" y="2281528"/></a:lnTo></a:path><a:path w="15090140" h="10348595"><a:moveTo><a:pt x="11838227" y="882160"/></a:moveTo><a:lnTo><a:pt x="10895847" y="713168"/></a:lnTo><a:lnTo><a:pt x="10779271" y="13247"/></a:lnTo></a:path></a:pathLst></a:custGeom><a:ln w="23268"><a:solidFill><a:srgbClr val="000000"/></a:solidFill><a:prstDash val="lgDashDot"/></a:ln></p:spPr><p:txBody><a:bodyPr wrap="square" lIns="0" tIns="0" rIns="0" bIns="0" rtlCol="0"/><a:lstStyle/><a:p/></p:txBody></p:sp><p:sp><p:nvSpPr><p:cNvPr id="88" name="object 88"/><p:cNvSpPr txBox="1"/><p:nvPr/></p:nvSpPr><p:spPr><a:xfrm><a:off x="10636635" y="9172340"/><a:ext cx="2420620" cy="263525"/></a:xfrm><a:prstGeom prst="rect"><a:avLst/></a:prstGeom><a:solidFill><a:srgbClr val="FFFFFF"/></a:solidFill><a:ln w="15512"><a:solidFill><a:srgbClr val="000000"/></a:solidFill></a:ln></p:spPr><p:txBody><a:bodyPr wrap="square" lIns="0" tIns="1905" rIns="0" bIns="0" rtlCol="0" vert="horz"><a:spAutoFit/></a:bodyPr><a:lstStyle/><a:p><a:pPr marL="114935"><a:lnSpc><a:spcPct val="100000"/></a:lnSpc><a:spcBef><a:spcPts val="15"/></a:spcBef></a:pPr><a:r><a:rPr dirty="0" sz="1700"><a:latin typeface="Verdana"/><a:cs typeface="Verdana"/></a:rPr><a:t>APN: 064-4225-</a:t></a:r><a:r><a:rPr dirty="0" sz="1700" spc="-25"><a:latin typeface="Verdana"/><a:cs typeface="Verdana"/></a:rPr><a:t>003</a:t></a:r><a:endParaRPr sz="1700"><a:latin typeface="Verdana"/><a:cs typeface="Verdana"/></a:endParaRPr></a:p></p:txBody></p:sp><p:grpSp><p:nvGrpSpPr><p:cNvPr id="89" name="object 89"/><p:cNvGrpSpPr/><p:nvPr/></p:nvGrpSpPr><p:grpSpPr><a:xfrm><a:off x="8355817" y="8494110"/><a:ext cx="1922145" cy="1759585"/><a:chOff x="8355817" y="8494110"/><a:chExt cx="1922145" cy="1759585"/></a:xfrm></p:grpSpPr><p:sp><p:nvSpPr><p:cNvPr id="90" name="object 90"/><p:cNvSpPr/><p:nvPr/></p:nvSpPr><p:spPr><a:xfrm><a:off x="8363755" y="8502048"/><a:ext cx="1906270" cy="1743710"/></a:xfrm><a:custGeom><a:avLst/><a:gdLst/><a:ahLst/><a:cxnLst/><a:rect l="l" t="t" r="r" b="b"/><a:pathLst><a:path w="1906270" h="1743709"><a:moveTo><a:pt x="175523" y="1743596"/></a:moveTo><a:lnTo><a:pt x="0" y="1547286"/></a:lnTo><a:lnTo><a:pt x="1730488" y="0"/></a:lnTo><a:lnTo><a:pt x="1906011" y="196309"/></a:lnTo><a:lnTo><a:pt x="175523" y="1743596"/></a:lnTo><a:close/></a:path></a:pathLst></a:custGeom><a:solidFill><a:srgbClr val="FFFFFF"/></a:solidFill></p:spPr><p:txBody><a:bodyPr wrap="square" lIns="0" tIns="0" rIns="0" bIns="0" rtlCol="0"/><a:lstStyle/><a:p/></p:txBody></p:sp><p:sp><p:nvSpPr><p:cNvPr id="91" name="object 91"/><p:cNvSpPr/><p:nvPr/></p:nvSpPr><p:spPr><a:xfrm><a:off x="8363755" y="8502048"/><a:ext cx="1906270" cy="1743710"/></a:xfrm><a:custGeom><a:avLst/><a:gdLst/><a:ahLst/><a:cxnLst/><a:rect l="l" t="t" r="r" b="b"/><a:pathLst><a:path w="1906270" h="1743709"><a:moveTo><a:pt x="0" y="1547286"/></a:moveTo><a:lnTo><a:pt x="1730488" y="0"/></a:lnTo><a:lnTo><a:pt x="1906011" y="196309"/></a:lnTo><a:lnTo><a:pt x="175523" y="1743596"/></a:lnTo><a:lnTo><a:pt x="0" y="1547286"/></a:lnTo><a:close/></a:path></a:pathLst></a:custGeom><a:ln w="15512"><a:solidFill><a:srgbClr val="000000"/></a:solidFill></a:ln></p:spPr><p:txBody><a:bodyPr wrap="square" lIns="0" tIns="0" rIns="0" bIns="0" rtlCol="0"/><a:lstStyle/><a:p/></p:txBody></p:sp></p:grpSp><p:sp><p:nvSpPr><p:cNvPr id="92" name="object 92"/><p:cNvSpPr txBox="1"/><p:nvPr/></p:nvSpPr><p:spPr><a:xfrm rot="19140000"><a:off x="8322204" y="9278753"/><a:ext cx="1961344" cy="154940"/></a:xfrm><a:prstGeom prst="rect"><a:avLst/></a:prstGeom></p:spPr><p:txBody><a:bodyPr wrap="square" lIns="0" tIns="0" rIns="0" bIns="0" rtlCol="0" vert="horz"><a:spAutoFit/></a:bodyPr><a:lstStyle/><a:p><a:pPr><a:lnSpc><a:spcPts val="1220"/></a:lnSpc></a:pPr><a:r><a:rPr dirty="0" sz="1200"><a:latin typeface="Verdana"/><a:cs typeface="Verdana"/></a:rPr><a:t>APN:</a:t></a:r><a:r><a:rPr dirty="0" sz="1200" spc="114"><a:latin typeface="Verdana"/><a:cs typeface="Verdana"/></a:rPr><a:t> </a:t></a:r><a:r><a:rPr dirty="0" baseline="2314" sz="1800"><a:latin typeface="Verdana"/><a:cs typeface="Verdana"/></a:rPr></a:r><a:r><a:rPr dirty="0" baseline="2314" sz="1800" spc="-37"><a:latin typeface="Verdana"/><a:cs typeface="Verdana"/></a:rPr><a:t>01</a:t></a:r><a:endParaRPr baseline="2314" sz="1800"><a:latin typeface="Verdana"/><a:cs typeface="Verdana"/></a:endParaRPr></a:p></p:txBody></p:sp><p:grpSp><p:nvGrpSpPr><p:cNvPr id="93" name="object 93"/><p:cNvGrpSpPr/><p:nvPr/></p:nvGrpSpPr><p:grpSpPr><a:xfrm><a:off x="4115047" y="8625656"/><a:ext cx="1337945" cy="887094"/><a:chOff x="4115047" y="8625656"/><a:chExt cx="1337945" cy="887094"/></a:xfrm></p:grpSpPr><p:sp><p:nvSpPr><p:cNvPr id="94" name="object 94"/><p:cNvSpPr/><p:nvPr/></p:nvSpPr><p:spPr><a:xfrm><a:off x="4122984" y="8633593"/><a:ext cx="1322070" cy="871219"/></a:xfrm><a:custGeom><a:avLst/><a:gdLst/><a:ahLst/><a:cxnLst/><a:rect l="l" t="t" r="r" b="b"/><a:pathLst><a:path w="1322070" h="871220"><a:moveTo><a:pt x="93470" y="871177"/></a:moveTo><a:lnTo><a:pt x="0" y="709227"/></a:lnTo><a:lnTo><a:pt x="1228436" y="0"/></a:lnTo><a:lnTo><a:pt x="1321914" y="161949"/></a:lnTo><a:lnTo><a:pt x="93470" y="871177"/></a:lnTo><a:close/></a:path></a:pathLst></a:custGeom><a:solidFill><a:srgbClr val="FFFFFF"/></a:solidFill></p:spPr><p:txBody><a:bodyPr wrap="square" lIns="0" tIns="0" rIns="0" bIns="0" rtlCol="0"/><a:lstStyle/><a:p/></p:txBody></p:sp><p:sp><p:nvSpPr><p:cNvPr id="95" name="object 95"/><p:cNvSpPr/><p:nvPr/></p:nvSpPr><p:spPr><a:xfrm><a:off x="4122984" y="8633593"/><a:ext cx="1322070" cy="871219"/></a:xfrm><a:custGeom><a:avLst/><a:gdLst/><a:ahLst/><a:cxnLst/><a:rect l="l" t="t" r="r" b="b"/><a:pathLst><a:path w="1322070" h="871220"><a:moveTo><a:pt x="0" y="709227"/></a:moveTo><a:lnTo><a:pt x="1228436" y="0"/></a:lnTo><a:lnTo><a:pt x="1321914" y="161949"/></a:lnTo><a:lnTo><a:pt x="93470" y="871177"/></a:lnTo><a:lnTo><a:pt x="0" y="709227"/></a:lnTo><a:close/></a:path></a:pathLst></a:custGeom><a:ln w="15512"><a:solidFill><a:srgbClr val="000000"/></a:solidFill></a:ln></p:spPr><p:txBody><a:bodyPr wrap="square" lIns="0" tIns="0" rIns="0" bIns="0" rtlCol="0"/><a:lstStyle/><a:p/></p:txBody></p:sp></p:grpSp><p:sp><p:nvSpPr><p:cNvPr id="96" name="object 96"/><p:cNvSpPr txBox="1"/><p:nvPr/></p:nvSpPr><p:spPr><a:xfrm rot="19800000"><a:off x="4102640" y="8996591"/><a:ext cx="1353838" cy="123825"/></a:xfrm><a:prstGeom prst="rect"><a:avLst/></a:prstGeom></p:spPr><p:txBody><a:bodyPr wrap="square" lIns="0" tIns="0" rIns="0" bIns="0" rtlCol="0" vert="horz"><a:spAutoFit/></a:bodyPr><a:lstStyle/><a:p><a:pPr><a:lnSpc><a:spcPts val="975"/></a:lnSpc></a:pPr><a:r><a:rPr dirty="0" sz="950"><a:latin typeface="Verdana"/><a:cs typeface="Verdana"/></a:rPr><a:t>APN:</a:t></a:r><a:r><a:rPr dirty="0" sz="950" spc="229"><a:latin typeface="Verdana"/><a:cs typeface="Verdana"/></a:rPr><a:t> </a:t></a:r><a:r><a:rPr dirty="0" sz="950"><a:latin typeface="Verdana"/><a:cs typeface="Verdana"/></a:rPr></a:r><a:r><a:rPr dirty="0" sz="950" spc="-25"><a:latin typeface="Verdana"/><a:cs typeface="Verdana"/></a:rPr><a:t>024</a:t></a:r><a:endParaRPr sz="950"><a:latin typeface="Verdana"/><a:cs typeface="Verdana"/></a:endParaRPr></a:p></p:txBody></p:sp><p:grpSp><p:nvGrpSpPr><p:cNvPr id="97" name="object 97"/><p:cNvGrpSpPr/><p:nvPr/></p:nvGrpSpPr><p:grpSpPr><a:xfrm><a:off x="13937885" y="2746812"/><a:ext cx="1440815" cy="257175"/><a:chOff x="13937885" y="2746812"/><a:chExt cx="1440815" cy="257175"/></a:xfrm></p:grpSpPr><p:sp><p:nvSpPr><p:cNvPr id="98" name="object 98"/><p:cNvSpPr/><p:nvPr/></p:nvSpPr><p:spPr><a:xfrm><a:off x="13945823" y="2754750"/><a:ext cx="1424940" cy="241300"/></a:xfrm><a:custGeom><a:avLst/><a:gdLst/><a:ahLst/><a:cxnLst/><a:rect l="l" t="t" r="r" b="b"/><a:pathLst><a:path w="1424940" h="241300"><a:moveTo><a:pt x="1417525" y="240698"/></a:moveTo><a:lnTo><a:pt x="0" y="186816"/></a:lnTo><a:lnTo><a:pt x="7135" y="0"/></a:lnTo><a:lnTo><a:pt x="1424583" y="53882"/></a:lnTo><a:lnTo><a:pt x="1417525" y="240698"/></a:lnTo><a:close/></a:path></a:pathLst></a:custGeom><a:solidFill><a:srgbClr val="FFFFFF"/></a:solidFill></p:spPr><p:txBody><a:bodyPr wrap="square" lIns="0" tIns="0" rIns="0" bIns="0" rtlCol="0"/><a:lstStyle/><a:p/></p:txBody></p:sp><p:sp><p:nvSpPr><p:cNvPr id="99" name="object 99"/><p:cNvSpPr/><p:nvPr/></p:nvSpPr><p:spPr><a:xfrm><a:off x="13945823" y="2754750"/><a:ext cx="1424940" cy="241300"/></a:xfrm><a:custGeom><a:avLst/><a:gdLst/><a:ahLst/><a:cxnLst/><a:rect l="l" t="t" r="r" b="b"/><a:pathLst><a:path w="1424940" h="241300"><a:moveTo><a:pt x="7135" y="0"/></a:moveTo><a:lnTo><a:pt x="1424583" y="53882"/></a:lnTo><a:lnTo><a:pt x="1417525" y="240698"/></a:lnTo><a:lnTo><a:pt x="0" y="186816"/></a:lnTo><a:lnTo><a:pt x="7135" y="0"/></a:lnTo><a:close/></a:path></a:pathLst></a:custGeom><a:ln w="15512"><a:solidFill><a:srgbClr val="000000"/></a:solidFill></a:ln></p:spPr><p:txBody><a:bodyPr wrap="square" lIns="0" tIns="0" rIns="0" bIns="0" rtlCol="0"/><a:lstStyle/><a:p/></p:txBody></p:sp></p:grpSp><p:sp><p:nvSpPr><p:cNvPr id="100" name="object 100"/><p:cNvSpPr txBox="1"/><p:nvPr/></p:nvSpPr><p:spPr><a:xfrm rot="120000"><a:off x="13983068" y="2802814"/><a:ext cx="1354470" cy="123825"/></a:xfrm><a:prstGeom prst="rect"><a:avLst/></a:prstGeom></p:spPr><p:txBody><a:bodyPr wrap="square" lIns="0" tIns="0" rIns="0" bIns="0" rtlCol="0" vert="horz"><a:spAutoFit/></a:bodyPr><a:lstStyle/><a:p><a:pPr><a:lnSpc><a:spcPts val="975"/></a:lnSpc></a:pPr><a:r><a:rPr dirty="0" sz="950"><a:latin typeface="Verdana"/><a:cs typeface="Verdana"/></a:rPr><a:t>APN:</a:t></a:r><a:r><a:rPr dirty="0" sz="950" spc="225"><a:latin typeface="Verdana"/><a:cs typeface="Verdana"/></a:rPr><a:t> </a:t></a:r><a:r><a:rPr dirty="0" sz="950"><a:latin typeface="Verdana"/><a:cs typeface="Verdana"/></a:rPr></a:r><a:r><a:rPr dirty="0" sz="950" spc="-25"><a:latin typeface="Verdana"/><a:cs typeface="Verdana"/></a:rPr><a:t>021</a:t></a:r><a:endParaRPr sz="950"><a:latin typeface="Verdana"/><a:cs typeface="Verdana"/></a:endParaRPr></a:p></p:txBody></p:sp><p:grpSp><p:nvGrpSpPr><p:cNvPr id="101" name="object 101"/><p:cNvGrpSpPr/><p:nvPr/></p:nvGrpSpPr><p:grpSpPr><a:xfrm><a:off x="6555507" y="9990051"/><a:ext cx="1435100" cy="562610"/><a:chOff x="6555507" y="9990051"/><a:chExt cx="1435100" cy="562610"/></a:xfrm></p:grpSpPr><p:sp><p:nvSpPr><p:cNvPr id="102" name="object 102"/><p:cNvSpPr/><p:nvPr/></p:nvSpPr><p:spPr><a:xfrm><a:off x="6563445" y="9997988"/><a:ext cx="1419225" cy="546735"/></a:xfrm><a:custGeom><a:avLst/><a:gdLst/><a:ahLst/><a:cxnLst/><a:rect l="l" t="t" r="r" b="b"/><a:pathLst><a:path w="1419225" h="546734"><a:moveTo><a:pt x="1370460" y="546657"/></a:moveTo><a:lnTo><a:pt x="0" y="180642"/></a:lnTo><a:lnTo><a:pt x="48243" y="0"/></a:lnTo><a:lnTo><a:pt x="1418704" y="366093"/></a:lnTo><a:lnTo><a:pt x="1370460" y="546657"/></a:lnTo><a:close/></a:path></a:pathLst></a:custGeom><a:solidFill><a:srgbClr val="FFFFFF"/></a:solidFill></p:spPr><p:txBody><a:bodyPr wrap="square" lIns="0" tIns="0" rIns="0" bIns="0" rtlCol="0"/><a:lstStyle/><a:p/></p:txBody></p:sp><p:sp><p:nvSpPr><p:cNvPr id="103" name="object 103"/><p:cNvSpPr/><p:nvPr/></p:nvSpPr><p:spPr><a:xfrm><a:off x="6563445" y="9997988"/><a:ext cx="1419225" cy="546735"/></a:xfrm><a:custGeom><a:avLst/><a:gdLst/><a:ahLst/><a:cxnLst/><a:rect l="l" t="t" r="r" b="b"/><a:pathLst><a:path w="1419225" h="546734"><a:moveTo><a:pt x="48243" y="0"/></a:moveTo><a:lnTo><a:pt x="1418704" y="366093"/></a:lnTo><a:lnTo><a:pt x="1370460" y="546657"/></a:lnTo><a:lnTo><a:pt x="0" y="180642"/></a:lnTo><a:lnTo><a:pt x="48243" y="0"/></a:lnTo><a:close/></a:path></a:pathLst></a:custGeom><a:ln w="15512"><a:solidFill><a:srgbClr val="000000"/></a:solidFill></a:ln></p:spPr><p:txBody><a:bodyPr wrap="square" lIns="0" tIns="0" rIns="0" bIns="0" rtlCol="0"/><a:lstStyle/><a:p/></p:txBody></p:sp></p:grpSp><p:sp><p:nvSpPr><p:cNvPr id="104" name="object 104"/><p:cNvSpPr txBox="1"/><p:nvPr/></p:nvSpPr><p:spPr><a:xfrm rot="840000"><a:off x="6644501" y="10205345"/><a:ext cx="1263445" cy="120650"/></a:xfrm><a:prstGeom prst="rect"><a:avLst/></a:prstGeom></p:spPr><p:txBody><a:bodyPr wrap="square" lIns="0" tIns="0" rIns="0" bIns="0" rtlCol="0" vert="horz"><a:spAutoFit/></a:bodyPr><a:lstStyle/><a:p><a:pPr><a:lnSpc><a:spcPts val="935"/></a:lnSpc></a:pPr><a:r><a:rPr dirty="0" baseline="2923" sz="1425"><a:latin typeface="Verdana"/><a:cs typeface="Verdana"/></a:rPr><a:t>APN:</a:t></a:r><a:r><a:rPr dirty="0" baseline="2923" sz="1425" spc="277"><a:latin typeface="Verdana"/><a:cs typeface="Verdana"/></a:rPr><a:t> </a:t></a:r><a:r><a:rPr dirty="0" sz="950"><a:latin typeface="Verdana"/><a:cs typeface="Verdana"/></a:rPr><a:t>064-4225-</a:t></a:r><a:r><a:rPr dirty="0" sz="950" spc="-25"><a:latin typeface="Verdana"/><a:cs typeface="Verdana"/></a:rPr><a:t>005</a:t></a:r><a:endParaRPr sz="950"><a:latin typeface="Verdana"/><a:cs typeface="Verdana"/></a:endParaRPr></a:p></p:txBody></p:sp><p:grpSp><p:nvGrpSpPr><p:cNvPr id="105" name="object 105"/><p:cNvGrpSpPr/><p:nvPr/></p:nvGrpSpPr><p:grpSpPr><a:xfrm><a:off x="6260857" y="10626525"/><a:ext cx="1435100" cy="562610"/><a:chOff x="6260857" y="10626525"/><a:chExt cx="1435100" cy="562610"/></a:xfrm></p:grpSpPr><p:sp><p:nvSpPr><p:cNvPr id="106" name="object 106"/><p:cNvSpPr/><p:nvPr/></p:nvSpPr><p:spPr><a:xfrm><a:off x="6268794" y="10634463"/><a:ext cx="1419225" cy="546735"/></a:xfrm><a:custGeom><a:avLst/><a:gdLst/><a:ahLst/><a:cxnLst/><a:rect l="l" t="t" r="r" b="b"/><a:pathLst><a:path w="1419225" h="546734"><a:moveTo><a:pt x="1370444" y="546657"/></a:moveTo><a:lnTo><a:pt x="0" y="180642"/></a:lnTo><a:lnTo><a:pt x="48243" y="0"/></a:lnTo><a:lnTo><a:pt x="1418680" y="366015"/></a:lnTo><a:lnTo><a:pt x="1370444" y="546657"/></a:lnTo><a:close/></a:path></a:pathLst></a:custGeom><a:solidFill><a:srgbClr val="FFFFFF"/></a:solidFill></p:spPr><p:txBody><a:bodyPr wrap="square" lIns="0" tIns="0" rIns="0" bIns="0" rtlCol="0"/><a:lstStyle/><a:p/></p:txBody></p:sp><p:sp><p:nvSpPr><p:cNvPr id="107" name="object 107"/><p:cNvSpPr/><p:nvPr/></p:nvSpPr><p:spPr><a:xfrm><a:off x="6268794" y="10634463"/><a:ext cx="1419225" cy="546735"/></a:xfrm><a:custGeom><a:avLst/><a:gdLst/><a:ahLst/><a:cxnLst/><a:rect l="l" t="t" r="r" b="b"/><a:pathLst><a:path w="1419225" h="546734"><a:moveTo><a:pt x="48243" y="0"/></a:moveTo><a:lnTo><a:pt x="1418680" y="366015"/></a:lnTo><a:lnTo><a:pt x="1370444" y="546657"/></a:lnTo><a:lnTo><a:pt x="0" y="180642"/></a:lnTo><a:lnTo><a:pt x="48243" y="0"/></a:lnTo><a:close/></a:path></a:pathLst></a:custGeom><a:ln w="15512"><a:solidFill><a:srgbClr val="000000"/></a:solidFill></a:ln></p:spPr><p:txBody><a:bodyPr wrap="square" lIns="0" tIns="0" rIns="0" bIns="0" rtlCol="0"/><a:lstStyle/><a:p/></p:txBody></p:sp></p:grpSp><p:sp><p:nvSpPr><p:cNvPr id="108" name="object 108"/><p:cNvSpPr txBox="1"/><p:nvPr/></p:nvSpPr><p:spPr><a:xfrm rot="840000"><a:off x="6349845" y="10841820"/><a:ext cx="1263445" cy="120650"/></a:xfrm><a:prstGeom prst="rect"><a:avLst/></a:prstGeom></p:spPr><p:txBody><a:bodyPr wrap="square" lIns="0" tIns="0" rIns="0" bIns="0" rtlCol="0" vert="horz"><a:spAutoFit/></a:bodyPr><a:lstStyle/><a:p><a:pPr><a:lnSpc><a:spcPts val="935"/></a:lnSpc></a:pPr><a:r><a:rPr dirty="0" baseline="2923" sz="1425"><a:latin typeface="Verdana"/><a:cs typeface="Verdana"/></a:rPr><a:t>APN:</a:t></a:r><a:r><a:rPr dirty="0" baseline="2923" sz="1425" spc="277"><a:latin typeface="Verdana"/><a:cs typeface="Verdana"/></a:rPr><a:t> </a:t></a:r><a:r><a:rPr dirty="0" sz="950"><a:latin typeface="Verdana"/><a:cs typeface="Verdana"/></a:rPr><a:t>064-4225-</a:t></a:r><a:r><a:rPr dirty="0" sz="950" spc="-25"><a:latin typeface="Verdana"/><a:cs typeface="Verdana"/></a:rPr><a:t>004</a:t></a:r><a:endParaRPr sz="950"><a:latin typeface="Verdana"/><a:cs typeface="Verdana"/></a:endParaRPr></a:p></p:txBody></p:sp><p:grpSp><p:nvGrpSpPr><p:cNvPr id="109" name="object 109"/><p:cNvGrpSpPr/><p:nvPr/></p:nvGrpSpPr><p:grpSpPr><a:xfrm><a:off x="4914215" y="9989120"/><a:ext cx="1285240" cy="504825"/><a:chOff x="4914215" y="9989120"/><a:chExt cx="1285240" cy="504825"/></a:xfrm></p:grpSpPr><p:sp><p:nvSpPr><p:cNvPr id="110" name="object 110"/><p:cNvSpPr/><p:nvPr/></p:nvSpPr><p:spPr><a:xfrm><a:off x="4922153" y="9997058"/><a:ext cx="1269365" cy="488950"/></a:xfrm><a:custGeom><a:avLst/><a:gdLst/><a:ahLst/><a:cxnLst/><a:rect l="l" t="t" r="r" b="b"/><a:pathLst><a:path w="1269364" h="488950"><a:moveTo><a:pt x="1225690" y="488951"/></a:moveTo><a:lnTo><a:pt x="0" y="161561"/></a:lnTo><a:lnTo><a:pt x="43147" y="0"/></a:lnTo><a:lnTo><a:pt x="1268838" y="327389"/></a:lnTo><a:lnTo><a:pt x="1225690" y="488951"/></a:lnTo><a:close/></a:path></a:pathLst></a:custGeom><a:solidFill><a:srgbClr val="FFFFFF"/></a:solidFill></p:spPr><p:txBody><a:bodyPr wrap="square" lIns="0" tIns="0" rIns="0" bIns="0" rtlCol="0"/><a:lstStyle/><a:p/></p:txBody></p:sp><p:sp><p:nvSpPr><p:cNvPr id="111" name="object 111"/><p:cNvSpPr/><p:nvPr/></p:nvSpPr><p:spPr><a:xfrm><a:off x="4922153" y="9997058"/><a:ext cx="1269365" cy="488950"/></a:xfrm><a:custGeom><a:avLst/><a:gdLst/><a:ahLst/><a:cxnLst/><a:rect l="l" t="t" r="r" b="b"/><a:pathLst><a:path w="1269364" h="488950"><a:moveTo><a:pt x="43147" y="0"/></a:moveTo><a:lnTo><a:pt x="1268838" y="327389"/></a:lnTo><a:lnTo><a:pt x="1225690" y="488951"/></a:lnTo><a:lnTo><a:pt x="0" y="161561"/></a:lnTo><a:lnTo><a:pt x="43147" y="0"/></a:lnTo><a:close/></a:path></a:pathLst></a:custGeom><a:ln w="15512"><a:solidFill><a:srgbClr val="000000"/></a:solidFill></a:ln></p:spPr><p:txBody><a:bodyPr wrap="square" lIns="0" tIns="0" rIns="0" bIns="0" rtlCol="0"/><a:lstStyle/><a:p/></p:txBody></p:sp></p:grpSp><p:sp><p:nvSpPr><p:cNvPr id="112" name="object 112"/><p:cNvSpPr txBox="1"/><p:nvPr/></p:nvSpPr><p:spPr><a:xfrm rot="840000"><a:off x="4968067" y="10181053"/><a:ext cx="1186713" cy="107950"/></a:xfrm><a:prstGeom prst="rect"><a:avLst/></a:prstGeom></p:spPr><p:txBody><a:bodyPr wrap="square" lIns="0" tIns="0" rIns="0" bIns="0" rtlCol="0" vert="horz"><a:spAutoFit/></a:bodyPr><a:lstStyle/><a:p><a:pPr><a:lnSpc><a:spcPts val="815"/></a:lnSpc></a:pPr><a:r><a:rPr dirty="0" baseline="3267" sz="1275"><a:latin typeface="Verdana"/><a:cs typeface="Verdana"/></a:rPr><a:t>APN:</a:t></a:r><a:r><a:rPr dirty="0" baseline="3267" sz="1275" spc="-22"><a:latin typeface="Verdana"/><a:cs typeface="Verdana"/></a:rPr><a:t> </a:t></a:r><a:r><a:rPr dirty="0" sz="850"><a:latin typeface="Verdana"/><a:cs typeface="Verdana"/></a:rPr></a:r><a:r><a:rPr dirty="0" sz="850" spc="-25"><a:latin typeface="Verdana"/><a:cs typeface="Verdana"/></a:rPr><a:t>025</a:t></a:r><a:endParaRPr sz="850"><a:latin typeface="Verdana"/><a:cs typeface="Verdana"/></a:endParaRPr></a:p></p:txBody></p:sp><p:sp><p:nvSpPr><p:cNvPr id="113" name="object 113"/><p:cNvSpPr/><p:nvPr/></p:nvSpPr><p:spPr><a:xfrm><a:off x="2365760" y="3532132"/><a:ext cx="2307590" cy="1266825"/></a:xfrm><a:custGeom><a:avLst/><a:gdLst/><a:ahLst/><a:cxnLst/><a:rect l="l" t="t" r="r" b="b"/><a:pathLst><a:path w="2307590" h="1266825"><a:moveTo><a:pt x="111666" y="1266635"/></a:moveTo><a:lnTo><a:pt x="0" y="1028163"/></a:lnTo><a:lnTo><a:pt x="2195798" y="0"/></a:lnTo><a:lnTo><a:pt x="2307465" y="238480"/></a:lnTo><a:lnTo><a:pt x="111666" y="1266635"/></a:lnTo><a:close/></a:path></a:pathLst></a:custGeom><a:solidFill><a:srgbClr val="FFFFFF"/></a:solidFill></p:spPr><p:txBody><a:bodyPr wrap="square" lIns="0" tIns="0" rIns="0" bIns="0" rtlCol="0"/><a:lstStyle/><a:p/></p:txBody></p:sp><p:sp><p:nvSpPr><p:cNvPr id="114" name="object 114"/><p:cNvSpPr txBox="1"/><p:nvPr/></p:nvSpPr><p:spPr><a:xfrm rot="20100000"><a:off x="2357413" y="4067156"/><a:ext cx="2339914" cy="217170"/></a:xfrm><a:prstGeom prst="rect"><a:avLst/></a:prstGeom></p:spPr><p:txBody><a:bodyPr wrap="square" lIns="0" tIns="0" rIns="0" bIns="0" rtlCol="0" vert="horz"><a:spAutoFit/></a:bodyPr><a:lstStyle/><a:p><a:pPr><a:lnSpc><a:spcPts val="1710"/></a:lnSpc></a:pPr><a:r><a:rPr dirty="0" sz="1700"><a:latin typeface="Verdana"/><a:cs typeface="Verdana"/></a:rPr><a:t>CLAREMONT </a:t></a:r><a:r><a:rPr dirty="0" sz="1700" spc="-10"><a:latin typeface="Verdana"/><a:cs typeface="Verdana"/></a:rPr><a:t>AVENUE</a:t></a:r><a:endParaRPr sz="1700"><a:latin typeface="Verdana"/><a:cs typeface="Verdana"/></a:endParaRPr></a:p></p:txBody></p:sp><p:sp><p:nvSpPr><p:cNvPr id="115" name="object 115"/><p:cNvSpPr/><p:nvPr/></p:nvSpPr><p:spPr><a:xfrm><a:off x="12025074" y="10190808"/><a:ext cx="1334770" cy="1422400"/></a:xfrm><a:custGeom><a:avLst/><a:gdLst/><a:ahLst/><a:cxnLst/><a:rect l="l" t="t" r="r" b="b"/><a:pathLst><a:path w="1334769" h="1422400"><a:moveTo><a:pt x="194060" y="1421946"/></a:moveTo><a:lnTo><a:pt x="0" y="1244018"/></a:lnTo><a:lnTo><a:pt x="1140550" y="0"/></a:lnTo><a:lnTo><a:pt x="1334611" y="177927"/></a:lnTo><a:lnTo><a:pt x="194060" y="1421946"/></a:lnTo><a:close/></a:path></a:pathLst></a:custGeom><a:solidFill><a:srgbClr val="FFFFFF"/></a:solidFill></p:spPr><p:txBody><a:bodyPr wrap="square" lIns="0" tIns="0" rIns="0" bIns="0" rtlCol="0"/><a:lstStyle/><a:p/></p:txBody></p:sp><p:sp><p:nvSpPr><p:cNvPr id="116" name="object 116"/><p:cNvSpPr txBox="1"/><p:nvPr/></p:nvSpPr><p:spPr><a:xfrm rot="18780000"><a:off x="11900721" y="10802442"/><a:ext cx="1607318" cy="217170"/></a:xfrm><a:prstGeom prst="rect"><a:avLst/></a:prstGeom></p:spPr><p:txBody><a:bodyPr wrap="square" lIns="0" tIns="0" rIns="0" bIns="0" rtlCol="0" vert="horz"><a:spAutoFit/></a:bodyPr><a:lstStyle/><a:p><a:pPr><a:lnSpc><a:spcPts val="1710"/></a:lnSpc></a:pPr><a:r><a:rPr dirty="0" sz="1700"><a:latin typeface="Verdana"/><a:cs typeface="Verdana"/></a:rPr><a:t>TUNNEL</a:t></a:r><a:r><a:rPr dirty="0" sz="1700" spc="-15"><a:latin typeface="Verdana"/><a:cs typeface="Verdana"/></a:rPr><a:t> </a:t></a:r><a:r><a:rPr dirty="0" baseline="1633" sz="2550" spc="-30"><a:latin typeface="Verdana"/><a:cs typeface="Verdana"/></a:rPr><a:t>ROAD</a:t></a:r><a:endParaRPr baseline="1633" sz="2550"><a:latin typeface="Verdana"/><a:cs typeface="Verdana"/></a:endParaRPr></a:p></p:txBody></p:sp><p:sp><p:nvSpPr><p:cNvPr id="117" name="object 117"/><p:cNvSpPr/><p:nvPr/></p:nvSpPr><p:spPr><a:xfrm><a:off x="968409" y="1425087"/><a:ext cx="4002404" cy="3747770"/></a:xfrm><a:custGeom><a:avLst/><a:gdLst/><a:ahLst/><a:cxnLst/><a:rect l="l" t="t" r="r" b="b"/><a:pathLst><a:path w="4002404" h="3747770"><a:moveTo><a:pt x="3942637" y="1066184"/></a:moveTo><a:lnTo><a:pt x="1466629" y="928798"/></a:lnTo></a:path><a:path w="4002404" h="3747770"><a:moveTo><a:pt x="180758" y="3667082"/></a:moveTo><a:lnTo><a:pt x="397598" y="2418006"/></a:lnTo><a:lnTo><a:pt x="1431284" y="2962097"/></a:lnTo></a:path><a:path w="4002404" h="3747770"><a:moveTo><a:pt x="397598" y="2418006"/></a:moveTo><a:lnTo><a:pt x="1047220" y="1983751"/></a:lnTo><a:lnTo><a:pt x="1426848" y="1729984"/></a:lnTo><a:lnTo><a:pt x="1595631" y="0"/></a:lnTo><a:lnTo><a:pt x="4001793" y="0"/></a:lnTo><a:lnTo><a:pt x="3942637" y="1066184"/></a:lnTo><a:lnTo><a:pt x="3391093" y="2039743"/></a:lnTo><a:lnTo><a:pt x="1431284" y="2962097"/></a:lnTo><a:lnTo><a:pt x="643005" y="3747328"/></a:lnTo><a:lnTo><a:pt x="0" y="3635700"/></a:lnTo></a:path><a:path w="4002404" h="3747770"><a:moveTo><a:pt x="1990080" y="2699107"/></a:moveTo><a:lnTo><a:pt x="1047220" y="1983751"/></a:lnTo></a:path></a:pathLst></a:custGeom><a:ln w="23268"><a:solidFill><a:srgbClr val="000000"/></a:solidFill><a:prstDash val="lgDashDot"/></a:ln></p:spPr><p:txBody><a:bodyPr wrap="square" lIns="0" tIns="0" rIns="0" bIns="0" rtlCol="0"/><a:lstStyle/><a:p/></p:txBody></p:sp><p:sp><p:nvSpPr><p:cNvPr id="118" name="object 118"/><p:cNvSpPr txBox="1"/><p:nvPr/></p:nvSpPr><p:spPr><a:xfrm><a:off x="2763739" y="1806483"/><a:ext cx="2036445" cy="221615"/></a:xfrm><a:prstGeom prst="rect"><a:avLst/></a:prstGeom><a:solidFill><a:srgbClr val="FFFFFF"/></a:solidFill><a:ln w="15512"><a:solidFill><a:srgbClr val="000000"/></a:solidFill></a:ln></p:spPr><p:txBody><a:bodyPr wrap="square" lIns="0" tIns="3175" rIns="0" bIns="0" rtlCol="0" vert="horz"><a:spAutoFit/></a:bodyPr><a:lstStyle/><a:p><a:pPr marL="177165"><a:lnSpc><a:spcPct val="100000"/></a:lnSpc><a:spcBef><a:spcPts val="25"/></a:spcBef></a:pPr><a:r><a:rPr dirty="0" sz="1200"><a:latin typeface="Verdana"/><a:cs typeface="Verdana"/></a:rPr><a:t>APN:</a:t></a:r><a:r><a:rPr dirty="0" sz="1200" spc="105"><a:latin typeface="Verdana"/><a:cs typeface="Verdana"/></a:rPr><a:t> </a:t></a:r><a:r><a:rPr dirty="0" sz="1200"><a:latin typeface="Verdana"/><a:cs typeface="Verdana"/></a:rPr><a:t>048H-7672-</a:t></a:r><a:r><a:rPr dirty="0" sz="1200" spc="-25"><a:latin typeface="Verdana"/><a:cs typeface="Verdana"/></a:rPr><a:t>013</a:t></a:r><a:endParaRPr sz="1200"><a:latin typeface="Verdana"/><a:cs typeface="Verdana"/></a:endParaRPr></a:p></p:txBody></p:sp><p:sp><p:nvSpPr><p:cNvPr id="119" name="object 119"/><p:cNvSpPr txBox="1"/><p:nvPr/></p:nvSpPr><p:spPr><a:xfrm><a:off x="2484275" y="2737066"/><a:ext cx="2036445" cy="221615"/></a:xfrm><a:prstGeom prst="rect"><a:avLst/></a:prstGeom><a:solidFill><a:srgbClr val="FFFFFF"/></a:solidFill><a:ln w="15512"><a:solidFill><a:srgbClr val="000000"/></a:solidFill></a:ln></p:spPr><p:txBody><a:bodyPr wrap="square" lIns="0" tIns="3175" rIns="0" bIns="0" rtlCol="0" vert="horz"><a:spAutoFit/></a:bodyPr><a:lstStyle/><a:p><a:pPr marL="177165"><a:lnSpc><a:spcPct val="100000"/></a:lnSpc><a:spcBef><a:spcPts val="25"/></a:spcBef></a:pPr><a:r><a:rPr dirty="0" sz="1200"><a:latin typeface="Verdana"/><a:cs typeface="Verdana"/></a:rPr><a:t>APN:</a:t></a:r><a:r><a:rPr dirty="0" sz="1200" spc="105"><a:latin typeface="Verdana"/><a:cs typeface="Verdana"/></a:rPr><a:t> </a:t></a:r><a:r><a:rPr dirty="0" sz="1200"><a:latin typeface="Verdana"/><a:cs typeface="Verdana"/></a:rPr><a:t>048H-7672-</a:t></a:r><a:r><a:rPr dirty="0" sz="1200" spc="-25"><a:latin typeface="Verdana"/><a:cs typeface="Verdana"/></a:rPr><a:t>026</a:t></a:r><a:endParaRPr sz="1200"><a:latin typeface="Verdana"/><a:cs typeface="Verdana"/></a:endParaRPr></a:p></p:txBody></p:sp><p:grpSp><p:nvGrpSpPr><p:cNvPr id="120" name="object 120"/><p:cNvGrpSpPr/><p:nvPr/></p:nvGrpSpPr><p:grpSpPr><a:xfrm><a:off x="1774680" y="3556661"/><a:ext cx="925194" cy="670560"/><a:chOff x="1774680" y="3556661"/><a:chExt cx="925194" cy="670560"/></a:xfrm></p:grpSpPr><p:sp><p:nvSpPr><p:cNvPr id="121" name="object 121"/><p:cNvSpPr/><p:nvPr/></p:nvSpPr><p:spPr><a:xfrm><a:off x="1782617" y="3564599"/><a:ext cx="909319" cy="654685"/></a:xfrm><a:custGeom><a:avLst/><a:gdLst/><a:ahLst/><a:cxnLst/><a:rect l="l" t="t" r="r" b="b"/><a:pathLst><a:path w="909319" h="654685"><a:moveTo><a:pt x="847955" y="654337"/></a:moveTo><a:lnTo><a:pt x="0" y="92244"/></a:lnTo><a:lnTo><a:pt x="61149" y="0"/></a:lnTo><a:lnTo><a:pt x="909105" y="562092"/></a:lnTo><a:lnTo><a:pt x="847955" y="654337"/></a:lnTo><a:close/></a:path></a:pathLst></a:custGeom><a:solidFill><a:srgbClr val="FFFFFF"/></a:solidFill></p:spPr><p:txBody><a:bodyPr wrap="square" lIns="0" tIns="0" rIns="0" bIns="0" rtlCol="0"/><a:lstStyle/><a:p/></p:txBody></p:sp><p:sp><p:nvSpPr><p:cNvPr id="122" name="object 122"/><p:cNvSpPr/><p:nvPr/></p:nvSpPr><p:spPr><a:xfrm><a:off x="1782617" y="3564599"/><a:ext cx="909319" cy="654685"/></a:xfrm><a:custGeom><a:avLst/><a:gdLst/><a:ahLst/><a:cxnLst/><a:rect l="l" t="t" r="r" b="b"/><a:pathLst><a:path w="909319" h="654685"><a:moveTo><a:pt x="61149" y="0"/></a:moveTo><a:lnTo><a:pt x="909105" y="562092"/></a:lnTo><a:lnTo><a:pt x="847955" y="654337"/></a:lnTo><a:lnTo><a:pt x="0" y="92244"/></a:lnTo><a:lnTo><a:pt x="61149" y="0"/></a:lnTo><a:close/></a:path></a:pathLst></a:custGeom><a:ln w="15512"><a:solidFill><a:srgbClr val="000000"/></a:solidFill></a:ln></p:spPr><p:txBody><a:bodyPr wrap="square" lIns="0" tIns="0" rIns="0" bIns="0" rtlCol="0"/><a:lstStyle/><a:p/></p:txBody></p:sp></p:grpSp><p:sp><p:nvSpPr><p:cNvPr id="123" name="object 123"/><p:cNvSpPr txBox="1"/><p:nvPr/></p:nvSpPr><p:spPr><a:xfrm rot="1980000"><a:off x="1772195" y="3853618"/><a:ext cx="931687" cy="84455"/></a:xfrm><a:prstGeom prst="rect"><a:avLst/></a:prstGeom></p:spPr><p:txBody><a:bodyPr wrap="square" lIns="0" tIns="0" rIns="0" bIns="0" rtlCol="0" vert="horz"><a:spAutoFit/></a:bodyPr><a:lstStyle/><a:p><a:pPr><a:lnSpc><a:spcPts val="665"/></a:lnSpc></a:pPr><a:r><a:rPr dirty="0" sz="650"><a:latin typeface="Verdana"/><a:cs typeface="Verdana"/></a:rPr><a:t>APN:</a:t></a:r><a:r><a:rPr dirty="0" sz="650" spc="150"><a:latin typeface="Verdana"/><a:cs typeface="Verdana"/></a:rPr><a:t> </a:t></a:r><a:r><a:rPr dirty="0" sz="650"><a:latin typeface="Verdana"/><a:cs typeface="Verdana"/></a:rPr><a:t>048H-7672-</a:t></a:r><a:r><a:rPr dirty="0" sz="650" spc="-25"><a:latin typeface="Verdana"/><a:cs typeface="Verdana"/></a:rPr><a:t>015</a:t></a:r><a:endParaRPr sz="650"><a:latin typeface="Verdana"/><a:cs typeface="Verdana"/></a:endParaRPr></a:p></p:txBody></p:sp><p:grpSp><p:nvGrpSpPr><p:cNvPr id="124" name="object 124"/><p:cNvGrpSpPr/><p:nvPr/></p:nvGrpSpPr><p:grpSpPr><a:xfrm><a:off x="1222818" y="4307044"/><a:ext cx="1046480" cy="675005"/><a:chOff x="1222818" y="4307044"/><a:chExt cx="1046480" cy="675005"/></a:xfrm></p:grpSpPr><p:sp><p:nvSpPr><p:cNvPr id="125" name="object 125"/><p:cNvSpPr/><p:nvPr/></p:nvSpPr><p:spPr><a:xfrm><a:off x="1230755" y="4314981"/><a:ext cx="1030605" cy="659130"/></a:xfrm><a:custGeom><a:avLst/><a:gdLst/><a:ahLst/><a:cxnLst/><a:rect l="l" t="t" r="r" b="b"/><a:pathLst><a:path w="1030605" h="659129"><a:moveTo><a:pt x="55340" y="658735"/></a:moveTo><a:lnTo><a:pt x="0" y="562891"/></a:lnTo><a:lnTo><a:pt x="974955" y="0"/></a:lnTo><a:lnTo><a:pt x="1030296" y="95843"/></a:lnTo><a:lnTo><a:pt x="55340" y="658735"/></a:lnTo><a:close/></a:path></a:pathLst></a:custGeom><a:solidFill><a:srgbClr val="FFFFFF"/></a:solidFill></p:spPr><p:txBody><a:bodyPr wrap="square" lIns="0" tIns="0" rIns="0" bIns="0" rtlCol="0"/><a:lstStyle/><a:p/></p:txBody></p:sp><p:sp><p:nvSpPr><p:cNvPr id="126" name="object 126"/><p:cNvSpPr/><p:nvPr/></p:nvSpPr><p:spPr><a:xfrm><a:off x="1230755" y="4314981"/><a:ext cx="1030605" cy="659130"/></a:xfrm><a:custGeom><a:avLst/><a:gdLst/><a:ahLst/><a:cxnLst/><a:rect l="l" t="t" r="r" b="b"/><a:pathLst><a:path w="1030605" h="659129"><a:moveTo><a:pt x="0" y="562891"/></a:moveTo><a:lnTo><a:pt x="974955" y="0"/></a:lnTo><a:lnTo><a:pt x="1030296" y="95843"/></a:lnTo><a:lnTo><a:pt x="55340" y="658735"/></a:lnTo><a:lnTo><a:pt x="0" y="562891"/></a:lnTo><a:close/></a:path></a:pathLst></a:custGeom><a:ln w="15512"><a:solidFill><a:srgbClr val="000000"/></a:solidFill></a:ln></p:spPr><p:txBody><a:bodyPr wrap="square" lIns="0" tIns="0" rIns="0" bIns="0" rtlCol="0"/><a:lstStyle/><a:p/></p:txBody></p:sp></p:grpSp><p:sp><p:nvSpPr><p:cNvPr id="127" name="object 127"/><p:cNvSpPr txBox="1"/><p:nvPr/></p:nvSpPr><p:spPr><a:xfrm rot="19800000"><a:off x="1283029" y="4601380"/><a:ext cx="931054" cy="85090"/></a:xfrm><a:prstGeom prst="rect"><a:avLst/></a:prstGeom></p:spPr><p:txBody><a:bodyPr wrap="square" lIns="0" tIns="0" rIns="0" bIns="0" rtlCol="0" vert="horz"><a:spAutoFit/></a:bodyPr><a:lstStyle/><a:p><a:pPr><a:lnSpc><a:spcPts val="670"/></a:lnSpc></a:pPr><a:r><a:rPr dirty="0" sz="650"><a:latin typeface="Verdana"/><a:cs typeface="Verdana"/></a:rPr><a:t>APN:</a:t></a:r><a:r><a:rPr dirty="0" sz="650" spc="155"><a:latin typeface="Verdana"/><a:cs typeface="Verdana"/></a:rPr><a:t> </a:t></a:r><a:r><a:rPr dirty="0" sz="650"><a:latin typeface="Verdana"/><a:cs typeface="Verdana"/></a:rPr><a:t>048H-7673-</a:t></a:r><a:r><a:rPr dirty="0" sz="650" spc="-25"><a:latin typeface="Verdana"/><a:cs typeface="Verdana"/></a:rPr><a:t>001</a:t></a:r><a:endParaRPr sz="650"><a:latin typeface="Verdana"/><a:cs typeface="Verdana"/></a:endParaRPr></a:p></p:txBody></p:sp><p:grpSp><p:nvGrpSpPr><p:cNvPr id="128" name="object 128"/><p:cNvGrpSpPr/><p:nvPr/></p:nvGrpSpPr><p:grpSpPr><a:xfrm><a:off x="5373240" y="1989284"/><a:ext cx="744855" cy="1827530"/><a:chOff x="5373240" y="1989284"/><a:chExt cx="744855" cy="1827530"/></a:xfrm></p:grpSpPr><p:sp><p:nvSpPr><p:cNvPr id="129" name="object 129"/><p:cNvSpPr/><p:nvPr/></p:nvSpPr><p:spPr><a:xfrm><a:off x="5373875" y="1989919"/><a:ext cx="743585" cy="1819910"/></a:xfrm><a:custGeom><a:avLst/><a:gdLst/><a:ahLst/><a:cxnLst/><a:rect l="l" t="t" r="r" b="b"/><a:pathLst><a:path w="743585" h="1819910"><a:moveTo><a:pt x="278246" y="0"/></a:moveTo><a:lnTo><a:pt x="38245" y="63329"/></a:lnTo></a:path><a:path w="743585" h="1819910"><a:moveTo><a:pt x="38245" y="63329"/></a:moveTo><a:lnTo><a:pt x="0" y="73420"/></a:lnTo></a:path><a:path w="743585" h="1819910"><a:moveTo><a:pt x="742967" y="1745333"/></a:moveTo><a:lnTo><a:pt x="499057" y="1809694"/></a:lnTo></a:path><a:path w="743585" h="1819910"><a:moveTo><a:pt x="499057" y="1809694"/></a:moveTo><a:lnTo><a:pt x="460812" y="1819785"/></a:lnTo></a:path><a:path w="743585" h="1819910"><a:moveTo><a:pt x="38245" y="63329"/></a:moveTo><a:lnTo><a:pt x="499057" y="1809694"/></a:lnTo></a:path></a:pathLst></a:custGeom><a:ln w="3175"><a:solidFill><a:srgbClr val="000000"/></a:solidFill></a:ln></p:spPr><p:txBody><a:bodyPr wrap="square" lIns="0" tIns="0" rIns="0" bIns="0" rtlCol="0"/><a:lstStyle/><a:p/></p:txBody></p:sp><p:sp><p:nvSpPr><p:cNvPr id="130" name="object 130"/><p:cNvSpPr/><p:nvPr/></p:nvSpPr><p:spPr><a:xfrm><a:off x="5401696" y="2047175"/><a:ext cx="20955" cy="12700"/></a:xfrm><a:custGeom><a:avLst/><a:gdLst/><a:ahLst/><a:cxnLst/><a:rect l="l" t="t" r="r" b="b"/><a:pathLst><a:path w="20954" h="12700"><a:moveTo><a:pt x="20848" y="12138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31" name="object 131"/><p:cNvSpPr/><p:nvPr/></p:nvSpPr><p:spPr><a:xfrm><a:off x="5407762" y="2036743"/><a:ext cx="4445" cy="16510"/></a:xfrm><a:custGeom><a:avLst/><a:gdLst/><a:ahLst/><a:cxnLst/><a:rect l="l" t="t" r="r" b="b"/><a:pathLst><a:path w="4445" h="16510"><a:moveTo><a:pt x="4358" y="16505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32" name="object 132"/><p:cNvSpPr/><p:nvPr/></p:nvSpPr><p:spPr><a:xfrm><a:off x="5862508" y="3793540"/><a:ext cx="20955" cy="12700"/></a:xfrm><a:custGeom><a:avLst/><a:gdLst/><a:ahLst/><a:cxnLst/><a:rect l="l" t="t" r="r" b="b"/><a:pathLst><a:path w="20954" h="12700"><a:moveTo><a:pt x="0" y="0"/></a:moveTo><a:lnTo><a:pt x="20848" y="12146"/></a:lnTo></a:path></a:pathLst></a:custGeom><a:ln w="3175"><a:solidFill><a:srgbClr val="000000"/></a:solidFill></a:ln></p:spPr><p:txBody><a:bodyPr wrap="square" lIns="0" tIns="0" rIns="0" bIns="0" rtlCol="0"/><a:lstStyle/><a:p/></p:txBody></p:sp><p:sp><p:nvSpPr><p:cNvPr id="133" name="object 133"/><p:cNvSpPr/><p:nvPr/></p:nvSpPr><p:spPr><a:xfrm><a:off x="5872933" y="3799614"/><a:ext cx="4445" cy="16510"/></a:xfrm><a:custGeom><a:avLst/><a:gdLst/><a:ahLst/><a:cxnLst/><a:rect l="l" t="t" r="r" b="b"/><a:pathLst><a:path w="4445" h="16510"><a:moveTo><a:pt x="0" y="0"/></a:moveTo><a:lnTo><a:pt x="4351" y="16497"/></a:lnTo></a:path></a:pathLst></a:custGeom><a:ln w="3175"><a:solidFill><a:srgbClr val="000000"/></a:solidFill></a:ln></p:spPr><p:txBody><a:bodyPr wrap="square" lIns="0" tIns="0" rIns="0" bIns="0" rtlCol="0"/><a:lstStyle/><a:p/></p:txBody></p:sp><p:sp><p:nvSpPr><p:cNvPr id="134" name="object 134"/><p:cNvSpPr/><p:nvPr/></p:nvSpPr><p:spPr><a:xfrm><a:off x="5612673" y="2674884"/><a:ext cx="222250" cy="460375"/></a:xfrm><a:custGeom><a:avLst/><a:gdLst/><a:ahLst/><a:cxnLst/><a:rect l="l" t="t" r="r" b="b"/><a:pathLst><a:path w="222250" h="460375"><a:moveTo><a:pt x="113884" y="460191"/></a:moveTo><a:lnTo><a:pt x="0" y="28597"/></a:lnTo><a:lnTo><a:pt x="108369" y="0"/></a:lnTo><a:lnTo><a:pt x="222254" y="431602"/></a:lnTo><a:lnTo><a:pt x="113884" y="460191"/></a:lnTo><a:close/></a:path></a:pathLst></a:custGeom><a:solidFill><a:srgbClr val="FFFFFF"/></a:solidFill></p:spPr><p:txBody><a:bodyPr wrap="square" lIns="0" tIns="0" rIns="0" bIns="0" rtlCol="0"/><a:lstStyle/><a:p/></p:txBody></p:sp><p:sp><p:nvSpPr><p:cNvPr id="135" name="object 135"/><p:cNvSpPr/><p:nvPr/></p:nvSpPr><p:spPr><a:xfrm><a:off x="5612673" y="2674884"/><a:ext cx="222250" cy="460375"/></a:xfrm><a:custGeom><a:avLst/><a:gdLst/><a:ahLst/><a:cxnLst/><a:rect l="l" t="t" r="r" b="b"/><a:pathLst><a:path w="222250" h="460375"><a:moveTo><a:pt x="108369" y="0"/></a:moveTo><a:lnTo><a:pt x="222254" y="431602"/></a:lnTo><a:lnTo><a:pt x="113884" y="460191"/></a:lnTo><a:lnTo><a:pt x="0" y="28597"/></a:lnTo><a:lnTo><a:pt x="108369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36" name="object 136"/><p:cNvSpPr txBox="1"/><p:nvPr/></p:nvSpPr><p:spPr><a:xfrm rot="4500000"><a:off x="5539063" y="2860365"/><a:ext cx="359669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161&apos;-</a:t></a:r><a:r><a:rPr dirty="0" sz="700" spc="-25"><a:latin typeface="Verdana"/><a:cs typeface="Verdana"/></a:rPr><a:t>9&quot;</a:t></a:r><a:endParaRPr sz="700"><a:latin typeface="Verdana"/><a:cs typeface="Verdana"/></a:endParaRPr></a:p></p:txBody></p:sp><p:grpSp><p:nvGrpSpPr><p:cNvPr id="137" name="object 137"/><p:cNvGrpSpPr/><p:nvPr/></p:nvGrpSpPr><p:grpSpPr><a:xfrm><a:off x="5188710" y="1604646"/><a:ext cx="398145" cy="775335"/><a:chOff x="5188710" y="1604646"/><a:chExt cx="398145" cy="775335"/></a:xfrm></p:grpSpPr><p:sp><p:nvSpPr><p:cNvPr id="138" name="object 138"/><p:cNvSpPr/><p:nvPr/></p:nvSpPr><p:spPr><a:xfrm><a:off x="5375759" y="1617349"/><a:ext cx="210820" cy="335280"/></a:xfrm><a:custGeom><a:avLst/><a:gdLst/><a:ahLst/><a:cxnLst/><a:rect l="l" t="t" r="r" b="b"/><a:pathLst><a:path w="210820" h="335280"><a:moveTo><a:pt x="210464" y="21267"/></a:moveTo><a:lnTo><a:pt x="78190" y="4870"/></a:lnTo></a:path><a:path w="210820" h="335280"><a:moveTo><a:pt x="78190" y="4870"/></a:moveTo><a:lnTo><a:pt x="38936" y="0"/></a:lnTo></a:path><a:path w="210820" h="335280"><a:moveTo><a:pt x="166091" y="334719"/></a:moveTo><a:lnTo><a:pt x="39254" y="318989"/></a:lnTo></a:path><a:path w="210820" h="335280"><a:moveTo><a:pt x="39254" y="318989"/></a:moveTo><a:lnTo><a:pt x="0" y="314126"/></a:lnTo></a:path><a:path w="210820" h="335280"><a:moveTo><a:pt x="78190" y="4870"/></a:moveTo><a:lnTo><a:pt x="39254" y="318989"/></a:lnTo></a:path></a:pathLst></a:custGeom><a:ln w="3175"><a:solidFill><a:srgbClr val="000000"/></a:solidFill></a:ln></p:spPr><p:txBody><a:bodyPr wrap="square" lIns="0" tIns="0" rIns="0" bIns="0" rtlCol="0"/><a:lstStyle/><a:p/></p:txBody></p:sp><p:sp><p:nvSpPr><p:cNvPr id="139" name="object 139"/><p:cNvSpPr/><p:nvPr/></p:nvSpPr><p:spPr><a:xfrm><a:off x="5446535" y="1612703"/><a:ext cx="15240" cy="19050"/></a:xfrm><a:custGeom><a:avLst/><a:gdLst/><a:ahLst/><a:cxnLst/><a:rect l="l" t="t" r="r" b="b"/><a:pathLst><a:path w="15239" h="19050"><a:moveTo><a:pt x="14837" y="1903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40" name="object 140"/><p:cNvSpPr/><p:nvPr/></p:nvSpPr><p:spPr><a:xfrm><a:off x="5453950" y="1605281"/><a:ext cx="2540" cy="17145"/></a:xfrm><a:custGeom><a:avLst/><a:gdLst/><a:ahLst/><a:cxnLst/><a:rect l="l" t="t" r="r" b="b"/><a:pathLst><a:path w="2539" h="17144"><a:moveTo><a:pt x="0" y="16939"/></a:moveTo><a:lnTo><a:pt x="2101" y="0"/></a:lnTo></a:path></a:pathLst></a:custGeom><a:ln w="3175"><a:solidFill><a:srgbClr val="000000"/></a:solidFill></a:ln></p:spPr><p:txBody><a:bodyPr wrap="square" lIns="0" tIns="0" rIns="0" bIns="0" rtlCol="0"/><a:lstStyle/><a:p/></p:txBody></p:sp><p:pic><p:nvPicPr><p:cNvPr id="141" name="object 141"/><p:cNvPicPr/><p:nvPr/></p:nvPicPr><p:blipFill><a:blip r:embed="rId9" cstate="print"/><a:stretch><a:fillRect/></a:stretch></p:blipFill><p:spPr><a:xfrm><a:off x="5295723" y="1766874"/><a:ext cx="151169" cy="217976"/></a:xfrm><a:prstGeom prst="rect"><a:avLst/></a:prstGeom></p:spPr></p:pic><p:sp><p:nvSpPr><p:cNvPr id="142" name="object 142"/><p:cNvSpPr/><p:nvPr/></p:nvSpPr><p:spPr><a:xfrm><a:off x="5192837" y="1977570"/><a:ext cx="159385" cy="398780"/></a:xfrm><a:custGeom><a:avLst/><a:gdLst/><a:ahLst/><a:cxnLst/><a:rect l="l" t="t" r="r" b="b"/><a:pathLst><a:path w="159385" h="398780"><a:moveTo><a:pt x="111224" y="398265"/></a:moveTo><a:lnTo><a:pt x="0" y="384475"/></a:lnTo><a:lnTo><a:pt x="47661" y="0"/></a:lnTo><a:lnTo><a:pt x="158885" y="13782"/></a:lnTo><a:lnTo><a:pt x="111224" y="398265"/></a:lnTo><a:close/></a:path></a:pathLst></a:custGeom><a:solidFill><a:srgbClr val="FFFFFF"/></a:solidFill></p:spPr><p:txBody><a:bodyPr wrap="square" lIns="0" tIns="0" rIns="0" bIns="0" rtlCol="0"/><a:lstStyle/><a:p/></p:txBody></p:sp><p:sp><p:nvSpPr><p:cNvPr id="143" name="object 143"/><p:cNvSpPr/><p:nvPr/></p:nvSpPr><p:spPr><a:xfrm><a:off x="5192837" y="1977570"/><a:ext cx="159385" cy="398780"/></a:xfrm><a:custGeom><a:avLst/><a:gdLst/><a:ahLst/><a:cxnLst/><a:rect l="l" t="t" r="r" b="b"/><a:pathLst><a:path w="159385" h="398780"><a:moveTo><a:pt x="0" y="384475"/></a:moveTo><a:lnTo><a:pt x="47661" y="0"/></a:lnTo><a:lnTo><a:pt x="158885" y="13782"/></a:lnTo><a:lnTo><a:pt x="111224" y="398265"/></a:lnTo><a:lnTo><a:pt x="0" y="384475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44" name="object 144"/><p:cNvSpPr txBox="1"/><p:nvPr/></p:nvSpPr><p:spPr><a:xfrm rot="16680000"><a:off x="5126489" y="2130614"/><a:ext cx="304233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28&apos;-</a:t></a:r><a:r><a:rPr dirty="0" sz="700" spc="-25"><a:latin typeface="Verdana"/><a:cs typeface="Verdana"/></a:rPr><a:t>4&quot;</a:t></a:r><a:endParaRPr sz="700"><a:latin typeface="Verdana"/><a:cs typeface="Verdana"/></a:endParaRPr></a:p></p:txBody></p:sp><p:graphicFrame><p:nvGraphicFramePr><p:cNvPr id="145" name="object 145"/><p:cNvGraphicFramePr><a:graphicFrameLocks noGrp="1"/></p:cNvGraphicFramePr><p:nvPr/></p:nvGraphicFramePr><p:xfrm><a:off x="536341" y="457218"/><a:ext cx="2300605" cy="453390"/></p:xfrm><a:graphic><a:graphicData uri="http://schemas.openxmlformats.org/drawingml/2006/table"><a:tbl><a:tblPr firstRow="1" bandRow="1"><a:tableStyleId>{2D5ABB26-0587-4C30-8999-92F81FD0307C}</a:tableStyleId></a:tblPr><a:tblGrid><a:gridCol w="1477010"/><a:gridCol w="735965"/></a:tblGrid><a:tr h="151130"><a:tc><a:txBody><a:bodyPr/><a:lstStyle/><a:p><a:pPr algn="ctr" marL="2540"><a:lnSpc><a:spcPts val="1090"/></a:lnSpc></a:pPr><a:r><a:rPr dirty="0" sz="950" b="1"><a:latin typeface="Calibri"/><a:cs typeface="Calibri"/></a:rPr><a:t>ESTIMATED</a:t></a:r><a:r><a:rPr dirty="0" sz="950" spc="95" b="1"><a:latin typeface="Calibri"/><a:cs typeface="Calibri"/></a:rPr><a:t> </a:t></a:r><a:r><a:rPr dirty="0" sz="950" spc="-10" b="1"><a:latin typeface="Calibri"/><a:cs typeface="Calibri"/></a:rPr><a:t>TRENCHING</a:t></a:r><a:endParaRPr sz="950"><a:latin typeface="Calibri"/><a:cs typeface="Calibri"/></a:endParaRPr></a:p></a:txBody><a:tcPr marL="0" marR="0" marB="0" marT="0"><a:lnL w="12700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9525"><a:solidFill><a:srgbClr val="000000"/></a:solidFill><a:prstDash val="solid"/></a:lnB></a:tcPr></a:tc><a:tc><a:txBody><a:bodyPr/><a:lstStyle/><a:p><a:pPr algn="ctr" marL="2540"><a:lnSpc><a:spcPts val="1090"/></a:lnSpc></a:pPr><a:r><a:rPr dirty="0" sz="950" b="1"><a:latin typeface="Calibri"/><a:cs typeface="Calibri"/></a:rPr><a:t>LENGTH</a:t></a:r><a:r><a:rPr dirty="0" sz="950" spc="65" b="1"><a:latin typeface="Calibri"/><a:cs typeface="Calibri"/></a:rPr><a:t> </a:t></a:r><a:r><a:rPr dirty="0" sz="950" spc="-20" b="1"><a:latin typeface="Calibri"/><a:cs typeface="Calibri"/></a:rPr><a:t>(FT)</a:t></a:r><a:endParaRPr sz="950"><a:latin typeface="Calibri"/><a:cs typeface="Calibri"/></a:endParaRPr></a:p></a:txBody><a:tcPr marL="0" marR="0" marB="0" marT="0"><a:lnL w="12700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9525"><a:solidFill><a:srgbClr val="000000"/></a:solidFill><a:prstDash val="solid"/></a:lnB></a:tcPr></a:tc></a:tr><a:tr h="151130"><a:tc><a:txBody><a:bodyPr/><a:lstStyle/><a:p><a:pPr algn="ctr" marL="635"><a:lnSpc><a:spcPts val="1090"/></a:lnSpc></a:pPr><a:r><a:rPr dirty="0" sz="950" spc="-10"><a:latin typeface="Calibri"/><a:cs typeface="Calibri"/></a:rPr><a:t>ASPHALT</a:t></a:r><a:endParaRPr sz="950"><a:latin typeface="Calibri"/><a:cs typeface="Calibri"/></a:endParaRPr></a:p></a:txBody><a:tcPr marL="0" marR="0" marB="0" marT="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r><a:rPr dirty="0" sz="950" b="1"><a:latin typeface="Calibri"/><a:cs typeface="Calibri"/></a:rPr><a:t>161&apos;-</a:t></a:r><a:r><a:rPr dirty="0" sz="950" spc="-25" b="1"><a:latin typeface="Calibri"/><a:cs typeface="Calibri"/></a:rPr><a:t>9&quot;</a:t></a:r><a:endParaRPr sz="950"><a:latin typeface="Calibri"/><a:cs typeface="Calibri"/></a:endParaRPr></a:p></a:txBody><a:tcPr marL="0" marR="0" marB="0" marT="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151130"><a:tc><a:txBody><a:bodyPr/><a:lstStyle/><a:p><a:pPr algn="ctr" marL="635"><a:lnSpc><a:spcPts val="1090"/></a:lnSpc></a:pPr><a:r><a:rPr dirty="0" sz="950" spc="-10" b="1"><a:latin typeface="Calibri"/><a:cs typeface="Calibri"/></a:rPr><a:t>TOTAL</a:t></a:r><a:endParaRPr sz="950"><a:latin typeface="Calibri"/><a:cs typeface="Calibri"/></a:endParaRPr></a:p></a:txBody><a:tcPr marL="0" marR="0" marB="0" marT="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12700"><a:solidFill><a:srgbClr val="000000"/></a:solidFill><a:prstDash val="solid"/></a:lnB></a:tcPr></a:tc><a:tc><a:txBody><a:bodyPr/><a:lstStyle/><a:p><a:pPr algn="ctr"><a:lnSpc><a:spcPts val="1090"/></a:lnSpc></a:pPr><a:r><a:rPr dirty="0" sz="950" b="1"><a:latin typeface="Calibri"/><a:cs typeface="Calibri"/></a:rPr><a:t>161&apos;-</a:t></a:r><a:r><a:rPr dirty="0" sz="950" spc="-25" b="1"><a:latin typeface="Calibri"/><a:cs typeface="Calibri"/></a:rPr><a:t>9&quot;</a:t></a:r><a:endParaRPr sz="950"><a:latin typeface="Calibri"/><a:cs typeface="Calibri"/></a:endParaRPr></a:p></a:txBody><a:tcPr marL="0" marR="0" marB="0" marT="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12700"><a:solidFill><a:srgbClr val="000000"/></a:solidFill><a:prstDash val="solid"/></a:lnB></a:tcPr></a:tc></a:tr></a:tbl></a:graphicData></a:graphic></p:graphicFrame><p:sp><p:nvSpPr><p:cNvPr id="146" name="object 146"/><p:cNvSpPr/><p:nvPr/></p:nvSpPr><p:spPr><a:xfrm><a:off x="14213332" y="1222899"/><a:ext cx="4248150" cy="885825"/></a:xfrm><a:custGeom><a:avLst/><a:gdLst/><a:ahLst/><a:cxnLst/><a:rect l="l" t="t" r="r" b="b"/><a:pathLst><a:path w="4248150" h="885825"><a:moveTo><a:pt x="4247756" y="448310"/></a:moveTo><a:lnTo><a:pt x="1511134" y="448310"/></a:lnTo><a:lnTo><a:pt x="1511134" y="0"/></a:lnTo><a:lnTo><a:pt x="0" y="0"/></a:lnTo><a:lnTo><a:pt x="0" y="448310"/></a:lnTo><a:lnTo><a:pt x="0" y="661454"/></a:lnTo><a:lnTo><a:pt x="0" y="885520"/></a:lnTo><a:lnTo><a:pt x="1511134" y="885520"/></a:lnTo><a:lnTo><a:pt x="4247756" y="885520"/></a:lnTo><a:lnTo><a:pt x="4247756" y="661454"/></a:lnTo><a:lnTo><a:pt x="4247756" y="448310"/></a:lnTo><a:close/></a:path></a:pathLst></a:custGeom><a:solidFill><a:srgbClr val="FFFFFF"/></a:solidFill></p:spPr><p:txBody><a:bodyPr wrap="square" lIns="0" tIns="0" rIns="0" bIns="0" rtlCol="0"/><a:lstStyle/><a:p/></p:txBody></p:sp><p:graphicFrame><p:nvGraphicFramePr><p:cNvPr id="147" name="object 147"/><p:cNvGraphicFramePr><a:graphicFrameLocks noGrp="1"/></p:cNvGraphicFramePr><p:nvPr/></p:nvGraphicFramePr><p:xfrm><a:off x="14207517" y="411206"/><a:ext cx="4335780" cy="1689100"/></p:xfrm><a:graphic><a:graphicData uri="http://schemas.openxmlformats.org/drawingml/2006/table"><a:tbl><a:tblPr firstRow="1" bandRow="1"><a:tableStyleId>{2D5ABB26-0587-4C30-8999-92F81FD0307C}</a:tableStyleId></a:tblPr><a:tblGrid><a:gridCol w="1511300"/><a:gridCol w="2736850"/></a:tblGrid><a:tr h="151130"><a:tc><a:txBody><a:bodyPr/><a:lstStyle/><a:p><a:pPr algn="ctr"><a:lnSpc><a:spcPts val="1090"/></a:lnSpc></a:pPr><a:r><a:rPr dirty="0" sz="950" spc="-10" b="1"><a:latin typeface="Calibri"/><a:cs typeface="Calibri"/></a:rPr><a:t>SYSTEM</a:t></a:r><a:endParaRPr sz="950"><a:latin typeface="Calibri"/><a:cs typeface="Calibri"/></a:endParaRPr></a:p></a:txBody><a:tcPr marL="0" marR="0" marB="0" marT="0"><a:lnL w="12700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ts val="1090"/></a:lnSpc></a:pPr><a:r><a:rPr dirty="0" sz="950" spc="-20" b="1"><a:latin typeface="Calibri"/><a:cs typeface="Calibri"/></a:rPr><a:t>POI1</a:t></a:r><a:endParaRPr sz="950"><a:latin typeface="Calibri"/><a:cs typeface="Calibri"/></a:endParaRPr></a:p></a:txBody><a:tcPr marL="0" marR="0" marB="0" marT="0"><a:lnL w="12700"><a:solidFill><a:srgbClr val="000000"/></a:solidFill><a:prstDash val="solid"/></a:lnL><a:lnR w="12700"><a:solidFill><a:srgbClr val="000000"/></a:solidFill><a:prstDash val="solid"/></a:lnR><a:lnT w="12700"><a:solidFill><a:srgbClr val="000000"/></a:solidFill><a:prstDash val="solid"/></a:lnT><a:lnB w="9525"><a:solidFill><a:srgbClr val="000000"/></a:solidFill><a:prstDash val="solid"/></a:lnB></a:tcPr></a:tc></a:tr><a:tr h="274320"><a:tc><a:txBody><a:bodyPr/><a:lstStyle/><a:p><a:pPr algn="ctr" marL="635"><a:lnSpc><a:spcPct val="100000"/></a:lnSpc><a:spcBef><a:spcPts val="459"/></a:spcBef></a:pPr><a:r><a:rPr dirty="0" sz="950" spc="-10"><a:latin typeface="Calibri"/><a:cs typeface="Calibri"/></a:rPr><a:t>Inverter</a:t></a:r><a:endParaRPr sz="950"><a:latin typeface="Calibri"/><a:cs typeface="Calibri"/></a:endParaRPr></a:p></a:txBody><a:tcPr marL="0" marR="0" marB="0" marT="58419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marL="15240" marR="170815"><a:lnSpc><a:spcPct val="105100"/></a:lnSpc><a:spcBef><a:spcPts val="185"/></a:spcBef></a:pPr><a:endParaRPr sz="700"><a:latin typeface="Verdana"/><a:cs typeface="Verdana"/></a:endParaRPr><a:r><a:rPr dirty="0" sz="700"><a:latin typeface="Verdana"/><a:t>1 {{INV_MFR}} {{INV_MODEL}} Gen5 [600V][SI1-SB] {{KW}} kW ENERGY STORAGE INVERTER</a:t></a:r></a:p></a:txBody><a:tcPr marL="0" marR="0" marB="0" marT="23495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379730"><a:tc><a:txBody><a:bodyPr/><a:lstStyle/><a:p><a:pPr algn="ctr" marL="635"><a:lnSpc><a:spcPct val="100000"/></a:lnSpc><a:spcBef><a:spcPts val="880"/></a:spcBef></a:pPr><a:r><a:rPr dirty="0" sz="950"><a:latin typeface="Calibri"/><a:cs typeface="Calibri"/></a:rPr><a:t>Battery</a:t></a:r><a:r><a:rPr dirty="0" sz="950" spc="85"><a:latin typeface="Calibri"/><a:cs typeface="Calibri"/></a:rPr><a:t> </a:t></a:r><a:r><a:rPr dirty="0" sz="950" spc="-10"><a:latin typeface="Calibri"/><a:cs typeface="Calibri"/></a:rPr><a:t>Cabinet</a:t></a:r><a:endParaRPr sz="950"><a:latin typeface="Calibri"/><a:cs typeface="Calibri"/></a:endParaRPr></a:p></a:txBody><a:tcPr marL="0" marR="0" marB="0" marT="11176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marL="15240" marR="163830"><a:lnSpc><a:spcPct val="105100"/></a:lnSpc><a:spcBef><a:spcPts val="160"/></a:spcBef></a:pPr><a:endParaRPr sz="700"><a:latin typeface="Verdana"/><a:cs typeface="Verdana"/></a:endParaRPr><a:r><a:rPr dirty="0" sz="700"><a:latin typeface="Verdana"/><a:t>1 {{BAT_MFR}}</a:t></a:r></a:p><a:p><a:pPr marL="15240"><a:lnSpc><a:spcPct val="100000"/></a:lnSpc><a:spcBef><a:spcPts val="45"/></a:spcBef></a:pPr><a:endParaRPr sz="700"><a:latin typeface="Verdana"/><a:cs typeface="Verdana"/></a:endParaRPr><a:r><a:rPr dirty="0" sz="700"><a:latin typeface="Verdana"/><a:t>{{BAT_MODEL}} ({{KWH}}kWh)</a:t></a:r></a:p></a:txBody><a:tcPr marL="0" marR="0" marB="0" marT="2032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447675"><a:tc><a:txBody><a:bodyPr/><a:lstStyle/><a:p><a:pPr><a:lnSpc><a:spcPct val="100000"/></a:lnSpc><a:spcBef><a:spcPts val="55"/></a:spcBef></a:pPr><a:endParaRPr sz="950"><a:latin typeface="Times New Roman"/><a:cs typeface="Times New Roman"/></a:endParaRPr></a:p><a:p><a:pPr algn="ctr" marL="1905"><a:lnSpc><a:spcPct val="100000"/></a:lnSpc></a:pPr><a:r><a:rPr dirty="0" sz="950"><a:latin typeface="Calibri"/><a:cs typeface="Calibri"/></a:rPr><a:t>Battery</a:t></a:r><a:r><a:rPr dirty="0" sz="950" spc="85"><a:latin typeface="Calibri"/><a:cs typeface="Calibri"/></a:rPr><a:t> </a:t></a:r><a:r><a:rPr dirty="0" sz="950" spc="-10"><a:latin typeface="Calibri"/><a:cs typeface="Calibri"/></a:rPr><a:t>Racks</a:t></a:r><a:endParaRPr sz="950"><a:latin typeface="Calibri"/><a:cs typeface="Calibri"/></a:endParaRPr></a:p></a:txBody><a:tcPr marL="0" marR="0" marB="0" marT="6985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a:solidFill><a:srgbClr val="FFFFFF"/></a:solidFill></a:tcPr></a:tc><a:tc><a:txBody><a:bodyPr/><a:lstStyle/><a:p><a:pPr marL="15240" marR="104775"><a:lnSpc><a:spcPct val="105100"/></a:lnSpc><a:spcBef><a:spcPts val="430"/></a:spcBef></a:pPr><a:endParaRPr sz="700"><a:latin typeface="Verdana"/><a:cs typeface="Verdana"/></a:endParaRPr><a:r><a:rPr dirty="0" sz="700"><a:latin typeface="Verdana"/><a:t>12 {{BAT_MFR}}</a:t></a:r></a:p><a:p><a:pPr marL="15240"><a:lnSpc><a:spcPct val="100000"/></a:lnSpc><a:spcBef><a:spcPts val="40"/></a:spcBef></a:pPr><a:endParaRPr sz="700"><a:latin typeface="Verdana"/><a:cs typeface="Verdana"/></a:endParaRPr><a:r><a:rPr dirty="0" sz="700"><a:latin typeface="Verdana"/><a:t>{{BAT_RACK_MODEL}} ({{RACK_KWH}}kWh)</a:t></a:r></a:p></a:txBody><a:tcPr marL="0" marR="0" marB="0" marT="5461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212725"><a:tc><a:txBody><a:bodyPr/><a:lstStyle/><a:p><a:pPr algn="ctr"><a:lnSpc><a:spcPct val="100000"/></a:lnSpc><a:spcBef><a:spcPts val="220"/></a:spcBef></a:pPr><a:r><a:rPr dirty="0" sz="950"><a:latin typeface="Calibri"/><a:cs typeface="Calibri"/></a:rPr><a:t>DC</a:t></a:r><a:r><a:rPr dirty="0" sz="950" spc="15"><a:latin typeface="Calibri"/><a:cs typeface="Calibri"/></a:rPr><a:t> </a:t></a:r><a:r><a:rPr dirty="0" sz="950" spc="-20"><a:latin typeface="Calibri"/><a:cs typeface="Calibri"/></a:rPr><a:t>Size</a:t></a:r><a:endParaRPr sz="950"><a:latin typeface="Calibri"/><a:cs typeface="Calibri"/></a:endParaRPr></a:p></a:txBody><a:tcPr marL="0" marR="0" marB="0" marT="2794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ctr"><a:lnSpc><a:spcPct val="100000"/></a:lnSpc><a:spcBef><a:spcPts val="220"/></a:spcBef></a:pPr><a:endParaRPr sz="950"><a:latin typeface="Calibri"/><a:cs typeface="Calibri"/></a:endParaRPr><a:r><a:rPr dirty="0" sz="950"><a:latin typeface="Calibri"/><a:t>{{KWH}} kWh</a:t></a:r></a:p></a:txBody><a:tcPr marL="0" marR="0" marB="0" marT="27940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a:solidFill><a:srgbClr val="FFFFFF"/></a:solidFill></a:tcPr></a:tc></a:tr><a:tr h="223520"><a:tc><a:txBody><a:bodyPr/><a:lstStyle/><a:p><a:pPr algn="ctr"><a:lnSpc><a:spcPct val="100000"/></a:lnSpc><a:spcBef><a:spcPts val="265"/></a:spcBef></a:pPr><a:r><a:rPr dirty="0" sz="950"><a:latin typeface="Calibri"/><a:cs typeface="Calibri"/></a:rPr><a:t>AC</a:t></a:r><a:r><a:rPr dirty="0" sz="950" spc="25"><a:latin typeface="Calibri"/><a:cs typeface="Calibri"/></a:rPr><a:t> </a:t></a:r><a:r><a:rPr dirty="0" sz="950" spc="-20"><a:latin typeface="Calibri"/><a:cs typeface="Calibri"/></a:rPr><a:t>Size</a:t></a:r><a:endParaRPr sz="950"><a:latin typeface="Calibri"/><a:cs typeface="Calibri"/></a:endParaRPr></a:p></a:txBody><a:tcPr marL="0" marR="0" marB="0" marT="33655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12700"><a:solidFill><a:srgbClr val="000000"/></a:solidFill><a:prstDash val="solid"/></a:lnB></a:tcPr></a:tc><a:tc><a:txBody><a:bodyPr/><a:lstStyle/><a:p><a:pPr algn="ctr" marL="1270"><a:lnSpc><a:spcPct val="100000"/></a:lnSpc><a:spcBef><a:spcPts val="265"/></a:spcBef></a:pPr><a:endParaRPr sz="950"><a:latin typeface="Calibri"/><a:cs typeface="Calibri"/></a:endParaRPr><a:r><a:rPr dirty="0" sz="950"><a:latin typeface="Calibri"/><a:t>Derated to {{KW}} kW</a:t></a:r></a:p></a:txBody><a:tcPr marL="0" marR="0" marB="0" marT="33655"><a:lnL w="12700"><a:solidFill><a:srgbClr val="000000"/></a:solidFill><a:prstDash val="solid"/></a:lnL><a:lnR w="12700"><a:solidFill><a:srgbClr val="000000"/></a:solidFill><a:prstDash val="solid"/></a:lnR><a:lnT w="9525"><a:solidFill><a:srgbClr val="000000"/></a:solidFill><a:prstDash val="solid"/></a:lnT><a:lnB w="12700"><a:solidFill><a:srgbClr val="000000"/></a:solidFill><a:prstDash val="solid"/></a:lnB><a:solidFill><a:srgbClr val="FFFFFF"/></a:solidFill></a:tcPr></a:tc></a:tr></a:tbl></a:graphicData></a:graphic></p:graphicFrame><p:sp><p:nvSpPr><p:cNvPr id="148" name="object 148"/><p:cNvSpPr txBox="1"/><p:nvPr/></p:nvSpPr><p:spPr><a:xfrm><a:off x="13012983" y="1006178"/><a:ext cx="463550" cy="113664"/></a:xfrm><a:prstGeom prst="rect"><a:avLst/></a:prstGeom></p:spPr><p:txBody><a:bodyPr wrap="square" lIns="0" tIns="4445" rIns="0" bIns="0" rtlCol="0" vert="horz"><a:spAutoFit/></a:bodyPr><a:lstStyle/><a:p><a:pPr><a:lnSpc><a:spcPct val="100000"/></a:lnSpc><a:spcBef><a:spcPts val="35"/></a:spcBef></a:pPr><a:r><a:rPr dirty="0" sz="700"><a:latin typeface="Verdana"/><a:cs typeface="Verdana"/></a:rPr><a:t>Label</a:t></a:r><a:r><a:rPr dirty="0" sz="700" spc="80"><a:latin typeface="Verdana"/><a:cs typeface="Verdana"/></a:rPr><a:t> </a:t></a:r><a:r><a:rPr dirty="0" sz="700" spc="-20"><a:latin typeface="Verdana"/><a:cs typeface="Verdana"/></a:rPr><a:t>text</a:t></a:r><a:endParaRPr sz="700"><a:latin typeface="Verdana"/><a:cs typeface="Verdana"/></a:endParaRPr></a:p></p:txBody></p:sp><p:grpSp><p:nvGrpSpPr><p:cNvPr id="149" name="object 149"/><p:cNvGrpSpPr/><p:nvPr/></p:nvGrpSpPr><p:grpSpPr><a:xfrm><a:off x="12095423" y="969937"/><a:ext cx="1884045" cy="886460"/><a:chOff x="12095423" y="969937"/><a:chExt cx="1884045" cy="886460"/></a:xfrm></p:grpSpPr><p:sp><p:nvSpPr><p:cNvPr id="150" name="object 150"/><p:cNvSpPr/><p:nvPr/></p:nvSpPr><p:spPr><a:xfrm><a:off x="13515896" y="1062717"/><a:ext cx="443230" cy="746125"/></a:xfrm><a:custGeom><a:avLst/><a:gdLst/><a:ahLst/><a:cxnLst/><a:rect l="l" t="t" r="r" b="b"/><a:pathLst><a:path w="443230" h="746125"><a:moveTo><a:pt x="442646" y="745651"/></a:moveTo><a:lnTo><a:pt x="156210" y="0"/></a:lnTo><a:lnTo><a:pt x="47390" y="0"/></a:ln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51" name="object 151"/><p:cNvSpPr/><p:nvPr/></p:nvSpPr><p:spPr><a:xfrm><a:off x="13951329" y="1805529"/><a:ext cx="24130" cy="46355"/></a:xfrm><a:custGeom><a:avLst/><a:gdLst/><a:ahLst/><a:cxnLst/><a:rect l="l" t="t" r="r" b="b"/><a:pathLst><a:path w="24130" h="46355"><a:moveTo><a:pt x="23889" y="46219"/></a:moveTo><a:lnTo><a:pt x="0" y="5561"/></a:lnTo><a:lnTo><a:pt x="14426" y="0"/></a:lnTo><a:lnTo><a:pt x="23889" y="46219"/></a:lnTo><a:close/></a:path></a:pathLst></a:custGeom><a:solidFill><a:srgbClr val="000000"/></a:solidFill></p:spPr><p:txBody><a:bodyPr wrap="square" lIns="0" tIns="0" rIns="0" bIns="0" rtlCol="0"/><a:lstStyle/><a:p/></p:txBody></p:sp><p:sp><p:nvSpPr><p:cNvPr id="152" name="object 152"/><p:cNvSpPr/><p:nvPr/></p:nvSpPr><p:spPr><a:xfrm><a:off x="13951329" y="1805529"/><a:ext cx="24130" cy="46355"/></a:xfrm><a:custGeom><a:avLst/><a:gdLst/><a:ahLst/><a:cxnLst/><a:rect l="l" t="t" r="r" b="b"/><a:pathLst><a:path w="24130" h="46355"><a:moveTo><a:pt x="23889" y="46219"/></a:moveTo><a:lnTo><a:pt x="0" y="5561"/></a:lnTo><a:lnTo><a:pt x="14426" y="0"/></a:lnTo><a:lnTo><a:pt x="23889" y="46219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53" name="object 153"/><p:cNvSpPr/><p:nvPr/></p:nvSpPr><p:spPr><a:xfrm><a:off x="12095423" y="969937"/><a:ext cx="1418590" cy="187325"/></a:xfrm><a:custGeom><a:avLst/><a:gdLst/><a:ahLst/><a:cxnLst/><a:rect l="l" t="t" r="r" b="b"/><a:pathLst><a:path w="1418590" h="187325"><a:moveTo><a:pt x="1418455" y="186947"/></a:moveTo><a:lnTo><a:pt x="0" y="186947"/></a:lnTo><a:lnTo><a:pt x="0" y="0"/></a:lnTo><a:lnTo><a:pt x="1418455" y="0"/></a:lnTo><a:lnTo><a:pt x="1418455" y="186947"/></a:lnTo><a:close/></a:path></a:pathLst></a:custGeom><a:solidFill><a:srgbClr val="FFFFFF"/></a:solidFill></p:spPr><p:txBody><a:bodyPr wrap="square" lIns="0" tIns="0" rIns="0" bIns="0" rtlCol="0"/><a:lstStyle/><a:p/></p:txBody></p:sp></p:grpSp><p:sp><p:nvSpPr><p:cNvPr id="154" name="object 154"/><p:cNvSpPr txBox="1"/><p:nvPr/></p:nvSpPr><p:spPr><a:xfrm><a:off x="12095423" y="969937"/><a:ext cx="1418590" cy="187325"/></a:xfrm><a:prstGeom prst="rect"><a:avLst/></a:prstGeom><a:ln w="15512"><a:solidFill><a:srgbClr val="000000"/></a:solidFill></a:ln></p:spPr><p:txBody><a:bodyPr wrap="square" lIns="0" tIns="3810" rIns="0" bIns="0" rtlCol="0" vert="horz"><a:spAutoFit/></a:bodyPr><a:lstStyle/><a:p><a:pPr marL="36830"><a:lnSpc><a:spcPct val="100000"/></a:lnSpc><a:spcBef><a:spcPts val="30"/></a:spcBef></a:pPr><a:r><a:rPr dirty="0" sz="950"><a:latin typeface="Verdana"/><a:cs typeface="Verdana"/></a:rPr><a:t>APN:</a:t></a:r><a:r><a:rPr dirty="0" sz="950" spc="229"><a:latin typeface="Verdana"/><a:cs typeface="Verdana"/></a:rPr><a:t> </a:t></a:r><a:r><a:rPr dirty="0" sz="950"><a:latin typeface="Verdana"/><a:cs typeface="Verdana"/></a:rPr></a:r><a:r><a:rPr dirty="0" sz="950" spc="-25"><a:latin typeface="Verdana"/><a:cs typeface="Verdana"/></a:rPr><a:t>020</a:t></a:r><a:endParaRPr sz="950"><a:latin typeface="Verdana"/><a:cs typeface="Verdana"/></a:endParaRPr></a:p></p:txBody></p:sp><p:sp><p:nvSpPr><p:cNvPr id="155" name="object 155"/><p:cNvSpPr txBox="1"/><p:nvPr/></p:nvSpPr><p:spPr><a:xfrm><a:off x="16422380" y="3359300"/><a:ext cx="886460" cy="132080"/></a:xfrm><a:prstGeom prst="rect"><a:avLst/></a:prstGeom><a:solidFill><a:srgbClr val="FFFFFF"/></a:solidFill></p:spPr><p:txBody><a:bodyPr wrap="square" lIns="0" tIns="635" rIns="0" bIns="0" rtlCol="0" vert="horz"><a:spAutoFit/></a:bodyPr><a:lstStyle/><a:p><a:pPr marL="15240"><a:lnSpc><a:spcPct val="100000"/></a:lnSpc><a:spcBef><a:spcPts val="5"/></a:spcBef></a:pPr><a:r><a:rPr dirty="0" sz="850"><a:latin typeface="Verdana"/><a:cs typeface="Verdana"/></a:rPr><a:t>PARCEL </a:t></a:r><a:r><a:rPr dirty="0" sz="850" spc="-10"><a:latin typeface="Verdana"/><a:cs typeface="Verdana"/></a:rPr><a:t>LINES</a:t></a:r><a:endParaRPr sz="850"><a:latin typeface="Verdana"/><a:cs typeface="Verdana"/></a:endParaRPr></a:p></p:txBody></p:sp><p:grpSp><p:nvGrpSpPr><p:cNvPr id="156" name="object 156"/><p:cNvGrpSpPr/><p:nvPr/></p:nvGrpSpPr><p:grpSpPr><a:xfrm><a:off x="5579615" y="1050158"/><a:ext cx="10843260" cy="2423160"/><a:chOff x="5579615" y="1050158"/><a:chExt cx="10843260" cy="2423160"/></a:xfrm></p:grpSpPr><p:sp><p:nvSpPr><p:cNvPr id="157" name="object 157"/><p:cNvSpPr/><p:nvPr/></p:nvSpPr><p:spPr><a:xfrm><a:off x="15774504" y="3425034"/><a:ext cx="644525" cy="36195"/></a:xfrm><a:custGeom><a:avLst/><a:gdLst/><a:ahLst/><a:cxnLst/><a:rect l="l" t="t" r="r" b="b"/><a:pathLst><a:path w="644525" h="36195"><a:moveTo><a:pt x="0" y="35973"/></a:moveTo><a:lnTo><a:pt x="501749" y="0"/></a:lnTo><a:lnTo><a:pt x="64399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58" name="object 158"/><p:cNvSpPr/><p:nvPr/></p:nvSpPr><p:spPr><a:xfrm><a:off x="15728122" y="3453266"/><a:ext cx="47625" cy="15875"/></a:xfrm><a:custGeom><a:avLst/><a:gdLst/><a:ahLst/><a:cxnLst/><a:rect l="l" t="t" r="r" b="b"/><a:pathLst><a:path w="47625" h="15875"><a:moveTo><a:pt x="47002" y="15473"/></a:moveTo><a:lnTo><a:pt x="0" y="11068"/></a:lnTo><a:lnTo><a:pt x="45916" y="0"/></a:lnTo><a:lnTo><a:pt x="47002" y="15473"/></a:lnTo><a:close/></a:path></a:pathLst></a:custGeom><a:solidFill><a:srgbClr val="000000"/></a:solidFill></p:spPr><p:txBody><a:bodyPr wrap="square" lIns="0" tIns="0" rIns="0" bIns="0" rtlCol="0"/><a:lstStyle/><a:p/></p:txBody></p:sp><p:sp><p:nvSpPr><p:cNvPr id="159" name="object 159"/><p:cNvSpPr/><p:nvPr/></p:nvSpPr><p:spPr><a:xfrm><a:off x="5597890" y="1054286"/><a:ext cx="10177780" cy="2414905"/></a:xfrm><a:custGeom><a:avLst/><a:gdLst/><a:ahLst/><a:cxnLst/><a:rect l="l" t="t" r="r" b="b"/><a:pathLst><a:path w="10177780" h="2414904"><a:moveTo><a:pt x="10130232" y="2410048"/></a:moveTo><a:lnTo><a:pt x="10176148" y="2398980"/></a:lnTo><a:lnTo><a:pt x="10177234" y="2414454"/></a:lnTo><a:lnTo><a:pt x="10130232" y="2410048"/></a:lnTo><a:close/></a:path><a:path w="10177780" h="2414904"><a:moveTo><a:pt x="0" y="497840"/></a:moveTo><a:lnTo><a:pt x="158917" y="0"/></a:lnTo><a:lnTo><a:pt x="37505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60" name="object 160"/><p:cNvSpPr/><p:nvPr/></p:nvSpPr><p:spPr><a:xfrm><a:off x="5583742" y="1549753"/><a:ext cx="21590" cy="46990"/></a:xfrm><a:custGeom><a:avLst/><a:gdLst/><a:ahLst/><a:cxnLst/><a:rect l="l" t="t" r="r" b="b"/><a:pathLst><a:path w="21589" h="46990"><a:moveTo><a:pt x="0" y="46692"/></a:moveTo><a:lnTo><a:pt x="6763" y="0"/></a:lnTo><a:lnTo><a:pt x="21538" y="4723"/></a:lnTo><a:lnTo><a:pt x="0" y="46692"/></a:lnTo><a:close/></a:path></a:pathLst></a:custGeom><a:solidFill><a:srgbClr val="000000"/></a:solidFill></p:spPr><p:txBody><a:bodyPr wrap="square" lIns="0" tIns="0" rIns="0" bIns="0" rtlCol="0"/><a:lstStyle/><a:p/></p:txBody></p:sp><p:sp><p:nvSpPr><p:cNvPr id="161" name="object 161"/><p:cNvSpPr/><p:nvPr/></p:nvSpPr><p:spPr><a:xfrm><a:off x="5583742" y="1549753"/><a:ext cx="21590" cy="46990"/></a:xfrm><a:custGeom><a:avLst/><a:gdLst/><a:ahLst/><a:cxnLst/><a:rect l="l" t="t" r="r" b="b"/><a:pathLst><a:path w="21589" h="46990"><a:moveTo><a:pt x="0" y="46692"/></a:moveTo><a:lnTo><a:pt x="6763" y="0"/></a:lnTo><a:lnTo><a:pt x="21538" y="4723"/></a:lnTo><a:lnTo><a:pt x="0" y="46692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162" name="object 162"/><p:cNvSpPr txBox="1"/><p:nvPr/></p:nvSpPr><p:spPr><a:xfrm><a:off x="3892622" y="1103271"/><a:ext cx="1137285" cy="156210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><a:latin typeface="Verdana"/><a:cs typeface="Verdana"/></a:rPr><a:t>BESS INVERTER 1-</a:t></a:r><a:r><a:rPr dirty="0" sz="850" spc="-50"><a:latin typeface="Verdana"/><a:cs typeface="Verdana"/></a:rPr><a:t>1</a:t></a:r><a:endParaRPr sz="850"><a:latin typeface="Verdana"/><a:cs typeface="Verdana"/></a:endParaRPr></a:p></p:txBody></p:sp><p:grpSp><p:nvGrpSpPr><p:cNvPr id="163" name="object 163"/><p:cNvGrpSpPr/><p:nvPr/></p:nvGrpSpPr><p:grpSpPr><a:xfrm><a:off x="5027784" y="1177577"/><a:ext cx="695960" cy="807720"/><a:chOff x="5027784" y="1177577"/><a:chExt cx="695960" cy="807720"/></a:xfrm></p:grpSpPr><p:sp><p:nvSpPr><p:cNvPr id="164" name="object 164"/><p:cNvSpPr/><p:nvPr/></p:nvSpPr><p:spPr><a:xfrm><a:off x="5031911" y="1181705"/><a:ext cx="503555" cy="678180"/></a:xfrm><a:custGeom><a:avLst/><a:gdLst/><a:ahLst/><a:cxnLst/><a:rect l="l" t="t" r="r" b="b"/><a:pathLst><a:path w="503554" h="678180"><a:moveTo><a:pt x="503494" y="677947"/></a:moveTo><a:lnTo><a:pt x="165424" y="0"/></a:ln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65" name="object 165"/><p:cNvSpPr/><p:nvPr/></p:nvSpPr><p:spPr><a:xfrm><a:off x="5528425" y="1856123"/><a:ext cx="27940" cy="45720"/></a:xfrm><a:custGeom><a:avLst/><a:gdLst/><a:ahLst/><a:cxnLst/><a:rect l="l" t="t" r="r" b="b"/><a:pathLst><a:path w="27939" h="45719"><a:moveTo><a:pt x="27712" y="45110"/></a:moveTo><a:lnTo><a:pt x="0" y="6926"/></a:lnTo><a:lnTo><a:pt x="13883" y="0"/></a:lnTo><a:lnTo><a:pt x="27712" y="45110"/></a:lnTo><a:close/></a:path></a:pathLst></a:custGeom><a:solidFill><a:srgbClr val="000000"/></a:solidFill></p:spPr><p:txBody><a:bodyPr wrap="square" lIns="0" tIns="0" rIns="0" bIns="0" rtlCol="0"/><a:lstStyle/><a:p/></p:txBody></p:sp><p:sp><p:nvSpPr><p:cNvPr id="166" name="object 166"/><p:cNvSpPr/><p:nvPr/></p:nvSpPr><p:spPr><a:xfrm><a:off x="5528425" y="1856123"/><a:ext cx="27940" cy="45720"/></a:xfrm><a:custGeom><a:avLst/><a:gdLst/><a:ahLst/><a:cxnLst/><a:rect l="l" t="t" r="r" b="b"/><a:pathLst><a:path w="27939" h="45719"><a:moveTo><a:pt x="27712" y="45110"/></a:moveTo><a:lnTo><a:pt x="0" y="6926"/></a:lnTo><a:lnTo><a:pt x="13883" y="0"/></a:lnTo><a:lnTo><a:pt x="27712" y="4511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67" name="object 167"/><p:cNvSpPr/><p:nvPr/></p:nvSpPr><p:spPr><a:xfrm><a:off x="5513386" y="1600183"/><a:ext cx="208279" cy="382905"/></a:xfrm><a:custGeom><a:avLst/><a:gdLst/><a:ahLst/><a:cxnLst/><a:rect l="l" t="t" r="r" b="b"/><a:pathLst><a:path w="208279" h="382905"><a:moveTo><a:pt x="207897" y="382683"/></a:moveTo><a:lnTo><a:pt x="0" y="359686"/></a:lnTo><a:lnTo><a:pt x="6980" y="296263"/></a:lnTo><a:lnTo><a:pt x="33266" y="299405"/></a:lnTo><a:lnTo><a:pt x="65183" y="0"/></a:lnTo></a:path></a:pathLst></a:custGeom><a:ln w="3878"><a:solidFill><a:srgbClr val="000000"/></a:solidFill><a:prstDash val="sysDot"/></a:ln></p:spPr><p:txBody><a:bodyPr wrap="square" lIns="0" tIns="0" rIns="0" bIns="0" rtlCol="0"/><a:lstStyle/><a:p/></p:txBody></p:sp></p:grpSp><p:sp><p:nvSpPr><p:cNvPr id="168" name="object 168"/><p:cNvSpPr txBox="1"/><p:nvPr/></p:nvSpPr><p:spPr><a:xfrm><a:off x="6716684" y="1948600"/><a:ext cx="909955" cy="132080"/></a:xfrm><a:prstGeom prst="rect"><a:avLst/></a:prstGeom><a:solidFill><a:srgbClr val="FFFFFF"/></a:solidFill></p:spPr><p:txBody><a:bodyPr wrap="square" lIns="0" tIns="635" rIns="0" bIns="0" rtlCol="0" vert="horz"><a:spAutoFit/></a:bodyPr><a:lstStyle/><a:p><a:pPr marL="15240"><a:lnSpc><a:spcPct val="100000"/></a:lnSpc><a:spcBef><a:spcPts val="5"/></a:spcBef></a:pPr><a:r><a:rPr dirty="0" sz="850"><a:latin typeface="Verdana"/><a:cs typeface="Verdana"/></a:rPr><a:t>Isolation </a:t></a:r><a:r><a:rPr dirty="0" sz="850" spc="-20"><a:latin typeface="Verdana"/><a:cs typeface="Verdana"/></a:rPr><a:t>XFMR</a:t></a:r><a:endParaRPr sz="850"><a:latin typeface="Verdana"/><a:cs typeface="Verdana"/></a:endParaRPr></a:p></p:txBody></p:sp><p:grpSp><p:nvGrpSpPr><p:cNvPr id="169" name="object 169"/><p:cNvGrpSpPr/><p:nvPr/></p:nvGrpSpPr><p:grpSpPr><a:xfrm><a:off x="2926851" y="458908"/><a:ext cx="3790315" cy="1559560"/><a:chOff x="2926851" y="458908"/><a:chExt cx="3790315" cy="1559560"/></a:xfrm></p:grpSpPr><p:sp><p:nvSpPr><p:cNvPr id="170" name="object 170"/><p:cNvSpPr/><p:nvPr/></p:nvSpPr><p:spPr><a:xfrm><a:off x="5744373" y="1923928"/><a:ext cx="969010" cy="90805"/></a:xfrm><a:custGeom><a:avLst/><a:gdLst/><a:ahLst/><a:cxnLst/><a:rect l="l" t="t" r="r" b="b"/><a:pathLst><a:path w="969009" h="90805"><a:moveTo><a:pt x="0" y="0"/></a:moveTo><a:lnTo><a:pt x="849801" y="90406"/></a:lnTo><a:lnTo><a:pt x="968432" y="90406"/></a:lnTo></a:path></a:pathLst></a:custGeom><a:ln w="7756"><a:solidFill><a:srgbClr val="000000"/></a:solidFill></a:ln></p:spPr><p:txBody><a:bodyPr wrap="square" lIns="0" tIns="0" rIns="0" bIns="0" rtlCol="0"/><a:lstStyle/><a:p/></p:txBody></p:sp><p:sp><p:nvSpPr><p:cNvPr id="171" name="object 171"/><p:cNvSpPr/><p:nvPr/></p:nvSpPr><p:spPr><a:xfrm><a:off x="5698100" y="1916210"/><a:ext cx="47625" cy="15875"/></a:xfrm><a:custGeom><a:avLst/><a:gdLst/><a:ahLst/><a:cxnLst/><a:rect l="l" t="t" r="r" b="b"/><a:pathLst><a:path w="47625" h="15875"><a:moveTo><a:pt x="45459" y="15427"/></a:moveTo><a:lnTo><a:pt x="0" y="2792"/></a:lnTo><a:lnTo><a:pt x="47095" y="0"/></a:lnTo><a:lnTo><a:pt x="45459" y="15427"/></a:lnTo><a:close/></a:path></a:pathLst></a:custGeom><a:solidFill><a:srgbClr val="000000"/></a:solidFill></p:spPr><p:txBody><a:bodyPr wrap="square" lIns="0" tIns="0" rIns="0" bIns="0" rtlCol="0"/><a:lstStyle/><a:p/></p:txBody></p:sp><p:sp><p:nvSpPr><p:cNvPr id="172" name="object 172"/><p:cNvSpPr/><p:nvPr/></p:nvSpPr><p:spPr><a:xfrm><a:off x="2930979" y="463035"/><a:ext cx="2876550" cy="1468755"/></a:xfrm><a:custGeom><a:avLst/><a:gdLst/><a:ahLst/><a:cxnLst/><a:rect l="l" t="t" r="r" b="b"/><a:pathLst><a:path w="2876550" h="1468755"><a:moveTo><a:pt x="2767121" y="1455967"/></a:moveTo><a:lnTo><a:pt x="2814217" y="1453175"/></a:lnTo><a:lnTo><a:pt x="2812580" y="1468602"/></a:lnTo><a:lnTo><a:pt x="2767121" y="1455967"/></a:lnTo><a:close/></a:path><a:path w="2876550" h="1468755"><a:moveTo><a:pt x="0" y="0"/></a:moveTo><a:lnTo><a:pt x="2876003" y="0"/></a:lnTo><a:lnTo><a:pt x="2876003" y="339724"/></a:lnTo><a:lnTo><a:pt x="0" y="339724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173" name="object 173"/><p:cNvSpPr txBox="1"/><p:nvPr/></p:nvSpPr><p:spPr><a:xfrm><a:off x="2934857" y="443355"/><a:ext cx="2893060" cy="363220"/></a:xfrm><a:prstGeom prst="rect"><a:avLst/></a:prstGeom></p:spPr><p:txBody><a:bodyPr wrap="square" lIns="0" tIns="12700" rIns="0" bIns="0" rtlCol="0" vert="horz"><a:spAutoFit/></a:bodyPr><a:lstStyle/><a:p><a:pPr marL="11430"><a:lnSpc><a:spcPct val="100000"/></a:lnSpc><a:spcBef><a:spcPts val="100"/></a:spcBef></a:pPr><a:r><a:rPr dirty="0" sz="1100" spc="-10"><a:latin typeface="Calibri"/><a:cs typeface="Calibri"/></a:rPr><a:t>NOTE:</a:t></a:r><a:endParaRPr sz="1100"><a:latin typeface="Calibri"/><a:cs typeface="Calibri"/></a:endParaRPr></a:p><a:p><a:pPr marL="11430"><a:lnSpc><a:spcPct val="100000"/></a:lnSpc><a:spcBef><a:spcPts val="15"/></a:spcBef></a:pPr><a:r><a:rPr dirty="0" sz="1100"><a:latin typeface="Calibri"/><a:cs typeface="Calibri"/></a:rPr><a:t>REFER</a:t></a:r><a:r><a:rPr dirty="0" sz="1100" spc="-15"><a:latin typeface="Calibri"/><a:cs typeface="Calibri"/></a:rPr><a:t> </a:t></a:r><a:r><a:rPr dirty="0" sz="1100"><a:latin typeface="Calibri"/><a:cs typeface="Calibri"/></a:rPr><a:t>TO</a:t></a:r><a:r><a:rPr dirty="0" sz="1100" spc="-10"><a:latin typeface="Calibri"/><a:cs typeface="Calibri"/></a:rPr><a:t> </a:t></a:r><a:r><a:rPr dirty="0" sz="1100"><a:latin typeface="Calibri"/><a:cs typeface="Calibri"/></a:rPr><a:t>E1.1</a:t></a:r><a:r><a:rPr dirty="0" sz="1100" spc="-15"><a:latin typeface="Calibri"/><a:cs typeface="Calibri"/></a:rPr><a:t> </a:t></a:r><a:r><a:rPr dirty="0" sz="1100"><a:latin typeface="Calibri"/><a:cs typeface="Calibri"/></a:rPr><a:t>FOR</a:t></a:r><a:r><a:rPr dirty="0" sz="1100" spc="-15"><a:latin typeface="Calibri"/><a:cs typeface="Calibri"/></a:rPr><a:t> </a:t></a:r><a:r><a:rPr dirty="0" sz="1100"><a:latin typeface="Calibri"/><a:cs typeface="Calibri"/></a:rPr><a:t>EQUIPMENT</a:t></a:r><a:r><a:rPr dirty="0" sz="1100" spc="-10"><a:latin typeface="Calibri"/><a:cs typeface="Calibri"/></a:rPr><a:t> DIMMENSIONS.</a:t></a:r><a:endParaRPr sz="1100"><a:latin typeface="Calibri"/><a:cs typeface="Calibri"/></a:endParaRPr></a:p></p:txBody></p:sp><p:grpSp><p:nvGrpSpPr><p:cNvPr id="174" name="object 174"/><p:cNvGrpSpPr/><p:nvPr/></p:nvGrpSpPr><p:grpSpPr><a:xfrm><a:off x="2789141" y="303184"/><a:ext cx="3071495" cy="577215"/><a:chOff x="2789141" y="303184"/><a:chExt cx="3071495" cy="577215"/></a:xfrm></p:grpSpPr><p:pic><p:nvPicPr><p:cNvPr id="175" name="object 175"/><p:cNvPicPr/><p:nvPr/></p:nvPicPr><p:blipFill><a:blip r:embed="rId10" cstate="print"/><a:stretch><a:fillRect/></a:stretch></p:blipFill><p:spPr><a:xfrm><a:off x="2865625" y="390981"/><a:ext cx="2994494" cy="489371"/></a:xfrm><a:prstGeom prst="rect"><a:avLst/></a:prstGeom></p:spPr></p:pic><p:pic><p:nvPicPr><p:cNvPr id="176" name="object 176"/><p:cNvPicPr/><p:nvPr/></p:nvPicPr><p:blipFill><a:blip r:embed="rId11" cstate="print"/><a:stretch><a:fillRect/></a:stretch></p:blipFill><p:spPr><a:xfrm><a:off x="2789141" y="303184"/><a:ext cx="175848" cy="153332"/></a:xfrm><a:prstGeom prst="rect"><a:avLst/></a:prstGeom></p:spPr></p:pic></p:grpSp><p:sp><p:nvSpPr><p:cNvPr id="177" name="object 177"/><p:cNvSpPr txBox="1"/><p:nvPr/></p:nvSpPr><p:spPr><a:xfrm><a:off x="2839770" y="336857"/><a:ext cx="74930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sp><p:nvSpPr><p:cNvPr id="178" name="object 178"/><p:cNvSpPr/><p:nvPr/></p:nvSpPr><p:spPr><a:xfrm><a:off x="6781402" y="1532914"/><a:ext cx="3370579" cy="132080"/></a:xfrm><a:custGeom><a:avLst/><a:gdLst/><a:ahLst/><a:cxnLst/><a:rect l="l" t="t" r="r" b="b"/><a:pathLst><a:path w="3370579" h="132080"><a:moveTo><a:pt x="3370081" y="131467"/></a:moveTo><a:lnTo><a:pt x="0" y="131467"/></a:lnTo><a:lnTo><a:pt x="0" y="0"/></a:lnTo><a:lnTo><a:pt x="3370081" y="0"/></a:lnTo><a:lnTo><a:pt x="3370081" y="131467"/></a:lnTo><a:close/></a:path></a:pathLst></a:custGeom><a:solidFill><a:srgbClr val="FFFFFF"/></a:solidFill></p:spPr><p:txBody><a:bodyPr wrap="square" lIns="0" tIns="0" rIns="0" bIns="0" rtlCol="0"/><a:lstStyle/><a:p/></p:txBody></p:sp><p:sp><p:nvSpPr><p:cNvPr id="179" name="object 179"/><p:cNvSpPr txBox="1"/><p:nvPr/></p:nvSpPr><p:spPr><a:xfrm><a:off x="6784215" y="1520214"/><a:ext cx="3307715" cy="156210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><a:latin typeface="Verdana"/><a:cs typeface="Verdana"/></a:rPr><a:t>BOLLARDS</a:t></a:r><a:r><a:rPr dirty="0" sz="850" spc="5"><a:latin typeface="Verdana"/><a:cs typeface="Verdana"/></a:rPr><a:t> </a:t></a:r><a:r><a:rPr dirty="0" sz="850"><a:latin typeface="Verdana"/><a:cs typeface="Verdana"/></a:rPr><a:t>SPACED</a:t></a:r><a:r><a:rPr dirty="0" sz="850" spc="5"><a:latin typeface="Verdana"/><a:cs typeface="Verdana"/></a:rPr><a:t> </a:t></a:r><a:r><a:rPr dirty="0" sz="850"><a:latin typeface="Verdana"/><a:cs typeface="Verdana"/></a:rPr><a:t>AROUND</a:t></a:r><a:r><a:rPr dirty="0" sz="850" spc="10"><a:latin typeface="Verdana"/><a:cs typeface="Verdana"/></a:rPr><a:t> </a:t></a:r><a:r><a:rPr dirty="0" sz="850"><a:latin typeface="Verdana"/><a:cs typeface="Verdana"/></a:rPr><a:t>PAD</a:t></a:r><a:r><a:rPr dirty="0" sz="850" spc="5"><a:latin typeface="Verdana"/><a:cs typeface="Verdana"/></a:rPr><a:t> </a:t></a:r><a:r><a:rPr dirty="0" sz="850"><a:latin typeface="Verdana"/><a:cs typeface="Verdana"/></a:rPr><a:t>(SEE</a:t></a:r><a:r><a:rPr dirty="0" sz="850" spc="10"><a:latin typeface="Verdana"/><a:cs typeface="Verdana"/></a:rPr><a:t> </a:t></a:r><a:r><a:rPr dirty="0" sz="850"><a:latin typeface="Verdana"/><a:cs typeface="Verdana"/></a:rPr><a:t>E1.1</a:t></a:r><a:r><a:rPr dirty="0" sz="850" spc="5"><a:latin typeface="Verdana"/><a:cs typeface="Verdana"/></a:rPr><a:t> </a:t></a:r><a:r><a:rPr dirty="0" sz="850"><a:latin typeface="Verdana"/><a:cs typeface="Verdana"/></a:rPr><a:t>FOR</a:t></a:r><a:r><a:rPr dirty="0" sz="850" spc="10"><a:latin typeface="Verdana"/><a:cs typeface="Verdana"/></a:rPr><a:t> </a:t></a:r><a:r><a:rPr dirty="0" sz="850" spc="-10"><a:latin typeface="Verdana"/><a:cs typeface="Verdana"/></a:rPr><a:t>SPACING)</a:t></a:r><a:endParaRPr sz="850"><a:latin typeface="Verdana"/><a:cs typeface="Verdana"/></a:endParaRPr></a:p></p:txBody></p:sp><p:grpSp><p:nvGrpSpPr><p:cNvPr id="180" name="object 180"/><p:cNvGrpSpPr/><p:nvPr/></p:nvGrpSpPr><p:grpSpPr><a:xfrm><a:off x="5811603" y="1207486"/><a:ext cx="4316095" cy="525145"/><a:chOff x="5811603" y="1207486"/><a:chExt cx="4316095" cy="525145"/></a:xfrm></p:grpSpPr><p:sp><p:nvSpPr><p:cNvPr id="181" name="object 181"/><p:cNvSpPr/><p:nvPr/></p:nvSpPr><p:spPr><a:xfrm><a:off x="5862152" y="1598648"/><a:ext cx="915669" cy="34925"/></a:xfrm><a:custGeom><a:avLst/><a:gdLst/><a:ahLst/><a:cxnLst/><a:rect l="l" t="t" r="r" b="b"/><a:pathLst><a:path w="915670" h="34925"><a:moveTo><a:pt x="0" y="34623"/></a:moveTo><a:lnTo><a:pt x="875908" y="0"/></a:lnTo><a:lnTo><a:pt x="915372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82" name="object 182"/><p:cNvSpPr/><p:nvPr/></p:nvSpPr><p:spPr><a:xfrm><a:off x="5815731" y="1625523"/><a:ext cx="46990" cy="15875"/></a:xfrm><a:custGeom><a:avLst/><a:gdLst/><a:ahLst/><a:cxnLst/><a:rect l="l" t="t" r="r" b="b"/><a:pathLst><a:path w="46989" h="15875"><a:moveTo><a:pt x="46808" y="15496"/></a:moveTo><a:lnTo><a:pt x="0" y="9586"/></a:lnTo><a:lnTo><a:pt x="46195" y="0"/></a:lnTo><a:lnTo><a:pt x="46808" y="15496"/></a:lnTo><a:close/></a:path></a:pathLst></a:custGeom><a:solidFill><a:srgbClr val="000000"/></a:solidFill></p:spPr><p:txBody><a:bodyPr wrap="square" lIns="0" tIns="0" rIns="0" bIns="0" rtlCol="0"/><a:lstStyle/><a:p/></p:txBody></p:sp><p:sp><p:nvSpPr><p:cNvPr id="183" name="object 183"/><p:cNvSpPr/><p:nvPr/></p:nvSpPr><p:spPr><a:xfrm><a:off x="5815731" y="1625523"/><a:ext cx="46990" cy="15875"/></a:xfrm><a:custGeom><a:avLst/><a:gdLst/><a:ahLst/><a:cxnLst/><a:rect l="l" t="t" r="r" b="b"/><a:pathLst><a:path w="46989" h="15875"><a:moveTo><a:pt x="0" y="9586"/></a:moveTo><a:lnTo><a:pt x="46195" y="0"/></a:lnTo><a:lnTo><a:pt x="46808" y="15496"/></a:lnTo><a:lnTo><a:pt x="0" y="9586"/></a:lnTo><a:close/></a:path></a:pathLst></a:custGeom><a:ln w="7756"><a:solidFill><a:srgbClr val="000000"/></a:solidFill></a:ln></p:spPr><p:txBody><a:bodyPr wrap="square" lIns="0" tIns="0" rIns="0" bIns="0" rtlCol="0"/><a:lstStyle/><a:p/></p:txBody></p:sp><p:pic><p:nvPicPr><p:cNvPr id="184" name="object 184"/><p:cNvPicPr/><p:nvPr/></p:nvPicPr><p:blipFill><a:blip r:embed="rId12" cstate="print"/><a:stretch><a:fillRect/></a:stretch></p:blipFill><p:spPr><a:xfrm><a:off x="6711612" y="1295287"/><a:ext cx="3415982" cy="437015"/></a:xfrm><a:prstGeom prst="rect"><a:avLst/></a:prstGeom></p:spPr></p:pic><p:pic><p:nvPicPr><p:cNvPr id="185" name="object 185"/><p:cNvPicPr/><p:nvPr/></p:nvPicPr><p:blipFill><a:blip r:embed="rId11" cstate="print"/><a:stretch><a:fillRect/></a:stretch></p:blipFill><p:spPr><a:xfrm><a:off x="6635128" y="1207486"/><a:ext cx="175848" cy="153332"/></a:xfrm><a:prstGeom prst="rect"><a:avLst/></a:prstGeom></p:spPr></p:pic></p:grpSp><p:sp><p:nvSpPr><p:cNvPr id="186" name="object 186"/><p:cNvSpPr txBox="1"/><p:nvPr/></p:nvSpPr><p:spPr><a:xfrm><a:off x="5979632" y="975852"/><a:ext cx="1572895" cy="384175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><a:latin typeface="Verdana"/><a:cs typeface="Verdana"/></a:rPr><a:t>PRIVACY </a:t></a:r><a:r><a:rPr dirty="0" sz="850" spc="-10"><a:latin typeface="Verdana"/><a:cs typeface="Verdana"/></a:rPr><a:t>FENCE</a:t></a:r><a:endParaRPr sz="850"><a:latin typeface="Verdana"/><a:cs typeface="Verdana"/></a:endParaRPr></a:p><a:p><a:pPr marL="12700"><a:lnSpc><a:spcPct val="100000"/></a:lnSpc><a:spcBef><a:spcPts val="15"/></a:spcBef></a:pPr><a:r><a:rPr dirty="0" sz="850"><a:latin typeface="Verdana"/><a:cs typeface="Verdana"/></a:rPr><a:t>(SEE E1.1 FOR </a:t></a:r><a:r><a:rPr dirty="0" sz="850" spc="-10"><a:latin typeface="Verdana"/><a:cs typeface="Verdana"/></a:rPr><a:t>PLACEMENT)</a:t></a:r><a:endParaRPr sz="850"><a:latin typeface="Verdana"/><a:cs typeface="Verdana"/></a:endParaRPr></a:p><a:p><a:pPr algn="ctr" marR="78105"><a:lnSpc><a:spcPct val="100000"/></a:lnSpc><a:spcBef><a:spcPts val="4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sp><p:nvSpPr><p:cNvPr id="187" name="object 187"/><p:cNvSpPr txBox="1"/><p:nvPr/></p:nvSpPr><p:spPr><a:xfrm><a:off x="7048472" y="4525485"/><a:ext cx="783590" cy="132080"/></a:xfrm><a:prstGeom prst="rect"><a:avLst/></a:prstGeom><a:solidFill><a:srgbClr val="FFFFFF"/></a:solidFill></p:spPr><p:txBody><a:bodyPr wrap="square" lIns="0" tIns="635" rIns="0" bIns="0" rtlCol="0" vert="horz"><a:spAutoFit/></a:bodyPr><a:lstStyle/><a:p><a:pPr marL="15240"><a:lnSpc><a:spcPct val="100000"/></a:lnSpc><a:spcBef><a:spcPts val="5"/></a:spcBef></a:pPr><a:r><a:rPr dirty="0" sz="850"><a:latin typeface="Verdana"/><a:cs typeface="Verdana"/></a:rPr><a:t>150</a:t></a:r><a:r><a:rPr dirty="0" sz="850" spc="5"><a:latin typeface="Verdana"/><a:cs typeface="Verdana"/></a:rPr><a:t> </a:t></a:r><a:r><a:rPr dirty="0" sz="850"><a:latin typeface="Verdana"/><a:cs typeface="Verdana"/></a:rPr><a:t>KW</a:t></a:r><a:r><a:rPr dirty="0" sz="850" spc="10"><a:latin typeface="Verdana"/><a:cs typeface="Verdana"/></a:rPr><a:t> </a:t></a:r><a:r><a:rPr dirty="0" sz="850" spc="-25"><a:latin typeface="Verdana"/><a:cs typeface="Verdana"/></a:rPr><a:t>UPS</a:t></a:r><a:endParaRPr sz="850"><a:latin typeface="Verdana"/><a:cs typeface="Verdana"/></a:endParaRPr></a:p></p:txBody></p:sp><p:grpSp><p:nvGrpSpPr><p:cNvPr id="188" name="object 188"/><p:cNvGrpSpPr/><p:nvPr/></p:nvGrpSpPr><p:grpSpPr><a:xfrm><a:off x="6421086" y="3892616"/><a:ext cx="10878820" cy="9131300"/><a:chOff x="6421086" y="3892616"/><a:chExt cx="10878820" cy="9131300"/></a:xfrm></p:grpSpPr><p:sp><p:nvSpPr><p:cNvPr id="189" name="object 189"/><p:cNvSpPr/><p:nvPr/></p:nvSpPr><p:spPr><a:xfrm><a:off x="6454331" y="3932980"/><a:ext cx="590550" cy="658495"/></a:xfrm><a:custGeom><a:avLst/><a:gdLst/><a:ahLst/><a:cxnLst/><a:rect l="l" t="t" r="r" b="b"/><a:pathLst><a:path w="590550" h="658495"><a:moveTo><a:pt x="0" y="0"/></a:moveTo><a:lnTo><a:pt x="528771" y="658238"/></a:lnTo><a:lnTo><a:pt x="590263" y="658238"/></a:lnTo></a:path></a:pathLst></a:custGeom><a:ln w="7756"><a:solidFill><a:srgbClr val="000000"/></a:solidFill></a:ln></p:spPr><p:txBody><a:bodyPr wrap="square" lIns="0" tIns="0" rIns="0" bIns="0" rtlCol="0"/><a:lstStyle/><a:p/></p:txBody></p:sp><p:sp><p:nvSpPr><p:cNvPr id="190" name="object 190"/><p:cNvSpPr/><p:nvPr/></p:nvSpPr><p:spPr><a:xfrm><a:off x="6425214" y="3896743"/><a:ext cx="35560" cy="41275"/></a:xfrm><a:custGeom><a:avLst/><a:gdLst/><a:ahLst/><a:cxnLst/><a:rect l="l" t="t" r="r" b="b"/><a:pathLst><a:path w="35560" h="41275"><a:moveTo><a:pt x="23097" y="41138"/></a:moveTo><a:lnTo><a:pt x="0" y="0"/></a:lnTo><a:lnTo><a:pt x="35197" y="31420"/></a:lnTo><a:lnTo><a:pt x="23097" y="41138"/></a:lnTo><a:close/></a:path></a:pathLst></a:custGeom><a:solidFill><a:srgbClr val="000000"/></a:solidFill></p:spPr><p:txBody><a:bodyPr wrap="square" lIns="0" tIns="0" rIns="0" bIns="0" rtlCol="0"/><a:lstStyle/><a:p/></p:txBody></p:sp><p:sp><p:nvSpPr><p:cNvPr id="191" name="object 191"/><p:cNvSpPr/><p:nvPr/></p:nvSpPr><p:spPr><a:xfrm><a:off x="6425214" y="3896743"/><a:ext cx="35560" cy="41275"/></a:xfrm><a:custGeom><a:avLst/><a:gdLst/><a:ahLst/><a:cxnLst/><a:rect l="l" t="t" r="r" b="b"/><a:pathLst><a:path w="35560" h="41275"><a:moveTo><a:pt x="0" y="0"/></a:moveTo><a:lnTo><a:pt x="35197" y="31420"/></a:lnTo><a:lnTo><a:pt x="23097" y="41138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92" name="object 192"/><p:cNvSpPr/><p:nvPr/></p:nvSpPr><p:spPr><a:xfrm><a:off x="16706168" y="12047844"/><a:ext cx="40005" cy="46990"/></a:xfrm><a:custGeom><a:avLst/><a:gdLst/><a:ahLst/><a:cxnLst/><a:rect l="l" t="t" r="r" b="b"/><a:pathLst><a:path w="40005" h="46990"><a:moveTo><a:pt x="26536" y="46771"/></a:moveTo><a:lnTo><a:pt x="0" y="7641"/></a:lnTo><a:lnTo><a:pt x="9741" y="1007"/></a:lnTo><a:lnTo><a:pt x="15199" y="0"/></a:lnTo><a:lnTo><a:pt x="39552" y="29809"/></a:lnTo><a:lnTo><a:pt x="39300" y="35435"/></a:lnTo><a:lnTo><a:pt x="36361" y="40137"/></a:lnTo><a:lnTo><a:pt x="26536" y="46771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193" name="object 193"/><p:cNvSpPr/><p:nvPr/></p:nvSpPr><p:spPr><a:xfrm><a:off x="16679800" y="12064303"/><a:ext cx="32384" cy="50165"/></a:xfrm><a:custGeom><a:avLst/><a:gdLst/><a:ahLst/><a:cxnLst/><a:rect l="l" t="t" r="r" b="b"/><a:pathLst><a:path w="32384" h="50165"><a:moveTo><a:pt x="31910" y="49709"/></a:moveTo><a:lnTo><a:pt x="0" y="14778"/></a:lnTo><a:lnTo><a:pt x="16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94" name="object 194"/><p:cNvSpPr/><p:nvPr/></p:nvSpPr><p:spPr><a:xfrm><a:off x="16694999" y="12086639"/><a:ext cx="10160" cy="9525"/></a:xfrm><a:custGeom><a:avLst/><a:gdLst/><a:ahLst/><a:cxnLst/><a:rect l="l" t="t" r="r" b="b"/><a:pathLst><a:path w="10159" h="9525"><a:moveTo><a:pt x="0" y="9068"/></a:moveTo><a:lnTo><a:pt x="999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95" name="object 195"/><p:cNvSpPr/><p:nvPr/></p:nvSpPr><p:spPr><a:xfrm><a:off x="16711710" y="12099150"/><a:ext cx="16510" cy="15240"/></a:xfrm><a:custGeom><a:avLst/><a:gdLst/><a:ahLst/><a:cxnLst/><a:rect l="l" t="t" r="r" b="b"/><a:pathLst><a:path w="16509" h="15240"><a:moveTo><a:pt x="0" y="14862"/></a:moveTo><a:lnTo><a:pt x="16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96" name="object 196"/><p:cNvSpPr/><p:nvPr/></p:nvSpPr><p:spPr><a:xfrm><a:off x="16714397" y="11978150"/><a:ext cx="29845" cy="9525"/></a:xfrm><a:custGeom><a:avLst/><a:gdLst/><a:ahLst/><a:cxnLst/><a:rect l="l" t="t" r="r" b="b"/><a:pathLst><a:path w="29844" h="9525"><a:moveTo><a:pt x="29391" y="9068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97" name="object 197"/><p:cNvSpPr/><p:nvPr/></p:nvSpPr><p:spPr><a:xfrm><a:off x="16714481" y="11962532"/><a:ext cx="26034" cy="15875"/></a:xfrm><a:custGeom><a:avLst/><a:gdLst/><a:ahLst/><a:cxnLst/><a:rect l="l" t="t" r="r" b="b"/><a:pathLst><a:path w="26034" h="15875"><a:moveTo><a:pt x="25864" y="0"/></a:moveTo><a:lnTo><a:pt x="23344" y="587"/></a:lnTo><a:lnTo><a:pt x="15083" y="2804"/></a:lnTo><a:lnTo><a:pt x="7423" y="7326"/></a:lnTo><a:lnTo><a:pt x="1679" y="13687"/></a:lnTo><a:lnTo><a:pt x="0" y="15618"/></a:lnTo></a:path></a:pathLst></a:custGeom><a:ln w="3175"><a:solidFill><a:srgbClr val="000000"/></a:solidFill></a:ln></p:spPr><p:txBody><a:bodyPr wrap="square" lIns="0" tIns="0" rIns="0" bIns="0" rtlCol="0"/><a:lstStyle/><a:p/></p:txBody></p:sp><p:sp><p:nvSpPr><p:cNvPr id="198" name="object 198"/><p:cNvSpPr/><p:nvPr/></p:nvSpPr><p:spPr><a:xfrm><a:off x="16689205" y="11994692"/><a:ext cx="30480" cy="6985"/></a:xfrm><a:custGeom><a:avLst/><a:gdLst/><a:ahLst/><a:cxnLst/><a:rect l="l" t="t" r="r" b="b"/><a:pathLst><a:path w="30480" h="6984"><a:moveTo><a:pt x="29978" y="671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99" name="object 199"/><p:cNvSpPr/><p:nvPr/></p:nvSpPr><p:spPr><a:xfrm><a:off x="16695839" y="11999982"/><a:ext cx="20955" cy="17780"/></a:xfrm><a:custGeom><a:avLst/><a:gdLst/><a:ahLst/><a:cxnLst/><a:rect l="l" t="t" r="r" b="b"/><a:pathLst><a:path w="20955" h="17779"><a:moveTo><a:pt x="0" y="17465"/></a:moveTo><a:lnTo><a:pt x="2435" y="16206"/></a:lnTo><a:lnTo><a:pt x="8408" y="13236"/></a:lnTo><a:lnTo><a:pt x="15319" y="7582"/></a:lnTo><a:lnTo><a:pt x="19230" y="2183"/></a:lnTo><a:lnTo><a:pt x="2090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00" name="object 200"/><p:cNvSpPr/><p:nvPr/></p:nvSpPr><p:spPr><a:xfrm><a:off x="16710787" y="12599441"/><a:ext cx="6350" cy="30480"/></a:xfrm><a:custGeom><a:avLst/><a:gdLst/><a:ahLst/><a:cxnLst/><a:rect l="l" t="t" r="r" b="b"/><a:pathLst><a:path w="6350" h="30479"><a:moveTo><a:pt x="0" y="0"/></a:moveTo><a:lnTo><a:pt x="6046" y="30145"/></a:lnTo></a:path></a:pathLst></a:custGeom><a:ln w="3175"><a:solidFill><a:srgbClr val="000000"/></a:solidFill></a:ln></p:spPr><p:txBody><a:bodyPr wrap="square" lIns="0" tIns="0" rIns="0" bIns="0" rtlCol="0"/><a:lstStyle/><a:p/></p:txBody></p:sp><p:sp><p:nvSpPr><p:cNvPr id="201" name="object 201"/><p:cNvSpPr/><p:nvPr/></p:nvSpPr><p:spPr><a:xfrm><a:off x="16690717" y="12614219"/><a:ext cx="26670" cy="15875"/></a:xfrm><a:custGeom><a:avLst/><a:gdLst/><a:ahLst/><a:cxnLst/><a:rect l="l" t="t" r="r" b="b"/><a:pathLst><a:path w="26669" h="15875"><a:moveTo><a:pt x="0" y="0"/></a:moveTo><a:lnTo><a:pt x="1763" y="1931"/></a:lnTo><a:lnTo><a:pt x="7301" y="8010"/></a:lnTo><a:lnTo><a:pt x="15598" y="12859"/></a:lnTo><a:lnTo><a:pt x="23596" y="14778"/></a:lnTo><a:lnTo><a:pt x="26116" y="15282"/></a:lnTo></a:path></a:pathLst></a:custGeom><a:ln w="3175"><a:solidFill><a:srgbClr val="000000"/></a:solidFill></a:ln></p:spPr><p:txBody><a:bodyPr wrap="square" lIns="0" tIns="0" rIns="0" bIns="0" rtlCol="0"/><a:lstStyle/><a:p/></p:txBody></p:sp><p:sp><p:nvSpPr><p:cNvPr id="202" name="object 202"/><p:cNvSpPr/><p:nvPr/></p:nvSpPr><p:spPr><a:xfrm><a:off x="16710450" y="12602211"/><a:ext cx="24765" cy="12700"/></a:xfrm><a:custGeom><a:avLst/><a:gdLst/><a:ahLst/><a:cxnLst/><a:rect l="l" t="t" r="r" b="b"/><a:pathLst><a:path w="24765" h="12700"><a:moveTo><a:pt x="24436" y="12091"/></a:moveTo><a:lnTo><a:pt x="22337" y="10328"/></a:lnTo><a:lnTo><a:pt x="16743" y="5817"/></a:lnTo><a:lnTo><a:pt x="9680" y="2276"/></a:lnTo><a:lnTo><a:pt x="2687" y="58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03" name="object 203"/><p:cNvSpPr/><p:nvPr/></p:nvSpPr><p:spPr><a:xfrm><a:off x="16604895" y="12202433"/><a:ext cx="44450" cy="17780"/></a:xfrm><a:custGeom><a:avLst/><a:gdLst/><a:ahLst/><a:cxnLst/><a:rect l="l" t="t" r="r" b="b"/><a:pathLst><a:path w="44450" h="17779"><a:moveTo><a:pt x="0" y="0"/></a:moveTo><a:lnTo><a:pt x="43918" y="17465"/></a:lnTo></a:path></a:pathLst></a:custGeom><a:ln w="3175"><a:solidFill><a:srgbClr val="000000"/></a:solidFill></a:ln></p:spPr><p:txBody><a:bodyPr wrap="square" lIns="0" tIns="0" rIns="0" bIns="0" rtlCol="0"/><a:lstStyle/><a:p/></p:txBody></p:sp><p:sp><p:nvSpPr><p:cNvPr id="204" name="object 204"/><p:cNvSpPr/><p:nvPr/></p:nvSpPr><p:spPr><a:xfrm><a:off x="16612032" y="12173127"/><a:ext cx="46355" cy="35560"/></a:xfrm><a:custGeom><a:avLst/><a:gdLst/><a:ahLst/><a:cxnLst/><a:rect l="l" t="t" r="r" b="b"/><a:pathLst><a:path w="46355" h="35559"><a:moveTo><a:pt x="12596" y="0"/></a:moveTo><a:lnTo><a:pt x="7053" y="1175"/></a:lnTo><a:lnTo><a:pt x="2939" y="4786"/></a:lnTo><a:lnTo><a:pt x="83" y="11000"/></a:lnTo><a:lnTo><a:pt x="0" y="16542"/></a:lnTo><a:lnTo><a:pt x="2687" y="21496"/></a:lnTo><a:lnTo><a:pt x="6801" y="23343"/></a:lnTo><a:lnTo><a:pt x="11588" y="23679"/></a:lnTo><a:lnTo><a:pt x="14359" y="23091"/></a:lnTo><a:lnTo><a:pt x="17802" y="20908"/></a:lnTo><a:lnTo><a:pt x="26116" y="13603"/></a:lnTo><a:lnTo><a:pt x="29559" y="11503"/></a:lnTo><a:lnTo><a:pt x="32330" y="10916"/></a:lnTo><a:lnTo><a:pt x="37116" y="11251"/></a:lnTo><a:lnTo><a:pt x="43246" y="14022"/></a:lnTo><a:lnTo><a:pt x="45934" y="18977"/></a:lnTo><a:lnTo><a:pt x="45934" y="24519"/></a:lnTo><a:lnTo><a:pt x="43079" y="30648"/></a:lnTo><a:lnTo><a:pt x="38880" y="34343"/></a:lnTo><a:lnTo><a:pt x="33421" y="35519"/></a:lnTo></a:path></a:pathLst></a:custGeom><a:ln w="3175"><a:solidFill><a:srgbClr val="000000"/></a:solidFill></a:ln></p:spPr><p:txBody><a:bodyPr wrap="square" lIns="0" tIns="0" rIns="0" bIns="0" rtlCol="0"/><a:lstStyle/><a:p/></p:txBody></p:sp><p:sp><p:nvSpPr><p:cNvPr id="205" name="object 205"/><p:cNvSpPr/><p:nvPr/></p:nvSpPr><p:spPr><a:xfrm><a:off x="16540822" y="12200333"/><a:ext cx="27305" cy="14604"/></a:xfrm><a:custGeom><a:avLst/><a:gdLst/><a:ahLst/><a:cxnLst/><a:rect l="l" t="t" r="r" b="b"/><a:pathLst><a:path w="27305" h="14604"><a:moveTo><a:pt x="27039" y="0"/></a:moveTo><a:lnTo><a:pt x="0" y="14610"/></a:lnTo></a:path></a:pathLst></a:custGeom><a:ln w="3175"><a:solidFill><a:srgbClr val="000000"/></a:solidFill></a:ln></p:spPr><p:txBody><a:bodyPr wrap="square" lIns="0" tIns="0" rIns="0" bIns="0" rtlCol="0"/><a:lstStyle/><a:p/></p:txBody></p:sp><p:sp><p:nvSpPr><p:cNvPr id="206" name="object 206"/><p:cNvSpPr/><p:nvPr/></p:nvSpPr><p:spPr><a:xfrm><a:off x="16540654" y="12185471"/><a:ext cx="7620" cy="29845"/></a:xfrm><a:custGeom><a:avLst/><a:gdLst/><a:ahLst/><a:cxnLst/><a:rect l="l" t="t" r="r" b="b"/><a:pathLst><a:path w="7619" h="29845"><a:moveTo><a:pt x="7137" y="0"/></a:moveTo><a:lnTo><a:pt x="0" y="26870"/></a:lnTo><a:lnTo><a:pt x="167" y="29473"/></a:lnTo></a:path></a:pathLst></a:custGeom><a:ln w="3175"><a:solidFill><a:srgbClr val="000000"/></a:solidFill></a:ln></p:spPr><p:txBody><a:bodyPr wrap="square" lIns="0" tIns="0" rIns="0" bIns="0" rtlCol="0"/><a:lstStyle/><a:p/></p:txBody></p:sp><p:sp><p:nvSpPr><p:cNvPr id="207" name="object 207"/><p:cNvSpPr/><p:nvPr/></p:nvSpPr><p:spPr><a:xfrm><a:off x="16560724" y="12200837"/><a:ext cx="5080" cy="27305"/></a:xfrm><a:custGeom><a:avLst/><a:gdLst/><a:ahLst/><a:cxnLst/><a:rect l="l" t="t" r="r" b="b"/><a:pathLst><a:path w="5080" h="27304"><a:moveTo><a:pt x="0" y="26954"/></a:moveTo><a:lnTo><a:pt x="1511" y="23259"/></a:lnTo><a:lnTo><a:pt x="3932" y="17198"/></a:lnTo><a:lnTo><a:pt x="4737" y="10434"/></a:lnTo><a:lnTo><a:pt x="4702" y="3946"/></a:lnTo><a:lnTo><a:pt x="445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08" name="object 208"/><p:cNvSpPr/><p:nvPr/></p:nvSpPr><p:spPr><a:xfrm><a:off x="16573404" y="12449723"/><a:ext cx="10795" cy="29209"/></a:xfrm><a:custGeom><a:avLst/><a:gdLst/><a:ahLst/><a:cxnLst/><a:rect l="l" t="t" r="r" b="b"/><a:pathLst><a:path w="10794" h="29209"><a:moveTo><a:pt x="10748" y="0"/></a:moveTo><a:lnTo><a:pt x="0" y="28717"/></a:lnTo></a:path></a:pathLst></a:custGeom><a:ln w="3175"><a:solidFill><a:srgbClr val="000000"/></a:solidFill></a:ln></p:spPr><p:txBody><a:bodyPr wrap="square" lIns="0" tIns="0" rIns="0" bIns="0" rtlCol="0"/><a:lstStyle/><a:p/></p:txBody></p:sp><p:sp><p:nvSpPr><p:cNvPr id="209" name="object 209"/><p:cNvSpPr/><p:nvPr/></p:nvSpPr><p:spPr><a:xfrm><a:off x="16559296" y="12451655"/><a:ext cx="14604" cy="27305"/></a:xfrm><a:custGeom><a:avLst/><a:gdLst/><a:ahLst/><a:cxnLst/><a:rect l="l" t="t" r="r" b="b"/><a:pathLst><a:path w="14605" h="27304"><a:moveTo><a:pt x="0" y="0"/></a:moveTo><a:lnTo><a:pt x="503" y="2603"/></a:lnTo><a:lnTo><a:pt x="2166" y="11134"/></a:lnTo><a:lnTo><a:pt x="6284" y="18744"/></a:lnTo><a:lnTo><a:pt x="12260" y="25022"/></a:lnTo><a:lnTo><a:pt x="14107" y="26786"/></a:lnTo></a:path></a:pathLst></a:custGeom><a:ln w="3175"><a:solidFill><a:srgbClr val="000000"/></a:solidFill></a:ln></p:spPr><p:txBody><a:bodyPr wrap="square" lIns="0" tIns="0" rIns="0" bIns="0" rtlCol="0"/><a:lstStyle/><a:p/></p:txBody></p:sp><p:sp><p:nvSpPr><p:cNvPr id="210" name="object 210"/><p:cNvSpPr/><p:nvPr/></p:nvSpPr><p:spPr><a:xfrm><a:off x="16582473" y="12451907"/><a:ext cx="14604" cy="23495"/></a:xfrm><a:custGeom><a:avLst/><a:gdLst/><a:ahLst/><a:cxnLst/><a:rect l="l" t="t" r="r" b="b"/><a:pathLst><a:path w="14605" h="23495"><a:moveTo><a:pt x="14359" y="23175"/></a:moveTo><a:lnTo><a:pt x="13519" y="20572"/></a:lnTo><a:lnTo><a:pt x="10947" y="13486"/></a:lnTo><a:lnTo><a:pt x="7105" y="7469"/></a:lnTo><a:lnTo><a:pt x="2015" y="193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11" name="object 211"/><p:cNvSpPr/><p:nvPr/></p:nvSpPr><p:spPr><a:xfrm><a:off x="16645119" y="12544105"/><a:ext cx="1270" cy="31115"/></a:xfrm><a:custGeom><a:avLst/><a:gdLst/><a:ahLst/><a:cxnLst/><a:rect l="l" t="t" r="r" b="b"/><a:pathLst><a:path w="1269" h="31115"><a:moveTo><a:pt x="1259" y="0"/></a:moveTo><a:lnTo><a:pt x="0" y="30648"/></a:lnTo></a:path></a:pathLst></a:custGeom><a:ln w="3175"><a:solidFill><a:srgbClr val="000000"/></a:solidFill></a:ln></p:spPr><p:txBody><a:bodyPr wrap="square" lIns="0" tIns="0" rIns="0" bIns="0" rtlCol="0"/><a:lstStyle/><a:p/></p:txBody></p:sp><p:sp><p:nvSpPr><p:cNvPr id="212" name="object 212"/><p:cNvSpPr/><p:nvPr/></p:nvSpPr><p:spPr><a:xfrm><a:off x="16666364" y="12564258"/><a:ext cx="1270" cy="31115"/></a:xfrm><a:custGeom><a:avLst/><a:gdLst/><a:ahLst/><a:cxnLst/><a:rect l="l" t="t" r="r" b="b"/><a:pathLst><a:path w="1269" h="31115"><a:moveTo><a:pt x="0" y="0"/></a:moveTo><a:lnTo><a:pt x="1175" y="30648"/></a:lnTo></a:path></a:pathLst></a:custGeom><a:ln w="3175"><a:solidFill><a:srgbClr val="000000"/></a:solidFill></a:ln></p:spPr><p:txBody><a:bodyPr wrap="square" lIns="0" tIns="0" rIns="0" bIns="0" rtlCol="0"/><a:lstStyle/><a:p/></p:txBody></p:sp><p:sp><p:nvSpPr><p:cNvPr id="213" name="object 213"/><p:cNvSpPr/><p:nvPr/></p:nvSpPr><p:spPr><a:xfrm><a:off x="16644195" y="12575677"/><a:ext cx="23495" cy="19685"/></a:xfrm><a:custGeom><a:avLst/><a:gdLst/><a:ahLst/><a:cxnLst/><a:rect l="l" t="t" r="r" b="b"/><a:pathLst><a:path w="23494" h="19684"><a:moveTo><a:pt x="0" y="0"/></a:moveTo><a:lnTo><a:pt x="20909" y="18305"/></a:lnTo><a:lnTo><a:pt x="23344" y="19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214" name="object 214"/><p:cNvSpPr/><p:nvPr/></p:nvSpPr><p:spPr><a:xfrm><a:off x="16645454" y="12546791"/><a:ext cx="20955" cy="17780"/></a:xfrm><a:custGeom><a:avLst/><a:gdLst/><a:ahLst/><a:cxnLst/><a:rect l="l" t="t" r="r" b="b"/><a:pathLst><a:path w="20955" h="17779"><a:moveTo><a:pt x="20909" y="17465"/></a:moveTo><a:lnTo><a:pt x="19230" y="15282"/></a:lnTo><a:lnTo><a:pt x="14881" y="9533"/></a:lnTo><a:lnTo><a:pt x="8814" y="4510"/></a:lnTo><a:lnTo><a:pt x="2435" y="117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15" name="object 215"/><p:cNvSpPr/><p:nvPr/></p:nvSpPr><p:spPr><a:xfrm><a:off x="16687862" y="12582731"/><a:ext cx="3810" cy="30480"/></a:xfrm><a:custGeom><a:avLst/><a:gdLst/><a:ahLst/><a:cxnLst/><a:rect l="l" t="t" r="r" b="b"/><a:pathLst><a:path w="3809" h="30479"><a:moveTo><a:pt x="0" y="0"/></a:moveTo><a:lnTo><a:pt x="3610" y="30480"/></a:lnTo></a:path></a:pathLst></a:custGeom><a:ln w="3175"><a:solidFill><a:srgbClr val="000000"/></a:solidFill></a:ln></p:spPr><p:txBody><a:bodyPr wrap="square" lIns="0" tIns="0" rIns="0" bIns="0" rtlCol="0"/><a:lstStyle/><a:p/></p:txBody></p:sp><p:sp><p:nvSpPr><p:cNvPr id="216" name="object 216"/><p:cNvSpPr/><p:nvPr/></p:nvSpPr><p:spPr><a:xfrm><a:off x="16666700" y="12595830"/><a:ext cx="25400" cy="17780"/></a:xfrm><a:custGeom><a:avLst/><a:gdLst/><a:ahLst/><a:cxnLst/><a:rect l="l" t="t" r="r" b="b"/><a:pathLst><a:path w="25400" h="17779"><a:moveTo><a:pt x="0" y="0"/></a:moveTo><a:lnTo><a:pt x="1595" y="2099"/></a:lnTo><a:lnTo><a:pt x="6897" y="8830"/></a:lnTo><a:lnTo><a:pt x="14242" y="13861"/></a:lnTo><a:lnTo><a:pt x="22337" y="16625"/></a:lnTo><a:lnTo><a:pt x="24772" y="17381"/></a:lnTo></a:path></a:pathLst></a:custGeom><a:ln w="3175"><a:solidFill><a:srgbClr val="000000"/></a:solidFill></a:ln></p:spPr><p:txBody><a:bodyPr wrap="square" lIns="0" tIns="0" rIns="0" bIns="0" rtlCol="0"/><a:lstStyle/><a:p/></p:txBody></p:sp><p:sp><p:nvSpPr><p:cNvPr id="217" name="object 217"/><p:cNvSpPr/><p:nvPr/></p:nvSpPr><p:spPr><a:xfrm><a:off x="16665608" y="12566944"/><a:ext cx="22860" cy="15875"/></a:xfrm><a:custGeom><a:avLst/><a:gdLst/><a:ahLst/><a:cxnLst/><a:rect l="l" t="t" r="r" b="b"/><a:pathLst><a:path w="22859" h="15875"><a:moveTo><a:pt x="22253" y="15786"/></a:moveTo><a:lnTo><a:pt x="20405" y="13687"/></a:lnTo><a:lnTo><a:pt x="15407" y="8255"/></a:lnTo><a:lnTo><a:pt x="9398" y="3911"/></a:lnTo><a:lnTo><a:pt x="2603" y="100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18" name="object 218"/><p:cNvSpPr/><p:nvPr/></p:nvSpPr><p:spPr><a:xfrm><a:off x="16687274" y="12585418"/><a:ext cx="23495" cy="14604"/></a:xfrm><a:custGeom><a:avLst/><a:gdLst/><a:ahLst/><a:cxnLst/><a:rect l="l" t="t" r="r" b="b"/><a:pathLst><a:path w="23494" h="14604"><a:moveTo><a:pt x="23428" y="14022"/></a:moveTo><a:lnTo><a:pt x="21413" y="12091"/></a:lnTo><a:lnTo><a:pt x="16471" y="7372"/></a:lnTo><a:lnTo><a:pt x="9219" y="2894"/></a:lnTo><a:lnTo><a:pt x="2687" y="83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19" name="object 219"/><p:cNvSpPr/><p:nvPr/></p:nvSpPr><p:spPr><a:xfrm><a:off x="16588435" y="12475082"/><a:ext cx="8890" cy="29845"/></a:xfrm><a:custGeom><a:avLst/><a:gdLst/><a:ahLst/><a:cxnLst/><a:rect l="l" t="t" r="r" b="b"/><a:pathLst><a:path w="8890" h="29845"><a:moveTo><a:pt x="8397" y="0"/></a:moveTo><a:lnTo><a:pt x="0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220" name="object 220"/><p:cNvSpPr/><p:nvPr/></p:nvSpPr><p:spPr><a:xfrm><a:off x="16572229" y="12479028"/><a:ext cx="16510" cy="26034"/></a:xfrm><a:custGeom><a:avLst/><a:gdLst/><a:ahLst/><a:cxnLst/><a:rect l="l" t="t" r="r" b="b"/><a:pathLst><a:path w="16509" h="26034"><a:moveTo><a:pt x="0" y="0"/></a:moveTo><a:lnTo><a:pt x="671" y="2519"/></a:lnTo><a:lnTo><a:pt x="2950" y="10780"/></a:lnTo><a:lnTo><a:pt x="7778" y="18273"/></a:lnTo><a:lnTo><a:pt x="14191" y="23931"/></a:lnTo><a:lnTo><a:pt x="16207" y="25610"/></a:lnTo></a:path></a:pathLst></a:custGeom><a:ln w="3175"><a:solidFill><a:srgbClr val="000000"/></a:solidFill></a:ln></p:spPr><p:txBody><a:bodyPr wrap="square" lIns="0" tIns="0" rIns="0" bIns="0" rtlCol="0"/><a:lstStyle/><a:p/></p:txBody></p:sp><p:sp><p:nvSpPr><p:cNvPr id="221" name="object 221"/><p:cNvSpPr/><p:nvPr/></p:nvSpPr><p:spPr><a:xfrm><a:off x="16605399" y="12499349"/><a:ext cx="6350" cy="30480"/></a:xfrm><a:custGeom><a:avLst/><a:gdLst/><a:ahLst/><a:cxnLst/><a:rect l="l" t="t" r="r" b="b"/><a:pathLst><a:path w="6350" h="30479"><a:moveTo><a:pt x="6130" y="0"/></a:moveTo><a:lnTo><a:pt x="0" y="30145"/></a:lnTo></a:path></a:pathLst></a:custGeom><a:ln w="3175"><a:solidFill><a:srgbClr val="000000"/></a:solidFill></a:ln></p:spPr><p:txBody><a:bodyPr wrap="square" lIns="0" tIns="0" rIns="0" bIns="0" rtlCol="0"/><a:lstStyle/><a:p/></p:txBody></p:sp><p:sp><p:nvSpPr><p:cNvPr id="222" name="object 222"/><p:cNvSpPr/><p:nvPr/></p:nvSpPr><p:spPr><a:xfrm><a:off x="16587260" y="12505311"/><a:ext cx="18415" cy="24765"/></a:xfrm><a:custGeom><a:avLst/><a:gdLst/><a:ahLst/><a:cxnLst/><a:rect l="l" t="t" r="r" b="b"/><a:pathLst><a:path w="18415" h="24765"><a:moveTo><a:pt x="0" y="0"/></a:moveTo><a:lnTo><a:pt x="839" y="2435"/></a:lnTo><a:lnTo><a:pt x="3904" y="10431"/></a:lnTo><a:lnTo><a:pt x="9107" y="17598"/></a:lnTo><a:lnTo><a:pt x="16039" y="22671"/></a:lnTo><a:lnTo><a:pt x="18138" y="24183"/></a:lnTo></a:path></a:pathLst></a:custGeom><a:ln w="3175"><a:solidFill><a:srgbClr val="000000"/></a:solidFill></a:ln></p:spPr><p:txBody><a:bodyPr wrap="square" lIns="0" tIns="0" rIns="0" bIns="0" rtlCol="0"/><a:lstStyle/><a:p/></p:txBody></p:sp><p:sp><p:nvSpPr><p:cNvPr id="223" name="object 223"/><p:cNvSpPr/><p:nvPr/></p:nvSpPr><p:spPr><a:xfrm><a:off x="16595406" y="12477433"/><a:ext cx="16510" cy="22225"/></a:xfrm><a:custGeom><a:avLst/><a:gdLst/><a:ahLst/><a:cxnLst/><a:rect l="l" t="t" r="r" b="b"/><a:pathLst><a:path w="16509" h="22225"><a:moveTo><a:pt x="16123" y="21916"/></a:moveTo><a:lnTo><a:pt x="15031" y="19396"/></a:lnTo><a:lnTo><a:pt x="11976" y="12657"/></a:lnTo><a:lnTo><a:pt x="7633" y="6682"/></a:lnTo><a:lnTo><a:pt x="2099" y="1763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24" name="object 224"/><p:cNvSpPr/><p:nvPr/></p:nvSpPr><p:spPr><a:xfrm><a:off x="16624377" y="12522441"/><a:ext cx="3810" cy="30480"/></a:xfrm><a:custGeom><a:avLst/><a:gdLst/><a:ahLst/><a:cxnLst/><a:rect l="l" t="t" r="r" b="b"/><a:pathLst><a:path w="3809" h="30479"><a:moveTo><a:pt x="3694" y="0"/></a:moveTo><a:lnTo><a:pt x="0" y="30480"/></a:lnTo></a:path></a:pathLst></a:custGeom><a:ln w="3175"><a:solidFill><a:srgbClr val="000000"/></a:solidFill></a:ln></p:spPr><p:txBody><a:bodyPr wrap="square" lIns="0" tIns="0" rIns="0" bIns="0" rtlCol="0"/><a:lstStyle/><a:p/></p:txBody></p:sp><p:sp><p:nvSpPr><p:cNvPr id="225" name="object 225"/><p:cNvSpPr/><p:nvPr/></p:nvSpPr><p:spPr><a:xfrm><a:off x="16604391" y="12530250"/><a:ext cx="20320" cy="22860"/></a:xfrm><a:custGeom><a:avLst/><a:gdLst/><a:ahLst/><a:cxnLst/><a:rect l="l" t="t" r="r" b="b"/><a:pathLst><a:path w="20319" h="22859"><a:moveTo><a:pt x="0" y="0"/></a:moveTo><a:lnTo><a:pt x="1007" y="2351"/></a:lnTo><a:lnTo><a:pt x="4780" y="10377"/></a:lnTo><a:lnTo><a:pt x="10307" y="16565"/></a:lnTo><a:lnTo><a:pt x="17718" y="21412"/></a:lnTo><a:lnTo><a:pt x="19985" y="22671"/></a:lnTo></a:path></a:pathLst></a:custGeom><a:ln w="3175"><a:solidFill><a:srgbClr val="000000"/></a:solidFill></a:ln></p:spPr><p:txBody><a:bodyPr wrap="square" lIns="0" tIns="0" rIns="0" bIns="0" rtlCol="0"/><a:lstStyle/><a:p/></p:txBody></p:sp><p:sp><p:nvSpPr><p:cNvPr id="226" name="object 226"/><p:cNvSpPr/><p:nvPr/></p:nvSpPr><p:spPr><a:xfrm><a:off x="16610185" y="12501868"/><a:ext cx="18415" cy="20955"/></a:xfrm><a:custGeom><a:avLst/><a:gdLst/><a:ahLst/><a:cxnLst/><a:rect l="l" t="t" r="r" b="b"/><a:pathLst><a:path w="18415" h="20954"><a:moveTo><a:pt x="17802" y="20572"/></a:moveTo><a:lnTo><a:pt x="16543" y="18137"/></a:lnTo><a:lnTo><a:pt x="13245" y="11897"/></a:lnTo><a:lnTo><a:pt x="7906" y="5831"/></a:lnTo><a:lnTo><a:pt x="2267" y="159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27" name="object 227"/><p:cNvSpPr/><p:nvPr/></p:nvSpPr><p:spPr><a:xfrm><a:off x="16623369" y="12553762"/><a:ext cx="22225" cy="21590"/></a:xfrm><a:custGeom><a:avLst/><a:gdLst/><a:ahLst/><a:cxnLst/><a:rect l="l" t="t" r="r" b="b"/><a:pathLst><a:path w="22225" h="21590"><a:moveTo><a:pt x="0" y="0"/></a:moveTo><a:lnTo><a:pt x="1175" y="2267"/></a:lnTo><a:lnTo><a:pt x="5406" y="9687"/></a:lnTo><a:lnTo><a:pt x="11834" y="15927"/></a:lnTo><a:lnTo><a:pt x="19398" y="19900"/></a:lnTo><a:lnTo><a:pt x="21749" y="21076"/></a:lnTo></a:path></a:pathLst></a:custGeom><a:ln w="3175"><a:solidFill><a:srgbClr val="000000"/></a:solidFill></a:ln></p:spPr><p:txBody><a:bodyPr wrap="square" lIns="0" tIns="0" rIns="0" bIns="0" rtlCol="0"/><a:lstStyle/><a:p/></p:txBody></p:sp><p:sp><p:nvSpPr><p:cNvPr id="228" name="object 228"/><p:cNvSpPr/><p:nvPr/></p:nvSpPr><p:spPr><a:xfrm><a:off x="16626896" y="12524959"/><a:ext cx="19685" cy="19685"/></a:xfrm><a:custGeom><a:avLst/><a:gdLst/><a:ahLst/><a:cxnLst/><a:rect l="l" t="t" r="r" b="b"/><a:pathLst><a:path w="19684" h="19684"><a:moveTo><a:pt x="19398" y="19145"/></a:moveTo><a:lnTo><a:pt x="17970" y="16793"/></a:lnTo><a:lnTo><a:pt x="13752" y="10508"/></a:lnTo><a:lnTo><a:pt x="8790" y="5448"/></a:lnTo><a:lnTo><a:pt x="2351" y="142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29" name="object 229"/><p:cNvSpPr/><p:nvPr/></p:nvSpPr><p:spPr><a:xfrm><a:off x="16534179" y="12214609"/><a:ext cx="5715" cy="30480"/></a:xfrm><a:custGeom><a:avLst/><a:gdLst/><a:ahLst/><a:cxnLst/><a:rect l="l" t="t" r="r" b="b"/><a:pathLst><a:path w="5715" h="30479"><a:moveTo><a:pt x="5383" y="0"/></a:moveTo><a:lnTo><a:pt x="4291" y="2267"/></a:lnTo><a:lnTo><a:pt x="1958" y="8251"/></a:lnTo><a:lnTo><a:pt x="518" y="14532"/></a:lnTo><a:lnTo><a:pt x="0" y="20957"/></a:lnTo><a:lnTo><a:pt x="428" y="27374"/></a:lnTo><a:lnTo><a:pt x="848" y="29893"/></a:lnTo></a:path></a:pathLst></a:custGeom><a:ln w="3175"><a:solidFill><a:srgbClr val="000000"/></a:solidFill></a:ln></p:spPr><p:txBody><a:bodyPr wrap="square" lIns="0" tIns="0" rIns="0" bIns="0" rtlCol="0"/><a:lstStyle/><a:p/></p:txBody></p:sp><p:sp><p:nvSpPr><p:cNvPr id="230" name="object 230"/><p:cNvSpPr/><p:nvPr/></p:nvSpPr><p:spPr><a:xfrm><a:off x="16531501" y="12255670"/><a:ext cx="24765" cy="19050"/></a:xfrm><a:custGeom><a:avLst/><a:gdLst/><a:ahLst/><a:cxnLst/><a:rect l="l" t="t" r="r" b="b"/><a:pathLst><a:path w="24765" h="19050"><a:moveTo><a:pt x="24352" y="0"/></a:moveTo><a:lnTo><a:pt x="0" y="18725"/></a:lnTo></a:path></a:pathLst></a:custGeom><a:ln w="3175"><a:solidFill><a:srgbClr val="000000"/></a:solidFill></a:ln></p:spPr><p:txBody><a:bodyPr wrap="square" lIns="0" tIns="0" rIns="0" bIns="0" rtlCol="0"/><a:lstStyle/><a:p/></p:txBody></p:sp><p:sp><p:nvSpPr><p:cNvPr id="231" name="object 231"/><p:cNvSpPr/><p:nvPr/></p:nvSpPr><p:spPr><a:xfrm><a:off x="16530409" y="12283967"/><a:ext cx="22860" cy="20955"/></a:xfrm><a:custGeom><a:avLst/><a:gdLst/><a:ahLst/><a:cxnLst/><a:rect l="l" t="t" r="r" b="b"/><a:pathLst><a:path w="22859" h="20954"><a:moveTo><a:pt x="22841" y="0"/></a:moveTo><a:lnTo><a:pt x="0" y="20572"/></a:lnTo></a:path></a:pathLst></a:custGeom><a:ln w="3175"><a:solidFill><a:srgbClr val="000000"/></a:solidFill></a:ln></p:spPr><p:txBody><a:bodyPr wrap="square" lIns="0" tIns="0" rIns="0" bIns="0" rtlCol="0"/><a:lstStyle/><a:p/></p:txBody></p:sp><p:sp><p:nvSpPr><p:cNvPr id="232" name="object 232"/><p:cNvSpPr/><p:nvPr/></p:nvSpPr><p:spPr><a:xfrm><a:off x="16531753" y="12312265"/><a:ext cx="21590" cy="22860"/></a:xfrm><a:custGeom><a:avLst/><a:gdLst/><a:ahLst/><a:cxnLst/><a:rect l="l" t="t" r="r" b="b"/><a:pathLst><a:path w="21590" h="22859"><a:moveTo><a:pt x="21077" y="0"/></a:moveTo><a:lnTo><a:pt x="0" y="22419"/></a:lnTo></a:path></a:pathLst></a:custGeom><a:ln w="3175"><a:solidFill><a:srgbClr val="000000"/></a:solidFill></a:ln></p:spPr><p:txBody><a:bodyPr wrap="square" lIns="0" tIns="0" rIns="0" bIns="0" rtlCol="0"/><a:lstStyle/><a:p/></p:txBody></p:sp><p:sp><p:nvSpPr><p:cNvPr id="233" name="object 233"/><p:cNvSpPr/><p:nvPr/></p:nvSpPr><p:spPr><a:xfrm><a:off x="16529750" y="12334769"/><a:ext cx="5715" cy="29845"/></a:xfrm><a:custGeom><a:avLst/><a:gdLst/><a:ahLst/><a:cxnLst/><a:rect l="l" t="t" r="r" b="b"/><a:pathLst><a:path w="5715" h="29845"><a:moveTo><a:pt x="658" y="0"/></a:moveTo><a:lnTo><a:pt x="322" y="2519"/></a:lnTo><a:lnTo><a:pt x="0" y="8938"/></a:lnTo><a:lnTo><a:pt x="591" y="15341"/></a:lnTo><a:lnTo><a:pt x="2098" y="21588"/></a:lnTo><a:lnTo><a:pt x="4521" y="27542"/></a:lnTo><a:lnTo><a:pt x="5697" y="29809"/></a:lnTo></a:path></a:pathLst></a:custGeom><a:ln w="3175"><a:solidFill><a:srgbClr val="000000"/></a:solidFill></a:ln></p:spPr><p:txBody><a:bodyPr wrap="square" lIns="0" tIns="0" rIns="0" bIns="0" rtlCol="0"/><a:lstStyle/><a:p/></p:txBody></p:sp><p:sp><p:nvSpPr><p:cNvPr id="234" name="object 234"/><p:cNvSpPr/><p:nvPr/></p:nvSpPr><p:spPr><a:xfrm><a:off x="16533936" y="12364746"/><a:ext cx="7620" cy="29845"/></a:xfrm><a:custGeom><a:avLst/><a:gdLst/><a:ahLst/><a:cxnLst/><a:rect l="l" t="t" r="r" b="b"/><a:pathLst><a:path w="7619" h="29845"><a:moveTo><a:pt x="167" y="0"/></a:moveTo><a:lnTo><a:pt x="6214" y="27206"/></a:lnTo><a:lnTo><a:pt x="7557" y="29389"/></a:lnTo></a:path></a:pathLst></a:custGeom><a:ln w="3175"><a:solidFill><a:srgbClr val="000000"/></a:solidFill></a:ln></p:spPr><p:txBody><a:bodyPr wrap="square" lIns="0" tIns="0" rIns="0" bIns="0" rtlCol="0"/><a:lstStyle/><a:p/></p:txBody></p:sp><p:sp><p:nvSpPr><p:cNvPr id="235" name="object 235"/><p:cNvSpPr/><p:nvPr/></p:nvSpPr><p:spPr><a:xfrm><a:off x="16530001" y="12244249"/><a:ext cx="3810" cy="30480"/></a:xfrm><a:custGeom><a:avLst/><a:gdLst/><a:ahLst/><a:cxnLst/><a:rect l="l" t="t" r="r" b="b"/><a:pathLst><a:path w="3809" h="30479"><a:moveTo><a:pt x="3682" y="0"/></a:moveTo><a:lnTo><a:pt x="2759" y="2435"/></a:lnTo><a:lnTo><a:pt x="938" y="8589"/></a:lnTo><a:lnTo><a:pt x="13" y="14940"/></a:lnTo><a:lnTo><a:pt x="0" y="21357"/></a:lnTo><a:lnTo><a:pt x="911" y="27709"/></a:lnTo><a:lnTo><a:pt x="1499" y="30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236" name="object 236"/><p:cNvSpPr/><p:nvPr/></p:nvSpPr><p:spPr><a:xfrm><a:off x="16527726" y="12274310"/><a:ext cx="3175" cy="30480"/></a:xfrm><a:custGeom><a:avLst/><a:gdLst/><a:ahLst/><a:cxnLst/><a:rect l="l" t="t" r="r" b="b"/><a:pathLst><a:path w="3175" h="30479"><a:moveTo><a:pt x="2515" y="0"/></a:moveTo><a:lnTo><a:pt x="1759" y="2435"/></a:lnTo><a:lnTo><a:pt x="423" y="8608"/></a:lnTo><a:lnTo><a:pt x="0" y="15127"/></a:lnTo><a:lnTo><a:pt x="498" y="21640"/></a:lnTo><a:lnTo><a:pt x="1927" y="27793"/></a:lnTo><a:lnTo><a:pt x="2683" y="30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237" name="object 237"/><p:cNvSpPr/><p:nvPr/></p:nvSpPr><p:spPr><a:xfrm><a:off x="16527694" y="12304540"/><a:ext cx="4445" cy="30480"/></a:xfrm><a:custGeom><a:avLst/><a:gdLst/><a:ahLst/><a:cxnLst/><a:rect l="l" t="t" r="r" b="b"/><a:pathLst><a:path w="4444" h="30479"><a:moveTo><a:pt x="1371" y="0"/></a:moveTo><a:lnTo><a:pt x="867" y="2519"/></a:lnTo><a:lnTo><a:pt x="0" y="8854"/></a:lnTo><a:lnTo><a:pt x="98" y="15314"/></a:lnTo><a:lnTo><a:pt x="1127" y="21695"/></a:lnTo><a:lnTo><a:pt x="3050" y="27793"/></a:lnTo><a:lnTo><a:pt x="3974" y="30145"/></a:lnTo></a:path></a:pathLst></a:custGeom><a:ln w="3175"><a:solidFill><a:srgbClr val="000000"/></a:solidFill></a:ln></p:spPr><p:txBody><a:bodyPr wrap="square" lIns="0" tIns="0" rIns="0" bIns="0" rtlCol="0"/><a:lstStyle/><a:p/></p:txBody></p:sp><p:sp><p:nvSpPr><p:cNvPr id="238" name="object 238"/><p:cNvSpPr/><p:nvPr/></p:nvSpPr><p:spPr><a:xfrm><a:off x="16588352" y="12283463"/><a:ext cx="47625" cy="24765"/></a:xfrm><a:custGeom><a:avLst/><a:gdLst/><a:ahLst/><a:cxnLst/><a:rect l="l" t="t" r="r" b="b"/><a:pathLst><a:path w="47625" h="24765"><a:moveTo><a:pt x="47277" y="24435"/></a:moveTo><a:lnTo><a:pt x="0" y="23511"/></a:lnTo><a:lnTo><a:pt x="335" y="8312"/></a:lnTo><a:lnTo><a:pt x="2687" y="3274"/></a:lnTo><a:lnTo><a:pt x="4954" y="1679"/></a:lnTo><a:lnTo><a:pt x="9489" y="0"/></a:lnTo><a:lnTo><a:pt x="14023" y="83"/></a:lnTo><a:lnTo><a:pt x="18474" y="1931"/></a:lnTo><a:lnTo><a:pt x="20657" y="3610"/></a:lnTo><a:lnTo><a:pt x="22841" y="8732"/></a:lnTo><a:lnTo><a:pt x="22505" y="23931"/></a:lnTo></a:path></a:pathLst></a:custGeom><a:ln w="3175"><a:solidFill><a:srgbClr val="000000"/></a:solidFill></a:ln></p:spPr><p:txBody><a:bodyPr wrap="square" lIns="0" tIns="0" rIns="0" bIns="0" rtlCol="0"/><a:lstStyle/><a:p/></p:txBody></p:sp><p:sp><p:nvSpPr><p:cNvPr id="239" name="object 239"/><p:cNvSpPr/><p:nvPr/></p:nvSpPr><p:spPr><a:xfrm><a:off x="16611108" y="12284219"/><a:ext cx="25400" cy="11430"/></a:xfrm><a:custGeom><a:avLst/><a:gdLst/><a:ahLst/><a:cxnLst/><a:rect l="l" t="t" r="r" b="b"/><a:pathLst><a:path w="25400" h="11429"><a:moveTo><a:pt x="0" y="11335"/></a:moveTo><a:lnTo><a:pt x="2502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40" name="object 240"/><p:cNvSpPr/><p:nvPr/></p:nvSpPr><p:spPr><a:xfrm><a:off x="16589611" y="12251135"/><a:ext cx="47625" cy="27305"/></a:xfrm><a:custGeom><a:avLst/><a:gdLst/><a:ahLst/><a:cxnLst/><a:rect l="l" t="t" r="r" b="b"/><a:pathLst><a:path w="47625" h="27304"><a:moveTo><a:pt x="47025" y="27038"/></a:moveTo><a:lnTo><a:pt x="0" y="21832"/></a:lnTo><a:lnTo><a:pt x="243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41" name="object 241"/><p:cNvSpPr/><p:nvPr/></p:nvSpPr><p:spPr><a:xfrm><a:off x="16612032" y="12262051"/><a:ext cx="1905" cy="13970"/></a:xfrm><a:custGeom><a:avLst/><a:gdLst/><a:ahLst/><a:cxnLst/><a:rect l="l" t="t" r="r" b="b"/><a:pathLst><a:path w="1905" h="13970"><a:moveTo><a:pt x="0" y="13435"/></a:moveTo><a:lnTo><a:pt x="142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42" name="object 242"/><p:cNvSpPr/><p:nvPr/></p:nvSpPr><p:spPr><a:xfrm><a:off x="16636637" y="12256341"/><a:ext cx="2540" cy="22225"/></a:xfrm><a:custGeom><a:avLst/><a:gdLst/><a:ahLst/><a:cxnLst/><a:rect l="l" t="t" r="r" b="b"/><a:pathLst><a:path w="2540" h="22225"><a:moveTo><a:pt x="0" y="21832"/></a:moveTo><a:lnTo><a:pt x="243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43" name="object 243"/><p:cNvSpPr/><p:nvPr/></p:nvSpPr><p:spPr><a:xfrm><a:off x="16535028" y="12227792"/><a:ext cx="26034" cy="17145"/></a:xfrm><a:custGeom><a:avLst/><a:gdLst/><a:ahLst/><a:cxnLst/><a:rect l="l" t="t" r="r" b="b"/><a:pathLst><a:path w="26034" h="17145"><a:moveTo><a:pt x="25696" y="0"/></a:moveTo><a:lnTo><a:pt x="0" y="16709"/></a:lnTo></a:path></a:pathLst></a:custGeom><a:ln w="3175"><a:solidFill><a:srgbClr val="000000"/></a:solidFill></a:ln></p:spPr><p:txBody><a:bodyPr wrap="square" lIns="0" tIns="0" rIns="0" bIns="0" rtlCol="0"/><a:lstStyle/><a:p/></p:txBody></p:sp><p:sp><p:nvSpPr><p:cNvPr id="244" name="object 244"/><p:cNvSpPr/><p:nvPr/></p:nvSpPr><p:spPr><a:xfrm><a:off x="16555853" y="12228547"/><a:ext cx="3810" cy="27305"/></a:xfrm><a:custGeom><a:avLst/><a:gdLst/><a:ahLst/><a:cxnLst/><a:rect l="l" t="t" r="r" b="b"/><a:pathLst><a:path w="3809" h="27304"><a:moveTo><a:pt x="0" y="27122"/></a:moveTo><a:lnTo><a:pt x="1175" y="23427"/></a:lnTo><a:lnTo><a:pt x="2951" y="17262"/></a:lnTo><a:lnTo><a:pt x="3568" y="10227"/></a:lnTo><a:lnTo><a:pt x="2771" y="3862"/></a:lnTo><a:lnTo><a:pt x="226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45" name="object 245"/><p:cNvSpPr/><p:nvPr/></p:nvSpPr><p:spPr><a:xfrm><a:off x="16553250" y="12256677"/><a:ext cx="2540" cy="27305"/></a:xfrm><a:custGeom><a:avLst/><a:gdLst/><a:ahLst/><a:cxnLst/><a:rect l="l" t="t" r="r" b="b"/><a:pathLst><a:path w="2540" h="27304"><a:moveTo><a:pt x="0" y="27290"/></a:moveTo><a:lnTo><a:pt x="839" y="23427"/></a:lnTo><a:lnTo><a:pt x="2060" y="16987"/></a:lnTo><a:lnTo><a:pt x="2158" y="10308"/></a:lnTo><a:lnTo><a:pt x="923" y="3862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46" name="object 246"/><p:cNvSpPr/><p:nvPr/></p:nvSpPr><p:spPr><a:xfrm><a:off x="16550731" y="12285143"/><a:ext cx="3810" cy="27305"/></a:xfrm><a:custGeom><a:avLst/><a:gdLst/><a:ahLst/><a:cxnLst/><a:rect l="l" t="t" r="r" b="b"/><a:pathLst><a:path w="3809" h="27304"><a:moveTo><a:pt x="2099" y="27122"/></a:moveTo><a:lnTo><a:pt x="2687" y="23259"/></a:lnTo><a:lnTo><a:pt x="3329" y="16187"/></a:lnTo><a:lnTo><a:pt x="2965" y="10661"/></a:lnTo><a:lnTo><a:pt x="1175" y="3778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47" name="object 247"/><p:cNvSpPr/><p:nvPr/></p:nvSpPr><p:spPr><a:xfrm><a:off x="16535447" y="12313692"/><a:ext cx="20320" cy="51435"/></a:xfrm><a:custGeom><a:avLst/><a:gdLst/><a:ahLst/><a:cxnLst/><a:rect l="l" t="t" r="r" b="b"/><a:pathLst><a:path w="20319" h="51434"><a:moveTo><a:pt x="0" y="50885"/></a:moveTo><a:lnTo><a:pt x="19230" y="26954"/></a:lnTo><a:lnTo><a:pt x="19482" y="23007"/></a:lnTo><a:lnTo><a:pt x="19739" y="16425"/></a:lnTo><a:lnTo><a:pt x="18645" y="9816"/></a:lnTo><a:lnTo><a:pt x="16459" y="3610"/></a:lnTo><a:lnTo><a:pt x="1494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48" name="object 248"/><p:cNvSpPr/><p:nvPr/></p:nvSpPr><p:spPr><a:xfrm><a:off x="16541493" y="12342158"/><a:ext cx="17780" cy="52069"/></a:xfrm><a:custGeom><a:avLst/><a:gdLst/><a:ahLst/><a:cxnLst/><a:rect l="l" t="t" r="r" b="b"/><a:pathLst><a:path w="17780" h="52070"><a:moveTo><a:pt x="0" y="51893"/></a:moveTo><a:lnTo><a:pt x="17298" y="26534"/></a:lnTo><a:lnTo><a:pt x="17214" y="22587"/></a:lnTo><a:lnTo><a:pt x="16849" y="15325"/></a:lnTo><a:lnTo><a:pt x="15470" y="10199"/></a:lnTo><a:lnTo><a:pt x="12680" y="3526"/></a:lnTo><a:lnTo><a:pt x="1091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49" name="object 249"/><p:cNvSpPr/><p:nvPr/></p:nvSpPr><p:spPr><a:xfrm><a:off x="16549891" y="12396318"/><a:ext cx="15240" cy="27305"/></a:xfrm><a:custGeom><a:avLst/><a:gdLst/><a:ahLst/><a:cxnLst/><a:rect l="l" t="t" r="r" b="b"/><a:pathLst><a:path w="15240" h="27304"><a:moveTo><a:pt x="15199" y="0"/></a:moveTo><a:lnTo><a:pt x="0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250" name="object 250"/><p:cNvSpPr/><p:nvPr/></p:nvSpPr><p:spPr><a:xfrm><a:off x="16540234" y="12394387"/><a:ext cx="10160" cy="29209"/></a:xfrm><a:custGeom><a:avLst/><a:gdLst/><a:ahLst/><a:cxnLst/><a:rect l="l" t="t" r="r" b="b"/><a:pathLst><a:path w="10159" h="29209"><a:moveTo><a:pt x="0" y="0"/></a:moveTo><a:lnTo><a:pt x="0" y="2603"/></a:lnTo><a:lnTo><a:pt x="480" y="11475"/></a:lnTo><a:lnTo><a:pt x="3122" y="19285"/></a:lnTo><a:lnTo><a:pt x="8145" y="26618"/></a:lnTo><a:lnTo><a:pt x="9657" y="28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251" name="object 251"/><p:cNvSpPr/><p:nvPr/></p:nvSpPr><p:spPr><a:xfrm><a:off x="16556609" y="12370456"/><a:ext cx="8890" cy="26034"/></a:xfrm><a:custGeom><a:avLst/><a:gdLst/><a:ahLst/><a:cxnLst/><a:rect l="l" t="t" r="r" b="b"/><a:pathLst><a:path w="8890" h="26034"><a:moveTo><a:pt x="8481" y="25862"/></a:moveTo><a:lnTo><a:pt x="8145" y="21916"/></a:lnTo><a:lnTo><a:pt x="7233" y="15216"/></a:lnTo><a:lnTo><a:pt x="5235" y="9296"/></a:lnTo><a:lnTo><a:pt x="2015" y="3358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52" name="object 252"/><p:cNvSpPr/><p:nvPr/></p:nvSpPr><p:spPr><a:xfrm><a:off x="16560556" y="12423356"/><a:ext cx="13335" cy="27940"/></a:xfrm><a:custGeom><a:avLst/><a:gdLst/><a:ahLst/><a:cxnLst/><a:rect l="l" t="t" r="r" b="b"/><a:pathLst><a:path w="13334" h="27940"><a:moveTo><a:pt x="13016" y="0"/></a:moveTo><a:lnTo><a:pt x="0" y="27877"/></a:lnTo></a:path></a:pathLst></a:custGeom><a:ln w="3175"><a:solidFill><a:srgbClr val="000000"/></a:solidFill></a:ln></p:spPr><p:txBody><a:bodyPr wrap="square" lIns="0" tIns="0" rIns="0" bIns="0" rtlCol="0"/><a:lstStyle/><a:p/></p:txBody></p:sp><p:sp><p:nvSpPr><p:cNvPr id="253" name="object 253"/><p:cNvSpPr/><p:nvPr/></p:nvSpPr><p:spPr><a:xfrm><a:off x="16548632" y="12423441"/><a:ext cx="12065" cy="27940"/></a:xfrm><a:custGeom><a:avLst/><a:gdLst/><a:ahLst/><a:cxnLst/><a:rect l="l" t="t" r="r" b="b"/><a:pathLst><a:path w="12065" h="27940"><a:moveTo><a:pt x="0" y="0"/></a:moveTo><a:lnTo><a:pt x="251" y="2519"/></a:lnTo><a:lnTo><a:pt x="1242" y="11086"/></a:lnTo><a:lnTo><a:pt x="4750" y="19216"/></a:lnTo><a:lnTo><a:pt x="10244" y="25862"/></a:lnTo><a:lnTo><a:pt x="11924" y="27793"/></a:lnTo></a:path></a:pathLst></a:custGeom><a:ln w="3175"><a:solidFill><a:srgbClr val="000000"/></a:solidFill></a:ln></p:spPr><p:txBody><a:bodyPr wrap="square" lIns="0" tIns="0" rIns="0" bIns="0" rtlCol="0"/><a:lstStyle/><a:p/></p:txBody></p:sp><p:sp><p:nvSpPr><p:cNvPr id="254" name="object 254"/><p:cNvSpPr/><p:nvPr/></p:nvSpPr><p:spPr><a:xfrm><a:off x="16563075" y="12398249"/><a:ext cx="10795" cy="25400"/></a:xfrm><a:custGeom><a:avLst/><a:gdLst/><a:ahLst/><a:cxnLst/><a:rect l="l" t="t" r="r" b="b"/><a:pathLst><a:path w="10794" h="25400"><a:moveTo><a:pt x="10496" y="25190"/></a:moveTo><a:lnTo><a:pt x="9992" y="22419"/></a:lnTo><a:lnTo><a:pt x="8901" y="15581"/></a:lnTo><a:lnTo><a:pt x="5623" y="7895"/></a:lnTo><a:lnTo><a:pt x="1595" y="22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55" name="object 255"/><p:cNvSpPr/><p:nvPr/></p:nvSpPr><p:spPr><a:xfrm><a:off x="16571725" y="12425540"/><a:ext cx="12700" cy="24765"/></a:xfrm><a:custGeom><a:avLst/><a:gdLst/><a:ahLst/><a:cxnLst/><a:rect l="l" t="t" r="r" b="b"/><a:pathLst><a:path w="12700" h="24765"><a:moveTo><a:pt x="12428" y="24183"/></a:moveTo><a:lnTo><a:pt x="11840" y="21496"/></a:lnTo><a:lnTo><a:pt x="9710" y="14238"/></a:lnTo><a:lnTo><a:pt x="6555" y="7891"/></a:lnTo><a:lnTo><a:pt x="1763" y="201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56" name="object 256"/><p:cNvSpPr/><p:nvPr/></p:nvSpPr><p:spPr><a:xfrm><a:off x="16595489" y="12220570"/><a:ext cx="48260" cy="28575"/></a:xfrm><a:custGeom><a:avLst/><a:gdLst/><a:ahLst/><a:cxnLst/><a:rect l="l" t="t" r="r" b="b"/><a:pathLst><a:path w="48259" h="28575"><a:moveTo><a:pt x="13855" y="0"/></a:moveTo><a:lnTo><a:pt x="9153" y="839"/></a:lnTo><a:lnTo><a:pt x="4114" y="3358"/></a:lnTo><a:lnTo><a:pt x="1259" y="6213"/></a:lnTo><a:lnTo><a:pt x="0" y="12847"/></a:lnTo><a:lnTo><a:pt x="1595" y="16625"/></a:lnTo><a:lnTo><a:pt x="5374" y="20740"/></a:lnTo><a:lnTo><a:pt x="9489" y="23259"/></a:lnTo><a:lnTo><a:pt x="15871" y="26114"/></a:lnTo><a:lnTo><a:pt x="26955" y="28213"/></a:lnTo><a:lnTo><a:pt x="33841" y="27793"/></a:lnTo><a:lnTo><a:pt x="38628" y="26954"/></a:lnTo><a:lnTo><a:pt x="43666" y="24519"/></a:lnTo><a:lnTo><a:pt x="46522" y="21580"/></a:lnTo><a:lnTo><a:pt x="47781" y="14946"/></a:lnTo><a:lnTo><a:pt x="46186" y="11251"/></a:lnTo><a:lnTo><a:pt x="42323" y="7053"/></a:lnTo><a:lnTo><a:pt x="38208" y="4618"/></a:lnTo><a:lnTo><a:pt x="31574" y="3358"/></a:lnTo><a:lnTo><a:pt x="30062" y="11671"/></a:lnTo></a:path></a:pathLst></a:custGeom><a:ln w="3175"><a:solidFill><a:srgbClr val="000000"/></a:solidFill></a:ln></p:spPr><p:txBody><a:bodyPr wrap="square" lIns="0" tIns="0" rIns="0" bIns="0" rtlCol="0"/><a:lstStyle/><a:p/></p:txBody></p:sp><p:sp><p:nvSpPr><p:cNvPr id="257" name="object 257"/><p:cNvSpPr/><p:nvPr/></p:nvSpPr><p:spPr><a:xfrm><a:off x="16656287" y="12092349"/><a:ext cx="36195" cy="45085"/></a:xfrm><a:custGeom><a:avLst/><a:gdLst/><a:ahLst/><a:cxnLst/><a:rect l="l" t="t" r="r" b="b"/><a:pathLst><a:path w="36194" h="45084"><a:moveTo><a:pt x="35605" y="44923"/></a:moveTo><a:lnTo><a:pt x="0" y="13771"/></a:lnTo><a:lnTo><a:pt x="10076" y="2267"/></a:lnTo><a:lnTo><a:pt x="15115" y="0"/></a:lnTo><a:lnTo><a:pt x="16962" y="28549"/></a:lnTo></a:path></a:pathLst></a:custGeom><a:ln w="3175"><a:solidFill><a:srgbClr val="000000"/></a:solidFill></a:ln></p:spPr><p:txBody><a:bodyPr wrap="square" lIns="0" tIns="0" rIns="0" bIns="0" rtlCol="0"/><a:lstStyle/><a:p/></p:txBody></p:sp><p:sp><p:nvSpPr><p:cNvPr id="258" name="object 258"/><p:cNvSpPr/><p:nvPr/></p:nvSpPr><p:spPr><a:xfrm><a:off x="16681060" y="12112082"/><a:ext cx="26670" cy="7620"/></a:xfrm><a:custGeom><a:avLst/><a:gdLst/><a:ahLst/><a:cxnLst/><a:rect l="l" t="t" r="r" b="b"/><a:pathLst><a:path w="26669" h="7620"><a:moveTo><a:pt x="0" y="0"/></a:moveTo><a:lnTo><a:pt x="26368" y="7389"/></a:lnTo></a:path></a:pathLst></a:custGeom><a:ln w="3175"><a:solidFill><a:srgbClr val="000000"/></a:solidFill></a:ln></p:spPr><p:txBody><a:bodyPr wrap="square" lIns="0" tIns="0" rIns="0" bIns="0" rtlCol="0"/><a:lstStyle/><a:p/></p:txBody></p:sp><p:sp><p:nvSpPr><p:cNvPr id="259" name="object 259"/><p:cNvSpPr/><p:nvPr/></p:nvSpPr><p:spPr><a:xfrm><a:off x="16689205" y="11977059"/><a:ext cx="24765" cy="17780"/></a:xfrm><a:custGeom><a:avLst/><a:gdLst/><a:ahLst/><a:cxnLst/><a:rect l="l" t="t" r="r" b="b"/><a:pathLst><a:path w="24765" h="17779"><a:moveTo><a:pt x="24520" y="0"/></a:moveTo><a:lnTo><a:pt x="22085" y="839"/></a:lnTo><a:lnTo><a:pt x="13978" y="3630"/></a:lnTo><a:lnTo><a:pt x="6773" y="8862"/></a:lnTo><a:lnTo><a:pt x="1511" y="15618"/></a:lnTo><a:lnTo><a:pt x="0" y="17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260" name="object 260"/><p:cNvSpPr/><p:nvPr/></p:nvSpPr><p:spPr><a:xfrm><a:off x="16665356" y="12013165"/><a:ext cx="30480" cy="4445"/></a:xfrm><a:custGeom><a:avLst/><a:gdLst/><a:ahLst/><a:cxnLst/><a:rect l="l" t="t" r="r" b="b"/><a:pathLst><a:path w="30480" h="4445"><a:moveTo><a:pt x="30482" y="4282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61" name="object 261"/><p:cNvSpPr/><p:nvPr/></p:nvSpPr><p:spPr><a:xfrm><a:off x="16665440" y="11993684"/><a:ext cx="23495" cy="19685"/></a:xfrm><a:custGeom><a:avLst/><a:gdLst/><a:ahLst/><a:cxnLst/><a:rect l="l" t="t" r="r" b="b"/><a:pathLst><a:path w="23494" h="19684"><a:moveTo><a:pt x="23093" y="0"/></a:moveTo><a:lnTo><a:pt x="20741" y="923"/></a:lnTo><a:lnTo><a:pt x="12520" y="4642"/></a:lnTo><a:lnTo><a:pt x="6457" y="9890"/></a:lnTo><a:lnTo><a:pt x="1343" y="17297"/></a:lnTo><a:lnTo><a:pt x="0" y="19480"/></a:lnTo></a:path></a:pathLst></a:custGeom><a:ln w="3175"><a:solidFill><a:srgbClr val="000000"/></a:solidFill></a:ln></p:spPr><p:txBody><a:bodyPr wrap="square" lIns="0" tIns="0" rIns="0" bIns="0" rtlCol="0"/><a:lstStyle/><a:p/></p:txBody></p:sp><p:sp><p:nvSpPr><p:cNvPr id="262" name="object 262"/><p:cNvSpPr/><p:nvPr/></p:nvSpPr><p:spPr><a:xfrm><a:off x="16643103" y="12033486"/><a:ext cx="31115" cy="1905"/></a:xfrm><a:custGeom><a:avLst/><a:gdLst/><a:ahLst/><a:cxnLst/><a:rect l="l" t="t" r="r" b="b"/><a:pathLst><a:path w="31115" h="1904"><a:moveTo><a:pt x="30734" y="184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63" name="object 263"/><p:cNvSpPr/><p:nvPr/></p:nvSpPr><p:spPr><a:xfrm><a:off x="16643103" y="12012157"/><a:ext cx="21590" cy="21590"/></a:xfrm><a:custGeom><a:avLst/><a:gdLst/><a:ahLst/><a:cxnLst/><a:rect l="l" t="t" r="r" b="b"/><a:pathLst><a:path w="21590" h="21590"><a:moveTo><a:pt x="21413" y="0"/></a:moveTo><a:lnTo><a:pt x="19146" y="1175"/></a:lnTo><a:lnTo><a:pt x="11503" y="5416"/></a:lnTo><a:lnTo><a:pt x="5438" y="11429"/></a:lnTo><a:lnTo><a:pt x="1175" y="19061"/></a:lnTo><a:lnTo><a:pt x="0" y="21328"/></a:lnTo></a:path></a:pathLst></a:custGeom><a:ln w="3175"><a:solidFill><a:srgbClr val="000000"/></a:solidFill></a:ln></p:spPr><p:txBody><a:bodyPr wrap="square" lIns="0" tIns="0" rIns="0" bIns="0" rtlCol="0"/><a:lstStyle/><a:p/></p:txBody></p:sp><p:sp><p:nvSpPr><p:cNvPr id="264" name="object 264"/><p:cNvSpPr/><p:nvPr/></p:nvSpPr><p:spPr><a:xfrm><a:off x="16673838" y="12016272"/><a:ext cx="19685" cy="19050"/></a:xfrm><a:custGeom><a:avLst/><a:gdLst/><a:ahLst/><a:cxnLst/><a:rect l="l" t="t" r="r" b="b"/><a:pathLst><a:path w="19684" h="19050"><a:moveTo><a:pt x="0" y="18977"/></a:moveTo><a:lnTo><a:pt x="2351" y="17549"/></a:lnTo><a:lnTo><a:pt x="8505" y="13818"/></a:lnTo><a:lnTo><a:pt x="14090" y="8318"/></a:lnTo><a:lnTo><a:pt x="17970" y="2267"/></a:lnTo><a:lnTo><a:pt x="1948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65" name="object 265"/><p:cNvSpPr/><p:nvPr/></p:nvSpPr><p:spPr><a:xfrm><a:off x="16653264" y="12034326"/><a:ext cx="18415" cy="20955"/></a:xfrm><a:custGeom><a:avLst/><a:gdLst/><a:ahLst/><a:cxnLst/><a:rect l="l" t="t" r="r" b="b"/><a:pathLst><a:path w="18415" h="20954"><a:moveTo><a:pt x="0" y="20488"/></a:moveTo><a:lnTo><a:pt x="2267" y="18977"/></a:lnTo><a:lnTo><a:pt x="8396" y="14214"/></a:lnTo><a:lnTo><a:pt x="12831" y="9224"/></a:lnTo><a:lnTo><a:pt x="16627" y="2435"/></a:lnTo><a:lnTo><a:pt x="1788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66" name="object 266"/><p:cNvSpPr/><p:nvPr/></p:nvSpPr><p:spPr><a:xfrm><a:off x="16603803" y="12076058"/><a:ext cx="31115" cy="3175"/></a:xfrm><a:custGeom><a:avLst/><a:gdLst/><a:ahLst/><a:cxnLst/><a:rect l="l" t="t" r="r" b="b"/><a:pathLst><a:path w="31115" h="3175"><a:moveTo><a:pt x="30566" y="0"/></a:moveTo><a:lnTo><a:pt x="0" y="3022"/></a:lnTo></a:path></a:pathLst></a:custGeom><a:ln w="3175"><a:solidFill><a:srgbClr val="000000"/></a:solidFill></a:ln></p:spPr><p:txBody><a:bodyPr wrap="square" lIns="0" tIns="0" rIns="0" bIns="0" rtlCol="0"/><a:lstStyle/><a:p/></p:txBody></p:sp><p:sp><p:nvSpPr><p:cNvPr id="267" name="object 267"/><p:cNvSpPr/><p:nvPr/></p:nvSpPr><p:spPr><a:xfrm><a:off x="16603719" y="12054646"/><a:ext cx="18415" cy="24765"/></a:xfrm><a:custGeom><a:avLst/><a:gdLst/><a:ahLst/><a:cxnLst/><a:rect l="l" t="t" r="r" b="b"/><a:pathLst><a:path w="18415" h="24765"><a:moveTo><a:pt x="17802" y="0"/></a:moveTo><a:lnTo><a:pt x="15787" y="1511"/></a:lnTo><a:lnTo><a:pt x="8930" y="6667"/></a:lnTo><a:lnTo><a:pt x="3724" y="13937"/></a:lnTo><a:lnTo><a:pt x="839" y="22000"/></a:lnTo><a:lnTo><a:pt x="0" y="24435"/></a:lnTo></a:path></a:pathLst></a:custGeom><a:ln w="3175"><a:solidFill><a:srgbClr val="000000"/></a:solidFill></a:ln></p:spPr><p:txBody><a:bodyPr wrap="square" lIns="0" tIns="0" rIns="0" bIns="0" rtlCol="0"/><a:lstStyle/><a:p/></p:txBody></p:sp><p:sp><p:nvSpPr><p:cNvPr id="268" name="object 268"/><p:cNvSpPr/><p:nvPr/></p:nvSpPr><p:spPr><a:xfrm><a:off x="16586924" y="12098647"/><a:ext cx="30480" cy="5715"/></a:xfrm><a:custGeom><a:avLst/><a:gdLst/><a:ahLst/><a:cxnLst/><a:rect l="l" t="t" r="r" b="b"/><a:pathLst><a:path w="30480" h="5715"><a:moveTo><a:pt x="30230" y="0"/></a:moveTo><a:lnTo><a:pt x="0" y="5374"/></a:lnTo></a:path></a:pathLst></a:custGeom><a:ln w="3175"><a:solidFill><a:srgbClr val="000000"/></a:solidFill></a:ln></p:spPr><p:txBody><a:bodyPr wrap="square" lIns="0" tIns="0" rIns="0" bIns="0" rtlCol="0"/><a:lstStyle/><a:p/></p:txBody></p:sp><p:sp><p:nvSpPr><p:cNvPr id="269" name="object 269"/><p:cNvSpPr/><p:nvPr/></p:nvSpPr><p:spPr><a:xfrm><a:off x="16586924" y="12078242"/><a:ext cx="15875" cy="26034"/></a:xfrm><a:custGeom><a:avLst/><a:gdLst/><a:ahLst/><a:cxnLst/><a:rect l="l" t="t" r="r" b="b"/><a:pathLst><a:path w="15875" h="26034"><a:moveTo><a:pt x="15787" y="0"/></a:moveTo><a:lnTo><a:pt x="587" y="23343"/></a:lnTo><a:lnTo><a:pt x="0" y="25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270" name="object 270"/><p:cNvSpPr/><p:nvPr/></p:nvSpPr><p:spPr><a:xfrm><a:off x="16617155" y="12075471"/><a:ext cx="14604" cy="23495"/></a:xfrm><a:custGeom><a:avLst/><a:gdLst/><a:ahLst/><a:cxnLst/><a:rect l="l" t="t" r="r" b="b"/><a:pathLst><a:path w="14605" h="23495"><a:moveTo><a:pt x="0" y="23091"/></a:moveTo><a:lnTo><a:pt x="2015" y="21160"/></a:lnTo><a:lnTo><a:pt x="7186" y="15849"/></a:lnTo><a:lnTo><a:pt x="11070" y="9562"/></a:lnTo><a:lnTo><a:pt x="13603" y="2603"/></a:lnTo><a:lnTo><a:pt x="1444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71" name="object 271"/><p:cNvSpPr/><p:nvPr/></p:nvSpPr><p:spPr><a:xfrm><a:off x="16572144" y="12122493"/><a:ext cx="29845" cy="8255"/></a:xfrm><a:custGeom><a:avLst/><a:gdLst/><a:ahLst/><a:cxnLst/><a:rect l="l" t="t" r="r" b="b"/><a:pathLst><a:path w="29844" h="8254"><a:moveTo><a:pt x="29727" y="0"/></a:moveTo><a:lnTo><a:pt x="0" y="7809"/></a:lnTo></a:path></a:pathLst></a:custGeom><a:ln w="3175"><a:solidFill><a:srgbClr val="000000"/></a:solidFill></a:ln></p:spPr><p:txBody><a:bodyPr wrap="square" lIns="0" tIns="0" rIns="0" bIns="0" rtlCol="0"/><a:lstStyle/><a:p/></p:txBody></p:sp><p:sp><p:nvSpPr><p:cNvPr id="272" name="object 272"/><p:cNvSpPr/><p:nvPr/></p:nvSpPr><p:spPr><a:xfrm><a:off x="16572060" y="12103349"/><a:ext cx="13970" cy="27305"/></a:xfrm><a:custGeom><a:avLst/><a:gdLst/><a:ahLst/><a:cxnLst/><a:rect l="l" t="t" r="r" b="b"/><a:pathLst><a:path w="13969" h="27304"><a:moveTo><a:pt x="13771" y="0"/></a:moveTo><a:lnTo><a:pt x="11924" y="1763"/></a:lnTo><a:lnTo><a:pt x="5729" y="8538"/></a:lnTo><a:lnTo><a:pt x="2314" y="15386"/></a:lnTo><a:lnTo><a:pt x="419" y="24351"/></a:lnTo><a:lnTo><a:pt x="0" y="26954"/></a:lnTo></a:path></a:pathLst></a:custGeom><a:ln w="3175"><a:solidFill><a:srgbClr val="000000"/></a:solidFill></a:ln></p:spPr><p:txBody><a:bodyPr wrap="square" lIns="0" tIns="0" rIns="0" bIns="0" rtlCol="0"/><a:lstStyle/><a:p/></p:txBody></p:sp><p:sp><p:nvSpPr><p:cNvPr id="273" name="object 273"/><p:cNvSpPr/><p:nvPr/></p:nvSpPr><p:spPr><a:xfrm><a:off x="16601787" y="12098227"/><a:ext cx="12700" cy="24765"/></a:xfrm><a:custGeom><a:avLst/><a:gdLst/><a:ahLst/><a:cxnLst/><a:rect l="l" t="t" r="r" b="b"/><a:pathLst><a:path w="12700" h="24765"><a:moveTo><a:pt x="0" y="24183"/></a:moveTo><a:lnTo><a:pt x="1847" y="22167"/></a:lnTo><a:lnTo><a:pt x="6505" y="16463"/></a:lnTo><a:lnTo><a:pt x="9938" y="9775"/></a:lnTo><a:lnTo><a:pt x="11924" y="2687"/></a:lnTo><a:lnTo><a:pt x="1259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74" name="object 274"/><p:cNvSpPr/><p:nvPr/></p:nvSpPr><p:spPr><a:xfrm><a:off x="16559464" y="12147517"/><a:ext cx="29209" cy="10160"/></a:xfrm><a:custGeom><a:avLst/><a:gdLst/><a:ahLst/><a:cxnLst/><a:rect l="l" t="t" r="r" b="b"/><a:pathLst><a:path w="29209" h="10159"><a:moveTo><a:pt x="28971" y="0"/></a:moveTo><a:lnTo><a:pt x="0" y="10160"/></a:lnTo></a:path></a:pathLst></a:custGeom><a:ln w="3175"><a:solidFill><a:srgbClr val="000000"/></a:solidFill></a:ln></p:spPr><p:txBody><a:bodyPr wrap="square" lIns="0" tIns="0" rIns="0" bIns="0" rtlCol="0"/><a:lstStyle/><a:p/></p:txBody></p:sp><p:sp><p:nvSpPr><p:cNvPr id="275" name="object 275"/><p:cNvSpPr/><p:nvPr/></p:nvSpPr><p:spPr><a:xfrm><a:off x="16559464" y="12129631"/><a:ext cx="12065" cy="28575"/></a:xfrm><a:custGeom><a:avLst/><a:gdLst/><a:ahLst/><a:cxnLst/><a:rect l="l" t="t" r="r" b="b"/><a:pathLst><a:path w="12065" h="28575"><a:moveTo><a:pt x="11504" y="0"/></a:moveTo><a:lnTo><a:pt x="9825" y="2015"/></a:lnTo><a:lnTo><a:pt x="4464" y="8658"/></a:lnTo><a:lnTo><a:pt x="1091" y="16968"/></a:lnTo><a:lnTo><a:pt x="167" y="25442"/></a:lnTo><a:lnTo><a:pt x="0" y="27961"/></a:lnTo></a:path></a:pathLst></a:custGeom><a:ln w="3175"><a:solidFill><a:srgbClr val="000000"/></a:solidFill></a:ln></p:spPr><p:txBody><a:bodyPr wrap="square" lIns="0" tIns="0" rIns="0" bIns="0" rtlCol="0"/><a:lstStyle/><a:p/></p:txBody></p:sp><p:sp><p:nvSpPr><p:cNvPr id="276" name="object 276"/><p:cNvSpPr/><p:nvPr/></p:nvSpPr><p:spPr><a:xfrm><a:off x="16588435" y="12122410"/><a:ext cx="10795" cy="25400"/></a:xfrm><a:custGeom><a:avLst/><a:gdLst/><a:ahLst/><a:cxnLst/><a:rect l="l" t="t" r="r" b="b"/><a:pathLst><a:path w="10794" h="25400"><a:moveTo><a:pt x="0" y="25106"/></a:moveTo><a:lnTo><a:pt x="1679" y="22839"/></a:lnTo><a:lnTo><a:pt x="5893" y="16779"/></a:lnTo><a:lnTo><a:pt x="8761" y="9933"/></a:lnTo><a:lnTo><a:pt x="10160" y="2687"/></a:lnTo><a:lnTo><a:pt x="105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77" name="object 277"/><p:cNvSpPr/><p:nvPr/></p:nvSpPr><p:spPr><a:xfrm><a:off x="16549051" y="12173463"/><a:ext cx="28575" cy="12700"/></a:xfrm><a:custGeom><a:avLst/><a:gdLst/><a:ahLst/><a:cxnLst/><a:rect l="l" t="t" r="r" b="b"/><a:pathLst><a:path w="28575" h="12700"><a:moveTo><a:pt x="28047" y="0"/></a:moveTo><a:lnTo><a:pt x="0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278" name="object 278"/><p:cNvSpPr/><p:nvPr/></p:nvSpPr><p:spPr><a:xfrm><a:off x="16548967" y="12157089"/><a:ext cx="9525" cy="29209"/></a:xfrm><a:custGeom><a:avLst/><a:gdLst/><a:ahLst/><a:cxnLst/><a:rect l="l" t="t" r="r" b="b"/><a:pathLst><a:path w="9525" h="29209"><a:moveTo><a:pt x="9321" y="0"/></a:moveTo><a:lnTo><a:pt x="7809" y="2099"/></a:lnTo><a:lnTo><a:pt x="2962" y="9152"/></a:lnTo><a:lnTo><a:pt x="215" y="17642"/></a:lnTo><a:lnTo><a:pt x="0" y="26198"/></a:lnTo><a:lnTo><a:pt x="0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279" name="object 279"/><p:cNvSpPr/><p:nvPr/></p:nvSpPr><p:spPr><a:xfrm><a:off x="16577099" y="12147600"/><a:ext cx="8890" cy="26034"/></a:xfrm><a:custGeom><a:avLst/><a:gdLst/><a:ahLst/><a:cxnLst/><a:rect l="l" t="t" r="r" b="b"/><a:pathLst><a:path w="8890" h="26034"><a:moveTo><a:pt x="0" y="25862"/></a:moveTo><a:lnTo><a:pt x="1427" y="23511"/></a:lnTo><a:lnTo><a:pt x="4979" y="17675"/></a:lnTo><a:lnTo><a:pt x="7738" y="9499"/></a:lnTo><a:lnTo><a:pt x="8313" y="2687"/></a:lnTo><a:lnTo><a:pt x="856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0" name="object 280"/><p:cNvSpPr/><p:nvPr/></p:nvSpPr><p:spPr><a:xfrm><a:off x="16567861" y="12173799"/><a:ext cx="6985" cy="26670"/></a:xfrm><a:custGeom><a:avLst/><a:gdLst/><a:ahLst/><a:cxnLst/><a:rect l="l" t="t" r="r" b="b"/><a:pathLst><a:path w="6984" h="26670"><a:moveTo><a:pt x="0" y="26450"/></a:moveTo><a:lnTo><a:pt x="1259" y="24015"/></a:lnTo><a:lnTo><a:pt x="4461" y="17171"/></a:lnTo><a:lnTo><a:pt x="6172" y="10325"/></a:lnTo><a:lnTo><a:pt x="6466" y="2770"/></a:lnTo><a:lnTo><a:pt x="646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1" name="object 281"/><p:cNvSpPr/><p:nvPr/></p:nvSpPr><p:spPr><a:xfrm><a:off x="16624545" y="12154402"/><a:ext cx="42545" cy="21590"/></a:xfrm><a:custGeom><a:avLst/><a:gdLst/><a:ahLst/><a:cxnLst/><a:rect l="l" t="t" r="r" b="b"/><a:pathLst><a:path w="42544" h="21590"><a:moveTo><a:pt x="0" y="0"/></a:moveTo><a:lnTo><a:pt x="42323" y="21076"/></a:lnTo></a:path></a:pathLst></a:custGeom><a:ln w="3175"><a:solidFill><a:srgbClr val="000000"/></a:solidFill></a:ln></p:spPr><p:txBody><a:bodyPr wrap="square" lIns="0" tIns="0" rIns="0" bIns="0" rtlCol="0"/><a:lstStyle/><a:p/></p:txBody></p:sp><p:sp><p:nvSpPr><p:cNvPr id="282" name="object 282"/><p:cNvSpPr/><p:nvPr/></p:nvSpPr><p:spPr><a:xfrm><a:off x="16619254" y="12143822"/><a:ext cx="10795" cy="21590"/></a:xfrm><a:custGeom><a:avLst/><a:gdLst/><a:ahLst/><a:cxnLst/><a:rect l="l" t="t" r="r" b="b"/><a:pathLst><a:path w="10794" h="21590"><a:moveTo><a:pt x="0" y="21160"/></a:moveTo><a:lnTo><a:pt x="105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3" name="object 283"/><p:cNvSpPr/><p:nvPr/></p:nvSpPr><p:spPr><a:xfrm><a:off x="16637645" y="12115020"/><a:ext cx="38735" cy="45720"/></a:xfrm><a:custGeom><a:avLst/><a:gdLst/><a:ahLst/><a:cxnLst/><a:rect l="l" t="t" r="r" b="b"/><a:pathLst><a:path w="38734" h="45720"><a:moveTo><a:pt x="38376" y="45427"/></a:moveTo><a:lnTo><a:pt x="0" y="17801"/></a:lnTo><a:lnTo><a:pt x="1284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4" name="object 284"/><p:cNvSpPr/><p:nvPr/></p:nvSpPr><p:spPr><a:xfrm><a:off x="16655951" y="12135005"/><a:ext cx="8255" cy="11430"/></a:xfrm><a:custGeom><a:avLst/><a:gdLst/><a:ahLst/><a:cxnLst/><a:rect l="l" t="t" r="r" b="b"/><a:pathLst><a:path w="8255" h="11429"><a:moveTo><a:pt x="0" y="11000"/></a:moveTo><a:lnTo><a:pt x="789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5" name="object 285"/><p:cNvSpPr/><p:nvPr/></p:nvSpPr><p:spPr><a:xfrm><a:off x="16676021" y="12142646"/><a:ext cx="13335" cy="18415"/></a:xfrm><a:custGeom><a:avLst/><a:gdLst/><a:ahLst/><a:cxnLst/><a:rect l="l" t="t" r="r" b="b"/><a:pathLst><a:path w="13334" h="18415"><a:moveTo><a:pt x="0" y="17801"/></a:moveTo><a:lnTo><a:pt x="1284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6" name="object 286"/><p:cNvSpPr/><p:nvPr/></p:nvSpPr><p:spPr><a:xfrm><a:off x="16622529" y="12054898"/><a:ext cx="31115" cy="635"/></a:xfrm><a:custGeom><a:avLst/><a:gdLst/><a:ahLst/><a:cxnLst/><a:rect l="l" t="t" r="r" b="b"/><a:pathLst><a:path w="31115" h="634"><a:moveTo><a:pt x="30734" y="0"/></a:moveTo><a:lnTo><a:pt x="0" y="587"/></a:lnTo></a:path></a:pathLst></a:custGeom><a:ln w="3175"><a:solidFill><a:srgbClr val="000000"/></a:solidFill></a:ln></p:spPr><p:txBody><a:bodyPr wrap="square" lIns="0" tIns="0" rIns="0" bIns="0" rtlCol="0"/><a:lstStyle/><a:p/></p:txBody></p:sp><p:sp><p:nvSpPr><p:cNvPr id="287" name="object 287"/><p:cNvSpPr/><p:nvPr/></p:nvSpPr><p:spPr><a:xfrm><a:off x="16622529" y="12032562"/><a:ext cx="20320" cy="23495"/></a:xfrm><a:custGeom><a:avLst/><a:gdLst/><a:ahLst/><a:cxnLst/><a:rect l="l" t="t" r="r" b="b"/><a:pathLst><a:path w="20319" h="23495"><a:moveTo><a:pt x="19734" y="0"/></a:moveTo><a:lnTo><a:pt x="17466" y="1343"/></a:lnTo><a:lnTo><a:pt x="10293" y="6114"/></a:lnTo><a:lnTo><a:pt x="4531" y="12691"/></a:lnTo><a:lnTo><a:pt x="1007" y="20572"/></a:lnTo><a:lnTo><a:pt x="0" y="23007"/></a:lnTo></a:path></a:pathLst></a:custGeom><a:ln w="3175"><a:solidFill><a:srgbClr val="000000"/></a:solidFill></a:ln></p:spPr><p:txBody><a:bodyPr wrap="square" lIns="0" tIns="0" rIns="0" bIns="0" rtlCol="0"/><a:lstStyle/><a:p/></p:txBody></p:sp><p:sp><p:nvSpPr><p:cNvPr id="288" name="object 288"/><p:cNvSpPr/><p:nvPr/></p:nvSpPr><p:spPr><a:xfrm><a:off x="16634370" y="12054142"/><a:ext cx="16510" cy="22225"/></a:xfrm><a:custGeom><a:avLst/><a:gdLst/><a:ahLst/><a:cxnLst/><a:rect l="l" t="t" r="r" b="b"/><a:pathLst><a:path w="16509" h="22225"><a:moveTo><a:pt x="0" y="21832"/></a:moveTo><a:lnTo><a:pt x="2099" y="20068"/></a:lnTo><a:lnTo><a:pt x="7511" y="15423"/></a:lnTo><a:lnTo><a:pt x="12258" y="9054"/></a:lnTo><a:lnTo><a:pt x="15115" y="2519"/></a:lnTo><a:lnTo><a:pt x="16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9" name="object 289"/><p:cNvSpPr/><p:nvPr/></p:nvSpPr><p:spPr><a:xfrm><a:off x="17165006" y="12190089"/><a:ext cx="52069" cy="20955"/></a:xfrm><a:custGeom><a:avLst/><a:gdLst/><a:ahLst/><a:cxnLst/><a:rect l="l" t="t" r="r" b="b"/><a:pathLst><a:path w="52069" h="20954"><a:moveTo><a:pt x="0" y="14862"/></a:moveTo><a:lnTo><a:pt x="44926" y="0"/></a:lnTo><a:lnTo><a:pt x="51812" y="20908"/></a:lnTo></a:path></a:pathLst></a:custGeom><a:ln w="3175"><a:solidFill><a:srgbClr val="000000"/></a:solidFill></a:ln></p:spPr><p:txBody><a:bodyPr wrap="square" lIns="0" tIns="0" rIns="0" bIns="0" rtlCol="0"/><a:lstStyle/><a:p/></p:txBody></p:sp><p:sp><p:nvSpPr><p:cNvPr id="290" name="object 290"/><p:cNvSpPr/><p:nvPr/></p:nvSpPr><p:spPr><a:xfrm><a:off x="17188519" y="12197227"/><a:ext cx="4445" cy="13335"/></a:xfrm><a:custGeom><a:avLst/><a:gdLst/><a:ahLst/><a:cxnLst/><a:rect l="l" t="t" r="r" b="b"/><a:pathLst><a:path w="4444" h="13334"><a:moveTo><a:pt x="0" y="0"/></a:moveTo><a:lnTo><a:pt x="4282" y="12763"/></a:lnTo></a:path></a:pathLst></a:custGeom><a:ln w="3175"><a:solidFill><a:srgbClr val="000000"/></a:solidFill></a:ln></p:spPr><p:txBody><a:bodyPr wrap="square" lIns="0" tIns="0" rIns="0" bIns="0" rtlCol="0"/><a:lstStyle/><a:p/></p:txBody></p:sp><p:sp><p:nvSpPr><p:cNvPr id="291" name="object 291"/><p:cNvSpPr/><p:nvPr/></p:nvSpPr><p:spPr><a:xfrm><a:off x="17165006" y="12204952"/><a:ext cx="6985" cy="20955"/></a:xfrm><a:custGeom><a:avLst/><a:gdLst/><a:ahLst/><a:cxnLst/><a:rect l="l" t="t" r="r" b="b"/><a:pathLst><a:path w="6984" h="20954"><a:moveTo><a:pt x="0" y="0"/></a:moveTo><a:lnTo><a:pt x="6885" y="20908"/></a:lnTo></a:path></a:pathLst></a:custGeom><a:ln w="3175"><a:solidFill><a:srgbClr val="000000"/></a:solidFill></a:ln></p:spPr><p:txBody><a:bodyPr wrap="square" lIns="0" tIns="0" rIns="0" bIns="0" rtlCol="0"/><a:lstStyle/><a:p/></p:txBody></p:sp><p:sp><p:nvSpPr><p:cNvPr id="292" name="object 292"/><p:cNvSpPr/><p:nvPr/></p:nvSpPr><p:spPr><a:xfrm><a:off x="17257210" y="12197646"/><a:ext cx="16510" cy="26670"/></a:xfrm><a:custGeom><a:avLst/><a:gdLst/><a:ahLst/><a:cxnLst/><a:rect l="l" t="t" r="r" b="b"/><a:pathLst><a:path w="16509" h="26670"><a:moveTo><a:pt x="0" y="26114"/></a:moveTo><a:lnTo><a:pt x="1629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93" name="object 293"/><p:cNvSpPr/><p:nvPr/></p:nvSpPr><p:spPr><a:xfrm><a:off x="17273501" y="12197731"/><a:ext cx="8890" cy="29209"/></a:xfrm><a:custGeom><a:avLst/><a:gdLst/><a:ahLst/><a:cxnLst/><a:rect l="l" t="t" r="r" b="b"/><a:pathLst><a:path w="8890" h="29209"><a:moveTo><a:pt x="8481" y="28969"/></a:moveTo><a:lnTo><a:pt x="8565" y="26450"/></a:lnTo><a:lnTo><a:pt x="8503" y="17879"/></a:lnTo><a:lnTo><a:pt x="6131" y="9294"/></a:lnTo><a:lnTo><a:pt x="1427" y="209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94" name="object 294"/><p:cNvSpPr/><p:nvPr/></p:nvSpPr><p:spPr><a:xfrm><a:off x="17249821" y="12196387"/><a:ext cx="9525" cy="26034"/></a:xfrm><a:custGeom><a:avLst/><a:gdLst/><a:ahLst/><a:cxnLst/><a:rect l="l" t="t" r="r" b="b"/><a:pathLst><a:path w="9525" h="26034"><a:moveTo><a:pt x="0" y="0"/></a:moveTo><a:lnTo><a:pt x="503" y="3862"/></a:lnTo><a:lnTo><a:pt x="1749" y="10609"/></a:lnTo><a:lnTo><a:pt x="3855" y="16320"/></a:lnTo><a:lnTo><a:pt x="7305" y="22251"/></a:lnTo><a:lnTo><a:pt x="9489" y="25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295" name="object 295"/><p:cNvSpPr/><p:nvPr/></p:nvSpPr><p:spPr><a:xfrm><a:off x="17062473" y="12625387"/><a:ext cx="29209" cy="10795"/></a:xfrm><a:custGeom><a:avLst/><a:gdLst/><a:ahLst/><a:cxnLst/><a:rect l="l" t="t" r="r" b="b"/><a:pathLst><a:path w="29209" h="10795"><a:moveTo><a:pt x="0" y="0"/></a:moveTo><a:lnTo><a:pt x="28971" y="10244"/></a:lnTo></a:path></a:pathLst></a:custGeom><a:ln w="3175"><a:solidFill><a:srgbClr val="000000"/></a:solidFill></a:ln></p:spPr><p:txBody><a:bodyPr wrap="square" lIns="0" tIns="0" rIns="0" bIns="0" rtlCol="0"/><a:lstStyle/><a:p/></p:txBody></p:sp><p:sp><p:nvSpPr><p:cNvPr id="296" name="object 296"/><p:cNvSpPr/><p:nvPr/></p:nvSpPr><p:spPr><a:xfrm><a:off x="17064908" y="12635632"/><a:ext cx="26670" cy="14604"/></a:xfrm><a:custGeom><a:avLst/><a:gdLst/><a:ahLst/><a:cxnLst/><a:rect l="l" t="t" r="r" b="b"/><a:pathLst><a:path w="26669" h="14604"><a:moveTo><a:pt x="0" y="14610"/></a:moveTo><a:lnTo><a:pt x="2519" y="14106"/></a:lnTo><a:lnTo><a:pt x="10806" y="12305"/></a:lnTo><a:lnTo><a:pt x="18790" y="7977"/></a:lnTo><a:lnTo><a:pt x="24688" y="1847"/></a:lnTo><a:lnTo><a:pt x="2645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97" name="object 297"/><p:cNvSpPr/><p:nvPr/></p:nvSpPr><p:spPr><a:xfrm><a:off x="17064656" y="12612288"/><a:ext cx="22860" cy="15240"/></a:xfrm><a:custGeom><a:avLst/><a:gdLst/><a:ahLst/><a:cxnLst/><a:rect l="l" t="t" r="r" b="b"/><a:pathLst><a:path w="22859" h="15240"><a:moveTo><a:pt x="22841" y="0"/></a:moveTo><a:lnTo><a:pt x="20237" y="923"/></a:lnTo><a:lnTo><a:pt x="13722" y="3340"/></a:lnTo><a:lnTo><a:pt x="6752" y="7741"/></a:lnTo><a:lnTo><a:pt x="1931" y="12763"/></a:lnTo><a:lnTo><a:pt x="0" y="14778"/></a:lnTo></a:path></a:pathLst></a:custGeom><a:ln w="3175"><a:solidFill><a:srgbClr val="000000"/></a:solidFill></a:ln></p:spPr><p:txBody><a:bodyPr wrap="square" lIns="0" tIns="0" rIns="0" bIns="0" rtlCol="0"/><a:lstStyle/><a:p/></p:txBody></p:sp><p:sp><p:nvSpPr><p:cNvPr id="298" name="object 298"/><p:cNvSpPr/><p:nvPr/></p:nvSpPr><p:spPr><a:xfrm><a:off x="16898638" y="12492044"/><a:ext cx="1905" cy="31750"/></a:xfrm><a:custGeom><a:avLst/><a:gdLst/><a:ahLst/><a:cxnLst/><a:rect l="l" t="t" r="r" b="b"/><a:pathLst><a:path w="1905" h="31750"><a:moveTo><a:pt x="1679" y="0"/></a:moveTo><a:lnTo><a:pt x="0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299" name="object 299"/><p:cNvSpPr/><p:nvPr/></p:nvSpPr><p:spPr><a:xfrm><a:off x="16892424" y="12491623"/><a:ext cx="15875" cy="1270"/></a:xfrm><a:custGeom><a:avLst/><a:gdLst/><a:ahLst/><a:cxnLst/><a:rect l="l" t="t" r="r" b="b"/><a:pathLst><a:path w="15875" h="1270"><a:moveTo><a:pt x="0" y="0"/></a:moveTo><a:lnTo><a:pt x="15787" y="839"/></a:lnTo></a:path></a:pathLst></a:custGeom><a:ln w="3175"><a:solidFill><a:srgbClr val="000000"/></a:solidFill></a:ln></p:spPr><p:txBody><a:bodyPr wrap="square" lIns="0" tIns="0" rIns="0" bIns="0" rtlCol="0"/><a:lstStyle/><a:p/></p:txBody></p:sp><p:sp><p:nvSpPr><p:cNvPr id="300" name="object 300"/><p:cNvSpPr/><p:nvPr/></p:nvSpPr><p:spPr><a:xfrm><a:off x="16888141" y="12682067"/><a:ext cx="30480" cy="3175"/></a:xfrm><a:custGeom><a:avLst/><a:gdLst/><a:ahLst/><a:cxnLst/><a:rect l="l" t="t" r="r" b="b"/><a:pathLst><a:path w="30480" h="3175"><a:moveTo><a:pt x="0" y="839"/></a:moveTo><a:lnTo><a:pt x="2519" y="1511"/></a:lnTo><a:lnTo><a:pt x="8832" y="2712"/></a:lnTo><a:lnTo><a:pt x="15251" y="3015"/></a:lnTo><a:lnTo><a:pt x="21645" y="2398"/></a:lnTo><a:lnTo><a:pt x="27879" y="839"/></a:lnTo><a:lnTo><a:pt x="3023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1" name="object 301"/><p:cNvSpPr/><p:nvPr/></p:nvSpPr><p:spPr><a:xfrm><a:off x="16870086" y="12657527"/><a:ext cx="27305" cy="3175"/></a:xfrm><a:custGeom><a:avLst/><a:gdLst/><a:ahLst/><a:cxnLst/><a:rect l="l" t="t" r="r" b="b"/><a:pathLst><a:path w="27305" h="3175"><a:moveTo><a:pt x="27207" y="2204"/></a:moveTo><a:lnTo><a:pt x="24520" y="1616"/></a:lnTo><a:lnTo><a:pt x="17337" y="0"/></a:lnTo><a:lnTo><a:pt x="9846" y="446"/></a:lnTo><a:lnTo><a:pt x="2687" y="1952"/></a:lnTo><a:lnTo><a:pt x="0" y="2708"/></a:lnTo></a:path></a:pathLst></a:custGeom><a:ln w="3175"><a:solidFill><a:srgbClr val="000000"/></a:solidFill></a:ln></p:spPr><p:txBody><a:bodyPr wrap="square" lIns="0" tIns="0" rIns="0" bIns="0" rtlCol="0"/><a:lstStyle/><a:p/></p:txBody></p:sp><p:sp><p:nvSpPr><p:cNvPr id="302" name="object 302"/><p:cNvSpPr/><p:nvPr/></p:nvSpPr><p:spPr><a:xfrm><a:off x="16833138" y="12480204"/><a:ext cx="13335" cy="34290"/></a:xfrm><a:custGeom><a:avLst/><a:gdLst/><a:ahLst/><a:cxnLst/><a:rect l="l" t="t" r="r" b="b"/><a:pathLst><a:path w="13334" h="34290"><a:moveTo><a:pt x="9909" y="0"/></a:moveTo><a:lnTo><a:pt x="0" y="29893"/></a:lnTo><a:lnTo><a:pt x="12764" y="34175"/></a:lnTo></a:path></a:pathLst></a:custGeom><a:ln w="3175"><a:solidFill><a:srgbClr val="000000"/></a:solidFill></a:ln></p:spPr><p:txBody><a:bodyPr wrap="square" lIns="0" tIns="0" rIns="0" bIns="0" rtlCol="0"/><a:lstStyle/><a:p/></p:txBody></p:sp><p:sp><p:nvSpPr><p:cNvPr id="303" name="object 303"/><p:cNvSpPr/><p:nvPr/></p:nvSpPr><p:spPr><a:xfrm><a:off x="16812312" y="12472059"/><a:ext cx="26034" cy="29209"/></a:xfrm><a:custGeom><a:avLst/><a:gdLst/><a:ahLst/><a:cxnLst/><a:rect l="l" t="t" r="r" b="b"/><a:pathLst><a:path w="26034" h="29209"><a:moveTo><a:pt x="0" y="29053"/></a:moveTo><a:lnTo><a:pt x="12260" y="0"/></a:lnTo><a:lnTo><a:pt x="25780" y="5709"/></a:lnTo></a:path></a:pathLst></a:custGeom><a:ln w="3175"><a:solidFill><a:srgbClr val="000000"/></a:solidFill></a:ln></p:spPr><p:txBody><a:bodyPr wrap="square" lIns="0" tIns="0" rIns="0" bIns="0" rtlCol="0"/><a:lstStyle/><a:p/></p:txBody></p:sp><p:sp><p:nvSpPr><p:cNvPr id="304" name="object 304"/><p:cNvSpPr/><p:nvPr/></p:nvSpPr><p:spPr><a:xfrm><a:off x="16818694" y="12485914"/><a:ext cx="8890" cy="3810"/></a:xfrm><a:custGeom><a:avLst/><a:gdLst/><a:ahLst/><a:cxnLst/><a:rect l="l" t="t" r="r" b="b"/><a:pathLst><a:path w="8890" h="3809"><a:moveTo><a:pt x="0" y="0"/></a:moveTo><a:lnTo><a:pt x="8313" y="3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305" name="object 305"/><p:cNvSpPr/><p:nvPr/></p:nvSpPr><p:spPr><a:xfrm><a:off x="16812312" y="12501112"/><a:ext cx="13970" cy="5715"/></a:xfrm><a:custGeom><a:avLst/><a:gdLst/><a:ahLst/><a:cxnLst/><a:rect l="l" t="t" r="r" b="b"/><a:pathLst><a:path w="13969" h="5715"><a:moveTo><a:pt x="0" y="0"/></a:moveTo><a:lnTo><a:pt x="13435" y="5709"/></a:lnTo></a:path></a:pathLst></a:custGeom><a:ln w="3175"><a:solidFill><a:srgbClr val="000000"/></a:solidFill></a:ln></p:spPr><p:txBody><a:bodyPr wrap="square" lIns="0" tIns="0" rIns="0" bIns="0" rtlCol="0"/><a:lstStyle/><a:p/></p:txBody></p:sp><p:sp><p:nvSpPr><p:cNvPr id="306" name="object 306"/><p:cNvSpPr/><p:nvPr/></p:nvSpPr><p:spPr><a:xfrm><a:off x="16850101" y="12484654"/><a:ext cx="20955" cy="31115"/></a:xfrm><a:custGeom><a:avLst/><a:gdLst/><a:ahLst/><a:cxnLst/><a:rect l="l" t="t" r="r" b="b"/><a:pathLst><a:path w="20955" h="31115"><a:moveTo><a:pt x="0" y="30816"/></a:moveTo><a:lnTo><a:pt x="6634" y="0"/></a:lnTo><a:lnTo><a:pt x="20909" y="3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307" name="object 307"/><p:cNvSpPr/><p:nvPr/></p:nvSpPr><p:spPr><a:xfrm><a:off x="16853544" y="12499349"/><a:ext cx="8890" cy="2540"/></a:xfrm><a:custGeom><a:avLst/><a:gdLst/><a:ahLst/><a:cxnLst/><a:rect l="l" t="t" r="r" b="b"/><a:pathLst><a:path w="8890" h="2540"><a:moveTo><a:pt x="0" y="0"/></a:moveTo><a:lnTo><a:pt x="8817" y="1931"/></a:lnTo></a:path></a:pathLst></a:custGeom><a:ln w="3175"><a:solidFill><a:srgbClr val="000000"/></a:solidFill></a:ln></p:spPr><p:txBody><a:bodyPr wrap="square" lIns="0" tIns="0" rIns="0" bIns="0" rtlCol="0"/><a:lstStyle/><a:p/></p:txBody></p:sp><p:sp><p:nvSpPr><p:cNvPr id="308" name="object 308"/><p:cNvSpPr/><p:nvPr/></p:nvSpPr><p:spPr><a:xfrm><a:off x="16850101" y="12515471"/><a:ext cx="14604" cy="3175"/></a:xfrm><a:custGeom><a:avLst/><a:gdLst/><a:ahLst/><a:cxnLst/><a:rect l="l" t="t" r="r" b="b"/><a:pathLst><a:path w="14605" h="3175"><a:moveTo><a:pt x="0" y="0"/></a:moveTo><a:lnTo><a:pt x="14275" y="3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309" name="object 309"/><p:cNvSpPr/><p:nvPr/></p:nvSpPr><p:spPr><a:xfrm><a:off x="16870758" y="12489861"/><a:ext cx="19050" cy="32384"/></a:xfrm><a:custGeom><a:avLst/><a:gdLst/><a:ahLst/><a:cxnLst/><a:rect l="l" t="t" r="r" b="b"/><a:pathLst><a:path w="19050" h="32384"><a:moveTo><a:pt x="18474" y="8984"/></a:moveTo><a:lnTo><a:pt x="17802" y="5793"/></a:lnTo><a:lnTo><a:pt x="16039" y="2519"/></a:lnTo><a:lnTo><a:pt x="14023" y="671"/></a:lnTo><a:lnTo><a:pt x="9573" y="0"/></a:lnTo><a:lnTo><a:pt x="7137" y="1175"/></a:lnTo><a:lnTo><a:pt x="4450" y="3778"/></a:lnTo><a:lnTo><a:pt x="2855" y="6633"/></a:lnTo><a:lnTo><a:pt x="1091" y="10916"/></a:lnTo><a:lnTo><a:pt x="0" y="18305"/></a:lnTo><a:lnTo><a:pt x="419" y="22923"/></a:lnTo><a:lnTo><a:pt x="1091" y="26114"/></a:lnTo><a:lnTo><a:pt x="2855" y="29389"/></a:lnTo><a:lnTo><a:pt x="4870" y="31236"/></a:lnTo><a:lnTo><a:pt x="9321" y="31908"/></a:lnTo><a:lnTo><a:pt x="11756" y="30732"/></a:lnTo><a:lnTo><a:pt x="14443" y="28129"/></a:lnTo><a:lnTo><a:pt x="16039" y="25274"/></a:lnTo></a:path></a:pathLst></a:custGeom><a:ln w="3175"><a:solidFill><a:srgbClr val="000000"/></a:solidFill></a:ln></p:spPr><p:txBody><a:bodyPr wrap="square" lIns="0" tIns="0" rIns="0" bIns="0" rtlCol="0"/><a:lstStyle/><a:p/></p:txBody></p:sp><p:sp><p:nvSpPr><p:cNvPr id="310" name="object 310"/><p:cNvSpPr/><p:nvPr/></p:nvSpPr><p:spPr><a:xfrm><a:off x="16813404" y="12646716"/><a:ext cx="15240" cy="27305"/></a:xfrm><a:custGeom><a:avLst/><a:gdLst/><a:ahLst/><a:cxnLst/><a:rect l="l" t="t" r="r" b="b"/><a:pathLst><a:path w="15240" h="27304"><a:moveTo><a:pt x="0" y="0"/></a:moveTo><a:lnTo><a:pt x="15199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311" name="object 311"/><p:cNvSpPr/><p:nvPr/></p:nvSpPr><p:spPr><a:xfrm><a:off x="16841032" y="12653266"/><a:ext cx="17780" cy="26034"/></a:xfrm><a:custGeom><a:avLst/><a:gdLst/><a:ahLst/><a:cxnLst/><a:rect l="l" t="t" r="r" b="b"/><a:pathLst><a:path w="17780" h="26034"><a:moveTo><a:pt x="0" y="0"/></a:moveTo><a:lnTo><a:pt x="17214" y="25442"/></a:lnTo></a:path></a:pathLst></a:custGeom><a:ln w="3175"><a:solidFill><a:srgbClr val="000000"/></a:solidFill></a:ln></p:spPr><p:txBody><a:bodyPr wrap="square" lIns="0" tIns="0" rIns="0" bIns="0" rtlCol="0"/><a:lstStyle/><a:p/></p:txBody></p:sp><p:sp><p:nvSpPr><p:cNvPr id="312" name="object 312"/><p:cNvSpPr/><p:nvPr/></p:nvSpPr><p:spPr><a:xfrm><a:off x="16828184" y="12674677"/><a:ext cx="30480" cy="5080"/></a:xfrm><a:custGeom><a:avLst/><a:gdLst/><a:ahLst/><a:cxnLst/><a:rect l="l" t="t" r="r" b="b"/><a:pathLst><a:path w="30480" h="5079"><a:moveTo><a:pt x="0" y="0"/></a:moveTo><a:lnTo><a:pt x="2351" y="1091"/></a:lnTo><a:lnTo><a:pt x="8392" y="3230"/></a:lnTo><a:lnTo><a:pt x="14674" y="4539"/></a:lnTo><a:lnTo><a:pt x="21072" y="4964"/></a:lnTo><a:lnTo><a:pt x="27459" y="4450"/></a:lnTo><a:lnTo><a:pt x="30062" y="3946"/></a:lnTo></a:path></a:pathLst></a:custGeom><a:ln w="3175"><a:solidFill><a:srgbClr val="000000"/></a:solidFill></a:ln></p:spPr><p:txBody><a:bodyPr wrap="square" lIns="0" tIns="0" rIns="0" bIns="0" rtlCol="0"/><a:lstStyle/><a:p/></p:txBody></p:sp><p:sp><p:nvSpPr><p:cNvPr id="313" name="object 313"/><p:cNvSpPr/><p:nvPr/></p:nvSpPr><p:spPr><a:xfrm><a:off x="16814076" y="12648521"/><a:ext cx="27305" cy="5080"/></a:xfrm><a:custGeom><a:avLst/><a:gdLst/><a:ahLst/><a:cxnLst/><a:rect l="l" t="t" r="r" b="b"/><a:pathLst><a:path w="27305" h="5079"><a:moveTo><a:pt x="26955" y="4744"/></a:moveTo><a:lnTo><a:pt x="24352" y="3736"/></a:lnTo><a:lnTo><a:pt x="17431" y="1311"/></a:lnTo><a:lnTo><a:pt x="10025" y="0"/></a:lnTo><a:lnTo><a:pt x="2687" y="713"/></a:lnTo><a:lnTo><a:pt x="0" y="965"/></a:lnTo></a:path></a:pathLst></a:custGeom><a:ln w="3175"><a:solidFill><a:srgbClr val="000000"/></a:solidFill></a:ln></p:spPr><p:txBody><a:bodyPr wrap="square" lIns="0" tIns="0" rIns="0" bIns="0" rtlCol="0"/><a:lstStyle/><a:p/></p:txBody></p:sp><p:sp><p:nvSpPr><p:cNvPr id="314" name="object 314"/><p:cNvSpPr/><p:nvPr/></p:nvSpPr><p:spPr><a:xfrm><a:off x="16868995" y="12657632"/><a:ext cx="19685" cy="24130"/></a:xfrm><a:custGeom><a:avLst/><a:gdLst/><a:ahLst/><a:cxnLst/><a:rect l="l" t="t" r="r" b="b"/><a:pathLst><a:path w="19684" h="24129"><a:moveTo><a:pt x="0" y="0"/></a:moveTo><a:lnTo><a:pt x="19230" y="23931"/></a:lnTo></a:path></a:pathLst></a:custGeom><a:ln w="3175"><a:solidFill><a:srgbClr val="000000"/></a:solidFill></a:ln></p:spPr><p:txBody><a:bodyPr wrap="square" lIns="0" tIns="0" rIns="0" bIns="0" rtlCol="0"/><a:lstStyle/><a:p/></p:txBody></p:sp><p:sp><p:nvSpPr><p:cNvPr id="315" name="object 315"/><p:cNvSpPr/><p:nvPr/></p:nvSpPr><p:spPr><a:xfrm><a:off x="16857994" y="12679968"/><a:ext cx="30480" cy="3810"/></a:xfrm><a:custGeom><a:avLst/><a:gdLst/><a:ahLst/><a:cxnLst/><a:rect l="l" t="t" r="r" b="b"/><a:pathLst><a:path w="30480" h="3809"><a:moveTo><a:pt x="0" y="0"/></a:moveTo><a:lnTo><a:pt x="2435" y="923"/></a:lnTo><a:lnTo><a:pt x="8635" y="2610"/></a:lnTo><a:lnTo><a:pt x="14975" y="3379"/></a:lnTo><a:lnTo><a:pt x="21364" y="3256"/></a:lnTo><a:lnTo><a:pt x="27711" y="2267"/></a:lnTo><a:lnTo><a:pt x="30230" y="1595"/></a:lnTo></a:path></a:pathLst></a:custGeom><a:ln w="3175"><a:solidFill><a:srgbClr val="000000"/></a:solidFill></a:ln></p:spPr><p:txBody><a:bodyPr wrap="square" lIns="0" tIns="0" rIns="0" bIns="0" rtlCol="0"/><a:lstStyle/><a:p/></p:txBody></p:sp><p:sp><p:nvSpPr><p:cNvPr id="316" name="object 316"/><p:cNvSpPr/><p:nvPr/></p:nvSpPr><p:spPr><a:xfrm><a:off x="16841787" y="12654380"/><a:ext cx="27305" cy="3810"/></a:xfrm><a:custGeom><a:avLst/><a:gdLst/><a:ahLst/><a:cxnLst/><a:rect l="l" t="t" r="r" b="b"/><a:pathLst><a:path w="27305" h="3809"><a:moveTo><a:pt x="27207" y="3251"/></a:moveTo><a:lnTo><a:pt x="24520" y="2411"/></a:lnTo><a:lnTo><a:pt x="17206" y="382"/></a:lnTo><a:lnTo><a:pt x="10194" y="0"/></a:lnTo><a:lnTo><a:pt x="2687" y="1067"/></a:lnTo><a:lnTo><a:pt x="0" y="1571"/></a:lnTo></a:path></a:pathLst></a:custGeom><a:ln w="3175"><a:solidFill><a:srgbClr val="000000"/></a:solidFill></a:ln></p:spPr><p:txBody><a:bodyPr wrap="square" lIns="0" tIns="0" rIns="0" bIns="0" rtlCol="0"/><a:lstStyle/><a:p/></p:txBody></p:sp><p:sp><p:nvSpPr><p:cNvPr id="317" name="object 317"/><p:cNvSpPr/><p:nvPr/></p:nvSpPr><p:spPr><a:xfrm><a:off x="16734888" y="12614304"/><a:ext cx="8890" cy="29845"/></a:xfrm><a:custGeom><a:avLst/><a:gdLst/><a:ahLst/><a:cxnLst/><a:rect l="l" t="t" r="r" b="b"/><a:pathLst><a:path w="8890" h="29845"><a:moveTo><a:pt x="0" y="0"/></a:moveTo><a:lnTo><a:pt x="8481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318" name="object 318"/><p:cNvSpPr/><p:nvPr/></p:nvSpPr><p:spPr><a:xfrm><a:off x="16716077" y="12630677"/><a:ext cx="27305" cy="13335"/></a:xfrm><a:custGeom><a:avLst/><a:gdLst/><a:ahLst/><a:cxnLst/><a:rect l="l" t="t" r="r" b="b"/><a:pathLst><a:path w="27305" h="13334"><a:moveTo><a:pt x="0" y="0"/></a:moveTo><a:lnTo><a:pt x="1847" y="1763"/></a:lnTo><a:lnTo><a:pt x="8208" y="7504"/></a:lnTo><a:lnTo><a:pt x="16239" y="11398"/></a:lnTo><a:lnTo><a:pt x="24688" y="12847"/></a:lnTo><a:lnTo><a:pt x="27207" y="13183"/></a:lnTo></a:path></a:pathLst></a:custGeom><a:ln w="3175"><a:solidFill><a:srgbClr val="000000"/></a:solidFill></a:ln></p:spPr><p:txBody><a:bodyPr wrap="square" lIns="0" tIns="0" rIns="0" bIns="0" rtlCol="0"/><a:lstStyle/><a:p/></p:txBody></p:sp><p:sp><p:nvSpPr><p:cNvPr id="319" name="object 319"/><p:cNvSpPr/><p:nvPr/></p:nvSpPr><p:spPr><a:xfrm><a:off x="16760164" y="12627151"/><a:ext cx="10795" cy="29209"/></a:xfrm><a:custGeom><a:avLst/><a:gdLst/><a:ahLst/><a:cxnLst/><a:rect l="l" t="t" r="r" b="b"/><a:pathLst><a:path w="10794" h="29209"><a:moveTo><a:pt x="0" y="0"/></a:moveTo><a:lnTo><a:pt x="10748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320" name="object 320"/><p:cNvSpPr/><p:nvPr/></p:nvSpPr><p:spPr><a:xfrm><a:off x="16742697" y="12644952"/><a:ext cx="28575" cy="11430"/></a:xfrm><a:custGeom><a:avLst/><a:gdLst/><a:ahLst/><a:cxnLst/><a:rect l="l" t="t" r="r" b="b"/><a:pathLst><a:path w="28575" h="11429"><a:moveTo><a:pt x="0" y="0"/></a:moveTo><a:lnTo><a:pt x="2015" y="1595"/></a:lnTo><a:lnTo><a:pt x="8986" y="6959"/></a:lnTo><a:lnTo><a:pt x="16871" y="9965"/></a:lnTo><a:lnTo><a:pt x="25612" y="10832"/></a:lnTo><a:lnTo><a:pt x="28215" y="11000"/></a:lnTo></a:path></a:pathLst></a:custGeom><a:ln w="3175"><a:solidFill><a:srgbClr val="000000"/></a:solidFill></a:ln></p:spPr><p:txBody><a:bodyPr wrap="square" lIns="0" tIns="0" rIns="0" bIns="0" rtlCol="0"/><a:lstStyle/><a:p/></p:txBody></p:sp><p:sp><p:nvSpPr><p:cNvPr id="321" name="object 321"/><p:cNvSpPr/><p:nvPr/></p:nvSpPr><p:spPr><a:xfrm><a:off x="16734888" y="12617074"/><a:ext cx="25400" cy="10160"/></a:xfrm><a:custGeom><a:avLst/><a:gdLst/><a:ahLst/><a:cxnLst/><a:rect l="l" t="t" r="r" b="b"/><a:pathLst><a:path w="25400" h="10159"><a:moveTo><a:pt x="25276" y="10076"/></a:moveTo><a:lnTo><a:pt x="23009" y="8480"/></a:lnTo><a:lnTo><a:pt x="16846" y="4461"/></a:lnTo><a:lnTo><a:pt x="9974" y="1574"/></a:lnTo><a:lnTo><a:pt x="2687" y="41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22" name="object 322"/><p:cNvSpPr/><p:nvPr/></p:nvSpPr><p:spPr><a:xfrm><a:off x="16786364" y="12637983"/><a:ext cx="13335" cy="27940"/></a:xfrm><a:custGeom><a:avLst/><a:gdLst/><a:ahLst/><a:cxnLst/><a:rect l="l" t="t" r="r" b="b"/><a:pathLst><a:path w="13334" h="27940"><a:moveTo><a:pt x="0" y="0"/></a:moveTo><a:lnTo><a:pt x="13016" y="27877"/></a:lnTo></a:path></a:pathLst></a:custGeom><a:ln w="3175"><a:solidFill><a:srgbClr val="000000"/></a:solidFill></a:ln></p:spPr><p:txBody><a:bodyPr wrap="square" lIns="0" tIns="0" rIns="0" bIns="0" rtlCol="0"/><a:lstStyle/><a:p/></p:txBody></p:sp><p:sp><p:nvSpPr><p:cNvPr id="323" name="object 323"/><p:cNvSpPr/><p:nvPr/></p:nvSpPr><p:spPr><a:xfrm><a:off x="16770409" y="12657128"/><a:ext cx="29209" cy="8890"/></a:xfrm><a:custGeom><a:avLst/><a:gdLst/><a:ahLst/><a:cxnLst/><a:rect l="l" t="t" r="r" b="b"/><a:pathLst><a:path w="29209" h="8890"><a:moveTo><a:pt x="0" y="0"/></a:moveTo><a:lnTo><a:pt x="2099" y="1427"/></a:lnTo><a:lnTo><a:pt x="9251" y="6136"/></a:lnTo><a:lnTo><a:pt x="17809" y="8679"/></a:lnTo><a:lnTo><a:pt x="26368" y="8732"/></a:lnTo><a:lnTo><a:pt x="28971" y="8648"/></a:lnTo></a:path></a:pathLst></a:custGeom><a:ln w="3175"><a:solidFill><a:srgbClr val="000000"/></a:solidFill></a:ln></p:spPr><p:txBody><a:bodyPr wrap="square" lIns="0" tIns="0" rIns="0" bIns="0" rtlCol="0"/><a:lstStyle/><a:p/></p:txBody></p:sp><p:sp><p:nvSpPr><p:cNvPr id="324" name="object 324"/><p:cNvSpPr/><p:nvPr/></p:nvSpPr><p:spPr><a:xfrm><a:off x="16760332" y="12629922"/><a:ext cx="26034" cy="8255"/></a:xfrm><a:custGeom><a:avLst/><a:gdLst/><a:ahLst/><a:cxnLst/><a:rect l="l" t="t" r="r" b="b"/><a:pathLst><a:path w="26034" h="8254"><a:moveTo><a:pt x="26032" y="8061"/></a:moveTo><a:lnTo><a:pt x="23680" y="6717"/></a:lnTo><a:lnTo><a:pt x="17521" y="3014"/></a:lnTo><a:lnTo><a:pt x="9885" y="911"/></a:lnTo><a:lnTo><a:pt x="2771" y="1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25" name="object 325"/><p:cNvSpPr/><p:nvPr/></p:nvSpPr><p:spPr><a:xfrm><a:off x="16798961" y="12667120"/><a:ext cx="29845" cy="6985"/></a:xfrm><a:custGeom><a:avLst/><a:gdLst/><a:ahLst/><a:cxnLst/><a:rect l="l" t="t" r="r" b="b"/><a:pathLst><a:path w="29844" h="6984"><a:moveTo><a:pt x="0" y="0"/></a:moveTo><a:lnTo><a:pt x="27039" y="6633"/></a:lnTo><a:lnTo><a:pt x="29559" y="6381"/></a:lnTo></a:path></a:pathLst></a:custGeom><a:ln w="3175"><a:solidFill><a:srgbClr val="000000"/></a:solidFill></a:ln></p:spPr><p:txBody><a:bodyPr wrap="square" lIns="0" tIns="0" rIns="0" bIns="0" rtlCol="0"/><a:lstStyle/><a:p/></p:txBody></p:sp><p:sp><p:nvSpPr><p:cNvPr id="326" name="object 326"/><p:cNvSpPr/><p:nvPr/></p:nvSpPr><p:spPr><a:xfrm><a:off x="16786784" y="12640754"/><a:ext cx="26670" cy="6350"/></a:xfrm><a:custGeom><a:avLst/><a:gdLst/><a:ahLst/><a:cxnLst/><a:rect l="l" t="t" r="r" b="b"/><a:pathLst><a:path w="26669" h="6350"><a:moveTo><a:pt x="26619" y="6045"/></a:moveTo><a:lnTo><a:pt x="24100" y="4786"/></a:lnTo><a:lnTo><a:pt x="17522" y="1746"/></a:lnTo><a:lnTo><a:pt x="10019" y="40"/></a:lnTo><a:lnTo><a:pt x="2771" y="0"/></a:lnTo><a:lnTo><a:pt x="0" y="83"/></a:lnTo></a:path></a:pathLst></a:custGeom><a:ln w="3175"><a:solidFill><a:srgbClr val="000000"/></a:solidFill></a:ln></p:spPr><p:txBody><a:bodyPr wrap="square" lIns="0" tIns="0" rIns="0" bIns="0" rtlCol="0"/><a:lstStyle/><a:p/></p:txBody></p:sp><p:sp><p:nvSpPr><p:cNvPr id="327" name="object 327"/><p:cNvSpPr/><p:nvPr/></p:nvSpPr><p:spPr><a:xfrm><a:off x="16979590" y="12478776"/><a:ext cx="25400" cy="29209"/></a:xfrm><a:custGeom><a:avLst/><a:gdLst/><a:ahLst/><a:cxnLst/><a:rect l="l" t="t" r="r" b="b"/><a:pathLst><a:path w="25400" h="29209"><a:moveTo><a:pt x="0" y="0"/></a:moveTo><a:lnTo><a:pt x="12596" y="28885"/></a:lnTo><a:lnTo><a:pt x="25024" y="23511"/></a:lnTo></a:path></a:pathLst></a:custGeom><a:ln w="3175"><a:solidFill><a:srgbClr val="000000"/></a:solidFill></a:ln></p:spPr><p:txBody><a:bodyPr wrap="square" lIns="0" tIns="0" rIns="0" bIns="0" rtlCol="0"/><a:lstStyle/><a:p/></p:txBody></p:sp><p:sp><p:nvSpPr><p:cNvPr id="328" name="object 328"/><p:cNvSpPr/><p:nvPr/></p:nvSpPr><p:spPr><a:xfrm><a:off x="16966994" y="12483059"/><a:ext cx="19050" cy="33020"/></a:xfrm><a:custGeom><a:avLst/><a:gdLst/><a:ahLst/><a:cxnLst/><a:rect l="l" t="t" r="r" b="b"/><a:pathLst><a:path w="19050" h="33020"><a:moveTo><a:pt x="1763" y="32748"/></a:moveTo><a:lnTo><a:pt x="0" y="0"/></a:lnTo><a:lnTo><a:pt x="18726" y="26870"/></a:lnTo></a:path></a:pathLst></a:custGeom><a:ln w="3175"><a:solidFill><a:srgbClr val="000000"/></a:solidFill></a:ln></p:spPr><p:txBody><a:bodyPr wrap="square" lIns="0" tIns="0" rIns="0" bIns="0" rtlCol="0"/><a:lstStyle/><a:p/></p:txBody></p:sp><p:sp><p:nvSpPr><p:cNvPr id="329" name="object 329"/><p:cNvSpPr/><p:nvPr/></p:nvSpPr><p:spPr><a:xfrm><a:off x="16968505" y="12501028"/><a:ext cx="10795" cy="3810"/></a:xfrm><a:custGeom><a:avLst/><a:gdLst/><a:ahLst/><a:cxnLst/><a:rect l="l" t="t" r="r" b="b"/><a:pathLst><a:path w="10794" h="3809"><a:moveTo><a:pt x="0" y="3694"/></a:moveTo><a:lnTo><a:pt x="1066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30" name="object 330"/><p:cNvSpPr/><p:nvPr/></p:nvSpPr><p:spPr><a:xfrm><a:off x="16943480" y="12487090"/><a:ext cx="19685" cy="31750"/></a:xfrm><a:custGeom><a:avLst/><a:gdLst/><a:ahLst/><a:cxnLst/><a:rect l="l" t="t" r="r" b="b"/><a:pathLst><a:path w="19684" h="31750"><a:moveTo><a:pt x="15451" y="6045"/></a:moveTo><a:lnTo><a:pt x="13687" y="3358"/></a:lnTo><a:lnTo><a:pt x="10748" y="923"/></a:lnTo><a:lnTo><a:pt x="8229" y="0"/></a:lnTo><a:lnTo><a:pt x="3862" y="1007"/></a:lnTo><a:lnTo><a:pt x="2015" y="3022"/></a:lnTo><a:lnTo><a:pt x="503" y="6465"/></a:lnTo><a:lnTo><a:pt x="83" y="9656"/></a:lnTo><a:lnTo><a:pt x="0" y="14274"/></a:lnTo><a:lnTo><a:pt x="1763" y="21580"/></a:lnTo><a:lnTo><a:pt x="3862" y="25694"/></a:lnTo><a:lnTo><a:pt x="5626" y="28381"/></a:lnTo><a:lnTo><a:pt x="8481" y="30816"/></a:lnTo><a:lnTo><a:pt x="11084" y="31740"/></a:lnTo><a:lnTo><a:pt x="15451" y="30732"/></a:lnTo><a:lnTo><a:pt x="17298" y="28717"/></a:lnTo><a:lnTo><a:pt x="18810" y="25274"/></a:lnTo><a:lnTo><a:pt x="19230" y="22083"/></a:lnTo></a:path></a:pathLst></a:custGeom><a:ln w="3175"><a:solidFill><a:srgbClr val="000000"/></a:solidFill></a:ln></p:spPr><p:txBody><a:bodyPr wrap="square" lIns="0" tIns="0" rIns="0" bIns="0" rtlCol="0"/><a:lstStyle/><a:p/></p:txBody></p:sp><p:sp><p:nvSpPr><p:cNvPr id="331" name="object 331"/><p:cNvSpPr/><p:nvPr/></p:nvSpPr><p:spPr><a:xfrm><a:off x="16934748" y="12490616"/><a:ext cx="5080" cy="31750"/></a:xfrm><a:custGeom><a:avLst/><a:gdLst/><a:ahLst/><a:cxnLst/><a:rect l="l" t="t" r="r" b="b"/><a:pathLst><a:path w="5080" h="31750"><a:moveTo><a:pt x="0" y="0"/></a:moveTo><a:lnTo><a:pt x="4702" y="31152"/></a:lnTo></a:path></a:pathLst></a:custGeom><a:ln w="3175"><a:solidFill><a:srgbClr val="000000"/></a:solidFill></a:ln></p:spPr><p:txBody><a:bodyPr wrap="square" lIns="0" tIns="0" rIns="0" bIns="0" rtlCol="0"/><a:lstStyle/><a:p/></p:txBody></p:sp><p:sp><p:nvSpPr><p:cNvPr id="332" name="object 332"/><p:cNvSpPr/><p:nvPr/></p:nvSpPr><p:spPr><a:xfrm><a:off x="16914005" y="12491456"/><a:ext cx="16510" cy="32384"/></a:xfrm><a:custGeom><a:avLst/><a:gdLst/><a:ahLst/><a:cxnLst/><a:rect l="l" t="t" r="r" b="b"/><a:pathLst><a:path w="16509" h="32384"><a:moveTo><a:pt x="2099" y="32160"/></a:moveTo><a:lnTo><a:pt x="0" y="755"/></a:lnTo><a:lnTo><a:pt x="10076" y="0"/></a:lnTo><a:lnTo><a:pt x="13519" y="1343"/></a:lnTo><a:lnTo><a:pt x="14779" y="2687"/></a:lnTo><a:lnTo><a:pt x="16123" y="5625"/></a:lnTo><a:lnTo><a:pt x="16291" y="8648"/></a:lnTo><a:lnTo><a:pt x="15367" y="11755"/></a:lnTo><a:lnTo><a:pt x="14359" y="13267"/></a:lnTo><a:lnTo><a:pt x="11084" y="15030"/></a:lnTo><a:lnTo><a:pt x="1007" y="15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333" name="object 333"/><p:cNvSpPr/><p:nvPr/></p:nvSpPr><p:spPr><a:xfrm><a:off x="16922907" y="12506654"/><a:ext cx="9525" cy="15875"/></a:xfrm><a:custGeom><a:avLst/><a:gdLst/><a:ahLst/><a:cxnLst/><a:rect l="l" t="t" r="r" b="b"/><a:pathLst><a:path w="9525" h="15875"><a:moveTo><a:pt x="0" y="0"/></a:moveTo><a:lnTo><a:pt x="8985" y="15870"/></a:lnTo></a:path></a:pathLst></a:custGeom><a:ln w="3175"><a:solidFill><a:srgbClr val="000000"/></a:solidFill></a:ln></p:spPr><p:txBody><a:bodyPr wrap="square" lIns="0" tIns="0" rIns="0" bIns="0" rtlCol="0"/><a:lstStyle/><a:p/></p:txBody></p:sp><p:sp><p:nvSpPr><p:cNvPr id="334" name="object 334"/><p:cNvSpPr/><p:nvPr/></p:nvSpPr><p:spPr><a:xfrm><a:off x="16981941" y="12652425"/><a:ext cx="26034" cy="17145"/></a:xfrm><a:custGeom><a:avLst/><a:gdLst/><a:ahLst/><a:cxnLst/><a:rect l="l" t="t" r="r" b="b"/><a:pathLst><a:path w="26034" h="17145"><a:moveTo><a:pt x="0" y="0"/></a:moveTo><a:lnTo><a:pt x="25696" y="16793"/></a:lnTo></a:path></a:pathLst></a:custGeom><a:ln w="3175"><a:solidFill><a:srgbClr val="000000"/></a:solidFill></a:ln></p:spPr><p:txBody><a:bodyPr wrap="square" lIns="0" tIns="0" rIns="0" bIns="0" rtlCol="0"/><a:lstStyle/><a:p/></p:txBody></p:sp><p:sp><p:nvSpPr><p:cNvPr id="335" name="object 335"/><p:cNvSpPr/><p:nvPr/></p:nvSpPr><p:spPr><a:xfrm><a:off x="16978498" y="12669220"/><a:ext cx="29845" cy="8255"/></a:xfrm><a:custGeom><a:avLst/><a:gdLst/><a:ahLst/><a:cxnLst/><a:rect l="l" t="t" r="r" b="b"/><a:pathLst><a:path w="29844" h="8254"><a:moveTo><a:pt x="0" y="7893"/></a:moveTo><a:lnTo><a:pt x="27039" y="1427"/></a:lnTo><a:lnTo><a:pt x="2922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36" name="object 336"/><p:cNvSpPr/><p:nvPr/></p:nvSpPr><p:spPr><a:xfrm><a:off x="17009485" y="12645624"/><a:ext cx="27305" cy="14604"/></a:xfrm><a:custGeom><a:avLst/><a:gdLst/><a:ahLst/><a:cxnLst/><a:rect l="l" t="t" r="r" b="b"/><a:pathLst><a:path w="27305" h="14604"><a:moveTo><a:pt x="0" y="0"/></a:moveTo><a:lnTo><a:pt x="26955" y="14610"/></a:lnTo></a:path></a:pathLst></a:custGeom><a:ln w="3175"><a:solidFill><a:srgbClr val="000000"/></a:solidFill></a:ln></p:spPr><p:txBody><a:bodyPr wrap="square" lIns="0" tIns="0" rIns="0" bIns="0" rtlCol="0"/><a:lstStyle/><a:p/></p:txBody></p:sp><p:sp><p:nvSpPr><p:cNvPr id="337" name="object 337"/><p:cNvSpPr/><p:nvPr/></p:nvSpPr><p:spPr><a:xfrm><a:off x="17007973" y="12660235"/><a:ext cx="28575" cy="10795"/></a:xfrm><a:custGeom><a:avLst/><a:gdLst/><a:ahLst/><a:cxnLst/><a:rect l="l" t="t" r="r" b="b"/><a:pathLst><a:path w="28575" h="10795"><a:moveTo><a:pt x="0" y="10244"/></a:moveTo><a:lnTo><a:pt x="26452" y="1595"/></a:lnTo><a:lnTo><a:pt x="2846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38" name="object 338"/><p:cNvSpPr/><p:nvPr/></p:nvSpPr><p:spPr><a:xfrm><a:off x="16983704" y="12645624"/><a:ext cx="26034" cy="9525"/></a:xfrm><a:custGeom><a:avLst/><a:gdLst/><a:ahLst/><a:cxnLst/><a:rect l="l" t="t" r="r" b="b"/><a:pathLst><a:path w="26034" h="9525"><a:moveTo><a:pt x="25696" y="0"/></a:moveTo><a:lnTo><a:pt x="23009" y="251"/></a:lnTo><a:lnTo><a:pt x="16048" y="1034"/></a:lnTo><a:lnTo><a:pt x="8270" y="3740"/></a:lnTo><a:lnTo><a:pt x="2351" y="7473"/></a:lnTo><a:lnTo><a:pt x="0" y="8984"/></a:lnTo></a:path></a:pathLst></a:custGeom><a:ln w="3175"><a:solidFill><a:srgbClr val="000000"/></a:solidFill></a:ln></p:spPr><p:txBody><a:bodyPr wrap="square" lIns="0" tIns="0" rIns="0" bIns="0" rtlCol="0"/><a:lstStyle/><a:p/></p:txBody></p:sp><p:sp><p:nvSpPr><p:cNvPr id="339" name="object 339"/><p:cNvSpPr/><p:nvPr/></p:nvSpPr><p:spPr><a:xfrm><a:off x="17036357" y="12636555"/><a:ext cx="28575" cy="12700"/></a:xfrm><a:custGeom><a:avLst/><a:gdLst/><a:ahLst/><a:cxnLst/><a:rect l="l" t="t" r="r" b="b"/><a:pathLst><a:path w="28575" h="12700"><a:moveTo><a:pt x="0" y="0"/></a:moveTo><a:lnTo><a:pt x="28047" y="12511"/></a:lnTo></a:path></a:pathLst></a:custGeom><a:ln w="3175"><a:solidFill><a:srgbClr val="000000"/></a:solidFill></a:ln></p:spPr><p:txBody><a:bodyPr wrap="square" lIns="0" tIns="0" rIns="0" bIns="0" rtlCol="0"/><a:lstStyle/><a:p/></p:txBody></p:sp><p:sp><p:nvSpPr><p:cNvPr id="340" name="object 340"/><p:cNvSpPr/><p:nvPr/></p:nvSpPr><p:spPr><a:xfrm><a:off x="17036861" y="12649067"/><a:ext cx="27940" cy="12700"/></a:xfrm><a:custGeom><a:avLst/><a:gdLst/><a:ahLst/><a:cxnLst/><a:rect l="l" t="t" r="r" b="b"/><a:pathLst><a:path w="27940" h="12700"><a:moveTo><a:pt x="0" y="12427"/></a:moveTo><a:lnTo><a:pt x="2519" y="12175"/></a:lnTo><a:lnTo><a:pt x="10468" y="11093"/></a:lnTo><a:lnTo><a:pt x="19683" y="7138"/></a:lnTo><a:lnTo><a:pt x="25612" y="1679"/></a:lnTo><a:lnTo><a:pt x="2754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41" name="object 341"/><p:cNvSpPr/><p:nvPr/></p:nvSpPr><p:spPr><a:xfrm><a:off x="17011417" y="12636555"/><a:ext cx="25400" cy="11430"/></a:xfrm><a:custGeom><a:avLst/><a:gdLst/><a:ahLst/><a:cxnLst/><a:rect l="l" t="t" r="r" b="b"/><a:pathLst><a:path w="25400" h="11429"><a:moveTo><a:pt x="24856" y="0"/></a:moveTo><a:lnTo><a:pt x="22169" y="503"/></a:lnTo><a:lnTo><a:pt x="14976" y="1962"/></a:lnTo><a:lnTo><a:pt x="8130" y="5025"/></a:lnTo><a:lnTo><a:pt x="2183" y="9320"/></a:lnTo><a:lnTo><a:pt x="0" y="11000"/></a:lnTo></a:path></a:pathLst></a:custGeom><a:ln w="3175"><a:solidFill><a:srgbClr val="000000"/></a:solidFill></a:ln></p:spPr><p:txBody><a:bodyPr wrap="square" lIns="0" tIns="0" rIns="0" bIns="0" rtlCol="0"/><a:lstStyle/><a:p/></p:txBody></p:sp><p:sp><p:nvSpPr><p:cNvPr id="342" name="object 342"/><p:cNvSpPr/><p:nvPr/></p:nvSpPr><p:spPr><a:xfrm><a:off x="17038540" y="12625387"/><a:ext cx="24130" cy="13335"/></a:xfrm><a:custGeom><a:avLst/><a:gdLst/><a:ahLst/><a:cxnLst/><a:rect l="l" t="t" r="r" b="b"/><a:pathLst><a:path w="24130" h="13334"><a:moveTo><a:pt x="23932" y="0"/></a:moveTo><a:lnTo><a:pt x="21245" y="755"/></a:lnTo><a:lnTo><a:pt x="14601" y="2573"/></a:lnTo><a:lnTo><a:pt x="7179" y="6627"/></a:lnTo><a:lnTo><a:pt x="2015" y="11167"/></a:lnTo><a:lnTo><a:pt x="0" y="13015"/></a:lnTo></a:path></a:pathLst></a:custGeom><a:ln w="3175"><a:solidFill><a:srgbClr val="000000"/></a:solidFill></a:ln></p:spPr><p:txBody><a:bodyPr wrap="square" lIns="0" tIns="0" rIns="0" bIns="0" rtlCol="0"/><a:lstStyle/><a:p/></p:txBody></p:sp><p:sp><p:nvSpPr><p:cNvPr id="343" name="object 343"/><p:cNvSpPr/><p:nvPr/></p:nvSpPr><p:spPr><a:xfrm><a:off x="16897295" y="12659647"/><a:ext cx="21590" cy="22860"/></a:xfrm><a:custGeom><a:avLst/><a:gdLst/><a:ahLst/><a:cxnLst/><a:rect l="l" t="t" r="r" b="b"/><a:pathLst><a:path w="21590" h="22859"><a:moveTo><a:pt x="0" y="0"/></a:moveTo><a:lnTo><a:pt x="21077" y="22419"/></a:lnTo></a:path></a:pathLst></a:custGeom><a:ln w="3175"><a:solidFill><a:srgbClr val="000000"/></a:solidFill></a:ln></p:spPr><p:txBody><a:bodyPr wrap="square" lIns="0" tIns="0" rIns="0" bIns="0" rtlCol="0"/><a:lstStyle/><a:p/></p:txBody></p:sp><p:sp><p:nvSpPr><p:cNvPr id="344" name="object 344"/><p:cNvSpPr/><p:nvPr/></p:nvSpPr><p:spPr><a:xfrm><a:off x="16925678" y="12659563"/><a:ext cx="22860" cy="20955"/></a:xfrm><a:custGeom><a:avLst/><a:gdLst/><a:ahLst/><a:cxnLst/><a:rect l="l" t="t" r="r" b="b"/><a:pathLst><a:path w="22859" h="20954"><a:moveTo><a:pt x="0" y="0"/></a:moveTo><a:lnTo><a:pt x="22757" y="20572"/></a:lnTo></a:path></a:pathLst></a:custGeom><a:ln w="3175"><a:solidFill><a:srgbClr val="000000"/></a:solidFill></a:ln></p:spPr><p:txBody><a:bodyPr wrap="square" lIns="0" tIns="0" rIns="0" bIns="0" rtlCol="0"/><a:lstStyle/><a:p/></p:txBody></p:sp><p:sp><p:nvSpPr><p:cNvPr id="345" name="object 345"/><p:cNvSpPr/><p:nvPr/></p:nvSpPr><p:spPr><a:xfrm><a:off x="16918373" y="12680135"/><a:ext cx="30480" cy="4445"/></a:xfrm><a:custGeom><a:avLst/><a:gdLst/><a:ahLst/><a:cxnLst/><a:rect l="l" t="t" r="r" b="b"/><a:pathLst><a:path w="30480" h="4445"><a:moveTo><a:pt x="0" y="3190"/></a:moveTo><a:lnTo><a:pt x="2519" y="3694"/></a:lnTo><a:lnTo><a:pt x="8803" y="4419"/></a:lnTo><a:lnTo><a:pt x="15309" y="4189"/></a:lnTo><a:lnTo><a:pt x="21718" y="3039"/></a:lnTo><a:lnTo><a:pt x="27711" y="1007"/></a:lnTo><a:lnTo><a:pt x="3006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46" name="object 346"/><p:cNvSpPr/><p:nvPr/></p:nvSpPr><p:spPr><a:xfrm><a:off x="16898554" y="12658296"/><a:ext cx="27305" cy="4445"/></a:xfrm><a:custGeom><a:avLst/><a:gdLst/><a:ahLst/><a:cxnLst/><a:rect l="l" t="t" r="r" b="b"/><a:pathLst><a:path w="27305" h="4445"><a:moveTo><a:pt x="27123" y="1266"/></a:moveTo><a:lnTo><a:pt x="24436" y="846"/></a:lnTo><a:lnTo><a:pt x="17118" y="0"/></a:lnTo><a:lnTo><a:pt x="9638" y="794"/></a:lnTo><a:lnTo><a:pt x="2603" y="2945"/></a:lnTo><a:lnTo><a:pt x="0" y="3869"/></a:lnTo></a:path></a:pathLst></a:custGeom><a:ln w="3175"><a:solidFill><a:srgbClr val="000000"/></a:solidFill></a:ln></p:spPr><p:txBody><a:bodyPr wrap="square" lIns="0" tIns="0" rIns="0" bIns="0" rtlCol="0"/><a:lstStyle/><a:p/></p:txBody></p:sp><p:sp><p:nvSpPr><p:cNvPr id="347" name="object 347"/><p:cNvSpPr/><p:nvPr/></p:nvSpPr><p:spPr><a:xfrm><a:off x="16927105" y="12656845"/><a:ext cx="27305" cy="5080"/></a:xfrm><a:custGeom><a:avLst/><a:gdLst/><a:ahLst/><a:cxnLst/><a:rect l="l" t="t" r="r" b="b"/><a:pathLst><a:path w="27305" h="5079"><a:moveTo><a:pt x="26787" y="282"/></a:moveTo><a:lnTo><a:pt x="24016" y="114"/></a:lnTo><a:lnTo><a:pt x="16261" y="0"/></a:lnTo><a:lnTo><a:pt x="9746" y="1165"/></a:lnTo><a:lnTo><a:pt x="2519" y="3977"/></a:lnTo><a:lnTo><a:pt x="0" y="5068"/></a:lnTo></a:path></a:pathLst></a:custGeom><a:ln w="3175"><a:solidFill><a:srgbClr val="000000"/></a:solidFill></a:ln></p:spPr><p:txBody><a:bodyPr wrap="square" lIns="0" tIns="0" rIns="0" bIns="0" rtlCol="0"/><a:lstStyle/><a:p/></p:txBody></p:sp><p:sp><p:nvSpPr><p:cNvPr id="348" name="object 348"/><p:cNvSpPr/><p:nvPr/></p:nvSpPr><p:spPr><a:xfrm><a:off x="16953977" y="12657128"/><a:ext cx="24765" cy="19050"/></a:xfrm><a:custGeom><a:avLst/><a:gdLst/><a:ahLst/><a:cxnLst/><a:rect l="l" t="t" r="r" b="b"/><a:pathLst><a:path w="24765" h="19050"><a:moveTo><a:pt x="0" y="0"/></a:moveTo><a:lnTo><a:pt x="24268" y="18725"/></a:lnTo></a:path></a:pathLst></a:custGeom><a:ln w="3175"><a:solidFill><a:srgbClr val="000000"/></a:solidFill></a:ln></p:spPr><p:txBody><a:bodyPr wrap="square" lIns="0" tIns="0" rIns="0" bIns="0" rtlCol="0"/><a:lstStyle/><a:p/></p:txBody></p:sp><p:sp><p:nvSpPr><p:cNvPr id="349" name="object 349"/><p:cNvSpPr/><p:nvPr/></p:nvSpPr><p:spPr><a:xfrm><a:off x="16948603" y="12675853"/><a:ext cx="29845" cy="6350"/></a:xfrm><a:custGeom><a:avLst/><a:gdLst/><a:ahLst/><a:cxnLst/><a:rect l="l" t="t" r="r" b="b"/><a:pathLst><a:path w="29844" h="6350"><a:moveTo><a:pt x="0" y="5541"/></a:moveTo><a:lnTo><a:pt x="2519" y="5877"/></a:lnTo><a:lnTo><a:pt x="8911" y="6122"/></a:lnTo><a:lnTo><a:pt x="15309" y="5363"/></a:lnTo><a:lnTo><a:pt x="21548" y="3706"/></a:lnTo><a:lnTo><a:pt x="27459" y="1259"/></a:lnTo><a:lnTo><a:pt x="2972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0" name="object 350"/><p:cNvSpPr/><p:nvPr/></p:nvSpPr><p:spPr><a:xfrm><a:off x="16955573" y="12652510"/><a:ext cx="26670" cy="6985"/></a:xfrm><a:custGeom><a:avLst/><a:gdLst/><a:ahLst/><a:cxnLst/><a:rect l="l" t="t" r="r" b="b"/><a:pathLst><a:path w="26669" h="6984"><a:moveTo><a:pt x="26368" y="0"/></a:moveTo><a:lnTo><a:pt x="23596" y="83"/></a:lnTo><a:lnTo><a:pt x="16060" y="393"/></a:lnTo><a:lnTo><a:pt x="9153" y="2190"/></a:lnTo><a:lnTo><a:pt x="2435" y="5625"/></a:lnTo><a:lnTo><a:pt x="0" y="6885"/></a:lnTo></a:path></a:pathLst></a:custGeom><a:ln w="3175"><a:solidFill><a:srgbClr val="000000"/></a:solidFill></a:ln></p:spPr><p:txBody><a:bodyPr wrap="square" lIns="0" tIns="0" rIns="0" bIns="0" rtlCol="0"/><a:lstStyle/><a:p/></p:txBody></p:sp><p:sp><p:nvSpPr><p:cNvPr id="351" name="object 351"/><p:cNvSpPr/><p:nvPr/></p:nvSpPr><p:spPr><a:xfrm><a:off x="16763271" y="12379861"/><a:ext cx="15240" cy="31750"/></a:xfrm><a:custGeom><a:avLst/><a:gdLst/><a:ahLst/><a:cxnLst/><a:rect l="l" t="t" r="r" b="b"/><a:pathLst><a:path w="15240" h="31750"><a:moveTo><a:pt x="0" y="31488"/></a:moveTo><a:lnTo><a:pt x="0" y="0"/></a:lnTo><a:lnTo><a:pt x="1469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2" name="object 352"/><p:cNvSpPr/><p:nvPr/></p:nvSpPr><p:spPr><a:xfrm><a:off x="16763271" y="12394891"/><a:ext cx="9525" cy="0"/></a:xfrm><a:custGeom><a:avLst/><a:gdLst/><a:ahLst/><a:cxnLst/><a:rect l="l" t="t" r="r" b="b"/><a:pathLst><a:path w="9525" h="0"><a:moveTo><a:pt x="0" y="0"/></a:moveTo><a:lnTo><a:pt x="906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3" name="object 353"/><p:cNvSpPr/><p:nvPr/></p:nvSpPr><p:spPr><a:xfrm><a:off x="16763271" y="12411349"/><a:ext cx="15240" cy="0"/></a:xfrm><a:custGeom><a:avLst/><a:gdLst/><a:ahLst/><a:cxnLst/><a:rect l="l" t="t" r="r" b="b"/><a:pathLst><a:path w="15240" h="0"><a:moveTo><a:pt x="0" y="0"/></a:moveTo><a:lnTo><a:pt x="1469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4" name="object 354"/><p:cNvSpPr/><p:nvPr/></p:nvSpPr><p:spPr><a:xfrm><a:off x="16783592" y="12379861"/><a:ext cx="15875" cy="31750"/></a:xfrm><a:custGeom><a:avLst/><a:gdLst/><a:ahLst/><a:cxnLst/><a:rect l="l" t="t" r="r" b="b"/><a:pathLst><a:path w="15875" h="31750"><a:moveTo><a:pt x="0" y="0"/></a:moveTo><a:lnTo><a:pt x="15703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355" name="object 355"/><p:cNvSpPr/><p:nvPr/></p:nvSpPr><p:spPr><a:xfrm><a:off x="16783592" y="12379861"/><a:ext cx="15875" cy="31750"/></a:xfrm><a:custGeom><a:avLst/><a:gdLst/><a:ahLst/><a:cxnLst/><a:rect l="l" t="t" r="r" b="b"/><a:pathLst><a:path w="15875" h="31750"><a:moveTo><a:pt x="15703" y="0"/></a:moveTo><a:lnTo><a:pt x="0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356" name="object 356"/><p:cNvSpPr/><p:nvPr/></p:nvSpPr><p:spPr><a:xfrm><a:off x="16807189" y="12379861"/><a:ext cx="15875" cy="31750"/></a:xfrm><a:custGeom><a:avLst/><a:gdLst/><a:ahLst/><a:cxnLst/><a:rect l="l" t="t" r="r" b="b"/><a:pathLst><a:path w="15875" h="31750"><a:moveTo><a:pt x="0" y="31488"/></a:moveTo><a:lnTo><a:pt x="0" y="0"/></a:lnTo><a:lnTo><a:pt x="10160" y="0"/></a:lnTo><a:lnTo><a:pt x="13519" y="1511"/></a:lnTo><a:lnTo><a:pt x="14695" y="3022"/></a:lnTo><a:lnTo><a:pt x="15787" y="5961"/></a:lnTo><a:lnTo><a:pt x="15787" y="10496"/></a:lnTo><a:lnTo><a:pt x="14695" y="13519"/></a:lnTo><a:lnTo><a:pt x="13519" y="15030"/></a:lnTo><a:lnTo><a:pt x="10160" y="16542"/></a:lnTo><a:lnTo><a:pt x="0" y="16542"/></a:lnTo></a:path></a:pathLst></a:custGeom><a:ln w="3175"><a:solidFill><a:srgbClr val="000000"/></a:solidFill></a:ln></p:spPr><p:txBody><a:bodyPr wrap="square" lIns="0" tIns="0" rIns="0" bIns="0" rtlCol="0"/><a:lstStyle/><a:p/></p:txBody></p:sp><p:sp><p:nvSpPr><p:cNvPr id="357" name="object 357"/><p:cNvSpPr/><p:nvPr/></p:nvSpPr><p:spPr><a:xfrm><a:off x="16830870" y="12408410"/><a:ext cx="2540" cy="3175"/></a:xfrm><a:custGeom><a:avLst/><a:gdLst/><a:ahLst/><a:cxnLst/><a:rect l="l" t="t" r="r" b="b"/><a:pathLst><a:path w="2540" h="3175"><a:moveTo><a:pt x="1091" y="0"/></a:moveTo><a:lnTo><a:pt x="0" y="1427"/></a:lnTo><a:lnTo><a:pt x="1091" y="2938"/></a:lnTo><a:lnTo><a:pt x="2267" y="1427"/></a:lnTo><a:lnTo><a:pt x="1091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358" name="object 358"/><p:cNvSpPr/><p:nvPr/></p:nvSpPr><p:spPr><a:xfrm><a:off x="16865804" y="12379861"/><a:ext cx="15240" cy="31750"/></a:xfrm><a:custGeom><a:avLst/><a:gdLst/><a:ahLst/><a:cxnLst/><a:rect l="l" t="t" r="r" b="b"/><a:pathLst><a:path w="15240" h="31750"><a:moveTo><a:pt x="13435" y="4534"/></a:moveTo><a:lnTo><a:pt x="12344" y="1511"/></a:lnTo><a:lnTo><a:pt x="8985" y="0"/></a:lnTo><a:lnTo><a:pt x="6717" y="0"/></a:lnTo><a:lnTo><a:pt x="3358" y="1511"/></a:lnTo><a:lnTo><a:pt x="1091" y="5961"/></a:lnTo><a:lnTo><a:pt x="0" y="13519"/></a:lnTo><a:lnTo><a:pt x="0" y="20992"/></a:lnTo><a:lnTo><a:pt x="1091" y="27038"/></a:lnTo><a:lnTo><a:pt x="3358" y="29977"/></a:lnTo><a:lnTo><a:pt x="6717" y="31488"/></a:lnTo><a:lnTo><a:pt x="7809" y="31488"/></a:lnTo><a:lnTo><a:pt x="11252" y="29977"/></a:lnTo><a:lnTo><a:pt x="13435" y="27038"/></a:lnTo><a:lnTo><a:pt x="14611" y="22503"/></a:lnTo><a:lnTo><a:pt x="14611" y="20992"/></a:lnTo><a:lnTo><a:pt x="0" y="20992"/></a:lnTo></a:path></a:pathLst></a:custGeom><a:ln w="3175"><a:solidFill><a:srgbClr val="000000"/></a:solidFill></a:ln></p:spPr><p:txBody><a:bodyPr wrap="square" lIns="0" tIns="0" rIns="0" bIns="0" rtlCol="0"/><a:lstStyle/><a:p/></p:txBody></p:sp><p:sp><p:nvSpPr><p:cNvPr id="359" name="object 359"/><p:cNvSpPr/><p:nvPr/></p:nvSpPr><p:spPr><a:xfrm><a:off x="16888309" y="12397830"/><a:ext cx="20320" cy="0"/></a:xfrm><a:custGeom><a:avLst/><a:gdLst/><a:ahLst/><a:cxnLst/><a:rect l="l" t="t" r="r" b="b"/><a:pathLst><a:path w="20319" h="0"><a:moveTo><a:pt x="0" y="0"/></a:moveTo><a:lnTo><a:pt x="2023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0" name="object 360"/><p:cNvSpPr/><p:nvPr/></p:nvSpPr><p:spPr><a:xfrm><a:off x="16916441" y="12379861"/><a:ext cx="15875" cy="31750"/></a:xfrm><a:custGeom><a:avLst/><a:gdLst/><a:ahLst/><a:cxnLst/><a:rect l="l" t="t" r="r" b="b"/><a:pathLst><a:path w="15875" h="31750"><a:moveTo><a:pt x="2267" y="0"/></a:moveTo><a:lnTo><a:pt x="14611" y="0"/></a:lnTo><a:lnTo><a:pt x="7893" y="12007"/></a:lnTo><a:lnTo><a:pt x="11252" y="12007"/></a:lnTo><a:lnTo><a:pt x="13519" y="13519"/></a:lnTo><a:lnTo><a:pt x="14611" y="15030"/></a:lnTo><a:lnTo><a:pt x="15787" y="19480"/></a:lnTo><a:lnTo><a:pt x="15787" y="22503"/></a:lnTo><a:lnTo><a:pt x="14611" y="27038"/></a:lnTo><a:lnTo><a:pt x="12344" y="29977"/></a:lnTo><a:lnTo><a:pt x="8985" y="31488"/></a:lnTo><a:lnTo><a:pt x="5626" y="31488"/></a:lnTo><a:lnTo><a:pt x="2267" y="29977"/></a:lnTo><a:lnTo><a:pt x="1091" y="28549"/></a:lnTo><a:lnTo><a:pt x="0" y="25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361" name="object 361"/><p:cNvSpPr/><p:nvPr/></p:nvSpPr><p:spPr><a:xfrm><a:off x="16938946" y="12379861"/><a:ext cx="15875" cy="31750"/></a:xfrm><a:custGeom><a:avLst/><a:gdLst/><a:ahLst/><a:cxnLst/><a:rect l="l" t="t" r="r" b="b"/><a:pathLst><a:path w="15875" h="31750"><a:moveTo><a:pt x="6801" y="0"/></a:moveTo><a:lnTo><a:pt x="3358" y="1511"/></a:lnTo><a:lnTo><a:pt x="1091" y="5961"/></a:lnTo><a:lnTo><a:pt x="0" y="13519"/></a:lnTo><a:lnTo><a:pt x="0" y="17969"/></a:lnTo><a:lnTo><a:pt x="1091" y="25526"/></a:lnTo><a:lnTo><a:pt x="3358" y="29977"/></a:lnTo><a:lnTo><a:pt x="6801" y="31488"/></a:lnTo><a:lnTo><a:pt x="8985" y="31488"/></a:lnTo><a:lnTo><a:pt x="12428" y="29977"/></a:lnTo><a:lnTo><a:pt x="14611" y="25526"/></a:lnTo><a:lnTo><a:pt x="15787" y="17969"/></a:lnTo><a:lnTo><a:pt x="15787" y="13519"/></a:lnTo><a:lnTo><a:pt x="14611" y="5961"/></a:lnTo><a:lnTo><a:pt x="12428" y="1511"/></a:lnTo><a:lnTo><a:pt x="8985" y="0"/></a:lnTo><a:lnTo><a:pt x="6801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362" name="object 362"/><p:cNvSpPr/><p:nvPr/></p:nvSpPr><p:spPr><a:xfrm><a:off x="16962627" y="12397830"/><a:ext cx="20320" cy="0"/></a:xfrm><a:custGeom><a:avLst/><a:gdLst/><a:ahLst/><a:cxnLst/><a:rect l="l" t="t" r="r" b="b"/><a:pathLst><a:path w="20319" h="0"><a:moveTo><a:pt x="0" y="0"/></a:moveTo><a:lnTo><a:pt x="2023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3" name="object 363"/><p:cNvSpPr/><p:nvPr/></p:nvSpPr><p:spPr><a:xfrm><a:off x="16990758" y="12379861"/><a:ext cx="15875" cy="31750"/></a:xfrm><a:custGeom><a:avLst/><a:gdLst/><a:ahLst/><a:cxnLst/><a:rect l="l" t="t" r="r" b="b"/><a:pathLst><a:path w="15875" h="31750"><a:moveTo><a:pt x="1091" y="7473"/></a:moveTo><a:lnTo><a:pt x="1091" y="5961"/></a:lnTo><a:lnTo><a:pt x="2267" y="3022"/></a:lnTo><a:lnTo><a:pt x="3358" y="1511"/></a:lnTo><a:lnTo><a:pt x="5626" y="0"/></a:lnTo><a:lnTo><a:pt x="10160" y="0"/></a:lnTo><a:lnTo><a:pt x="12344" y="1511"/></a:lnTo><a:lnTo><a:pt x="13519" y="3022"/></a:lnTo><a:lnTo><a:pt x="14611" y="5961"/></a:lnTo><a:lnTo><a:pt x="14611" y="8984"/></a:lnTo><a:lnTo><a:pt x="13519" y="12007"/></a:lnTo><a:lnTo><a:pt x="11252" y="16542"/></a:lnTo><a:lnTo><a:pt x="0" y="31488"/></a:lnTo><a:lnTo><a:pt x="15787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364" name="object 364"/><p:cNvSpPr/><p:nvPr/></p:nvSpPr><p:spPr><a:xfrm><a:off x="17013264" y="12379861"/><a:ext cx="15875" cy="31750"/></a:xfrm><a:custGeom><a:avLst/><a:gdLst/><a:ahLst/><a:cxnLst/><a:rect l="l" t="t" r="r" b="b"/><a:pathLst><a:path w="15875" h="31750"><a:moveTo><a:pt x="6717" y="0"/></a:moveTo><a:lnTo><a:pt x="3358" y="1511"/></a:lnTo><a:lnTo><a:pt x="1091" y="5961"/></a:lnTo><a:lnTo><a:pt x="0" y="13519"/></a:lnTo><a:lnTo><a:pt x="0" y="17969"/></a:lnTo><a:lnTo><a:pt x="1091" y="25526"/></a:lnTo><a:lnTo><a:pt x="3358" y="29977"/></a:lnTo><a:lnTo><a:pt x="6717" y="31488"/></a:lnTo><a:lnTo><a:pt x="8985" y="31488"/></a:lnTo><a:lnTo><a:pt x="12428" y="29977"/></a:lnTo><a:lnTo><a:pt x="14611" y="25526"/></a:lnTo><a:lnTo><a:pt x="15787" y="17969"/></a:lnTo><a:lnTo><a:pt x="15787" y="13519"/></a:lnTo><a:lnTo><a:pt x="14611" y="5961"/></a:lnTo><a:lnTo><a:pt x="12428" y="1511"/></a:lnTo><a:lnTo><a:pt x="8985" y="0"/></a:lnTo><a:lnTo><a:pt x="6717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365" name="object 365"/><p:cNvSpPr/><p:nvPr/></p:nvSpPr><p:spPr><a:xfrm><a:off x="17035769" y="12379861"/><a:ext cx="15875" cy="31750"/></a:xfrm><a:custGeom><a:avLst/><a:gdLst/><a:ahLst/><a:cxnLst/><a:rect l="l" t="t" r="r" b="b"/><a:pathLst><a:path w="15875" h="31750"><a:moveTo><a:pt x="1175" y="7473"/></a:moveTo><a:lnTo><a:pt x="1175" y="5961"/></a:lnTo><a:lnTo><a:pt x="2267" y="3022"/></a:lnTo><a:lnTo><a:pt x="3358" y="1511"/></a:lnTo><a:lnTo><a:pt x="5626" y="0"/></a:lnTo><a:lnTo><a:pt x="10160" y="0"/></a:lnTo><a:lnTo><a:pt x="12428" y="1511"/></a:lnTo><a:lnTo><a:pt x="13519" y="3022"/></a:lnTo><a:lnTo><a:pt x="14611" y="5961"/></a:lnTo><a:lnTo><a:pt x="14611" y="8984"/></a:lnTo><a:lnTo><a:pt x="13519" y="12007"/></a:lnTo><a:lnTo><a:pt x="11252" y="16542"/></a:lnTo><a:lnTo><a:pt x="0" y="31488"/></a:lnTo><a:lnTo><a:pt x="15787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366" name="object 366"/><p:cNvSpPr/><p:nvPr/></p:nvSpPr><p:spPr><a:xfrm><a:off x="17058274" y="12379861"/><a:ext cx="15875" cy="31750"/></a:xfrm><a:custGeom><a:avLst/><a:gdLst/><a:ahLst/><a:cxnLst/><a:rect l="l" t="t" r="r" b="b"/><a:pathLst><a:path w="15875" h="31750"><a:moveTo><a:pt x="4534" y="31488"/></a:moveTo><a:lnTo><a:pt x="15787" y="0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7" name="object 367"/><p:cNvSpPr/><p:nvPr/></p:nvSpPr><p:spPr><a:xfrm><a:off x="16769065" y="12281448"/><a:ext cx="22225" cy="43815"/></a:xfrm><a:custGeom><a:avLst/><a:gdLst/><a:ahLst/><a:cxnLst/><a:rect l="l" t="t" r="r" b="b"/><a:pathLst><a:path w="22225" h="43815"><a:moveTo><a:pt x="0" y="43412"/></a:moveTo><a:lnTo><a:pt x="0" y="0"/></a:lnTo><a:lnTo><a:pt x="21749" y="43412"/></a:lnTo><a:lnTo><a:pt x="2174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8" name="object 368"/><p:cNvSpPr/><p:nvPr/></p:nvSpPr><p:spPr><a:xfrm><a:off x="16801647" y="12295975"/><a:ext cx="20320" cy="29209"/></a:xfrm><a:custGeom><a:avLst/><a:gdLst/><a:ahLst/><a:cxnLst/><a:rect l="l" t="t" r="r" b="b"/><a:pathLst><a:path w="20319" h="29209"><a:moveTo><a:pt x="7725" y="0"/></a:moveTo><a:lnTo><a:pt x="4618" y="2015"/></a:lnTo><a:lnTo><a:pt x="1511" y="6129"/></a:lnTo><a:lnTo><a:pt x="0" y="12343"/></a:lnTo><a:lnTo><a:pt x="0" y="16458"/></a:lnTo><a:lnTo><a:pt x="1511" y="22671"/></a:lnTo><a:lnTo><a:pt x="4618" y="26786"/></a:lnTo><a:lnTo><a:pt x="7725" y="28885"/></a:lnTo><a:lnTo><a:pt x="12344" y="28885"/></a:lnTo><a:lnTo><a:pt x="15451" y="26786"/></a:lnTo><a:lnTo><a:pt x="18558" y="22671"/></a:lnTo><a:lnTo><a:pt x="20069" y="16458"/></a:lnTo><a:lnTo><a:pt x="20069" y="12343"/></a:lnTo><a:lnTo><a:pt x="18558" y="6129"/></a:lnTo><a:lnTo><a:pt x="15451" y="2015"/></a:lnTo><a:lnTo><a:pt x="12344" y="0"/></a:lnTo><a:lnTo><a:pt x="7725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369" name="object 369"/><p:cNvSpPr/><p:nvPr/></p:nvSpPr><p:spPr><a:xfrm><a:off x="16832550" y="12320746"/><a:ext cx="3175" cy="4445"/></a:xfrm><a:custGeom><a:avLst/><a:gdLst/><a:ahLst/><a:cxnLst/><a:rect l="l" t="t" r="r" b="b"/><a:pathLst><a:path w="3175" h="4445"><a:moveTo><a:pt x="1595" y="0"/></a:moveTo><a:lnTo><a:pt x="0" y="2015"/></a:lnTo><a:lnTo><a:pt x="1595" y="4114"/></a:lnTo><a:lnTo><a:pt x="3107" y="2015"/></a:lnTo><a:lnTo><a:pt x="1595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370" name="object 370"/><p:cNvSpPr/><p:nvPr/></p:nvSpPr><p:spPr><a:xfrm><a:off x="16880583" y="12281448"/><a:ext cx="20320" cy="43815"/></a:xfrm><a:custGeom><a:avLst/><a:gdLst/><a:ahLst/><a:cxnLst/><a:rect l="l" t="t" r="r" b="b"/><a:pathLst><a:path w="20319" h="43815"><a:moveTo><a:pt x="0" y="43412"/></a:moveTo><a:lnTo><a:pt x="0" y="0"/></a:lnTo><a:lnTo><a:pt x="2006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1" name="object 371"/><p:cNvSpPr/><p:nvPr/></p:nvSpPr><p:spPr><a:xfrm><a:off x="16880583" y="12302105"/><a:ext cx="12700" cy="0"/></a:xfrm><a:custGeom><a:avLst/><a:gdLst/><a:ahLst/><a:cxnLst/><a:rect l="l" t="t" r="r" b="b"/><a:pathLst><a:path w="12700" h="0"><a:moveTo><a:pt x="0" y="0"/></a:moveTo><a:lnTo><a:pt x="1234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2" name="object 372"/><p:cNvSpPr/><p:nvPr/></p:nvSpPr><p:spPr><a:xfrm><a:off x="16880583" y="12324860"/><a:ext cx="20320" cy="0"/></a:xfrm><a:custGeom><a:avLst/><a:gdLst/><a:ahLst/><a:cxnLst/><a:rect l="l" t="t" r="r" b="b"/><a:pathLst><a:path w="20319" h="0"><a:moveTo><a:pt x="0" y="0"/></a:moveTo><a:lnTo><a:pt x="2006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3" name="object 373"/><p:cNvSpPr/><p:nvPr/></p:nvSpPr><p:spPr><a:xfrm><a:off x="16909975" y="12306219"/><a:ext cx="27940" cy="0"/></a:xfrm><a:custGeom><a:avLst/><a:gdLst/><a:ahLst/><a:cxnLst/><a:rect l="l" t="t" r="r" b="b"/><a:pathLst><a:path w="27940" h="0"><a:moveTo><a:pt x="0" y="0"/></a:moveTo><a:lnTo><a:pt x="2787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4" name="object 374"/><p:cNvSpPr/><p:nvPr/></p:nvSpPr><p:spPr><a:xfrm><a:off x="16953305" y="12281448"/><a:ext cx="8255" cy="43815"/></a:xfrm><a:custGeom><a:avLst/><a:gdLst/><a:ahLst/><a:cxnLst/><a:rect l="l" t="t" r="r" b="b"/><a:pathLst><a:path w="8255" h="43815"><a:moveTo><a:pt x="0" y="8312"/></a:moveTo><a:lnTo><a:pt x="3107" y="6213"/></a:lnTo><a:lnTo><a:pt x="7809" y="0"/></a:lnTo><a:lnTo><a:pt x="7809" y="43412"/></a:lnTo></a:path></a:pathLst></a:custGeom><a:ln w="3175"><a:solidFill><a:srgbClr val="000000"/></a:solidFill></a:ln></p:spPr><p:txBody><a:bodyPr wrap="square" lIns="0" tIns="0" rIns="0" bIns="0" rtlCol="0"/><a:lstStyle/><a:p/></p:txBody></p:sp><p:sp><p:nvSpPr><p:cNvPr id="375" name="object 375"/><p:cNvSpPr/><p:nvPr/></p:nvSpPr><p:spPr><a:xfrm><a:off x="16981185" y="12281448"/><a:ext cx="20320" cy="43815"/></a:xfrm><a:custGeom><a:avLst/><a:gdLst/><a:ahLst/><a:cxnLst/><a:rect l="l" t="t" r="r" b="b"/><a:pathLst><a:path w="20319" h="43815"><a:moveTo><a:pt x="18558" y="6213"/></a:moveTo><a:lnTo><a:pt x="17046" y="2099"/></a:lnTo><a:lnTo><a:pt x="12428" y="0"/></a:lnTo><a:lnTo><a:pt x="9321" y="0"/></a:lnTo><a:lnTo><a:pt x="4618" y="2099"/></a:lnTo><a:lnTo><a:pt x="1595" y="8312"/></a:lnTo><a:lnTo><a:pt x="0" y="18641"/></a:lnTo><a:lnTo><a:pt x="0" y="28969"/></a:lnTo><a:lnTo><a:pt x="1595" y="37198"/></a:lnTo><a:lnTo><a:pt x="4618" y="41313"/></a:lnTo><a:lnTo><a:pt x="9321" y="43412"/></a:lnTo><a:lnTo><a:pt x="10832" y="43412"/></a:lnTo><a:lnTo><a:pt x="15535" y="41313"/></a:lnTo><a:lnTo><a:pt x="18558" y="37198"/></a:lnTo><a:lnTo><a:pt x="20153" y="30984"/></a:lnTo><a:lnTo><a:pt x="20153" y="28969"/></a:lnTo><a:lnTo><a:pt x="0" y="28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376" name="object 376"/><p:cNvSpPr/><p:nvPr/></p:nvSpPr><p:spPr><a:xfrm><a:off x="17010576" y="12281448"/><a:ext cx="20320" cy="43815"/></a:xfrm><a:custGeom><a:avLst/><a:gdLst/><a:ahLst/><a:cxnLst/><a:rect l="l" t="t" r="r" b="b"/><a:pathLst><a:path w="20319" h="43815"><a:moveTo><a:pt x="20153" y="14526"/></a:moveTo><a:lnTo><a:pt x="0" y="14526"/></a:lnTo><a:lnTo><a:pt x="0" y="12427"/></a:lnTo><a:lnTo><a:pt x="1595" y="6213"/></a:lnTo><a:lnTo><a:pt x="4702" y="2099"/></a:lnTo><a:lnTo><a:pt x="9321" y="0"/></a:lnTo><a:lnTo><a:pt x="10916" y="0"/></a:lnTo><a:lnTo><a:pt x="15535" y="2099"/></a:lnTo><a:lnTo><a:pt x="18642" y="6213"/></a:lnTo><a:lnTo><a:pt x="20153" y="14526"/></a:lnTo><a:lnTo><a:pt x="20153" y="24771"/></a:lnTo><a:lnTo><a:pt x="18642" y="35099"/></a:lnTo><a:lnTo><a:pt x="15535" y="41313"/></a:lnTo><a:lnTo><a:pt x="10916" y="43412"/></a:lnTo><a:lnTo><a:pt x="7809" y="43412"/></a:lnTo><a:lnTo><a:pt x="3107" y="41313"/></a:lnTo><a:lnTo><a:pt x="1595" y="37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377" name="object 377"/><p:cNvSpPr/><p:nvPr/></p:nvSpPr><p:spPr><a:xfrm><a:off x="17041564" y="12281448"/><a:ext cx="23495" cy="43815"/></a:xfrm><a:custGeom><a:avLst/><a:gdLst/><a:ahLst/><a:cxnLst/><a:rect l="l" t="t" r="r" b="b"/><a:pathLst><a:path w="23494" h="43815"><a:moveTo><a:pt x="15535" y="0"/></a:moveTo><a:lnTo><a:pt x="0" y="28969"/></a:lnTo><a:lnTo><a:pt x="23261" y="28969"/></a:lnTo></a:path><a:path w="23494" h="43815"><a:moveTo><a:pt x="15535" y="0"/></a:moveTo><a:lnTo><a:pt x="15535" y="43412"/></a:lnTo></a:path></a:pathLst></a:custGeom><a:ln w="3175"><a:solidFill><a:srgbClr val="000000"/></a:solidFill></a:ln></p:spPr><p:txBody><a:bodyPr wrap="square" lIns="0" tIns="0" rIns="0" bIns="0" rtlCol="0"/><a:lstStyle/><a:p/></p:txBody></p:sp><p:sp><p:nvSpPr><p:cNvPr id="378" name="object 378"/><p:cNvSpPr/><p:nvPr/></p:nvSpPr><p:spPr><a:xfrm><a:off x="17072550" y="12281448"/><a:ext cx="22225" cy="43815"/></a:xfrm><a:custGeom><a:avLst/><a:gdLst/><a:ahLst/><a:cxnLst/><a:rect l="l" t="t" r="r" b="b"/><a:pathLst><a:path w="22225" h="43815"><a:moveTo><a:pt x="18558" y="0"/></a:moveTo><a:lnTo><a:pt x="3107" y="0"/></a:lnTo><a:lnTo><a:pt x="1511" y="18641"/></a:lnTo><a:lnTo><a:pt x="3107" y="16542"/></a:lnTo><a:lnTo><a:pt x="7725" y="14526"/></a:lnTo><a:lnTo><a:pt x="12344" y="14526"/></a:lnTo><a:lnTo><a:pt x="17046" y="16542"/></a:lnTo><a:lnTo><a:pt x="20153" y="20656"/></a:lnTo><a:lnTo><a:pt x="21665" y="26870"/></a:lnTo><a:lnTo><a:pt x="21665" y="30984"/></a:lnTo><a:lnTo><a:pt x="20153" y="37198"/></a:lnTo><a:lnTo><a:pt x="17046" y="41313"/></a:lnTo><a:lnTo><a:pt x="12344" y="43412"/></a:lnTo><a:lnTo><a:pt x="7725" y="43412"/></a:lnTo><a:lnTo><a:pt x="3107" y="41313"/></a:lnTo><a:lnTo><a:pt x="1511" y="39297"/></a:lnTo><a:lnTo><a:pt x="0" y="35099"/></a:lnTo></a:path></a:pathLst></a:custGeom><a:ln w="3175"><a:solidFill><a:srgbClr val="000000"/></a:solidFill></a:ln></p:spPr><p:txBody><a:bodyPr wrap="square" lIns="0" tIns="0" rIns="0" bIns="0" rtlCol="0"/><a:lstStyle/><a:p/></p:txBody></p:sp><p:sp><p:nvSpPr><p:cNvPr id="379" name="object 379"/><p:cNvSpPr/><p:nvPr/></p:nvSpPr><p:spPr><a:xfrm><a:off x="17254523" y="12434608"/><a:ext cx="10795" cy="28575"/></a:xfrm><a:custGeom><a:avLst/><a:gdLst/><a:ahLst/><a:cxnLst/><a:rect l="l" t="t" r="r" b="b"/><a:pathLst><a:path w="10794" h="28575"><a:moveTo><a:pt x="0" y="28465"/></a:moveTo><a:lnTo><a:pt x="1595" y="26366"/></a:lnTo><a:lnTo><a:pt x="6849" y="19091"/></a:lnTo><a:lnTo><a:pt x="9626" y="11550"/></a:lnTo><a:lnTo><a:pt x="10328" y="2603"/></a:lnTo><a:lnTo><a:pt x="1041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0" name="object 380"/><p:cNvSpPr/><p:nvPr/></p:nvSpPr><p:spPr><a:xfrm><a:off x="17226811" y="12445944"/><a:ext cx="10160" cy="26034"/></a:xfrm><a:custGeom><a:avLst/><a:gdLst/><a:ahLst/><a:cxnLst/><a:rect l="l" t="t" r="r" b="b"/><a:pathLst><a:path w="10159" h="26034"><a:moveTo><a:pt x="9573" y="0"/></a:moveTo><a:lnTo><a:pt x="7389" y="3274"/></a:lnTo><a:lnTo><a:pt x="3885" y="8983"/></a:lnTo><a:lnTo><a:pt x="1706" y="15002"/></a:lnTo><a:lnTo><a:pt x="503" y="21580"/></a:lnTo><a:lnTo><a:pt x="0" y="25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381" name="object 381"/><p:cNvSpPr/><p:nvPr/></p:nvSpPr><p:spPr><a:xfrm><a:off x="17155601" y="12561402"/><a:ext cx="31115" cy="1270"/></a:xfrm><a:custGeom><a:avLst/><a:gdLst/><a:ahLst/><a:cxnLst/><a:rect l="l" t="t" r="r" b="b"/><a:pathLst><a:path w="31115" h="1270"><a:moveTo><a:pt x="0" y="0"/></a:moveTo><a:lnTo><a:pt x="30650" y="671"/></a:lnTo></a:path></a:pathLst></a:custGeom><a:ln w="3175"><a:solidFill><a:srgbClr val="000000"/></a:solidFill></a:ln></p:spPr><p:txBody><a:bodyPr wrap="square" lIns="0" tIns="0" rIns="0" bIns="0" rtlCol="0"/><a:lstStyle/><a:p/></p:txBody></p:sp><p:sp><p:nvSpPr><p:cNvPr id="382" name="object 382"/><p:cNvSpPr/><p:nvPr/></p:nvSpPr><p:spPr><a:xfrm><a:off x="17165678" y="12561990"/><a:ext cx="20955" cy="22225"/></a:xfrm><a:custGeom><a:avLst/><a:gdLst/><a:ahLst/><a:cxnLst/><a:rect l="l" t="t" r="r" b="b"/><a:pathLst><a:path w="20955" h="22225"><a:moveTo><a:pt x="0" y="22167"/></a:moveTo><a:lnTo><a:pt x="2183" y="20908"/></a:lnTo><a:lnTo><a:pt x="9259" y="16936"/></a:lnTo><a:lnTo><a:pt x="15959" y="9636"/></a:lnTo><a:lnTo><a:pt x="19482" y="2351"/></a:lnTo><a:lnTo><a:pt x="2057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3" name="object 383"/><p:cNvSpPr/><p:nvPr/></p:nvSpPr><p:spPr><a:xfrm><a:off x="17175335" y="12539235"/><a:ext cx="31115" cy="1905"/></a:xfrm><a:custGeom><a:avLst/><a:gdLst/><a:ahLst/><a:cxnLst/><a:rect l="l" t="t" r="r" b="b"/><a:pathLst><a:path w="31115" h="1904"><a:moveTo><a:pt x="0" y="1763"/></a:moveTo><a:lnTo><a:pt x="3065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4" name="object 384"/><p:cNvSpPr/><p:nvPr/></p:nvSpPr><p:spPr><a:xfrm><a:off x="17187259" y="12539235"/><a:ext cx="19050" cy="24130"/></a:xfrm><a:custGeom><a:avLst/><a:gdLst/><a:ahLst/><a:cxnLst/><a:rect l="l" t="t" r="r" b="b"/><a:pathLst><a:path w="19050" h="24129"><a:moveTo><a:pt x="0" y="23763"/></a:moveTo><a:lnTo><a:pt x="17886" y="2435"/></a:lnTo><a:lnTo><a:pt x="1872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5" name="object 385"/><p:cNvSpPr/><p:nvPr/></p:nvSpPr><p:spPr><a:xfrm><a:off x="17158205" y="12541082"/><a:ext cx="17145" cy="21590"/></a:xfrm><a:custGeom><a:avLst/><a:gdLst/><a:ahLst/><a:cxnLst/><a:rect l="l" t="t" r="r" b="b"/><a:pathLst><a:path w="17144" h="21590"><a:moveTo><a:pt x="17130" y="0"/></a:moveTo><a:lnTo><a:pt x="14947" y="1679"/></a:lnTo><a:lnTo><a:pt x="8890" y="6563"/></a:lnTo><a:lnTo><a:pt x="4768" y="11848"/></a:lnTo><a:lnTo><a:pt x="1175" y="18725"/></a:lnTo><a:lnTo><a:pt x="0" y="2116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6" name="object 386"/><p:cNvSpPr/><p:nvPr/></p:nvSpPr><p:spPr><a:xfrm><a:off x="17193389" y="12514883"/><a:ext cx="30480" cy="4445"/></a:xfrm><a:custGeom><a:avLst/><a:gdLst/><a:ahLst/><a:cxnLst/><a:rect l="l" t="t" r="r" b="b"/><a:pathLst><a:path w="30480" h="4445"><a:moveTo><a:pt x="0" y="4282"/></a:moveTo><a:lnTo><a:pt x="3039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7" name="object 387"/><p:cNvSpPr/><p:nvPr/></p:nvSpPr><p:spPr><a:xfrm><a:off x="17206994" y="12514883"/><a:ext cx="17145" cy="25400"/></a:xfrm><a:custGeom><a:avLst/><a:gdLst/><a:ahLst/><a:cxnLst/><a:rect l="l" t="t" r="r" b="b"/><a:pathLst><a:path w="17144" h="25400"><a:moveTo><a:pt x="0" y="25190"/></a:moveTo><a:lnTo><a:pt x="2015" y="23595"/></a:lnTo><a:lnTo><a:pt x="8568" y="18078"/></a:lnTo><a:lnTo><a:pt x="13529" y="10683"/></a:lnTo><a:lnTo><a:pt x="16123" y="2519"/></a:lnTo><a:lnTo><a:pt x="1679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8" name="object 388"/><p:cNvSpPr/><p:nvPr/></p:nvSpPr><p:spPr><a:xfrm><a:off x="17178022" y="12519166"/><a:ext cx="15875" cy="22860"/></a:xfrm><a:custGeom><a:avLst/><a:gdLst/><a:ahLst/><a:cxnLst/><a:rect l="l" t="t" r="r" b="b"/><a:pathLst><a:path w="15875" h="22859"><a:moveTo><a:pt x="15367" y="0"/></a:moveTo><a:lnTo><a:pt x="13351" y="1847"/></a:lnTo><a:lnTo><a:pt x="8027" y="6931"/></a:lnTo><a:lnTo><a:pt x="3718" y="13130"/></a:lnTo><a:lnTo><a:pt x="1007" y="19984"/></a:lnTo><a:lnTo><a:pt x="0" y="22503"/></a:lnTo></a:path></a:pathLst></a:custGeom><a:ln w="3175"><a:solidFill><a:srgbClr val="000000"/></a:solidFill></a:ln></p:spPr><p:txBody><a:bodyPr wrap="square" lIns="0" tIns="0" rIns="0" bIns="0" rtlCol="0"/><a:lstStyle/><a:p/></p:txBody></p:sp><p:sp><p:nvSpPr><p:cNvPr id="389" name="object 389"/><p:cNvSpPr/><p:nvPr/></p:nvSpPr><p:spPr><a:xfrm><a:off x="17209597" y="12489272"/><a:ext cx="30480" cy="6985"/></a:xfrm><a:custGeom><a:avLst/><a:gdLst/><a:ahLst/><a:cxnLst/><a:rect l="l" t="t" r="r" b="b"/><a:pathLst><a:path w="30480" h="6984"><a:moveTo><a:pt x="0" y="6633"/></a:moveTo><a:lnTo><a:pt x="3006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0" name="object 390"/><p:cNvSpPr/><p:nvPr/></p:nvSpPr><p:spPr><a:xfrm><a:off x="17224796" y="12489272"/><a:ext cx="15240" cy="26670"/></a:xfrm><a:custGeom><a:avLst/><a:gdLst/><a:ahLst/><a:cxnLst/><a:rect l="l" t="t" r="r" b="b"/><a:pathLst><a:path w="15240" h="26670"><a:moveTo><a:pt x="0" y="26450"/></a:moveTo><a:lnTo><a:pt x="1931" y="24687"/></a:lnTo><a:lnTo><a:pt x="7997" y="18757"/></a:lnTo><a:lnTo><a:pt x="12491" y="10816"/></a:lnTo><a:lnTo><a:pt x="14275" y="2519"/></a:lnTo><a:lnTo><a:pt x="1477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1" name="object 391"/><p:cNvSpPr/><p:nvPr/></p:nvSpPr><p:spPr><a:xfrm><a:off x="17196161" y="12495990"/><a:ext cx="13970" cy="24130"/></a:xfrm><a:custGeom><a:avLst/><a:gdLst/><a:ahLst/><a:cxnLst/><a:rect l="l" t="t" r="r" b="b"/><a:pathLst><a:path w="13969" h="24129"><a:moveTo><a:pt x="13519" y="0"/></a:moveTo><a:lnTo><a:pt x="11588" y="2015"/></a:lnTo><a:lnTo><a:pt x="6699" y="7526"/></a:lnTo><a:lnTo><a:pt x="2997" y="13971"/></a:lnTo><a:lnTo><a:pt x="755" y="20992"/></a:lnTo><a:lnTo><a:pt x="0" y="23595"/></a:lnTo></a:path></a:pathLst></a:custGeom><a:ln w="3175"><a:solidFill><a:srgbClr val="000000"/></a:solidFill></a:ln></p:spPr><p:txBody><a:bodyPr wrap="square" lIns="0" tIns="0" rIns="0" bIns="0" rtlCol="0"/><a:lstStyle/><a:p/></p:txBody></p:sp><p:sp><p:nvSpPr><p:cNvPr id="392" name="object 392"/><p:cNvSpPr/><p:nvPr/></p:nvSpPr><p:spPr><a:xfrm><a:off x="17223956" y="12462486"/><a:ext cx="29845" cy="9525"/></a:xfrm><a:custGeom><a:avLst/><a:gdLst/><a:ahLst/><a:cxnLst/><a:rect l="l" t="t" r="r" b="b"/><a:pathLst><a:path w="29844" h="9525"><a:moveTo><a:pt x="0" y="8984"/></a:moveTo><a:lnTo><a:pt x="2939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3" name="object 393"/><p:cNvSpPr/><p:nvPr/></p:nvSpPr><p:spPr><a:xfrm><a:off x="17240668" y="12462486"/><a:ext cx="12700" cy="27940"/></a:xfrm><a:custGeom><a:avLst/><a:gdLst/><a:ahLst/><a:cxnLst/><a:rect l="l" t="t" r="r" b="b"/><a:pathLst><a:path w="12700" h="27940"><a:moveTo><a:pt x="0" y="27458"/></a:moveTo><a:lnTo><a:pt x="12344" y="2519"/></a:lnTo><a:lnTo><a:pt x="126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4" name="object 394"/><p:cNvSpPr/><p:nvPr/></p:nvSpPr><p:spPr><a:xfrm><a:off x="17212368" y="12471471"/><a:ext cx="12065" cy="24765"/></a:xfrm><a:custGeom><a:avLst/><a:gdLst/><a:ahLst/><a:cxnLst/><a:rect l="l" t="t" r="r" b="b"/><a:pathLst><a:path w="12065" h="24765"><a:moveTo><a:pt x="11588" y="0"/></a:moveTo><a:lnTo><a:pt x="9153" y="3106"/></a:lnTo><a:lnTo><a:pt x="5102" y="8752"/></a:lnTo><a:lnTo><a:pt x="2682" y="14147"/></a:lnTo><a:lnTo><a:pt x="839" y="20824"/></a:lnTo><a:lnTo><a:pt x="0" y="24687"/></a:lnTo></a:path></a:pathLst></a:custGeom><a:ln w="3175"><a:solidFill><a:srgbClr val="000000"/></a:solidFill></a:ln></p:spPr><p:txBody><a:bodyPr wrap="square" lIns="0" tIns="0" rIns="0" bIns="0" rtlCol="0"/><a:lstStyle/><a:p/></p:txBody></p:sp><p:sp><p:nvSpPr><p:cNvPr id="395" name="object 395"/><p:cNvSpPr/><p:nvPr/></p:nvSpPr><p:spPr><a:xfrm><a:off x="17087582" y="12612288"/><a:ext cx="29845" cy="8255"/></a:xfrm><a:custGeom><a:avLst/><a:gdLst/><a:ahLst/><a:cxnLst/><a:rect l="l" t="t" r="r" b="b"/><a:pathLst><a:path w="29844" h="8254"><a:moveTo><a:pt x="0" y="0"/></a:moveTo><a:lnTo><a:pt x="29643" y="7809"/></a:lnTo></a:path></a:pathLst></a:custGeom><a:ln w="3175"><a:solidFill><a:srgbClr val="000000"/></a:solidFill></a:ln></p:spPr><p:txBody><a:bodyPr wrap="square" lIns="0" tIns="0" rIns="0" bIns="0" rtlCol="0"/><a:lstStyle/><a:p/></p:txBody></p:sp><p:sp><p:nvSpPr><p:cNvPr id="396" name="object 396"/><p:cNvSpPr/><p:nvPr/></p:nvSpPr><p:spPr><a:xfrm><a:off x="17092032" y="12620097"/><a:ext cx="25400" cy="17145"/></a:xfrm><a:custGeom><a:avLst/><a:gdLst/><a:ahLst/><a:cxnLst/><a:rect l="l" t="t" r="r" b="b"/><a:pathLst><a:path w="25400" h="17145"><a:moveTo><a:pt x="0" y="16625"/></a:moveTo><a:lnTo><a:pt x="2435" y="15954"/></a:lnTo><a:lnTo><a:pt x="10424" y="13597"/></a:lnTo><a:lnTo><a:pt x="18271" y="8406"/></a:lnTo><a:lnTo><a:pt x="23596" y="2015"/></a:lnTo><a:lnTo><a:pt x="2527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7" name="object 397"/><p:cNvSpPr/><p:nvPr/></p:nvSpPr><p:spPr><a:xfrm><a:off x="17111514" y="12597090"/><a:ext cx="30480" cy="5715"/></a:xfrm><a:custGeom><a:avLst/><a:gdLst/><a:ahLst/><a:cxnLst/><a:rect l="l" t="t" r="r" b="b"/><a:pathLst><a:path w="30480" h="5715"><a:moveTo><a:pt x="0" y="0"/></a:moveTo><a:lnTo><a:pt x="30230" y="5541"/></a:lnTo></a:path></a:pathLst></a:custGeom><a:ln w="3175"><a:solidFill><a:srgbClr val="000000"/></a:solidFill></a:ln></p:spPr><p:txBody><a:bodyPr wrap="square" lIns="0" tIns="0" rIns="0" bIns="0" rtlCol="0"/><a:lstStyle/><a:p/></p:txBody></p:sp><p:sp><p:nvSpPr><p:cNvPr id="398" name="object 398"/><p:cNvSpPr/><p:nvPr/></p:nvSpPr><p:spPr><a:xfrm><a:off x="17117981" y="12602631"/><a:ext cx="24130" cy="19050"/></a:xfrm><a:custGeom><a:avLst/><a:gdLst/><a:ahLst/><a:cxnLst/><a:rect l="l" t="t" r="r" b="b"/><a:pathLst><a:path w="24130" h="19050"><a:moveTo><a:pt x="0" y="18557"/></a:moveTo><a:lnTo><a:pt x="2435" y="17717"/></a:lnTo><a:lnTo><a:pt x="10620" y="14365"/></a:lnTo><a:lnTo><a:pt x="17209" y="9256"/></a:lnTo><a:lnTo><a:pt x="22421" y="2099"/></a:lnTo><a:lnTo><a:pt x="2384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9" name="object 399"/><p:cNvSpPr/><p:nvPr/></p:nvSpPr><p:spPr><a:xfrm><a:off x="17090016" y="12597174"/><a:ext cx="21590" cy="17145"/></a:xfrm><a:custGeom><a:avLst/><a:gdLst/><a:ahLst/><a:cxnLst/><a:rect l="l" t="t" r="r" b="b"/><a:pathLst><a:path w="21590" h="17145"><a:moveTo><a:pt x="21581" y="0"/></a:moveTo><a:lnTo><a:pt x="19062" y="1091"/></a:lnTo><a:lnTo><a:pt x="12258" y="4321"/></a:lnTo><a:lnTo><a:pt x="6636" y="8704"/></a:lnTo><a:lnTo><a:pt x="1679" y="14358"/></a:lnTo><a:lnTo><a:pt x="0" y="16542"/></a:lnTo></a:path></a:pathLst></a:custGeom><a:ln w="3175"><a:solidFill><a:srgbClr val="000000"/></a:solidFill></a:ln></p:spPr><p:txBody><a:bodyPr wrap="square" lIns="0" tIns="0" rIns="0" bIns="0" rtlCol="0"/><a:lstStyle/><a:p/></p:txBody></p:sp><p:sp><p:nvSpPr><p:cNvPr id="400" name="object 400"/><p:cNvSpPr/><p:nvPr/></p:nvSpPr><p:spPr><a:xfrm><a:off x="17114034" y="12580127"/><a:ext cx="20320" cy="18415"/></a:xfrm><a:custGeom><a:avLst/><a:gdLst/><a:ahLst/><a:cxnLst/><a:rect l="l" t="t" r="r" b="b"/><a:pathLst><a:path w="20319" h="18415"><a:moveTo><a:pt x="20237" y="0"/></a:moveTo><a:lnTo><a:pt x="17802" y="1343"/></a:lnTo><a:lnTo><a:pt x="11399" y="4936"/></a:lnTo><a:lnTo><a:pt x="5883" y="10009"/></a:lnTo><a:lnTo><a:pt x="1595" y="15954"/></a:lnTo><a:lnTo><a:pt x="0" y="18221"/></a:lnTo></a:path></a:pathLst></a:custGeom><a:ln w="3175"><a:solidFill><a:srgbClr val="000000"/></a:solidFill></a:ln></p:spPr><p:txBody><a:bodyPr wrap="square" lIns="0" tIns="0" rIns="0" bIns="0" rtlCol="0"/><a:lstStyle/><a:p/></p:txBody></p:sp><p:sp><p:nvSpPr><p:cNvPr id="401" name="object 401"/><p:cNvSpPr/><p:nvPr/></p:nvSpPr><p:spPr><a:xfrm><a:off x="17134271" y="12580127"/><a:ext cx="31115" cy="3175"/></a:xfrm><a:custGeom><a:avLst/><a:gdLst/><a:ahLst/><a:cxnLst/><a:rect l="l" t="t" r="r" b="b"/><a:pathLst><a:path w="31115" h="3175"><a:moveTo><a:pt x="0" y="0"/></a:moveTo><a:lnTo><a:pt x="30566" y="3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402" name="object 402"/><p:cNvSpPr/><p:nvPr/></p:nvSpPr><p:spPr><a:xfrm><a:off x="17142585" y="12583235"/><a:ext cx="22860" cy="20955"/></a:xfrm><a:custGeom><a:avLst/><a:gdLst/><a:ahLst/><a:cxnLst/><a:rect l="l" t="t" r="r" b="b"/><a:pathLst><a:path w="22859" h="20954"><a:moveTo><a:pt x="0" y="20404"/></a:moveTo><a:lnTo><a:pt x="2351" y="19396"/></a:lnTo><a:lnTo><a:pt x="9939" y="15457"/></a:lnTo><a:lnTo><a:pt x="16709" y="9650"/></a:lnTo><a:lnTo><a:pt x="20993" y="2183"/></a:lnTo><a:lnTo><a:pt x="222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3" name="object 403"/><p:cNvSpPr/><p:nvPr/></p:nvSpPr><p:spPr><a:xfrm><a:off x="17136875" y="12561402"/><a:ext cx="19050" cy="20320"/></a:xfrm><a:custGeom><a:avLst/><a:gdLst/><a:ahLst/><a:cxnLst/><a:rect l="l" t="t" r="r" b="b"/><a:pathLst><a:path w="19050" h="20320"><a:moveTo><a:pt x="18726" y="0"/></a:moveTo><a:lnTo><a:pt x="16375" y="1511"/></a:lnTo><a:lnTo><a:pt x="10324" y="5672"/></a:lnTo><a:lnTo><a:pt x="5221" y="11158"/></a:lnTo><a:lnTo><a:pt x="1343" y="17381"/></a:lnTo><a:lnTo><a:pt x="0" y="19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404" name="object 404"/><p:cNvSpPr/><p:nvPr/></p:nvSpPr><p:spPr><a:xfrm><a:off x="17236385" y="12434608"/><a:ext cx="28575" cy="11430"/></a:xfrm><a:custGeom><a:avLst/><a:gdLst/><a:ahLst/><a:cxnLst/><a:rect l="l" t="t" r="r" b="b"/><a:pathLst><a:path w="28575" h="11429"><a:moveTo><a:pt x="0" y="11335"/></a:moveTo><a:lnTo><a:pt x="2855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5" name="object 405"/><p:cNvSpPr/><p:nvPr/></p:nvSpPr><p:spPr><a:xfrm><a:off x="17246714" y="12405975"/><a:ext cx="27940" cy="13970"/></a:xfrm><a:custGeom><a:avLst/><a:gdLst/><a:ahLst/><a:cxnLst/><a:rect l="l" t="t" r="r" b="b"/><a:pathLst><a:path w="27940" h="13970"><a:moveTo><a:pt x="0" y="13519"/></a:moveTo><a:lnTo><a:pt x="2754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6" name="object 406"/><p:cNvSpPr/><p:nvPr/></p:nvSpPr><p:spPr><a:xfrm><a:off x="17254859" y="12376669"/><a:ext cx="26670" cy="15875"/></a:xfrm><a:custGeom><a:avLst/><a:gdLst/><a:ahLst/><a:cxnLst/><a:rect l="l" t="t" r="r" b="b"/><a:pathLst><a:path w="26669" h="15875"><a:moveTo><a:pt x="0" y="15702"/></a:moveTo><a:lnTo><a:pt x="2645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7" name="object 407"/><p:cNvSpPr/><p:nvPr/></p:nvSpPr><p:spPr><a:xfrm><a:off x="17256729" y="12364661"/><a:ext cx="4445" cy="27305"/></a:xfrm><a:custGeom><a:avLst/><a:gdLst/><a:ahLst/><a:cxnLst/><a:rect l="l" t="t" r="r" b="b"/><a:pathLst><a:path w="4444" h="27304"><a:moveTo><a:pt x="4092" y="0"/></a:moveTo><a:lnTo><a:pt x="2748" y="3694"/></a:lnTo><a:lnTo><a:pt x="822" y="10116"/></a:lnTo><a:lnTo><a:pt x="0" y="16389"/></a:lnTo><a:lnTo><a:pt x="397" y="23091"/></a:lnTo><a:lnTo><a:pt x="817" y="27038"/></a:lnTo></a:path></a:pathLst></a:custGeom><a:ln w="3175"><a:solidFill><a:srgbClr val="000000"/></a:solidFill></a:ln></p:spPr><p:txBody><a:bodyPr wrap="square" lIns="0" tIns="0" rIns="0" bIns="0" rtlCol="0"/><a:lstStyle/><a:p/></p:txBody></p:sp><p:sp><p:nvSpPr><p:cNvPr id="408" name="object 408"/><p:cNvSpPr/><p:nvPr/></p:nvSpPr><p:spPr><a:xfrm><a:off x="17257210" y="12223761"/><a:ext cx="7620" cy="26670"/></a:xfrm><a:custGeom><a:avLst/><a:gdLst/><a:ahLst/><a:cxnLst/><a:rect l="l" t="t" r="r" b="b"/><a:pathLst><a:path w="7619" h="26670"><a:moveTo><a:pt x="0" y="0"/></a:moveTo><a:lnTo><a:pt x="251" y="3946"/></a:lnTo><a:lnTo><a:pt x="877" y="10714"/></a:lnTo><a:lnTo><a:pt x="2610" y="16634"/></a:lnTo><a:lnTo><a:pt x="5542" y="22755"/></a:lnTo><a:lnTo><a:pt x="7473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409" name="object 409"/><p:cNvSpPr/><p:nvPr/></p:nvSpPr><p:spPr><a:xfrm><a:off x="17180374" y="12259616"/><a:ext cx="48895" cy="24765"/></a:xfrm><a:custGeom><a:avLst/><a:gdLst/><a:ahLst/><a:cxnLst/><a:rect l="l" t="t" r="r" b="b"/><a:pathLst><a:path w="48894" h="24765"><a:moveTo><a:pt x="0" y="4450"/></a:moveTo><a:lnTo><a:pt x="47109" y="0"/></a:lnTo><a:lnTo><a:pt x="48537" y="15114"/></a:lnTo><a:lnTo><a:pt x="46773" y="20404"/></a:lnTo><a:lnTo><a:pt x="44674" y="22251"/></a:lnTo><a:lnTo><a:pt x="40391" y="24351"/></a:lnTo><a:lnTo><a:pt x="35857" y="24771"/></a:lnTo><a:lnTo><a:pt x="31238" y="23511"/></a:lnTo><a:lnTo><a:pt x="28803" y="22083"/></a:lnTo><a:lnTo><a:pt x="26116" y="17213"/></a:lnTo><a:lnTo><a:pt x="24688" y="2099"/></a:lnTo></a:path></a:pathLst></a:custGeom><a:ln w="3175"><a:solidFill><a:srgbClr val="000000"/></a:solidFill></a:ln></p:spPr><p:txBody><a:bodyPr wrap="square" lIns="0" tIns="0" rIns="0" bIns="0" rtlCol="0"/><a:lstStyle/><a:p/></p:txBody></p:sp><p:sp><p:nvSpPr><p:cNvPr id="410" name="object 410"/><p:cNvSpPr/><p:nvPr/></p:nvSpPr><p:spPr><a:xfrm><a:off x="17182641" y="12273471"/><a:ext cx="24130" cy="14604"/></a:xfrm><a:custGeom><a:avLst/><a:gdLst/><a:ahLst/><a:cxnLst/><a:rect l="l" t="t" r="r" b="b"/><a:pathLst><a:path w="24130" h="14604"><a:moveTo><a:pt x="23512" y="0"/></a:moveTo><a:lnTo><a:pt x="0" y="14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411" name="object 411"/><p:cNvSpPr/><p:nvPr/></p:nvSpPr><p:spPr><a:xfrm><a:off x="17173824" y="12224013"/><a:ext cx="50800" cy="21590"/></a:xfrm><a:custGeom><a:avLst/><a:gdLst/><a:ahLst/><a:cxnLst/><a:rect l="l" t="t" r="r" b="b"/><a:pathLst><a:path w="50800" h="21590"><a:moveTo><a:pt x="0" y="8816"/></a:moveTo><a:lnTo><a:pt x="46438" y="0"/></a:lnTo><a:lnTo><a:pt x="50552" y="2158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2" name="object 412"/><p:cNvSpPr/><p:nvPr/></p:nvSpPr><p:spPr><a:xfrm><a:off x="17198176" y="12228212"/><a:ext cx="2540" cy="13335"/></a:xfrm><a:custGeom><a:avLst/><a:gdLst/><a:ahLst/><a:cxnLst/><a:rect l="l" t="t" r="r" b="b"/><a:pathLst><a:path w="2540" h="13334"><a:moveTo><a:pt x="0" y="0"/></a:moveTo><a:lnTo><a:pt x="2519" y="13267"/></a:lnTo></a:path></a:pathLst></a:custGeom><a:ln w="3175"><a:solidFill><a:srgbClr val="000000"/></a:solidFill></a:ln></p:spPr><p:txBody><a:bodyPr wrap="square" lIns="0" tIns="0" rIns="0" bIns="0" rtlCol="0"/><a:lstStyle/><a:p/></p:txBody></p:sp><p:sp><p:nvSpPr><p:cNvPr id="413" name="object 413"/><p:cNvSpPr/><p:nvPr/></p:nvSpPr><p:spPr><a:xfrm><a:off x="17173824" y="12232830"/><a:ext cx="4445" cy="21590"/></a:xfrm><a:custGeom><a:avLst/><a:gdLst/><a:ahLst/><a:cxnLst/><a:rect l="l" t="t" r="r" b="b"/><a:pathLst><a:path w="4444" h="21590"><a:moveTo><a:pt x="0" y="0"/></a:moveTo><a:lnTo><a:pt x="4114" y="21496"/></a:lnTo></a:path></a:pathLst></a:custGeom><a:ln w="3175"><a:solidFill><a:srgbClr val="000000"/></a:solidFill></a:ln></p:spPr><p:txBody><a:bodyPr wrap="square" lIns="0" tIns="0" rIns="0" bIns="0" rtlCol="0"/><a:lstStyle/><a:p/></p:txBody></p:sp><p:sp><p:nvSpPr><p:cNvPr id="414" name="object 414"/><p:cNvSpPr/><p:nvPr/></p:nvSpPr><p:spPr><a:xfrm><a:off x="17239156" y="12419494"/><a:ext cx="7620" cy="26670"/></a:xfrm><a:custGeom><a:avLst/><a:gdLst/><a:ahLst/><a:cxnLst/><a:rect l="l" t="t" r="r" b="b"/><a:pathLst><a:path w="7619" h="26670"><a:moveTo><a:pt x="7557" y="0"/></a:moveTo><a:lnTo><a:pt x="5626" y="3442"/></a:lnTo><a:lnTo><a:pt x="2755" y="8973"/></a:lnTo><a:lnTo><a:pt x="719" y="16046"/></a:lnTo><a:lnTo><a:pt x="167" y="22251"/></a:lnTo><a:lnTo><a:pt x="0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415" name="object 415"/><p:cNvSpPr/><p:nvPr/></p:nvSpPr><p:spPr><a:xfrm><a:off x="17249256" y="12392372"/><a:ext cx="5715" cy="27305"/></a:xfrm><a:custGeom><a:avLst/><a:gdLst/><a:ahLst/><a:cxnLst/><a:rect l="l" t="t" r="r" b="b"/><a:pathLst><a:path w="5715" h="27304"><a:moveTo><a:pt x="5602" y="0"/></a:moveTo><a:lnTo><a:pt x="4006" y="3610"/></a:lnTo><a:lnTo><a:pt x="1603" y="9050"/></a:lnTo><a:lnTo><a:pt x="0" y="16802"/></a:lnTo><a:lnTo><a:pt x="60" y="22755"/></a:lnTo><a:lnTo><a:pt x="144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416" name="object 416"/><p:cNvSpPr/><p:nvPr/></p:nvSpPr><p:spPr><a:xfrm><a:off x="17266112" y="12405975"/><a:ext cx="8255" cy="29209"/></a:xfrm><a:custGeom><a:avLst/><a:gdLst/><a:ahLst/><a:cxnLst/><a:rect l="l" t="t" r="r" b="b"/><a:pathLst><a:path w="8255" h="29209"><a:moveTo><a:pt x="0" y="29137"/></a:moveTo><a:lnTo><a:pt x="1427" y="26954"/></a:lnTo><a:lnTo><a:pt x="6104" y="19269"/></a:lnTo><a:lnTo><a:pt x="8212" y="11503"/></a:lnTo><a:lnTo><a:pt x="8229" y="2519"/></a:lnTo><a:lnTo><a:pt x="814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7" name="object 417"/><p:cNvSpPr/><p:nvPr/></p:nvSpPr><p:spPr><a:xfrm><a:off x="17275517" y="12376669"/><a:ext cx="6350" cy="29845"/></a:xfrm><a:custGeom><a:avLst/><a:gdLst/><a:ahLst/><a:cxnLst/><a:rect l="l" t="t" r="r" b="b"/><a:pathLst><a:path w="6350" h="29845"><a:moveTo><a:pt x="0" y="29725"/></a:moveTo><a:lnTo><a:pt x="1259" y="27458"/></a:lnTo><a:lnTo><a:pt x="3790" y="21523"/></a:lnTo><a:lnTo><a:pt x="5456" y="15331"/></a:lnTo><a:lnTo><a:pt x="6242" y="8967"/></a:lnTo><a:lnTo><a:pt x="6130" y="2519"/></a:lnTo><a:lnTo><a:pt x="579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8" name="object 418"/><p:cNvSpPr/><p:nvPr/></p:nvSpPr><p:spPr><a:xfrm><a:off x="17260822" y="12346860"/><a:ext cx="25400" cy="18415"/></a:xfrm><a:custGeom><a:avLst/><a:gdLst/><a:ahLst/><a:cxnLst/><a:rect l="l" t="t" r="r" b="b"/><a:pathLst><a:path w="25400" h="18415"><a:moveTo><a:pt x="0" y="17801"/></a:moveTo><a:lnTo><a:pt x="2510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9" name="object 419"/><p:cNvSpPr/><p:nvPr/></p:nvSpPr><p:spPr><a:xfrm><a:off x="17282571" y="12346860"/><a:ext cx="5080" cy="30480"/></a:xfrm><a:custGeom><a:avLst/><a:gdLst/><a:ahLst/><a:cxnLst/><a:rect l="l" t="t" r="r" b="b"/><a:pathLst><a:path w="5080" h="30479"><a:moveTo><a:pt x="0" y="30061"/></a:moveTo><a:lnTo><a:pt x="1007" y="27709"/></a:lnTo><a:lnTo><a:pt x="3085" y="21611"/></a:lnTo><a:lnTo><a:pt x="4247" y="15323"/></a:lnTo><a:lnTo><a:pt x="4503" y="8931"/></a:lnTo><a:lnTo><a:pt x="3862" y="2519"/></a:lnTo><a:lnTo><a:pt x="335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0" name="object 420"/><p:cNvSpPr/><p:nvPr/></p:nvSpPr><p:spPr><a:xfrm><a:off x="17264600" y="12316799"/><a:ext cx="24130" cy="20320"/></a:xfrm><a:custGeom><a:avLst/><a:gdLst/><a:ahLst/><a:cxnLst/><a:rect l="l" t="t" r="r" b="b"/><a:pathLst><a:path w="24130" h="20320"><a:moveTo><a:pt x="0" y="19732"/></a:moveTo><a:lnTo><a:pt x="2359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1" name="object 421"/><p:cNvSpPr/><p:nvPr/></p:nvSpPr><p:spPr><a:xfrm><a:off x="17287273" y="12316883"/><a:ext cx="3175" cy="30480"/></a:xfrm><a:custGeom><a:avLst/><a:gdLst/><a:ahLst/><a:cxnLst/><a:rect l="l" t="t" r="r" b="b"/><a:pathLst><a:path w="3175" h="30479"><a:moveTo><a:pt x="0" y="30229"/></a:moveTo><a:lnTo><a:pt x="839" y="27793"/></a:lnTo><a:lnTo><a:pt x="2425" y="21568"/></a:lnTo><a:lnTo><a:pt x="3090" y="15176"/></a:lnTo><a:lnTo><a:pt x="2840" y="8753"/></a:lnTo><a:lnTo><a:pt x="1679" y="2435"/></a:lnTo><a:lnTo><a:pt x="10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2" name="object 422"/><p:cNvSpPr/><p:nvPr/></p:nvSpPr><p:spPr><a:xfrm><a:off x="17261869" y="12336532"/><a:ext cx="3175" cy="27305"/></a:xfrm><a:custGeom><a:avLst/><a:gdLst/><a:ahLst/><a:cxnLst/><a:rect l="l" t="t" r="r" b="b"/><a:pathLst><a:path w="3175" h="27304"><a:moveTo><a:pt x="2730" y="0"/></a:moveTo><a:lnTo><a:pt x="1722" y="3778"/></a:lnTo><a:lnTo><a:pt x="159" y="10167"/></a:lnTo><a:lnTo><a:pt x="0" y="16842"/></a:lnTo><a:lnTo><a:pt x="883" y="23343"/></a:lnTo><a:lnTo><a:pt x="1638" y="27206"/></a:lnTo></a:path></a:pathLst></a:custGeom><a:ln w="3175"><a:solidFill><a:srgbClr val="000000"/></a:solidFill></a:ln></p:spPr><p:txBody><a:bodyPr wrap="square" lIns="0" tIns="0" rIns="0" bIns="0" rtlCol="0"/><a:lstStyle/><a:p/></p:txBody></p:sp><p:sp><p:nvSpPr><p:cNvPr id="423" name="object 423"/><p:cNvSpPr/><p:nvPr/></p:nvSpPr><p:spPr><a:xfrm><a:off x="17266196" y="12286738"/><a:ext cx="22225" cy="21590"/></a:xfrm><a:custGeom><a:avLst/><a:gdLst/><a:ahLst/><a:cxnLst/><a:rect l="l" t="t" r="r" b="b"/><a:pathLst><a:path w="22225" h="21590"><a:moveTo><a:pt x="0" y="21496"/></a:moveTo><a:lnTo><a:pt x="2191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4" name="object 424"/><p:cNvSpPr/><p:nvPr/></p:nvSpPr><p:spPr><a:xfrm><a:off x="17288113" y="12286738"/><a:ext cx="3810" cy="30480"/></a:xfrm><a:custGeom><a:avLst/><a:gdLst/><a:ahLst/><a:cxnLst/><a:rect l="l" t="t" r="r" b="b"/><a:pathLst><a:path w="3809" h="30479"><a:moveTo><a:pt x="1427" y="30145"/></a:moveTo><a:lnTo><a:pt x="2099" y="27709"/></a:lnTo><a:lnTo><a:pt x="3158" y="21348"/></a:lnTo><a:lnTo><a:pt x="3298" y="14949"/></a:lnTo><a:lnTo><a:pt x="2544" y="8590"/></a:lnTo><a:lnTo><a:pt x="923" y="235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5" name="object 425"/><p:cNvSpPr/><p:nvPr/></p:nvSpPr><p:spPr><a:xfrm><a:off x="17264368" y="12308235"/><a:ext cx="3175" cy="27305"/></a:xfrm><a:custGeom><a:avLst/><a:gdLst/><a:ahLst/><a:cxnLst/><a:rect l="l" t="t" r="r" b="b"/><a:pathLst><a:path w="3175" h="27304"><a:moveTo><a:pt x="1827" y="0"/></a:moveTo><a:lnTo><a:pt x="1072" y="3862"/></a:lnTo><a:lnTo><a:pt x="0" y="10081"/></a:lnTo><a:lnTo><a:pt x="330" y="17296"/></a:lnTo><a:lnTo><a:pt x="1827" y="23427"/></a:lnTo><a:lnTo><a:pt x="2835" y="27206"/></a:lnTo></a:path></a:pathLst></a:custGeom><a:ln w="3175"><a:solidFill><a:srgbClr val="000000"/></a:solidFill></a:ln></p:spPr><p:txBody><a:bodyPr wrap="square" lIns="0" tIns="0" rIns="0" bIns="0" rtlCol="0"/><a:lstStyle/><a:p/></p:txBody></p:sp><p:sp><p:nvSpPr><p:cNvPr id="426" name="object 426"/><p:cNvSpPr/><p:nvPr/></p:nvSpPr><p:spPr><a:xfrm><a:off x="17265440" y="12256677"/><a:ext cx="20320" cy="23495"/></a:xfrm><a:custGeom><a:avLst/><a:gdLst/><a:ahLst/><a:cxnLst/><a:rect l="l" t="t" r="r" b="b"/><a:pathLst><a:path w="20319" h="23495"><a:moveTo><a:pt x="0" y="23175"/></a:moveTo><a:lnTo><a:pt x="201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7" name="object 427"/><p:cNvSpPr/><p:nvPr/></p:nvSpPr><p:spPr><a:xfrm><a:off x="17285594" y="12256677"/><a:ext cx="5080" cy="30480"/></a:xfrm><a:custGeom><a:avLst/><a:gdLst/><a:ahLst/><a:cxnLst/><a:rect l="l" t="t" r="r" b="b"/><a:pathLst><a:path w="5080" h="30479"><a:moveTo><a:pt x="3862" y="29977"/></a:moveTo><a:lnTo><a:pt x="4282" y="27458"/></a:lnTo><a:lnTo><a:pt x="4854" y="21050"/></a:lnTo><a:lnTo><a:pt x="4526" y="14624"/></a:lnTo><a:lnTo><a:pt x="3279" y="8317"/></a:lnTo><a:lnTo><a:pt x="1091" y="22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8" name="object 428"/><p:cNvSpPr/><p:nvPr/></p:nvSpPr><p:spPr><a:xfrm><a:off x="17264428" y="12279853"/><a:ext cx="4445" cy="27305"/></a:xfrm><a:custGeom><a:avLst/><a:gdLst/><a:ahLst/><a:cxnLst/><a:rect l="l" t="t" r="r" b="b"/><a:pathLst><a:path w="4444" h="27304"><a:moveTo><a:pt x="1011" y="0"/></a:moveTo><a:lnTo><a:pt x="592" y="3946"/></a:lnTo><a:lnTo><a:pt x="0" y="10452"/></a:lnTo><a:lnTo><a:pt x="1002" y="17108"/></a:lnTo><a:lnTo><a:pt x="2859" y="23343"/></a:lnTo><a:lnTo><a:pt x="4202" y="27038"/></a:lnTo></a:path></a:pathLst></a:custGeom><a:ln w="3175"><a:solidFill><a:srgbClr val="000000"/></a:solidFill></a:ln></p:spPr><p:txBody><a:bodyPr wrap="square" lIns="0" tIns="0" rIns="0" bIns="0" rtlCol="0"/><a:lstStyle/><a:p/></p:txBody></p:sp><p:sp><p:nvSpPr><p:cNvPr id="429" name="object 429"/><p:cNvSpPr/><p:nvPr/></p:nvSpPr><p:spPr><a:xfrm><a:off x="17262417" y="12226952"/><a:ext cx="18415" cy="24765"/></a:xfrm><a:custGeom><a:avLst/><a:gdLst/><a:ahLst/><a:cxnLst/><a:rect l="l" t="t" r="r" b="b"/><a:pathLst><a:path w="18415" h="24765"><a:moveTo><a:pt x="0" y="24687"/></a:moveTo><a:lnTo><a:pt x="1830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0" name="object 430"/><p:cNvSpPr/><p:nvPr/></p:nvSpPr><p:spPr><a:xfrm><a:off x="17280807" y="12226952"/><a:ext cx="6985" cy="29845"/></a:xfrm><a:custGeom><a:avLst/><a:gdLst/><a:ahLst/><a:cxnLst/><a:rect l="l" t="t" r="r" b="b"/><a:pathLst><a:path w="6984" h="29845"><a:moveTo><a:pt x="6130" y="29641"/></a:moveTo><a:lnTo><a:pt x="6382" y="27038"/></a:lnTo><a:lnTo><a:pt x="6485" y="20630"/></a:lnTo><a:lnTo><a:pt x="5618" y="14287"/></a:lnTo><a:lnTo><a:pt x="3853" y="8127"/></a:lnTo><a:lnTo><a:pt x="1259" y="22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1" name="object 431"/><p:cNvSpPr/><p:nvPr/></p:nvSpPr><p:spPr><a:xfrm><a:off x="17262333" y="12251639"/><a:ext cx="5715" cy="27305"/></a:xfrm><a:custGeom><a:avLst/><a:gdLst/><a:ahLst/><a:cxnLst/><a:rect l="l" t="t" r="r" b="b"/><a:pathLst><a:path w="5715" h="27304"><a:moveTo><a:pt x="83" y="0"/></a:moveTo><a:lnTo><a:pt x="0" y="3946"/></a:lnTo><a:lnTo><a:pt x="26" y="10498"/></a:lnTo><a:lnTo><a:pt x="1389" y="17029"/></a:lnTo><a:lnTo><a:pt x="3862" y="23091"/></a:lnTo><a:lnTo><a:pt x="5458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432" name="object 432"/><p:cNvSpPr/><p:nvPr/></p:nvSpPr><p:spPr><a:xfrm><a:off x="17061885" y="12037349"/><a:ext cx="27940" cy="50800"/></a:xfrm><a:custGeom><a:avLst/><a:gdLst/><a:ahLst/><a:cxnLst/><a:rect l="l" t="t" r="r" b="b"/><a:pathLst><a:path w="27940" h="50800"><a:moveTo><a:pt x="27711" y="0"/></a:moveTo><a:lnTo><a:pt x="0" y="38290"/></a:lnTo><a:lnTo><a:pt x="16459" y="50213"/></a:lnTo></a:path></a:pathLst></a:custGeom><a:ln w="3175"><a:solidFill><a:srgbClr val="000000"/></a:solidFill></a:ln></p:spPr><p:txBody><a:bodyPr wrap="square" lIns="0" tIns="0" rIns="0" bIns="0" rtlCol="0"/><a:lstStyle/><a:p/></p:txBody></p:sp><p:sp><p:nvSpPr><p:cNvPr id="433" name="object 433"/><p:cNvSpPr/><p:nvPr/></p:nvSpPr><p:spPr><a:xfrm><a:off x="17071458" y="11985371"/><a:ext cx="25400" cy="11430"/></a:xfrm><a:custGeom><a:avLst/><a:gdLst/><a:ahLst/><a:cxnLst/><a:rect l="l" t="t" r="r" b="b"/><a:pathLst><a:path w="25400" h="11429"><a:moveTo><a:pt x="0" y="0"/></a:moveTo><a:lnTo><a:pt x="3191" y="2351"/></a:lnTo><a:lnTo><a:pt x="9185" y="6488"/></a:lnTo><a:lnTo><a:pt x="14034" y="8555"/></a:lnTo><a:lnTo><a:pt x="21077" y="10328"/></a:lnTo><a:lnTo><a:pt x="24940" y="11083"/></a:lnTo></a:path></a:pathLst></a:custGeom><a:ln w="3175"><a:solidFill><a:srgbClr val="000000"/></a:solidFill></a:ln></p:spPr><p:txBody><a:bodyPr wrap="square" lIns="0" tIns="0" rIns="0" bIns="0" rtlCol="0"/><a:lstStyle/><a:p/></p:txBody></p:sp><p:sp><p:nvSpPr><p:cNvPr id="434" name="object 434"/><p:cNvSpPr/><p:nvPr/></p:nvSpPr><p:spPr><a:xfrm><a:off x="17061885" y="11956150"/><a:ext cx="27940" cy="12700"/></a:xfrm><a:custGeom><a:avLst/><a:gdLst/><a:ahLst/><a:cxnLst/><a:rect l="l" t="t" r="r" b="b"/><a:pathLst><a:path w="27940" h="12700"><a:moveTo><a:pt x="27795" y="12091"/></a:moveTo><a:lnTo><a:pt x="25864" y="10412"/></a:lnTo><a:lnTo><a:pt x="19325" y="4849"/></a:lnTo><a:lnTo><a:pt x="11088" y="1385"/></a:lnTo><a:lnTo><a:pt x="2603" y="25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5" name="object 435"/><p:cNvSpPr/><p:nvPr/></p:nvSpPr><p:spPr><a:xfrm><a:off x="16823145" y="11949097"/><a:ext cx="26034" cy="8255"/></a:xfrm><a:custGeom><a:avLst/><a:gdLst/><a:ahLst/><a:cxnLst/><a:rect l="l" t="t" r="r" b="b"/><a:pathLst><a:path w="26034" h="8254"><a:moveTo><a:pt x="0" y="7893"/></a:moveTo><a:lnTo><a:pt x="3946" y="7641"/></a:lnTo><a:lnTo><a:pt x="10864" y="6843"/></a:lnTo><a:lnTo><a:pt x="16463" y="5045"/></a:lnTo><a:lnTo><a:pt x="22673" y="1931"/></a:lnTo><a:lnTo><a:pt x="2603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6" name="object 436"/><p:cNvSpPr/><p:nvPr/></p:nvSpPr><p:spPr><a:xfrm><a:off x="17033838" y="11945150"/><a:ext cx="12065" cy="28575"/></a:xfrm><a:custGeom><a:avLst/><a:gdLst/><a:ahLst/><a:cxnLst/><a:rect l="l" t="t" r="r" b="b"/><a:pathLst><a:path w="12065" h="28575"><a:moveTo><a:pt x="11840" y="2829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7" name="object 437"/><p:cNvSpPr/><p:nvPr/></p:nvSpPr><p:spPr><a:xfrm><a:off x="17005034" y="11936417"/><a:ext cx="14604" cy="27305"/></a:xfrm><a:custGeom><a:avLst/><a:gdLst/><a:ahLst/><a:cxnLst/><a:rect l="l" t="t" r="r" b="b"/><a:pathLst><a:path w="14605" h="27304"><a:moveTo><a:pt x="14023" y="2729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8" name="object 438"/><p:cNvSpPr/><p:nvPr/></p:nvSpPr><p:spPr><a:xfrm><a:off x="16991766" y="11956066"/><a:ext cx="27305" cy="5715"/></a:xfrm><a:custGeom><a:avLst/><a:gdLst/><a:ahLst/><a:cxnLst/><a:rect l="l" t="t" r="r" b="b"/><a:pathLst><a:path w="27305" h="5715"><a:moveTo><a:pt x="0" y="0"/></a:moveTo><a:lnTo><a:pt x="3610" y="1511"/></a:lnTo><a:lnTo><a:pt x="9407" y="3963"/></a:lnTo><a:lnTo><a:pt x="16561" y="5136"/></a:lnTo><a:lnTo><a:pt x="22841" y="5038"/></a:lnTo><a:lnTo><a:pt x="26787" y="487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9" name="object 439"/><p:cNvSpPr/><p:nvPr/></p:nvSpPr><p:spPr><a:xfrm><a:off x="16768393" y="11951363"/><a:ext cx="27940" cy="13970"/></a:xfrm><a:custGeom><a:avLst/><a:gdLst/><a:ahLst/><a:cxnLst/><a:rect l="l" t="t" r="r" b="b"/><a:pathLst><a:path w="27940" h="13970"><a:moveTo><a:pt x="27543" y="1360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0" name="object 440"/><p:cNvSpPr/><p:nvPr/></p:nvSpPr><p:spPr><a:xfrm><a:off x="16740849" y="11950188"/><a:ext cx="27305" cy="13970"/></a:xfrm><a:custGeom><a:avLst/><a:gdLst/><a:ahLst/><a:cxnLst/><a:rect l="l" t="t" r="r" b="b"/><a:pathLst><a:path w="27305" h="13970"><a:moveTo><a:pt x="27039" y="0"/></a:moveTo><a:lnTo><a:pt x="24520" y="419"/></a:lnTo><a:lnTo><a:pt x="15991" y="1922"/></a:lnTo><a:lnTo><a:pt x="8172" y="5831"/></a:lnTo><a:lnTo><a:pt x="1847" y="11755"/></a:lnTo><a:lnTo><a:pt x="0" y="13519"/></a:lnTo></a:path></a:pathLst></a:custGeom><a:ln w="3175"><a:solidFill><a:srgbClr val="000000"/></a:solidFill></a:ln></p:spPr><p:txBody><a:bodyPr wrap="square" lIns="0" tIns="0" rIns="0" bIns="0" rtlCol="0"/><a:lstStyle/><a:p/></p:txBody></p:sp><p:sp><p:nvSpPr><p:cNvPr id="441" name="object 441"/><p:cNvSpPr/><p:nvPr/></p:nvSpPr><p:spPr><a:xfrm><a:off x="16796777" y="11941287"/><a:ext cx="26670" cy="15875"/></a:xfrm><a:custGeom><a:avLst/><a:gdLst/><a:ahLst/><a:cxnLst/><a:rect l="l" t="t" r="r" b="b"/><a:pathLst><a:path w="26669" h="15875"><a:moveTo><a:pt x="26368" y="15702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2" name="object 442"/><p:cNvSpPr/><p:nvPr/></p:nvSpPr><p:spPr><a:xfrm><a:off x="16795937" y="11954974"/><a:ext cx="25400" cy="10160"/></a:xfrm><a:custGeom><a:avLst/><a:gdLst/><a:ahLst/><a:cxnLst/><a:rect l="l" t="t" r="r" b="b"/><a:pathLst><a:path w="25400" h="10159"><a:moveTo><a:pt x="0" y="9992"/></a:moveTo><a:lnTo><a:pt x="3862" y="9404"/></a:lnTo><a:lnTo><a:pt x="10620" y="8234"/></a:lnTo><a:lnTo><a:pt x="16237" y="5764"/></a:lnTo><a:lnTo><a:pt x="22085" y="2267"/></a:lnTo><a:lnTo><a:pt x="2536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3" name="object 443"/><p:cNvSpPr/><p:nvPr/></p:nvSpPr><p:spPr><a:xfrm><a:off x="16886126" y="11982936"/><a:ext cx="22225" cy="47625"/></a:xfrm><a:custGeom><a:avLst/><a:gdLst/><a:ahLst/><a:cxnLst/><a:rect l="l" t="t" r="r" b="b"/><a:pathLst><a:path w="22225" h="47625"><a:moveTo><a:pt x="671" y="47526"/></a:moveTo><a:lnTo><a:pt x="0" y="251"/></a:lnTo><a:lnTo><a:pt x="2200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4" name="object 444"/><p:cNvSpPr/><p:nvPr/></p:nvSpPr><p:spPr><a:xfrm><a:off x="16886462" y="12005524"/><a:ext cx="13970" cy="635"/></a:xfrm><a:custGeom><a:avLst/><a:gdLst/><a:ahLst/><a:cxnLst/><a:rect l="l" t="t" r="r" b="b"/><a:pathLst><a:path w="13969" h="634"><a:moveTo><a:pt x="0" y="167"/></a:moveTo><a:lnTo><a:pt x="13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5" name="object 445"/><p:cNvSpPr/><p:nvPr/></p:nvSpPr><p:spPr><a:xfrm><a:off x="16886798" y="12030211"/><a:ext cx="22225" cy="635"/></a:xfrm><a:custGeom><a:avLst/><a:gdLst/><a:ahLst/><a:cxnLst/><a:rect l="l" t="t" r="r" b="b"/><a:pathLst><a:path w="22225" h="634"><a:moveTo><a:pt x="0" y="251"/></a:moveTo><a:lnTo><a:pt x="2191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6" name="object 446"/><p:cNvSpPr/><p:nvPr/></p:nvSpPr><p:spPr><a:xfrm><a:off x="16849933" y="12096883"/><a:ext cx="17780" cy="32384"/></a:xfrm><a:custGeom><a:avLst/><a:gdLst/><a:ahLst/><a:cxnLst/><a:rect l="l" t="t" r="r" b="b"/><a:pathLst><a:path w="17780" h="32384"><a:moveTo><a:pt x="0" y="1427"/></a:moveTo><a:lnTo><a:pt x="2099" y="23847"/></a:lnTo><a:lnTo><a:pt x="3610" y="28297"/></a:lnTo><a:lnTo><a:pt x="6130" y="31068"/></a:lnTo><a:lnTo><a:pt x="9657" y="32244"/></a:lnTo><a:lnTo><a:pt x="11840" y="31992"/></a:lnTo><a:lnTo><a:pt x="15115" y="30229"/></a:lnTo><a:lnTo><a:pt x="17046" y="27038"/></a:lnTo><a:lnTo><a:pt x="17718" y="22419"/></a:lnTo><a:lnTo><a:pt x="1570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7" name="object 447"/><p:cNvSpPr/><p:nvPr/></p:nvSpPr><p:spPr><a:xfrm><a:off x="16826252" y="11990494"/><a:ext cx="29209" cy="47625"/></a:xfrm><a:custGeom><a:avLst/><a:gdLst/><a:ahLst/><a:cxnLst/><a:rect l="l" t="t" r="r" b="b"/><a:pathLst><a:path w="29209" h="47625"><a:moveTo><a:pt x="5878" y="1427"/></a:moveTo><a:lnTo><a:pt x="3107" y="4366"/></a:lnTo><a:lnTo><a:pt x="839" y="9572"/></a:lnTo><a:lnTo><a:pt x="167" y="14274"/></a:lnTo><a:lnTo><a:pt x="0" y="21244"/></a:lnTo><a:lnTo><a:pt x="2519" y="32244"/></a:lnTo><a:lnTo><a:pt x="5710" y="38458"/></a:lnTo><a:lnTo><a:pt x="8313" y="42488"/></a:lnTo><a:lnTo><a:pt x="12596" y="46099"/></a:lnTo><a:lnTo><a:pt x="16375" y="47610"/></a:lnTo><a:lnTo><a:pt x="23009" y="46099"/></a:lnTo><a:lnTo><a:pt x="25780" y="43160"/></a:lnTo><a:lnTo><a:pt x="28047" y="37954"/></a:lnTo><a:lnTo><a:pt x="28719" y="33251"/></a:lnTo><a:lnTo><a:pt x="28887" y="26282"/></a:lnTo><a:lnTo><a:pt x="26368" y="15282"/></a:lnTo><a:lnTo><a:pt x="23261" y="9068"/></a:lnTo><a:lnTo><a:pt x="20573" y="5038"/></a:lnTo><a:lnTo><a:pt x="16291" y="1427"/></a:lnTo><a:lnTo><a:pt x="12512" y="0"/></a:lnTo><a:lnTo><a:pt x="5878" y="1427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448" name="object 448"/><p:cNvSpPr/><p:nvPr/></p:nvSpPr><p:spPr><a:xfrm><a:off x="16858834" y="11984196"/><a:ext cx="22225" cy="49530"/></a:xfrm><a:custGeom><a:avLst/><a:gdLst/><a:ahLst/><a:cxnLst/><a:rect l="l" t="t" r="r" b="b"/><a:pathLst><a:path w="22225" h="49529"><a:moveTo><a:pt x="4702" y="49206"/></a:moveTo><a:lnTo><a:pt x="0" y="2183"/></a:lnTo><a:lnTo><a:pt x="2183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9" name="object 449"/><p:cNvSpPr/><p:nvPr/></p:nvSpPr><p:spPr><a:xfrm><a:off x="16861102" y="12007455"/><a:ext cx="13970" cy="1905"/></a:xfrm><a:custGeom><a:avLst/><a:gdLst/><a:ahLst/><a:cxnLst/><a:rect l="l" t="t" r="r" b="b"/><a:pathLst><a:path w="13969" h="1904"><a:moveTo><a:pt x="0" y="1343"/></a:moveTo><a:lnTo><a:pt x="1343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0" name="object 450"/><p:cNvSpPr/><p:nvPr/></p:nvSpPr><p:spPr><a:xfrm><a:off x="16824153" y="12105112"/><a:ext cx="11430" cy="29845"/></a:xfrm><a:custGeom><a:avLst/><a:gdLst/><a:ahLst/><a:cxnLst/><a:rect l="l" t="t" r="r" b="b"/><a:pathLst><a:path w="11430" h="29845"><a:moveTo><a:pt x="0" y="0"/></a:moveTo><a:lnTo><a:pt x="10832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451" name="object 451"/><p:cNvSpPr/><p:nvPr/></p:nvSpPr><p:spPr><a:xfrm><a:off x="16838933" y="12099654"/><a:ext cx="11430" cy="29845"/></a:xfrm><a:custGeom><a:avLst/><a:gdLst/><a:ahLst/><a:cxnLst/><a:rect l="l" t="t" r="r" b="b"/><a:pathLst><a:path w="11430" h="29845"><a:moveTo><a:pt x="0" y="0"/></a:moveTo><a:lnTo><a:pt x="10832" y="29641"/></a:lnTo></a:path></a:pathLst></a:custGeom><a:ln w="3175"><a:solidFill><a:srgbClr val="000000"/></a:solidFill></a:ln></p:spPr><p:txBody><a:bodyPr wrap="square" lIns="0" tIns="0" rIns="0" bIns="0" rtlCol="0"/><a:lstStyle/><a:p/></p:txBody></p:sp><p:sp><p:nvSpPr><p:cNvPr id="452" name="object 452"/><p:cNvSpPr/><p:nvPr/></p:nvSpPr><p:spPr><a:xfrm><a:off x="16829275" y="12113760"/><a:ext cx="15240" cy="5715"/></a:xfrm><a:custGeom><a:avLst/><a:gdLst/><a:ahLst/><a:cxnLst/><a:rect l="l" t="t" r="r" b="b"/><a:pathLst><a:path w="15240" h="5715"><a:moveTo><a:pt x="0" y="5458"/></a:moveTo><a:lnTo><a:pt x="148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3" name="object 453"/><p:cNvSpPr/><p:nvPr/></p:nvSpPr><p:spPr><a:xfrm><a:off x="16760584" y="12012746"/><a:ext cx="28575" cy="49530"/></a:xfrm><a:custGeom><a:avLst/><a:gdLst/><a:ahLst/><a:cxnLst/><a:rect l="l" t="t" r="r" b="b"/><a:pathLst><a:path w="28575" h="49529"><a:moveTo><a:pt x="19398" y="49374"/></a:moveTo><a:lnTo><a:pt x="0" y="6213"/></a:lnTo><a:lnTo><a:pt x="13855" y="0"/></a:lnTo><a:lnTo><a:pt x="19482" y="0"/></a:lnTo><a:lnTo><a:pt x="21917" y="1343"/></a:lnTo><a:lnTo><a:pt x="25276" y="4786"/></a:lnTo><a:lnTo><a:pt x="28047" y="10916"/></a:lnTo><a:lnTo><a:pt x="28383" y="15702"/></a:lnTo><a:lnTo><a:pt x="27711" y="18473"/></a:lnTo><a:lnTo><a:pt x="24016" y="22587"/></a:lnTo><a:lnTo><a:pt x="10160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454" name="object 454"/><p:cNvSpPr/><p:nvPr/></p:nvSpPr><p:spPr><a:xfrm><a:off x="16743705" y="12161623"/><a:ext cx="22860" cy="22225"/></a:xfrm><a:custGeom><a:avLst/><a:gdLst/><a:ahLst/><a:cxnLst/><a:rect l="l" t="t" r="r" b="b"/><a:pathLst><a:path w="22859" h="22225"><a:moveTo><a:pt x="0" y="0"/></a:moveTo><a:lnTo><a:pt x="22757" y="21832"/></a:lnTo></a:path></a:pathLst></a:custGeom><a:ln w="3175"><a:solidFill><a:srgbClr val="000000"/></a:solidFill></a:ln></p:spPr><p:txBody><a:bodyPr wrap="square" lIns="0" tIns="0" rIns="0" bIns="0" rtlCol="0"/><a:lstStyle/><a:p/></p:txBody></p:sp><p:sp><p:nvSpPr><p:cNvPr id="455" name="object 455"/><p:cNvSpPr/><p:nvPr/></p:nvSpPr><p:spPr><a:xfrm><a:off x="16729177" y="12179425"/><a:ext cx="25400" cy="19685"/></a:xfrm><a:custGeom><a:avLst/><a:gdLst/><a:ahLst/><a:cxnLst/><a:rect l="l" t="t" r="r" b="b"/><a:pathLst><a:path w="25400" h="19684"><a:moveTo><a:pt x="0" y="0"/></a:moveTo><a:lnTo><a:pt x="25024" y="19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456" name="object 456"/><p:cNvSpPr/><p:nvPr/></p:nvSpPr><p:spPr><a:xfrm><a:off x="16738834" y="12166914"/><a:ext cx="25400" cy="19685"/></a:xfrm><a:custGeom><a:avLst/><a:gdLst/><a:ahLst/><a:cxnLst/><a:rect l="l" t="t" r="r" b="b"/><a:pathLst><a:path w="25400" h="19684"><a:moveTo><a:pt x="0" y="0"/></a:moveTo><a:lnTo><a:pt x="24940" y="19312"/></a:lnTo></a:path></a:pathLst></a:custGeom><a:ln w="3175"><a:solidFill><a:srgbClr val="000000"/></a:solidFill></a:ln></p:spPr><p:txBody><a:bodyPr wrap="square" lIns="0" tIns="0" rIns="0" bIns="0" rtlCol="0"/><a:lstStyle/><a:p/></p:txBody></p:sp><p:sp><p:nvSpPr><p:cNvPr id="457" name="object 457"/><p:cNvSpPr/><p:nvPr/></p:nvSpPr><p:spPr><a:xfrm><a:off x="16741101" y="12176150"/><a:ext cx="10160" cy="12700"/></a:xfrm><a:custGeom><a:avLst/><a:gdLst/><a:ahLst/><a:cxnLst/><a:rect l="l" t="t" r="r" b="b"/><a:pathLst><a:path w="10159" h="12700"><a:moveTo><a:pt x="0" y="12427"/></a:moveTo><a:lnTo><a:pt x="965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8" name="object 458"/><p:cNvSpPr/><p:nvPr/></p:nvSpPr><p:spPr><a:xfrm><a:off x="16770577" y="12137272"/><a:ext cx="26034" cy="31115"/></a:xfrm><a:custGeom><a:avLst/><a:gdLst/><a:ahLst/><a:cxnLst/><a:rect l="l" t="t" r="r" b="b"/><a:pathLst><a:path w="26034" h="31115"><a:moveTo><a:pt x="11168" y="30816"/></a:moveTo><a:lnTo><a:pt x="0" y="0"/></a:lnTo><a:lnTo><a:pt x="25780" y="2032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9" name="object 459"/><p:cNvSpPr/><p:nvPr/></p:nvSpPr><p:spPr><a:xfrm><a:off x="16778302" y="12151043"/><a:ext cx="9525" cy="6985"/></a:xfrm><a:custGeom><a:avLst/><a:gdLst/><a:ahLst/><a:cxnLst/><a:rect l="l" t="t" r="r" b="b"/><a:pathLst><a:path w="9525" h="6984"><a:moveTo><a:pt x="0" y="6549"/></a:moveTo><a:lnTo><a:pt x="91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0" name="object 460"/><p:cNvSpPr/><p:nvPr/></p:nvSpPr><p:spPr><a:xfrm><a:off x="16748827" y="12144745"/><a:ext cx="34925" cy="35560"/></a:xfrm><a:custGeom><a:avLst/><a:gdLst/><a:ahLst/><a:cxnLst/><a:rect l="l" t="t" r="r" b="b"/><a:pathLst><a:path w="34925" h="35559"><a:moveTo><a:pt x="20909" y="35519"/></a:moveTo><a:lnTo><a:pt x="0" y="12007"/></a:lnTo><a:lnTo><a:pt x="27627" y="29473"/></a:lnTo><a:lnTo><a:pt x="13435" y="0"/></a:lnTo><a:lnTo><a:pt x="34429" y="23511"/></a:lnTo></a:path></a:pathLst></a:custGeom><a:ln w="3175"><a:solidFill><a:srgbClr val="000000"/></a:solidFill></a:ln></p:spPr><p:txBody><a:bodyPr wrap="square" lIns="0" tIns="0" rIns="0" bIns="0" rtlCol="0"/><a:lstStyle/><a:p/></p:txBody></p:sp><p:sp><p:nvSpPr><p:cNvPr id="461" name="object 461"/><p:cNvSpPr/><p:nvPr/></p:nvSpPr><p:spPr><a:xfrm><a:off x="16740849" y="11963119"/><a:ext cx="53340" cy="12065"/></a:xfrm><a:custGeom><a:avLst/><a:gdLst/><a:ahLst/><a:cxnLst/><a:rect l="l" t="t" r="r" b="b"/><a:pathLst><a:path w="53340" h="12065"><a:moveTo><a:pt x="0" y="587"/></a:moveTo><a:lnTo><a:pt x="28551" y="11923"/></a:lnTo><a:lnTo><a:pt x="32414" y="11083"/></a:lnTo><a:lnTo><a:pt x="38480" y="9364"/></a:lnTo><a:lnTo><a:pt x="45002" y="6353"/></a:lnTo><a:lnTo><a:pt x="49964" y="2435"/></a:lnTo><a:lnTo><a:pt x="5307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2" name="object 462"/><p:cNvSpPr/><p:nvPr/></p:nvSpPr><p:spPr><a:xfrm><a:off x="16743789" y="11973364"/><a:ext cx="23495" cy="13970"/></a:xfrm><a:custGeom><a:avLst/><a:gdLst/><a:ahLst/><a:cxnLst/><a:rect l="l" t="t" r="r" b="b"/><a:pathLst><a:path w="23494" h="13970"><a:moveTo><a:pt x="0" y="13854"/></a:moveTo><a:lnTo><a:pt x="3778" y="12679"/></a:lnTo><a:lnTo><a:pt x="9910" y="10375"/></a:lnTo><a:lnTo><a:pt x="15718" y="7116"/></a:lnTo><a:lnTo><a:pt x="20573" y="2687"/></a:lnTo><a:lnTo><a:pt x="2342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3" name="object 463"/><p:cNvSpPr/><p:nvPr/></p:nvSpPr><p:spPr><a:xfrm><a:off x="16719184" y="11985707"/><a:ext cx="22860" cy="15875"/></a:xfrm><a:custGeom><a:avLst/><a:gdLst/><a:ahLst/><a:cxnLst/><a:rect l="l" t="t" r="r" b="b"/><a:pathLst><a:path w="22859" h="15875"><a:moveTo><a:pt x="0" y="15702"/></a:moveTo><a:lnTo><a:pt x="3694" y="14190"/></a:lnTo><a:lnTo><a:pt x="9829" y="11424"/></a:lnTo><a:lnTo><a:pt x="14908" y="7686"/></a:lnTo><a:lnTo><a:pt x="19650" y="2938"/></a:lnTo><a:lnTo><a:pt x="222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4" name="object 464"/><p:cNvSpPr/><p:nvPr/></p:nvSpPr><p:spPr><a:xfrm><a:off x="16790394" y="12000486"/><a:ext cx="27305" cy="50165"/></a:xfrm><a:custGeom><a:avLst/><a:gdLst/><a:ahLst/><a:cxnLst/><a:rect l="l" t="t" r="r" b="b"/><a:pathLst><a:path w="27305" h="50165"><a:moveTo><a:pt x="14863" y="49709"/></a:moveTo><a:lnTo><a:pt x="0" y="4786"/></a:lnTo><a:lnTo><a:pt x="14443" y="0"/></a:lnTo><a:lnTo><a:pt x="19902" y="587"/></a:lnTo><a:lnTo><a:pt x="22253" y="2183"/></a:lnTo><a:lnTo><a:pt x="25276" y="5877"/></a:lnTo><a:lnTo><a:pt x="26703" y="10160"/></a:lnTo><a:lnTo><a:pt x="26536" y="15030"/></a:lnTo><a:lnTo><a:pt x="25612" y="17633"/></a:lnTo><a:lnTo><a:pt x="21497" y="21412"/></a:lnTo><a:lnTo><a:pt x="7053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465" name="object 465"/><p:cNvSpPr/><p:nvPr/></p:nvSpPr><p:spPr><a:xfrm><a:off x="16808701" y="12022906"/><a:ext cx="19050" cy="20320"/></a:xfrm><a:custGeom><a:avLst/><a:gdLst/><a:ahLst/><a:cxnLst/><a:rect l="l" t="t" r="r" b="b"/><a:pathLst><a:path w="19050" h="20320"><a:moveTo><a:pt x="0" y="0"/></a:moveTo><a:lnTo><a:pt x="18978" y="19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466" name="object 466"/><p:cNvSpPr/><p:nvPr/></p:nvSpPr><p:spPr><a:xfrm><a:off x="16803831" y="12111494"/><a:ext cx="24130" cy="31115"/></a:xfrm><a:custGeom><a:avLst/><a:gdLst/><a:ahLst/><a:cxnLst/><a:rect l="l" t="t" r="r" b="b"/><a:pathLst><a:path w="24130" h="31115"><a:moveTo><a:pt x="14275" y="1763"/></a:moveTo><a:lnTo><a:pt x="11000" y="0"/></a:lnTo><a:lnTo><a:pt x="7305" y="83"/></a:lnTo><a:lnTo><a:pt x="3191" y="1931"/></a:lnTo><a:lnTo><a:pt x="755" y="4702"/></a:lnTo><a:lnTo><a:pt x="0" y="8396"/></a:lnTo><a:lnTo><a:pt x="1259" y="11167"/></a:lnTo><a:lnTo><a:pt x="3610" y="13351"/></a:lnTo><a:lnTo><a:pt x="5206" y="14274"/></a:lnTo><a:lnTo><a:pt x="7893" y="14694"/></a:lnTo><a:lnTo><a:pt x="15283" y="14526"/></a:lnTo><a:lnTo><a:pt x="17970" y="14946"/></a:lnTo><a:lnTo><a:pt x="19650" y="15870"/></a:lnTo><a:lnTo><a:pt x="21917" y="18053"/></a:lnTo><a:lnTo><a:pt x="23848" y="22167"/></a:lnTo><a:lnTo><a:pt x="23009" y="25862"/></a:lnTo><a:lnTo><a:pt x="20573" y="28633"/></a:lnTo><a:lnTo><a:pt x="16543" y="30564"/></a:lnTo><a:lnTo><a:pt x="12848" y="30564"/></a:lnTo><a:lnTo><a:pt x="9489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467" name="object 467"/><p:cNvSpPr/><p:nvPr/></p:nvSpPr><p:spPr><a:xfrm><a:off x="16783929" y="12118883"/><a:ext cx="29845" cy="35560"/></a:xfrm><a:custGeom><a:avLst/><a:gdLst/><a:ahLst/><a:cxnLst/><a:rect l="l" t="t" r="r" b="b"/><a:pathLst><a:path w="29844" h="35559"><a:moveTo><a:pt x="16123" y="35099"/></a:moveTo><a:lnTo><a:pt x="0" y="8061"/></a:lnTo><a:lnTo><a:pt x="29643" y="27038"/></a:lnTo><a:lnTo><a:pt x="13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8" name="object 468"/><p:cNvSpPr/><p:nvPr/></p:nvSpPr><p:spPr><a:xfrm><a:off x="16984124" y="11997127"/><a:ext cx="30480" cy="46990"/></a:xfrm><a:custGeom><a:avLst/><a:gdLst/><a:ahLst/><a:cxnLst/><a:rect l="l" t="t" r="r" b="b"/><a:pathLst><a:path w="30480" h="46990"><a:moveTo><a:pt x="19818" y="0"/></a:moveTo><a:lnTo><a:pt x="0" y="31152"/></a:lnTo><a:lnTo><a:pt x="83" y="36022"/></a:lnTo><a:lnTo><a:pt x="1763" y="41396"/></a:lnTo><a:lnTo><a:pt x="4198" y="44587"/></a:lnTo><a:lnTo><a:pt x="10580" y="46855"/></a:lnTo><a:lnTo><a:pt x="14527" y="45847"/></a:lnTo><a:lnTo><a:pt x="30482" y="15618"/></a:lnTo><a:lnTo><a:pt x="30314" y="10832"/></a:lnTo><a:lnTo><a:pt x="28635" y="5458"/></a:lnTo><a:lnTo><a:pt x="26200" y="2183"/></a:lnTo><a:lnTo><a:pt x="19818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469" name="object 469"/><p:cNvSpPr/><p:nvPr/></p:nvSpPr><p:spPr><a:xfrm><a:off x="17009233" y="12005860"/><a:ext cx="41910" cy="53340"/></a:xfrm><a:custGeom><a:avLst/><a:gdLst/><a:ahLst/><a:cxnLst/><a:rect l="l" t="t" r="r" b="b"/><a:pathLst><a:path w="41909" h="53340"><a:moveTo><a:pt x="0" y="42572"/></a:moveTo><a:lnTo><a:pt x="20573" y="0"/></a:lnTo><a:lnTo><a:pt x="21245" y="52900"/></a:lnTo><a:lnTo><a:pt x="41819" y="10328"/></a:lnTo></a:path></a:pathLst></a:custGeom><a:ln w="3175"><a:solidFill><a:srgbClr val="000000"/></a:solidFill></a:ln></p:spPr><p:txBody><a:bodyPr wrap="square" lIns="0" tIns="0" rIns="0" bIns="0" rtlCol="0"/><a:lstStyle/><a:p/></p:txBody></p:sp><p:sp><p:nvSpPr><p:cNvPr id="470" name="object 470"/><p:cNvSpPr/><p:nvPr/></p:nvSpPr><p:spPr><a:xfrm><a:off x="17033166" y="12025425"/><a:ext cx="36830" cy="47625"/></a:xfrm><a:custGeom><a:avLst/><a:gdLst/><a:ahLst/><a:cxnLst/><a:rect l="l" t="t" r="r" b="b"/><a:pathLst><a:path w="36830" h="47625"><a:moveTo><a:pt x="0" y="33251"/></a:moveTo><a:lnTo><a:pt x="36277" y="0"/></a:lnTo><a:lnTo><a:pt x="23009" y="47358"/></a:lnTo></a:path></a:pathLst></a:custGeom><a:ln w="3175"><a:solidFill><a:srgbClr val="000000"/></a:solidFill></a:ln></p:spPr><p:txBody><a:bodyPr wrap="square" lIns="0" tIns="0" rIns="0" bIns="0" rtlCol="0"/><a:lstStyle/><a:p/></p:txBody></p:sp><p:sp><p:nvSpPr><p:cNvPr id="471" name="object 471"/><p:cNvSpPr/><p:nvPr/></p:nvSpPr><p:spPr><a:xfrm><a:off x="17045678" y="12047844"/><a:ext cx="14604" cy="9525"/></a:xfrm><a:custGeom><a:avLst/><a:gdLst/><a:ahLst/><a:cxnLst/><a:rect l="l" t="t" r="r" b="b"/><a:pathLst><a:path w="14605" h="9525"><a:moveTo><a:pt x="0" y="0"/></a:moveTo><a:lnTo><a:pt x="14443" y="890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2" name="object 472"/><p:cNvSpPr/><p:nvPr/></p:nvSpPr><p:spPr><a:xfrm><a:off x="17008393" y="12121318"/><a:ext cx="17780" cy="26670"/></a:xfrm><a:custGeom><a:avLst/><a:gdLst/><a:ahLst/><a:cxnLst/><a:rect l="l" t="t" r="r" b="b"/><a:pathLst><a:path w="17780" h="26670"><a:moveTo><a:pt x="17466" y="0"/></a:moveTo><a:lnTo><a:pt x="0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473" name="object 473"/><p:cNvSpPr/><p:nvPr/></p:nvSpPr><p:spPr><a:xfrm><a:off x="17019394" y="12116952"/><a:ext cx="13335" cy="8890"/></a:xfrm><a:custGeom><a:avLst/><a:gdLst/><a:ahLst/><a:cxnLst/><a:rect l="l" t="t" r="r" b="b"/><a:pathLst><a:path w="13334" h="8890"><a:moveTo><a:pt x="0" y="0"/></a:moveTo><a:lnTo><a:pt x="13016" y="8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474" name="object 474"/><p:cNvSpPr/><p:nvPr/></p:nvSpPr><p:spPr><a:xfrm><a:off x="16986392" y="12107799"/><a:ext cx="26034" cy="28575"/></a:xfrm><a:custGeom><a:avLst/><a:gdLst/><a:ahLst/><a:cxnLst/><a:rect l="l" t="t" r="r" b="b"/><a:pathLst><a:path w="26034" h="28575"><a:moveTo><a:pt x="0" y="28045"/></a:moveTo><a:lnTo><a:pt x="14443" y="0"/></a:lnTo><a:lnTo><a:pt x="23428" y="4618"/></a:lnTo><a:lnTo><a:pt x="25696" y="7557"/></a:lnTo><a:lnTo><a:pt x="26032" y="9404"/></a:lnTo><a:lnTo><a:pt x="25696" y="12595"/></a:lnTo><a:lnTo><a:pt x="7557" y="13351"/></a:lnTo></a:path></a:pathLst></a:custGeom><a:ln w="3175"><a:solidFill><a:srgbClr val="000000"/></a:solidFill></a:ln></p:spPr><p:txBody><a:bodyPr wrap="square" lIns="0" tIns="0" rIns="0" bIns="0" rtlCol="0"/><a:lstStyle/><a:p/></p:txBody></p:sp><p:sp><p:nvSpPr><p:cNvPr id="475" name="object 475"/><p:cNvSpPr/><p:nvPr/></p:nvSpPr><p:spPr><a:xfrm><a:off x="17000332" y="12124761"/><a:ext cx="635" cy="18415"/></a:xfrm><a:custGeom><a:avLst/><a:gdLst/><a:ahLst/><a:cxnLst/><a:rect l="l" t="t" r="r" b="b"/><a:pathLst><a:path w="634" h="18415"><a:moveTo><a:pt x="587" y="0"/></a:moveTo><a:lnTo><a:pt x="0" y="18305"/></a:lnTo></a:path></a:pathLst></a:custGeom><a:ln w="3175"><a:solidFill><a:srgbClr val="000000"/></a:solidFill></a:ln></p:spPr><p:txBody><a:bodyPr wrap="square" lIns="0" tIns="0" rIns="0" bIns="0" rtlCol="0"/><a:lstStyle/><a:p/></p:txBody></p:sp><p:sp><p:nvSpPr><p:cNvPr id="476" name="object 476"/><p:cNvSpPr/><p:nvPr/></p:nvSpPr><p:spPr><a:xfrm><a:off x="17022249" y="12132066"/><a:ext cx="19685" cy="25400"/></a:xfrm><a:custGeom><a:avLst/><a:gdLst/><a:ahLst/><a:cxnLst/><a:rect l="l" t="t" r="r" b="b"/><a:pathLst><a:path w="19684" h="25400"><a:moveTo><a:pt x="19146" y="0"/></a:moveTo><a:lnTo><a:pt x="0" y="25022"/></a:lnTo></a:path></a:pathLst></a:custGeom><a:ln w="3175"><a:solidFill><a:srgbClr val="000000"/></a:solidFill></a:ln></p:spPr><p:txBody><a:bodyPr wrap="square" lIns="0" tIns="0" rIns="0" bIns="0" rtlCol="0"/><a:lstStyle/><a:p/></p:txBody></p:sp><p:sp><p:nvSpPr><p:cNvPr id="477" name="object 477"/><p:cNvSpPr/><p:nvPr/></p:nvSpPr><p:spPr><a:xfrm><a:off x="17038624" y="12154570"/><a:ext cx="29845" cy="28575"/></a:xfrm><a:custGeom><a:avLst/><a:gdLst/><a:ahLst/><a:cxnLst/><a:rect l="l" t="t" r="r" b="b"/><a:pathLst><a:path w="29844" h="28575"><a:moveTo><a:pt x="0" y="14862"/></a:moveTo><a:lnTo><a:pt x="29223" y="0"/></a:lnTo><a:lnTo><a:pt x="12260" y="28045"/></a:lnTo></a:path></a:pathLst></a:custGeom><a:ln w="3175"><a:solidFill><a:srgbClr val="000000"/></a:solidFill></a:ln></p:spPr><p:txBody><a:bodyPr wrap="square" lIns="0" tIns="0" rIns="0" bIns="0" rtlCol="0"/><a:lstStyle/><a:p/></p:txBody></p:sp><p:sp><p:nvSpPr><p:cNvPr id="478" name="object 478"/><p:cNvSpPr/><p:nvPr/></p:nvSpPr><p:spPr><a:xfrm><a:off x="17048617" y="12164730"/><a:ext cx="8255" cy="8255"/></a:xfrm><a:custGeom><a:avLst/><a:gdLst/><a:ahLst/><a:cxnLst/><a:rect l="l" t="t" r="r" b="b"/><a:pathLst><a:path w="8255" h="8254"><a:moveTo><a:pt x="0" y="0"/></a:moveTo><a:lnTo><a:pt x="7641" y="8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479" name="object 479"/><p:cNvSpPr/><p:nvPr/></p:nvSpPr><p:spPr><a:xfrm><a:off x="17029891" y="12133158"/><a:ext cx="14604" cy="29845"/></a:xfrm><a:custGeom><a:avLst/><a:gdLst/><a:ahLst/><a:cxnLst/><a:rect l="l" t="t" r="r" b="b"/><a:pathLst><a:path w="14605" h="29845"><a:moveTo><a:pt x="14191" y="0"/></a:moveTo><a:lnTo><a:pt x="10916" y="17213"/></a:lnTo><a:lnTo><a:pt x="0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480" name="object 480"/><p:cNvSpPr/><p:nvPr/></p:nvSpPr><p:spPr><a:xfrm><a:off x="17040808" y="12145166"/><a:ext cx="17145" cy="5715"/></a:xfrm><a:custGeom><a:avLst/><a:gdLst/><a:ahLst/><a:cxnLst/><a:rect l="l" t="t" r="r" b="b"/><a:pathLst><a:path w="17144" h="5715"><a:moveTo><a:pt x="16710" y="0"/></a:moveTo><a:lnTo><a:pt x="0" y="5206"/></a:lnTo></a:path></a:pathLst></a:custGeom><a:ln w="3175"><a:solidFill><a:srgbClr val="000000"/></a:solidFill></a:ln></p:spPr><p:txBody><a:bodyPr wrap="square" lIns="0" tIns="0" rIns="0" bIns="0" rtlCol="0"/><a:lstStyle/><a:p/></p:txBody></p:sp><p:sp><p:nvSpPr><p:cNvPr id="481" name="object 481"/><p:cNvSpPr/><p:nvPr/></p:nvSpPr><p:spPr><a:xfrm><a:off x="17061885" y="11956150"/><a:ext cx="10160" cy="29845"/></a:xfrm><a:custGeom><a:avLst/><a:gdLst/><a:ahLst/><a:cxnLst/><a:rect l="l" t="t" r="r" b="b"/><a:pathLst><a:path w="10159" h="29845"><a:moveTo><a:pt x="9573" y="29221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82" name="object 482"/><p:cNvSpPr/><p:nvPr/></p:nvSpPr><p:spPr><a:xfrm><a:off x="17045678" y="11973447"/><a:ext cx="26034" cy="9525"/></a:xfrm><a:custGeom><a:avLst/><a:gdLst/><a:ahLst/><a:cxnLst/><a:rect l="l" t="t" r="r" b="b"/><a:pathLst><a:path w="26034" h="9525"><a:moveTo><a:pt x="0" y="0"/></a:moveTo><a:lnTo><a:pt x="3358" y="2099"/></a:lnTo><a:lnTo><a:pt x="8989" y="5652"/></a:lnTo><a:lnTo><a:pt x="15312" y="7554"/></a:lnTo><a:lnTo><a:pt x="21833" y="8648"/></a:lnTo><a:lnTo><a:pt x="25696" y="9152"/></a:lnTo></a:path></a:pathLst></a:custGeom><a:ln w="3175"><a:solidFill><a:srgbClr val="000000"/></a:solidFill></a:ln></p:spPr><p:txBody><a:bodyPr wrap="square" lIns="0" tIns="0" rIns="0" bIns="0" rtlCol="0"/><a:lstStyle/><a:p/></p:txBody></p:sp><p:sp><p:nvSpPr><p:cNvPr id="483" name="object 483"/><p:cNvSpPr/><p:nvPr/></p:nvSpPr><p:spPr><a:xfrm><a:off x="17019058" y="11963708"/><a:ext cx="26670" cy="6985"/></a:xfrm><a:custGeom><a:avLst/><a:gdLst/><a:ahLst/><a:cxnLst/><a:rect l="l" t="t" r="r" b="b"/><a:pathLst><a:path w="26669" h="6984"><a:moveTo><a:pt x="0" y="0"/></a:moveTo><a:lnTo><a:pt x="3526" y="1847"/></a:lnTo><a:lnTo><a:pt x="9081" y="4598"/></a:lnTo><a:lnTo><a:pt x="16235" y="6497"/></a:lnTo><a:lnTo><a:pt x="22421" y="6885"/></a:lnTo><a:lnTo><a:pt x="26368" y="6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484" name="object 484"/><p:cNvSpPr/><p:nvPr/></p:nvSpPr><p:spPr><a:xfrm><a:off x="16913250" y="11982600"/><a:ext cx="26034" cy="47625"/></a:xfrm><a:custGeom><a:avLst/><a:gdLst/><a:ahLst/><a:cxnLst/><a:rect l="l" t="t" r="r" b="b"/><a:pathLst><a:path w="26034" h="47625"><a:moveTo><a:pt x="25696" y="7725"/></a:moveTo><a:lnTo><a:pt x="22589" y="3022"/></a:lnTo><a:lnTo><a:pt x="17634" y="419"/></a:lnTo><a:lnTo><a:pt x="10916" y="0"/></a:lnTo><a:lnTo><a:pt x="5710" y="1931"/></a:lnTo><a:lnTo><a:pt x="2099" y="6297"/></a:lnTo><a:lnTo><a:pt x="1847" y="10748"/></a:lnTo><a:lnTo><a:pt x="3191" y="15366"/></a:lnTo><a:lnTo><a:pt x="4786" y="17717"/></a:lnTo><a:lnTo><a:pt x="7977" y="20152"/></a:lnTo><a:lnTo><a:pt x="17886" y="25274"/></a:lnTo><a:lnTo><a:pt x="21077" y="27709"/></a:lnTo><a:lnTo><a:pt x="22673" y="30061"/></a:lnTo><a:lnTo><a:pt x="24016" y="34679"/></a:lnTo><a:lnTo><a:pt x="23680" y="41396"/></a:lnTo><a:lnTo><a:pt x="19985" y="45679"/></a:lnTo><a:lnTo><a:pt x="14779" y="47610"/></a:lnTo><a:lnTo><a:pt x="8061" y="47190"/></a:lnTo><a:lnTo><a:pt x="3107" y="44671"/></a:lnTo><a:lnTo><a:pt x="0" y="39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485" name="object 485"/><p:cNvSpPr/><p:nvPr/></p:nvSpPr><p:spPr><a:xfrm><a:off x="16944152" y="11986211"/><a:ext cx="29209" cy="48260"/></a:xfrm><a:custGeom><a:avLst/><a:gdLst/><a:ahLst/><a:cxnLst/><a:rect l="l" t="t" r="r" b="b"/><a:pathLst><a:path w="29209" h="48259"><a:moveTo><a:pt x="29055" y="9236"/></a:moveTo><a:lnTo><a:pt x="26452" y="4198"/></a:lnTo><a:lnTo><a:pt x="21917" y="1175"/></a:lnTo><a:lnTo><a:pt x="15199" y="0"/></a:lnTo><a:lnTo><a:pt x="9825" y="1343"/></a:lnTo><a:lnTo><a:pt x="5710" y="5206"/></a:lnTo><a:lnTo><a:pt x="4954" y="9656"/></a:lnTo><a:lnTo><a:pt x="5878" y="14358"/></a:lnTo><a:lnTo><a:pt x="7137" y="16877"/></a:lnTo><a:lnTo><a:pt x="10076" y="19648"/></a:lnTo><a:lnTo><a:pt x="19314" y="25862"/></a:lnTo><a:lnTo><a:pt x="22253" y="28633"/></a:lnTo><a:lnTo><a:pt x="23512" y="31152"/></a:lnTo><a:lnTo><a:pt x="24436" y="35854"/></a:lnTo><a:lnTo><a:pt x="23261" y="42572"/></a:lnTo><a:lnTo><a:pt x="19146" y="46435"/></a:lnTo><a:lnTo><a:pt x="13771" y="47778"/></a:lnTo><a:lnTo><a:pt x="7137" y="46603"/></a:lnTo><a:lnTo><a:pt x="2519" y="43496"/></a:lnTo><a:lnTo><a:pt x="0" y="38458"/></a:lnTo></a:path></a:pathLst></a:custGeom><a:ln w="3175"><a:solidFill><a:srgbClr val="000000"/></a:solidFill></a:ln></p:spPr><p:txBody><a:bodyPr wrap="square" lIns="0" tIns="0" rIns="0" bIns="0" rtlCol="0"/><a:lstStyle/><a:p/></p:txBody></p:sp><p:sp><p:nvSpPr><p:cNvPr id="486" name="object 486"/><p:cNvSpPr/><p:nvPr/></p:nvSpPr><p:spPr><a:xfrm><a:off x="16948855" y="12093608"/><a:ext cx="8890" cy="30480"/></a:xfrm><a:custGeom><a:avLst/><a:gdLst/><a:ahLst/><a:cxnLst/><a:rect l="l" t="t" r="r" b="b"/><a:pathLst><a:path w="8890" h="30479"><a:moveTo><a:pt x="8817" y="0"/></a:moveTo><a:lnTo><a:pt x="0" y="30313"/></a:lnTo></a:path></a:pathLst></a:custGeom><a:ln w="3175"><a:solidFill><a:srgbClr val="000000"/></a:solidFill></a:ln></p:spPr><p:txBody><a:bodyPr wrap="square" lIns="0" tIns="0" rIns="0" bIns="0" rtlCol="0"/><a:lstStyle/><a:p/></p:txBody></p:sp><p:sp><p:nvSpPr><p:cNvPr id="487" name="object 487"/><p:cNvSpPr/><p:nvPr/></p:nvSpPr><p:spPr><a:xfrm><a:off x="16963971" y="12098058"/><a:ext cx="8890" cy="30480"/></a:xfrm><a:custGeom><a:avLst/><a:gdLst/><a:ahLst/><a:cxnLst/><a:rect l="l" t="t" r="r" b="b"/><a:pathLst><a:path w="8890" h="30479"><a:moveTo><a:pt x="8817" y="0"/></a:moveTo><a:lnTo><a:pt x="0" y="30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488" name="object 488"/><p:cNvSpPr/><p:nvPr/></p:nvSpPr><p:spPr><a:xfrm><a:off x="16953474" y="12108051"/><a:ext cx="15240" cy="4445"/></a:xfrm><a:custGeom><a:avLst/><a:gdLst/><a:ahLst/><a:cxnLst/><a:rect l="l" t="t" r="r" b="b"/><a:pathLst><a:path w="15240" h="4445"><a:moveTo><a:pt x="0" y="0"/></a:moveTo><a:lnTo><a:pt x="15115" y="4366"/></a:lnTo></a:path></a:pathLst></a:custGeom><a:ln w="3175"><a:solidFill><a:srgbClr val="000000"/></a:solidFill></a:ln></p:spPr><p:txBody><a:bodyPr wrap="square" lIns="0" tIns="0" rIns="0" bIns="0" rtlCol="0"/><a:lstStyle/><a:p/></p:txBody></p:sp><p:sp><p:nvSpPr><p:cNvPr id="489" name="object 489"/><p:cNvSpPr/><p:nvPr/></p:nvSpPr><p:spPr><a:xfrm><a:off x="16929037" y="12089410"/><a:ext cx="19685" cy="31750"/></a:xfrm><a:custGeom><a:avLst/><a:gdLst/><a:ahLst/><a:cxnLst/><a:rect l="l" t="t" r="r" b="b"/><a:pathLst><a:path w="19684" h="31750"><a:moveTo><a:pt x="0" y="31236"/></a:moveTo><a:lnTo><a:pt x="4534" y="0"/></a:lnTo><a:lnTo><a:pt x="14611" y="1511"/></a:lnTo><a:lnTo><a:pt x="17718" y="3442"/></a:lnTo><a:lnTo><a:pt x="18642" y="5122"/></a:lnTo><a:lnTo><a:pt x="19314" y="8229"/></a:lnTo><a:lnTo><a:pt x="18894" y="11251"/></a:lnTo><a:lnTo><a:pt x="17298" y="14022"/></a:lnTo><a:lnTo><a:pt x="15955" y="15366"/></a:lnTo><a:lnTo><a:pt x="12428" y="16374"/></a:lnTo><a:lnTo><a:pt x="2435" y="14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490" name="object 490"/><p:cNvSpPr/><p:nvPr/></p:nvSpPr><p:spPr><a:xfrm><a:off x="16929037" y="12105783"/><a:ext cx="17145" cy="16510"/></a:xfrm><a:custGeom><a:avLst/><a:gdLst/><a:ahLst/><a:cxnLst/><a:rect l="l" t="t" r="r" b="b"/><a:pathLst><a:path w="17144" h="16509"><a:moveTo><a:pt x="12428" y="0"/></a:moveTo><a:lnTo><a:pt x="15535" y="1931"/></a:lnTo><a:lnTo><a:pt x="16459" y="3610"/></a:lnTo><a:lnTo><a:pt x="17130" y="6717"/></a:lnTo><a:lnTo><a:pt x="16459" y="11167"/></a:lnTo><a:lnTo><a:pt x="14947" y="14022"/></a:lnTo><a:lnTo><a:pt x="13603" y="15282"/></a:lnTo><a:lnTo><a:pt x="10076" y="16290"/></a:lnTo><a:lnTo><a:pt x="0" y="14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491" name="object 491"/><p:cNvSpPr/><p:nvPr/></p:nvSpPr><p:spPr><a:xfrm><a:off x="16972284" y="11990914"/><a:ext cx="12700" cy="45720"/></a:xfrm><a:custGeom><a:avLst/><a:gdLst/><a:ahLst/><a:cxnLst/><a:rect l="l" t="t" r="r" b="b"/><a:pathLst><a:path w="12700" h="45720"><a:moveTo><a:pt x="12344" y="0"/></a:moveTo><a:lnTo><a:pt x="0" y="45679"/></a:lnTo></a:path></a:pathLst></a:custGeom><a:ln w="3175"><a:solidFill><a:srgbClr val="000000"/></a:solidFill></a:ln></p:spPr><p:txBody><a:bodyPr wrap="square" lIns="0" tIns="0" rIns="0" bIns="0" rtlCol="0"/><a:lstStyle/><a:p/></p:txBody></p:sp><p:sp><p:nvSpPr><p:cNvPr id="492" name="object 492"/><p:cNvSpPr/><p:nvPr/></p:nvSpPr><p:spPr><a:xfrm><a:off x="16963719" y="12101585"/><a:ext cx="20320" cy="33020"/></a:xfrm><a:custGeom><a:avLst/><a:gdLst/><a:ahLst/><a:cxnLst/><a:rect l="l" t="t" r="r" b="b"/><a:pathLst><a:path w="20319" h="33020"><a:moveTo><a:pt x="0" y="25778"/></a:moveTo><a:lnTo><a:pt x="20237" y="0"/></a:lnTo><a:lnTo><a:pt x="16710" y="32580"/></a:lnTo></a:path></a:pathLst></a:custGeom><a:ln w="3175"><a:solidFill><a:srgbClr val="000000"/></a:solidFill></a:ln></p:spPr><p:txBody><a:bodyPr wrap="square" lIns="0" tIns="0" rIns="0" bIns="0" rtlCol="0"/><a:lstStyle/><a:p/></p:txBody></p:sp><p:sp><p:nvSpPr><p:cNvPr id="493" name="object 493"/><p:cNvSpPr/><p:nvPr/></p:nvSpPr><p:spPr><a:xfrm><a:off x="16970856" y="12118883"/><a:ext cx="10795" cy="4445"/></a:xfrm><a:custGeom><a:avLst/><a:gdLst/><a:ahLst/><a:cxnLst/><a:rect l="l" t="t" r="r" b="b"/><a:pathLst><a:path w="10794" h="4445"><a:moveTo><a:pt x="0" y="0"/></a:moveTo><a:lnTo><a:pt x="10412" y="4282"/></a:lnTo></a:path></a:pathLst></a:custGeom><a:ln w="3175"><a:solidFill><a:srgbClr val="000000"/></a:solidFill></a:ln></p:spPr><p:txBody><a:bodyPr wrap="square" lIns="0" tIns="0" rIns="0" bIns="0" rtlCol="0"/><a:lstStyle/><a:p/></p:txBody></p:sp><p:sp><p:nvSpPr><p:cNvPr id="494" name="object 494"/><p:cNvSpPr/><p:nvPr/></p:nvSpPr><p:spPr><a:xfrm><a:off x="16885454" y="11924913"/><a:ext cx="22225" cy="21590"/></a:xfrm><a:custGeom><a:avLst/><a:gdLst/><a:ahLst/><a:cxnLst/><a:rect l="l" t="t" r="r" b="b"/><a:pathLst><a:path w="22225" h="21590"><a:moveTo><a:pt x="21917" y="21496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95" name="object 495"/><p:cNvSpPr/><p:nvPr/></p:nvSpPr><p:spPr><a:xfrm><a:off x="16885538" y="11921323"/><a:ext cx="30480" cy="3810"/></a:xfrm><a:custGeom><a:avLst/><a:gdLst/><a:ahLst/><a:cxnLst/><a:rect l="l" t="t" r="r" b="b"/><a:pathLst><a:path w="30480" h="3809"><a:moveTo><a:pt x="30146" y="1575"/></a:moveTo><a:lnTo><a:pt x="27627" y="987"/></a:lnTo><a:lnTo><a:pt x="21283" y="31"/></a:lnTo><a:lnTo><a:pt x="14868" y="0"/></a:lnTo><a:lnTo><a:pt x="8513" y="881"/></a:lnTo><a:lnTo><a:pt x="2351" y="2667"/></a:lnTo><a:lnTo><a:pt x="0" y="3590"/></a:lnTo></a:path></a:pathLst></a:custGeom><a:ln w="3175"><a:solidFill><a:srgbClr val="000000"/></a:solidFill></a:ln></p:spPr><p:txBody><a:bodyPr wrap="square" lIns="0" tIns="0" rIns="0" bIns="0" rtlCol="0"/><a:lstStyle/><a:p/></p:txBody></p:sp><p:sp><p:nvSpPr><p:cNvPr id="496" name="object 496"/><p:cNvSpPr/><p:nvPr/></p:nvSpPr><p:spPr><a:xfrm><a:off x="16855307" y="11926760"/><a:ext cx="50800" cy="21590"/></a:xfrm><a:custGeom><a:avLst/><a:gdLst/><a:ahLst/><a:cxnLst/><a:rect l="l" t="t" r="r" b="b"/><a:pathLst><a:path w="50800" h="21590"><a:moveTo><a:pt x="25192" y="21160"/></a:moveTo><a:lnTo><a:pt x="29559" y="21412"/></a:lnTo><a:lnTo><a:pt x="33841" y="21244"/></a:lnTo><a:lnTo><a:pt x="38208" y="20824"/></a:lnTo><a:lnTo><a:pt x="42491" y="19984"/></a:lnTo><a:lnTo><a:pt x="46689" y="18809"/></a:lnTo><a:lnTo><a:pt x="50720" y="17213"/></a:lnTo></a:path><a:path w="50800" h="21590"><a:moveTo><a:pt x="25192" y="2116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97" name="object 497"/><p:cNvSpPr/><p:nvPr/></p:nvSpPr><p:spPr><a:xfrm><a:off x="16825832" y="11933478"/><a:ext cx="25400" cy="18415"/></a:xfrm><a:custGeom><a:avLst/><a:gdLst/><a:ahLst/><a:cxnLst/><a:rect l="l" t="t" r="r" b="b"/><a:pathLst><a:path w="25400" h="18415"><a:moveTo><a:pt x="25108" y="17801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98" name="object 498"/><p:cNvSpPr/><p:nvPr/></p:nvSpPr><p:spPr><a:xfrm><a:off x="16825832" y="11926509"/><a:ext cx="29845" cy="6985"/></a:xfrm><a:custGeom><a:avLst/><a:gdLst/><a:ahLst/><a:cxnLst/><a:rect l="l" t="t" r="r" b="b"/><a:pathLst><a:path w="29844" h="6984"><a:moveTo><a:pt x="29475" y="251"/></a:moveTo><a:lnTo><a:pt x="26955" y="0"/></a:lnTo><a:lnTo><a:pt x="20525" y="71"/></a:lnTo><a:lnTo><a:pt x="14180" y="1075"/></a:lnTo><a:lnTo><a:pt x="8030" y="2947"/></a:lnTo><a:lnTo><a:pt x="2183" y="5625"/></a:lnTo><a:lnTo><a:pt x="0" y="6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499" name="object 499"/><p:cNvSpPr/><p:nvPr/></p:nvSpPr><p:spPr><a:xfrm><a:off x="16850940" y="11945402"/><a:ext cx="26670" cy="6350"/></a:xfrm><a:custGeom><a:avLst/><a:gdLst/><a:ahLst/><a:cxnLst/><a:rect l="l" t="t" r="r" b="b"/><a:pathLst><a:path w="26669" h="6350"><a:moveTo><a:pt x="0" y="5877"/></a:moveTo><a:lnTo><a:pt x="3946" y="5877"/></a:lnTo><a:lnTo><a:pt x="10494" y="5733"/></a:lnTo><a:lnTo><a:pt x="17004" y="4286"/></a:lnTo><a:lnTo><a:pt x="23009" y="1679"/></a:lnTo><a:lnTo><a:pt x="266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0" name="object 500"/><p:cNvSpPr/><p:nvPr/></p:nvSpPr><p:spPr><a:xfrm><a:off x="16856315" y="11922020"/><a:ext cx="29209" cy="5715"/></a:xfrm><a:custGeom><a:avLst/><a:gdLst/><a:ahLst/><a:cxnLst/><a:rect l="l" t="t" r="r" b="b"/><a:pathLst><a:path w="29209" h="5715"><a:moveTo><a:pt x="29139" y="1549"/></a:moveTo><a:lnTo><a:pt x="26619" y="1129"/></a:lnTo><a:lnTo><a:pt x="18359" y="0"/></a:lnTo><a:lnTo><a:pt x="9907" y="1140"/></a:lnTo><a:lnTo><a:pt x="2267" y="4488"/></a:lnTo><a:lnTo><a:pt x="0" y="5495"/></a:lnTo></a:path></a:pathLst></a:custGeom><a:ln w="3175"><a:solidFill><a:srgbClr val="000000"/></a:solidFill></a:ln></p:spPr><p:txBody><a:bodyPr wrap="square" lIns="0" tIns="0" rIns="0" bIns="0" rtlCol="0"/><a:lstStyle/><a:p/></p:txBody></p:sp><p:sp><p:nvSpPr><p:cNvPr id="501" name="object 501"/><p:cNvSpPr/><p:nvPr/></p:nvSpPr><p:spPr><a:xfrm><a:off x="16768393" y="11940028"/><a:ext cx="28575" cy="11430"/></a:xfrm><a:custGeom><a:avLst/><a:gdLst/><a:ahLst/><a:cxnLst/><a:rect l="l" t="t" r="r" b="b"/><a:pathLst><a:path w="28575" h="11429"><a:moveTo><a:pt x="28047" y="0"/></a:moveTo><a:lnTo><a:pt x="25444" y="251"/></a:lnTo><a:lnTo><a:pt x="16794" y="1118"/></a:lnTo><a:lnTo><a:pt x="8773" y="4384"/></a:lnTo><a:lnTo><a:pt x="1931" y="9740"/></a:lnTo><a:lnTo><a:pt x="0" y="11419"/></a:lnTo></a:path></a:pathLst></a:custGeom><a:ln w="3175"><a:solidFill><a:srgbClr val="000000"/></a:solidFill></a:ln></p:spPr><p:txBody><a:bodyPr wrap="square" lIns="0" tIns="0" rIns="0" bIns="0" rtlCol="0"/><a:lstStyle/><a:p/></p:txBody></p:sp><p:sp><p:nvSpPr><p:cNvPr id="502" name="object 502"/><p:cNvSpPr/><p:nvPr/></p:nvSpPr><p:spPr><a:xfrm><a:off x="16796777" y="11932219"/><a:ext cx="29209" cy="9525"/></a:xfrm><a:custGeom><a:avLst/><a:gdLst/><a:ahLst/><a:cxnLst/><a:rect l="l" t="t" r="r" b="b"/><a:pathLst><a:path w="29209" h="9525"><a:moveTo><a:pt x="28887" y="0"/></a:moveTo><a:lnTo><a:pt x="26284" y="0"/></a:lnTo><a:lnTo><a:pt x="17714" y="228"/></a:lnTo><a:lnTo><a:pt x="9189" y="2790"/></a:lnTo><a:lnTo><a:pt x="2099" y="7641"/></a:lnTo><a:lnTo><a:pt x="0" y="9068"/></a:lnTo></a:path></a:pathLst></a:custGeom><a:ln w="3175"><a:solidFill><a:srgbClr val="000000"/></a:solidFill></a:ln></p:spPr><p:txBody><a:bodyPr wrap="square" lIns="0" tIns="0" rIns="0" bIns="0" rtlCol="0"/><a:lstStyle/><a:p/></p:txBody></p:sp><p:sp><p:nvSpPr><p:cNvPr id="503" name="object 503"/><p:cNvSpPr/><p:nvPr/></p:nvSpPr><p:spPr><a:xfrm><a:off x="17033838" y="11945150"/><a:ext cx="28575" cy="10160"/></a:xfrm><a:custGeom><a:avLst/><a:gdLst/><a:ahLst/><a:cxnLst/><a:rect l="l" t="t" r="r" b="b"/><a:pathLst><a:path w="28575" h="10159"><a:moveTo><a:pt x="28551" y="9824"/></a:moveTo><a:lnTo><a:pt x="26536" y="8312"/></a:lnTo><a:lnTo><a:pt x="19489" y="3258"/></a:lnTo><a:lnTo><a:pt x="11170" y="456"/></a:lnTo><a:lnTo><a:pt x="2519" y="83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4" name="object 504"/><p:cNvSpPr/><p:nvPr/></p:nvSpPr><p:spPr><a:xfrm><a:off x="17005034" y="11936249"/><a:ext cx="29845" cy="8255"/></a:xfrm><a:custGeom><a:avLst/><a:gdLst/><a:ahLst/><a:cxnLst/><a:rect l="l" t="t" r="r" b="b"/><a:pathLst><a:path w="29844" h="8254"><a:moveTo><a:pt x="29307" y="7725"/></a:moveTo><a:lnTo><a:pt x="2519" y="0"/></a:lnTo><a:lnTo><a:pt x="0" y="167"/></a:lnTo></a:path></a:pathLst></a:custGeom><a:ln w="3175"><a:solidFill><a:srgbClr val="000000"/></a:solidFill></a:ln></p:spPr><p:txBody><a:bodyPr wrap="square" lIns="0" tIns="0" rIns="0" bIns="0" rtlCol="0"/><a:lstStyle/><a:p/></p:txBody></p:sp><p:sp><p:nvSpPr><p:cNvPr id="505" name="object 505"/><p:cNvSpPr/><p:nvPr/></p:nvSpPr><p:spPr><a:xfrm><a:off x="16945664" y="11925921"/><a:ext cx="18415" cy="24765"/></a:xfrm><a:custGeom><a:avLst/><a:gdLst/><a:ahLst/><a:cxnLst/><a:rect l="l" t="t" r="r" b="b"/><a:pathLst><a:path w="18415" h="24765"><a:moveTo><a:pt x="18306" y="2468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6" name="object 506"/><p:cNvSpPr/><p:nvPr/></p:nvSpPr><p:spPr><a:xfrm><a:off x="16945748" y="11924550"/><a:ext cx="30480" cy="4445"/></a:xfrm><a:custGeom><a:avLst/><a:gdLst/><a:ahLst/><a:cxnLst/><a:rect l="l" t="t" r="r" b="b"/><a:pathLst><a:path w="30480" h="4445"><a:moveTo><a:pt x="30062" y="4142"/></a:moveTo><a:lnTo><a:pt x="27711" y="3134"/></a:lnTo><a:lnTo><a:pt x="21499" y="1155"/></a:lnTo><a:lnTo><a:pt x="15247" y="117"/></a:lnTo><a:lnTo><a:pt x="8908" y="0"/></a:lnTo><a:lnTo><a:pt x="2435" y="783"/></a:lnTo><a:lnTo><a:pt x="0" y="1371"/></a:lnTo></a:path></a:pathLst></a:custGeom><a:ln w="3175"><a:solidFill><a:srgbClr val="000000"/></a:solidFill></a:ln></p:spPr><p:txBody><a:bodyPr wrap="square" lIns="0" tIns="0" rIns="0" bIns="0" rtlCol="0"/><a:lstStyle/><a:p/></p:txBody></p:sp><p:sp><p:nvSpPr><p:cNvPr id="507" name="object 507"/><p:cNvSpPr/><p:nvPr/></p:nvSpPr><p:spPr><a:xfrm><a:off x="16915601" y="11924157"/><a:ext cx="20320" cy="23495"/></a:xfrm><a:custGeom><a:avLst/><a:gdLst/><a:ahLst/><a:cxnLst/><a:rect l="l" t="t" r="r" b="b"/><a:pathLst><a:path w="20319" h="23495"><a:moveTo><a:pt x="20153" y="23259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8" name="object 508"/><p:cNvSpPr/><p:nvPr/></p:nvSpPr><p:spPr><a:xfrm><a:off x="16915601" y="11921813"/><a:ext cx="30480" cy="3175"/></a:xfrm><a:custGeom><a:avLst/><a:gdLst/><a:ahLst/><a:cxnLst/><a:rect l="l" t="t" r="r" b="b"/><a:pathLst><a:path w="30480" h="3175"><a:moveTo><a:pt x="30230" y="2764"/></a:moveTo><a:lnTo><a:pt x="27795" y="2008"/></a:lnTo><a:lnTo><a:pt x="21540" y="534"/></a:lnTo><a:lnTo><a:pt x="15140" y="0"/></a:lnTo><a:lnTo><a:pt x="8727" y="385"/></a:lnTo><a:lnTo><a:pt x="2435" y="1672"/></a:lnTo><a:lnTo><a:pt x="0" y="2428"/></a:lnTo></a:path></a:pathLst></a:custGeom><a:ln w="3175"><a:solidFill><a:srgbClr val="000000"/></a:solidFill></a:ln></p:spPr><p:txBody><a:bodyPr wrap="square" lIns="0" tIns="0" rIns="0" bIns="0" rtlCol="0"/><a:lstStyle/><a:p/></p:txBody></p:sp><p:sp><p:nvSpPr><p:cNvPr id="509" name="object 509"/><p:cNvSpPr/><p:nvPr/></p:nvSpPr><p:spPr><a:xfrm><a:off x="16935755" y="11947417"/><a:ext cx="27305" cy="2540"/></a:xfrm><a:custGeom><a:avLst/><a:gdLst/><a:ahLst/><a:cxnLst/><a:rect l="l" t="t" r="r" b="b"/><a:pathLst><a:path w="27305" h="2540"><a:moveTo><a:pt x="0" y="0"/></a:moveTo><a:lnTo><a:pt x="3778" y="923"/></a:lnTo><a:lnTo><a:pt x="10650" y="2328"/></a:lnTo><a:lnTo><a:pt x="16417" y="2489"/></a:lnTo><a:lnTo><a:pt x="23344" y="1343"/></a:lnTo><a:lnTo><a:pt x="27207" y="587"/></a:lnTo></a:path></a:pathLst></a:custGeom><a:ln w="3175"><a:solidFill><a:srgbClr val="000000"/></a:solidFill></a:ln></p:spPr><p:txBody><a:bodyPr wrap="square" lIns="0" tIns="0" rIns="0" bIns="0" rtlCol="0"/><a:lstStyle/><a:p/></p:txBody></p:sp><p:sp><p:nvSpPr><p:cNvPr id="510" name="object 510"/><p:cNvSpPr/><p:nvPr/></p:nvSpPr><p:spPr><a:xfrm><a:off x="16907372" y="11944898"/><a:ext cx="27305" cy="3175"/></a:xfrm><a:custGeom><a:avLst/><a:gdLst/><a:ahLst/><a:cxnLst/><a:rect l="l" t="t" r="r" b="b"/><a:pathLst><a:path w="27305" h="3175"><a:moveTo><a:pt x="0" y="1511"/></a:moveTo><a:lnTo><a:pt x="3946" y="2183"/></a:lnTo><a:lnTo><a:pt x="10431" y="3154"/></a:lnTo><a:lnTo><a:pt x="17067" y="2569"/></a:lnTo><a:lnTo><a:pt x="23428" y="1091"/></a:lnTo><a:lnTo><a:pt x="27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1" name="object 511"/><p:cNvSpPr/><p:nvPr/></p:nvSpPr><p:spPr><a:xfrm><a:off x="16975559" y="11929952"/><a:ext cx="16510" cy="26670"/></a:xfrm><a:custGeom><a:avLst/><a:gdLst/><a:ahLst/><a:cxnLst/><a:rect l="l" t="t" r="r" b="b"/><a:pathLst><a:path w="16509" h="26670"><a:moveTo><a:pt x="16207" y="26114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2" name="object 512"/><p:cNvSpPr/><p:nvPr/></p:nvSpPr><p:spPr><a:xfrm><a:off x="16975475" y="11929318"/><a:ext cx="29845" cy="6350"/></a:xfrm><a:custGeom><a:avLst/><a:gdLst/><a:ahLst/><a:cxnLst/><a:rect l="l" t="t" r="r" b="b"/><a:pathLst><a:path w="29844" h="6350"><a:moveTo><a:pt x="29811" y="5755"/></a:moveTo><a:lnTo><a:pt x="27543" y="4580"/></a:lnTo><a:lnTo><a:pt x="21610" y="2161"/></a:lnTo><a:lnTo><a:pt x="15387" y="641"/></a:lnTo><a:lnTo><a:pt x="9006" y="0"/></a:lnTo><a:lnTo><a:pt x="2603" y="213"/></a:lnTo><a:lnTo><a:pt x="0" y="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513" name="object 513"/><p:cNvSpPr/><p:nvPr/></p:nvSpPr><p:spPr><a:xfrm><a:off x="16963971" y="11950608"/><a:ext cx="27305" cy="3810"/></a:xfrm><a:custGeom><a:avLst/><a:gdLst/><a:ahLst/><a:cxnLst/><a:rect l="l" t="t" r="r" b="b"/><a:pathLst><a:path w="27305" h="3809"><a:moveTo><a:pt x="0" y="0"/></a:moveTo><a:lnTo><a:pt x="3694" y="1259"/></a:lnTo><a:lnTo><a:pt x="9974" y="3196"/></a:lnTo><a:lnTo><a:pt x="16636" y="3788"/></a:lnTo><a:lnTo><a:pt x="23177" y="3274"/></a:lnTo><a:lnTo><a:pt x="27039" y="277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4" name="object 514"/><p:cNvSpPr/><p:nvPr/></p:nvSpPr><p:spPr><a:xfrm><a:off x="17249821" y="12169097"/><a:ext cx="14604" cy="27305"/></a:xfrm><a:custGeom><a:avLst/><a:gdLst/><a:ahLst/><a:cxnLst/><a:rect l="l" t="t" r="r" b="b"/><a:pathLst><a:path w="14605" h="27304"><a:moveTo><a:pt x="0" y="27290"/></a:moveTo><a:lnTo><a:pt x="1419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5" name="object 515"/><p:cNvSpPr/><p:nvPr/></p:nvSpPr><p:spPr><a:xfrm><a:off x="17252172" y="12141387"/><a:ext cx="13335" cy="27305"/></a:xfrm><a:custGeom><a:avLst/><a:gdLst/><a:ahLst/><a:cxnLst/><a:rect l="l" t="t" r="r" b="b"/><a:pathLst><a:path w="13334" h="27304"><a:moveTo><a:pt x="13016" y="27290"/></a:moveTo><a:lnTo><a:pt x="12680" y="24687"/></a:lnTo><a:lnTo><a:pt x="11290" y="16180"/></a:lnTo><a:lnTo><a:pt x="7533" y="8252"/></a:lnTo><a:lnTo><a:pt x="1763" y="184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6" name="object 516"/><p:cNvSpPr/><p:nvPr/></p:nvSpPr><p:spPr><a:xfrm><a:off x="17147707" y="12145501"/><a:ext cx="41910" cy="22860"/></a:xfrm><a:custGeom><a:avLst/><a:gdLst/><a:ahLst/><a:cxnLst/><a:rect l="l" t="t" r="r" b="b"/><a:pathLst><a:path w="41909" h="22859"><a:moveTo><a:pt x="41651" y="0"/></a:moveTo><a:lnTo><a:pt x="0" y="22503"/></a:lnTo></a:path></a:pathLst></a:custGeom><a:ln w="3175"><a:solidFill><a:srgbClr val="000000"/></a:solidFill></a:ln></p:spPr><p:txBody><a:bodyPr wrap="square" lIns="0" tIns="0" rIns="0" bIns="0" rtlCol="0"/><a:lstStyle/><a:p/></p:txBody></p:sp><p:sp><p:nvSpPr><p:cNvPr id="517" name="object 517"/><p:cNvSpPr/><p:nvPr/></p:nvSpPr><p:spPr><a:xfrm><a:off x="17152242" y="12158181"/><a:ext cx="53340" cy="40640"/></a:xfrm><a:custGeom><a:avLst/><a:gdLst/><a:ahLst/><a:cxnLst/><a:rect l="l" t="t" r="r" b="b"/><a:pathLst><a:path w="53340" h="40640"><a:moveTo><a:pt x="0" y="18809"/></a:moveTo><a:lnTo><a:pt x="43414" y="0"/></a:lnTo><a:lnTo><a:pt x="9405" y="40557"/></a:lnTo><a:lnTo><a:pt x="52820" y="21748"/></a:lnTo></a:path></a:pathLst></a:custGeom><a:ln w="3175"><a:solidFill><a:srgbClr val="000000"/></a:solidFill></a:ln></p:spPr><p:txBody><a:bodyPr wrap="square" lIns="0" tIns="0" rIns="0" bIns="0" rtlCol="0"/><a:lstStyle/><a:p/></p:txBody></p:sp><p:sp><p:nvSpPr><p:cNvPr id="518" name="object 518"/><p:cNvSpPr/><p:nvPr/></p:nvSpPr><p:spPr><a:xfrm><a:off x="17240248" y="12141387"/><a:ext cx="12065" cy="53340"/></a:xfrm><a:custGeom><a:avLst/><a:gdLst/><a:ahLst/><a:cxnLst/><a:rect l="l" t="t" r="r" b="b"/><a:pathLst><a:path w="12065" h="53340"><a:moveTo><a:pt x="11924" y="0"/></a:moveTo><a:lnTo><a:pt x="0" y="28297"/></a:lnTo><a:lnTo><a:pt x="839" y="32160"/></a:lnTo><a:lnTo><a:pt x="2222" y="38011"/></a:lnTo><a:lnTo><a:pt x="5535" y="45018"/></a:lnTo><a:lnTo><a:pt x="9069" y="49877"/></a:lnTo><a:lnTo><a:pt x="11504" y="52984"/></a:lnTo></a:path></a:pathLst></a:custGeom><a:ln w="3175"><a:solidFill><a:srgbClr val="000000"/></a:solidFill></a:ln></p:spPr><p:txBody><a:bodyPr wrap="square" lIns="0" tIns="0" rIns="0" bIns="0" rtlCol="0"/><a:lstStyle/><a:p/></p:txBody></p:sp><p:sp><p:nvSpPr><p:cNvPr id="519" name="object 519"/><p:cNvSpPr/><p:nvPr/></p:nvSpPr><p:spPr><a:xfrm><a:off x="17228659" y="12114601"/><a:ext cx="10160" cy="29845"/></a:xfrm><a:custGeom><a:avLst/><a:gdLst/><a:ahLst/><a:cxnLst/><a:rect l="l" t="t" r="r" b="b"/><a:pathLst><a:path w="10159" h="29845"><a:moveTo><a:pt x="0" y="29221"/></a:moveTo><a:lnTo><a:pt x="957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0" name="object 520"/><p:cNvSpPr/><p:nvPr/></p:nvSpPr><p:spPr><a:xfrm><a:off x="17238232" y="12114684"/><a:ext cx="15240" cy="26670"/></a:xfrm><a:custGeom><a:avLst/><a:gdLst/><a:ahLst/><a:cxnLst/><a:rect l="l" t="t" r="r" b="b"/><a:pathLst><a:path w="15240" h="26670"><a:moveTo><a:pt x="15115" y="26114"/></a:moveTo><a:lnTo><a:pt x="14611" y="23679"/></a:lnTo><a:lnTo><a:pt x="12585" y="15328"/></a:lnTo><a:lnTo><a:pt x="8067" y="7676"/></a:lnTo><a:lnTo><a:pt x="1931" y="167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1" name="object 521"/><p:cNvSpPr/><p:nvPr/></p:nvSpPr><p:spPr><a:xfrm><a:off x="17228659" y="12143822"/><a:ext cx="13970" cy="24130"/></a:xfrm><a:custGeom><a:avLst/><a:gdLst/><a:ahLst/><a:cxnLst/><a:rect l="l" t="t" r="r" b="b"/><a:pathLst><a:path w="13969" h="24129"><a:moveTo><a:pt x="0" y="0"/></a:moveTo><a:lnTo><a:pt x="1091" y="3778"/></a:lnTo><a:lnTo><a:pt x="3213" y="9912"/></a:lnTo><a:lnTo><a:pt x="6536" y="15878"/></a:lnTo><a:lnTo><a:pt x="10748" y="20824"/></a:lnTo><a:lnTo><a:pt x="13351" y="23679"/></a:lnTo></a:path></a:pathLst></a:custGeom><a:ln w="3175"><a:solidFill><a:srgbClr val="000000"/></a:solidFill></a:ln></p:spPr><p:txBody><a:bodyPr wrap="square" lIns="0" tIns="0" rIns="0" bIns="0" rtlCol="0"/><a:lstStyle/><a:p/></p:txBody></p:sp><p:sp><p:nvSpPr><p:cNvPr id="522" name="object 522"/><p:cNvSpPr/><p:nvPr/></p:nvSpPr><p:spPr><a:xfrm><a:off x="17214971" y="12089074"/><a:ext cx="7620" cy="30480"/></a:xfrm><a:custGeom><a:avLst/><a:gdLst/><a:ahLst/><a:cxnLst/><a:rect l="l" t="t" r="r" b="b"/><a:pathLst><a:path w="7619" h="30479"><a:moveTo><a:pt x="0" y="29893"/></a:moveTo><a:lnTo><a:pt x="730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3" name="object 523"/><p:cNvSpPr/><p:nvPr/></p:nvSpPr><p:spPr><a:xfrm><a:off x="17222193" y="12089074"/><a:ext cx="17780" cy="25400"/></a:xfrm><a:custGeom><a:avLst/><a:gdLst/><a:ahLst/><a:cxnLst/><a:rect l="l" t="t" r="r" b="b"/><a:pathLst><a:path w="17780" h="25400"><a:moveTo><a:pt x="17214" y="24938"/></a:moveTo><a:lnTo><a:pt x="16459" y="22419"/></a:lnTo><a:lnTo><a:pt x="13630" y="14294"/></a:lnTo><a:lnTo><a:pt x="8855" y="6989"/></a:lnTo><a:lnTo><a:pt x="2099" y="159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4" name="object 524"/><p:cNvSpPr/><p:nvPr/></p:nvSpPr><p:spPr><a:xfrm><a:off x="17214971" y="12118967"/><a:ext cx="15875" cy="22860"/></a:xfrm><a:custGeom><a:avLst/><a:gdLst/><a:ahLst/><a:cxnLst/><a:rect l="l" t="t" r="r" b="b"/><a:pathLst><a:path w="15875" h="22859"><a:moveTo><a:pt x="0" y="0"/></a:moveTo><a:lnTo><a:pt x="1427" y="3694"/></a:lnTo><a:lnTo><a:pt x="4202" y="10037"/></a:lnTo><a:lnTo><a:pt x="7486" y="14961"/></a:lnTo><a:lnTo><a:pt x="12344" y="19900"/></a:lnTo><a:lnTo><a:pt x="15283" y="22587"/></a:lnTo></a:path></a:pathLst></a:custGeom><a:ln w="3175"><a:solidFill><a:srgbClr val="000000"/></a:solidFill></a:ln></p:spPr><p:txBody><a:bodyPr wrap="square" lIns="0" tIns="0" rIns="0" bIns="0" rtlCol="0"/><a:lstStyle/><a:p/></p:txBody></p:sp><p:sp><p:nvSpPr><p:cNvPr id="525" name="object 525"/><p:cNvSpPr/><p:nvPr/></p:nvSpPr><p:spPr><a:xfrm><a:off x="17199352" y="12064891"/><a:ext cx="5080" cy="30480"/></a:xfrm><a:custGeom><a:avLst/><a:gdLst/><a:ahLst/><a:cxnLst/><a:rect l="l" t="t" r="r" b="b"/><a:pathLst><a:path w="5080" h="30479"><a:moveTo><a:pt x="0" y="30396"/></a:moveTo><a:lnTo><a:pt x="487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6" name="object 526"/><p:cNvSpPr/><p:nvPr/></p:nvSpPr><p:spPr><a:xfrm><a:off x="17204306" y="12064891"/><a:ext cx="19685" cy="24130"/></a:xfrm><a:custGeom><a:avLst/><a:gdLst/><a:ahLst/><a:cxnLst/><a:rect l="l" t="t" r="r" b="b"/><a:pathLst><a:path w="19684" h="24129"><a:moveTo><a:pt x="19062" y="23511"/></a:moveTo><a:lnTo><a:pt x="18138" y="21076"/></a:lnTo><a:lnTo><a:pt x="14748" y="13219"/></a:lnTo><a:lnTo><a:pt x="9196" y="6243"/></a:lnTo><a:lnTo><a:pt x="2099" y="142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7" name="object 527"/><p:cNvSpPr/><p:nvPr/></p:nvSpPr><p:spPr><a:xfrm><a:off x="17199352" y="12095203"/><a:ext cx="17145" cy="21590"/></a:xfrm><a:custGeom><a:avLst/><a:gdLst/><a:ahLst/><a:cxnLst/><a:rect l="l" t="t" r="r" b="b"/><a:pathLst><a:path w="17144" h="21590"><a:moveTo><a:pt x="0" y="0"/></a:moveTo><a:lnTo><a:pt x="1175" y="2519"/></a:lnTo><a:lnTo><a:pt x="4782" y="9338"/></a:lnTo><a:lnTo><a:pt x="8855" y="14756"/></a:lnTo><a:lnTo><a:pt x="14863" y="19648"/></a:lnTo><a:lnTo><a:pt x="17046" y="21328"/></a:lnTo></a:path></a:pathLst></a:custGeom><a:ln w="3175"><a:solidFill><a:srgbClr val="000000"/></a:solidFill></a:ln></p:spPr><p:txBody><a:bodyPr wrap="square" lIns="0" tIns="0" rIns="0" bIns="0" rtlCol="0"/><a:lstStyle/><a:p/></p:txBody></p:sp><p:sp><p:nvSpPr><p:cNvPr id="528" name="object 528"/><p:cNvSpPr/><p:nvPr/></p:nvSpPr><p:spPr><a:xfrm><a:off x="17181885" y="12042219"/><a:ext cx="2540" cy="31115"/></a:xfrm><a:custGeom><a:avLst/><a:gdLst/><a:ahLst/><a:cxnLst/><a:rect l="l" t="t" r="r" b="b"/><a:pathLst><a:path w="2540" h="31115"><a:moveTo><a:pt x="0" y="30648"/></a:moveTo><a:lnTo><a:pt x="2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9" name="object 529"/><p:cNvSpPr/><p:nvPr/></p:nvSpPr><p:spPr><a:xfrm><a:off x="17184320" y="12042303"/><a:ext cx="20955" cy="22225"/></a:xfrm><a:custGeom><a:avLst/><a:gdLst/><a:ahLst/><a:cxnLst/><a:rect l="l" t="t" r="r" b="b"/><a:pathLst><a:path w="20955" h="22225"><a:moveTo><a:pt x="20909" y="21832"/></a:moveTo><a:lnTo><a:pt x="2267" y="117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0" name="object 530"/><p:cNvSpPr/><p:nvPr/></p:nvSpPr><p:spPr><a:xfrm><a:off x="17181969" y="12072868"/><a:ext cx="19050" cy="20320"/></a:xfrm><a:custGeom><a:avLst/><a:gdLst/><a:ahLst/><a:cxnLst/><a:rect l="l" t="t" r="r" b="b"/><a:pathLst><a:path w="19050" h="20320"><a:moveTo><a:pt x="0" y="0"/></a:moveTo><a:lnTo><a:pt x="1343" y="2351"/></a:lnTo><a:lnTo><a:pt x="5202" y="8751"/></a:lnTo><a:lnTo><a:pt x="10137" y="14057"/></a:lnTo><a:lnTo><a:pt x="16291" y="18305"/></a:lnTo><a:lnTo><a:pt x="18642" y="19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531" name="object 531"/><p:cNvSpPr/><p:nvPr/></p:nvSpPr><p:spPr><a:xfrm><a:off x="17162739" y="12021227"/><a:ext cx="635" cy="31115"/></a:xfrm><a:custGeom><a:avLst/><a:gdLst/><a:ahLst/><a:cxnLst/><a:rect l="l" t="t" r="r" b="b"/><a:pathLst><a:path w="634" h="31115"><a:moveTo><a:pt x="0" y="30732"/></a:moveTo><a:lnTo><a:pt x="8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2" name="object 532"/><p:cNvSpPr/><p:nvPr/></p:nvSpPr><p:spPr><a:xfrm><a:off x="17162739" y="12021227"/><a:ext cx="22860" cy="20320"/></a:xfrm><a:custGeom><a:avLst/><a:gdLst/><a:ahLst/><a:cxnLst/><a:rect l="l" t="t" r="r" b="b"/><a:pathLst><a:path w="22859" h="20320"><a:moveTo><a:pt x="22589" y="20152"/></a:moveTo><a:lnTo><a:pt x="21329" y="17885"/></a:lnTo><a:lnTo><a:pt x="16740" y="10647"/></a:lnTo><a:lnTo><a:pt x="10092" y="4688"/></a:lnTo><a:lnTo><a:pt x="2351" y="100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3" name="object 533"/><p:cNvSpPr/><p:nvPr/></p:nvSpPr><p:spPr><a:xfrm><a:off x="17162823" y="12051875"/><a:ext cx="20320" cy="18415"/></a:xfrm><a:custGeom><a:avLst/><a:gdLst/><a:ahLst/><a:cxnLst/><a:rect l="l" t="t" r="r" b="b"/><a:pathLst><a:path w="20319" h="18415"><a:moveTo><a:pt x="0" y="0"/></a:moveTo><a:lnTo><a:pt x="1511" y="2351"/></a:lnTo><a:lnTo><a:pt x="5904" y="8364"/></a:lnTo><a:lnTo><a:pt x="11255" y="13323"/></a:lnTo><a:lnTo><a:pt x="17718" y="17045"/></a:lnTo><a:lnTo><a:pt x="20153" y="18389"/></a:lnTo></a:path></a:pathLst></a:custGeom><a:ln w="3175"><a:solidFill><a:srgbClr val="000000"/></a:solidFill></a:ln></p:spPr><p:txBody><a:bodyPr wrap="square" lIns="0" tIns="0" rIns="0" bIns="0" rtlCol="0"/><a:lstStyle/><a:p/></p:txBody></p:sp><p:sp><p:nvSpPr><p:cNvPr id="534" name="object 534"/><p:cNvSpPr/><p:nvPr/></p:nvSpPr><p:spPr><a:xfrm><a:off x="17088757" y="12063547"/><a:ext cx="49530" cy="33020"/></a:xfrm><a:custGeom><a:avLst/><a:gdLst/><a:ahLst/><a:cxnLst/><a:rect l="l" t="t" r="r" b="b"/><a:pathLst><a:path w="49530" h="33020"><a:moveTo><a:pt x="0" y="33000"/></a:moveTo><a:lnTo><a:pt x="33841" y="0"/></a:lnTo><a:lnTo><a:pt x="49125" y="15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535" name="object 535"/><p:cNvSpPr/><p:nvPr/></p:nvSpPr><p:spPr><a:xfrm><a:off x="17106476" y="12079249"/><a:ext cx="9525" cy="10160"/></a:xfrm><a:custGeom><a:avLst/><a:gdLst/><a:ahLst/><a:cxnLst/><a:rect l="l" t="t" r="r" b="b"/><a:pathLst><a:path w="9525" h="10159"><a:moveTo><a:pt x="0" y="0"/></a:moveTo><a:lnTo><a:pt x="9405" y="974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6" name="object 536"/><p:cNvSpPr/><p:nvPr/></p:nvSpPr><p:spPr><a:xfrm><a:off x="17088757" y="12096547"/><a:ext cx="15875" cy="15875"/></a:xfrm><a:custGeom><a:avLst/><a:gdLst/><a:ahLst/><a:cxnLst/><a:rect l="l" t="t" r="r" b="b"/><a:pathLst><a:path w="15875" h="15875"><a:moveTo><a:pt x="0" y="0"/></a:moveTo><a:lnTo><a:pt x="15283" y="15786"/></a:lnTo></a:path></a:pathLst></a:custGeom><a:ln w="3175"><a:solidFill><a:srgbClr val="000000"/></a:solidFill></a:ln></p:spPr><p:txBody><a:bodyPr wrap="square" lIns="0" tIns="0" rIns="0" bIns="0" rtlCol="0"/><a:lstStyle/><a:p/></p:txBody></p:sp><p:sp><p:nvSpPr><p:cNvPr id="537" name="object 537"/><p:cNvSpPr/><p:nvPr/></p:nvSpPr><p:spPr><a:xfrm><a:off x="17139561" y="12001998"/><a:ext cx="2540" cy="31115"/></a:xfrm><a:custGeom><a:avLst/><a:gdLst/><a:ahLst/><a:cxnLst/><a:rect l="l" t="t" r="r" b="b"/><a:pathLst><a:path w="2540" h="31115"><a:moveTo><a:pt x="2435" y="30648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8" name="object 538"/><p:cNvSpPr/><p:nvPr/></p:nvSpPr><p:spPr><a:xfrm><a:off x="17114957" y="11984699"/><a:ext cx="5080" cy="30480"/></a:xfrm><a:custGeom><a:avLst/><a:gdLst/><a:ahLst/><a:cxnLst/><a:rect l="l" t="t" r="r" b="b"/><a:pathLst><a:path w="5080" h="30479"><a:moveTo><a:pt x="4786" y="3031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9" name="object 539"/><p:cNvSpPr/><p:nvPr/></p:nvSpPr><p:spPr><a:xfrm><a:off x="17114957" y="11984699"/><a:ext cx="26034" cy="16510"/></a:xfrm><a:custGeom><a:avLst/><a:gdLst/><a:ahLst/><a:cxnLst/><a:rect l="l" t="t" r="r" b="b"/><a:pathLst><a:path w="26034" h="16509"><a:moveTo><a:pt x="25444" y="16290"/></a:moveTo><a:lnTo><a:pt x="23848" y="14358"/></a:lnTo><a:lnTo><a:pt x="18244" y="7891"/></a:lnTo><a:lnTo><a:pt x="10752" y="3031"/></a:lnTo><a:lnTo><a:pt x="2519" y="67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0" name="object 540"/><p:cNvSpPr/><p:nvPr/></p:nvSpPr><p:spPr><a:xfrm><a:off x="17119744" y="12015013"/><a:ext cx="22860" cy="15240"/></a:xfrm><a:custGeom><a:avLst/><a:gdLst/><a:ahLst/><a:cxnLst/><a:rect l="l" t="t" r="r" b="b"/><a:pathLst><a:path w="22859" h="15240"><a:moveTo><a:pt x="0" y="0"/></a:moveTo><a:lnTo><a:pt x="1931" y="2015"/></a:lnTo><a:lnTo><a:pt x="7280" y="7434"/></a:lnTo><a:lnTo><a:pt x="13181" y="11200"/></a:lnTo><a:lnTo><a:pt x="20237" y="14022"/></a:lnTo><a:lnTo><a:pt x="22841" y="14946"/></a:lnTo></a:path></a:pathLst></a:custGeom><a:ln w="3175"><a:solidFill><a:srgbClr val="000000"/></a:solidFill></a:ln></p:spPr><p:txBody><a:bodyPr wrap="square" lIns="0" tIns="0" rIns="0" bIns="0" rtlCol="0"/><a:lstStyle/><a:p/></p:txBody></p:sp><p:sp><p:nvSpPr><p:cNvPr id="541" name="object 541"/><p:cNvSpPr/><p:nvPr/></p:nvSpPr><p:spPr><a:xfrm><a:off x="17089009" y="11969333"/><a:ext cx="7620" cy="30480"/></a:xfrm><a:custGeom><a:avLst/><a:gdLst/><a:ahLst/><a:cxnLst/><a:rect l="l" t="t" r="r" b="b"/><a:pathLst><a:path w="7619" h="30479"><a:moveTo><a:pt x="7221" y="2989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2" name="object 542"/><p:cNvSpPr/><p:nvPr/></p:nvSpPr><p:spPr><a:xfrm><a:off x="17089009" y="11969333"/><a:ext cx="27305" cy="14604"/></a:xfrm><a:custGeom><a:avLst/><a:gdLst/><a:ahLst/><a:cxnLst/><a:rect l="l" t="t" r="r" b="b"/><a:pathLst><a:path w="27305" h="14604"><a:moveTo><a:pt x="26703" y="14274"/></a:moveTo><a:lnTo><a:pt x="24856" y="12427"/></a:lnTo><a:lnTo><a:pt x="19112" y="6499"/></a:lnTo><a:lnTo><a:pt x="10572" y="2086"/></a:lnTo><a:lnTo><a:pt x="2519" y="41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3" name="object 543"/><p:cNvSpPr/><p:nvPr/></p:nvSpPr><p:spPr><a:xfrm><a:off x="17096231" y="11999226"/><a:ext cx="24130" cy="13335"/></a:xfrm><a:custGeom><a:avLst/><a:gdLst/><a:ahLst/><a:cxnLst/><a:rect l="l" t="t" r="r" b="b"/><a:pathLst><a:path w="24130" h="13334"><a:moveTo><a:pt x="0" y="0"/></a:moveTo><a:lnTo><a:pt x="2939" y="2603"/></a:lnTo><a:lnTo><a:pt x="7899" y="6683"/></a:lnTo><a:lnTo><a:pt x="14041" y="10038"/></a:lnTo><a:lnTo><a:pt x="20153" y="12007"/></a:lnTo><a:lnTo><a:pt x="23932" y="13015"/></a:lnTo></a:path></a:pathLst></a:custGeom><a:ln w="3175"><a:solidFill><a:srgbClr val="000000"/></a:solidFill></a:ln></p:spPr><p:txBody><a:bodyPr wrap="square" lIns="0" tIns="0" rIns="0" bIns="0" rtlCol="0"/><a:lstStyle/><a:p/></p:txBody></p:sp><p:sp><p:nvSpPr><p:cNvPr id="544" name="object 544"/><p:cNvSpPr/><p:nvPr/></p:nvSpPr><p:spPr><a:xfrm><a:off x="17110003" y="12086639"/><a:ext cx="52069" cy="48895"/></a:xfrm><a:custGeom><a:avLst/><a:gdLst/><a:ahLst/><a:cxnLst/><a:rect l="l" t="t" r="r" b="b"/><a:pathLst><a:path w="52069" h="48895"><a:moveTo><a:pt x="0" y="30229"/></a:moveTo><a:lnTo><a:pt x="36361" y="0"/></a:lnTo><a:lnTo><a:pt x="15115" y="48450"/></a:lnTo><a:lnTo><a:pt x="51476" y="18221"/></a:lnTo></a:path></a:pathLst></a:custGeom><a:ln w="3175"><a:solidFill><a:srgbClr val="000000"/></a:solidFill></a:ln></p:spPr><p:txBody><a:bodyPr wrap="square" lIns="0" tIns="0" rIns="0" bIns="0" rtlCol="0"/><a:lstStyle/><a:p/></p:txBody></p:sp><p:sp><p:nvSpPr><p:cNvPr id="545" name="object 545"/><p:cNvSpPr/><p:nvPr/></p:nvSpPr><p:spPr><a:xfrm><a:off x="17134691" y="12120562"/><a:ext cx="43815" cy="35560"/></a:xfrm><a:custGeom><a:avLst/><a:gdLst/><a:ahLst/><a:cxnLst/><a:rect l="l" t="t" r="r" b="b"/><a:pathLst><a:path w="43815" h="35559"><a:moveTo><a:pt x="38544" y="20908"/></a:moveTo><a:lnTo><a:pt x="41399" y="17045"/></a:lnTo><a:lnTo><a:pt x="43330" y="11755"/></a:lnTo><a:lnTo><a:pt x="43330" y="7725"/></a:lnTo><a:lnTo><a:pt x="39720" y="2015"/></a:lnTo><a:lnTo><a:pt x="35941" y="419"/></a:lnTo><a:lnTo><a:pt x="30314" y="0"/></a:lnTo><a:lnTo><a:pt x="25612" y="1091"/></a:lnTo><a:lnTo><a:pt x="0" y="27793"/></a:lnTo><a:lnTo><a:pt x="3694" y="33419"/></a:lnTo><a:lnTo><a:pt x="7389" y="35015"/></a:lnTo><a:lnTo><a:pt x="13016" y="35435"/></a:lnTo><a:lnTo><a:pt x="17718" y="34427"/></a:lnTo><a:lnTo><a:pt x="23428" y="30732"/></a:lnTo><a:lnTo><a:pt x="18810" y="23595"/></a:lnTo></a:path></a:pathLst></a:custGeom><a:ln w="3175"><a:solidFill><a:srgbClr val="000000"/></a:solidFill></a:ln></p:spPr><p:txBody><a:bodyPr wrap="square" lIns="0" tIns="0" rIns="0" bIns="0" rtlCol="0"/><a:lstStyle/><a:p/></p:txBody></p:sp><p:sp><p:nvSpPr><p:cNvPr id="546" name="object 546"/><p:cNvSpPr/><p:nvPr/></p:nvSpPr><p:spPr><a:xfrm><a:off x="17139561" y="12001998"/><a:ext cx="24130" cy="18415"/></a:xfrm><a:custGeom><a:avLst/><a:gdLst/><a:ahLst/><a:cxnLst/><a:rect l="l" t="t" r="r" b="b"/><a:pathLst><a:path w="24130" h="18415"><a:moveTo><a:pt x="24100" y="18305"/></a:moveTo><a:lnTo><a:pt x="2435" y="83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7" name="object 547"/><p:cNvSpPr/><p:nvPr/></p:nvSpPr><p:spPr><a:xfrm><a:off x="17141997" y="12032646"/><a:ext cx="21590" cy="17145"/></a:xfrm><a:custGeom><a:avLst/><a:gdLst/><a:ahLst/><a:cxnLst/><a:rect l="l" t="t" r="r" b="b"/><a:pathLst><a:path w="21590" h="17145"><a:moveTo><a:pt x="0" y="0"/></a:moveTo><a:lnTo><a:pt x="1763" y="2183"/></a:lnTo><a:lnTo><a:pt x="6260" y="7600"/></a:lnTo><a:lnTo><a:pt x="12652" y="12602"/></a:lnTo><a:lnTo><a:pt x="19062" y="15534"/></a:lnTo><a:lnTo><a:pt x="21581" y="16625"/></a:lnTo></a:path></a:pathLst></a:custGeom><a:ln w="3175"><a:solidFill><a:srgbClr val="000000"/></a:solidFill></a:ln></p:spPr><p:txBody><a:bodyPr wrap="square" lIns="0" tIns="0" rIns="0" bIns="0" rtlCol="0"/><a:lstStyle/><a:p/></p:txBody></p:sp><p:sp><p:nvSpPr><p:cNvPr id="548" name="object 548"/><p:cNvSpPr/><p:nvPr/></p:nvSpPr><p:spPr><a:xfrm><a:off x="17263928" y="12169097"/><a:ext cx="11430" cy="28575"/></a:xfrm><a:custGeom><a:avLst/><a:gdLst/><a:ahLst/><a:cxnLst/><a:rect l="l" t="t" r="r" b="b"/><a:pathLst><a:path w="11430" h="28575"><a:moveTo><a:pt x="10832" y="28297"/></a:moveTo><a:lnTo><a:pt x="10664" y="25694"/></a:lnTo><a:lnTo><a:pt x="9976" y="16821"/></a:lnTo><a:lnTo><a:pt x="6957" y="9154"/></a:lnTo><a:lnTo><a:pt x="1679" y="201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9" name="object 549"/><p:cNvSpPr/><p:nvPr/></p:nvSpPr><p:spPr><a:xfrm><a:off x="16591953" y="12339057"/><a:ext cx="636905" cy="53340"/></a:xfrm><a:custGeom><a:avLst/><a:gdLst/><a:ahLst/><a:cxnLst/><a:rect l="l" t="t" r="r" b="b"/><a:pathLst><a:path w="636905" h="53340"><a:moveTo><a:pt x="48958" y="9829"/></a:moveTo><a:lnTo><a:pt x="30264" y="15925"/></a:lnTo><a:lnTo><a:pt x="18732" y="0"/></a:lnTo><a:lnTo><a:pt x="18732" y="19685"/></a:lnTo><a:lnTo><a:pt x="0" y="25781"/></a:lnTo><a:lnTo><a:pt x="18732" y="31826"/></a:lnTo><a:lnTo><a:pt x="18732" y="51562"/></a:lnTo><a:lnTo><a:pt x="30238" y="35598"/></a:lnTo><a:lnTo><a:pt x="48958" y="41732"/></a:lnTo><a:lnTo><a:pt x="37414" y="25793"/></a:lnTo><a:lnTo><a:pt x="48958" y="9829"/></a:lnTo><a:close/></a:path><a:path w="636905" h="53340"><a:moveTo><a:pt x="636447" y="27203"/></a:moveTo><a:lnTo><a:pt x="617728" y="21120"/></a:lnTo><a:lnTo><a:pt x="617728" y="1422"/></a:lnTo><a:lnTo><a:pt x="606132" y="17348"/></a:lnTo><a:lnTo><a:pt x="587413" y="11252"/></a:lnTo><a:lnTo><a:pt x="598970" y="27190"/></a:lnTo><a:lnTo><a:pt x="587413" y="43078"/></a:lnTo><a:lnTo><a:pt x="606132" y="37033"/></a:lnTo><a:lnTo><a:pt x="608342" y="30226"/></a:lnTo><a:lnTo><a:pt x="606132" y="37033"/></a:lnTo><a:lnTo><a:pt x="617728" y="52984"/></a:lnTo><a:lnTo><a:pt x="617728" y="33248"/></a:lnTo><a:lnTo><a:pt x="636447" y="27203"/></a:lnTo><a:close/></a:path></a:pathLst></a:custGeom><a:solidFill><a:srgbClr val="000000"/></a:solidFill></p:spPr><p:txBody><a:bodyPr wrap="square" lIns="0" tIns="0" rIns="0" bIns="0" rtlCol="0"/><a:lstStyle/><a:p/></p:txBody></p:sp><p:sp><p:nvSpPr><p:cNvPr id="550" name="object 550"/><p:cNvSpPr/><p:nvPr/></p:nvSpPr><p:spPr><a:xfrm><a:off x="17124027" y="12456692"/><a:ext cx="52705" cy="46990"/></a:xfrm><a:custGeom><a:avLst/><a:gdLst/><a:ahLst/><a:cxnLst/><a:rect l="l" t="t" r="r" b="b"/><a:pathLst><a:path w="52705" h="46990"><a:moveTo><a:pt x="38796" y="46435"/></a:moveTo><a:lnTo><a:pt x="0" y="19396"/></a:lnTo><a:lnTo><a:pt x="52316" y="27038"/></a:lnTo><a:lnTo><a:pt x="13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51" name="object 551"/><p:cNvSpPr/><p:nvPr/></p:nvSpPr><p:spPr><a:xfrm><a:off x="17146448" y="12443761"/><a:ext cx="42545" cy="21590"/></a:xfrm><a:custGeom><a:avLst/><a:gdLst/><a:ahLst/><a:cxnLst/><a:rect l="l" t="t" r="r" b="b"/><a:pathLst><a:path w="42544" h="21590"><a:moveTo><a:pt x="0" y="0"/></a:moveTo><a:lnTo><a:pt x="42239" y="21244"/></a:lnTo></a:path></a:pathLst></a:custGeom><a:ln w="3175"><a:solidFill><a:srgbClr val="000000"/></a:solidFill></a:ln></p:spPr><p:txBody><a:bodyPr wrap="square" lIns="0" tIns="0" rIns="0" bIns="0" rtlCol="0"/><a:lstStyle/><a:p/></p:txBody></p:sp><p:sp><p:nvSpPr><p:cNvPr id="552" name="object 552"/><p:cNvSpPr/><p:nvPr/></p:nvSpPr><p:spPr><a:xfrm><a:off x="17097238" y="12491540"/><a:ext cx="34925" cy="45720"/></a:xfrm><a:custGeom><a:avLst/><a:gdLst/><a:ahLst/><a:cxnLst/><a:rect l="l" t="t" r="r" b="b"/><a:pathLst><a:path w="34925" h="45720"><a:moveTo><a:pt x="34513" y="45595"/></a:moveTo><a:lnTo><a:pt x="0" y="13267"/></a:lnTo><a:lnTo><a:pt x="10412" y="2183"/></a:lnTo><a:lnTo><a:pt x="15535" y="0"/></a:lnTo><a:lnTo><a:pt x="16459" y="28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553" name="object 553"/><p:cNvSpPr/><p:nvPr/></p:nvSpPr><p:spPr><a:xfrm><a:off x="17121759" y="12511608"/><a:ext cx="26670" cy="8255"/></a:xfrm><a:custGeom><a:avLst/><a:gdLst/><a:ahLst/><a:cxnLst/><a:rect l="l" t="t" r="r" b="b"/><a:pathLst><a:path w="26669" h="8254"><a:moveTo><a:pt x="0" y="0"/></a:moveTo><a:lnTo><a:pt x="26200" y="8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554" name="object 554"/><p:cNvSpPr/><p:nvPr/></p:nvSpPr><p:spPr><a:xfrm><a:off x="17071962" y="12519670"/><a:ext cx="37465" cy="41910"/></a:xfrm><a:custGeom><a:avLst/><a:gdLst/><a:ahLst/><a:cxnLst/><a:rect l="l" t="t" r="r" b="b"/><a:pathLst><a:path w="37465" h="41909"><a:moveTo><a:pt x="1259" y="4534"/></a:moveTo><a:lnTo><a:pt x="0" y="8396"/></a:lnTo><a:lnTo><a:pt x="251" y="14022"/></a:lnTo><a:lnTo><a:pt x="1679" y="18641"/></a:lnTo><a:lnTo><a:pt x="26787" y="41816"/></a:lnTo><a:lnTo><a:pt x="30818" y="41480"/></a:lnTo><a:lnTo><a:pt x="36109" y="37198"/></a:lnTo><a:lnTo><a:pt x="37368" y="33335"/></a:lnTo><a:lnTo><a:pt x="37200" y="27709"/></a:lnTo><a:lnTo><a:pt x="10580" y="0"/></a:lnTo><a:lnTo><a:pt x="6550" y="335"/></a:lnTo><a:lnTo><a:pt x="1259" y="4534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55" name="object 555"/><p:cNvSpPr/><p:nvPr/></p:nvSpPr><p:spPr><a:xfrm><a:off x="17032830" y="12538395"/><a:ext cx="24130" cy="52069"/></a:xfrm><a:custGeom><a:avLst/><a:gdLst/><a:ahLst/><a:cxnLst/><a:rect l="l" t="t" r="r" b="b"/><a:pathLst><a:path w="24130" h="52070"><a:moveTo><a:pt x="24016" y="51893"/></a:moveTo><a:lnTo><a:pt x="0" y="11167"/></a:lnTo><a:lnTo><a:pt x="1889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56" name="object 556"/><p:cNvSpPr/><p:nvPr/></p:nvSpPr><p:spPr><a:xfrm><a:off x="17044250" y="12562074"/><a:ext cx="12065" cy="6985"/></a:xfrm><a:custGeom><a:avLst/><a:gdLst/><a:ahLst/><a:cxnLst/><a:rect l="l" t="t" r="r" b="b"/><a:pathLst><a:path w="12065" h="6984"><a:moveTo><a:pt x="0" y="6885"/></a:moveTo><a:lnTo><a:pt x="1167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57" name="object 557"/><p:cNvSpPr/><p:nvPr/></p:nvSpPr><p:spPr><a:xfrm><a:off x="17012928" y="12558547"/><a:ext cx="20955" cy="42545"/></a:xfrm><a:custGeom><a:avLst/><a:gdLst/><a:ahLst/><a:cxnLst/><a:rect l="l" t="t" r="r" b="b"/><a:pathLst><a:path w="20955" h="42545"><a:moveTo><a:pt x="0" y="0"/></a:moveTo><a:lnTo><a:pt x="20741" y="42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558" name="object 558"/><p:cNvSpPr/><p:nvPr/></p:nvSpPr><p:spPr><a:xfrm><a:off x="16975559" y="12570723"/><a:ext cx="34290" cy="45085"/></a:xfrm><a:custGeom><a:avLst/><a:gdLst/><a:ahLst/><a:cxnLst/><a:rect l="l" t="t" r="r" b="b"/><a:pathLst><a:path w="34290" h="45084"><a:moveTo><a:pt x="0" y="0"/></a:moveTo><a:lnTo><a:pt x="14443" y="45007"/></a:lnTo><a:lnTo><a:pt x="33757" y="38793"/></a:lnTo></a:path></a:pathLst></a:custGeom><a:ln w="3175"><a:solidFill><a:srgbClr val="000000"/></a:solidFill></a:ln></p:spPr><p:txBody><a:bodyPr wrap="square" lIns="0" tIns="0" rIns="0" bIns="0" rtlCol="0"/><a:lstStyle/><a:p/></p:txBody></p:sp><p:sp><p:nvSpPr><p:cNvPr id="559" name="object 559"/><p:cNvSpPr/><p:nvPr/></p:nvSpPr><p:spPr><a:xfrm><a:off x="16939702" y="12575929"/><a:ext cx="27305" cy="48895"/></a:xfrm><a:custGeom><a:avLst/><a:gdLst/><a:ahLst/><a:cxnLst/><a:rect l="l" t="t" r="r" b="b"/><a:pathLst><a:path w="27305" h="48895"><a:moveTo><a:pt x="0" y="48870"/></a:moveTo><a:lnTo><a:pt x="5458" y="0"/></a:lnTo><a:lnTo><a:pt x="26703" y="44335"/></a:lnTo></a:path></a:pathLst></a:custGeom><a:ln w="3175"><a:solidFill><a:srgbClr val="000000"/></a:solidFill></a:ln></p:spPr><p:txBody><a:bodyPr wrap="square" lIns="0" tIns="0" rIns="0" bIns="0" rtlCol="0"/><a:lstStyle/><a:p/></p:txBody></p:sp><p:sp><p:nvSpPr><p:cNvPr id="560" name="object 560"/><p:cNvSpPr/><p:nvPr/></p:nvSpPr><p:spPr><a:xfrm><a:off x="16942053" y="12605654"/><a:ext cx="17145" cy="3175"/></a:xfrm><a:custGeom><a:avLst/><a:gdLst/><a:ahLst/><a:cxnLst/><a:rect l="l" t="t" r="r" b="b"/><a:pathLst><a:path w="17144" h="3175"><a:moveTo><a:pt x="0" y="2770"/></a:moveTo><a:lnTo><a:pt x="1671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1" name="object 561"/><p:cNvSpPr/><p:nvPr/></p:nvSpPr><p:spPr><a:xfrm><a:off x="16896287" y="12578113"/><a:ext cx="26034" cy="47625"/></a:xfrm><a:custGeom><a:avLst/><a:gdLst/><a:ahLst/><a:cxnLst/><a:rect l="l" t="t" r="r" b="b"/><a:pathLst><a:path w="26034" h="47625"><a:moveTo><a:pt x="25108" y="11000"/></a:moveTo><a:lnTo><a:pt x="23344" y="6549"/></a:lnTo><a:lnTo><a:pt x="19818" y="2099"/></a:lnTo><a:lnTo><a:pt x="16375" y="0"/></a:lnTo><a:lnTo><a:pt x="9657" y="167"/></a:lnTo><a:lnTo><a:pt x="6298" y="2519"/></a:lnTo><a:lnTo><a:pt x="3107" y="7053"/></a:lnTo><a:lnTo><a:pt x="1511" y="11587"/></a:lnTo><a:lnTo><a:pt x="0" y="18389"/></a:lnTo><a:lnTo><a:pt x="251" y="29641"/></a:lnTo><a:lnTo><a:pt x="2099" y="36358"/></a:lnTo><a:lnTo><a:pt x="3946" y="40809"/></a:lnTo><a:lnTo><a:pt x="7473" y="45259"/></a:lnTo><a:lnTo><a:pt x="10832" y="47442"/></a:lnTo><a:lnTo><a:pt x="17634" y="47274"/></a:lnTo><a:lnTo><a:pt x="20909" y="44923"/></a:lnTo><a:lnTo><a:pt x="24184" y="40305"/></a:lnTo><a:lnTo><a:pt x="25780" y="35771"/></a:lnTo></a:path></a:pathLst></a:custGeom><a:ln w="3175"><a:solidFill><a:srgbClr val="000000"/></a:solidFill></a:ln></p:spPr><p:txBody><a:bodyPr wrap="square" lIns="0" tIns="0" rIns="0" bIns="0" rtlCol="0"/><a:lstStyle/><a:p/></p:txBody></p:sp><p:sp><p:nvSpPr><p:cNvPr id="562" name="object 562"/><p:cNvSpPr/><p:nvPr/></p:nvSpPr><p:spPr><a:xfrm><a:off x="16615391" y="12410342"/><a:ext cx="46355" cy="36195"/></a:xfrm><a:custGeom><a:avLst/><a:gdLst/><a:ahLst/><a:cxnLst/><a:rect l="l" t="t" r="r" b="b"/><a:pathLst><a:path w="46355" h="36195"><a:moveTo><a:pt x="43246" y="21160"/></a:moveTo><a:lnTo><a:pt x="45850" y="16122"/></a:lnTo><a:lnTo><a:pt x="45598" y="10580"/></a:lnTo><a:lnTo><a:pt x="42575" y="4534"/></a:lnTo><a:lnTo><a:pt x="38292" y="1007"/></a:lnTo><a:lnTo><a:pt x="32750" y="0"/></a:lnTo><a:lnTo><a:pt x="28719" y="2015"/></a:lnTo><a:lnTo><a:pt x="25444" y="5458"/></a:lnTo><a:lnTo><a:pt x="24184" y="7977"/></a:lnTo><a:lnTo><a:pt x="23680" y="12007"/></a:lnTo><a:lnTo><a:pt x="24184" y="23091"/></a:lnTo><a:lnTo><a:pt x="23680" y="27122"/></a:lnTo><a:lnTo><a:pt x="22421" y="29641"/></a:lnTo><a:lnTo><a:pt x="19062" y="33167"/></a:lnTo><a:lnTo><a:pt x="13016" y="36190"/></a:lnTo><a:lnTo><a:pt x="7557" y="35183"/></a:lnTo><a:lnTo><a:pt x="3275" y="31656"/></a:lnTo><a:lnTo><a:pt x="251" y="25610"/></a:lnTo><a:lnTo><a:pt x="0" y="20068"/></a:lnTo><a:lnTo><a:pt x="2519" y="1503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3" name="object 563"/><p:cNvSpPr/><p:nvPr/></p:nvSpPr><p:spPr><a:xfrm><a:off x="16637477" y="12449471"/><a:ext cx="39370" cy="27305"/></a:xfrm><a:custGeom><a:avLst/><a:gdLst/><a:ahLst/><a:cxnLst/><a:rect l="l" t="t" r="r" b="b"/><a:pathLst><a:path w="39369" h="27304"><a:moveTo><a:pt x="38880" y="0"/></a:moveTo><a:lnTo><a:pt x="0" y="26954"/></a:lnTo></a:path></a:pathLst></a:custGeom><a:ln w="3175"><a:solidFill><a:srgbClr val="000000"/></a:solidFill></a:ln></p:spPr><p:txBody><a:bodyPr wrap="square" lIns="0" tIns="0" rIns="0" bIns="0" rtlCol="0"/><a:lstStyle/><a:p/></p:txBody></p:sp><p:sp><p:nvSpPr><p:cNvPr id="564" name="object 564"/><p:cNvSpPr/><p:nvPr/></p:nvSpPr><p:spPr><a:xfrm><a:off x="16669639" y="12439814"/><a:ext cx="13970" cy="19685"/></a:xfrm><a:custGeom><a:avLst/><a:gdLst/><a:ahLst/><a:cxnLst/><a:rect l="l" t="t" r="r" b="b"/><a:pathLst><a:path w="13969" h="19684"><a:moveTo><a:pt x="0" y="0"/></a:moveTo><a:lnTo><a:pt x="13519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565" name="object 565"/><p:cNvSpPr/><p:nvPr/></p:nvSpPr><p:spPr><a:xfrm><a:off x="16656875" y="12482387"/><a:ext cx="44450" cy="42545"/></a:xfrm><a:custGeom><a:avLst/><a:gdLst/><a:ahLst/><a:cxnLst/><a:rect l="l" t="t" r="r" b="b"/><a:pathLst><a:path w="44450" h="42545"><a:moveTo><a:pt x="0" y="22335"/></a:moveTo><a:lnTo><a:pt x="43834" y="0"/></a:lnTo><a:lnTo><a:pt x="18390" y="42068"/></a:lnTo></a:path></a:pathLst></a:custGeom><a:ln w="3175"><a:solidFill><a:srgbClr val="000000"/></a:solidFill></a:ln></p:spPr><p:txBody><a:bodyPr wrap="square" lIns="0" tIns="0" rIns="0" bIns="0" rtlCol="0"/><a:lstStyle/><a:p/></p:txBody></p:sp><p:sp><p:nvSpPr><p:cNvPr id="566" name="object 566"/><p:cNvSpPr/><p:nvPr/></p:nvSpPr><p:spPr><a:xfrm><a:off x="16671906" y="12497670"/><a:ext cx="12065" cy="12700"/></a:xfrm><a:custGeom><a:avLst/><a:gdLst/><a:ahLst/><a:cxnLst/><a:rect l="l" t="t" r="r" b="b"/><a:pathLst><a:path w="12065" h="12700"><a:moveTo><a:pt x="0" y="0"/></a:moveTo><a:lnTo><a:pt x="11504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567" name="object 567"/><p:cNvSpPr/><p:nvPr/></p:nvSpPr><p:spPr><a:xfrm><a:off x="16697350" y="12509257"/><a:ext cx="29845" cy="36830"/></a:xfrm><a:custGeom><a:avLst/><a:gdLst/><a:ahLst/><a:cxnLst/><a:rect l="l" t="t" r="r" b="b"/><a:pathLst><a:path w="29844" h="36829"><a:moveTo><a:pt x="29727" y="0"/></a:moveTo><a:lnTo><a:pt x="0" y="36778"/></a:lnTo></a:path></a:pathLst></a:custGeom><a:ln w="3175"><a:solidFill><a:srgbClr val="000000"/></a:solidFill></a:ln></p:spPr><p:txBody><a:bodyPr wrap="square" lIns="0" tIns="0" rIns="0" bIns="0" rtlCol="0"/><a:lstStyle/><a:p/></p:txBody></p:sp><p:sp><p:nvSpPr><p:cNvPr id="568" name="object 568"/><p:cNvSpPr/><p:nvPr/></p:nvSpPr><p:spPr><a:xfrm><a:off x="16717841" y="12501784"/><a:ext cx="18415" cy="15240"/></a:xfrm><a:custGeom><a:avLst/><a:gdLst/><a:ahLst/><a:cxnLst/><a:rect l="l" t="t" r="r" b="b"/><a:pathLst><a:path w="18415" h="15240"><a:moveTo><a:pt x="0" y="0"/></a:moveTo><a:lnTo><a:pt x="18390" y="14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569" name="object 569"/><p:cNvSpPr/><p:nvPr/></p:nvSpPr><p:spPr><a:xfrm><a:off x="16711626" y="12519166"/><a:ext cx="45085" cy="39370"/></a:xfrm><a:custGeom><a:avLst/><a:gdLst/><a:ahLst/><a:cxnLst/><a:rect l="l" t="t" r="r" b="b"/><a:pathLst><a:path w="45084" h="39370"><a:moveTo><a:pt x="0" y="39045"/></a:moveTo><a:lnTo><a:pt x="26703" y="0"/></a:lnTo><a:lnTo><a:pt x="44842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570" name="object 570"/><p:cNvSpPr/><p:nvPr/></p:nvSpPr><p:spPr><a:xfrm><a:off x="16725650" y="12537807"/><a:ext cx="11430" cy="7620"/></a:xfrm><a:custGeom><a:avLst/><a:gdLst/><a:ahLst/><a:cxnLst/><a:rect l="l" t="t" r="r" b="b"/><a:pathLst><a:path w="11430" h="7620"><a:moveTo><a:pt x="0" y="0"/></a:moveTo><a:lnTo><a:pt x="11168" y="7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571" name="object 571"/><p:cNvSpPr/><p:nvPr/></p:nvSpPr><p:spPr><a:xfrm><a:off x="16711626" y="12558212"/><a:ext cx="18415" cy="12700"/></a:xfrm><a:custGeom><a:avLst/><a:gdLst/><a:ahLst/><a:cxnLst/><a:rect l="l" t="t" r="r" b="b"/><a:pathLst><a:path w="18415" h="12700"><a:moveTo><a:pt x="0" y="0"/></a:moveTo><a:lnTo><a:pt x="18138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572" name="object 572"/><p:cNvSpPr/><p:nvPr/></p:nvSpPr><p:spPr><a:xfrm><a:off x="16781241" y="12556364"/><a:ext cx="31115" cy="46990"/></a:xfrm><a:custGeom><a:avLst/><a:gdLst/><a:ahLst/><a:cxnLst/><a:rect l="l" t="t" r="r" b="b"/><a:pathLst><a:path w="31115" h="46990"><a:moveTo><a:pt x="20657" y="0"/></a:moveTo><a:lnTo><a:pt x="0" y="30732"/></a:lnTo><a:lnTo><a:pt x="0" y="35519"/></a:lnTo><a:lnTo><a:pt x="1511" y="40977"/></a:lnTo><a:lnTo><a:pt x="3862" y="44251"/></a:lnTo><a:lnTo><a:pt x="10244" y="46603"/></a:lnTo><a:lnTo><a:pt x="14191" y="45763"/></a:lnTo><a:lnTo><a:pt x="30902" y="15954"/></a:lnTo><a:lnTo><a:pt x="30902" y="11167"/></a:lnTo><a:lnTo><a:pt x="29391" y="5709"/></a:lnTo><a:lnTo><a:pt x="27039" y="2435"/></a:lnTo><a:lnTo><a:pt x="20657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73" name="object 573"/><p:cNvSpPr/><p:nvPr/></p:nvSpPr><p:spPr><a:xfrm><a:off x="16820541" y="12567280"/><a:ext cx="31750" cy="46355"/></a:xfrm><a:custGeom><a:avLst/><a:gdLst/><a:ahLst/><a:cxnLst/><a:rect l="l" t="t" r="r" b="b"/><a:pathLst><a:path w="31750" h="46354"><a:moveTo><a:pt x="0" y="46183"/></a:moveTo><a:lnTo><a:pt x="10328" y="0"/></a:lnTo><a:lnTo><a:pt x="31742" y="4786"/></a:lnTo></a:path></a:pathLst></a:custGeom><a:ln w="3175"><a:solidFill><a:srgbClr val="000000"/></a:solidFill></a:ln></p:spPr><p:txBody><a:bodyPr wrap="square" lIns="0" tIns="0" rIns="0" bIns="0" rtlCol="0"/><a:lstStyle/><a:p/></p:txBody></p:sp><p:sp><p:nvSpPr><p:cNvPr id="574" name="object 574"/><p:cNvSpPr/><p:nvPr/></p:nvSpPr><p:spPr><a:xfrm><a:off x="16825916" y="12589280"/><a:ext cx="13335" cy="3175"/></a:xfrm><a:custGeom><a:avLst/><a:gdLst/><a:ahLst/><a:cxnLst/><a:rect l="l" t="t" r="r" b="b"/><a:pathLst><a:path w="13334" h="3175"><a:moveTo><a:pt x="0" y="0"/></a:moveTo><a:lnTo><a:pt x="13184" y="2938"/></a:lnTo></a:path></a:pathLst></a:custGeom><a:ln w="3175"><a:solidFill><a:srgbClr val="000000"/></a:solidFill></a:ln></p:spPr><p:txBody><a:bodyPr wrap="square" lIns="0" tIns="0" rIns="0" bIns="0" rtlCol="0"/><a:lstStyle/><a:p/></p:txBody></p:sp><p:sp><p:nvSpPr><p:cNvPr id="575" name="object 575"/><p:cNvSpPr/><p:nvPr/></p:nvSpPr><p:spPr><a:xfrm><a:off x="17157953" y="12421173"/><a:ext cx="48895" cy="31115"/></a:xfrm><a:custGeom><a:avLst/><a:gdLst/><a:ahLst/><a:cxnLst/><a:rect l="l" t="t" r="r" b="b"/><a:pathLst><a:path w="48894" h="31115"><a:moveTo><a:pt x="38208" y="31068"/></a:moveTo><a:lnTo><a:pt x="0" y="0"/></a:lnTo><a:lnTo><a:pt x="48789" y="6213"/></a:lnTo></a:path></a:pathLst></a:custGeom><a:ln w="3175"><a:solidFill><a:srgbClr val="000000"/></a:solidFill></a:ln></p:spPr><p:txBody><a:bodyPr wrap="square" lIns="0" tIns="0" rIns="0" bIns="0" rtlCol="0"/><a:lstStyle/><a:p/></p:txBody></p:sp><p:sp><p:nvSpPr><p:cNvPr id="576" name="object 576"/><p:cNvSpPr/><p:nvPr/></p:nvSpPr><p:spPr><a:xfrm><a:off x="17183649" y="12425876"/><a:ext cx="6985" cy="15875"/></a:xfrm><a:custGeom><a:avLst/><a:gdLst/><a:ahLst/><a:cxnLst/><a:rect l="l" t="t" r="r" b="b"/><a:pathLst><a:path w="6984" h="15875"><a:moveTo><a:pt x="0" y="15450"/></a:moveTo><a:lnTo><a:pt x="663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77" name="object 577"/><p:cNvSpPr/><p:nvPr/></p:nvSpPr><p:spPr><a:xfrm><a:off x="16887965" y="12063721"/><a:ext cx="24130" cy="5080"/></a:xfrm><a:custGeom><a:avLst/><a:gdLst/><a:ahLst/><a:cxnLst/><a:rect l="l" t="t" r="r" b="b"/><a:pathLst><a:path w="24130" h="5079"><a:moveTo><a:pt x="2108" y="1092"/></a:moveTo><a:lnTo><a:pt x="1765" y="927"/></a:lnTo><a:lnTo><a:pt x="1257" y="838"/></a:lnTo><a:lnTo><a:pt x="838" y="838"/></a:lnTo><a:lnTo><a:pt x="419" y="927"/></a:lnTo><a:lnTo><a:pt x="0" y="1092"/></a:lnTo><a:lnTo><a:pt x="2108" y="1092"/></a:lnTo><a:close/></a:path><a:path w="24130" h="5079"><a:moveTo><a:pt x="23761" y="1841"/></a:moveTo><a:lnTo><a:pt x="23596" y="1422"/></a:lnTo><a:lnTo><a:pt x="23431" y="1003"/></a:lnTo><a:lnTo><a:pt x="23177" y="673"/></a:lnTo><a:lnTo><a:pt x="22847" y="419"/></a:lnTo><a:lnTo><a:pt x="22504" y="165"/></a:lnTo><a:lnTo><a:pt x="22085" y="88"/></a:lnTo><a:lnTo><a:pt x="21666" y="0"/></a:lnTo><a:lnTo><a:pt x="21247" y="0"/></a:lnTo><a:lnTo><a:pt x="20916" y="88"/></a:lnTo><a:lnTo><a:pt x="19405" y="1422"/></a:lnTo><a:lnTo><a:pt x="19227" y="1841"/></a:lnTo><a:lnTo><a:pt x="19227" y="2273"/></a:lnTo><a:lnTo><a:pt x="19227" y="2692"/></a:lnTo><a:lnTo><a:pt x="19405" y="3111"/></a:lnTo><a:lnTo><a:pt x="21082" y="4445"/></a:lnTo><a:lnTo><a:pt x="21501" y="4533"/></a:lnTo><a:lnTo><a:pt x="21920" y="4445"/></a:lnTo><a:lnTo><a:pt x="22339" y="4368"/></a:lnTo><a:lnTo><a:pt x="22758" y="4114"/></a:lnTo><a:lnTo><a:pt x="23101" y="3860"/></a:lnTo><a:lnTo><a:pt x="23342" y="3530"/></a:lnTo><a:lnTo><a:pt x="23596" y="3111"/></a:lnTo><a:lnTo><a:pt x="23685" y="2692"/></a:lnTo><a:lnTo><a:pt x="23761" y="2273"/></a:lnTo><a:lnTo><a:pt x="23761" y="1841"/></a:lnTo><a:close/></a:path></a:pathLst></a:custGeom><a:solidFill><a:srgbClr val="000000"/></a:solidFill></p:spPr><p:txBody><a:bodyPr wrap="square" lIns="0" tIns="0" rIns="0" bIns="0" rtlCol="0"/><a:lstStyle/><a:p/></p:txBody></p:sp><p:sp><p:nvSpPr><p:cNvPr id="578" name="object 578"/><p:cNvSpPr/><p:nvPr/></p:nvSpPr><p:spPr><a:xfrm><a:off x="16866972" y="12064813"/><a:ext cx="24765" cy="4445"/></a:xfrm><a:custGeom><a:avLst/><a:gdLst/><a:ahLst/><a:cxnLst/><a:rect l="l" t="t" r="r" b="b"/><a:pathLst><a:path w="24765" h="4445"><a:moveTo><a:pt x="3441" y="3022"/></a:moveTo><a:lnTo><a:pt x="3111" y="2768"/></a:lnTo><a:lnTo><a:pt x="2768" y="2514"/></a:lnTo><a:lnTo><a:pt x="2438" y="2349"/></a:lnTo><a:lnTo><a:pt x="2273" y="2349"/></a:lnTo><a:lnTo><a:pt x="2019" y="2260"/></a:lnTo><a:lnTo><a:pt x="1511" y="2260"/></a:lnTo><a:lnTo><a:pt x="1181" y="2349"/></a:lnTo><a:lnTo><a:pt x="762" y="2438"/></a:lnTo><a:lnTo><a:pt x="419" y="2692"/></a:lnTo><a:lnTo><a:pt x="88" y="2933"/></a:lnTo><a:lnTo><a:pt x="3441" y="3022"/></a:lnTo><a:close/></a:path><a:path w="24765" h="4445"><a:moveTo><a:pt x="24269" y="1346"/></a:moveTo><a:lnTo><a:pt x="24104" y="927"/></a:lnTo><a:lnTo><a:pt x="23850" y="584"/></a:lnTo><a:lnTo><a:pt x="23520" y="254"/></a:lnTo><a:lnTo><a:pt x="23177" y="0"/></a:lnTo><a:lnTo><a:pt x="20916" y="0"/></a:lnTo><a:lnTo><a:pt x="20662" y="254"/></a:lnTo><a:lnTo><a:pt x="20320" y="508"/></a:lnTo><a:lnTo><a:pt x="20066" y="927"/></a:lnTo><a:lnTo><a:pt x="19900" y="1346"/></a:lnTo><a:lnTo><a:pt x="19824" y="1765"/></a:lnTo><a:lnTo><a:pt x="19735" y="2184"/></a:lnTo><a:lnTo><a:pt x="19824" y="2603"/></a:lnTo><a:lnTo><a:pt x="19989" y="3022"/></a:lnTo><a:lnTo><a:pt x="20243" y="3352"/></a:lnTo><a:lnTo><a:pt x="20497" y="3695"/></a:lnTo><a:lnTo><a:pt x="20828" y="3949"/></a:lnTo><a:lnTo><a:pt x="21158" y="4114"/></a:lnTo><a:lnTo><a:pt x="21590" y="4203"/></a:lnTo><a:lnTo><a:pt x="22009" y="4279"/></a:lnTo><a:lnTo><a:pt x="22428" y="4203"/></a:lnTo><a:lnTo><a:pt x="22847" y="4114"/></a:lnTo><a:lnTo><a:pt x="23266" y="3949"/></a:lnTo><a:lnTo><a:pt x="23596" y="3695"/></a:lnTo><a:lnTo><a:pt x="23850" y="3352"/></a:lnTo><a:lnTo><a:pt x="24104" y="3022"/></a:lnTo><a:lnTo><a:pt x="24180" y="2603"/></a:lnTo><a:lnTo><a:pt x="24269" y="2184"/></a:lnTo><a:lnTo><a:pt x="24269" y="1765"/></a:lnTo><a:lnTo><a:pt x="24269" y="1346"/></a:lnTo><a:close/></a:path></a:pathLst></a:custGeom><a:solidFill><a:srgbClr val="000000"/></a:solidFill></p:spPr><p:txBody><a:bodyPr wrap="square" lIns="0" tIns="0" rIns="0" bIns="0" rtlCol="0"/><a:lstStyle/><a:p/></p:txBody></p:sp><p:sp><p:nvSpPr><p:cNvPr id="579" name="object 579"/><p:cNvSpPr/><p:nvPr/></p:nvSpPr><p:spPr><a:xfrm><a:off x="16846487" y="12067747"/><a:ext cx="24765" cy="5715"/></a:xfrm><a:custGeom><a:avLst/><a:gdLst/><a:ahLst/><a:cxnLst/><a:rect l="l" t="t" r="r" b="b"/><a:pathLst><a:path w="24765" h="5715"><a:moveTo><a:pt x="4368" y="5130"/></a:moveTo><a:lnTo><a:pt x="4279" y="4787"/></a:lnTo><a:lnTo><a:pt x="4025" y="4457"/></a:lnTo><a:lnTo><a:pt x="3771" y="4114"/></a:lnTo><a:lnTo><a:pt x="3441" y="3873"/></a:lnTo><a:lnTo><a:pt x="3098" y="3695"/></a:lnTo><a:lnTo><a:pt x="2933" y="3619"/></a:lnTo><a:lnTo><a:pt x="2679" y="3530"/></a:lnTo><a:lnTo><a:pt x="1765" y="3530"/></a:lnTo><a:lnTo><a:pt x="1422" y="3619"/></a:lnTo><a:lnTo><a:pt x="1092" y="3784"/></a:lnTo><a:lnTo><a:pt x="927" y="3873"/></a:lnTo><a:lnTo><a:pt x="749" y="4038"/></a:lnTo><a:lnTo><a:pt x="419" y="4368"/></a:lnTo><a:lnTo><a:pt x="165" y="4711"/></a:lnTo><a:lnTo><a:pt x="0" y="5130"/></a:lnTo><a:lnTo><a:pt x="4368" y="5130"/></a:lnTo><a:close/></a:path><a:path w="24765" h="5715"><a:moveTo><a:pt x="23926" y="88"/></a:moveTo><a:lnTo><a:pt x="20574" y="0"/></a:lnTo><a:lnTo><a:pt x="23926" y="88"/></a:lnTo><a:close/></a:path><a:path w="24765" h="5715"><a:moveTo><a:pt x="24523" y="1511"/></a:moveTo><a:lnTo><a:pt x="24434" y="1181"/></a:lnTo><a:lnTo><a:pt x="24345" y="850"/></a:lnTo><a:lnTo><a:pt x="24180" y="419"/></a:lnTo><a:lnTo><a:pt x="23926" y="88"/></a:lnTo><a:lnTo><a:pt x="20485" y="88"/></a:lnTo><a:lnTo><a:pt x="20320" y="342"/></a:lnTo><a:lnTo><a:pt x="20154" y="762"/></a:lnTo><a:lnTo><a:pt x="19989" y="1092"/></a:lnTo><a:lnTo><a:pt x="19989" y="2108"/></a:lnTo><a:lnTo><a:pt x="20066" y="2438"/></a:lnTo><a:lnTo><a:pt x="20320" y="2781"/></a:lnTo><a:lnTo><a:pt x="20408" y="2946"/></a:lnTo><a:lnTo><a:pt x="20574" y="3111"/></a:lnTo><a:lnTo><a:pt x="20650" y="3276"/></a:lnTo><a:lnTo><a:pt x="20904" y="3441"/></a:lnTo><a:lnTo><a:pt x="21069" y="3530"/></a:lnTo><a:lnTo><a:pt x="21323" y="3695"/></a:lnTo><a:lnTo><a:pt x="21742" y="3784"/></a:lnTo><a:lnTo><a:pt x="21920" y="3873"/></a:lnTo><a:lnTo><a:pt x="22580" y="3873"/></a:lnTo><a:lnTo><a:pt x="23012" y="3695"/></a:lnTo><a:lnTo><a:pt x="23177" y="3695"/></a:lnTo><a:lnTo><a:pt x="23431" y="3530"/></a:lnTo><a:lnTo><a:pt x="23761" y="3276"/></a:lnTo><a:lnTo><a:pt x="23850" y="3111"/></a:lnTo><a:lnTo><a:pt x="24104" y="2946"/></a:lnTo><a:lnTo><a:pt x="24180" y="2781"/></a:lnTo><a:lnTo><a:pt x="24269" y="2527"/></a:lnTo><a:lnTo><a:pt x="24434" y="2108"/></a:lnTo><a:lnTo><a:pt x="24434" y="1930"/></a:lnTo><a:lnTo><a:pt x="24523" y="1689"/></a:lnTo><a:lnTo><a:pt x="24523" y="1511"/></a:lnTo><a:close/></a:path></a:pathLst></a:custGeom><a:solidFill><a:srgbClr val="000000"/></a:solidFill></p:spPr><p:txBody><a:bodyPr wrap="square" lIns="0" tIns="0" rIns="0" bIns="0" rtlCol="0"/><a:lstStyle/><a:p/></p:txBody></p:sp><p:sp><p:nvSpPr><p:cNvPr id="580" name="object 580"/><p:cNvSpPr/><p:nvPr/></p:nvSpPr><p:spPr><a:xfrm><a:off x="16826840" y="12072535"/><a:ext cx="24130" cy="6985"/></a:xfrm><a:custGeom><a:avLst/><a:gdLst/><a:ahLst/><a:cxnLst/><a:rect l="l" t="t" r="r" b="b"/><a:pathLst><a:path w="24130" h="6984"><a:moveTo><a:pt x="4533" y="6718"/></a:moveTo><a:lnTo><a:pt x="4445" y="6464"/></a:lnTo><a:lnTo><a:pt x="4445" y="6299"/></a:lnTo><a:lnTo><a:pt x="4356" y="6134"/></a:lnTo><a:lnTo><a:pt x="4279" y="5969"/></a:lnTo><a:lnTo><a:pt x="4191" y="5715"/></a:lnTo><a:lnTo><a:pt x="4114" y="5549"/></a:lnTo><a:lnTo><a:pt x="3937" y="5372"/></a:lnTo><a:lnTo><a:pt x="3860" y="5207"/></a:lnTo><a:lnTo><a:pt x="3683" y="5041"/></a:lnTo><a:lnTo><a:pt x="3517" y="4953"/></a:lnTo><a:lnTo><a:pt x="3352" y="4876"/></a:lnTo><a:lnTo><a:pt x="3187" y="4787"/></a:lnTo><a:lnTo><a:pt x="2933" y="4711"/></a:lnTo><a:lnTo><a:pt x="2768" y="4622"/></a:lnTo><a:lnTo><a:pt x="2514" y="4622"/></a:lnTo><a:lnTo><a:pt x="2095" y="4533"/></a:lnTo><a:lnTo><a:pt x="1676" y="4622"/></a:lnTo><a:lnTo><a:pt x="1333" y="4787"/></a:lnTo><a:lnTo><a:pt x="1168" y="4876"/></a:lnTo><a:lnTo><a:pt x="914" y="4953"/></a:lnTo><a:lnTo><a:pt x="584" y="5207"/></a:lnTo><a:lnTo><a:pt x="495" y="5372"/></a:lnTo><a:lnTo><a:pt x="330" y="5549"/></a:lnTo><a:lnTo><a:pt x="241" y="5715"/></a:lnTo><a:lnTo><a:pt x="165" y="5969"/></a:lnTo><a:lnTo><a:pt x="76" y="6134"/></a:lnTo><a:lnTo><a:pt x="0" y="6299"/></a:lnTo><a:lnTo><a:pt x="0" y="6464"/></a:lnTo><a:lnTo><a:pt x="0" y="6718"/></a:lnTo><a:lnTo><a:pt x="0" y="6883"/></a:lnTo><a:lnTo><a:pt x="4533" y="6883"/></a:lnTo><a:lnTo><a:pt x="4533" y="6718"/></a:lnTo><a:close/></a:path><a:path w="24130" h="6984"><a:moveTo><a:pt x="24015" y="342"/></a:moveTo><a:lnTo><a:pt x="23926" y="0"/></a:lnTo><a:lnTo><a:pt x="19812" y="0"/></a:lnTo><a:lnTo><a:pt x="24015" y="342"/></a:lnTo><a:close/></a:path><a:path w="24130" h="6984"><a:moveTo><a:pt x="24091" y="762"/></a:moveTo><a:lnTo><a:pt x="24015" y="419"/></a:lnTo><a:lnTo><a:pt x="19646" y="342"/></a:lnTo><a:lnTo><a:pt x="19558" y="762"/></a:lnTo><a:lnTo><a:pt x="19558" y="1181"/></a:lnTo><a:lnTo><a:pt x="19646" y="1346"/></a:lnTo><a:lnTo><a:pt x="19646" y="1600"/></a:lnTo><a:lnTo><a:pt x="19723" y="1765"/></a:lnTo><a:lnTo><a:pt x="19812" y="2019"/></a:lnTo><a:lnTo><a:pt x="19900" y="2184"/></a:lnTo><a:lnTo><a:pt x="20066" y="2349"/></a:lnTo><a:lnTo><a:pt x="20142" y="2527"/></a:lnTo><a:lnTo><a:pt x="20320" y="2692"/></a:lnTo><a:lnTo><a:pt x="20485" y="2857"/></a:lnTo><a:lnTo><a:pt x="20650" y="2946"/></a:lnTo><a:lnTo><a:pt x="20904" y="3022"/></a:lnTo><a:lnTo><a:pt x="21069" y="3111"/></a:lnTo><a:lnTo><a:pt x="21323" y="3200"/></a:lnTo><a:lnTo><a:pt x="21488" y="3276"/></a:lnTo><a:lnTo><a:pt x="22085" y="3276"/></a:lnTo><a:lnTo><a:pt x="22415" y="3200"/></a:lnTo><a:lnTo><a:pt x="22580" y="3111"/></a:lnTo><a:lnTo><a:pt x="22834" y="3022"/></a:lnTo><a:lnTo><a:pt x="22999" y="2946"/></a:lnTo><a:lnTo><a:pt x="23177" y="2857"/></a:lnTo><a:lnTo><a:pt x="23342" y="2692"/></a:lnTo><a:lnTo><a:pt x="23507" y="2527"/></a:lnTo><a:lnTo><a:pt x="23672" y="2349"/></a:lnTo><a:lnTo><a:pt x="23837" y="2184"/></a:lnTo><a:lnTo><a:pt x="23926" y="2019"/></a:lnTo><a:lnTo><a:pt x="24015" y="1765"/></a:lnTo><a:lnTo><a:pt x="24015" y="1600"/></a:lnTo><a:lnTo><a:pt x="24091" y="1346"/></a:lnTo><a:lnTo><a:pt x="24091" y="1181"/></a:lnTo><a:lnTo><a:pt x="24091" y="838"/></a:lnTo><a:close/></a:path></a:pathLst></a:custGeom><a:solidFill><a:srgbClr val="000000"/></a:solidFill></p:spPr><p:txBody><a:bodyPr wrap="square" lIns="0" tIns="0" rIns="0" bIns="0" rtlCol="0"/><a:lstStyle/><a:p/></p:txBody></p:sp><p:sp><p:nvSpPr><p:cNvPr id="581" name="object 581"/><p:cNvSpPr/><p:nvPr/></p:nvSpPr><p:spPr><a:xfrm><a:off x="16807777" y="12079253"/><a:ext cx="24130" cy="8890"/></a:xfrm><a:custGeom><a:avLst/><a:gdLst/><a:ahLst/><a:cxnLst/><a:rect l="l" t="t" r="r" b="b"/><a:pathLst><a:path w="24130" h="8890"><a:moveTo><a:pt x="4533" y="7480"/></a:moveTo><a:lnTo><a:pt x="4445" y="7226"/></a:lnTo><a:lnTo><a:pt x="4445" y="7061"/></a:lnTo><a:lnTo><a:pt x="4356" y="6807"/></a:lnTo><a:lnTo><a:pt x="4356" y="6642"/></a:lnTo><a:lnTo><a:pt x="4191" y="6464"/></a:lnTo><a:lnTo><a:pt x="4114" y="6299"/></a:lnTo><a:lnTo><a:pt x="3937" y="6134"/></a:lnTo><a:lnTo><a:pt x="3860" y="5969"/></a:lnTo><a:lnTo><a:pt x="3695" y="5791"/></a:lnTo><a:lnTo><a:pt x="3517" y="5715"/></a:lnTo><a:lnTo><a:pt x="3352" y="5549"/></a:lnTo><a:lnTo><a:pt x="3187" y="5461"/></a:lnTo><a:lnTo><a:pt x="2933" y="5372"/></a:lnTo><a:lnTo><a:pt x="2768" y="5372"/></a:lnTo><a:lnTo><a:pt x="2514" y="5295"/></a:lnTo><a:lnTo><a:pt x="1930" y="5295"/></a:lnTo><a:lnTo><a:pt x="1752" y="5372"/></a:lnTo><a:lnTo><a:pt x="1511" y="5372"/></a:lnTo><a:lnTo><a:pt x="1333" y="5461"/></a:lnTo><a:lnTo><a:pt x="1168" y="5549"/></a:lnTo><a:lnTo><a:pt x="1003" y="5715"/></a:lnTo><a:lnTo><a:pt x="749" y="5791"/></a:lnTo><a:lnTo><a:pt x="660" y="5969"/></a:lnTo><a:lnTo><a:pt x="495" y="6134"/></a:lnTo><a:lnTo><a:pt x="330" y="6299"/></a:lnTo><a:lnTo><a:pt x="241" y="6464"/></a:lnTo><a:lnTo><a:pt x="165" y="6642"/></a:lnTo><a:lnTo><a:pt x="76" y="6807"/></a:lnTo><a:lnTo><a:pt x="0" y="7061"/></a:lnTo><a:lnTo><a:pt x="0" y="7226"/></a:lnTo><a:lnTo><a:pt x="0" y="7480"/></a:lnTo><a:lnTo><a:pt x="0" y="7645"/></a:lnTo><a:lnTo><a:pt x="0" y="7975"/></a:lnTo><a:lnTo><a:pt x="165" y="8394"/></a:lnTo><a:lnTo><a:pt x="4356" y="8394"/></a:lnTo><a:lnTo><a:pt x="4445" y="8064"/></a:lnTo><a:lnTo><a:pt x="4533" y="7645"/></a:lnTo><a:lnTo><a:pt x="4533" y="7480"/></a:lnTo><a:close/></a:path><a:path w="24130" h="8890"><a:moveTo><a:pt x="23596" y="165"/></a:moveTo><a:lnTo><a:pt x="19062" y="165"/></a:lnTo><a:lnTo><a:pt x="19062" y="419"/></a:lnTo><a:lnTo><a:pt x="19062" y="584"/></a:lnTo><a:lnTo><a:pt x="19138" y="838"/></a:lnTo><a:lnTo><a:pt x="19227" y="1016"/></a:lnTo><a:lnTo><a:pt x="19304" y="1257"/></a:lnTo><a:lnTo><a:pt x="19392" y="1435"/></a:lnTo><a:lnTo><a:pt x="19558" y="1600"/></a:lnTo><a:lnTo><a:pt x="19723" y="1676"/></a:lnTo><a:lnTo><a:pt x="19900" y="1854"/></a:lnTo><a:lnTo><a:pt x="19977" y="2019"/></a:lnTo><a:lnTo><a:pt x="20231" y="2095"/></a:lnTo><a:lnTo><a:pt x="20396" y="2184"/></a:lnTo><a:lnTo><a:pt x="20574" y="2273"/></a:lnTo><a:lnTo><a:pt x="20815" y="2349"/></a:lnTo><a:lnTo><a:pt x="20993" y="2349"/></a:lnTo><a:lnTo><a:pt x="21488" y="2349"/></a:lnTo><a:lnTo><a:pt x="21831" y="2349"/></a:lnTo><a:lnTo><a:pt x="21996" y="2273"/></a:lnTo><a:lnTo><a:pt x="22250" y="2184"/></a:lnTo><a:lnTo><a:pt x="22580" y="2019"/></a:lnTo><a:lnTo><a:pt x="22745" y="1854"/></a:lnTo><a:lnTo><a:pt x="22923" y="1676"/></a:lnTo><a:lnTo><a:pt x="23177" y="1435"/></a:lnTo><a:lnTo><a:pt x="23253" y="1257"/></a:lnTo><a:lnTo><a:pt x="23418" y="1016"/></a:lnTo><a:lnTo><a:pt x="23418" y="838"/></a:lnTo><a:lnTo><a:pt x="23507" y="584"/></a:lnTo><a:lnTo><a:pt x="23507" y="419"/></a:lnTo><a:lnTo><a:pt x="23596" y="165"/></a:lnTo><a:close/></a:path><a:path w="24130" h="8890"><a:moveTo><a:pt x="23596" y="0"/></a:moveTo><a:lnTo><a:pt x="19062" y="0"/></a:lnTo><a:lnTo><a:pt x="23596" y="165"/></a:lnTo><a:lnTo><a:pt x="23596" y="0"/></a:lnTo><a:close/></a:path></a:pathLst></a:custGeom><a:solidFill><a:srgbClr val="000000"/></a:solidFill></p:spPr><p:txBody><a:bodyPr wrap="square" lIns="0" tIns="0" rIns="0" bIns="0" rtlCol="0"/><a:lstStyle/><a:p/></p:txBody></p:sp><p:sp><p:nvSpPr><p:cNvPr id="582" name="object 582"/><p:cNvSpPr/><p:nvPr/></p:nvSpPr><p:spPr><a:xfrm><a:off x="16789387" y="12087318"/><a:ext cx="22860" cy="10160"/></a:xfrm><a:custGeom><a:avLst/><a:gdLst/><a:ahLst/><a:cxnLst/><a:rect l="l" t="t" r="r" b="b"/><a:pathLst><a:path w="22859" h="10159"><a:moveTo><a:pt x="4533" y="8229"/></a:moveTo><a:lnTo><a:pt x="4445" y="7975"/></a:lnTo><a:lnTo><a:pt x="4445" y="7810"/></a:lnTo><a:lnTo><a:pt x="4279" y="7556"/></a:lnTo><a:lnTo><a:pt x="4279" y="7391"/></a:lnTo><a:lnTo><a:pt x="4114" y="7137"/></a:lnTo><a:lnTo><a:pt x="3860" y="6883"/></a:lnTo><a:lnTo><a:pt x="3683" y="6718"/></a:lnTo><a:lnTo><a:pt x="3517" y="6553"/></a:lnTo><a:lnTo><a:pt x="3352" y="6464"/></a:lnTo><a:lnTo><a:pt x="3098" y="6375"/></a:lnTo><a:lnTo><a:pt x="2679" y="6299"/></a:lnTo><a:lnTo><a:pt x="2006" y="6210"/></a:lnTo><a:lnTo><a:pt x="1752" y="6299"/></a:lnTo><a:lnTo><a:pt x="1511" y="6299"/></a:lnTo><a:lnTo><a:pt x="1333" y="6375"/></a:lnTo><a:lnTo><a:pt x="1168" y="6464"/></a:lnTo><a:lnTo><a:pt x="1003" y="6553"/></a:lnTo><a:lnTo><a:pt x="749" y="6718"/></a:lnTo><a:lnTo><a:pt x="660" y="6883"/></a:lnTo><a:lnTo><a:pt x="495" y="7048"/></a:lnTo><a:lnTo><a:pt x="241" y="7391"/></a:lnTo><a:lnTo><a:pt x="165" y="7556"/></a:lnTo><a:lnTo><a:pt x="76" y="7810"/></a:lnTo><a:lnTo><a:pt x="0" y="7975"/></a:lnTo><a:lnTo><a:pt x="0" y="8229"/></a:lnTo><a:lnTo><a:pt x="0" y="8648"/></a:lnTo><a:lnTo><a:pt x="76" y="8978"/></a:lnTo><a:lnTo><a:pt x="76" y="9156"/></a:lnTo><a:lnTo><a:pt x="165" y="9398"/></a:lnTo><a:lnTo><a:pt x="241" y="9575"/></a:lnTo><a:lnTo><a:pt x="419" y="9829"/></a:lnTo><a:lnTo><a:pt x="4025" y="9906"/></a:lnTo><a:lnTo><a:pt x="4191" y="9575"/></a:lnTo><a:lnTo><a:pt x="4279" y="9398"/></a:lnTo><a:lnTo><a:pt x="4356" y="9156"/></a:lnTo><a:lnTo><a:pt x="4445" y="8978"/></a:lnTo><a:lnTo><a:pt x="4533" y="8737"/></a:lnTo><a:lnTo><a:pt x="4533" y="8305"/></a:lnTo><a:close/></a:path><a:path w="22859" h="10159"><a:moveTo><a:pt x="22745" y="330"/></a:moveTo><a:lnTo><a:pt x="18554" y="330"/></a:lnTo><a:lnTo><a:pt x="18719" y="749"/></a:lnTo><a:lnTo><a:pt x="18973" y="1092"/></a:lnTo><a:lnTo><a:pt x="19304" y="1346"/></a:lnTo><a:lnTo><a:pt x="19723" y="1600"/></a:lnTo><a:lnTo><a:pt x="20142" y="1676"/></a:lnTo><a:lnTo><a:pt x="20993" y="1765"/></a:lnTo><a:lnTo><a:pt x="21158" y="1676"/></a:lnTo><a:lnTo><a:pt x="21412" y="1600"/></a:lnTo><a:lnTo><a:pt x="21577" y="1600"/></a:lnTo><a:lnTo><a:pt x="21831" y="1422"/></a:lnTo><a:lnTo><a:pt x="22161" y="1168"/></a:lnTo><a:lnTo><a:pt x="22504" y="838"/></a:lnTo><a:lnTo><a:pt x="22669" y="419"/></a:lnTo><a:close/></a:path><a:path w="22859" h="10159"><a:moveTo><a:pt x="22834" y="0"/></a:moveTo><a:lnTo><a:pt x="18389" y="0"/></a:lnTo><a:lnTo><a:pt x="22745" y="330"/></a:lnTo><a:lnTo><a:pt x="22834" y="0"/></a:lnTo><a:close/></a:path></a:pathLst></a:custGeom><a:solidFill><a:srgbClr val="000000"/></a:solidFill></p:spPr><p:txBody><a:bodyPr wrap="square" lIns="0" tIns="0" rIns="0" bIns="0" rtlCol="0"/><a:lstStyle/><a:p/></p:txBody></p:sp><p:sp><p:nvSpPr><p:cNvPr id="583" name="object 583"/><p:cNvSpPr/><p:nvPr/></p:nvSpPr><p:spPr><a:xfrm><a:off x="16771747" y="12097148"/><a:ext cx="22225" cy="11430"/></a:xfrm><a:custGeom><a:avLst/><a:gdLst/><a:ahLst/><a:cxnLst/><a:rect l="l" t="t" r="r" b="b"/><a:pathLst><a:path w="22225" h="11429"><a:moveTo><a:pt x="4622" y="9144"/></a:moveTo><a:lnTo><a:pt x="4533" y="8724"/></a:lnTo><a:lnTo><a:pt x="4445" y="8394"/></a:lnTo><a:lnTo><a:pt x="4279" y="7975"/></a:lnTo><a:lnTo><a:pt x="4025" y="7632"/></a:lnTo><a:lnTo><a:pt x="3695" y="7378"/></a:lnTo><a:lnTo><a:pt x="3352" y="7137"/></a:lnTo><a:lnTo><a:pt x="2933" y="6959"/></a:lnTo><a:lnTo><a:pt x="1765" y="6883"/></a:lnTo><a:lnTo><a:pt x="1600" y="6959"/></a:lnTo><a:lnTo><a:pt x="1346" y="7048"/></a:lnTo><a:lnTo><a:pt x="1003" y="7302"/></a:lnTo><a:lnTo><a:pt x="673" y="7556"/></a:lnTo><a:lnTo><a:pt x="419" y="7886"/></a:lnTo><a:lnTo><a:pt x="165" y="8305"/></a:lnTo><a:lnTo><a:pt x="88" y="8724"/></a:lnTo><a:lnTo><a:pt x="0" y="9144"/></a:lnTo><a:lnTo><a:pt x="88" y="9563"/></a:lnTo><a:lnTo><a:pt x="165" y="9982"/></a:lnTo><a:lnTo><a:pt x="419" y="10401"/></a:lnTo><a:lnTo><a:pt x="673" y="10744"/></a:lnTo><a:lnTo><a:pt x="1003" y="10998"/></a:lnTo><a:lnTo><a:pt x="3530" y="10998"/></a:lnTo><a:lnTo><a:pt x="3860" y="10744"/></a:lnTo><a:lnTo><a:pt x="4203" y="10401"/></a:lnTo><a:lnTo><a:pt x="4368" y="9982"/></a:lnTo><a:lnTo><a:pt x="4533" y="9563"/></a:lnTo><a:lnTo><a:pt x="4622" y="9144"/></a:lnTo><a:close/></a:path><a:path w="22225" h="11429"><a:moveTo><a:pt x="21666" y="76"/></a:moveTo><a:lnTo><a:pt x="18135" y="76"/></a:lnTo><a:lnTo><a:pt x="18300" y="241"/></a:lnTo><a:lnTo><a:pt x="18389" y="419"/></a:lnTo><a:lnTo><a:pt x="18643" y="584"/></a:lnTo><a:lnTo><a:pt x="18973" y="749"/></a:lnTo><a:lnTo><a:pt x="19151" y="838"/></a:lnTo><a:lnTo><a:pt x="19392" y="838"/></a:lnTo><a:lnTo><a:pt x="19570" y="914"/></a:lnTo><a:lnTo><a:pt x="20154" y="914"/></a:lnTo><a:lnTo><a:pt x="20408" y="838"/></a:lnTo><a:lnTo><a:pt x="20574" y="838"/></a:lnTo><a:lnTo><a:pt x="20828" y="749"/></a:lnTo><a:lnTo><a:pt x="20993" y="660"/></a:lnTo><a:lnTo><a:pt x="21158" y="584"/></a:lnTo><a:lnTo><a:pt x="21323" y="419"/></a:lnTo><a:lnTo><a:pt x="21501" y="241"/></a:lnTo><a:lnTo><a:pt x="21666" y="76"/></a:lnTo><a:close/></a:path><a:path w="22225" h="11429"><a:moveTo><a:pt x="21755" y="0"/></a:moveTo><a:lnTo><a:pt x="18059" y="0"/></a:lnTo><a:lnTo><a:pt x="21666" y="76"/></a:lnTo><a:close/></a:path></a:pathLst></a:custGeom><a:solidFill><a:srgbClr val="000000"/></a:solidFill></p:spPr><p:txBody><a:bodyPr wrap="square" lIns="0" tIns="0" rIns="0" bIns="0" rtlCol="0"/><a:lstStyle/><a:p/></p:txBody></p:sp><p:sp><p:nvSpPr><p:cNvPr id="584" name="object 584"/><p:cNvSpPr/><p:nvPr/></p:nvSpPr><p:spPr><a:xfrm><a:off x="16755123" y="12108145"/><a:ext cx="20320" cy="12700"/></a:xfrm><a:custGeom><a:avLst/><a:gdLst/><a:ahLst/><a:cxnLst/><a:rect l="l" t="t" r="r" b="b"/><a:pathLst><a:path w="20319" h="12700"><a:moveTo><a:pt x="4533" y="9740"/></a:moveTo><a:lnTo><a:pt x="4445" y="9398"/></a:lnTo><a:lnTo><a:pt x="4368" y="9067"/></a:lnTo><a:lnTo><a:pt x="4114" y="8648"/></a:lnTo><a:lnTo><a:pt x="3860" y="8394"/></a:lnTo><a:lnTo><a:pt x="3517" y="8140"/></a:lnTo><a:lnTo><a:pt x="3098" y="7886"/></a:lnTo><a:lnTo><a:pt x="2679" y="7810"/></a:lnTo><a:lnTo><a:pt x="2260" y="7721"/></a:lnTo><a:lnTo><a:pt x="1930" y="7810"/></a:lnTo><a:lnTo><a:pt x="1511" y="7886"/></a:lnTo><a:lnTo><a:pt x="1092" y="8051"/></a:lnTo><a:lnTo><a:pt x="749" y="8305"/></a:lnTo><a:lnTo><a:pt x="495" y="8648"/></a:lnTo><a:lnTo><a:pt x="254" y="8978"/></a:lnTo><a:lnTo><a:pt x="76" y="9321"/></a:lnTo><a:lnTo><a:pt x="0" y="9740"/></a:lnTo><a:lnTo><a:pt x="0" y="10160"/></a:lnTo><a:lnTo><a:pt x="76" y="10579"/></a:lnTo><a:lnTo><a:pt x="254" y="10998"/></a:lnTo><a:lnTo><a:pt x="419" y="11328"/></a:lnTo><a:lnTo><a:pt x="749" y="11671"/></a:lnTo><a:lnTo><a:pt x="1092" y="11925"/></a:lnTo><a:lnTo><a:pt x="1422" y="12090"/></a:lnTo><a:lnTo><a:pt x="1841" y="12255"/></a:lnTo><a:lnTo><a:pt x="2768" y="12255"/></a:lnTo><a:lnTo><a:pt x="3022" y="12166"/></a:lnTo><a:lnTo><a:pt x="3441" y="12001"/></a:lnTo><a:lnTo><a:pt x="3771" y="11747"/></a:lnTo><a:lnTo><a:pt x="4025" y="11417"/></a:lnTo><a:lnTo><a:pt x="4279" y="11074"/></a:lnTo><a:lnTo><a:pt x="4445" y="10655"/></a:lnTo><a:lnTo><a:pt x="4533" y="10236"/></a:lnTo><a:lnTo><a:pt x="4533" y="9817"/></a:lnTo><a:close/></a:path><a:path w="20319" h="12700"><a:moveTo><a:pt x="20154" y="0"/></a:moveTo><a:lnTo><a:pt x="17716" y="0"/></a:lnTo><a:lnTo><a:pt x="18046" y="241"/></a:lnTo><a:lnTo><a:pt x="18465" y="330"/></a:lnTo><a:lnTo><a:pt x="18884" y="419"/></a:lnTo><a:lnTo><a:pt x="19392" y="330"/></a:lnTo><a:lnTo><a:pt x="19812" y="241"/></a:lnTo><a:lnTo><a:pt x="20154" y="0"/></a:lnTo><a:close/></a:path></a:pathLst></a:custGeom><a:solidFill><a:srgbClr val="000000"/></a:solidFill></p:spPr><p:txBody><a:bodyPr wrap="square" lIns="0" tIns="0" rIns="0" bIns="0" rtlCol="0"/><a:lstStyle/><a:p/></p:txBody></p:sp><p:sp><p:nvSpPr><p:cNvPr id="585" name="object 585"/><p:cNvSpPr/><p:nvPr/></p:nvSpPr><p:spPr><a:xfrm><a:off x="16726573" y="12120312"/><a:ext cx="31750" cy="23495"/></a:xfrm><a:custGeom><a:avLst/><a:gdLst/><a:ahLst/><a:cxnLst/><a:rect l="l" t="t" r="r" b="b"/><a:pathLst><a:path w="31750" h="23495"><a:moveTo><a:pt x="1511" y="23431"/></a:moveTo><a:lnTo><a:pt x="1257" y="23342"/></a:lnTo><a:lnTo><a:pt x="1092" y="23266"/></a:lnTo><a:lnTo><a:pt x="495" y="23266"/></a:lnTo><a:lnTo><a:pt x="241" y="23342"/></a:lnTo><a:lnTo><a:pt x="0" y="23431"/></a:lnTo><a:lnTo><a:pt x="1511" y="23431"/></a:lnTo><a:close/></a:path><a:path w="31750" h="23495"><a:moveTo><a:pt x="17462" y="10502"/></a:moveTo><a:lnTo><a:pt x="17297" y="10248"/></a:lnTo><a:lnTo><a:pt x="17297" y="10083"/></a:lnTo><a:lnTo><a:pt x="17119" y="9829"/></a:lnTo><a:lnTo><a:pt x="16878" y="9486"/></a:lnTo><a:lnTo><a:pt x="16700" y="9410"/></a:lnTo><a:lnTo><a:pt x="16535" y="9245"/></a:lnTo><a:lnTo><a:pt x="16370" y="9156"/></a:lnTo><a:lnTo><a:pt x="16205" y="8991"/></a:lnTo><a:lnTo><a:pt x="15951" y="8902"/></a:lnTo><a:lnTo><a:pt x="15786" y="8826"/></a:lnTo><a:lnTo><a:pt x="14693" y="8826"/></a:lnTo><a:lnTo><a:pt x="14439" y="8902"/></a:lnTo><a:lnTo><a:pt x="14274" y="8991"/></a:lnTo><a:lnTo><a:pt x="14020" y="9156"/></a:lnTo><a:lnTo><a:pt x="13677" y="9410"/></a:lnTo><a:lnTo><a:pt x="13347" y="9740"/></a:lnTo><a:lnTo><a:pt x="13182" y="10083"/></a:lnTo><a:lnTo><a:pt x="13093" y="10248"/></a:lnTo><a:lnTo><a:pt x="13004" y="10502"/></a:lnTo><a:lnTo><a:pt x="13004" y="10668"/></a:lnTo><a:lnTo><a:pt x="12928" y="10998"/></a:lnTo><a:lnTo><a:pt x="13004" y="11430"/></a:lnTo><a:lnTo><a:pt x="13093" y="11849"/></a:lnTo><a:lnTo><a:pt x="13258" y="12268"/></a:lnTo><a:lnTo><a:pt x="13512" y="12598"/></a:lnTo><a:lnTo><a:pt x="13855" y="12852"/></a:lnTo><a:lnTo><a:pt x="14185" y="13106"/></a:lnTo><a:lnTo><a:pt x="14605" y="13271"/></a:lnTo><a:lnTo><a:pt x="15024" y="13360"/></a:lnTo><a:lnTo><a:pt x="15443" y="13360"/></a:lnTo><a:lnTo><a:pt x="15786" y="13271"/></a:lnTo><a:lnTo><a:pt x="16205" y="13106"/></a:lnTo><a:lnTo><a:pt x="16535" y="12941"/></a:lnTo><a:lnTo><a:pt x="16878" y="12598"/></a:lnTo><a:lnTo><a:pt x="17119" y="12268"/></a:lnTo><a:lnTo><a:pt x="17373" y="11849"/></a:lnTo><a:lnTo><a:pt x="17462" y="11506"/></a:lnTo><a:lnTo><a:pt x="17462" y="11087"/></a:lnTo><a:lnTo><a:pt x="17462" y="10668"/></a:lnTo><a:lnTo><a:pt x="17462" y="10502"/></a:lnTo><a:close/></a:path><a:path w="31750" h="23495"><a:moveTo><a:pt x="31572" y="0"/></a:moveTo><a:lnTo><a:pt x="30060" y="0"/></a:lnTo><a:lnTo><a:pt x="31153" y="88"/></a:lnTo><a:lnTo><a:pt x="31318" y="88"/></a:lnTo><a:lnTo><a:pt x="31572" y="0"/></a:lnTo><a:close/></a:path></a:pathLst></a:custGeom><a:solidFill><a:srgbClr val="000000"/></a:solidFill></p:spPr><p:txBody><a:bodyPr wrap="square" lIns="0" tIns="0" rIns="0" bIns="0" rtlCol="0"/><a:lstStyle/><a:p/></p:txBody></p:sp><p:sp><p:nvSpPr><p:cNvPr id="586" name="object 586"/><p:cNvSpPr/><p:nvPr/></p:nvSpPr><p:spPr><a:xfrm><a:off x="16712629" y="12143655"/><a:ext cx="17145" cy="16510"/></a:xfrm><a:custGeom><a:avLst/><a:gdLst/><a:ahLst/><a:cxnLst/><a:rect l="l" t="t" r="r" b="b"/><a:pathLst><a:path w="17144" h="16509"><a:moveTo><a:pt x="2933" y="16129"/></a:moveTo><a:lnTo><a:pt x="2603" y="15786"/></a:lnTo><a:lnTo><a:pt x="2184" y="15621"/></a:lnTo><a:lnTo><a:pt x="1676" y="15544"/></a:lnTo><a:lnTo><a:pt x="1181" y="15544"/></a:lnTo><a:lnTo><a:pt x="927" y="15621"/></a:lnTo><a:lnTo><a:pt x="749" y="15621"/></a:lnTo><a:lnTo><a:pt x="508" y="15786"/></a:lnTo><a:lnTo><a:pt x="330" y="15786"/></a:lnTo><a:lnTo><a:pt x="88" y="16040"/></a:lnTo><a:lnTo><a:pt x="2933" y="16129"/></a:lnTo><a:close/></a:path><a:path w="17144" h="16509"><a:moveTo><a:pt x="15455" y="88"/></a:moveTo><a:lnTo><a:pt x="15201" y="0"/></a:lnTo><a:lnTo><a:pt x="14185" y="0"/></a:lnTo><a:lnTo><a:pt x="15455" y="88"/></a:lnTo><a:close/></a:path><a:path w="17144" h="16509"><a:moveTo><a:pt x="16967" y="1854"/></a:moveTo><a:lnTo><a:pt x="16878" y="1600"/></a:lnTo><a:lnTo><a:pt x="16789" y="1435"/></a:lnTo><a:lnTo><a:pt x="16713" y="1181"/></a:lnTo><a:lnTo><a:pt x="16624" y="1016"/></a:lnTo><a:lnTo><a:pt x="16548" y="850"/></a:lnTo><a:lnTo><a:pt x="16370" y="673"/></a:lnTo><a:lnTo><a:pt x="16205" y="508"/></a:lnTo><a:lnTo><a:pt x="16040" y="342"/></a:lnTo><a:lnTo><a:pt x="15875" y="254"/></a:lnTo><a:lnTo><a:pt x="15621" y="177"/></a:lnTo><a:lnTo><a:pt x="15455" y="88"/></a:lnTo><a:lnTo><a:pt x="13944" y="88"/></a:lnTo><a:lnTo><a:pt x="13766" y="177"/></a:lnTo><a:lnTo><a:pt x="13525" y="254"/></a:lnTo><a:lnTo><a:pt x="13347" y="342"/></a:lnTo><a:lnTo><a:pt x="13182" y="508"/></a:lnTo><a:lnTo><a:pt x="13017" y="673"/></a:lnTo><a:lnTo><a:pt x="12852" y="850"/></a:lnTo><a:lnTo><a:pt x="12763" y="1016"/></a:lnTo><a:lnTo><a:pt x="12674" y="1181"/></a:lnTo><a:lnTo><a:pt x="12598" y="1435"/></a:lnTo><a:lnTo><a:pt x="12509" y="1600"/></a:lnTo><a:lnTo><a:pt x="12433" y="1854"/></a:lnTo><a:lnTo><a:pt x="12433" y="2019"/></a:lnTo><a:lnTo><a:pt x="12433" y="2273"/></a:lnTo><a:lnTo><a:pt x="12433" y="2438"/></a:lnTo><a:lnTo><a:pt x="12509" y="2781"/></a:lnTo><a:lnTo><a:pt x="12598" y="3200"/></a:lnTo><a:lnTo><a:pt x="12852" y="3530"/></a:lnTo><a:lnTo><a:pt x="13182" y="3873"/></a:lnTo><a:lnTo><a:pt x="13525" y="4114"/></a:lnTo><a:lnTo><a:pt x="13855" y="4292"/></a:lnTo><a:lnTo><a:pt x="14274" y="4457"/></a:lnTo><a:lnTo><a:pt x="15113" y="4457"/></a:lnTo><a:lnTo><a:pt x="16878" y="2857"/></a:lnTo><a:lnTo><a:pt x="16967" y="2438"/></a:lnTo><a:lnTo><a:pt x="16967" y="2273"/></a:lnTo><a:lnTo><a:pt x="16967" y="2019"/></a:lnTo><a:lnTo><a:pt x="16967" y="1854"/></a:lnTo><a:close/></a:path></a:pathLst></a:custGeom><a:solidFill><a:srgbClr val="000000"/></a:solidFill></p:spPr><p:txBody><a:bodyPr wrap="square" lIns="0" tIns="0" rIns="0" bIns="0" rtlCol="0"/><a:lstStyle/><a:p/></p:txBody></p:sp><p:sp><p:nvSpPr><p:cNvPr id="587" name="object 587"/><p:cNvSpPr/><p:nvPr/></p:nvSpPr><p:spPr><a:xfrm><a:off x="16700195" y="12159695"/><a:ext cx="16510" cy="17780"/></a:xfrm><a:custGeom><a:avLst/><a:gdLst/><a:ahLst/><a:cxnLst/><a:rect l="l" t="t" r="r" b="b"/><a:pathLst><a:path w="16509" h="17779"><a:moveTo><a:pt x="4038" y="17386"/></a:moveTo><a:lnTo><a:pt x="3873" y="17132"/></a:lnTo><a:lnTo><a:pt x="3619" y="16802"/></a:lnTo><a:lnTo><a:pt x="3276" y="16548"/></a:lnTo><a:lnTo><a:pt x="3111" y="16459"/></a:lnTo><a:lnTo><a:pt x="2857" y="16294"/></a:lnTo><a:lnTo><a:pt x="2527" y="16205"/></a:lnTo><a:lnTo><a:pt x="2362" y="16205"/></a:lnTo><a:lnTo><a:pt x="2108" y="16129"/></a:lnTo><a:lnTo><a:pt x="1689" y="16205"/></a:lnTo><a:lnTo><a:pt x="1270" y="16294"/></a:lnTo><a:lnTo><a:pt x="850" y="16459"/></a:lnTo><a:lnTo><a:pt x="508" y="16713"/></a:lnTo><a:lnTo><a:pt x="254" y="17043"/></a:lnTo><a:lnTo><a:pt x="0" y="17386"/></a:lnTo><a:lnTo><a:pt x="4038" y="17386"/></a:lnTo><a:close/></a:path><a:path w="16509" h="17779"><a:moveTo><a:pt x="15367" y="88"/></a:moveTo><a:lnTo><a:pt x="12522" y="0"/></a:lnTo><a:lnTo><a:pt x="15367" y="88"/></a:lnTo><a:close/></a:path><a:path w="16509" h="17779"><a:moveTo><a:pt x="16217" y="1765"/></a:moveTo><a:lnTo><a:pt x="16129" y="1600"/></a:lnTo><a:lnTo><a:pt x="16129" y="1346"/></a:lnTo><a:lnTo><a:pt x="16129" y="1181"/></a:lnTo><a:lnTo><a:pt x="16040" y="1016"/></a:lnTo><a:lnTo><a:pt x="15963" y="762"/></a:lnTo><a:lnTo><a:pt x="15875" y="596"/></a:lnTo><a:lnTo><a:pt x="15709" y="342"/></a:lnTo><a:lnTo><a:pt x="15367" y="88"/></a:lnTo><a:lnTo><a:pt x="12433" y="88"/></a:lnTo><a:lnTo><a:pt x="11760" y="1016"/></a:lnTo><a:lnTo><a:pt x="11671" y="1181"/></a:lnTo><a:lnTo><a:pt x="11671" y="1346"/></a:lnTo><a:lnTo><a:pt x="11595" y="1600"/></a:lnTo><a:lnTo><a:pt x="11671" y="1765"/></a:lnTo><a:lnTo><a:pt x="11671" y="2019"/></a:lnTo><a:lnTo><a:pt x="11671" y="2184"/></a:lnTo><a:lnTo><a:pt x="11760" y="2527"/></a:lnTo><a:lnTo><a:pt x="11925" y="2857"/></a:lnTo><a:lnTo><a:pt x="12014" y="3022"/></a:lnTo><a:lnTo><a:pt x="12179" y="3276"/></a:lnTo><a:lnTo><a:pt x="12522" y="3530"/></a:lnTo><a:lnTo><a:pt x="12852" y="3784"/></a:lnTo><a:lnTo><a:pt x="13271" y="3949"/></a:lnTo><a:lnTo><a:pt x="13690" y="4038"/></a:lnTo><a:lnTo><a:pt x="14109" y="4038"/></a:lnTo><a:lnTo><a:pt x="14528" y="3949"/></a:lnTo><a:lnTo><a:pt x="14871" y="3784"/></a:lnTo><a:lnTo><a:pt x="15290" y="3619"/></a:lnTo><a:lnTo><a:pt x="15544" y="3365"/></a:lnTo><a:lnTo><a:pt x="15786" y="3022"/></a:lnTo><a:lnTo><a:pt x="15875" y="2857"/></a:lnTo><a:lnTo><a:pt x="16040" y="2603"/></a:lnTo><a:lnTo><a:pt x="16129" y="2184"/></a:lnTo><a:lnTo><a:pt x="16129" y="2019"/></a:lnTo><a:lnTo><a:pt x="16217" y="1765"/></a:lnTo><a:close/></a:path></a:pathLst></a:custGeom><a:solidFill><a:srgbClr val="000000"/></a:solidFill></p:spPr><p:txBody><a:bodyPr wrap="square" lIns="0" tIns="0" rIns="0" bIns="0" rtlCol="0"/><a:lstStyle/><a:p/></p:txBody></p:sp><p:sp><p:nvSpPr><p:cNvPr id="588" name="object 588"/><p:cNvSpPr/><p:nvPr/></p:nvSpPr><p:spPr><a:xfrm><a:off x="16689451" y="12176827"/><a:ext cx="15240" cy="19050"/></a:xfrm><a:custGeom><a:avLst/><a:gdLst/><a:ahLst/><a:cxnLst/><a:rect l="l" t="t" r="r" b="b"/><a:pathLst><a:path w="15240" h="19050"><a:moveTo><a:pt x="4533" y="18554"/></a:moveTo><a:lnTo><a:pt x="4445" y="18224"/></a:lnTo><a:lnTo><a:pt x="4279" y="17805"/></a:lnTo><a:lnTo><a:pt x="4025" y="17386"/></a:lnTo><a:lnTo><a:pt x="3695" y="17132"/></a:lnTo><a:lnTo><a:pt x="3365" y="16878"/></a:lnTo><a:lnTo><a:pt x="2933" y="16713"/></a:lnTo><a:lnTo><a:pt x="2514" y="16624"/></a:lnTo><a:lnTo><a:pt x="2095" y="16624"/></a:lnTo><a:lnTo><a:pt x="1600" y="16713"/></a:lnTo><a:lnTo><a:pt x="1257" y="16878"/></a:lnTo><a:lnTo><a:pt x="838" y="17132"/></a:lnTo><a:lnTo><a:pt x="584" y="17386"/></a:lnTo><a:lnTo><a:pt x="330" y="17716"/></a:lnTo><a:lnTo><a:pt x="165" y="18135"/></a:lnTo><a:lnTo><a:pt x="88" y="18554"/></a:lnTo><a:lnTo><a:pt x="4533" y="18643"/></a:lnTo><a:close/></a:path><a:path w="15240" h="19050"><a:moveTo><a:pt x="14782" y="254"/></a:moveTo><a:lnTo><a:pt x="14617" y="0"/></a:lnTo><a:lnTo><a:pt x="10922" y="0"/></a:lnTo><a:lnTo><a:pt x="14782" y="254"/></a:lnTo><a:close/></a:path><a:path w="15240" h="19050"><a:moveTo><a:pt x="15036" y="1003"/></a:moveTo><a:lnTo><a:pt x="14947" y="838"/></a:lnTo><a:lnTo><a:pt x="14947" y="584"/></a:lnTo><a:lnTo><a:pt x="14859" y="419"/></a:lnTo><a:lnTo><a:pt x="14782" y="254"/></a:lnTo><a:lnTo><a:pt x="10744" y="254"/></a:lnTo><a:lnTo><a:pt x="10668" y="419"/></a:lnTo><a:lnTo><a:pt x="10579" y="584"/></a:lnTo><a:lnTo><a:pt x="10579" y="838"/></a:lnTo><a:lnTo><a:pt x="10502" y="1003"/></a:lnTo><a:lnTo><a:pt x="10502" y="1257"/></a:lnTo><a:lnTo><a:pt x="10502" y="1422"/></a:lnTo><a:lnTo><a:pt x="10502" y="1676"/></a:lnTo><a:lnTo><a:pt x="10579" y="1854"/></a:lnTo><a:lnTo><a:pt x="10668" y="2095"/></a:lnTo><a:lnTo><a:pt x="10668" y="2273"/></a:lnTo><a:lnTo><a:pt x="10833" y="2514"/></a:lnTo><a:lnTo><a:pt x="11163" y="2857"/></a:lnTo><a:lnTo><a:pt x="11506" y="3187"/></a:lnTo><a:lnTo><a:pt x="11836" y="3365"/></a:lnTo><a:lnTo><a:pt x="12344" y="3530"/></a:lnTo><a:lnTo><a:pt x="13106" y="3530"/></a:lnTo><a:lnTo><a:pt x="13271" y="3530"/></a:lnTo><a:lnTo><a:pt x="13601" y="3365"/></a:lnTo><a:lnTo><a:pt x="14020" y="3187"/></a:lnTo><a:lnTo><a:pt x="14363" y="2933"/></a:lnTo><a:lnTo><a:pt x="14617" y="2603"/></a:lnTo><a:lnTo><a:pt x="14782" y="2273"/></a:lnTo><a:lnTo><a:pt x="14859" y="2095"/></a:lnTo><a:lnTo><a:pt x="14947" y="1854"/></a:lnTo><a:lnTo><a:pt x="15036" y="1676"/></a:lnTo><a:lnTo><a:pt x="15036" y="1422"/></a:lnTo><a:lnTo><a:pt x="15036" y="1257"/></a:lnTo><a:lnTo><a:pt x="15036" y="1003"/></a:lnTo><a:close/></a:path></a:pathLst></a:custGeom><a:solidFill><a:srgbClr val="000000"/></a:solidFill></p:spPr><p:txBody><a:bodyPr wrap="square" lIns="0" tIns="0" rIns="0" bIns="0" rtlCol="0"/><a:lstStyle/><a:p/></p:txBody></p:sp><p:sp><p:nvSpPr><p:cNvPr id="589" name="object 589"/><p:cNvSpPr/><p:nvPr/></p:nvSpPr><p:spPr><a:xfrm><a:off x="16680472" y="12195382"/><a:ext cx="13970" cy="19685"/></a:xfrm><a:custGeom><a:avLst/><a:gdLst/><a:ahLst/><a:cxnLst/><a:rect l="l" t="t" r="r" b="b"/><a:pathLst><a:path w="13969" h="19684"><a:moveTo><a:pt x="4533" y="18135"/></a:moveTo><a:lnTo><a:pt x="4356" y="17805"/></a:lnTo><a:lnTo><a:pt x="4114" y="17386"/></a:lnTo><a:lnTo><a:pt x="3860" y="17043"/></a:lnTo><a:lnTo><a:pt x="3517" y="16802"/></a:lnTo><a:lnTo><a:pt x="3187" y="16624"/></a:lnTo><a:lnTo><a:pt x="2768" y="16459"/></a:lnTo><a:lnTo><a:pt x="2590" y="16459"/></a:lnTo><a:lnTo><a:pt x="2349" y="16383"/></a:lnTo><a:lnTo><a:pt x="1841" y="16459"/></a:lnTo><a:lnTo><a:pt x="1422" y="16548"/></a:lnTo><a:lnTo><a:pt x="1079" y="16802"/></a:lnTo><a:lnTo><a:pt x="660" y="17043"/></a:lnTo><a:lnTo><a:pt x="419" y="17386"/></a:lnTo><a:lnTo><a:pt x="165" y="17716"/></a:lnTo><a:lnTo><a:pt x="76" y="18135"/></a:lnTo><a:lnTo><a:pt x="0" y="18554"/></a:lnTo><a:lnTo><a:pt x="0" y="18986"/></a:lnTo><a:lnTo><a:pt x="165" y="19405"/></a:lnTo><a:lnTo><a:pt x="4445" y="19405"/></a:lnTo><a:lnTo><a:pt x="4533" y="19062"/></a:lnTo><a:lnTo><a:pt x="4533" y="18643"/></a:lnTo><a:lnTo><a:pt x="4533" y="18224"/></a:lnTo><a:close/></a:path><a:path w="13969" h="19684"><a:moveTo><a:pt x="13512" y="88"/></a:moveTo><a:lnTo><a:pt x="8978" y="88"/></a:lnTo><a:lnTo><a:pt x="8978" y="419"/></a:lnTo><a:lnTo><a:pt x="9067" y="762"/></a:lnTo><a:lnTo><a:pt x="9067" y="927"/></a:lnTo><a:lnTo><a:pt x="9144" y="1181"/></a:lnTo><a:lnTo><a:pt x="9232" y="1346"/></a:lnTo><a:lnTo><a:pt x="9398" y="1600"/></a:lnTo><a:lnTo><a:pt x="9486" y="1765"/></a:lnTo><a:lnTo><a:pt x="9652" y="1930"/></a:lnTo><a:lnTo><a:pt x="9817" y="2108"/></a:lnTo><a:lnTo><a:pt x="9982" y="2184"/></a:lnTo><a:lnTo><a:pt x="10160" y="2349"/></a:lnTo><a:lnTo><a:pt x="10325" y="2349"/></a:lnTo><a:lnTo><a:pt x="10579" y="2438"/></a:lnTo><a:lnTo><a:pt x="10744" y="2527"/></a:lnTo><a:lnTo><a:pt x="10998" y="2603"/></a:lnTo><a:lnTo><a:pt x="11493" y="2603"/></a:lnTo><a:lnTo><a:pt x="11836" y="2527"/></a:lnTo><a:lnTo><a:pt x="12166" y="2349"/></a:lnTo><a:lnTo><a:pt x="12344" y="2349"/></a:lnTo><a:lnTo><a:pt x="12585" y="2184"/></a:lnTo><a:lnTo><a:pt x="12928" y="1930"/></a:lnTo><a:lnTo><a:pt x="13004" y="1765"/></a:lnTo><a:lnTo><a:pt x="13182" y="1600"/></a:lnTo><a:lnTo><a:pt x="13258" y="1346"/></a:lnTo><a:lnTo><a:pt x="13347" y="1181"/></a:lnTo><a:lnTo><a:pt x="13423" y="927"/></a:lnTo><a:lnTo><a:pt x="13512" y="762"/></a:lnTo><a:lnTo><a:pt x="13512" y="508"/></a:lnTo><a:lnTo><a:pt x="13512" y="88"/></a:lnTo><a:close/></a:path><a:path w="13969" h="19684"><a:moveTo><a:pt x="13512" y="0"/></a:moveTo><a:lnTo><a:pt x="9067" y="0"/></a:lnTo><a:lnTo><a:pt x="13512" y="88"/></a:lnTo><a:close/></a:path></a:pathLst></a:custGeom><a:solidFill><a:srgbClr val="000000"/></a:solidFill></p:spPr><p:txBody><a:bodyPr wrap="square" lIns="0" tIns="0" rIns="0" bIns="0" rtlCol="0"/><a:lstStyle/><a:p/></p:txBody></p:sp><p:sp><p:nvSpPr><p:cNvPr id="590" name="object 590"/><p:cNvSpPr/><p:nvPr/></p:nvSpPr><p:spPr><a:xfrm><a:off x="16673081" y="12214444"/><a:ext cx="12065" cy="20320"/></a:xfrm><a:custGeom><a:avLst/><a:gdLst/><a:ahLst/><a:cxnLst/><a:rect l="l" t="t" r="r" b="b"/><a:pathLst><a:path w="12065" h="20320"><a:moveTo><a:pt x="4533" y="18808"/></a:moveTo><a:lnTo><a:pt x="4445" y="18389"/></a:lnTo><a:lnTo><a:pt x="4356" y="17970"/></a:lnTo><a:lnTo><a:pt x="4191" y="17551"/></a:lnTo><a:lnTo><a:pt x="4025" y="17221"/></a:lnTo><a:lnTo><a:pt x="3695" y="16967"/></a:lnTo><a:lnTo><a:pt x="3352" y="16713"/></a:lnTo><a:lnTo><a:pt x="3187" y="16624"/></a:lnTo><a:lnTo><a:pt x="2933" y="16548"/></a:lnTo><a:lnTo><a:pt x="2768" y="16459"/></a:lnTo><a:lnTo><a:pt x="2514" y="16459"/></a:lnTo><a:lnTo><a:pt x="2095" y="16370"/></a:lnTo><a:lnTo><a:pt x="1676" y="16459"/></a:lnTo><a:lnTo><a:pt x="1511" y="16548"/></a:lnTo><a:lnTo><a:pt x="1257" y="16624"/></a:lnTo><a:lnTo><a:pt x="838" y="16878"/></a:lnTo><a:lnTo><a:pt x="495" y="17221"/></a:lnTo><a:lnTo><a:pt x="241" y="17551"/></a:lnTo><a:lnTo><a:pt x="76" y="17970"/></a:lnTo><a:lnTo><a:pt x="0" y="18389"/></a:lnTo><a:lnTo><a:pt x="0" y="18808"/></a:lnTo><a:lnTo><a:pt x="0" y="19227"/></a:lnTo><a:lnTo><a:pt x="165" y="19646"/></a:lnTo><a:lnTo><a:pt x="330" y="19989"/></a:lnTo><a:lnTo><a:pt x="4025" y="20066"/></a:lnTo><a:lnTo><a:pt x="4279" y="19646"/></a:lnTo><a:lnTo><a:pt x="4445" y="19316"/></a:lnTo><a:lnTo><a:pt x="4533" y="18808"/></a:lnTo><a:close/></a:path><a:path w="12065" h="20320"><a:moveTo><a:pt x="11836" y="342"/></a:moveTo><a:lnTo><a:pt x="7556" y="342"/></a:lnTo><a:lnTo><a:pt x="7721" y="762"/></a:lnTo><a:lnTo><a:pt x="7886" y="1092"/></a:lnTo><a:lnTo><a:pt x="8051" y="1181"/></a:lnTo><a:lnTo><a:pt x="8229" y="1346"/></a:lnTo><a:lnTo><a:pt x="8394" y="1511"/></a:lnTo><a:lnTo><a:pt x="8559" y="1600"/></a:lnTo><a:lnTo><a:pt x="8724" y="1676"/></a:lnTo><a:lnTo><a:pt x="8978" y="1765"/></a:lnTo><a:lnTo><a:pt x="9144" y="1854"/></a:lnTo><a:lnTo><a:pt x="9398" y="1854"/></a:lnTo><a:lnTo><a:pt x="9563" y="1930"/></a:lnTo><a:lnTo><a:pt x="9982" y="1854"/></a:lnTo><a:lnTo><a:pt x="10160" y="1854"/></a:lnTo><a:lnTo><a:pt x="10414" y="1765"/></a:lnTo><a:lnTo><a:pt x="10579" y="1676"/></a:lnTo><a:lnTo><a:pt x="10744" y="1600"/></a:lnTo><a:lnTo><a:pt x="10909" y="1511"/></a:lnTo><a:lnTo><a:pt x="11163" y="1346"/></a:lnTo><a:lnTo><a:pt x="11328" y="1181"/></a:lnTo><a:lnTo><a:pt x="11582" y="838"/></a:lnTo><a:lnTo><a:pt x="11747" y="419"/></a:lnTo><a:close/></a:path><a:path w="12065" h="20320"><a:moveTo><a:pt x="11925" y="0"/></a:moveTo><a:lnTo><a:pt x="7467" y="0"/></a:lnTo><a:lnTo><a:pt x="11836" y="342"/></a:lnTo><a:lnTo><a:pt x="11925" y="0"/></a:lnTo><a:close/></a:path></a:pathLst></a:custGeom><a:solidFill><a:srgbClr val="000000"/></a:solidFill></p:spPr><p:txBody><a:bodyPr wrap="square" lIns="0" tIns="0" rIns="0" bIns="0" rtlCol="0"/><a:lstStyle/><a:p/></p:txBody></p:sp><p:sp><p:nvSpPr><p:cNvPr id="591" name="object 591"/><p:cNvSpPr/><p:nvPr/></p:nvSpPr><p:spPr><a:xfrm><a:off x="16667201" y="12234435"/><a:ext cx="10160" cy="20320"/></a:xfrm><a:custGeom><a:avLst/><a:gdLst/><a:ahLst/><a:cxnLst/><a:rect l="l" t="t" r="r" b="b"/><a:pathLst><a:path w="10159" h="20320"><a:moveTo><a:pt x="4533" y="17792"/></a:moveTo><a:lnTo><a:pt x="4368" y="17373"/></a:lnTo><a:lnTo><a:pt x="4191" y="17043"/></a:lnTo><a:lnTo><a:pt x="3949" y="16713"/></a:lnTo><a:lnTo><a:pt x="3771" y="16624"/></a:lnTo><a:lnTo><a:pt x="3606" y="16459"/></a:lnTo><a:lnTo><a:pt x="3441" y="16370"/></a:lnTo><a:lnTo><a:pt x="3187" y="16205"/></a:lnTo><a:lnTo><a:pt x="3022" y="16205"/></a:lnTo><a:lnTo><a:pt x="2857" y="16116"/></a:lnTo><a:lnTo><a:pt x="2514" y="16040"/></a:lnTo><a:lnTo><a:pt x="1930" y="16040"/></a:lnTo><a:lnTo><a:pt x="1765" y="16116"/></a:lnTo><a:lnTo><a:pt x="1511" y="16205"/></a:lnTo><a:lnTo><a:pt x="1346" y="16205"/></a:lnTo><a:lnTo><a:pt x="1092" y="16370"/></a:lnTo><a:lnTo><a:pt x="749" y="16624"/></a:lnTo><a:lnTo><a:pt x="419" y="16954"/></a:lnTo><a:lnTo><a:pt x="254" y="17297"/></a:lnTo><a:lnTo><a:pt x="76" y="17716"/></a:lnTo><a:lnTo><a:pt x="0" y="18224"/></a:lnTo><a:lnTo><a:pt x="0" y="18643"/></a:lnTo><a:lnTo><a:pt x="165" y="19062"/></a:lnTo><a:lnTo><a:pt x="330" y="19481"/></a:lnTo><a:lnTo><a:pt x="584" y="19812"/></a:lnTo><a:lnTo><a:pt x="838" y="20066"/></a:lnTo><a:lnTo><a:pt x="1168" y="20320"/></a:lnTo><a:lnTo><a:pt x="3352" y="20320"/></a:lnTo><a:lnTo><a:pt x="3606" y="20154"/></a:lnTo><a:lnTo><a:pt x="3949" y="19812"/></a:lnTo><a:lnTo><a:pt x="4191" y="19481"/></a:lnTo><a:lnTo><a:pt x="4445" y="19062"/></a:lnTo><a:lnTo><a:pt x="4533" y="18643"/></a:lnTo><a:lnTo><a:pt x="4533" y="18224"/></a:lnTo><a:lnTo><a:pt x="4533" y="17792"/></a:lnTo><a:close/></a:path><a:path w="10159" h="20320"><a:moveTo><a:pt x="9906" y="76"/></a:moveTo><a:lnTo><a:pt x="6299" y="76"/></a:lnTo><a:lnTo><a:pt x="6553" y="330"/></a:lnTo><a:lnTo><a:pt x="6883" y="584"/></a:lnTo><a:lnTo><a:pt x="7213" y="749"/></a:lnTo><a:lnTo><a:pt x="7391" y="838"/></a:lnTo><a:lnTo><a:pt x="7632" y="914"/></a:lnTo><a:lnTo><a:pt x="7810" y="914"/></a:lnTo><a:lnTo><a:pt x="8229" y="1003"/></a:lnTo><a:lnTo><a:pt x="8394" y="914"/></a:lnTo><a:lnTo><a:pt x="8648" y="914"/></a:lnTo><a:lnTo><a:pt x="8813" y="838"/></a:lnTo><a:lnTo><a:pt x="8978" y="749"/></a:lnTo><a:lnTo><a:pt x="9232" y="673"/></a:lnTo><a:lnTo><a:pt x="9398" y="584"/></a:lnTo><a:lnTo><a:pt x="9575" y="419"/></a:lnTo><a:lnTo><a:pt x="9740" y="330"/></a:lnTo><a:lnTo><a:pt x="9906" y="76"/></a:lnTo><a:close/></a:path><a:path w="10159" h="20320"><a:moveTo><a:pt x="9994" y="0"/></a:moveTo><a:lnTo><a:pt x="6210" y="0"/></a:lnTo><a:lnTo><a:pt x="9906" y="76"/></a:lnTo><a:close/></a:path></a:pathLst></a:custGeom><a:solidFill><a:srgbClr val="000000"/></a:solidFill></p:spPr><p:txBody><a:bodyPr wrap="square" lIns="0" tIns="0" rIns="0" bIns="0" rtlCol="0"/><a:lstStyle/><a:p/></p:txBody></p:sp><p:sp><p:nvSpPr><p:cNvPr id="592" name="object 592"/><p:cNvSpPr/><p:nvPr/></p:nvSpPr><p:spPr><a:xfrm><a:off x="16662998" y="12254589"/><a:ext cx="8255" cy="20955"/></a:xfrm><a:custGeom><a:avLst/><a:gdLst/><a:ahLst/><a:cxnLst/><a:rect l="l" t="t" r="r" b="b"/><a:pathLst><a:path w="8255" h="20954"><a:moveTo><a:pt x="4533" y="17881"/></a:moveTo><a:lnTo><a:pt x="4457" y="17627"/></a:lnTo><a:lnTo><a:pt x="4368" y="17208"/></a:lnTo><a:lnTo><a:pt x="4114" y="16878"/></a:lnTo><a:lnTo><a:pt x="3860" y="16535"/></a:lnTo><a:lnTo><a:pt x="3530" y="16281"/></a:lnTo><a:lnTo><a:pt x="3111" y="16027"/></a:lnTo><a:lnTo><a:pt x="2692" y="15951"/></a:lnTo><a:lnTo><a:pt x="2273" y="15862"/></a:lnTo><a:lnTo><a:pt x="1930" y="15951"/></a:lnTo><a:lnTo><a:pt x="1511" y="16027"/></a:lnTo><a:lnTo><a:pt x="1181" y="16205"/></a:lnTo><a:lnTo><a:pt x="1016" y="16281"/></a:lnTo><a:lnTo><a:pt x="762" y="16446"/></a:lnTo><a:lnTo><a:pt x="508" y="16789"/></a:lnTo><a:lnTo><a:pt x="254" y="17119"/></a:lnTo><a:lnTo><a:pt x="88" y="17538"/></a:lnTo><a:lnTo><a:pt x="0" y="17881"/></a:lnTo><a:lnTo><a:pt x="0" y="18046"/></a:lnTo><a:lnTo><a:pt x="0" y="18300"/></a:lnTo><a:lnTo><a:pt x="0" y="18465"/></a:lnTo><a:lnTo><a:pt x="88" y="18719"/></a:lnTo><a:lnTo><a:pt x="88" y="18884"/></a:lnTo><a:lnTo><a:pt x="254" y="19138"/></a:lnTo><a:lnTo><a:pt x="419" y="19481"/></a:lnTo><a:lnTo><a:pt x="762" y="19812"/></a:lnTo><a:lnTo><a:pt x="1016" y="20066"/></a:lnTo><a:lnTo><a:pt x="1435" y="20320"/></a:lnTo><a:lnTo><a:pt x="1854" y="20396"/></a:lnTo><a:lnTo><a:pt x="2768" y="20396"/></a:lnTo><a:lnTo><a:pt x="3022" y="20320"/></a:lnTo><a:lnTo><a:pt x="3441" y="20142"/></a:lnTo><a:lnTo><a:pt x="3784" y="19900"/></a:lnTo><a:lnTo><a:pt x="4038" y="19558"/></a:lnTo><a:lnTo><a:pt x="4279" y="19227"/></a:lnTo><a:lnTo><a:pt x="4457" y="18884"/></a:lnTo><a:lnTo><a:pt x="4457" y="18719"/></a:lnTo><a:lnTo><a:pt x="4533" y="18465"/></a:lnTo><a:lnTo><a:pt x="4533" y="18300"/></a:lnTo><a:lnTo><a:pt x="4533" y="18046"/></a:lnTo><a:lnTo><a:pt x="4533" y="17881"/></a:lnTo><a:close/></a:path><a:path w="8255" h="20954"><a:moveTo><a:pt x="7556" y="165"/></a:moveTo><a:lnTo><a:pt x="5372" y="165"/></a:lnTo><a:lnTo><a:pt x="5791" y="330"/></a:lnTo><a:lnTo><a:pt x="6210" y="419"/></a:lnTo><a:lnTo><a:pt x="6718" y="419"/></a:lnTo><a:lnTo><a:pt x="6972" y="330"/></a:lnTo><a:lnTo><a:pt x="7137" y="330"/></a:lnTo><a:lnTo><a:pt x="7391" y="241"/></a:lnTo><a:lnTo><a:pt x="7556" y="165"/></a:lnTo><a:close/></a:path><a:path w="8255" h="20954"><a:moveTo><a:pt x="7810" y="0"/></a:moveTo><a:lnTo><a:pt x="5130" y="0"/></a:lnTo><a:lnTo><a:pt x="7556" y="165"/></a:lnTo><a:lnTo><a:pt x="7810" y="0"/></a:lnTo><a:close/></a:path></a:pathLst></a:custGeom><a:solidFill><a:srgbClr val="000000"/></a:solidFill></p:spPr><p:txBody><a:bodyPr wrap="square" lIns="0" tIns="0" rIns="0" bIns="0" rtlCol="0"/><a:lstStyle/><a:p/></p:txBody></p:sp><p:sp><p:nvSpPr><p:cNvPr id="593" name="object 593"/><p:cNvSpPr/><p:nvPr/></p:nvSpPr><p:spPr><a:xfrm><a:off x="16660483" y="12274910"/><a:ext cx="5715" cy="36830"/></a:xfrm><a:custGeom><a:avLst/><a:gdLst/><a:ahLst/><a:cxnLst/><a:rect l="l" t="t" r="r" b="b"/><a:pathLst><a:path w="5715" h="36829"><a:moveTo><a:pt x="2260" y="36525"/></a:moveTo><a:lnTo><a:pt x="1841" y="36360"/></a:lnTo><a:lnTo><a:pt x="1003" y="36360"/></a:lnTo><a:lnTo><a:pt x="584" y="36525"/></a:lnTo><a:lnTo><a:pt x="2260" y="36525"/></a:lnTo><a:close/></a:path><a:path w="5715" h="36829"><a:moveTo><a:pt x="4533" y="17792"/></a:moveTo><a:lnTo><a:pt x="4445" y="17462"/></a:lnTo><a:lnTo><a:pt x="4279" y="17043"/></a:lnTo><a:lnTo><a:pt x="4025" y="16700"/></a:lnTo><a:lnTo><a:pt x="3695" y="16370"/></a:lnTo><a:lnTo><a:pt x="3276" y="16116"/></a:lnTo><a:lnTo><a:pt x="2933" y="15951"/></a:lnTo><a:lnTo><a:pt x="2438" y="15862"/></a:lnTo><a:lnTo><a:pt x="2019" y="15862"/></a:lnTo><a:lnTo><a:pt x="1676" y="15951"/></a:lnTo><a:lnTo><a:pt x="1257" y="16116"/></a:lnTo><a:lnTo><a:pt x="838" y="16370"/></a:lnTo><a:lnTo><a:pt x="584" y="16624"/></a:lnTo><a:lnTo><a:pt x="330" y="16954"/></a:lnTo><a:lnTo><a:pt x="165" y="17373"/></a:lnTo><a:lnTo><a:pt x="0" y="17792"/></a:lnTo><a:lnTo><a:pt x="0" y="18211"/></a:lnTo><a:lnTo><a:pt x="0" y="18389"/></a:lnTo><a:lnTo><a:pt x="0" y="18630"/></a:lnTo><a:lnTo><a:pt x="76" y="18808"/></a:lnTo><a:lnTo><a:pt x="165" y="18973"/></a:lnTo><a:lnTo><a:pt x="254" y="19227"/></a:lnTo><a:lnTo><a:pt x="330" y="19392"/></a:lnTo><a:lnTo><a:pt x="495" y="19558"/></a:lnTo><a:lnTo><a:pt x="584" y="19723"/></a:lnTo><a:lnTo><a:pt x="838" y="19900"/></a:lnTo><a:lnTo><a:pt x="1168" y="20142"/></a:lnTo><a:lnTo><a:pt x="1587" y="20320"/></a:lnTo><a:lnTo><a:pt x="2019" y="20396"/></a:lnTo><a:lnTo><a:pt x="2514" y="20396"/></a:lnTo><a:lnTo><a:pt x="2857" y="20320"/></a:lnTo><a:lnTo><a:pt x="3187" y="20231"/></a:lnTo><a:lnTo><a:pt x="3352" y="20142"/></a:lnTo><a:lnTo><a:pt x="3606" y="19977"/></a:lnTo><a:lnTo><a:pt x="3771" y="19900"/></a:lnTo><a:lnTo><a:pt x="3949" y="19723"/></a:lnTo><a:lnTo><a:pt x="4025" y="19558"/></a:lnTo><a:lnTo><a:pt x="4191" y="19392"/></a:lnTo><a:lnTo><a:pt x="4279" y="19227"/></a:lnTo><a:lnTo><a:pt x="4368" y="18973"/></a:lnTo><a:lnTo><a:pt x="4445" y="18808"/></a:lnTo><a:lnTo><a:pt x="4445" y="18630"/></a:lnTo><a:lnTo><a:pt x="4533" y="18389"/></a:lnTo><a:lnTo><a:pt x="4533" y="18211"/></a:lnTo><a:lnTo><a:pt x="4533" y="17881"/></a:lnTo><a:close/></a:path><a:path w="5715" h="36829"><a:moveTo><a:pt x="5118" y="76"/></a:moveTo><a:lnTo><a:pt x="4445" y="76"/></a:lnTo><a:lnTo><a:pt x="4864" y="165"/></a:lnTo><a:lnTo><a:pt x="5118" y="76"/></a:lnTo><a:close/></a:path><a:path w="5715" h="36829"><a:moveTo><a:pt x="5537" y="0"/></a:moveTo><a:lnTo><a:pt x="4025" y="0"/></a:lnTo><a:lnTo><a:pt x="5118" y="76"/></a:lnTo><a:lnTo><a:pt x="5283" y="76"/></a:lnTo><a:lnTo><a:pt x="5537" y="0"/></a:lnTo><a:close/></a:path></a:pathLst></a:custGeom><a:solidFill><a:srgbClr val="000000"/></a:solidFill></p:spPr><p:txBody><a:bodyPr wrap="square" lIns="0" tIns="0" rIns="0" bIns="0" rtlCol="0"/><a:lstStyle/><a:p/></p:txBody></p:sp><p:sp><p:nvSpPr><p:cNvPr id="594" name="object 594"/><p:cNvSpPr/><p:nvPr/></p:nvSpPr><p:spPr><a:xfrm><a:off x="16659644" y="12311434"/><a:ext cx="5080" cy="21590"/></a:xfrm><a:custGeom><a:avLst/><a:gdLst/><a:ahLst/><a:cxnLst/><a:rect l="l" t="t" r="r" b="b"/><a:pathLst><a:path w="5080" h="21590"><a:moveTo><a:pt x="4533" y="1841"/></a:moveTo><a:lnTo><a:pt x="4445" y="1587"/></a:lnTo><a:lnTo><a:pt x="4445" y="1422"/></a:lnTo><a:lnTo><a:pt x="4368" y="1168"/></a:lnTo><a:lnTo><a:pt x="4114" y="838"/></a:lnTo><a:lnTo><a:pt x="4025" y="673"/></a:lnTo><a:lnTo><a:pt x="3860" y="495"/></a:lnTo><a:lnTo><a:pt x="3517" y="165"/></a:lnTo><a:lnTo><a:pt x="3098" y="0"/></a:lnTo><a:lnTo><a:pt x="1422" y="0"/></a:lnTo><a:lnTo><a:pt x="1092" y="165"/></a:lnTo><a:lnTo><a:pt x="749" y="419"/></a:lnTo><a:lnTo><a:pt x="419" y="673"/></a:lnTo><a:lnTo><a:pt x="330" y="838"/></a:lnTo><a:lnTo><a:pt x="254" y="1092"/></a:lnTo><a:lnTo><a:pt x="76" y="1422"/></a:lnTo><a:lnTo><a:pt x="0" y="1587"/></a:lnTo><a:lnTo><a:pt x="0" y="1841"/></a:lnTo><a:lnTo><a:pt x="0" y="2095"/></a:lnTo><a:lnTo><a:pt x="0" y="2260"/></a:lnTo><a:lnTo><a:pt x="0" y="2514"/></a:lnTo><a:lnTo><a:pt x="76" y="2679"/></a:lnTo><a:lnTo><a:pt x="165" y="2933"/></a:lnTo><a:lnTo><a:pt x="254" y="3098"/></a:lnTo><a:lnTo><a:pt x="330" y="3352"/></a:lnTo><a:lnTo><a:pt x="673" y="3695"/></a:lnTo><a:lnTo><a:pt x="1003" y="3949"/></a:lnTo><a:lnTo><a:pt x="1422" y="4191"/></a:lnTo><a:lnTo><a:pt x="1841" y="4279"/></a:lnTo><a:lnTo><a:pt x="2260" y="4368"/></a:lnTo><a:lnTo><a:pt x="2603" y="4279"/></a:lnTo><a:lnTo><a:pt x="3022" y="4191"/></a:lnTo><a:lnTo><a:pt x="3441" y="4025"/></a:lnTo><a:lnTo><a:pt x="3771" y="3771"/></a:lnTo><a:lnTo><a:pt x="4025" y="3441"/></a:lnTo><a:lnTo><a:pt x="4279" y="3098"/></a:lnTo><a:lnTo><a:pt x="4368" y="2933"/></a:lnTo><a:lnTo><a:pt x="4445" y="2679"/></a:lnTo><a:lnTo><a:pt x="4445" y="2514"/></a:lnTo><a:lnTo><a:pt x="4533" y="2260"/></a:lnTo><a:lnTo><a:pt x="4533" y="2095"/></a:lnTo><a:lnTo><a:pt x="4533" y="1841"/></a:lnTo><a:close/></a:path><a:path w="5080" h="21590"><a:moveTo><a:pt x="4787" y="20993"/></a:moveTo><a:lnTo><a:pt x="4533" y="20739"/></a:lnTo><a:lnTo><a:pt x="4114" y="20485"/></a:lnTo><a:lnTo><a:pt x="3771" y="20320"/></a:lnTo><a:lnTo><a:pt x="3352" y="20231"/></a:lnTo><a:lnTo><a:pt x="2857" y="20231"/></a:lnTo><a:lnTo><a:pt x="2425" y="20320"/></a:lnTo><a:lnTo><a:pt x="2095" y="20485"/></a:lnTo><a:lnTo><a:pt x="1765" y="20739"/></a:lnTo><a:lnTo><a:pt x="1422" y="20993"/></a:lnTo><a:lnTo><a:pt x="4787" y="20993"/></a:lnTo><a:close/></a:path></a:pathLst></a:custGeom><a:solidFill><a:srgbClr val="000000"/></a:solidFill></p:spPr><p:txBody><a:bodyPr wrap="square" lIns="0" tIns="0" rIns="0" bIns="0" rtlCol="0"/><a:lstStyle/><a:p/></p:txBody></p:sp><p:sp><p:nvSpPr><p:cNvPr id="595" name="object 595"/><p:cNvSpPr/><p:nvPr/></p:nvSpPr><p:spPr><a:xfrm><a:off x="16660483" y="12332174"/><a:ext cx="6985" cy="21590"/></a:xfrm><a:custGeom><a:avLst/><a:gdLst/><a:ahLst/><a:cxnLst/><a:rect l="l" t="t" r="r" b="b"/><a:pathLst><a:path w="6984" h="21590"><a:moveTo><a:pt x="3949" y="254"/></a:moveTo><a:lnTo><a:pt x="3695" y="0"/></a:lnTo><a:lnTo><a:pt x="838" y="0"/></a:lnTo><a:lnTo><a:pt x="3949" y="254"/></a:lnTo><a:close/></a:path><a:path w="6984" h="21590"><a:moveTo><a:pt x="4533" y="1346"/></a:moveTo><a:lnTo><a:pt x="4445" y="1092"/></a:lnTo><a:lnTo><a:pt x="4279" y="673"/></a:lnTo><a:lnTo><a:pt x="4025" y="330"/></a:lnTo><a:lnTo><a:pt x="584" y="254"/></a:lnTo><a:lnTo><a:pt x="330" y="584"/></a:lnTo><a:lnTo><a:pt x="165" y="1003"/></a:lnTo><a:lnTo><a:pt x="0" y="1346"/></a:lnTo><a:lnTo><a:pt x="0" y="1511"/></a:lnTo><a:lnTo><a:pt x="0" y="1765"/></a:lnTo><a:lnTo><a:pt x="0" y="2019"/></a:lnTo><a:lnTo><a:pt x="0" y="2184"/></a:lnTo><a:lnTo><a:pt x="76" y="2438"/></a:lnTo><a:lnTo><a:pt x="165" y="2603"/></a:lnTo><a:lnTo><a:pt x="254" y="2857"/></a:lnTo><a:lnTo><a:pt x="330" y="3022"/></a:lnTo><a:lnTo><a:pt x="495" y="3187"/></a:lnTo><a:lnTo><a:pt x="584" y="3352"/></a:lnTo><a:lnTo><a:pt x="749" y="3530"/></a:lnTo><a:lnTo><a:pt x="927" y="3606"/></a:lnTo><a:lnTo><a:pt x="1168" y="3771"/></a:lnTo><a:lnTo><a:pt x="1587" y="3949"/></a:lnTo><a:lnTo><a:pt x="2019" y="4025"/></a:lnTo><a:lnTo><a:pt x="2514" y="4025"/></a:lnTo><a:lnTo><a:pt x="2857" y="3949"/></a:lnTo><a:lnTo><a:pt x="3276" y="3860"/></a:lnTo><a:lnTo><a:pt x="3606" y="3606"/></a:lnTo><a:lnTo><a:pt x="3949" y="3352"/></a:lnTo><a:lnTo><a:pt x="4025" y="3187"/></a:lnTo><a:lnTo><a:pt x="4191" y="3022"/></a:lnTo><a:lnTo><a:pt x="4279" y="2857"/></a:lnTo><a:lnTo><a:pt x="4368" y="2603"/></a:lnTo><a:lnTo><a:pt x="4445" y="2438"/></a:lnTo><a:lnTo><a:pt x="4533" y="2184"/></a:lnTo><a:lnTo><a:pt x="4533" y="2019"/></a:lnTo><a:lnTo><a:pt x="4533" y="1765"/></a:lnTo><a:lnTo><a:pt x="4533" y="1511"/></a:lnTo><a:lnTo><a:pt x="4533" y="1346"/></a:lnTo><a:close/></a:path><a:path w="6984" h="21590"><a:moveTo><a:pt x="6883" y="21069"/></a:moveTo><a:lnTo><a:pt x="6629" y="20739"/></a:lnTo><a:lnTo><a:pt x="6375" y="20408"/></a:lnTo><a:lnTo><a:pt x="6045" y="20154"/></a:lnTo><a:lnTo><a:pt x="5626" y="19977"/></a:lnTo><a:lnTo><a:pt x="5283" y="19812"/></a:lnTo><a:lnTo><a:pt x="4368" y="19812"/></a:lnTo><a:lnTo><a:pt x="3949" y="19977"/></a:lnTo><a:lnTo><a:pt x="3606" y="20154"/></a:lnTo><a:lnTo><a:pt x="3276" y="20408"/></a:lnTo><a:lnTo><a:pt x="2933" y="20739"/></a:lnTo><a:lnTo><a:pt x="2768" y="21069"/></a:lnTo><a:lnTo><a:pt x="6883" y="21158"/></a:lnTo><a:close/></a:path></a:pathLst></a:custGeom><a:solidFill><a:srgbClr val="000000"/></a:solidFill></p:spPr><p:txBody><a:bodyPr wrap="square" lIns="0" tIns="0" rIns="0" bIns="0" rtlCol="0"/><a:lstStyle/><a:p/></p:txBody></p:sp><p:sp><p:nvSpPr><p:cNvPr id="596" name="object 596"/><p:cNvSpPr/><p:nvPr/></p:nvSpPr><p:spPr><a:xfrm><a:off x="16662998" y="12353243"/><a:ext cx="8890" cy="21590"/></a:xfrm><a:custGeom><a:avLst/><a:gdLst/><a:ahLst/><a:cxnLst/><a:rect l="l" t="t" r="r" b="b"/><a:pathLst><a:path w="8890" h="21590"><a:moveTo><a:pt x="4368" y="0"/></a:moveTo><a:lnTo><a:pt x="254" y="0"/></a:lnTo><a:lnTo><a:pt x="4368" y="88"/></a:lnTo><a:close/></a:path><a:path w="8890" h="21590"><a:moveTo><a:pt x="4533" y="850"/></a:moveTo><a:lnTo><a:pt x="4457" y="508"/></a:lnTo><a:lnTo><a:pt x="4368" y="88"/></a:lnTo><a:lnTo><a:pt x="165" y="88"/></a:lnTo><a:lnTo><a:pt x="88" y="419"/></a:lnTo><a:lnTo><a:pt x="0" y="850"/></a:lnTo><a:lnTo><a:pt x="0" y="1270"/></a:lnTo><a:lnTo><a:pt x="0" y="1435"/></a:lnTo><a:lnTo><a:pt x="88" y="1689"/></a:lnTo><a:lnTo><a:pt x="165" y="1854"/></a:lnTo><a:lnTo><a:pt x="254" y="2108"/></a:lnTo><a:lnTo><a:pt x="508" y="2438"/></a:lnTo><a:lnTo><a:pt x="584" y="2603"/></a:lnTo><a:lnTo><a:pt x="762" y="2692"/></a:lnTo><a:lnTo><a:pt x="927" y="2857"/></a:lnTo><a:lnTo><a:pt x="1092" y="2946"/></a:lnTo><a:lnTo><a:pt x="1346" y="3111"/></a:lnTo><a:lnTo><a:pt x="1511" y="3111"/></a:lnTo><a:lnTo><a:pt x="1765" y="3200"/></a:lnTo><a:lnTo><a:pt x="1930" y="3276"/></a:lnTo><a:lnTo><a:pt x="2692" y="3276"/></a:lnTo><a:lnTo><a:pt x="3022" y="3111"/></a:lnTo><a:lnTo><a:pt x="3187" y="3111"/></a:lnTo><a:lnTo><a:pt x="3441" y="2946"/></a:lnTo><a:lnTo><a:pt x="3619" y="2857"/></a:lnTo><a:lnTo><a:pt x="3784" y="2692"/></a:lnTo><a:lnTo><a:pt x="3949" y="2603"/></a:lnTo><a:lnTo><a:pt x="4038" y="2438"/></a:lnTo><a:lnTo><a:pt x="4203" y="2184"/></a:lnTo><a:lnTo><a:pt x="4368" y="1854"/></a:lnTo><a:lnTo><a:pt x="4457" y="1689"/></a:lnTo><a:lnTo><a:pt x="4533" y="1435"/></a:lnTo><a:lnTo><a:pt x="4533" y="1270"/></a:lnTo><a:lnTo><a:pt x="4533" y="927"/></a:lnTo><a:close/></a:path><a:path w="8890" h="21590"><a:moveTo><a:pt x="8737" y="20662"/></a:moveTo><a:lnTo><a:pt x="8648" y="20243"/></a:lnTo><a:lnTo><a:pt x="8483" y="19900"/></a:lnTo><a:lnTo><a:pt x="8229" y="19570"/></a:lnTo><a:lnTo><a:pt x="8064" y="19481"/></a:lnTo><a:lnTo><a:pt x="7899" y="19240"/></a:lnTo><a:lnTo><a:pt x="7556" y="19062"/></a:lnTo><a:lnTo><a:pt x="7391" y="18986"/></a:lnTo><a:lnTo><a:pt x="7137" y="18897"/></a:lnTo><a:lnTo><a:pt x="6972" y="18808"/></a:lnTo><a:lnTo><a:pt x="6718" y="18808"/></a:lnTo><a:lnTo><a:pt x="6299" y="18732"/></a:lnTo><a:lnTo><a:pt x="5880" y="18808"/></a:lnTo><a:lnTo><a:pt x="5549" y="18986"/></a:lnTo><a:lnTo><a:pt x="5130" y="19151"/></a:lnTo><a:lnTo><a:pt x="4876" y="19481"/></a:lnTo><a:lnTo><a:pt x="4533" y="19824"/></a:lnTo><a:lnTo><a:pt x="4368" y="20154"/></a:lnTo><a:lnTo><a:pt x="4279" y="20574"/></a:lnTo><a:lnTo><a:pt x="4203" y="20993"/></a:lnTo><a:lnTo><a:pt x="8737" y="20993"/></a:lnTo><a:lnTo><a:pt x="8737" y="20662"/></a:lnTo><a:close/></a:path></a:pathLst></a:custGeom><a:solidFill><a:srgbClr val="000000"/></a:solidFill></p:spPr><p:txBody><a:bodyPr wrap="square" lIns="0" tIns="0" rIns="0" bIns="0" rtlCol="0"/><a:lstStyle/><a:p/></p:txBody></p:sp><p:sp><p:nvSpPr><p:cNvPr id="597" name="object 597"/><p:cNvSpPr/><p:nvPr/></p:nvSpPr><p:spPr><a:xfrm><a:off x="16667201" y="12373906"/><a:ext cx="10795" cy="20955"/></a:xfrm><a:custGeom><a:avLst/><a:gdLst/><a:ahLst/><a:cxnLst/><a:rect l="l" t="t" r="r" b="b"/><a:pathLst><a:path w="10794" h="20954"><a:moveTo><a:pt x="4533" y="330"/></a:moveTo><a:lnTo><a:pt x="0" y="330"/></a:lnTo><a:lnTo><a:pt x="0" y="749"/></a:lnTo><a:lnTo><a:pt x="165" y="1168"/></a:lnTo><a:lnTo><a:pt x="330" y="1511"/></a:lnTo><a:lnTo><a:pt x="584" y="1841"/></a:lnTo><a:lnTo><a:pt x="838" y="2184"/></a:lnTo><a:lnTo><a:pt x="1003" y="2260"/></a:lnTo><a:lnTo><a:pt x="1168" y="2349"/></a:lnTo><a:lnTo><a:pt x="1346" y="2438"/></a:lnTo><a:lnTo><a:pt x="1587" y="2514"/></a:lnTo><a:lnTo><a:pt x="1765" y="2603"/></a:lnTo><a:lnTo><a:pt x="2006" y="2603"/></a:lnTo><a:lnTo><a:pt x="2438" y="2679"/></a:lnTo><a:lnTo><a:pt x="2857" y="2603"/></a:lnTo><a:lnTo><a:pt x="3276" y="2438"/></a:lnTo><a:lnTo><a:pt x="3606" y="2260"/></a:lnTo><a:lnTo><a:pt x="3949" y="1930"/></a:lnTo><a:lnTo><a:pt x="4191" y="1600"/></a:lnTo><a:lnTo><a:pt x="4368" y="1257"/></a:lnTo><a:lnTo><a:pt x="4533" y="838"/></a:lnTo><a:lnTo><a:pt x="4533" y="419"/></a:lnTo><a:close/></a:path><a:path w="10794" h="20954"><a:moveTo><a:pt x="4533" y="0"/></a:moveTo><a:lnTo><a:pt x="0" y="0"/></a:lnTo><a:lnTo><a:pt x="4533" y="330"/></a:lnTo><a:lnTo><a:pt x="4533" y="0"/></a:lnTo><a:close/></a:path><a:path w="10794" h="20954"><a:moveTo><a:pt x="10414" y="19900"/></a:moveTo><a:lnTo><a:pt x="10325" y="19735"/></a:lnTo><a:lnTo><a:pt x="10325" y="19481"/></a:lnTo><a:lnTo><a:pt x="10236" y="19316"/></a:lnTo><a:lnTo><a:pt x="10160" y="19062"/></a:lnTo><a:lnTo><a:pt x="10071" y="18897"/></a:lnTo><a:lnTo><a:pt x="9994" y="18719"/></a:lnTo><a:lnTo><a:pt x="9817" y="18554"/></a:lnTo><a:lnTo><a:pt x="9740" y="18389"/></a:lnTo><a:lnTo><a:pt x="9575" y="18224"/></a:lnTo><a:lnTo><a:pt x="9398" y="18135"/></a:lnTo><a:lnTo><a:pt x="9232" y="17970"/></a:lnTo><a:lnTo><a:pt x="8978" y="17881"/></a:lnTo><a:lnTo><a:pt x="8813" y="17805"/></a:lnTo><a:lnTo><a:pt x="8648" y="17805"/></a:lnTo><a:lnTo><a:pt x="8394" y="17716"/></a:lnTo><a:lnTo><a:pt x="7810" y="17716"/></a:lnTo><a:lnTo><a:pt x="7632" y="17805"/></a:lnTo><a:lnTo><a:pt x="7391" y="17805"/></a:lnTo><a:lnTo><a:pt x="7213" y="17881"/></a:lnTo><a:lnTo><a:pt x="6972" y="17970"/></a:lnTo><a:lnTo><a:pt x="6883" y="18135"/></a:lnTo><a:lnTo><a:pt x="6629" y="18224"/></a:lnTo><a:lnTo><a:pt x="6553" y="18389"/></a:lnTo><a:lnTo><a:pt x="6375" y="18554"/></a:lnTo><a:lnTo><a:pt x="6299" y="18719"/></a:lnTo><a:lnTo><a:pt x="6121" y="18897"/></a:lnTo><a:lnTo><a:pt x="6045" y="19062"/></a:lnTo><a:lnTo><a:pt x="5956" y="19316"/></a:lnTo><a:lnTo><a:pt x="5880" y="19481"/></a:lnTo><a:lnTo><a:pt x="5880" y="19735"/></a:lnTo><a:lnTo><a:pt x="5880" y="19900"/></a:lnTo><a:lnTo><a:pt x="5880" y="20154"/></a:lnTo><a:lnTo><a:pt x="5880" y="20320"/></a:lnTo><a:lnTo><a:pt x="5880" y="20485"/></a:lnTo><a:lnTo><a:pt x="10325" y="20485"/></a:lnTo><a:lnTo><a:pt x="10325" y="20320"/></a:lnTo><a:lnTo><a:pt x="10414" y="20154"/></a:lnTo><a:lnTo><a:pt x="10414" y="19900"/></a:lnTo><a:close/></a:path></a:pathLst></a:custGeom><a:solidFill><a:srgbClr val="000000"/></a:solidFill></p:spPr><p:txBody><a:bodyPr wrap="square" lIns="0" tIns="0" rIns="0" bIns="0" rtlCol="0"/><a:lstStyle/><a:p/></p:txBody></p:sp><p:sp><p:nvSpPr><p:cNvPr id="598" name="object 598"/><p:cNvSpPr/><p:nvPr/></p:nvSpPr><p:spPr><a:xfrm><a:off x="16673081" y="12394226"/><a:ext cx="12065" cy="20320"/></a:xfrm><a:custGeom><a:avLst/><a:gdLst/><a:ahLst/><a:cxnLst/><a:rect l="l" t="t" r="r" b="b"/><a:pathLst><a:path w="12065" h="20320"><a:moveTo><a:pt x="4445" y="165"/></a:moveTo><a:lnTo><a:pt x="0" y="165"/></a:lnTo><a:lnTo><a:pt x="76" y="330"/></a:lnTo><a:lnTo><a:pt x="165" y="584"/></a:lnTo><a:lnTo><a:pt x="241" y="749"/></a:lnTo><a:lnTo><a:pt x="330" y="1003"/></a:lnTo><a:lnTo><a:pt x="495" y="1092"/></a:lnTo><a:lnTo><a:pt x="673" y="1257"/></a:lnTo><a:lnTo><a:pt x="749" y="1422"/></a:lnTo><a:lnTo><a:pt x="1003" y="1600"/></a:lnTo><a:lnTo><a:pt x="1333" y="1765"/></a:lnTo><a:lnTo><a:pt x="1511" y="1841"/></a:lnTo><a:lnTo><a:pt x="1752" y="1841"/></a:lnTo><a:lnTo><a:pt x="1930" y="1930"/></a:lnTo><a:lnTo><a:pt x="2603" y="1930"/></a:lnTo><a:lnTo><a:pt x="2933" y="1841"/></a:lnTo><a:lnTo><a:pt x="3098" y="1765"/></a:lnTo><a:lnTo><a:pt x="3352" y="1676"/></a:lnTo><a:lnTo><a:pt x="3517" y="1600"/></a:lnTo><a:lnTo><a:pt x="3695" y="1422"/></a:lnTo><a:lnTo><a:pt x="3771" y="1257"/></a:lnTo><a:lnTo><a:pt x="4025" y="1092"/></a:lnTo><a:lnTo><a:pt x="4191" y="749"/></a:lnTo><a:lnTo><a:pt x="4279" y="584"/></a:lnTo><a:lnTo><a:pt x="4356" y="330"/></a:lnTo><a:lnTo><a:pt x="4445" y="165"/></a:lnTo><a:close/></a:path><a:path w="12065" h="20320"><a:moveTo><a:pt x="4445" y="0"/></a:moveTo><a:lnTo><a:pt x="0" y="0"/></a:lnTo><a:lnTo><a:pt x="4445" y="165"/></a:lnTo><a:lnTo><a:pt x="4445" y="0"/></a:lnTo><a:close/></a:path><a:path w="12065" h="20320"><a:moveTo><a:pt x="11925" y="18224"/></a:moveTo><a:lnTo><a:pt x="11747" y="17805"/></a:lnTo><a:lnTo><a:pt x="11582" y="17462"/></a:lnTo><a:lnTo><a:pt x="11252" y="17132"/></a:lnTo><a:lnTo><a:pt x="10909" y="16878"/></a:lnTo><a:lnTo><a:pt x="10579" y="16624"/></a:lnTo><a:lnTo><a:pt x="10160" y="16535"/></a:lnTo><a:lnTo><a:pt x="9321" y="16459"/></a:lnTo><a:lnTo><a:pt x="9144" y="16535"/></a:lnTo><a:lnTo><a:pt x="8902" y="16624"/></a:lnTo><a:lnTo><a:pt x="8724" y="16624"/></a:lnTo><a:lnTo><a:pt x="8470" y="16789"/></a:lnTo><a:lnTo><a:pt x="8140" y="17043"/></a:lnTo><a:lnTo><a:pt x="7810" y="17386"/></a:lnTo><a:lnTo><a:pt x="7556" y="17805"/></a:lnTo><a:lnTo><a:pt x="7467" y="18224"/></a:lnTo><a:lnTo><a:pt x="7391" y="18643"/></a:lnTo><a:lnTo><a:pt x="7391" y="19062"/></a:lnTo><a:lnTo><a:pt x="7467" y="19481"/></a:lnTo><a:lnTo><a:pt x="7721" y="19812"/></a:lnTo><a:lnTo><a:pt x="7721" y="19989"/></a:lnTo><a:lnTo><a:pt x="11582" y="19989"/></a:lnTo><a:lnTo><a:pt x="11671" y="19812"/></a:lnTo><a:lnTo><a:pt x="11747" y="19570"/></a:lnTo><a:lnTo><a:pt x="11925" y="19138"/></a:lnTo><a:lnTo><a:pt x="11925" y="18643"/></a:lnTo><a:lnTo><a:pt x="11925" y="18224"/></a:lnTo><a:close/></a:path></a:pathLst></a:custGeom><a:solidFill><a:srgbClr val="000000"/></a:solidFill></p:spPr><p:txBody><a:bodyPr wrap="square" lIns="0" tIns="0" rIns="0" bIns="0" rtlCol="0"/><a:lstStyle/><a:p/></p:txBody></p:sp><p:sp><p:nvSpPr><p:cNvPr id="599" name="object 599"/><p:cNvSpPr/><p:nvPr/></p:nvSpPr><p:spPr><a:xfrm><a:off x="16680803" y="12414037"/><a:ext cx="13335" cy="19685"/></a:xfrm><a:custGeom><a:avLst/><a:gdLst/><a:ahLst/><a:cxnLst/><a:rect l="l" t="t" r="r" b="b"/><a:pathLst><a:path w="13334" h="19684"><a:moveTo><a:pt x="3860" y="177"/></a:moveTo><a:lnTo><a:pt x="0" y="177"/></a:lnTo><a:lnTo><a:pt x="165" y="342"/></a:lnTo><a:lnTo><a:pt x="330" y="508"/></a:lnTo><a:lnTo><a:pt x="508" y="673"/></a:lnTo><a:lnTo><a:pt x="673" y="762"/></a:lnTo><a:lnTo><a:pt x="838" y="927"/></a:lnTo><a:lnTo><a:pt x="1092" y="1016"/></a:lnTo><a:lnTo><a:pt x="1257" y="1092"/></a:lnTo><a:lnTo><a:pt x="1511" y="1092"/></a:lnTo><a:lnTo><a:pt x="2184" y="1181"/></a:lnTo><a:lnTo><a:pt x="2438" y="1092"/></a:lnTo><a:lnTo><a:pt x="2603" y="1092"/></a:lnTo><a:lnTo><a:pt x="2857" y="1016"/></a:lnTo><a:lnTo><a:pt x="3022" y="927"/></a:lnTo><a:lnTo><a:pt x="3276" y="762"/></a:lnTo><a:lnTo><a:pt x="3606" y="508"/></a:lnTo><a:lnTo><a:pt x="3695" y="342"/></a:lnTo><a:lnTo><a:pt x="3860" y="177"/></a:lnTo><a:close/></a:path><a:path w="13334" h="19684"><a:moveTo><a:pt x="3949" y="0"/></a:moveTo><a:lnTo><a:pt x="0" y="0"/></a:lnTo><a:lnTo><a:pt x="3860" y="177"/></a:lnTo><a:lnTo><a:pt x="3949" y="0"/></a:lnTo><a:close/></a:path><a:path w="13334" h="19684"><a:moveTo><a:pt x="13182" y="16802"/></a:moveTo><a:lnTo><a:pt x="13093" y="16624"/></a:lnTo><a:lnTo><a:pt x="13017" y="16383"/></a:lnTo><a:lnTo><a:pt x="12928" y="16205"/></a:lnTo><a:lnTo><a:pt x="12852" y="16040"/></a:lnTo><a:lnTo><a:pt x="12674" y="15875"/></a:lnTo><a:lnTo><a:pt x="12598" y="15709"/></a:lnTo><a:lnTo><a:pt x="12344" y="15544"/></a:lnTo><a:lnTo><a:pt x="12014" y="15290"/></a:lnTo><a:lnTo><a:pt x="11836" y="15201"/></a:lnTo><a:lnTo><a:pt x="11582" y="15113"/></a:lnTo><a:lnTo><a:pt x="11163" y="15036"/></a:lnTo><a:lnTo><a:pt x="10668" y="15036"/></a:lnTo><a:lnTo><a:pt x="10414" y="15113"/></a:lnTo><a:lnTo><a:pt x="10248" y="15113"/></a:lnTo><a:lnTo><a:pt x="9994" y="15201"/></a:lnTo><a:lnTo><a:pt x="9829" y="15290"/></a:lnTo><a:lnTo><a:pt x="9652" y="15455"/></a:lnTo><a:lnTo><a:pt x="9486" y="15544"/></a:lnTo><a:lnTo><a:pt x="9321" y="15709"/></a:lnTo><a:lnTo><a:pt x="9156" y="15875"/></a:lnTo><a:lnTo><a:pt x="9067" y="16040"/></a:lnTo><a:lnTo><a:pt x="8902" y="16205"/></a:lnTo><a:lnTo><a:pt x="8813" y="16383"/></a:lnTo><a:lnTo><a:pt x="8737" y="16624"/></a:lnTo><a:lnTo><a:pt x="8737" y="16802"/></a:lnTo><a:lnTo><a:pt x="8648" y="17056"/></a:lnTo><a:lnTo><a:pt x="8648" y="17221"/></a:lnTo><a:lnTo><a:pt x="8648" y="17551"/></a:lnTo><a:lnTo><a:pt x="8737" y="17970"/></a:lnTo><a:lnTo><a:pt x="8902" y="18389"/></a:lnTo><a:lnTo><a:pt x="9156" y="18732"/></a:lnTo><a:lnTo><a:pt x="9486" y="19062"/></a:lnTo><a:lnTo><a:pt x="12344" y="19062"/></a:lnTo><a:lnTo><a:pt x="12674" y="18732"/></a:lnTo><a:lnTo><a:pt x="12928" y="18389"/></a:lnTo><a:lnTo><a:pt x="13093" y="18059"/></a:lnTo><a:lnTo><a:pt x="13182" y="17640"/></a:lnTo><a:lnTo><a:pt x="13182" y="17221"/></a:lnTo><a:lnTo><a:pt x="13182" y="17056"/></a:lnTo><a:lnTo><a:pt x="13182" y="16802"/></a:lnTo><a:close/></a:path></a:pathLst></a:custGeom><a:solidFill><a:srgbClr val="000000"/></a:solidFill></p:spPr><p:txBody><a:bodyPr wrap="square" lIns="0" tIns="0" rIns="0" bIns="0" rtlCol="0"/><a:lstStyle/><a:p/></p:txBody></p:sp><p:sp><p:nvSpPr><p:cNvPr id="600" name="object 600"/><p:cNvSpPr/><p:nvPr/></p:nvSpPr><p:spPr><a:xfrm><a:off x="16690290" y="12433101"/><a:ext cx="14604" cy="18415"/></a:xfrm><a:custGeom><a:avLst/><a:gdLst/><a:ahLst/><a:cxnLst/><a:rect l="l" t="t" r="r" b="b"/><a:pathLst><a:path w="14605" h="18415"><a:moveTo><a:pt x="2857" y="0"/></a:moveTo><a:lnTo><a:pt x="0" y="0"/></a:lnTo><a:lnTo><a:pt x="342" y="254"/></a:lnTo><a:lnTo><a:pt x="762" y="419"/></a:lnTo><a:lnTo><a:pt x="1257" y="508"/></a:lnTo><a:lnTo><a:pt x="1676" y="508"/></a:lnTo><a:lnTo><a:pt x="2095" y="419"/></a:lnTo><a:lnTo><a:pt x="2527" y="254"/></a:lnTo><a:lnTo><a:pt x="2857" y="0"/></a:lnTo><a:close/></a:path><a:path w="14605" h="18415"><a:moveTo><a:pt x="14198" y="15532"/></a:moveTo><a:lnTo><a:pt x="14109" y="15367"/></a:lnTo><a:lnTo><a:pt x="14109" y="15113"/></a:lnTo><a:lnTo><a:pt x="14020" y="14947"/></a:lnTo><a:lnTo><a:pt x="13944" y="14782"/></a:lnTo><a:lnTo><a:pt x="13779" y="14528"/></a:lnTo><a:lnTo><a:pt x="13690" y="14363"/></a:lnTo><a:lnTo><a:pt x="13525" y="14198"/></a:lnTo><a:lnTo><a:pt x="13182" y="13944"/></a:lnTo><a:lnTo><a:pt x="12763" y="13690"/></a:lnTo><a:lnTo><a:pt x="12344" y="13601"/></a:lnTo><a:lnTo><a:pt x="11595" y="13525"/></a:lnTo><a:lnTo><a:pt x="11417" y="13601"/></a:lnTo><a:lnTo><a:pt x="11176" y="13690"/></a:lnTo><a:lnTo><a:pt x="10998" y="13690"/></a:lnTo><a:lnTo><a:pt x="10756" y="13855"/></a:lnTo><a:lnTo><a:pt x="10414" y="14109"/></a:lnTo><a:lnTo><a:pt x="10160" y="14363"/></a:lnTo><a:lnTo><a:pt x="10083" y="14528"/></a:lnTo><a:lnTo><a:pt x="9906" y="14782"/></a:lnTo><a:lnTo><a:pt x="9829" y="14947"/></a:lnTo><a:lnTo><a:pt x="9740" y="15113"/></a:lnTo><a:lnTo><a:pt x="9664" y="15367"/></a:lnTo><a:lnTo><a:pt x="9664" y="15532"/></a:lnTo><a:lnTo><a:pt x="9664" y="15786"/></a:lnTo><a:lnTo><a:pt x="9664" y="15951"/></a:lnTo><a:lnTo><a:pt x="9664" y="16205"/></a:lnTo><a:lnTo><a:pt x="9740" y="16383"/></a:lnTo><a:lnTo><a:pt x="9829" y="16624"/></a:lnTo><a:lnTo><a:pt x="9829" y="16802"/></a:lnTo><a:lnTo><a:pt x="9994" y="17043"/></a:lnTo><a:lnTo><a:pt x="10325" y="17386"/></a:lnTo><a:lnTo><a:pt x="10668" y="17716"/></a:lnTo><a:lnTo><a:pt x="10998" y="17894"/></a:lnTo><a:lnTo><a:pt x="11417" y="18059"/></a:lnTo><a:lnTo><a:pt x="12344" y="18059"/></a:lnTo><a:lnTo><a:pt x="12763" y="17894"/></a:lnTo><a:lnTo><a:pt x="13182" y="17716"/></a:lnTo><a:lnTo><a:pt x="13525" y="17462"/></a:lnTo><a:lnTo><a:pt x="13779" y="17132"/></a:lnTo><a:lnTo><a:pt x="13944" y="16802"/></a:lnTo><a:lnTo><a:pt x="14020" y="16624"/></a:lnTo><a:lnTo><a:pt x="14109" y="16383"/></a:lnTo><a:lnTo><a:pt x="14109" y="16205"/></a:lnTo><a:lnTo><a:pt x="14198" y="15951"/></a:lnTo><a:lnTo><a:pt x="14198" y="15786"/></a:lnTo><a:lnTo><a:pt x="14198" y="15532"/></a:lnTo><a:close/></a:path></a:pathLst></a:custGeom><a:solidFill><a:srgbClr val="000000"/></a:solidFill></p:spPr><p:txBody><a:bodyPr wrap="square" lIns="0" tIns="0" rIns="0" bIns="0" rtlCol="0"/><a:lstStyle/><a:p/></p:txBody></p:sp><p:sp><p:nvSpPr><p:cNvPr id="601" name="object 601"/><p:cNvSpPr/><p:nvPr/></p:nvSpPr><p:spPr><a:xfrm><a:off x="16701377" y="12450995"/><a:ext cx="27305" cy="28575"/></a:xfrm><a:custGeom><a:avLst/><a:gdLst/><a:ahLst/><a:cxnLst/><a:rect l="l" t="t" r="r" b="b"/><a:pathLst><a:path w="27305" h="28575"><a:moveTo><a:pt x="1676" y="0"/></a:moveTo><a:lnTo><a:pt x="0" y="0"/></a:lnTo><a:lnTo><a:pt x="1257" y="165"/></a:lnTo><a:lnTo><a:pt x="1676" y="0"/></a:lnTo><a:close/></a:path><a:path w="27305" h="28575"><a:moveTo><a:pt x="15036" y="14439"/></a:moveTo><a:lnTo><a:pt x="14947" y="14185"/></a:lnTo><a:lnTo><a:pt x="14947" y="13931"/></a:lnTo><a:lnTo><a:pt x="14859" y="13766"/></a:lnTo><a:lnTo><a:pt x="14782" y="13512"/></a:lnTo><a:lnTo><a:pt x="14528" y="13182"/></a:lnTo><a:lnTo><a:pt x="14185" y="12839"/></a:lnTo><a:lnTo><a:pt x="13855" y="12585"/></a:lnTo><a:lnTo><a:pt x="13690" y="12509"/></a:lnTo><a:lnTo><a:pt x="13436" y="12420"/></a:lnTo><a:lnTo><a:pt x="13271" y="12331"/></a:lnTo><a:lnTo><a:pt x="12090" y="12331"/></a:lnTo><a:lnTo><a:pt x="11671" y="12509"/></a:lnTo><a:lnTo><a:pt x="11341" y="12763"/></a:lnTo><a:lnTo><a:pt x="10998" y="13093"/></a:lnTo><a:lnTo><a:pt x="10744" y="13423"/></a:lnTo><a:lnTo><a:pt x="10579" y="13766"/></a:lnTo><a:lnTo><a:pt x="10579" y="13931"/></a:lnTo><a:lnTo><a:pt x="10490" y="14185"/></a:lnTo><a:lnTo><a:pt x="10490" y="14439"/></a:lnTo><a:lnTo><a:pt x="10414" y="14605"/></a:lnTo><a:lnTo><a:pt x="10490" y="14859"/></a:lnTo><a:lnTo><a:pt x="10490" y="15024"/></a:lnTo><a:lnTo><a:pt x="10579" y="15278"/></a:lnTo><a:lnTo><a:pt x="10579" y="15443"/></a:lnTo><a:lnTo><a:pt x="10744" y="15697"/></a:lnTo><a:lnTo><a:pt x="10998" y="16027"/></a:lnTo><a:lnTo><a:pt x="11341" y="16370"/></a:lnTo><a:lnTo><a:pt x="11671" y="16624"/></a:lnTo><a:lnTo><a:pt x="12090" y="16700"/></a:lnTo><a:lnTo><a:pt x="12509" y="16789"/></a:lnTo><a:lnTo><a:pt x="12928" y="16789"/></a:lnTo><a:lnTo><a:pt x="13271" y="16789"/></a:lnTo><a:lnTo><a:pt x="13690" y="16624"/></a:lnTo><a:lnTo><a:pt x="14020" y="16370"/></a:lnTo><a:lnTo><a:pt x="14363" y="16116"/></a:lnTo><a:lnTo><a:pt x="14605" y="15786"/></a:lnTo><a:lnTo><a:pt x="14782" y="15443"/></a:lnTo><a:lnTo><a:pt x="14859" y="15278"/></a:lnTo><a:lnTo><a:pt x="14947" y="15024"/></a:lnTo><a:lnTo><a:pt x="14947" y="14859"/></a:lnTo><a:lnTo><a:pt x="14947" y="14605"/></a:lnTo><a:lnTo><a:pt x="15036" y="14439"/></a:lnTo><a:close/></a:path><a:path w="27305" h="28575"><a:moveTo><a:pt x="26784" y="28041"/></a:moveTo><a:lnTo><a:pt x="26365" y="27952"/></a:lnTo><a:lnTo><a:pt x="25946" y="27876"/></a:lnTo><a:lnTo><a:pt x="25527" y="27952"/></a:lnTo><a:lnTo><a:pt x="25107" y="28041"/></a:lnTo><a:lnTo><a:pt x="26784" y="28041"/></a:lnTo><a:close/></a:path></a:pathLst></a:custGeom><a:solidFill><a:srgbClr val="000000"/></a:solidFill></p:spPr><p:txBody><a:bodyPr wrap="square" lIns="0" tIns="0" rIns="0" bIns="0" rtlCol="0"/><a:lstStyle/><a:p/></p:txBody></p:sp><p:sp><p:nvSpPr><p:cNvPr id="602" name="object 602"/><p:cNvSpPr/><p:nvPr/></p:nvSpPr><p:spPr><a:xfrm><a:off x="16725062" y="12478947"/><a:ext cx="18415" cy="15240"/></a:xfrm><a:custGeom><a:avLst/><a:gdLst/><a:ahLst/><a:cxnLst/><a:rect l="l" t="t" r="r" b="b"/><a:pathLst><a:path w="18415" h="15240"><a:moveTo><a:pt x="3098" y="88"/></a:moveTo><a:lnTo><a:pt x="2679" y="0"/></a:lnTo><a:lnTo><a:pt x="1841" y="0"/></a:lnTo><a:lnTo><a:pt x="3098" y="88"/></a:lnTo><a:close/></a:path><a:path w="18415" h="15240"><a:moveTo><a:pt x="4533" y="2019"/></a:moveTo><a:lnTo><a:pt x="4445" y="1676"/></a:lnTo><a:lnTo><a:pt x="4356" y="1257"/></a:lnTo><a:lnTo><a:pt x="4114" y="927"/></a:lnTo><a:lnTo><a:pt x="3771" y="596"/></a:lnTo><a:lnTo><a:pt x="3441" y="342"/></a:lnTo><a:lnTo><a:pt x="3098" y="88"/></a:lnTo><a:lnTo><a:pt x="1422" y="88"/></a:lnTo><a:lnTo><a:pt x="1092" y="254"/></a:lnTo><a:lnTo><a:pt x="749" y="508"/></a:lnTo><a:lnTo><a:pt x="495" y="838"/></a:lnTo><a:lnTo><a:pt x="241" y="1181"/></a:lnTo><a:lnTo><a:pt x="76" y="1600"/></a:lnTo><a:lnTo><a:pt x="0" y="2019"/></a:lnTo><a:lnTo><a:pt x="0" y="2438"/></a:lnTo><a:lnTo><a:pt x="0" y="2603"/></a:lnTo><a:lnTo><a:pt x="76" y="2857"/></a:lnTo><a:lnTo><a:pt x="165" y="3022"/></a:lnTo><a:lnTo><a:pt x="241" y="3187"/></a:lnTo><a:lnTo><a:pt x="330" y="3441"/></a:lnTo><a:lnTo><a:pt x="419" y="3619"/></a:lnTo><a:lnTo><a:pt x="584" y="3784"/></a:lnTo><a:lnTo><a:pt x="749" y="3860"/></a:lnTo><a:lnTo><a:pt x="914" y="4038"/></a:lnTo><a:lnTo><a:pt x="1092" y="4203"/></a:lnTo><a:lnTo><a:pt x="1333" y="4279"/></a:lnTo><a:lnTo><a:pt x="1511" y="4368"/></a:lnTo><a:lnTo><a:pt x="1752" y="4457"/></a:lnTo><a:lnTo><a:pt x="2006" y="4457"/></a:lnTo><a:lnTo><a:pt x="2184" y="4533"/></a:lnTo><a:lnTo><a:pt x="2603" y="4457"/></a:lnTo><a:lnTo><a:pt x="2768" y="4457"/></a:lnTo><a:lnTo><a:pt x="3022" y="4368"/></a:lnTo><a:lnTo><a:pt x="3187" y="4279"/></a:lnTo><a:lnTo><a:pt x="3441" y="4203"/></a:lnTo><a:lnTo><a:pt x="3606" y="4038"/></a:lnTo><a:lnTo><a:pt x="3771" y="3860"/></a:lnTo><a:lnTo><a:pt x="3937" y="3784"/></a:lnTo><a:lnTo><a:pt x="4114" y="3619"/></a:lnTo><a:lnTo><a:pt x="4191" y="3441"/></a:lnTo><a:lnTo><a:pt x="4279" y="3187"/></a:lnTo><a:lnTo><a:pt x="4356" y="3022"/></a:lnTo><a:lnTo><a:pt x="4445" y="2857"/></a:lnTo><a:lnTo><a:pt x="4533" y="2603"/></a:lnTo><a:lnTo><a:pt x="4533" y="2438"/></a:lnTo><a:lnTo><a:pt x="4533" y="2108"/></a:lnTo><a:close/></a:path><a:path w="18415" h="15240"><a:moveTo><a:pt x="18300" y="15036"/></a:moveTo><a:lnTo><a:pt x="18046" y="14871"/></a:lnTo><a:lnTo><a:pt x="17881" y="14782"/></a:lnTo><a:lnTo><a:pt x="17627" y="14617"/></a:lnTo><a:lnTo><a:pt x="17208" y="14439"/></a:lnTo><a:lnTo><a:pt x="16205" y="14439"/></a:lnTo><a:lnTo><a:pt x="15951" y="14528"/></a:lnTo><a:lnTo><a:pt x="15786" y="14617"/></a:lnTo><a:lnTo><a:pt x="15532" y="14782"/></a:lnTo><a:lnTo><a:pt x="15367" y="14871"/></a:lnTo><a:lnTo><a:pt x="15189" y="15036"/></a:lnTo><a:lnTo><a:pt x="18300" y="15036"/></a:lnTo><a:close/></a:path></a:pathLst></a:custGeom><a:solidFill><a:srgbClr val="000000"/></a:solidFill></p:spPr><p:txBody><a:bodyPr wrap="square" lIns="0" tIns="0" rIns="0" bIns="0" rtlCol="0"/><a:lstStyle/><a:p/></p:txBody></p:sp><p:sp><p:nvSpPr><p:cNvPr id="603" name="object 603"/><p:cNvSpPr/><p:nvPr/></p:nvSpPr><p:spPr><a:xfrm><a:off x="16739502" y="12493819"/><a:ext cx="20320" cy="14604"/></a:xfrm><a:custGeom><a:avLst/><a:gdLst/><a:ahLst/><a:cxnLst/><a:rect l="l" t="t" r="r" b="b"/><a:pathLst><a:path w="20319" h="14604"><a:moveTo><a:pt x="3860" y="165"/></a:moveTo><a:lnTo><a:pt x="3606" y="0"/></a:lnTo><a:lnTo><a:pt x="927" y="0"/></a:lnTo><a:lnTo><a:pt x="3860" y="165"/></a:lnTo><a:close/></a:path><a:path w="20319" h="14604"><a:moveTo><a:pt x="4533" y="1257"/></a:moveTo><a:lnTo><a:pt x="4368" y="1003"/></a:lnTo><a:lnTo><a:pt x="4368" y="838"/></a:lnTo><a:lnTo><a:pt x="4191" y="584"/></a:lnTo><a:lnTo><a:pt x="3949" y="241"/></a:lnTo><a:lnTo><a:pt x="749" y="165"/></a:lnTo><a:lnTo><a:pt x="584" y="241"/></a:lnTo><a:lnTo><a:pt x="508" y="495"/></a:lnTo><a:lnTo><a:pt x="330" y="584"/></a:lnTo><a:lnTo><a:pt x="254" y="838"/></a:lnTo><a:lnTo><a:pt x="165" y="1003"/></a:lnTo><a:lnTo><a:pt x="76" y="1257"/></a:lnTo><a:lnTo><a:pt x="76" y="1422"/></a:lnTo><a:lnTo><a:pt x="0" y="1752"/></a:lnTo><a:lnTo><a:pt x="76" y="2171"/></a:lnTo><a:lnTo><a:pt x="165" y="2590"/></a:lnTo><a:lnTo><a:pt x="330" y="3022"/></a:lnTo><a:lnTo><a:pt x="584" y="3352"/></a:lnTo><a:lnTo><a:pt x="927" y="3606"/></a:lnTo><a:lnTo><a:pt x="1257" y="3860"/></a:lnTo><a:lnTo><a:pt x="1676" y="4025"/></a:lnTo><a:lnTo><a:pt x="2095" y="4114"/></a:lnTo><a:lnTo><a:pt x="2514" y="4114"/></a:lnTo><a:lnTo><a:pt x="4533" y="2260"/></a:lnTo><a:lnTo><a:pt x="4533" y="1841"/></a:lnTo><a:lnTo><a:pt x="4533" y="1422"/></a:lnTo><a:lnTo><a:pt x="4533" y="1257"/></a:lnTo><a:close/></a:path><a:path w="20319" h="14604"><a:moveTo><a:pt x="19900" y="13931"/></a:moveTo><a:lnTo><a:pt x="19646" y="13677"/></a:lnTo><a:lnTo><a:pt x="19646" y="13512"/></a:lnTo><a:lnTo><a:pt x="19392" y="13347"/></a:lnTo><a:lnTo><a:pt x="18973" y="13093"/></a:lnTo><a:lnTo><a:pt x="18554" y="12928"/></a:lnTo><a:lnTo><a:pt x="18135" y="12763"/></a:lnTo><a:lnTo><a:pt x="17627" y="12763"/></a:lnTo><a:lnTo><a:pt x="17386" y="12839"/></a:lnTo><a:lnTo><a:pt x="17208" y="12928"/></a:lnTo><a:lnTo><a:pt x="16878" y="13004"/></a:lnTo><a:lnTo><a:pt x="16535" y="13258"/></a:lnTo><a:lnTo><a:pt x="16370" y="13347"/></a:lnTo><a:lnTo><a:pt x="16205" y="13512"/></a:lnTo><a:lnTo><a:pt x="16116" y="13677"/></a:lnTo><a:lnTo><a:pt x="15951" y="13931"/></a:lnTo><a:lnTo><a:pt x="19900" y="14020"/></a:lnTo><a:close/></a:path></a:pathLst></a:custGeom><a:solidFill><a:srgbClr val="000000"/></a:solidFill></p:spPr><p:txBody><a:bodyPr wrap="square" lIns="0" tIns="0" rIns="0" bIns="0" rtlCol="0"/><a:lstStyle/><a:p/></p:txBody></p:sp><p:sp><p:nvSpPr><p:cNvPr id="604" name="object 604"/><p:cNvSpPr/><p:nvPr/></p:nvSpPr><p:spPr><a:xfrm><a:off x="16755123" y="12507751"/><a:ext cx="21590" cy="13335"/></a:xfrm><a:custGeom><a:avLst/><a:gdLst/><a:ahLst/><a:cxnLst/><a:rect l="l" t="t" r="r" b="b"/><a:pathLst><a:path w="21590" h="13334"><a:moveTo><a:pt x="4279" y="0"/></a:moveTo><a:lnTo><a:pt x="330" y="0"/></a:lnTo><a:lnTo><a:pt x="4279" y="88"/></a:lnTo><a:close/></a:path><a:path w="21590" h="13334"><a:moveTo><a:pt x="4533" y="838"/></a:moveTo><a:lnTo><a:pt x="4445" y="419"/></a:lnTo><a:lnTo><a:pt x="4279" y="88"/></a:lnTo><a:lnTo><a:pt x="254" y="88"/></a:lnTo><a:lnTo><a:pt x="165" y="419"/></a:lnTo><a:lnTo><a:pt x="0" y="838"/></a:lnTo><a:lnTo><a:pt x="0" y="1257"/></a:lnTo><a:lnTo><a:pt x="76" y="1676"/></a:lnTo><a:lnTo><a:pt x="254" y="2095"/></a:lnTo><a:lnTo><a:pt x="419" y="2438"/></a:lnTo><a:lnTo><a:pt x="749" y="2768"/></a:lnTo><a:lnTo><a:pt x="1092" y="3022"/></a:lnTo><a:lnTo><a:pt x="1422" y="3187"/></a:lnTo><a:lnTo><a:pt x="1841" y="3365"/></a:lnTo><a:lnTo><a:pt x="2679" y="3365"/></a:lnTo><a:lnTo><a:pt x="3098" y="3276"/></a:lnTo><a:lnTo><a:pt x="3441" y="3022"/></a:lnTo><a:lnTo><a:pt x="3771" y="2857"/></a:lnTo><a:lnTo><a:pt x="4114" y="2514"/></a:lnTo><a:lnTo><a:pt x="4279" y="2095"/></a:lnTo><a:lnTo><a:pt x="4445" y="1676"/></a:lnTo><a:lnTo><a:pt x="4533" y="1257"/></a:lnTo><a:lnTo><a:pt x="4533" y="838"/></a:lnTo><a:close/></a:path><a:path w="21590" h="13334"><a:moveTo><a:pt x="21247" y="12928"/></a:moveTo><a:lnTo><a:pt x="21158" y="12509"/></a:lnTo><a:lnTo><a:pt x="21069" y="12090"/></a:lnTo><a:lnTo><a:pt x="20828" y="11760"/></a:lnTo><a:lnTo><a:pt x="20574" y="11417"/></a:lnTo><a:lnTo><a:pt x="20231" y="11087"/></a:lnTo><a:lnTo><a:pt x="19812" y="10922"/></a:lnTo><a:lnTo><a:pt x="19392" y="10744"/></a:lnTo><a:lnTo><a:pt x="18465" y="10744"/></a:lnTo><a:lnTo><a:pt x="18135" y="10922"/></a:lnTo><a:lnTo><a:pt x="17716" y="11087"/></a:lnTo><a:lnTo><a:pt x="17373" y="11341"/></a:lnTo><a:lnTo><a:pt x="17043" y="11671"/></a:lnTo><a:lnTo><a:pt x="16878" y="12090"/></a:lnTo><a:lnTo><a:pt x="16713" y="12509"/></a:lnTo><a:lnTo><a:pt x="16624" y="12928"/></a:lnTo><a:lnTo><a:pt x="21247" y="12928"/></a:lnTo><a:close/></a:path></a:pathLst></a:custGeom><a:solidFill><a:srgbClr val="000000"/></a:solidFill></p:spPr><p:txBody><a:bodyPr wrap="square" lIns="0" tIns="0" rIns="0" bIns="0" rtlCol="0"/><a:lstStyle/><a:p/></p:txBody></p:sp><p:sp><p:nvSpPr><p:cNvPr id="605" name="object 605"/><p:cNvSpPr/><p:nvPr/></p:nvSpPr><p:spPr><a:xfrm><a:off x="16771747" y="12520260"/><a:ext cx="22225" cy="12065"/></a:xfrm><a:custGeom><a:avLst/><a:gdLst/><a:ahLst/><a:cxnLst/><a:rect l="l" t="t" r="r" b="b"/><a:pathLst><a:path w="22225" h="12065"><a:moveTo><a:pt x="4622" y="419"/></a:moveTo><a:lnTo><a:pt x="4533" y="0"/></a:lnTo><a:lnTo><a:pt x="88" y="0"/></a:lnTo><a:lnTo><a:pt x="4622" y="419"/></a:lnTo><a:close/></a:path><a:path w="22225" h="12065"><a:moveTo><a:pt x="4622" y="419"/></a:moveTo><a:lnTo><a:pt x="0" y="419"/></a:lnTo><a:lnTo><a:pt x="88" y="838"/></a:lnTo><a:lnTo><a:pt x="165" y="1257"/></a:lnTo><a:lnTo><a:pt x="330" y="1676"/></a:lnTo><a:lnTo><a:pt x="584" y="2019"/></a:lnTo><a:lnTo><a:pt x="927" y="2273"/></a:lnTo><a:lnTo><a:pt x="1257" y="2527"/></a:lnTo><a:lnTo><a:pt x="1600" y="2692"/></a:lnTo><a:lnTo><a:pt x="1765" y="2692"/></a:lnTo><a:lnTo><a:pt x="2019" y="2768"/></a:lnTo><a:lnTo><a:pt x="2514" y="2768"/></a:lnTo><a:lnTo><a:pt x="2857" y="2692"/></a:lnTo><a:lnTo><a:pt x="3276" y="2527"/></a:lnTo><a:lnTo><a:pt x="3606" y="2349"/></a:lnTo><a:lnTo><a:pt x="3949" y="2108"/></a:lnTo><a:lnTo><a:pt x="4203" y="1765"/></a:lnTo><a:lnTo><a:pt x="4445" y="1346"/></a:lnTo><a:lnTo><a:pt x="4533" y="927"/></a:lnTo><a:lnTo><a:pt x="4622" y="419"/></a:lnTo><a:close/></a:path><a:path w="22225" h="12065"><a:moveTo><a:pt x="22174" y="10668"/></a:moveTo><a:lnTo><a:pt x="22085" y="10325"/></a:lnTo><a:lnTo><a:pt x="21920" y="9906"/></a:lnTo><a:lnTo><a:pt x="21666" y="9486"/></a:lnTo><a:lnTo><a:pt x="21323" y="9245"/></a:lnTo><a:lnTo><a:pt x="20993" y="8991"/></a:lnTo><a:lnTo><a:pt x="20574" y="8813"/></a:lnTo><a:lnTo><a:pt x="20154" y="8737"/></a:lnTo><a:lnTo><a:pt x="19646" y="8737"/></a:lnTo><a:lnTo><a:pt x="19227" y="8813"/></a:lnTo><a:lnTo><a:pt x="18808" y="8991"/></a:lnTo><a:lnTo><a:pt x="18478" y="9245"/></a:lnTo><a:lnTo><a:pt x="18135" y="9486"/></a:lnTo><a:lnTo><a:pt x="17881" y="9906"/></a:lnTo><a:lnTo><a:pt x="17716" y="10248"/></a:lnTo><a:lnTo><a:pt x="17640" y="10668"/></a:lnTo><a:lnTo><a:pt x="17640" y="11087"/></a:lnTo><a:lnTo><a:pt x="17716" y="11506"/></a:lnTo><a:lnTo><a:pt x="17716" y="11671"/></a:lnTo><a:lnTo><a:pt x="22085" y="11671"/></a:lnTo><a:lnTo><a:pt x="22085" y="11506"/></a:lnTo><a:lnTo><a:pt x="22174" y="11176"/></a:lnTo><a:lnTo><a:pt x="22174" y="10756"/></a:lnTo><a:close/></a:path></a:pathLst></a:custGeom><a:solidFill><a:srgbClr val="000000"/></a:solidFill></p:spPr><p:txBody><a:bodyPr wrap="square" lIns="0" tIns="0" rIns="0" bIns="0" rtlCol="0"/><a:lstStyle/><a:p/></p:txBody></p:sp><p:sp><p:nvSpPr><p:cNvPr id="606" name="object 606"/><p:cNvSpPr/><p:nvPr/></p:nvSpPr><p:spPr><a:xfrm><a:off x="16789463" y="12531767"/><a:ext cx="22860" cy="10160"/></a:xfrm><a:custGeom><a:avLst/><a:gdLst/><a:ahLst/><a:cxnLst/><a:rect l="l" t="t" r="r" b="b"/><a:pathLst><a:path w="22859" h="10159"><a:moveTo><a:pt x="4368" y="165"/></a:moveTo><a:lnTo><a:pt x="0" y="165"/></a:lnTo><a:lnTo><a:pt x="88" y="419"/></a:lnTo><a:lnTo><a:pt x="342" y="762"/></a:lnTo><a:lnTo><a:pt x="419" y="927"/></a:lnTo><a:lnTo><a:pt x="584" y="1092"/></a:lnTo><a:lnTo><a:pt x="927" y="1346"/></a:lnTo><a:lnTo><a:pt x="1092" y="1422"/></a:lnTo><a:lnTo><a:pt x="1257" y="1511"/></a:lnTo><a:lnTo><a:pt x="1435" y="1600"/></a:lnTo><a:lnTo><a:pt x="1676" y="1676"/></a:lnTo><a:lnTo><a:pt x="1930" y="1676"/></a:lnTo><a:lnTo><a:pt x="2095" y="1765"/></a:lnTo><a:lnTo><a:pt x="2514" y="1676"/></a:lnTo><a:lnTo><a:pt x="2946" y="1600"/></a:lnTo><a:lnTo><a:pt x="3276" y="1422"/></a:lnTo><a:lnTo><a:pt x="3441" y="1346"/></a:lnTo><a:lnTo><a:pt x="3606" y="1181"/></a:lnTo><a:lnTo><a:pt x="3784" y="1092"/></a:lnTo><a:lnTo><a:pt x="3949" y="927"/></a:lnTo><a:lnTo><a:pt x="4038" y="762"/></a:lnTo><a:lnTo><a:pt x="4203" y="508"/></a:lnTo><a:lnTo><a:pt x="4368" y="165"/></a:lnTo><a:close/></a:path><a:path w="22859" h="10159"><a:moveTo><a:pt x="4368" y="0"/></a:moveTo><a:lnTo><a:pt x="0" y="0"/></a:lnTo><a:lnTo><a:pt x="4368" y="165"/></a:lnTo><a:lnTo><a:pt x="4368" y="0"/></a:lnTo><a:close/></a:path><a:path w="22859" h="10159"><a:moveTo><a:pt x="22847" y="8140"/></a:moveTo><a:lnTo><a:pt x="22758" y="7975"/></a:lnTo><a:lnTo><a:pt x="22669" y="7721"/></a:lnTo><a:lnTo><a:pt x="22593" y="7556"/></a:lnTo><a:lnTo><a:pt x="22504" y="7302"/></a:lnTo><a:lnTo><a:pt x="22428" y="7137"/></a:lnTo><a:lnTo><a:pt x="22250" y="6972"/></a:lnTo><a:lnTo><a:pt x="22174" y="6807"/></a:lnTo><a:lnTo><a:pt x="22009" y="6718"/></a:lnTo><a:lnTo><a:pt x="21831" y="6553"/></a:lnTo><a:lnTo><a:pt x="21666" y="6464"/></a:lnTo><a:lnTo><a:pt x="21412" y="6388"/></a:lnTo><a:lnTo><a:pt x="21247" y="6299"/></a:lnTo><a:lnTo><a:pt x="21082" y="6210"/></a:lnTo><a:lnTo><a:pt x="20828" y="6210"/></a:lnTo><a:lnTo><a:pt x="20408" y="6134"/></a:lnTo><a:lnTo><a:pt x="19989" y="6210"/></a:lnTo><a:lnTo><a:pt x="19646" y="6388"/></a:lnTo><a:lnTo><a:pt x="19481" y="6464"/></a:lnTo><a:lnTo><a:pt x="19227" y="6553"/></a:lnTo><a:lnTo><a:pt x="19151" y="6718"/></a:lnTo><a:lnTo><a:pt x="18897" y="6807"/></a:lnTo><a:lnTo><a:pt x="18808" y="6972"/></a:lnTo><a:lnTo><a:pt x="18643" y="7137"/></a:lnTo><a:lnTo><a:pt x="18554" y="7302"/></a:lnTo><a:lnTo><a:pt x="18478" y="7556"/></a:lnTo><a:lnTo><a:pt x="18389" y="7721"/></a:lnTo><a:lnTo><a:pt x="18313" y="7975"/></a:lnTo><a:lnTo><a:pt x="18313" y="8140"/></a:lnTo><a:lnTo><a:pt x="18313" y="8394"/></a:lnTo><a:lnTo><a:pt x="18313" y="8559"/></a:lnTo><a:lnTo><a:pt x="18313" y="8813"/></a:lnTo><a:lnTo><a:pt x="18313" y="8991"/></a:lnTo><a:lnTo><a:pt x="18389" y="9232"/></a:lnTo><a:lnTo><a:pt x="18643" y="9652"/></a:lnTo><a:lnTo><a:pt x="22428" y="9740"/></a:lnTo><a:lnTo><a:pt x="22669" y="9321"/></a:lnTo><a:lnTo><a:pt x="22758" y="8991"/></a:lnTo><a:lnTo><a:pt x="22758" y="8813"/></a:lnTo><a:lnTo><a:pt x="22847" y="8559"/></a:lnTo><a:lnTo><a:pt x="22847" y="8394"/></a:lnTo><a:lnTo><a:pt x="22847" y="8140"/></a:lnTo><a:close/></a:path></a:pathLst></a:custGeom><a:solidFill><a:srgbClr val="000000"/></a:solidFill></p:spPr><p:txBody><a:bodyPr wrap="square" lIns="0" tIns="0" rIns="0" bIns="0" rtlCol="0"/><a:lstStyle/><a:p/></p:txBody></p:sp><p:sp><p:nvSpPr><p:cNvPr id="607" name="object 607"/><p:cNvSpPr/><p:nvPr/></p:nvSpPr><p:spPr><a:xfrm><a:off x="16808107" y="12541419"/><a:ext cx="23495" cy="8255"/></a:xfrm><a:custGeom><a:avLst/><a:gdLst/><a:ahLst/><a:cxnLst/><a:rect l="l" t="t" r="r" b="b"/><a:pathLst><a:path w="23494" h="8254"><a:moveTo><a:pt x="3784" y="88"/></a:moveTo><a:lnTo><a:pt x="88" y="88"/></a:lnTo><a:lnTo><a:pt x="254" y="342"/></a:lnTo><a:lnTo><a:pt x="584" y="673"/></a:lnTo><a:lnTo><a:pt x="1003" y="850"/></a:lnTo><a:lnTo><a:pt x="1422" y="1016"/></a:lnTo><a:lnTo><a:pt x="1600" y="1016"/></a:lnTo><a:lnTo><a:pt x="1854" y="1092"/></a:lnTo><a:lnTo><a:pt x="2273" y="1016"/></a:lnTo><a:lnTo><a:pt x="2768" y="927"/></a:lnTo><a:lnTo><a:pt x="3111" y="673"/></a:lnTo><a:lnTo><a:pt x="3530" y="419"/></a:lnTo><a:lnTo><a:pt x="3784" y="88"/></a:lnTo><a:close/></a:path><a:path w="23494" h="8254"><a:moveTo><a:pt x="3784" y="0"/></a:moveTo><a:lnTo><a:pt x="0" y="0"/></a:lnTo><a:lnTo><a:pt x="3784" y="88"/></a:lnTo><a:close/></a:path><a:path w="23494" h="8254"><a:moveTo><a:pt x="23266" y="6134"/></a:moveTo><a:lnTo><a:pt x="23177" y="5969"/></a:lnTo><a:lnTo><a:pt x="23177" y="5715"/></a:lnTo><a:lnTo><a:pt x="23088" y="5461"/></a:lnTo><a:lnTo><a:pt x="23088" y="5295"/></a:lnTo><a:lnTo><a:pt x="22923" y="5130"/></a:lnTo><a:lnTo><a:pt x="22847" y="4965"/></a:lnTo><a:lnTo><a:pt x="22669" y="4787"/></a:lnTo><a:lnTo><a:pt x="22593" y="4622"/></a:lnTo><a:lnTo><a:pt x="22415" y="4457"/></a:lnTo><a:lnTo><a:pt x="22250" y="4368"/></a:lnTo><a:lnTo><a:pt x="22085" y="4203"/></a:lnTo><a:lnTo><a:pt x="21920" y="4114"/></a:lnTo><a:lnTo><a:pt x="21666" y="4038"/></a:lnTo><a:lnTo><a:pt x="21501" y="4038"/></a:lnTo><a:lnTo><a:pt x="21158" y="3949"/></a:lnTo><a:lnTo><a:pt x="20662" y="3949"/></a:lnTo><a:lnTo><a:pt x="20485" y="4038"/></a:lnTo><a:lnTo><a:pt x="20243" y="4038"/></a:lnTo><a:lnTo><a:pt x="20066" y="4114"/></a:lnTo><a:lnTo><a:pt x="19900" y="4203"/></a:lnTo><a:lnTo><a:pt x="19646" y="4368"/></a:lnTo><a:lnTo><a:pt x="19481" y="4457"/></a:lnTo><a:lnTo><a:pt x="19392" y="4622"/></a:lnTo><a:lnTo><a:pt x="19227" y="4787"/></a:lnTo><a:lnTo><a:pt x="19062" y="4965"/></a:lnTo><a:lnTo><a:pt x="18973" y="5130"/></a:lnTo><a:lnTo><a:pt x="18897" y="5295"/></a:lnTo><a:lnTo><a:pt x="18808" y="5461"/></a:lnTo><a:lnTo><a:pt x="18732" y="5715"/></a:lnTo><a:lnTo><a:pt x="18732" y="5969"/></a:lnTo><a:lnTo><a:pt x="18732" y="6134"/></a:lnTo><a:lnTo><a:pt x="18732" y="6388"/></a:lnTo><a:lnTo><a:pt x="18732" y="6553"/></a:lnTo><a:lnTo><a:pt x="18808" y="6807"/></a:lnTo><a:lnTo><a:pt x="18808" y="6972"/></a:lnTo><a:lnTo><a:pt x="18897" y="7226"/></a:lnTo><a:lnTo><a:pt x="18973" y="7391"/></a:lnTo><a:lnTo><a:pt x="19151" y="7645"/></a:lnTo><a:lnTo><a:pt x="19316" y="7734"/></a:lnTo><a:lnTo><a:pt x="19481" y="7899"/></a:lnTo><a:lnTo><a:pt x="19570" y="8064"/></a:lnTo><a:lnTo><a:pt x="19824" y="8229"/></a:lnTo><a:lnTo><a:pt x="22085" y="8229"/></a:lnTo><a:lnTo><a:pt x="22339" y="8064"/></a:lnTo><a:lnTo><a:pt x="22415" y="7899"/></a:lnTo><a:lnTo><a:pt x="22669" y="7734"/></a:lnTo><a:lnTo><a:pt x="22923" y="7391"/></a:lnTo><a:lnTo><a:pt x="23012" y="7226"/></a:lnTo><a:lnTo><a:pt x="23088" y="6972"/></a:lnTo><a:lnTo><a:pt x="23177" y="6807"/></a:lnTo><a:lnTo><a:pt x="23266" y="6553"/></a:lnTo><a:lnTo><a:pt x="23266" y="6388"/></a:lnTo><a:lnTo><a:pt x="23266" y="6134"/></a:lnTo><a:close/></a:path></a:pathLst></a:custGeom><a:solidFill><a:srgbClr val="000000"/></a:solidFill></p:spPr><p:txBody><a:bodyPr wrap="square" lIns="0" tIns="0" rIns="0" bIns="0" rtlCol="0"/><a:lstStyle/><a:p/></p:txBody></p:sp><p:sp><p:nvSpPr><p:cNvPr id="608" name="object 608"/><p:cNvSpPr/><p:nvPr/></p:nvSpPr><p:spPr><a:xfrm><a:off x="16827678" y="12549483"/><a:ext cx="23495" cy="6350"/></a:xfrm><a:custGeom><a:avLst/><a:gdLst/><a:ahLst/><a:cxnLst/><a:rect l="l" t="t" r="r" b="b"/><a:pathLst><a:path w="23494" h="6350"><a:moveTo><a:pt x="2425" y="165"/></a:moveTo><a:lnTo><a:pt x="419" y="165"/></a:lnTo><a:lnTo><a:pt x="673" y="342"/></a:lnTo><a:lnTo><a:pt x="838" y="342"/></a:lnTo><a:lnTo><a:pt x="1092" y="419"/></a:lnTo><a:lnTo><a:pt x="1676" y="419"/></a:lnTo><a:lnTo><a:pt x="2006" y="342"/></a:lnTo><a:lnTo><a:pt x="2425" y="165"/></a:lnTo><a:close/></a:path><a:path w="23494" h="6350"><a:moveTo><a:pt x="2768" y="0"/></a:moveTo><a:lnTo><a:pt x="0" y="0"/></a:lnTo><a:lnTo><a:pt x="2425" y="165"/></a:lnTo><a:lnTo><a:pt x="2768" y="0"/></a:lnTo><a:close/></a:path><a:path w="23494" h="6350"><a:moveTo><a:pt x="23253" y="3695"/></a:moveTo><a:lnTo><a:pt x="23177" y="3441"/></a:lnTo><a:lnTo><a:pt x="23177" y="3276"/></a:lnTo><a:lnTo><a:pt x="23088" y="3022"/></a:lnTo><a:lnTo><a:pt x="22923" y="2857"/></a:lnTo><a:lnTo><a:pt x="22834" y="2692"/></a:lnTo><a:lnTo><a:pt x="22669" y="2438"/></a:lnTo><a:lnTo><a:pt x="22504" y="2349"/></a:lnTo><a:lnTo><a:pt x="22339" y="2184"/></a:lnTo><a:lnTo><a:pt x="22161" y="2019"/></a:lnTo><a:lnTo><a:pt x="21996" y="1930"/></a:lnTo><a:lnTo><a:pt x="21742" y="1854"/></a:lnTo><a:lnTo><a:pt x="21577" y="1765"/></a:lnTo><a:lnTo><a:pt x="20485" y="1765"/></a:lnTo><a:lnTo><a:pt x="20231" y="1854"/></a:lnTo><a:lnTo><a:pt x="20066" y="1930"/></a:lnTo><a:lnTo><a:pt x="19812" y="2019"/></a:lnTo><a:lnTo><a:pt x="19646" y="2184"/></a:lnTo><a:lnTo><a:pt x="19481" y="2349"/></a:lnTo><a:lnTo><a:pt x="19304" y="2438"/></a:lnTo><a:lnTo><a:pt x="19138" y="2692"/></a:lnTo><a:lnTo><a:pt x="19062" y="2857"/></a:lnTo><a:lnTo><a:pt x="18973" y="3022"/></a:lnTo><a:lnTo><a:pt x="18884" y="3276"/></a:lnTo><a:lnTo><a:pt x="18808" y="3441"/></a:lnTo><a:lnTo><a:pt x="18808" y="3695"/></a:lnTo><a:lnTo><a:pt x="18719" y="3860"/></a:lnTo><a:lnTo><a:pt x="18719" y="4114"/></a:lnTo><a:lnTo><a:pt x="18719" y="4279"/></a:lnTo><a:lnTo><a:pt x="18808" y="4533"/></a:lnTo><a:lnTo><a:pt x="18808" y="4699"/></a:lnTo><a:lnTo><a:pt x="18973" y="4953"/></a:lnTo><a:lnTo><a:pt x="19138" y="5295"/></a:lnTo><a:lnTo><a:pt x="19227" y="5461"/></a:lnTo><a:lnTo><a:pt x="19392" y="5626"/></a:lnTo><a:lnTo><a:pt x="19558" y="5715"/></a:lnTo><a:lnTo><a:pt x="19735" y="5880"/></a:lnTo><a:lnTo><a:pt x="19900" y="5969"/></a:lnTo><a:lnTo><a:pt x="20154" y="6134"/></a:lnTo><a:lnTo><a:pt x="20574" y="6210"/></a:lnTo><a:lnTo><a:pt x="21069" y="6299"/></a:lnTo><a:lnTo><a:pt x="21323" y="6210"/></a:lnTo><a:lnTo><a:pt x="21488" y="6210"/></a:lnTo><a:lnTo><a:pt x="21742" y="6134"/></a:lnTo><a:lnTo><a:pt x="21907" y="6134"/></a:lnTo><a:lnTo><a:pt x="22161" y="5969"/></a:lnTo><a:lnTo><a:pt x="22504" y="5715"/></a:lnTo><a:lnTo><a:pt x="22758" y="5461"/></a:lnTo><a:lnTo><a:pt x="22834" y="5295"/></a:lnTo><a:lnTo><a:pt x="22999" y="5041"/></a:lnTo><a:lnTo><a:pt x="23177" y="4699"/></a:lnTo><a:lnTo><a:pt x="23253" y="4533"/></a:lnTo><a:lnTo><a:pt x="23253" y="4279"/></a:lnTo><a:lnTo><a:pt x="23253" y="4114"/></a:lnTo><a:lnTo><a:pt x="23253" y="3860"/></a:lnTo><a:lnTo><a:pt x="23253" y="3695"/></a:lnTo><a:close/></a:path></a:pathLst></a:custGeom><a:solidFill><a:srgbClr val="000000"/></a:solidFill></p:spPr><p:txBody><a:bodyPr wrap="square" lIns="0" tIns="0" rIns="0" bIns="0" rtlCol="0"/><a:lstStyle/><a:p/></p:txBody></p:sp><p:sp><p:nvSpPr><p:cNvPr id="609" name="object 609"/><p:cNvSpPr/><p:nvPr/></p:nvSpPr><p:spPr><a:xfrm><a:off x="16866477" y="12555452"/><a:ext cx="23495" cy="5080"/></a:xfrm><a:custGeom><a:avLst/><a:gdLst/><a:ahLst/><a:cxnLst/><a:rect l="l" t="t" r="r" b="b"/><a:pathLst><a:path w="23494" h="5079"><a:moveTo><a:pt x="4533" y="2171"/></a:moveTo><a:lnTo><a:pt x="4445" y="1841"/></a:lnTo><a:lnTo><a:pt x="4356" y="1422"/></a:lnTo><a:lnTo><a:pt x="4191" y="1092"/></a:lnTo><a:lnTo><a:pt x="3937" y="749"/></a:lnTo><a:lnTo><a:pt x="3606" y="419"/></a:lnTo><a:lnTo><a:pt x="3263" y="241"/></a:lnTo><a:lnTo><a:pt x="2844" y="76"/></a:lnTo><a:lnTo><a:pt x="1676" y="0"/></a:lnTo><a:lnTo><a:pt x="1257" y="165"/></a:lnTo><a:lnTo><a:pt x="914" y="419"/></a:lnTo><a:lnTo><a:pt x="584" y="660"/></a:lnTo><a:lnTo><a:pt x="330" y="1003"/></a:lnTo><a:lnTo><a:pt x="165" y="1333"/></a:lnTo><a:lnTo><a:pt x="0" y="1752"/></a:lnTo><a:lnTo><a:pt x="0" y="2768"/></a:lnTo><a:lnTo><a:pt x="76" y="3022"/></a:lnTo><a:lnTo><a:pt x="165" y="3187"/></a:lnTo><a:lnTo><a:pt x="330" y="3441"/></a:lnTo><a:lnTo><a:pt x="584" y="3771"/></a:lnTo><a:lnTo><a:pt x="914" y="4114"/></a:lnTo><a:lnTo><a:pt x="1333" y="4279"/></a:lnTo><a:lnTo><a:pt x="1752" y="4445"/></a:lnTo><a:lnTo><a:pt x="2349" y="4533"/></a:lnTo><a:lnTo><a:pt x="2514" y="4445"/></a:lnTo><a:lnTo><a:pt x="2768" y="4445"/></a:lnTo><a:lnTo><a:pt x="3022" y="4356"/></a:lnTo><a:lnTo><a:pt x="3187" y="4279"/></a:lnTo><a:lnTo><a:pt x="3441" y="4191"/></a:lnTo><a:lnTo><a:pt x="3771" y="3860"/></a:lnTo><a:lnTo><a:pt x="4114" y="3517"/></a:lnTo><a:lnTo><a:pt x="4279" y="3187"/></a:lnTo><a:lnTo><a:pt x="4356" y="3022"/></a:lnTo><a:lnTo><a:pt x="4445" y="2768"/></a:lnTo><a:lnTo><a:pt x="4445" y="2603"/></a:lnTo><a:lnTo><a:pt x="4533" y="2349"/></a:lnTo><a:lnTo><a:pt x="4533" y="2171"/></a:lnTo><a:close/></a:path><a:path w="23494" h="5079"><a:moveTo><a:pt x="23342" y="2603"/></a:moveTo><a:lnTo><a:pt x="22999" y="2514"/></a:lnTo><a:lnTo><a:pt x="22085" y="2514"/></a:lnTo><a:lnTo><a:pt x="21742" y="2603"/></a:lnTo><a:lnTo><a:pt x="23342" y="2679"/></a:lnTo><a:close/></a:path></a:pathLst></a:custGeom><a:solidFill><a:srgbClr val="000000"/></a:solidFill></p:spPr><p:txBody><a:bodyPr wrap="square" lIns="0" tIns="0" rIns="0" bIns="0" rtlCol="0"/><a:lstStyle/><a:p/></p:txBody></p:sp><p:sp><p:nvSpPr><p:cNvPr id="610" name="object 610"/><p:cNvSpPr/><p:nvPr/></p:nvSpPr><p:spPr><a:xfrm><a:off x="16886708" y="12558056"/><a:ext cx="24765" cy="4445"/></a:xfrm><a:custGeom><a:avLst/><a:gdLst/><a:ahLst/><a:cxnLst/><a:rect l="l" t="t" r="r" b="b"/><a:pathLst><a:path w="24765" h="4445"><a:moveTo><a:pt x="3111" y="0"/></a:moveTo><a:lnTo><a:pt x="1511" y="0"/></a:lnTo><a:lnTo><a:pt x="3111" y="76"/></a:lnTo><a:close/></a:path><a:path w="24765" h="4445"><a:moveTo><a:pt x="4533" y="1587"/></a:moveTo><a:lnTo><a:pt x="4368" y="1168"/></a:lnTo><a:lnTo><a:pt x="4114" y="838"/></a:lnTo><a:lnTo><a:pt x="3860" y="495"/></a:lnTo><a:lnTo><a:pt x="3530" y="241"/></a:lnTo><a:lnTo><a:pt x="3111" y="76"/></a:lnTo><a:lnTo><a:pt x="1422" y="76"/></a:lnTo><a:lnTo><a:pt x="1181" y="241"/></a:lnTo><a:lnTo><a:pt x="838" y="495"/></a:lnTo><a:lnTo><a:pt x="508" y="749"/></a:lnTo><a:lnTo><a:pt x="254" y="1079"/></a:lnTo><a:lnTo><a:pt x="165" y="1511"/></a:lnTo><a:lnTo><a:pt x="88" y="1930"/></a:lnTo><a:lnTo><a:pt x="88" y="2349"/></a:lnTo><a:lnTo><a:pt x="88" y="2768"/></a:lnTo><a:lnTo><a:pt x="254" y="3187"/></a:lnTo><a:lnTo><a:pt x="508" y="3606"/></a:lnTo><a:lnTo><a:pt x="838" y="3860"/></a:lnTo><a:lnTo><a:pt x="1181" y="4114"/></a:lnTo><a:lnTo><a:pt x="1600" y="4356"/></a:lnTo><a:lnTo><a:pt x="2095" y="4445"/></a:lnTo><a:lnTo><a:pt x="2603" y="4445"/></a:lnTo><a:lnTo><a:pt x="2933" y="4356"/></a:lnTo><a:lnTo><a:pt x="3365" y="4191"/></a:lnTo><a:lnTo><a:pt x="3695" y="3937"/></a:lnTo><a:lnTo><a:pt x="4025" y="3606"/></a:lnTo><a:lnTo><a:pt x="4279" y="3263"/></a:lnTo><a:lnTo><a:pt x="4445" y="2844"/></a:lnTo><a:lnTo><a:pt x="4533" y="2425"/></a:lnTo><a:lnTo><a:pt x="4533" y="2006"/></a:lnTo><a:lnTo><a:pt x="4533" y="1587"/></a:lnTo><a:close/></a:path><a:path w="24765" h="4445"><a:moveTo><a:pt x="24434" y="1511"/></a:moveTo><a:lnTo><a:pt x="24104" y="1168"/></a:lnTo><a:lnTo><a:pt x="23761" y="1003"/></a:lnTo><a:lnTo><a:pt x="23342" y="838"/></a:lnTo><a:lnTo><a:pt x="22923" y="749"/></a:lnTo><a:lnTo><a:pt x="22504" y="749"/></a:lnTo><a:lnTo><a:pt x="22174" y="838"/></a:lnTo><a:lnTo><a:pt x="21755" y="1003"/></a:lnTo><a:lnTo><a:pt x="21412" y="1168"/></a:lnTo><a:lnTo><a:pt x="21082" y="1511"/></a:lnTo><a:lnTo><a:pt x="24434" y="1511"/></a:lnTo><a:close/></a:path></a:pathLst></a:custGeom><a:solidFill><a:srgbClr val="000000"/></a:solidFill></p:spPr><p:txBody><a:bodyPr wrap="square" lIns="0" tIns="0" rIns="0" bIns="0" rtlCol="0"/><a:lstStyle/><a:p/></p:txBody></p:sp><p:sp><p:nvSpPr><p:cNvPr id="611" name="object 611"/><p:cNvSpPr/><p:nvPr/></p:nvSpPr><p:spPr><a:xfrm><a:off x="16907193" y="12557967"/><a:ext cx="25400" cy="5715"/></a:xfrm><a:custGeom><a:avLst/><a:gdLst/><a:ahLst/><a:cxnLst/><a:rect l="l" t="t" r="r" b="b"/><a:pathLst><a:path w="25400" h="5715"><a:moveTo><a:pt x="3949" y="1600"/></a:moveTo><a:lnTo><a:pt x="3619" y="1257"/></a:lnTo><a:lnTo><a:pt x="927" y="1257"/></a:lnTo><a:lnTo><a:pt x="3949" y="1600"/></a:lnTo><a:close/></a:path><a:path w="25400" h="5715"><a:moveTo><a:pt x="4533" y="2692"/></a:moveTo><a:lnTo><a:pt x="4368" y="2260"/></a:lnTo><a:lnTo><a:pt x="4203" y="1930"/></a:lnTo><a:lnTo><a:pt x="3949" y="1600"/></a:lnTo><a:lnTo><a:pt x="596" y="1600"/></a:lnTo><a:lnTo><a:pt x="342" y="1930"/></a:lnTo><a:lnTo><a:pt x="177" y="2260"/></a:lnTo><a:lnTo><a:pt x="0" y="2692"/></a:lnTo><a:lnTo><a:pt x="0" y="3111"/></a:lnTo><a:lnTo><a:pt x="0" y="3530"/></a:lnTo><a:lnTo><a:pt x="177" y="3949"/></a:lnTo><a:lnTo><a:pt x="342" y="4368"/></a:lnTo><a:lnTo><a:pt x="673" y="4699"/></a:lnTo><a:lnTo><a:pt x="1016" y="4953"/></a:lnTo><a:lnTo><a:pt x="1435" y="5207"/></a:lnTo><a:lnTo><a:pt x="1854" y="5283"/></a:lnTo><a:lnTo><a:pt x="2273" y="5372"/></a:lnTo><a:lnTo><a:pt x="2692" y="5283"/></a:lnTo><a:lnTo><a:pt x="3111" y="5207"/></a:lnTo><a:lnTo><a:pt x="3530" y="4953"/></a:lnTo><a:lnTo><a:pt x="3873" y="4699"/></a:lnTo><a:lnTo><a:pt x="4114" y="4368"/></a:lnTo><a:lnTo><a:pt x="4368" y="3949"/></a:lnTo><a:lnTo><a:pt x="4457" y="3530"/></a:lnTo><a:lnTo><a:pt x="4533" y="3111"/></a:lnTo><a:lnTo><a:pt x="4533" y="2692"/></a:lnTo><a:close/></a:path><a:path w="25400" h="5715"><a:moveTo><a:pt x="24866" y="1600"/></a:moveTo><a:lnTo><a:pt x="24688" y="1168"/></a:lnTo><a:lnTo><a:pt x="24523" y="838"/></a:lnTo><a:lnTo><a:pt x="24193" y="508"/></a:lnTo><a:lnTo><a:pt x="23774" y="254"/></a:lnTo><a:lnTo><a:pt x="23431" y="88"/></a:lnTo><a:lnTo><a:pt x="22936" y="0"/></a:lnTo><a:lnTo><a:pt x="22504" y="0"/></a:lnTo><a:lnTo><a:pt x="22085" y="88"/></a:lnTo><a:lnTo><a:pt x="21666" y="254"/></a:lnTo><a:lnTo><a:pt x="21247" y="508"/></a:lnTo><a:lnTo><a:pt x="20993" y="749"/></a:lnTo><a:lnTo><a:pt x="20751" y="1168"/></a:lnTo><a:lnTo><a:pt x="20574" y="1600"/></a:lnTo><a:lnTo><a:pt x="24866" y="1600"/></a:lnTo><a:close/></a:path></a:pathLst></a:custGeom><a:solidFill><a:srgbClr val="000000"/></a:solidFill></p:spPr><p:txBody><a:bodyPr wrap="square" lIns="0" tIns="0" rIns="0" bIns="0" rtlCol="0"/><a:lstStyle/><a:p/></p:txBody></p:sp><p:sp><p:nvSpPr><p:cNvPr id="612" name="object 612"/><p:cNvSpPr/><p:nvPr/></p:nvSpPr><p:spPr><a:xfrm><a:off x="16927602" y="12555452"/><a:ext cx="25400" cy="7620"/></a:xfrm><a:custGeom><a:avLst/><a:gdLst/><a:ahLst/><a:cxnLst/><a:rect l="l" t="t" r="r" b="b"/><a:pathLst><a:path w="25400" h="7620"><a:moveTo><a:pt x="4457" y="4114"/></a:moveTo><a:lnTo><a:pt x="4279" y="3683"/></a:lnTo><a:lnTo><a:pt x="254" y="3683"/></a:lnTo><a:lnTo><a:pt x="4457" y="4114"/></a:lnTo><a:close/></a:path><a:path w="25400" h="7620"><a:moveTo><a:pt x="4533" y="4533"/></a:moveTo><a:lnTo><a:pt x="4457" y="4114"/></a:lnTo><a:lnTo><a:pt x="88" y="4114"/></a:lnTo><a:lnTo><a:pt x="0" y="4533"/></a:lnTo><a:lnTo><a:pt x="0" y="4953"/></a:lnTo><a:lnTo><a:pt x="88" y="5372"/></a:lnTo><a:lnTo><a:pt x="254" y="5791"/></a:lnTo><a:lnTo><a:pt x="508" y="6121"/></a:lnTo><a:lnTo><a:pt x="762" y="6464"/></a:lnTo><a:lnTo><a:pt x="1092" y="6718"/></a:lnTo><a:lnTo><a:pt x="1435" y="6883"/></a:lnTo><a:lnTo><a:pt x="1854" y="6959"/></a:lnTo><a:lnTo><a:pt x="2273" y="7048"/></a:lnTo><a:lnTo><a:pt x="2692" y="6959"/></a:lnTo><a:lnTo><a:pt x="3111" y="6883"/></a:lnTo><a:lnTo><a:pt x="3441" y="6718"/></a:lnTo><a:lnTo><a:pt x="3784" y="6464"/></a:lnTo><a:lnTo><a:pt x="4114" y="6121"/></a:lnTo><a:lnTo><a:pt x="4368" y="5791"/></a:lnTo><a:lnTo><a:pt x="4457" y="5372"/></a:lnTo><a:lnTo><a:pt x="4533" y="5029"/></a:lnTo><a:lnTo><a:pt x="4533" y="4610"/></a:lnTo><a:close/></a:path><a:path w="25400" h="7620"><a:moveTo><a:pt x="24853" y="1752"/></a:moveTo><a:lnTo><a:pt x="24777" y="1422"/></a:lnTo><a:lnTo><a:pt x="24523" y="1092"/></a:lnTo><a:lnTo><a:pt x="24269" y="749"/></a:lnTo><a:lnTo><a:pt x="24015" y="419"/></a:lnTo><a:lnTo><a:pt x="23685" y="241"/></a:lnTo><a:lnTo><a:pt x="23266" y="76"/></a:lnTo><a:lnTo><a:pt x="22009" y="0"/></a:lnTo><a:lnTo><a:pt x="21590" y="165"/></a:lnTo><a:lnTo><a:pt x="21247" y="419"/></a:lnTo><a:lnTo><a:pt x="20916" y="660"/></a:lnTo><a:lnTo><a:pt x="20662" y="1003"/></a:lnTo><a:lnTo><a:pt x="20497" y="1333"/></a:lnTo><a:lnTo><a:pt x="20408" y="1752"/></a:lnTo><a:lnTo><a:pt x="20320" y="2171"/></a:lnTo><a:lnTo><a:pt x="24853" y="2171"/></a:lnTo><a:lnTo><a:pt x="24853" y="1841"/></a:lnTo><a:close/></a:path></a:pathLst></a:custGeom><a:solidFill><a:srgbClr val="000000"/></a:solidFill></p:spPr><p:txBody><a:bodyPr wrap="square" lIns="0" tIns="0" rIns="0" bIns="0" rtlCol="0"/><a:lstStyle/><a:p/></p:txBody></p:sp><p:sp><p:nvSpPr><p:cNvPr id="613" name="object 613"/><p:cNvSpPr/><p:nvPr/></p:nvSpPr><p:spPr><a:xfrm><a:off x="16947922" y="12551249"/><a:ext cx="24765" cy="8890"/></a:xfrm><a:custGeom><a:avLst/><a:gdLst/><a:ahLst/><a:cxnLst/><a:rect l="l" t="t" r="r" b="b"/><a:pathLst><a:path w="24765" h="8890"><a:moveTo><a:pt x="4533" y="6375"/></a:moveTo><a:lnTo><a:pt x="0" y="6375"/></a:lnTo><a:lnTo><a:pt x="0" y="6807"/></a:lnTo><a:lnTo><a:pt x="177" y="7226"/></a:lnTo><a:lnTo><a:pt x="342" y="7645"/></a:lnTo><a:lnTo><a:pt x="596" y="7975"/></a:lnTo><a:lnTo><a:pt x="838" y="8229"/></a:lnTo><a:lnTo><a:pt x="1270" y="8483"/></a:lnTo><a:lnTo><a:pt x="1600" y="8648"/></a:lnTo><a:lnTo><a:pt x="1765" y="8648"/></a:lnTo><a:lnTo><a:pt x="2019" y="8737"/></a:lnTo><a:lnTo><a:pt x="2527" y="8737"/></a:lnTo><a:lnTo><a:pt x="2857" y="8648"/></a:lnTo><a:lnTo><a:pt x="3276" y="8483"/></a:lnTo><a:lnTo><a:pt x="3619" y="8318"/></a:lnTo><a:lnTo><a:pt x="3949" y="7975"/></a:lnTo><a:lnTo><a:pt x="4203" y="7645"/></a:lnTo><a:lnTo><a:pt x="4368" y="7302"/></a:lnTo><a:lnTo><a:pt x="4533" y="6883"/></a:lnTo><a:lnTo><a:pt x="4533" y="6464"/></a:lnTo><a:close/></a:path><a:path w="24765" h="8890"><a:moveTo><a:pt x="4533" y="6045"/></a:moveTo><a:lnTo><a:pt x="0" y="6045"/></a:lnTo><a:lnTo><a:pt x="4533" y="6375"/></a:lnTo><a:lnTo><a:pt x="4533" y="6045"/></a:lnTo><a:close/></a:path><a:path w="24765" h="8890"><a:moveTo><a:pt x="24612" y="2095"/></a:moveTo><a:lnTo><a:pt x="24523" y="1930"/></a:lnTo><a:lnTo><a:pt x="24523" y="1676"/></a:lnTo><a:lnTo><a:pt x="24358" y="1257"/></a:lnTo><a:lnTo><a:pt x="24193" y="927"/></a:lnTo><a:lnTo><a:pt x="23850" y="584"/></a:lnTo><a:lnTo><a:pt x="23596" y="330"/></a:lnTo><a:lnTo><a:pt x="23431" y="254"/></a:lnTo><a:lnTo><a:pt x="23177" y="165"/></a:lnTo><a:lnTo><a:pt x="23012" y="88"/></a:lnTo><a:lnTo><a:pt x="22758" y="0"/></a:lnTo><a:lnTo><a:pt x="21831" y="0"/></a:lnTo><a:lnTo><a:pt x="21590" y="88"/></a:lnTo><a:lnTo><a:pt x="21412" y="165"/></a:lnTo><a:lnTo><a:pt x="21170" y="254"/></a:lnTo><a:lnTo><a:pt x="20828" y="508"/></a:lnTo><a:lnTo><a:pt x="20497" y="838"/></a:lnTo><a:lnTo><a:pt x="20320" y="1181"/></a:lnTo><a:lnTo><a:pt x="20154" y="1600"/></a:lnTo><a:lnTo><a:pt x="20078" y="1676"/></a:lnTo><a:lnTo><a:pt x="20078" y="2768"/></a:lnTo><a:lnTo><a:pt x="24523" y="2768"/></a:lnTo><a:lnTo><a:pt x="24612" y="2514"/></a:lnTo><a:lnTo><a:pt x="24612" y="2349"/></a:lnTo><a:lnTo><a:pt x="24612" y="2095"/></a:lnTo><a:close/></a:path></a:pathLst></a:custGeom><a:solidFill><a:srgbClr val="000000"/></a:solidFill></p:spPr><p:txBody><a:bodyPr wrap="square" lIns="0" tIns="0" rIns="0" bIns="0" rtlCol="0"/><a:lstStyle/><a:p/></p:txBody></p:sp><p:sp><p:nvSpPr><p:cNvPr id="614" name="object 614"/><p:cNvSpPr/><p:nvPr/></p:nvSpPr><p:spPr><a:xfrm><a:off x="16968001" y="12545368"/><a:ext cx="24130" cy="10795"/></a:xfrm><a:custGeom><a:avLst/><a:gdLst/><a:ahLst/><a:cxnLst/><a:rect l="l" t="t" r="r" b="b"/><a:pathLst><a:path w="24130" h="10795"><a:moveTo><a:pt x="4445" y="8648"/></a:moveTo><a:lnTo><a:pt x="0" y="8648"/></a:lnTo><a:lnTo><a:pt x="76" y="8813"/></a:lnTo><a:lnTo><a:pt x="165" y="9067"/></a:lnTo><a:lnTo><a:pt x="419" y="9410"/></a:lnTo><a:lnTo><a:pt x="495" y="9575"/></a:lnTo><a:lnTo><a:pt x="673" y="9740"/></a:lnTo><a:lnTo><a:pt x="1003" y="9994"/></a:lnTo><a:lnTo><a:pt x="1333" y="10248"/></a:lnTo><a:lnTo><a:pt x="1511" y="10248"/></a:lnTo><a:lnTo><a:pt x="1752" y="10325"/></a:lnTo><a:lnTo><a:pt x="1930" y="10325"/></a:lnTo><a:lnTo><a:pt x="2184" y="10414"/></a:lnTo><a:lnTo><a:pt x="2603" y="10325"/></a:lnTo><a:lnTo><a:pt x="3022" y="10248"/></a:lnTo><a:lnTo><a:pt x="3352" y="10083"/></a:lnTo><a:lnTo><a:pt x="3695" y="9829"/></a:lnTo><a:lnTo><a:pt x="4025" y="9575"/></a:lnTo><a:lnTo><a:pt x="4114" y="9410"/></a:lnTo><a:lnTo><a:pt x="4279" y="9156"/></a:lnTo><a:lnTo><a:pt x="4356" y="8813"/></a:lnTo><a:lnTo><a:pt x="4445" y="8648"/></a:lnTo><a:close/></a:path><a:path w="24130" h="10795"><a:moveTo><a:pt x="4533" y="8394"/></a:moveTo><a:lnTo><a:pt x="0" y="8394"/></a:lnTo><a:lnTo><a:pt x="4445" y="8648"/></a:lnTo><a:lnTo><a:pt x="4533" y="8394"/></a:lnTo><a:close/></a:path><a:path w="24130" h="10795"><a:moveTo><a:pt x="24091" y="1930"/></a:moveTo><a:lnTo><a:pt x="24015" y="1676"/></a:lnTo><a:lnTo><a:pt x="24015" y="1511"/></a:lnTo><a:lnTo><a:pt x="23837" y="1257"/></a:lnTo><a:lnTo><a:pt x="23837" y="1092"/></a:lnTo><a:lnTo><a:pt x="23672" y="927"/></a:lnTo><a:lnTo><a:pt x="23507" y="762"/></a:lnTo><a:lnTo><a:pt x="22580" y="165"/></a:lnTo><a:lnTo><a:pt x="22415" y="88"/></a:lnTo><a:lnTo><a:pt x="22085" y="0"/></a:lnTo><a:lnTo><a:pt x="21488" y="0"/></a:lnTo><a:lnTo><a:pt x="21323" y="88"/></a:lnTo><a:lnTo><a:pt x="21069" y="165"/></a:lnTo><a:lnTo><a:pt x="20904" y="254"/></a:lnTo><a:lnTo><a:pt x="20650" y="342"/></a:lnTo><a:lnTo><a:pt x="20485" y="508"/></a:lnTo><a:lnTo><a:pt x="20320" y="584"/></a:lnTo><a:lnTo><a:pt x="20154" y="762"/></a:lnTo><a:lnTo><a:pt x="20066" y="927"/></a:lnTo><a:lnTo><a:pt x="19900" y="1092"/></a:lnTo><a:lnTo><a:pt x="19812" y="1257"/></a:lnTo><a:lnTo><a:pt x="19735" y="1511"/></a:lnTo><a:lnTo><a:pt x="19646" y="1676"/></a:lnTo><a:lnTo><a:pt x="19558" y="1930"/></a:lnTo><a:lnTo><a:pt x="19558" y="2184"/></a:lnTo><a:lnTo><a:pt x="19558" y="2349"/></a:lnTo><a:lnTo><a:pt x="19558" y="2603"/></a:lnTo><a:lnTo><a:pt x="19646" y="2768"/></a:lnTo><a:lnTo><a:pt x="19735" y="3022"/></a:lnTo><a:lnTo><a:pt x="19735" y="3187"/></a:lnTo><a:lnTo><a:pt x="19900" y="3441"/></a:lnTo><a:lnTo><a:pt x="23761" y="3530"/></a:lnTo><a:lnTo><a:pt x="23926" y="3187"/></a:lnTo><a:lnTo><a:pt x="24015" y="3022"/></a:lnTo><a:lnTo><a:pt x="24091" y="2768"/></a:lnTo><a:lnTo><a:pt x="24091" y="2603"/></a:lnTo><a:lnTo><a:pt x="24091" y="2349"/></a:lnTo><a:lnTo><a:pt x="24091" y="2184"/></a:lnTo><a:lnTo><a:pt x="24091" y="1930"/></a:lnTo><a:close/></a:path></a:pathLst></a:custGeom><a:solidFill><a:srgbClr val="000000"/></a:solidFill></p:spPr><p:txBody><a:bodyPr wrap="square" lIns="0" tIns="0" rIns="0" bIns="0" rtlCol="0"/><a:lstStyle/><a:p/></p:txBody></p:sp><p:sp><p:nvSpPr><p:cNvPr id="615" name="object 615"/><p:cNvSpPr/><p:nvPr/></p:nvSpPr><p:spPr><a:xfrm><a:off x="16987901" y="12537901"/><a:ext cx="23495" cy="12065"/></a:xfrm><a:custGeom><a:avLst/><a:gdLst/><a:ahLst/><a:cxnLst/><a:rect l="l" t="t" r="r" b="b"/><a:pathLst><a:path w="23494" h="12065"><a:moveTo><a:pt x="3860" y="10998"/></a:moveTo><a:lnTo><a:pt x="76" y="10998"/></a:lnTo><a:lnTo><a:pt x="165" y="11252"/></a:lnTo><a:lnTo><a:pt x="330" y="11328"/></a:lnTo><a:lnTo><a:pt x="495" y="11506"/></a:lnTo><a:lnTo><a:pt x="673" y="11582"/></a:lnTo><a:lnTo><a:pt x="838" y="11747"/></a:lnTo><a:lnTo><a:pt x="1003" y="11836"/></a:lnTo><a:lnTo><a:pt x="1257" y="11925"/></a:lnTo><a:lnTo><a:pt x="1422" y="11925"/></a:lnTo><a:lnTo><a:pt x="1676" y="12001"/></a:lnTo><a:lnTo><a:pt x="2184" y="12001"/></a:lnTo><a:lnTo><a:pt x="2514" y="11925"/></a:lnTo><a:lnTo><a:pt x="3517" y="11328"/></a:lnTo><a:lnTo><a:pt x="3695" y="11252"/></a:lnTo><a:lnTo><a:pt x="3860" y="10998"/></a:lnTo><a:close/></a:path><a:path w="23494" h="12065"><a:moveTo><a:pt x="3937" y="10909"/></a:moveTo><a:lnTo><a:pt x="0" y="10909"/></a:lnTo><a:lnTo><a:pt x="3860" y="10998"/></a:lnTo><a:close/></a:path><a:path w="23494" h="12065"><a:moveTo><a:pt x="23253" y="1765"/></a:moveTo><a:lnTo><a:pt x="23088" y="1511"/></a:lnTo><a:lnTo><a:pt x="22923" y="1092"/></a:lnTo><a:lnTo><a:pt x="22669" y="749"/></a:lnTo><a:lnTo><a:pt x="22339" y="419"/></a:lnTo><a:lnTo><a:pt x="21920" y="254"/></a:lnTo><a:lnTo><a:pt x="21488" y="76"/></a:lnTo><a:lnTo><a:pt x="20993" y="0"/></a:lnTo><a:lnTo><a:pt x="20650" y="76"/></a:lnTo><a:lnTo><a:pt x="20485" y="76"/></a:lnTo><a:lnTo><a:pt x="20231" y="165"/></a:lnTo><a:lnTo><a:pt x="20066" y="254"/></a:lnTo><a:lnTo><a:pt x="19812" y="419"/></a:lnTo><a:lnTo><a:pt x="19481" y="673"/></a:lnTo><a:lnTo><a:pt x="19138" y="1003"/></a:lnTo><a:lnTo><a:pt x="18884" y="1422"/></a:lnTo><a:lnTo><a:pt x="18808" y="1765"/></a:lnTo><a:lnTo><a:pt x="18719" y="1930"/></a:lnTo><a:lnTo><a:pt x="18719" y="2184"/></a:lnTo><a:lnTo><a:pt x="18719" y="2349"/></a:lnTo><a:lnTo><a:pt x="18719" y="2603"/></a:lnTo><a:lnTo><a:pt x="18808" y="2768"/></a:lnTo><a:lnTo><a:pt x="18884" y="3022"/></a:lnTo><a:lnTo><a:pt x="18884" y="3187"/></a:lnTo><a:lnTo><a:pt x="19062" y="3441"/></a:lnTo><a:lnTo><a:pt x="19138" y="3606"/></a:lnTo><a:lnTo><a:pt x="19227" y="3771"/></a:lnTo><a:lnTo><a:pt x="19392" y="3937"/></a:lnTo><a:lnTo><a:pt x="19558" y="4025"/></a:lnTo><a:lnTo><a:pt x="19735" y="4191"/></a:lnTo><a:lnTo><a:pt x="22250" y="4191"/></a:lnTo><a:lnTo><a:pt x="22415" y="4025"/></a:lnTo><a:lnTo><a:pt x="22580" y="3937"/></a:lnTo><a:lnTo><a:pt x="22758" y="3771"/></a:lnTo><a:lnTo><a:pt x="22834" y="3606"/></a:lnTo><a:lnTo><a:pt x="22999" y="3441"/></a:lnTo><a:lnTo><a:pt x="23088" y="3187"/></a:lnTo><a:lnTo><a:pt x="23177" y="3022"/></a:lnTo><a:lnTo><a:pt x="23177" y="2768"/></a:lnTo><a:lnTo><a:pt x="23253" y="2603"/></a:lnTo><a:lnTo><a:pt x="23253" y="2349"/></a:lnTo><a:lnTo><a:pt x="23253" y="2184"/></a:lnTo><a:lnTo><a:pt x="23253" y="1930"/></a:lnTo><a:lnTo><a:pt x="23253" y="1765"/></a:lnTo><a:close/></a:path></a:pathLst></a:custGeom><a:solidFill><a:srgbClr val="000000"/></a:solidFill></p:spPr><p:txBody><a:bodyPr wrap="square" lIns="0" tIns="0" rIns="0" bIns="0" rtlCol="0"/><a:lstStyle/><a:p/></p:txBody></p:sp><p:sp><p:nvSpPr><p:cNvPr id="616" name="object 616"/><p:cNvSpPr/><p:nvPr/></p:nvSpPr><p:spPr><a:xfrm><a:off x="17007459" y="12528910"/><a:ext cx="22225" cy="13970"/></a:xfrm><a:custGeom><a:avLst/><a:gdLst/><a:ahLst/><a:cxnLst/><a:rect l="l" t="t" r="r" b="b"/><a:pathLst><a:path w="22225" h="13970"><a:moveTo><a:pt x="2692" y="13182"/></a:moveTo><a:lnTo><a:pt x="177" y="13182"/></a:lnTo><a:lnTo><a:pt x="342" y="13271"/></a:lnTo><a:lnTo><a:pt x="508" y="13360"/></a:lnTo><a:lnTo><a:pt x="762" y="13436"/></a:lnTo><a:lnTo><a:pt x="927" y="13525"/></a:lnTo><a:lnTo><a:pt x="1181" y="13525"/></a:lnTo><a:lnTo><a:pt x="1346" y="13601"/></a:lnTo><a:lnTo><a:pt x="1765" y="13525"/></a:lnTo><a:lnTo><a:pt x="1930" y="13525"/></a:lnTo><a:lnTo><a:pt x="2184" y="13436"/></a:lnTo><a:lnTo><a:pt x="2362" y="13360"/></a:lnTo><a:lnTo><a:pt x="2527" y="13271"/></a:lnTo><a:lnTo><a:pt x="2692" y="13182"/></a:lnTo><a:close/></a:path><a:path w="22225" h="13970"><a:moveTo><a:pt x="2857" y="13017"/></a:moveTo><a:lnTo><a:pt x="0" y="13017"/></a:lnTo><a:lnTo><a:pt x="2692" y="13182"/></a:lnTo><a:lnTo><a:pt x="2857" y="13017"/></a:lnTo><a:close/></a:path><a:path w="22225" h="13970"><a:moveTo><a:pt x="22085" y="2019"/></a:moveTo><a:lnTo><a:pt x="22009" y="1765"/></a:lnTo><a:lnTo><a:pt x="22009" y="1600"/></a:lnTo><a:lnTo><a:pt x="21920" y="1346"/></a:lnTo><a:lnTo><a:pt x="21666" y="1016"/></a:lnTo><a:lnTo><a:pt x="21590" y="838"/></a:lnTo><a:lnTo><a:pt x="21412" y="673"/></a:lnTo><a:lnTo><a:pt x="21082" y="419"/></a:lnTo><a:lnTo><a:pt x="20916" y="342"/></a:lnTo><a:lnTo><a:pt x="20662" y="254"/></a:lnTo><a:lnTo><a:pt x="20243" y="88"/></a:lnTo><a:lnTo><a:pt x="19735" y="0"/></a:lnTo><a:lnTo><a:pt x="19570" y="88"/></a:lnTo><a:lnTo><a:pt x="19316" y="88"/></a:lnTo><a:lnTo><a:pt x="19151" y="165"/></a:lnTo><a:lnTo><a:pt x="18897" y="254"/></a:lnTo><a:lnTo><a:pt x="18732" y="342"/></a:lnTo><a:lnTo><a:pt x="18567" y="419"/></a:lnTo><a:lnTo><a:pt x="18389" y="596"/></a:lnTo><a:lnTo><a:pt x="18224" y="673"/></a:lnTo><a:lnTo><a:pt x="18059" y="838"/></a:lnTo><a:lnTo><a:pt x="17970" y="1016"/></a:lnTo><a:lnTo><a:pt x="17805" y="1257"/></a:lnTo><a:lnTo><a:pt x="17640" y="1600"/></a:lnTo><a:lnTo><a:pt x="17640" y="1765"/></a:lnTo><a:lnTo><a:pt x="17551" y="2019"/></a:lnTo><a:lnTo><a:pt x="17551" y="2184"/></a:lnTo><a:lnTo><a:pt x="17551" y="2438"/></a:lnTo><a:lnTo><a:pt x="17551" y="2603"/></a:lnTo><a:lnTo><a:pt x="17640" y="2857"/></a:lnTo><a:lnTo><a:pt x="17640" y="3022"/></a:lnTo><a:lnTo><a:pt x="17729" y="3276"/></a:lnTo><a:lnTo><a:pt x="17970" y="3619"/></a:lnTo><a:lnTo><a:pt x="18059" y="3784"/></a:lnTo><a:lnTo><a:pt x="18224" y="3949"/></a:lnTo><a:lnTo><a:pt x="18567" y="4203"/></a:lnTo><a:lnTo><a:pt x="18732" y="4279"/></a:lnTo><a:lnTo><a:pt x="18986" y="4368"/></a:lnTo><a:lnTo><a:pt x="20574" y="4457"/></a:lnTo><a:lnTo><a:pt x="20751" y="4368"/></a:lnTo><a:lnTo><a:pt x="20916" y="4279"/></a:lnTo><a:lnTo><a:pt x="21082" y="4203"/></a:lnTo><a:lnTo><a:pt x="21247" y="4038"/></a:lnTo><a:lnTo><a:pt x="21412" y="3949"/></a:lnTo><a:lnTo><a:pt x="21590" y="3784"/></a:lnTo><a:lnTo><a:pt x="21666" y="3619"/></a:lnTo><a:lnTo><a:pt x="21844" y="3365"/></a:lnTo><a:lnTo><a:pt x="22009" y="3022"/></a:lnTo><a:lnTo><a:pt x="22009" y="2857"/></a:lnTo><a:lnTo><a:pt x="22085" y="2603"/></a:lnTo><a:lnTo><a:pt x="22085" y="2438"/></a:lnTo><a:lnTo><a:pt x="22085" y="2184"/></a:lnTo><a:lnTo><a:pt x="22085" y="2019"/></a:lnTo><a:close/></a:path></a:pathLst></a:custGeom><a:solidFill><a:srgbClr val="000000"/></a:solidFill></p:spPr><p:txBody><a:bodyPr wrap="square" lIns="0" tIns="0" rIns="0" bIns="0" rtlCol="0"/><a:lstStyle/><a:p/></p:txBody></p:sp><p:sp><p:nvSpPr><p:cNvPr id="617" name="object 617"/><p:cNvSpPr/><p:nvPr/></p:nvSpPr><p:spPr><a:xfrm><a:off x="17026446" y="12506583"/><a:ext cx="35560" cy="27305"/></a:xfrm><a:custGeom><a:avLst/><a:gdLst/><a:ahLst/><a:cxnLst/><a:rect l="l" t="t" r="r" b="b"/><a:pathLst><a:path w="35559" h="27304"><a:moveTo><a:pt x="1587" y="26784"/></a:moveTo><a:lnTo><a:pt x="76" y="26784"/></a:lnTo><a:lnTo><a:pt x="419" y="26860"/></a:lnTo><a:lnTo><a:pt x="914" y="26949"/></a:lnTo><a:lnTo><a:pt x="1092" y="26860"/></a:lnTo><a:lnTo><a:pt x="1346" y="26860"/></a:lnTo><a:lnTo><a:pt x="1587" y="26784"/></a:lnTo><a:close/></a:path><a:path w="35559" h="27304"><a:moveTo><a:pt x="1765" y="26695"/></a:moveTo><a:lnTo><a:pt x="0" y="26695"/></a:lnTo><a:lnTo><a:pt x="1587" y="26784"/></a:lnTo><a:lnTo><a:pt x="1765" y="26695"/></a:lnTo><a:close/></a:path><a:path w="35559" h="27304"><a:moveTo><a:pt x="20650" y="13677"/></a:moveTo><a:lnTo><a:pt x="20574" y="13423"/></a:lnTo><a:lnTo><a:pt x="20485" y="13258"/></a:lnTo><a:lnTo><a:pt x="20396" y="13004"/></a:lnTo><a:lnTo><a:pt x="20154" y="12674"/></a:lnTo><a:lnTo><a:pt x="19812" y="12420"/></a:lnTo><a:lnTo><a:pt x="19481" y="12166"/></a:lnTo><a:lnTo><a:pt x="19062" y="12001"/></a:lnTo><a:lnTo><a:pt x="18643" y="11912"/></a:lnTo><a:lnTo><a:pt x="18135" y="11912"/></a:lnTo><a:lnTo><a:pt x="17881" y="12001"/></a:lnTo><a:lnTo><a:pt x="17716" y="12001"/></a:lnTo><a:lnTo><a:pt x="17462" y="12090"/></a:lnTo><a:lnTo><a:pt x="17132" y="12331"/></a:lnTo><a:lnTo><a:pt x="16954" y="12420"/></a:lnTo><a:lnTo><a:pt x="16789" y="12585"/></a:lnTo><a:lnTo><a:pt x="16535" y="12928"/></a:lnTo><a:lnTo><a:pt x="16281" y="13258"/></a:lnTo><a:lnTo><a:pt x="16281" y="13423"/></a:lnTo><a:lnTo><a:pt x="16205" y="13677"/></a:lnTo><a:lnTo><a:pt x="16205" y="13843"/></a:lnTo><a:lnTo><a:pt x="16116" y="14097"/></a:lnTo><a:lnTo><a:pt x="16116" y="14274"/></a:lnTo><a:lnTo><a:pt x="16205" y="14516"/></a:lnTo><a:lnTo><a:pt x="16205" y="14693"/></a:lnTo><a:lnTo><a:pt x="16281" y="14935"/></a:lnTo><a:lnTo><a:pt x="16459" y="15278"/></a:lnTo><a:lnTo><a:pt x="16535" y="15443"/></a:lnTo><a:lnTo><a:pt x="16713" y="15697"/></a:lnTo><a:lnTo><a:pt x="17043" y="15951"/></a:lnTo><a:lnTo><a:pt x="17373" y="16205"/></a:lnTo><a:lnTo><a:pt x="17805" y="16370"/></a:lnTo><a:lnTo><a:pt x="18224" y="16446"/></a:lnTo><a:lnTo><a:pt x="18719" y="16446"/></a:lnTo><a:lnTo><a:pt x="18973" y="16370"/></a:lnTo><a:lnTo><a:pt x="19392" y="16205"/></a:lnTo><a:lnTo><a:pt x="19735" y="16027"/></a:lnTo><a:lnTo><a:pt x="20066" y="15786"/></a:lnTo><a:lnTo><a:pt x="20320" y="15443"/></a:lnTo><a:lnTo><a:pt x="20396" y="15278"/></a:lnTo><a:lnTo><a:pt x="20485" y="15024"/></a:lnTo><a:lnTo><a:pt x="20650" y="14693"/></a:lnTo><a:lnTo><a:pt x="20650" y="14516"/></a:lnTo><a:lnTo><a:pt x="20650" y="14274"/></a:lnTo><a:lnTo><a:pt x="20650" y="14097"/></a:lnTo><a:lnTo><a:pt x="20650" y="13843"/></a:lnTo><a:lnTo><a:pt x="20650" y="13677"/></a:lnTo><a:close/></a:path><a:path w="35559" h="27304"><a:moveTo><a:pt x="35433" y="76"/></a:moveTo><a:lnTo><a:pt x="35013" y="0"/></a:lnTo><a:lnTo><a:pt x="34759" y="76"/></a:lnTo><a:lnTo><a:pt x="35433" y="76"/></a:lnTo><a:close/></a:path></a:pathLst></a:custGeom><a:solidFill><a:srgbClr val="000000"/></a:solidFill></p:spPr><p:txBody><a:bodyPr wrap="square" lIns="0" tIns="0" rIns="0" bIns="0" rtlCol="0"/><a:lstStyle/><a:p/></p:txBody></p:sp><p:sp><p:nvSpPr><p:cNvPr id="618" name="object 618"/><p:cNvSpPr/><p:nvPr/></p:nvSpPr><p:spPr><a:xfrm><a:off x="17059276" y="12493388"/><a:ext cx="19050" cy="17780"/></a:xfrm><a:custGeom><a:avLst/><a:gdLst/><a:ahLst/><a:cxnLst/><a:rect l="l" t="t" r="r" b="b"/><a:pathLst><a:path w="19050" h="17779"><a:moveTo><a:pt x="4533" y="15201"/></a:moveTo><a:lnTo><a:pt x="4457" y="14871"/></a:lnTo><a:lnTo><a:pt x="4279" y="14528"/></a:lnTo><a:lnTo><a:pt x="4025" y="14109"/></a:lnTo><a:lnTo><a:pt x="3784" y="13855"/></a:lnTo><a:lnTo><a:pt x="3441" y="13525"/></a:lnTo><a:lnTo><a:pt x="3111" y="13360"/></a:lnTo><a:lnTo><a:pt x="2692" y="13271"/></a:lnTo><a:lnTo><a:pt x="2184" y="13195"/></a:lnTo><a:lnTo><a:pt x="1930" y="13271"/></a:lnTo><a:lnTo><a:pt x="1765" y="13271"/></a:lnTo><a:lnTo><a:pt x="1422" y="13360"/></a:lnTo><a:lnTo><a:pt x="1092" y="13525"/></a:lnTo><a:lnTo><a:pt x="762" y="13779"/></a:lnTo><a:lnTo><a:pt x="419" y="14109"/></a:lnTo><a:lnTo><a:pt x="254" y="14452"/></a:lnTo><a:lnTo><a:pt x="88" y="14782"/></a:lnTo><a:lnTo><a:pt x="0" y="15201"/></a:lnTo><a:lnTo><a:pt x="0" y="15621"/></a:lnTo><a:lnTo><a:pt x="88" y="16040"/></a:lnTo><a:lnTo><a:pt x="165" y="16459"/></a:lnTo><a:lnTo><a:pt x="419" y="16802"/></a:lnTo><a:lnTo><a:pt x="673" y="17132"/></a:lnTo><a:lnTo><a:pt x="1003" y="17386"/></a:lnTo><a:lnTo><a:pt x="1422" y="17551"/></a:lnTo><a:lnTo><a:pt x="1765" y="17729"/></a:lnTo><a:lnTo><a:pt x="2603" y="17729"/></a:lnTo><a:lnTo><a:pt x="3022" y="17640"/></a:lnTo><a:lnTo><a:pt x="3365" y="17475"/></a:lnTo><a:lnTo><a:pt x="3695" y="17221"/></a:lnTo><a:lnTo><a:pt x="4025" y="16878"/></a:lnTo><a:lnTo><a:pt x="4279" y="16548"/></a:lnTo><a:lnTo><a:pt x="4457" y="16129"/></a:lnTo><a:lnTo><a:pt x="4533" y="15709"/></a:lnTo><a:lnTo><a:pt x="4533" y="15290"/></a:lnTo><a:close/></a:path><a:path w="19050" h="17779"><a:moveTo><a:pt x="18808" y="177"/></a:moveTo><a:lnTo><a:pt x="18478" y="88"/></a:lnTo><a:lnTo><a:pt x="18059" y="0"/></a:lnTo><a:lnTo><a:pt x="17640" y="0"/></a:lnTo><a:lnTo><a:pt x="17221" y="88"/></a:lnTo><a:lnTo><a:pt x="16878" y="177"/></a:lnTo><a:lnTo><a:pt x="18808" y="177"/></a:lnTo><a:close/></a:path></a:pathLst></a:custGeom><a:solidFill><a:srgbClr val="000000"/></a:solidFill></p:spPr><p:txBody><a:bodyPr wrap="square" lIns="0" tIns="0" rIns="0" bIns="0" rtlCol="0"/><a:lstStyle/><a:p/></p:txBody></p:sp><p:sp><p:nvSpPr><p:cNvPr id="619" name="object 619"/><p:cNvSpPr/><p:nvPr/></p:nvSpPr><p:spPr><a:xfrm><a:off x="17074807" y="12478872"/><a:ext cx="18415" cy="19685"/></a:xfrm><a:custGeom><a:avLst/><a:gdLst/><a:ahLst/><a:cxnLst/><a:rect l="l" t="t" r="r" b="b"/><a:pathLst><a:path w="18415" h="19684"><a:moveTo><a:pt x="3276" y="14693"/></a:moveTo><a:lnTo><a:pt x="2946" y="14605"/></a:lnTo><a:lnTo><a:pt x="1689" y="14605"/></a:lnTo><a:lnTo><a:pt x="3276" y="14693"/></a:lnTo><a:close/></a:path><a:path w="18415" h="19684"><a:moveTo><a:pt x="4622" y="16789"/></a:moveTo><a:lnTo><a:pt x="4533" y="16370"/></a:lnTo><a:lnTo><a:pt x="4457" y="15951"/></a:lnTo><a:lnTo><a:pt x="4292" y="15608"/></a:lnTo><a:lnTo><a:pt x="4038" y="15278"/></a:lnTo><a:lnTo><a:pt x="3695" y="14947"/></a:lnTo><a:lnTo><a:pt x="3365" y="14770"/></a:lnTo><a:lnTo><a:pt x="1346" y="14693"/></a:lnTo><a:lnTo><a:pt x="927" y="14947"/></a:lnTo><a:lnTo><a:pt x="673" y="15189"/></a:lnTo><a:lnTo><a:pt x="419" y="15532"/></a:lnTo><a:lnTo><a:pt x="177" y="15951"/></a:lnTo><a:lnTo><a:pt x="88" y="16370"/></a:lnTo><a:lnTo><a:pt x="0" y="16789"/></a:lnTo><a:lnTo><a:pt x="88" y="17208"/></a:lnTo><a:lnTo><a:pt x="177" y="17538"/></a:lnTo><a:lnTo><a:pt x="342" y="17970"/></a:lnTo><a:lnTo><a:pt x="596" y="18300"/></a:lnTo><a:lnTo><a:pt x="927" y="18554"/></a:lnTo><a:lnTo><a:pt x="1270" y="18808"/></a:lnTo><a:lnTo><a:pt x="1689" y="18973"/></a:lnTo><a:lnTo><a:pt x="2108" y="19062"/></a:lnTo><a:lnTo><a:pt x="2527" y="19062"/></a:lnTo><a:lnTo><a:pt x="2946" y="18973"/></a:lnTo><a:lnTo><a:pt x="3276" y="18808"/></a:lnTo><a:lnTo><a:pt x="3695" y="18554"/></a:lnTo><a:lnTo><a:pt x="3949" y="18300"/></a:lnTo><a:lnTo><a:pt x="4203" y="17970"/></a:lnTo><a:lnTo><a:pt x="4457" y="17627"/></a:lnTo><a:lnTo><a:pt x="4533" y="17208"/></a:lnTo><a:lnTo><a:pt x="4622" y="16789"/></a:lnTo><a:close/></a:path><a:path w="18415" h="19684"><a:moveTo><a:pt x="18313" y="584"/></a:moveTo><a:lnTo><a:pt x="17970" y="330"/></a:lnTo><a:lnTo><a:pt x="17640" y="165"/></a:lnTo><a:lnTo><a:pt x="17221" y="76"/></a:lnTo><a:lnTo><a:pt x="16802" y="0"/></a:lnTo><a:lnTo><a:pt x="16383" y="76"/></a:lnTo><a:lnTo><a:pt x="15963" y="165"/></a:lnTo><a:lnTo><a:pt x="15621" y="330"/></a:lnTo><a:lnTo><a:pt x="15290" y="584"/></a:lnTo><a:lnTo><a:pt x="18313" y="584"/></a:lnTo><a:close/></a:path></a:pathLst></a:custGeom><a:solidFill><a:srgbClr val="000000"/></a:solidFill></p:spPr><p:txBody><a:bodyPr wrap="square" lIns="0" tIns="0" rIns="0" bIns="0" rtlCol="0"/><a:lstStyle/><a:p/></p:txBody></p:sp><p:sp><p:nvSpPr><p:cNvPr id="620" name="object 620"/><p:cNvSpPr/><p:nvPr/></p:nvSpPr><p:spPr><a:xfrm><a:off x="17089336" y="12463327"/><a:ext cx="17780" cy="20320"/></a:xfrm><a:custGeom><a:avLst/><a:gdLst/><a:ahLst/><a:cxnLst/><a:rect l="l" t="t" r="r" b="b"/><a:pathLst><a:path w="17780" h="20320"><a:moveTo><a:pt x="3784" y="16129"/></a:moveTo><a:lnTo><a:pt x="3441" y="15875"/></a:lnTo><a:lnTo><a:pt x="1092" y="15875"/></a:lnTo><a:lnTo><a:pt x="3784" y="16129"/></a:lnTo><a:close/></a:path><a:path w="17780" h="20320"><a:moveTo><a:pt x="4533" y="17640"/></a:moveTo><a:lnTo><a:pt x="4457" y="17221"/></a:lnTo><a:lnTo><a:pt x="4279" y="16802"/></a:lnTo><a:lnTo><a:pt x="4114" y="16459"/></a:lnTo><a:lnTo><a:pt x="3784" y="16129"/></a:lnTo><a:lnTo><a:pt x="762" y="16129"/></a:lnTo><a:lnTo><a:pt x="419" y="16459"/></a:lnTo><a:lnTo><a:pt x="254" y="16802"/></a:lnTo><a:lnTo><a:pt x="88" y="17221"/></a:lnTo><a:lnTo><a:pt x="0" y="17640"/></a:lnTo><a:lnTo><a:pt x="0" y="18059"/></a:lnTo><a:lnTo><a:pt x="88" y="18478"/></a:lnTo><a:lnTo><a:pt x="254" y="18808"/></a:lnTo><a:lnTo><a:pt x="419" y="19240"/></a:lnTo><a:lnTo><a:pt x="762" y="19481"/></a:lnTo><a:lnTo><a:pt x="1092" y="19735"/></a:lnTo><a:lnTo><a:pt x="1435" y="19989"/></a:lnTo><a:lnTo><a:pt x="1854" y="20078"/></a:lnTo><a:lnTo><a:pt x="2273" y="20154"/></a:lnTo><a:lnTo><a:pt x="2692" y="20078"/></a:lnTo><a:lnTo><a:pt x="3111" y="19989"/></a:lnTo><a:lnTo><a:pt x="3441" y="19824"/></a:lnTo><a:lnTo><a:pt x="3784" y="19570"/></a:lnTo><a:lnTo><a:pt x="4038" y="19240"/></a:lnTo><a:lnTo><a:pt x="4279" y="18897"/></a:lnTo><a:lnTo><a:pt x="4457" y="18478"/></a:lnTo><a:lnTo><a:pt x="4533" y="18059"/></a:lnTo><a:lnTo><a:pt x="4533" y="17640"/></a:lnTo><a:close/></a:path><a:path w="17780" h="20320"><a:moveTo><a:pt x="17475" y="1092"/></a:moveTo><a:lnTo><a:pt x="16205" y="88"/></a:lnTo><a:lnTo><a:pt x="16040" y="0"/></a:lnTo><a:lnTo><a:pt x="14947" y="0"/></a:lnTo><a:lnTo><a:pt x="14782" y="88"/></a:lnTo><a:lnTo><a:pt x="14452" y="177"/></a:lnTo><a:lnTo><a:pt x="14109" y="431"/></a:lnTo><a:lnTo><a:pt x="13779" y="762"/></a:lnTo><a:lnTo><a:pt x="13525" y="1092"/></a:lnTo><a:lnTo><a:pt x="17475" y="1092"/></a:lnTo><a:close/></a:path></a:pathLst></a:custGeom><a:solidFill><a:srgbClr val="000000"/></a:solidFill></p:spPr><p:txBody><a:bodyPr wrap="square" lIns="0" tIns="0" rIns="0" bIns="0" rtlCol="0"/><a:lstStyle/><a:p/></p:txBody></p:sp><p:sp><p:nvSpPr><p:cNvPr id="621" name="object 621"/><p:cNvSpPr/><p:nvPr/></p:nvSpPr><p:spPr><a:xfrm><a:off x="17102519" y="12446626"/><a:ext cx="16510" cy="21590"/></a:xfrm><a:custGeom><a:avLst/><a:gdLst/><a:ahLst/><a:cxnLst/><a:rect l="l" t="t" r="r" b="b"/><a:pathLst><a:path w="16509" h="21590"><a:moveTo><a:pt x="4292" y="17792"/></a:moveTo><a:lnTo><a:pt x="4114" y="17551"/></a:lnTo><a:lnTo><a:pt x="508" y="17551"/></a:lnTo><a:lnTo><a:pt x="4292" y="17792"/></a:lnTo><a:close/></a:path><a:path w="16509" h="21590"><a:moveTo><a:pt x="4533" y="18554"/></a:moveTo><a:lnTo><a:pt x="4457" y="18300"/></a:lnTo><a:lnTo><a:pt x="4457" y="18135"/></a:lnTo><a:lnTo><a:pt x="4292" y="17881"/></a:lnTo><a:lnTo><a:pt x="342" y="17792"/></a:lnTo><a:lnTo><a:pt x="177" y="18135"/></a:lnTo><a:lnTo><a:pt x="88" y="18300"/></a:lnTo><a:lnTo><a:pt x="88" y="18554"/></a:lnTo><a:lnTo><a:pt x="0" y="18808"/></a:lnTo><a:lnTo><a:pt x="0" y="18973"/></a:lnTo><a:lnTo><a:pt x="0" y="19227"/></a:lnTo><a:lnTo><a:pt x="88" y="19392"/></a:lnTo><a:lnTo><a:pt x="177" y="19646"/></a:lnTo><a:lnTo><a:pt x="177" y="19812"/></a:lnTo><a:lnTo><a:pt x="342" y="20066"/></a:lnTo><a:lnTo><a:pt x="596" y="20396"/></a:lnTo><a:lnTo><a:pt x="927" y="20739"/></a:lnTo><a:lnTo><a:pt x="1270" y="20993"/></a:lnTo><a:lnTo><a:pt x="1689" y="21158"/></a:lnTo><a:lnTo><a:pt x="2019" y="21158"/></a:lnTo><a:lnTo><a:pt x="2438" y="21234"/></a:lnTo><a:lnTo><a:pt x="2857" y="21158"/></a:lnTo><a:lnTo><a:pt x="3276" y="20993"/></a:lnTo><a:lnTo><a:pt x="3619" y="20739"/></a:lnTo><a:lnTo><a:pt x="3949" y="20485"/></a:lnTo><a:lnTo><a:pt x="4203" y="20154"/></a:lnTo><a:lnTo><a:pt x="4368" y="19812"/></a:lnTo><a:lnTo><a:pt x="4457" y="19646"/></a:lnTo><a:lnTo><a:pt x="4533" y="19392"/></a:lnTo><a:lnTo><a:pt x="4533" y="19227"/></a:lnTo><a:lnTo><a:pt x="4533" y="18973"/></a:lnTo><a:lnTo><a:pt x="4533" y="18808"/></a:lnTo><a:lnTo><a:pt x="4533" y="18554"/></a:lnTo><a:close/></a:path><a:path w="16509" h="21590"><a:moveTo><a:pt x="16383" y="1587"/></a:moveTo><a:lnTo><a:pt x="16217" y="1346"/></a:lnTo><a:lnTo><a:pt x="16040" y="914"/></a:lnTo><a:lnTo><a:pt x="15786" y="673"/></a:lnTo><a:lnTo><a:pt x="15455" y="419"/></a:lnTo><a:lnTo><a:pt x="15290" y="330"/></a:lnTo><a:lnTo><a:pt x="15036" y="165"/></a:lnTo><a:lnTo><a:pt x="14617" y="76"/></a:lnTo><a:lnTo><a:pt x="13855" y="0"/></a:lnTo><a:lnTo><a:pt x="13436" y="165"/></a:lnTo><a:lnTo><a:pt x="13017" y="330"/></a:lnTo><a:lnTo><a:pt x="12687" y="584"/></a:lnTo><a:lnTo><a:pt x="12433" y="838"/></a:lnTo><a:lnTo><a:pt x="12179" y="1257"/></a:lnTo><a:lnTo><a:pt x="12014" y="1587"/></a:lnTo><a:lnTo><a:pt x="16383" y="1676"/></a:lnTo><a:close/></a:path></a:pathLst></a:custGeom><a:solidFill><a:srgbClr val="000000"/></a:solidFill></p:spPr><p:txBody><a:bodyPr wrap="square" lIns="0" tIns="0" rIns="0" bIns="0" rtlCol="0"/><a:lstStyle/><a:p/></p:txBody></p:sp><p:sp><p:nvSpPr><p:cNvPr id="622" name="object 622"/><p:cNvSpPr/><p:nvPr/></p:nvSpPr><p:spPr><a:xfrm><a:off x="17114444" y="12429075"/><a:ext cx="15240" cy="22225"/></a:xfrm><a:custGeom><a:avLst/><a:gdLst/><a:ahLst/><a:cxnLst/><a:rect l="l" t="t" r="r" b="b"/><a:pathLst><a:path w="15240" h="22225"><a:moveTo><a:pt x="4457" y="19138"/></a:moveTo><a:lnTo><a:pt x="88" y="19138"/></a:lnTo><a:lnTo><a:pt x="4457" y="19227"/></a:lnTo><a:close/></a:path><a:path w="15240" h="22225"><a:moveTo><a:pt x="4533" y="19558"/></a:moveTo><a:lnTo><a:pt x="4457" y="19227"/></a:lnTo><a:lnTo><a:pt x="88" y="19227"/></a:lnTo><a:lnTo><a:pt x="0" y="19558"/></a:lnTo><a:lnTo><a:pt x="0" y="19977"/></a:lnTo><a:lnTo><a:pt x="88" y="20408"/></a:lnTo><a:lnTo><a:pt x="177" y="20828"/></a:lnTo><a:lnTo><a:pt x="419" y="21158"/></a:lnTo><a:lnTo><a:pt x="673" y="21488"/></a:lnTo><a:lnTo><a:pt x="1016" y="21742"/></a:lnTo><a:lnTo><a:pt x="1435" y="21920"/></a:lnTo><a:lnTo><a:pt x="1765" y="22085"/></a:lnTo><a:lnTo><a:pt x="1930" y="22085"/></a:lnTo><a:lnTo><a:pt x="2603" y="22085"/></a:lnTo><a:lnTo><a:pt x="3022" y="21996"/></a:lnTo><a:lnTo><a:pt x="3441" y="21831"/></a:lnTo><a:lnTo><a:pt x="3784" y="21577"/></a:lnTo><a:lnTo><a:pt x="4038" y="21247"/></a:lnTo><a:lnTo><a:pt x="4292" y="20904"/></a:lnTo><a:lnTo><a:pt x="4457" y="20485"/></a:lnTo><a:lnTo><a:pt x="4533" y="20066"/></a:lnTo><a:lnTo><a:pt x="4533" y="19646"/></a:lnTo><a:close/></a:path><a:path w="15240" h="22225"><a:moveTo><a:pt x="15036" y="2349"/></a:moveTo><a:lnTo><a:pt x="14947" y="2019"/></a:lnTo><a:lnTo><a:pt x="14871" y="1587"/></a:lnTo><a:lnTo><a:pt x="14693" y="1168"/></a:lnTo><a:lnTo><a:pt x="14452" y="838"/></a:lnTo><a:lnTo><a:pt x="14198" y="508"/></a:lnTo><a:lnTo><a:pt x="13779" y="254"/></a:lnTo><a:lnTo><a:pt x="13436" y="76"/></a:lnTo><a:lnTo><a:pt x="12941" y="0"/></a:lnTo><a:lnTo><a:pt x="12522" y="0"/></a:lnTo><a:lnTo><a:pt x="12090" y="76"/></a:lnTo><a:lnTo><a:pt x="11671" y="254"/></a:lnTo><a:lnTo><a:pt x="11341" y="508"/></a:lnTo><a:lnTo><a:pt x="10998" y="749"/></a:lnTo><a:lnTo><a:pt x="10756" y="1092"/></a:lnTo><a:lnTo><a:pt x="10579" y="1511"/></a:lnTo><a:lnTo><a:pt x="10502" y="1930"/></a:lnTo><a:lnTo><a:pt x="10502" y="2349"/></a:lnTo><a:lnTo><a:pt x="15036" y="2438"/></a:lnTo><a:close/></a:path></a:pathLst></a:custGeom><a:solidFill><a:srgbClr val="000000"/></a:solidFill></p:spPr><p:txBody><a:bodyPr wrap="square" lIns="0" tIns="0" rIns="0" bIns="0" rtlCol="0"/><a:lstStyle/><a:p/></p:txBody></p:sp><p:sp><p:nvSpPr><p:cNvPr id="623" name="object 623"/><p:cNvSpPr/><p:nvPr/></p:nvSpPr><p:spPr><a:xfrm><a:off x="17124947" y="12410685"/><a:ext cx="13970" cy="23495"/></a:xfrm><a:custGeom><a:avLst/><a:gdLst/><a:ahLst/><a:cxnLst/><a:rect l="l" t="t" r="r" b="b"/><a:pathLst><a:path w="13969" h="23495"><a:moveTo><a:pt x="4533" y="20828"/></a:moveTo><a:lnTo><a:pt x="0" y="20828"/></a:lnTo><a:lnTo><a:pt x="0" y="21158"/></a:lnTo><a:lnTo><a:pt x="76" y="21323"/></a:lnTo><a:lnTo><a:pt x="165" y="21577"/></a:lnTo><a:lnTo><a:pt x="254" y="21742"/></a:lnTo><a:lnTo><a:pt x="330" y="21920"/></a:lnTo><a:lnTo><a:pt x="495" y="22085"/></a:lnTo><a:lnTo><a:pt x="584" y="22250"/></a:lnTo><a:lnTo><a:pt x="749" y="22415"/></a:lnTo><a:lnTo><a:pt x="927" y="22504"/></a:lnTo><a:lnTo><a:pt x="1168" y="22669"/></a:lnTo><a:lnTo><a:pt x="1346" y="22758"/></a:lnTo><a:lnTo><a:pt x="1511" y="22834"/></a:lnTo><a:lnTo><a:pt x="1765" y="22834"/></a:lnTo><a:lnTo><a:pt x="1930" y="22923"/></a:lnTo><a:lnTo><a:pt x="2438" y="22923"/></a:lnTo><a:lnTo><a:pt x="2768" y="22834"/></a:lnTo><a:lnTo><a:pt x="2933" y="22834"/></a:lnTo><a:lnTo><a:pt x="3187" y="22758"/></a:lnTo><a:lnTo><a:pt x="3530" y="22504"/></a:lnTo><a:lnTo><a:pt x="3695" y="22415"/></a:lnTo><a:lnTo><a:pt x="3860" y="22250"/></a:lnTo><a:lnTo><a:pt x="3949" y="22085"/></a:lnTo><a:lnTo><a:pt x="4114" y="21920"/></a:lnTo><a:lnTo><a:pt x="4191" y="21742"/></a:lnTo><a:lnTo><a:pt x="4368" y="21577"/></a:lnTo><a:lnTo><a:pt x="4368" y="21323"/></a:lnTo><a:lnTo><a:pt x="4445" y="21158"/></a:lnTo><a:lnTo><a:pt x="4533" y="20828"/></a:lnTo><a:close/></a:path><a:path w="13969" h="23495"><a:moveTo><a:pt x="4533" y="20739"/></a:moveTo><a:lnTo><a:pt x="0" y="20739"/></a:lnTo><a:lnTo><a:pt x="4533" y="20828"/></a:lnTo><a:close/></a:path><a:path w="13969" h="23495"><a:moveTo><a:pt x="13512" y="2184"/></a:moveTo><a:lnTo><a:pt x="13436" y="1930"/></a:lnTo><a:lnTo><a:pt x="13436" y="1765"/></a:lnTo><a:lnTo><a:pt x="13347" y="1587"/></a:lnTo><a:lnTo><a:pt x="13271" y="1346"/></a:lnTo><a:lnTo><a:pt x="13182" y="1168"/></a:lnTo><a:lnTo><a:pt x="13093" y="1003"/></a:lnTo><a:lnTo><a:pt x="12928" y="838"/></a:lnTo><a:lnTo><a:pt x="12839" y="673"/></a:lnTo><a:lnTo><a:pt x="12674" y="508"/></a:lnTo><a:lnTo><a:pt x="12509" y="419"/></a:lnTo><a:lnTo><a:pt x="12344" y="254"/></a:lnTo><a:lnTo><a:pt x="12090" y="165"/></a:lnTo><a:lnTo><a:pt x="11925" y="76"/></a:lnTo><a:lnTo><a:pt x="11760" y="76"/></a:lnTo><a:lnTo><a:pt x="11506" y="0"/></a:lnTo><a:lnTo><a:pt x="10909" y="0"/></a:lnTo><a:lnTo><a:pt x="10744" y="76"/></a:lnTo><a:lnTo><a:pt x="10490" y="76"/></a:lnTo><a:lnTo><a:pt x="10325" y="165"/></a:lnTo><a:lnTo><a:pt x="10071" y="254"/></a:lnTo><a:lnTo><a:pt x="9994" y="419"/></a:lnTo><a:lnTo><a:pt x="9740" y="508"/></a:lnTo><a:lnTo><a:pt x="9652" y="673"/></a:lnTo><a:lnTo><a:pt x="9486" y="838"/></a:lnTo><a:lnTo><a:pt x="9321" y="1003"/></a:lnTo><a:lnTo><a:pt x="9232" y="1168"/></a:lnTo><a:lnTo><a:pt x="9156" y="1346"/></a:lnTo><a:lnTo><a:pt x="9067" y="1587"/></a:lnTo><a:lnTo><a:pt x="8978" y="1765"/></a:lnTo><a:lnTo><a:pt x="8978" y="2768"/></a:lnTo><a:lnTo><a:pt x="9067" y="3022"/></a:lnTo><a:lnTo><a:pt x="9156" y="3187"/></a:lnTo><a:lnTo><a:pt x="13271" y="3187"/></a:lnTo><a:lnTo><a:pt x="13347" y="3022"/></a:lnTo><a:lnTo><a:pt x="13436" y="2768"/></a:lnTo><a:lnTo><a:pt x="13436" y="2603"/></a:lnTo><a:lnTo><a:pt x="13512" y="2349"/></a:lnTo><a:lnTo><a:pt x="13512" y="2184"/></a:lnTo><a:close/></a:path></a:pathLst></a:custGeom><a:solidFill><a:srgbClr val="000000"/></a:solidFill></p:spPr><p:txBody><a:bodyPr wrap="square" lIns="0" tIns="0" rIns="0" bIns="0" rtlCol="0"/><a:lstStyle/><a:p/></p:txBody></p:sp><p:sp><p:nvSpPr><p:cNvPr id="624" name="object 624"/><p:cNvSpPr/><p:nvPr/></p:nvSpPr><p:spPr><a:xfrm><a:off x="17134015" y="12391623"/><a:ext cx="12065" cy="24130"/></a:xfrm><a:custGeom><a:avLst/><a:gdLst/><a:ahLst/><a:cxnLst/><a:rect l="l" t="t" r="r" b="b"/><a:pathLst><a:path w="12065" h="24129"><a:moveTo><a:pt x="4203" y="22250"/></a:moveTo><a:lnTo><a:pt x="88" y="22250"/></a:lnTo><a:lnTo><a:pt x="165" y="22415"/></a:lnTo><a:lnTo><a:pt x="254" y="22593"/></a:lnTo><a:lnTo><a:pt x="419" y="22758"/></a:lnTo><a:lnTo><a:pt x="584" y="22923"/></a:lnTo><a:lnTo><a:pt x="673" y="23088"/></a:lnTo><a:lnTo><a:pt x="838" y="23177"/></a:lnTo><a:lnTo><a:pt x="1092" y="23342"/></a:lnTo><a:lnTo><a:pt x="1257" y="23431"/></a:lnTo><a:lnTo><a:pt x="1422" y="23507"/></a:lnTo><a:lnTo><a:pt x="1676" y="23507"/></a:lnTo><a:lnTo><a:pt x="1930" y="23596"/></a:lnTo><a:lnTo><a:pt x="2438" y="23596"/></a:lnTo><a:lnTo><a:pt x="2603" y="23507"/></a:lnTo><a:lnTo><a:pt x="2857" y="23507"/></a:lnTo><a:lnTo><a:pt x="3022" y="23431"/></a:lnTo><a:lnTo><a:pt x="3276" y="23342"/></a:lnTo><a:lnTo><a:pt x="3441" y="23177"/></a:lnTo><a:lnTo><a:pt x="3606" y="23088"/></a:lnTo><a:lnTo><a:pt x="3771" y="22923"/></a:lnTo><a:lnTo><a:pt x="3949" y="22758"/></a:lnTo><a:lnTo><a:pt x="4025" y="22593"/></a:lnTo><a:lnTo><a:pt x="4114" y="22415"/></a:lnTo><a:lnTo><a:pt x="4203" y="22250"/></a:lnTo><a:close/></a:path><a:path w="12065" h="24129"><a:moveTo><a:pt x="4279" y="22085"/></a:moveTo><a:lnTo><a:pt x="0" y="22085"/></a:lnTo><a:lnTo><a:pt x="4203" y="22250"/></a:lnTo><a:lnTo><a:pt x="4279" y="22085"/></a:lnTo><a:close/></a:path><a:path w="12065" h="24129"><a:moveTo><a:pt x="11836" y="1765"/></a:moveTo><a:lnTo><a:pt x="11671" y="1346"/></a:lnTo><a:lnTo><a:pt x="11417" y="1003"/></a:lnTo><a:lnTo><a:pt x="11163" y="673"/></a:lnTo><a:lnTo><a:pt x="10833" y="419"/></a:lnTo><a:lnTo><a:pt x="10490" y="165"/></a:lnTo><a:lnTo><a:pt x="10325" y="88"/></a:lnTo><a:lnTo><a:pt x="10071" y="88"/></a:lnTo><a:lnTo><a:pt x="9906" y="0"/></a:lnTo><a:lnTo><a:pt x="9321" y="0"/></a:lnTo><a:lnTo><a:pt x="9067" y="88"/></a:lnTo><a:lnTo><a:pt x="8902" y="88"/></a:lnTo><a:lnTo><a:pt x="8648" y="165"/></a:lnTo><a:lnTo><a:pt x="8483" y="330"/></a:lnTo><a:lnTo><a:pt x="8318" y="419"/></a:lnTo><a:lnTo><a:pt x="8064" y="584"/></a:lnTo><a:lnTo><a:pt x="7810" y="927"/></a:lnTo><a:lnTo><a:pt x="7556" y="1257"/></a:lnTo><a:lnTo><a:pt x="7391" y="1676"/></a:lnTo><a:lnTo><a:pt x="7302" y="2095"/></a:lnTo><a:lnTo><a:pt x="7302" y="2603"/></a:lnTo><a:lnTo><a:pt x="7391" y="2933"/></a:lnTo><a:lnTo><a:pt x="7556" y="3352"/></a:lnTo><a:lnTo><a:pt x="7810" y="3695"/></a:lnTo><a:lnTo><a:pt x="11341" y="3784"/></a:lnTo><a:lnTo><a:pt x="11582" y="3441"/></a:lnTo><a:lnTo><a:pt x="11760" y="3022"/></a:lnTo><a:lnTo><a:pt x="11836" y="2603"/></a:lnTo><a:lnTo><a:pt x="11836" y="2184"/></a:lnTo><a:lnTo><a:pt x="11836" y="1765"/></a:lnTo><a:close/></a:path></a:pathLst></a:custGeom><a:solidFill><a:srgbClr val="000000"/></a:solidFill></p:spPr><p:txBody><a:bodyPr wrap="square" lIns="0" tIns="0" rIns="0" bIns="0" rtlCol="0"/><a:lstStyle/><a:p/></p:txBody></p:sp><p:sp><p:nvSpPr><p:cNvPr id="625" name="object 625"/><p:cNvSpPr/><p:nvPr/></p:nvSpPr><p:spPr><a:xfrm><a:off x="17141826" y="12371976"/><a:ext cx="10160" cy="24765"/></a:xfrm><a:custGeom><a:avLst/><a:gdLst/><a:ahLst/><a:cxnLst/><a:rect l="l" t="t" r="r" b="b"/><a:pathLst><a:path w="10159" h="24765"><a:moveTo><a:pt x="3530" y="23431"/></a:moveTo><a:lnTo><a:pt x="76" y="23431"/></a:lnTo><a:lnTo><a:pt x="330" y="23672"/></a:lnTo><a:lnTo><a:pt x="673" y="23926"/></a:lnTo><a:lnTo><a:pt x="838" y="23926"/></a:lnTo><a:lnTo><a:pt x="1003" y="24091"/></a:lnTo><a:lnTo><a:pt x="1257" y="24091"/></a:lnTo><a:lnTo><a:pt x="1511" y="24180"/></a:lnTo><a:lnTo><a:pt x="2019" y="24180"/></a:lnTo><a:lnTo><a:pt x="2349" y="24091"/></a:lnTo><a:lnTo><a:pt x="2514" y="24091"/></a:lnTo><a:lnTo><a:pt x="2768" y="23926"/></a:lnTo><a:lnTo><a:pt x="3187" y="23761"/></a:lnTo><a:lnTo><a:pt x="3530" y="23431"/></a:lnTo><a:close/></a:path><a:path w="10159" h="24765"><a:moveTo><a:pt x="3530" y="23342"/></a:moveTo><a:lnTo><a:pt x="0" y="23342"/></a:lnTo><a:lnTo><a:pt x="3530" y="23431"/></a:lnTo><a:close/></a:path><a:path w="10159" h="24765"><a:moveTo><a:pt x="9906" y="2184"/></a:moveTo><a:lnTo><a:pt x="9817" y="1841"/></a:lnTo><a:lnTo><a:pt x="9740" y="1422"/></a:lnTo><a:lnTo><a:pt x="9486" y="1092"/></a:lnTo><a:lnTo><a:pt x="9398" y="927"/></a:lnTo><a:lnTo><a:pt x="9232" y="749"/></a:lnTo><a:lnTo><a:pt x="8305" y="165"/></a:lnTo><a:lnTo><a:pt x="8140" y="76"/></a:lnTo><a:lnTo><a:pt x="7886" y="76"/></a:lnTo><a:lnTo><a:pt x="7721" y="0"/></a:lnTo><a:lnTo><a:pt x="7302" y="76"/></a:lnTo><a:lnTo><a:pt x="7137" y="76"/></a:lnTo><a:lnTo><a:pt x="6883" y="165"/></a:lnTo><a:lnTo><a:pt x="6718" y="254"/></a:lnTo><a:lnTo><a:pt x="6464" y="330"/></a:lnTo><a:lnTo><a:pt x="6299" y="419"/></a:lnTo><a:lnTo><a:pt x="6134" y="584"/></a:lnTo><a:lnTo><a:pt x="5956" y="749"/></a:lnTo><a:lnTo><a:pt x="5791" y="927"/></a:lnTo><a:lnTo><a:pt x="5702" y="1092"/></a:lnTo><a:lnTo><a:pt x="5537" y="1346"/></a:lnTo><a:lnTo><a:pt x="5372" y="1765"/></a:lnTo><a:lnTo><a:pt x="5372" y="2184"/></a:lnTo><a:lnTo><a:pt x="5372" y="2603"/></a:lnTo><a:lnTo><a:pt x="5461" y="3022"/></a:lnTo><a:lnTo><a:pt x="5626" y="3441"/></a:lnTo><a:lnTo><a:pt x="5880" y="3771"/></a:lnTo><a:lnTo><a:pt x="6210" y="4114"/></a:lnTo><a:lnTo><a:pt x="6553" y="4279"/></a:lnTo><a:lnTo><a:pt x="8559" y="4368"/></a:lnTo><a:lnTo><a:pt x="8737" y="4279"/></a:lnTo><a:lnTo><a:pt x="8978" y="4114"/></a:lnTo><a:lnTo><a:pt x="9321" y="3860"/></a:lnTo><a:lnTo><a:pt x="9575" y="3441"/></a:lnTo><a:lnTo><a:pt x="9740" y="3098"/></a:lnTo><a:lnTo><a:pt x="9906" y="2679"/></a:lnTo><a:lnTo><a:pt x="9906" y="2260"/></a:lnTo><a:close/></a:path></a:pathLst></a:custGeom><a:solidFill><a:srgbClr val="000000"/></a:solidFill></p:spPr><p:txBody><a:bodyPr wrap="square" lIns="0" tIns="0" rIns="0" bIns="0" rtlCol="0"/><a:lstStyle/><a:p/></p:txBody></p:sp><p:sp><p:nvSpPr><p:cNvPr id="626" name="object 626"/><p:cNvSpPr/><p:nvPr/></p:nvSpPr><p:spPr><a:xfrm><a:off x="17148379" y="12351985"/><a:ext cx="7620" cy="24765"/></a:xfrm><a:custGeom><a:avLst/><a:gdLst/><a:ahLst/><a:cxnLst/><a:rect l="l" t="t" r="r" b="b"/><a:pathLst><a:path w="7619" h="24765"><a:moveTo><a:pt x="2006" y="24358"/></a:moveTo><a:lnTo><a:pt x="76" y="24358"/></a:lnTo><a:lnTo><a:pt x="419" y="24434"/></a:lnTo><a:lnTo><a:pt x="838" y="24523"/></a:lnTo><a:lnTo><a:pt x="1333" y="24523"/></a:lnTo><a:lnTo><a:pt x="1587" y="24523"/></a:lnTo><a:lnTo><a:pt x="1752" y="24434"/></a:lnTo><a:lnTo><a:pt x="2006" y="24358"/></a:lnTo><a:close/></a:path><a:path w="7619" h="24765"><a:moveTo><a:pt x="2184" y="24269"/></a:moveTo><a:lnTo><a:pt x="0" y="24269"/></a:lnTo><a:lnTo><a:pt x="2006" y="24358"/></a:lnTo><a:lnTo><a:pt x="2184" y="24269"/></a:lnTo><a:close/></a:path><a:path w="7619" h="24765"><a:moveTo><a:pt x="7556" y="2019"/></a:moveTo><a:lnTo><a:pt x="7467" y="1600"/></a:lnTo><a:lnTo><a:pt x="7378" y="1435"/></a:lnTo><a:lnTo><a:pt x="7302" y="1181"/></a:lnTo><a:lnTo><a:pt x="7048" y="838"/></a:lnTo><a:lnTo><a:pt x="6883" y="673"/></a:lnTo><a:lnTo><a:pt x="6540" y="419"/></a:lnTo><a:lnTo><a:pt x="6210" y="165"/></a:lnTo><a:lnTo><a:pt x="6045" y="165"/></a:lnTo><a:lnTo><a:pt x="5702" y="88"/></a:lnTo><a:lnTo><a:pt x="4953" y="0"/></a:lnTo><a:lnTo><a:pt x="4787" y="88"/></a:lnTo><a:lnTo><a:pt x="4533" y="165"/></a:lnTo><a:lnTo><a:pt x="4356" y="165"/></a:lnTo><a:lnTo><a:pt x="4114" y="342"/></a:lnTo><a:lnTo><a:pt x="3937" y="419"/></a:lnTo><a:lnTo><a:pt x="3771" y="596"/></a:lnTo><a:lnTo><a:pt x="3606" y="673"/></a:lnTo><a:lnTo><a:pt x="3517" y="838"/></a:lnTo><a:lnTo><a:pt x="3352" y="1092"/></a:lnTo><a:lnTo><a:pt x="3098" y="1435"/></a:lnTo><a:lnTo><a:pt x="3098" y="1600"/></a:lnTo><a:lnTo><a:pt x="3022" y="1930"/></a:lnTo><a:lnTo><a:pt x="3022" y="2349"/></a:lnTo><a:lnTo><a:pt x="3022" y="2768"/></a:lnTo><a:lnTo><a:pt x="3187" y="3187"/></a:lnTo><a:lnTo><a:pt x="3441" y="3619"/></a:lnTo><a:lnTo><a:pt x="3695" y="3949"/></a:lnTo><a:lnTo><a:pt x="4025" y="4203"/></a:lnTo><a:lnTo><a:pt x="4445" y="4368"/></a:lnTo><a:lnTo><a:pt x="4864" y="4533"/></a:lnTo><a:lnTo><a:pt x="5537" y="4533"/></a:lnTo><a:lnTo><a:pt x="5702" y="4533"/></a:lnTo><a:lnTo><a:pt x="6045" y="4368"/></a:lnTo><a:lnTo><a:pt x="6464" y="4203"/></a:lnTo><a:lnTo><a:pt x="6794" y="3949"/></a:lnTo><a:lnTo><a:pt x="7137" y="3619"/></a:lnTo><a:lnTo><a:pt x="7302" y="3276"/></a:lnTo><a:lnTo><a:pt x="7467" y="2857"/></a:lnTo><a:lnTo><a:pt x="7556" y="2438"/></a:lnTo><a:lnTo><a:pt x="7556" y="2019"/></a:lnTo><a:close/></a:path></a:pathLst></a:custGeom><a:solidFill><a:srgbClr val="000000"/></a:solidFill></p:spPr><p:txBody><a:bodyPr wrap="square" lIns="0" tIns="0" rIns="0" bIns="0" rtlCol="0"/><a:lstStyle/><a:p/></p:txBody></p:sp><p:sp><p:nvSpPr><p:cNvPr id="627" name="object 627"/><p:cNvSpPr/><p:nvPr/></p:nvSpPr><p:spPr><a:xfrm><a:off x="17153916" y="12311269"/><a:ext cx="5080" cy="25400"/></a:xfrm><a:custGeom><a:avLst/><a:gdLst/><a:ahLst/><a:cxnLst/><a:rect l="l" t="t" r="r" b="b"/><a:pathLst><a:path w="5080" h="25400"><a:moveTo><a:pt x="4279" y="330"/></a:moveTo><a:lnTo><a:pt x="3949" y="165"/></a:lnTo><a:lnTo><a:pt x="3530" y="0"/></a:lnTo><a:lnTo><a:pt x="2692" y="0"/></a:lnTo><a:lnTo><a:pt x="2273" y="76"/></a:lnTo><a:lnTo><a:pt x="1930" y="330"/></a:lnTo><a:lnTo><a:pt x="4279" y="330"/></a:lnTo><a:close/></a:path><a:path w="5080" h="25400"><a:moveTo><a:pt x="4533" y="22491"/></a:moveTo><a:lnTo><a:pt x="4445" y="22250"/></a:lnTo><a:lnTo><a:pt x="4445" y="22072"/></a:lnTo><a:lnTo><a:pt x="4368" y="21831"/></a:lnTo><a:lnTo><a:pt x="4279" y="21653"/></a:lnTo><a:lnTo><a:pt x="4203" y="21488"/></a:lnTo><a:lnTo><a:pt x="4025" y="21234"/></a:lnTo><a:lnTo><a:pt x="3695" y="20980"/></a:lnTo><a:lnTo><a:pt x="3606" y="20815"/></a:lnTo><a:lnTo><a:pt x="3365" y="20739"/></a:lnTo><a:lnTo><a:pt x="2933" y="20485"/></a:lnTo><a:lnTo><a:pt x="2514" y="20396"/></a:lnTo><a:lnTo><a:pt x="2019" y="20396"/></a:lnTo><a:lnTo><a:pt x="1676" y="20485"/></a:lnTo><a:lnTo><a:pt x="1257" y="20650"/></a:lnTo><a:lnTo><a:pt x="927" y="20815"/></a:lnTo><a:lnTo><a:pt x="762" y="20980"/></a:lnTo><a:lnTo><a:pt x="584" y="21158"/></a:lnTo><a:lnTo><a:pt x="330" y="21488"/></a:lnTo><a:lnTo><a:pt x="254" y="21653"/></a:lnTo><a:lnTo><a:pt x="165" y="21831"/></a:lnTo><a:lnTo><a:pt x="88" y="22072"/></a:lnTo><a:lnTo><a:pt x="0" y="22250"/></a:lnTo><a:lnTo><a:pt x="0" y="22491"/></a:lnTo><a:lnTo><a:pt x="0" y="22669"/></a:lnTo><a:lnTo><a:pt x="0" y="22923"/></a:lnTo><a:lnTo><a:pt x="0" y="23088"/></a:lnTo><a:lnTo><a:pt x="88" y="23418"/></a:lnTo><a:lnTo><a:pt x="254" y="23761"/></a:lnTo><a:lnTo><a:pt x="508" y="24180"/></a:lnTo><a:lnTo><a:pt x="838" y="24434"/></a:lnTo><a:lnTo><a:pt x="1257" y="24676"/></a:lnTo><a:lnTo><a:pt x="1600" y="24853"/></a:lnTo><a:lnTo><a:pt x="2019" y="24930"/></a:lnTo><a:lnTo><a:pt x="2514" y="24930"/></a:lnTo><a:lnTo><a:pt x="2857" y="24853"/></a:lnTo><a:lnTo><a:pt x="3276" y="24676"/></a:lnTo><a:lnTo><a:pt x="3606" y="24511"/></a:lnTo><a:lnTo><a:pt x="3949" y="24180"/></a:lnTo><a:lnTo><a:pt x="4203" y="23837"/></a:lnTo><a:lnTo><a:pt x="4368" y="23507"/></a:lnTo><a:lnTo><a:pt x="4533" y="23088"/></a:lnTo><a:lnTo><a:pt x="4533" y="22923"/></a:lnTo><a:lnTo><a:pt x="4533" y="22669"/></a:lnTo><a:lnTo><a:pt x="4533" y="22491"/></a:lnTo><a:close/></a:path></a:pathLst></a:custGeom><a:solidFill><a:srgbClr val="000000"/></a:solidFill></p:spPr><p:txBody><a:bodyPr wrap="square" lIns="0" tIns="0" rIns="0" bIns="0" rtlCol="0"/><a:lstStyle/><a:p/></p:txBody></p:sp><p:sp><p:nvSpPr><p:cNvPr id="628" name="object 628"/><p:cNvSpPr/><p:nvPr/></p:nvSpPr><p:spPr><a:xfrm><a:off x="17154246" y="12290771"/><a:ext cx="5080" cy="25400"/></a:xfrm><a:custGeom><a:avLst/><a:gdLst/><a:ahLst/><a:cxnLst/><a:rect l="l" t="t" r="r" b="b"/><a:pathLst><a:path w="5080" h="25400"><a:moveTo><a:pt x="3873" y="1092"/></a:moveTo><a:lnTo><a:pt x="3695" y="838"/></a:lnTo><a:lnTo><a:pt x="3365" y="596"/></a:lnTo><a:lnTo><a:pt x="3035" y="342"/></a:lnTo><a:lnTo><a:pt x="2603" y="165"/></a:lnTo><a:lnTo><a:pt x="2184" y="0"/></a:lnTo><a:lnTo><a:pt x="1689" y="0"/></a:lnTo><a:lnTo><a:pt x="1346" y="88"/></a:lnTo><a:lnTo><a:pt x="927" y="254"/></a:lnTo><a:lnTo><a:pt x="596" y="508"/></a:lnTo><a:lnTo><a:pt x="254" y="762"/></a:lnTo><a:lnTo><a:pt x="0" y="1092"/></a:lnTo><a:lnTo><a:pt x="3873" y="1092"/></a:lnTo><a:close/></a:path><a:path w="5080" h="25400"><a:moveTo><a:pt x="5041" y="22504"/></a:moveTo><a:lnTo><a:pt x="4965" y="22339"/></a:lnTo><a:lnTo><a:pt x="4965" y="22085"/></a:lnTo><a:lnTo><a:pt x="4876" y="21831"/></a:lnTo><a:lnTo><a:pt x="4622" y="21501"/></a:lnTo><a:lnTo><a:pt x="4622" y="21336"/></a:lnTo><a:lnTo><a:pt x="4368" y="21158"/></a:lnTo><a:lnTo><a:pt x="4038" y="20828"/></a:lnTo><a:lnTo><a:pt x="1511" y="20828"/></a:lnTo><a:lnTo><a:pt x="1270" y="21082"/></a:lnTo><a:lnTo><a:pt x="927" y="21336"/></a:lnTo><a:lnTo><a:pt x="850" y="21501"/></a:lnTo><a:lnTo><a:pt x="762" y="21755"/></a:lnTo><a:lnTo><a:pt x="596" y="22085"/></a:lnTo><a:lnTo><a:pt x="508" y="22339"/></a:lnTo><a:lnTo><a:pt x="508" y="22504"/></a:lnTo><a:lnTo><a:pt x="508" y="22758"/></a:lnTo><a:lnTo><a:pt x="508" y="22923"/></a:lnTo><a:lnTo><a:pt x="508" y="23177"/></a:lnTo><a:lnTo><a:pt x="596" y="23342"/></a:lnTo><a:lnTo><a:pt x="673" y="23596"/></a:lnTo><a:lnTo><a:pt x="762" y="23761"/></a:lnTo><a:lnTo><a:pt x="850" y="24015"/></a:lnTo><a:lnTo><a:pt x="1181" y="24358"/></a:lnTo><a:lnTo><a:pt x="1511" y="24612"/></a:lnTo><a:lnTo><a:pt x="1943" y="24853"/></a:lnTo><a:lnTo><a:pt x="2362" y="24942"/></a:lnTo><a:lnTo><a:pt x="2781" y="25031"/></a:lnTo><a:lnTo><a:pt x="3200" y="24942"/></a:lnTo><a:lnTo><a:pt x="3619" y="24853"/></a:lnTo><a:lnTo><a:pt x="3949" y="24688"/></a:lnTo><a:lnTo><a:pt x="4292" y="24434"/></a:lnTo><a:lnTo><a:pt x="4622" y="24104"/></a:lnTo><a:lnTo><a:pt x="4787" y="23761"/></a:lnTo><a:lnTo><a:pt x="4876" y="23596"/></a:lnTo><a:lnTo><a:pt x="4965" y="23342"/></a:lnTo><a:lnTo><a:pt x="4965" y="23177"/></a:lnTo><a:lnTo><a:pt x="5041" y="22923"/></a:lnTo><a:lnTo><a:pt x="5041" y="22758"/></a:lnTo><a:lnTo><a:pt x="5041" y="22504"/></a:lnTo><a:close/></a:path></a:pathLst></a:custGeom><a:solidFill><a:srgbClr val="000000"/></a:solidFill></p:spPr><p:txBody><a:bodyPr wrap="square" lIns="0" tIns="0" rIns="0" bIns="0" rtlCol="0"/><a:lstStyle/><a:p/></p:txBody></p:sp><p:sp><p:nvSpPr><p:cNvPr id="629" name="object 629"/><p:cNvSpPr/><p:nvPr/></p:nvSpPr><p:spPr><a:xfrm><a:off x="17151477" y="12270452"/><a:ext cx="6985" cy="25400"/></a:xfrm><a:custGeom><a:avLst/><a:gdLst/><a:ahLst/><a:cxnLst/><a:rect l="l" t="t" r="r" b="b"/><a:pathLst><a:path w="6984" h="25400"><a:moveTo><a:pt x="4368" y="1676"/></a:moveTo><a:lnTo><a:pt x="4203" y="1346"/></a:lnTo><a:lnTo><a:pt x="4038" y="1016"/></a:lnTo><a:lnTo><a:pt x="3695" y="673"/></a:lnTo><a:lnTo><a:pt x="3365" y="419"/></a:lnTo><a:lnTo><a:pt x="3022" y="165"/></a:lnTo><a:lnTo><a:pt x="2603" y="88"/></a:lnTo><a:lnTo><a:pt x="2184" y="0"/></a:lnTo><a:lnTo><a:pt x="1765" y="88"/></a:lnTo><a:lnTo><a:pt x="1346" y="165"/></a:lnTo><a:lnTo><a:pt x="1016" y="342"/></a:lnTo><a:lnTo><a:pt x="673" y="584"/></a:lnTo><a:lnTo><a:pt x="342" y="927"/></a:lnTo><a:lnTo><a:pt x="165" y="1257"/></a:lnTo><a:lnTo><a:pt x="0" y="1676"/></a:lnTo><a:lnTo><a:pt x="4368" y="1765"/></a:lnTo><a:close/></a:path><a:path w="6984" h="25400"><a:moveTo><a:pt x="6642" y="21412"/></a:moveTo><a:lnTo><a:pt x="6464" y="21158"/></a:lnTo><a:lnTo><a:pt x="2946" y="21158"/></a:lnTo><a:lnTo><a:pt x="6642" y="21412"/></a:lnTo><a:close/></a:path><a:path w="6984" h="25400"><a:moveTo><a:pt x="6972" y="22428"/></a:moveTo><a:lnTo><a:pt x="6883" y="22174"/></a:lnTo><a:lnTo><a:pt x="6883" y="21996"/></a:lnTo><a:lnTo><a:pt x="6807" y="21755"/></a:lnTo><a:lnTo><a:pt x="6718" y="21577"/></a:lnTo><a:lnTo><a:pt x="6642" y="21412"/></a:lnTo><a:lnTo><a:pt x="2768" y="21412"/></a:lnTo><a:lnTo><a:pt x="2692" y="21577"/></a:lnTo><a:lnTo><a:pt x="2603" y="21755"/></a:lnTo><a:lnTo><a:pt x="2527" y="21996"/></a:lnTo><a:lnTo><a:pt x="2438" y="22174"/></a:lnTo><a:lnTo><a:pt x="2438" y="22428"/></a:lnTo><a:lnTo><a:pt x="2438" y="22593"/></a:lnTo><a:lnTo><a:pt x="2438" y="22847"/></a:lnTo><a:lnTo><a:pt x="2438" y="23012"/></a:lnTo><a:lnTo><a:pt x="2527" y="23342"/></a:lnTo><a:lnTo><a:pt x="2692" y="23685"/></a:lnTo><a:lnTo><a:pt x="2946" y="24104"/></a:lnTo><a:lnTo><a:pt x="3276" y="24434"/></a:lnTo><a:lnTo><a:pt x="3619" y="24599"/></a:lnTo><a:lnTo><a:pt x="4038" y="24777"/></a:lnTo><a:lnTo><a:pt x="4457" y="24853"/></a:lnTo><a:lnTo><a:pt x="4876" y="24853"/></a:lnTo><a:lnTo><a:pt x="5295" y="24777"/></a:lnTo><a:lnTo><a:pt x="5715" y="24599"/></a:lnTo><a:lnTo><a:pt x="6045" y="24434"/></a:lnTo><a:lnTo><a:pt x="6388" y="24104"/></a:lnTo><a:lnTo><a:pt x="6642" y="23761"/></a:lnTo><a:lnTo><a:pt x="6807" y="23431"/></a:lnTo><a:lnTo><a:pt x="6883" y="23012"/></a:lnTo><a:lnTo><a:pt x="6972" y="22847"/></a:lnTo><a:lnTo><a:pt x="6972" y="22593"/></a:lnTo><a:lnTo><a:pt x="6972" y="22428"/></a:lnTo><a:close/></a:path></a:pathLst></a:custGeom><a:solidFill><a:srgbClr val="000000"/></a:solidFill></p:spPr><p:txBody><a:bodyPr wrap="square" lIns="0" tIns="0" rIns="0" bIns="0" rtlCol="0"/><a:lstStyle/><a:p/></p:txBody></p:sp><p:sp><p:nvSpPr><p:cNvPr id="630" name="object 630"/><p:cNvSpPr/><p:nvPr/></p:nvSpPr><p:spPr><a:xfrm><a:off x="17147197" y="12250475"/><a:ext cx="8890" cy="24765"/></a:xfrm><a:custGeom><a:avLst/><a:gdLst/><a:ahLst/><a:cxnLst/><a:rect l="l" t="t" r="r" b="b"/><a:pathLst><a:path w="8890" h="24765"><a:moveTo><a:pt x="4533" y="1930"/></a:moveTo><a:lnTo><a:pt x="4368" y="1511"/></a:lnTo><a:lnTo><a:pt x="4203" y="1092"/></a:lnTo><a:lnTo><a:pt x="3949" y="749"/></a:lnTo><a:lnTo><a:pt x="3695" y="495"/></a:lnTo><a:lnTo><a:pt x="3276" y="241"/></a:lnTo><a:lnTo><a:pt x="2933" y="76"/></a:lnTo><a:lnTo><a:pt x="2768" y="76"/></a:lnTo><a:lnTo><a:pt x="2514" y="0"/></a:lnTo><a:lnTo><a:pt x="2019" y="0"/></a:lnTo><a:lnTo><a:pt x="1676" y="76"/></a:lnTo><a:lnTo><a:pt x="1257" y="241"/></a:lnTo><a:lnTo><a:pt x="838" y="419"/></a:lnTo><a:lnTo><a:pt x="584" y="749"/></a:lnTo><a:lnTo><a:pt x="254" y="1092"/></a:lnTo><a:lnTo><a:pt x="88" y="1511"/></a:lnTo><a:lnTo><a:pt x="0" y="1930"/></a:lnTo><a:lnTo><a:pt x="0" y="2349"/></a:lnTo><a:lnTo><a:pt x="4533" y="2425"/></a:lnTo><a:lnTo><a:pt x="4533" y="1930"/></a:lnTo><a:close/></a:path><a:path w="8890" h="24765"><a:moveTo><a:pt x="8648" y="21653"/></a:moveTo><a:lnTo><a:pt x="4279" y="21653"/></a:lnTo><a:lnTo><a:pt x="8648" y="21742"/></a:lnTo><a:close/></a:path><a:path w="8890" h="24765"><a:moveTo><a:pt x="8737" y="22085"/></a:moveTo><a:lnTo><a:pt x="8648" y="21742"/></a:lnTo><a:lnTo><a:pt x="4279" y="21742"/></a:lnTo><a:lnTo><a:pt x="4203" y="22085"/></a:lnTo><a:lnTo><a:pt x="4203" y="22504"/></a:lnTo><a:lnTo><a:pt x="4279" y="22834"/></a:lnTo><a:lnTo><a:pt x="4368" y="23253"/></a:lnTo><a:lnTo><a:pt x="4622" y="23596"/></a:lnTo><a:lnTo><a:pt x="4876" y="23926"/></a:lnTo><a:lnTo><a:pt x="5207" y="24180"/></a:lnTo><a:lnTo><a:pt x="5626" y="24434"/></a:lnTo><a:lnTo><a:pt x="5969" y="24511"/></a:lnTo><a:lnTo><a:pt x="6134" y="24511"/></a:lnTo><a:lnTo><a:pt x="6388" y="24599"/></a:lnTo><a:lnTo><a:pt x="6807" y="24511"/></a:lnTo><a:lnTo><a:pt x="7226" y="24434"/></a:lnTo><a:lnTo><a:pt x="7645" y="24257"/></a:lnTo><a:lnTo><a:pt x="7975" y="24015"/></a:lnTo><a:lnTo><a:pt x="8229" y="23672"/></a:lnTo><a:lnTo><a:pt x="8483" y="23342"/></a:lnTo><a:lnTo><a:pt x="8648" y="22923"/></a:lnTo><a:lnTo><a:pt x="8737" y="22580"/></a:lnTo><a:lnTo><a:pt x="8737" y="22161"/></a:lnTo><a:close/></a:path></a:pathLst></a:custGeom><a:solidFill><a:srgbClr val="000000"/></a:solidFill></p:spPr><p:txBody><a:bodyPr wrap="square" lIns="0" tIns="0" rIns="0" bIns="0" rtlCol="0"/><a:lstStyle/><a:p/></p:txBody></p:sp><p:sp><p:nvSpPr><p:cNvPr id="631" name="object 631"/><p:cNvSpPr/><p:nvPr/></p:nvSpPr><p:spPr><a:xfrm><a:off x="17141317" y="12230815"/><a:ext cx="10795" cy="24765"/></a:xfrm><a:custGeom><a:avLst/><a:gdLst/><a:ahLst/><a:cxnLst/><a:rect l="l" t="t" r="r" b="b"/><a:pathLst><a:path w="10794" h="24765"><a:moveTo><a:pt x="4533" y="1765"/></a:moveTo><a:lnTo><a:pt x="4457" y="1600"/></a:lnTo><a:lnTo><a:pt x="4368" y="1346"/></a:lnTo><a:lnTo><a:pt x="4114" y="1016"/></a:lnTo><a:lnTo><a:pt x="4038" y="850"/></a:lnTo><a:lnTo><a:pt x="3860" y="673"/></a:lnTo><a:lnTo><a:pt x="2768" y="88"/></a:lnTo><a:lnTo><a:pt x="2527" y="88"/></a:lnTo><a:lnTo><a:pt x="2349" y="0"/></a:lnTo><a:lnTo><a:pt x="1930" y="88"/></a:lnTo><a:lnTo><a:pt x="1511" y="177"/></a:lnTo><a:lnTo><a:pt x="1181" y="342"/></a:lnTo><a:lnTo><a:pt x="1016" y="431"/></a:lnTo><a:lnTo><a:pt x="838" y="596"/></a:lnTo><a:lnTo><a:pt x="673" y="673"/></a:lnTo><a:lnTo><a:pt x="508" y="850"/></a:lnTo><a:lnTo><a:pt x="419" y="1016"/></a:lnTo><a:lnTo><a:pt x="254" y="1270"/></a:lnTo><a:lnTo><a:pt x="88" y="1600"/></a:lnTo><a:lnTo><a:pt x="88" y="1765"/></a:lnTo><a:lnTo><a:pt x="0" y="2019"/></a:lnTo><a:lnTo><a:pt x="0" y="2184"/></a:lnTo><a:lnTo><a:pt x="0" y="2438"/></a:lnTo><a:lnTo><a:pt x="0" y="2603"/></a:lnTo><a:lnTo><a:pt x="88" y="2857"/></a:lnTo><a:lnTo><a:pt x="165" y="3022"/></a:lnTo><a:lnTo><a:pt x="254" y="3276"/></a:lnTo><a:lnTo><a:pt x="4368" y="3276"/></a:lnTo><a:lnTo><a:pt x="4457" y="3022"/></a:lnTo><a:lnTo><a:pt x="4457" y="2857"/></a:lnTo><a:lnTo><a:pt x="4533" y="2603"/></a:lnTo><a:lnTo><a:pt x="4533" y="2438"/></a:lnTo><a:lnTo><a:pt x="4533" y="2184"/></a:lnTo><a:lnTo><a:pt x="4533" y="2019"/></a:lnTo><a:lnTo><a:pt x="4533" y="1765"/></a:lnTo><a:close/></a:path><a:path w="10794" h="24765"><a:moveTo><a:pt x="10414" y="22085"/></a:moveTo><a:lnTo><a:pt x="5880" y="22085"/></a:lnTo><a:lnTo><a:pt x="5880" y="22428"/></a:lnTo><a:lnTo><a:pt x="6045" y="22847"/></a:lnTo><a:lnTo><a:pt x="6210" y="23177"/></a:lnTo><a:lnTo><a:pt x="6464" y="23520"/></a:lnTo><a:lnTo><a:pt x="6642" y="23596"/></a:lnTo><a:lnTo><a:pt x="6807" y="23774"/></a:lnTo><a:lnTo><a:pt x="6972" y="23850"/></a:lnTo><a:lnTo><a:pt x="7226" y="24015"/></a:lnTo><a:lnTo><a:pt x="7391" y="24104"/></a:lnTo><a:lnTo><a:pt x="7645" y="24104"/></a:lnTo><a:lnTo><a:pt x="7810" y="24193"/></a:lnTo><a:lnTo><a:pt x="8394" y="24193"/></a:lnTo><a:lnTo><a:pt x="8648" y="24104"/></a:lnTo><a:lnTo><a:pt x="8813" y="24104"/></a:lnTo><a:lnTo><a:pt x="9067" y="24015"/></a:lnTo><a:lnTo><a:pt x="9245" y="23850"/></a:lnTo><a:lnTo><a:pt x="9410" y="23774"/></a:lnTo><a:lnTo><a:pt x="9664" y="23596"/></a:lnTo><a:lnTo><a:pt x="9906" y="23266"/></a:lnTo><a:lnTo><a:pt x="10160" y="22923"/></a:lnTo><a:lnTo><a:pt x="10325" y="22504"/></a:lnTo><a:lnTo><a:pt x="10414" y="22085"/></a:lnTo><a:close/></a:path><a:path w="10794" h="24765"><a:moveTo><a:pt x="10414" y="22009"/></a:moveTo><a:lnTo><a:pt x="5880" y="22009"/></a:lnTo><a:lnTo><a:pt x="10414" y="22085"/></a:lnTo><a:close/></a:path></a:pathLst></a:custGeom><a:solidFill><a:srgbClr val="000000"/></a:solidFill></p:spPr><p:txBody><a:bodyPr wrap="square" lIns="0" tIns="0" rIns="0" bIns="0" rtlCol="0"/><a:lstStyle/><a:p/></p:txBody></p:sp><p:sp><p:nvSpPr><p:cNvPr id="632" name="object 632"/><p:cNvSpPr/><p:nvPr/></p:nvSpPr><p:spPr><a:xfrm><a:off x="17133926" y="12211765"/><a:ext cx="12065" cy="24130"/></a:xfrm><a:custGeom><a:avLst/><a:gdLst/><a:ahLst/><a:cxnLst/><a:rect l="l" t="t" r="r" b="b"/><a:pathLst><a:path w="12065" h="24129"><a:moveTo><a:pt x="4533" y="2171"/></a:moveTo><a:lnTo><a:pt x="4457" y="1841"/></a:lnTo><a:lnTo><a:pt x="4292" y="1422"/></a:lnTo><a:lnTo><a:pt x="4114" y="1003"/></a:lnTo><a:lnTo><a:pt x="3860" y="660"/></a:lnTo><a:lnTo><a:pt x="3530" y="419"/></a:lnTo><a:lnTo><a:pt x="3111" y="241"/></a:lnTo><a:lnTo><a:pt x="2692" y="76"/></a:lnTo><a:lnTo><a:pt x="2184" y="0"/></a:lnTo><a:lnTo><a:pt x="1930" y="76"/></a:lnTo><a:lnTo><a:pt x="1765" y="76"/></a:lnTo><a:lnTo><a:pt x="1435" y="165"/></a:lnTo><a:lnTo><a:pt x="1016" y="419"/></a:lnTo><a:lnTo><a:pt x="673" y="660"/></a:lnTo><a:lnTo><a:pt x="342" y="1003"/></a:lnTo><a:lnTo><a:pt x="177" y="1422"/></a:lnTo><a:lnTo><a:pt x="0" y="1752"/></a:lnTo><a:lnTo><a:pt x="0" y="2679"/></a:lnTo><a:lnTo><a:pt x="88" y="3022"/></a:lnTo><a:lnTo><a:pt x="254" y="3441"/></a:lnTo><a:lnTo><a:pt x="508" y="3771"/></a:lnTo><a:lnTo><a:pt x="3860" y="3860"/></a:lnTo><a:lnTo><a:pt x="4203" y="3517"/></a:lnTo><a:lnTo><a:pt x="4368" y="3098"/></a:lnTo><a:lnTo><a:pt x="4457" y="2679"/></a:lnTo><a:lnTo><a:pt x="4533" y="2260"/></a:lnTo><a:close/></a:path><a:path w="12065" h="24129"><a:moveTo><a:pt x="11760" y="22326"/></a:moveTo><a:lnTo><a:pt x="7645" y="22326"/></a:lnTo><a:lnTo><a:pt x="7734" y="22504"/></a:lnTo><a:lnTo><a:pt x="7810" y="22669"/></a:lnTo><a:lnTo><a:pt x="7899" y="22834"/></a:lnTo><a:lnTo><a:pt x="8064" y="22999"/></a:lnTo><a:lnTo><a:pt x="8229" y="23088"/></a:lnTo><a:lnTo><a:pt x="8407" y="23253"/></a:lnTo><a:lnTo><a:pt x="8572" y="23342"/></a:lnTo><a:lnTo><a:pt x="8737" y="23418"/></a:lnTo><a:lnTo><a:pt x="8991" y="23507"/></a:lnTo><a:lnTo><a:pt x="9156" y="23583"/></a:lnTo><a:lnTo><a:pt x="9410" y="23583"/></a:lnTo><a:lnTo><a:pt x="9575" y="23672"/></a:lnTo><a:lnTo><a:pt x="9994" y="23583"/></a:lnTo><a:lnTo><a:pt x="10160" y="23583"/></a:lnTo><a:lnTo><a:pt x="10414" y="23507"/></a:lnTo><a:lnTo><a:pt x="10579" y="23418"/></a:lnTo><a:lnTo><a:pt x="10833" y="23342"/></a:lnTo><a:lnTo><a:pt x="11176" y="23088"/></a:lnTo><a:lnTo><a:pt x="11430" y="22834"/></a:lnTo><a:lnTo><a:pt x="11506" y="22669"/></a:lnTo><a:lnTo><a:pt x="11671" y="22504"/></a:lnTo><a:lnTo><a:pt x="11760" y="22326"/></a:lnTo><a:close/></a:path><a:path w="12065" h="24129"><a:moveTo><a:pt x="11849" y="22072"/></a:moveTo><a:lnTo><a:pt x="7556" y="22072"/></a:lnTo><a:lnTo><a:pt x="11760" y="22326"/></a:lnTo><a:lnTo><a:pt x="11849" y="22072"/></a:lnTo><a:close/></a:path></a:pathLst></a:custGeom><a:solidFill><a:srgbClr val="000000"/></a:solidFill></p:spPr><p:txBody><a:bodyPr wrap="square" lIns="0" tIns="0" rIns="0" bIns="0" rtlCol="0"/><a:lstStyle/><a:p/></p:txBody></p:sp><p:sp><p:nvSpPr><p:cNvPr id="633" name="object 633"/><p:cNvSpPr/><p:nvPr/></p:nvSpPr><p:spPr><a:xfrm><a:off x="17124947" y="12193452"/><a:ext cx="13335" cy="23495"/></a:xfrm><a:custGeom><a:avLst/><a:gdLst/><a:ahLst/><a:cxnLst/><a:rect l="l" t="t" r="r" b="b"/><a:pathLst><a:path w="13334" h="23495"><a:moveTo><a:pt x="4533" y="2019"/></a:moveTo><a:lnTo><a:pt x="4445" y="1600"/></a:lnTo><a:lnTo><a:pt x="4191" y="1181"/></a:lnTo><a:lnTo><a:pt x="3949" y="762"/></a:lnTo><a:lnTo><a:pt x="3695" y="508"/></a:lnTo><a:lnTo><a:pt x="3352" y="254"/></a:lnTo><a:lnTo><a:pt x="2933" y="88"/></a:lnTo><a:lnTo><a:pt x="2438" y="0"/></a:lnTo><a:lnTo><a:pt x="2019" y="0"/></a:lnTo><a:lnTo><a:pt x="1587" y="88"/></a:lnTo><a:lnTo><a:pt x="1168" y="254"/></a:lnTo><a:lnTo><a:pt x="838" y="508"/></a:lnTo><a:lnTo><a:pt x="495" y="762"/></a:lnTo><a:lnTo><a:pt x="254" y="1092"/></a:lnTo><a:lnTo><a:pt x="76" y="1511"/></a:lnTo><a:lnTo><a:pt x="0" y="1930"/></a:lnTo><a:lnTo><a:pt x="0" y="2349"/></a:lnTo><a:lnTo><a:pt x="0" y="2768"/></a:lnTo><a:lnTo><a:pt x="165" y="3111"/></a:lnTo><a:lnTo><a:pt x="254" y="3276"/></a:lnTo><a:lnTo><a:pt x="330" y="3530"/></a:lnTo><a:lnTo><a:pt x="495" y="3695"/></a:lnTo><a:lnTo><a:pt x="584" y="3860"/></a:lnTo><a:lnTo><a:pt x="749" y="3949"/></a:lnTo><a:lnTo><a:pt x="927" y="4114"/></a:lnTo><a:lnTo><a:pt x="1168" y="4203"/></a:lnTo><a:lnTo><a:pt x="3187" y="4279"/></a:lnTo><a:lnTo><a:pt x="3352" y="4203"/></a:lnTo><a:lnTo><a:pt x="3530" y="4114"/></a:lnTo><a:lnTo><a:pt x="3695" y="3949"/></a:lnTo><a:lnTo><a:pt x="3860" y="3860"/></a:lnTo><a:lnTo><a:pt x="4025" y="3695"/></a:lnTo><a:lnTo><a:pt x="4114" y="3530"/></a:lnTo><a:lnTo><a:pt x="4279" y="3276"/></a:lnTo><a:lnTo><a:pt x="4279" y="3111"/></a:lnTo><a:lnTo><a:pt x="4445" y="2857"/></a:lnTo><a:lnTo><a:pt x="4533" y="2438"/></a:lnTo><a:lnTo><a:pt x="4533" y="2019"/></a:lnTo><a:close/></a:path><a:path w="13334" h="23495"><a:moveTo><a:pt x="12839" y="22174"/></a:moveTo><a:lnTo><a:pt x="9575" y="22174"/></a:lnTo><a:lnTo><a:pt x="9740" y="22339"/></a:lnTo><a:lnTo><a:pt x="9906" y="22504"/></a:lnTo><a:lnTo><a:pt x="10071" y="22593"/></a:lnTo><a:lnTo><a:pt x="10325" y="22669"/></a:lnTo><a:lnTo><a:pt x="10490" y="22758"/></a:lnTo><a:lnTo><a:pt x="10744" y="22847"/></a:lnTo><a:lnTo><a:pt x="10909" y="22847"/></a:lnTo><a:lnTo><a:pt x="11328" y="22923"/></a:lnTo><a:lnTo><a:pt x="11506" y="22847"/></a:lnTo><a:lnTo><a:pt x="11760" y="22847"/></a:lnTo><a:lnTo><a:pt x="11925" y="22758"/></a:lnTo><a:lnTo><a:pt x="12179" y="22669"/></a:lnTo><a:lnTo><a:pt x="12344" y="22593"/></a:lnTo><a:lnTo><a:pt x="12509" y="22504"/></a:lnTo><a:lnTo><a:pt x="12674" y="22339"/></a:lnTo><a:lnTo><a:pt x="12839" y="22174"/></a:lnTo><a:close/></a:path><a:path w="13334" h="23495"><a:moveTo><a:pt x="12928" y="22085"/></a:moveTo><a:lnTo><a:pt x="9486" y="22085"/></a:lnTo><a:lnTo><a:pt x="12839" y="22174"/></a:lnTo><a:close/></a:path></a:pathLst></a:custGeom><a:solidFill><a:srgbClr val="000000"/></a:solidFill></p:spPr><p:txBody><a:bodyPr wrap="square" lIns="0" tIns="0" rIns="0" bIns="0" rtlCol="0"/><a:lstStyle/><a:p/></p:txBody></p:sp><p:sp><p:nvSpPr><p:cNvPr id="634" name="object 634"/><p:cNvSpPr/><p:nvPr/></p:nvSpPr><p:spPr><a:xfrm><a:off x="17114444" y="12175824"/><a:ext cx="13970" cy="22225"/></a:xfrm><a:custGeom><a:avLst/><a:gdLst/><a:ahLst/><a:cxnLst/><a:rect l="l" t="t" r="r" b="b"/><a:pathLst><a:path w="13969" h="22225"><a:moveTo><a:pt x="4533" y="2006"/></a:moveTo><a:lnTo><a:pt x="4457" y="1765"/></a:lnTo><a:lnTo><a:pt x="4457" y="1587"/></a:lnTo><a:lnTo><a:pt x="4292" y="1346"/></a:lnTo><a:lnTo><a:pt x="4114" y="1003"/></a:lnTo><a:lnTo><a:pt x="4038" y="838"/></a:lnTo><a:lnTo><a:pt x="3860" y="673"/></a:lnTo><a:lnTo><a:pt x="3530" y="419"/></a:lnTo><a:lnTo><a:pt x="3111" y="165"/></a:lnTo><a:lnTo><a:pt x="2692" y="76"/></a:lnTo><a:lnTo><a:pt x="2184" y="0"/></a:lnTo><a:lnTo><a:pt x="1930" y="76"/></a:lnTo><a:lnTo><a:pt x="1765" y="76"/></a:lnTo><a:lnTo><a:pt x="1511" y="165"/></a:lnTo><a:lnTo><a:pt x="1346" y="165"/></a:lnTo><a:lnTo><a:pt x="1092" y="330"/></a:lnTo><a:lnTo><a:pt x="762" y="584"/></a:lnTo><a:lnTo><a:pt x="508" y="838"/></a:lnTo><a:lnTo><a:pt x="419" y="1003"/></a:lnTo><a:lnTo><a:pt x="254" y="1257"/></a:lnTo><a:lnTo><a:pt x="88" y="1587"/></a:lnTo><a:lnTo><a:pt x="88" y="1765"/></a:lnTo><a:lnTo><a:pt x="0" y="2006"/></a:lnTo><a:lnTo><a:pt x="0" y="2184"/></a:lnTo><a:lnTo><a:pt x="0" y="2425"/></a:lnTo><a:lnTo><a:pt x="0" y="2603"/></a:lnTo><a:lnTo><a:pt x="88" y="2857"/></a:lnTo><a:lnTo><a:pt x="177" y="3276"/></a:lnTo><a:lnTo><a:pt x="419" y="3606"/></a:lnTo><a:lnTo><a:pt x="673" y="3937"/></a:lnTo><a:lnTo><a:pt x="1016" y="4191"/></a:lnTo><a:lnTo><a:pt x="1435" y="4368"/></a:lnTo><a:lnTo><a:pt x="1854" y="4533"/></a:lnTo><a:lnTo><a:pt x="2527" y="4533"/></a:lnTo><a:lnTo><a:pt x="2768" y="4533"/></a:lnTo><a:lnTo><a:pt x="3022" y="4445"/></a:lnTo><a:lnTo><a:pt x="3365" y="4279"/></a:lnTo><a:lnTo><a:pt x="3530" y="4191"/></a:lnTo><a:lnTo><a:pt x="3695" y="4025"/></a:lnTo><a:lnTo><a:pt x="3860" y="3937"/></a:lnTo><a:lnTo><a:pt x="4038" y="3695"/></a:lnTo><a:lnTo><a:pt x="4292" y="3352"/></a:lnTo><a:lnTo><a:pt x="4457" y="2933"/></a:lnTo><a:lnTo><a:pt x="4533" y="2603"/></a:lnTo><a:lnTo><a:pt x="4533" y="2425"/></a:lnTo><a:lnTo><a:pt x="4533" y="2184"/></a:lnTo><a:lnTo><a:pt x="4533" y="2006"/></a:lnTo><a:close/></a:path><a:path w="13969" h="22225"><a:moveTo><a:pt x="13690" y="21907"/></a:moveTo><a:lnTo><a:pt x="11760" y="21907"/></a:lnTo><a:lnTo><a:pt x="12090" y="21996"/></a:lnTo><a:lnTo><a:pt x="12522" y="22161"/></a:lnTo><a:lnTo><a:pt x="13017" y="22161"/></a:lnTo><a:lnTo><a:pt x="13271" y="22085"/></a:lnTo><a:lnTo><a:pt x="13436" y="21996"/></a:lnTo><a:lnTo><a:pt x="13690" y="21907"/></a:lnTo><a:close/></a:path><a:path w="13969" h="22225"><a:moveTo><a:pt x="13855" y="21831"/></a:moveTo><a:lnTo><a:pt x="11671" y="21831"/></a:lnTo><a:lnTo><a:pt x="13690" y="21907"/></a:lnTo><a:lnTo><a:pt x="13855" y="21831"/></a:lnTo><a:close/></a:path></a:pathLst></a:custGeom><a:solidFill><a:srgbClr val="000000"/></a:solidFill></p:spPr><p:txBody><a:bodyPr wrap="square" lIns="0" tIns="0" rIns="0" bIns="0" rtlCol="0"/><a:lstStyle/><a:p/></p:txBody></p:sp><p:sp><p:nvSpPr><p:cNvPr id="635" name="object 635"/><p:cNvSpPr/><p:nvPr/></p:nvSpPr><p:spPr><a:xfrm><a:off x="17090771" y="12143579"/><a:ext cx="16510" cy="20320"/></a:xfrm><a:custGeom><a:avLst/><a:gdLst/><a:ahLst/><a:cxnLst/><a:rect l="l" t="t" r="r" b="b"/><a:pathLst><a:path w="16509" h="20320"><a:moveTo><a:pt x="1587" y="165"/></a:moveTo><a:lnTo><a:pt x="1333" y="76"/></a:lnTo><a:lnTo><a:pt x="1092" y="0"/></a:lnTo><a:lnTo><a:pt x="495" y="0"/></a:lnTo><a:lnTo><a:pt x="330" y="76"/></a:lnTo><a:lnTo><a:pt x="0" y="165"/></a:lnTo><a:lnTo><a:pt x="1587" y="165"/></a:lnTo><a:close/></a:path><a:path w="16509" h="20320"><a:moveTo><a:pt x="16281" y="17462"/></a:moveTo><a:lnTo><a:pt x="16205" y="17297"/></a:lnTo><a:lnTo><a:pt x="16205" y="17132"/></a:lnTo><a:lnTo><a:pt x="16116" y="16878"/></a:lnTo><a:lnTo><a:pt x="15951" y="16713"/></a:lnTo><a:lnTo><a:pt x="15862" y="16459"/></a:lnTo><a:lnTo><a:pt x="15697" y="16370"/></a:lnTo><a:lnTo><a:pt x="15532" y="16116"/></a:lnTo><a:lnTo><a:pt x="15189" y="15862"/></a:lnTo><a:lnTo><a:pt x="15024" y="15862"/></a:lnTo><a:lnTo><a:pt x="14770" y="15697"/></a:lnTo><a:lnTo><a:pt x="14605" y="15697"/></a:lnTo><a:lnTo><a:pt x="14351" y="15621"/></a:lnTo><a:lnTo><a:pt x="13855" y="15621"/></a:lnTo><a:lnTo><a:pt x="13436" y="15697"/></a:lnTo><a:lnTo><a:pt x="13017" y="15862"/></a:lnTo><a:lnTo><a:pt x="12674" y="16116"/></a:lnTo><a:lnTo><a:pt x="12344" y="16370"/></a:lnTo><a:lnTo><a:pt x="12090" y="16713"/></a:lnTo><a:lnTo><a:pt x="12001" y="16878"/></a:lnTo><a:lnTo><a:pt x="11925" y="17132"/></a:lnTo><a:lnTo><a:pt x="11836" y="17297"/></a:lnTo><a:lnTo><a:pt x="11836" y="17462"/></a:lnTo><a:lnTo><a:pt x="11747" y="17716"/></a:lnTo><a:lnTo><a:pt x="11747" y="17881"/></a:lnTo><a:lnTo><a:pt x="11836" y="18135"/></a:lnTo><a:lnTo><a:pt x="11836" y="18300"/></a:lnTo><a:lnTo><a:pt x="11925" y="18643"/></a:lnTo><a:lnTo><a:pt x="12090" y="18973"/></a:lnTo><a:lnTo><a:pt x="12166" y="19138"/></a:lnTo><a:lnTo><a:pt x="12344" y="19392"/></a:lnTo><a:lnTo><a:pt x="12674" y="19646"/></a:lnTo><a:lnTo><a:pt x="13017" y="19900"/></a:lnTo><a:lnTo><a:pt x="13436" y="20066"/></a:lnTo><a:lnTo><a:pt x="13855" y="20154"/></a:lnTo><a:lnTo><a:pt x="14274" y="20154"/></a:lnTo><a:lnTo><a:pt x="14605" y="20066"/></a:lnTo><a:lnTo><a:pt x="15024" y="19900"/></a:lnTo><a:lnTo><a:pt x="15367" y="19735"/></a:lnTo><a:lnTo><a:pt x="15697" y="19481"/></a:lnTo><a:lnTo><a:pt x="15951" y="19138"/></a:lnTo><a:lnTo><a:pt x="16040" y="18973"/></a:lnTo><a:lnTo><a:pt x="16116" y="18719"/></a:lnTo><a:lnTo><a:pt x="16281" y="18300"/></a:lnTo><a:lnTo><a:pt x="16281" y="18135"/></a:lnTo><a:lnTo><a:pt x="16281" y="17881"/></a:lnTo><a:lnTo><a:pt x="16281" y="17716"/></a:lnTo><a:lnTo><a:pt x="16281" y="17462"/></a:lnTo><a:close/></a:path></a:pathLst></a:custGeom><a:solidFill><a:srgbClr val="000000"/></a:solidFill></p:spPr><p:txBody><a:bodyPr wrap="square" lIns="0" tIns="0" rIns="0" bIns="0" rtlCol="0"/><a:lstStyle/><a:p/></p:txBody></p:sp><p:sp><p:nvSpPr><p:cNvPr id="636" name="object 636"/><p:cNvSpPr/><p:nvPr/></p:nvSpPr><p:spPr><a:xfrm><a:off x="17075481" y="12129139"/><a:ext cx="18415" cy="19050"/></a:xfrm><a:custGeom><a:avLst/><a:gdLst/><a:ahLst/><a:cxnLst/><a:rect l="l" t="t" r="r" b="b"/><a:pathLst><a:path w="18415" h="19050"><a:moveTo><a:pt x="3365" y="660"/></a:moveTo><a:lnTo><a:pt x="3022" y="419"/></a:lnTo><a:lnTo><a:pt x="2692" y="241"/></a:lnTo><a:lnTo><a:pt x="2273" y="76"/></a:lnTo><a:lnTo><a:pt x="1854" y="0"/></a:lnTo><a:lnTo><a:pt x="1435" y="0"/></a:lnTo><a:lnTo><a:pt x="1016" y="76"/></a:lnTo><a:lnTo><a:pt x="673" y="165"/></a:lnTo><a:lnTo><a:pt x="254" y="419"/></a:lnTo><a:lnTo><a:pt x="0" y="660"/></a:lnTo><a:lnTo><a:pt x="3365" y="660"/></a:lnTo><a:close/></a:path><a:path w="18415" h="19050"><a:moveTo><a:pt x="18389" y="16370"/></a:moveTo><a:lnTo><a:pt x="18313" y="16116"/></a:lnTo><a:lnTo><a:pt x="18224" y="15951"/></a:lnTo><a:lnTo><a:pt x="18135" y="15697"/></a:lnTo><a:lnTo><a:pt x="18059" y="15532"/></a:lnTo><a:lnTo><a:pt x="17894" y="15367"/></a:lnTo><a:lnTo><a:pt x="17805" y="15189"/></a:lnTo><a:lnTo><a:pt x="17640" y="15024"/></a:lnTo><a:lnTo><a:pt x="17475" y="14859"/></a:lnTo><a:lnTo><a:pt x="17297" y="14770"/></a:lnTo><a:lnTo><a:pt x="17056" y="14605"/></a:lnTo><a:lnTo><a:pt x="15201" y="14605"/></a:lnTo><a:lnTo><a:pt x="14947" y="14770"/></a:lnTo><a:lnTo><a:pt x="14782" y="14859"/></a:lnTo><a:lnTo><a:pt x="14528" y="15024"/></a:lnTo><a:lnTo><a:pt x="14452" y="15189"/></a:lnTo><a:lnTo><a:pt x="14274" y="15367"/></a:lnTo><a:lnTo><a:pt x="14198" y="15532"/></a:lnTo><a:lnTo><a:pt x="14109" y="15697"/></a:lnTo><a:lnTo><a:pt x="14020" y="15951"/></a:lnTo><a:lnTo><a:pt x="13944" y="16116"/></a:lnTo><a:lnTo><a:pt x="13855" y="16370"/></a:lnTo><a:lnTo><a:pt x="13855" y="16535"/></a:lnTo><a:lnTo><a:pt x="13855" y="16789"/></a:lnTo><a:lnTo><a:pt x="13855" y="16954"/></a:lnTo><a:lnTo><a:pt x="13944" y="17208"/></a:lnTo><a:lnTo><a:pt x="13944" y="17373"/></a:lnTo><a:lnTo><a:pt x="14020" y="17627"/></a:lnTo><a:lnTo><a:pt x="14274" y="18046"/></a:lnTo><a:lnTo><a:pt x="14528" y="18389"/></a:lnTo><a:lnTo><a:pt x="14871" y="18630"/></a:lnTo><a:lnTo><a:pt x="15290" y="18808"/></a:lnTo><a:lnTo><a:pt x="15709" y="18973"/></a:lnTo><a:lnTo><a:pt x="16459" y="18973"/></a:lnTo><a:lnTo><a:pt x="16878" y="18808"/></a:lnTo><a:lnTo><a:pt x="17297" y="18630"/></a:lnTo><a:lnTo><a:pt x="17640" y="18389"/></a:lnTo><a:lnTo><a:pt x="17894" y="18135"/></a:lnTo><a:lnTo><a:pt x="18135" y="17716"/></a:lnTo><a:lnTo><a:pt x="18313" y="17373"/></a:lnTo><a:lnTo><a:pt x="18313" y="17208"/></a:lnTo><a:lnTo><a:pt x="18389" y="16954"/></a:lnTo><a:lnTo><a:pt x="18389" y="16789"/></a:lnTo><a:lnTo><a:pt x="18389" y="16535"/></a:lnTo><a:lnTo><a:pt x="18389" y="16370"/></a:lnTo><a:close/></a:path></a:pathLst></a:custGeom><a:solidFill><a:srgbClr val="000000"/></a:solidFill></p:spPr><p:txBody><a:bodyPr wrap="square" lIns="0" tIns="0" rIns="0" bIns="0" rtlCol="0"/><a:lstStyle/><a:p/></p:txBody></p:sp><p:sp><p:nvSpPr><p:cNvPr id="637" name="object 637"/><p:cNvSpPr/><p:nvPr/></p:nvSpPr><p:spPr><a:xfrm><a:off x="17059441" y="12115867"/><a:ext cx="20320" cy="18415"/></a:xfrm><a:custGeom><a:avLst/><a:gdLst/><a:ahLst/><a:cxnLst/><a:rect l="l" t="t" r="r" b="b"/><a:pathLst><a:path w="20319" h="18415"><a:moveTo><a:pt x="4114" y="1257"/></a:moveTo><a:lnTo><a:pt x="3860" y="927"/></a:lnTo><a:lnTo><a:pt x="3619" y="673"/></a:lnTo><a:lnTo><a:pt x="3276" y="330"/></a:lnTo><a:lnTo><a:pt x="2946" y="165"/></a:lnTo><a:lnTo><a:pt x="2527" y="88"/></a:lnTo><a:lnTo><a:pt x="2108" y="0"/></a:lnTo><a:lnTo><a:pt x="1689" y="88"/></a:lnTo><a:lnTo><a:pt x="1257" y="165"/></a:lnTo><a:lnTo><a:pt x="927" y="330"/></a:lnTo><a:lnTo><a:pt x="596" y="584"/></a:lnTo><a:lnTo><a:pt x="254" y="927"/></a:lnTo><a:lnTo><a:pt x="0" y="1257"/></a:lnTo><a:lnTo><a:pt x="4114" y="1346"/></a:lnTo><a:close/></a:path><a:path w="20319" h="18415"><a:moveTo><a:pt x="19405" y="13931"/></a:moveTo><a:lnTo><a:pt x="19062" y="13690"/></a:lnTo><a:lnTo><a:pt x="16294" y="13690"/></a:lnTo><a:lnTo><a:pt x="19405" y="13931"/></a:lnTo><a:close/></a:path><a:path w="20319" h="18415"><a:moveTo><a:pt x="19989" y="15532"/></a:moveTo><a:lnTo><a:pt x="19900" y="15201"/></a:lnTo><a:lnTo><a:pt x="19824" y="14782"/></a:lnTo><a:lnTo><a:pt x="19659" y="14363"/></a:lnTo><a:lnTo><a:pt x="19405" y="14020"/></a:lnTo><a:lnTo><a:pt x="16040" y="13931"/></a:lnTo><a:lnTo><a:pt x="15709" y="14363"/></a:lnTo><a:lnTo><a:pt x="15544" y="14693"/></a:lnTo><a:lnTo><a:pt x="15455" y="15113"/></a:lnTo><a:lnTo><a:pt x="15455" y="15532"/></a:lnTo><a:lnTo><a:pt x="15455" y="15951"/></a:lnTo><a:lnTo><a:pt x="15544" y="16370"/></a:lnTo><a:lnTo><a:pt x="15786" y="16713"/></a:lnTo><a:lnTo><a:pt x="15875" y="16878"/></a:lnTo><a:lnTo><a:pt x="16040" y="17043"/></a:lnTo><a:lnTo><a:pt x="16129" y="17208"/></a:lnTo><a:lnTo><a:pt x="16383" y="17386"/></a:lnTo><a:lnTo><a:pt x="16713" y="17551"/></a:lnTo><a:lnTo><a:pt x="16878" y="17627"/></a:lnTo><a:lnTo><a:pt x="17221" y="17716"/></a:lnTo><a:lnTo><a:pt x="17970" y="17805"/></a:lnTo><a:lnTo><a:pt x="18224" y="17716"/></a:lnTo><a:lnTo><a:pt x="18389" y="17627"/></a:lnTo><a:lnTo><a:pt x="18643" y="17551"/></a:lnTo><a:lnTo><a:pt x="18808" y="17462"/></a:lnTo><a:lnTo><a:pt x="19062" y="17386"/></a:lnTo><a:lnTo><a:pt x="19227" y="17208"/></a:lnTo><a:lnTo><a:pt x="19405" y="17043"/></a:lnTo><a:lnTo><a:pt x="19481" y="16878"/></a:lnTo><a:lnTo><a:pt x="19659" y="16713"/></a:lnTo><a:lnTo><a:pt x="19735" y="16459"/></a:lnTo><a:lnTo><a:pt x="19900" y="16040"/></a:lnTo><a:lnTo><a:pt x="19989" y="15621"/></a:lnTo><a:close/></a:path></a:pathLst></a:custGeom><a:solidFill><a:srgbClr val="000000"/></a:solidFill></p:spPr><p:txBody><a:bodyPr wrap="square" lIns="0" tIns="0" rIns="0" bIns="0" rtlCol="0"/><a:lstStyle/><a:p/></p:txBody></p:sp><p:sp><p:nvSpPr><p:cNvPr id="638" name="object 638"/><p:cNvSpPr/><p:nvPr/></p:nvSpPr><p:spPr><a:xfrm><a:off x="17042562" y="12104031"/><a:ext cx="21590" cy="16510"/></a:xfrm><a:custGeom><a:avLst/><a:gdLst/><a:ahLst/><a:cxnLst/><a:rect l="l" t="t" r="r" b="b"/><a:pathLst><a:path w="21590" h="16509"><a:moveTo><a:pt x="4533" y="1765"/></a:moveTo><a:lnTo><a:pt x="4457" y="1511"/></a:lnTo><a:lnTo><a:pt x="4368" y="1333"/></a:lnTo><a:lnTo><a:pt x="4279" y="1092"/></a:lnTo><a:lnTo><a:pt x="4038" y="749"/></a:lnTo><a:lnTo><a:pt x="3695" y="419"/></a:lnTo><a:lnTo><a:pt x="3365" y="254"/></a:lnTo><a:lnTo><a:pt x="2946" y="76"/></a:lnTo><a:lnTo><a:pt x="2527" y="0"/></a:lnTo><a:lnTo><a:pt x="2108" y="0"/></a:lnTo><a:lnTo><a:pt x="1765" y="76"/></a:lnTo><a:lnTo><a:pt x="1346" y="165"/></a:lnTo><a:lnTo><a:pt x="927" y="419"/></a:lnTo><a:lnTo><a:pt x="673" y="673"/></a:lnTo><a:lnTo><a:pt x="419" y="1003"/></a:lnTo><a:lnTo><a:pt x="165" y="1333"/></a:lnTo><a:lnTo><a:pt x="165" y="1511"/></a:lnTo><a:lnTo><a:pt x="88" y="1765"/></a:lnTo><a:lnTo><a:pt x="0" y="2184"/></a:lnTo><a:lnTo><a:pt x="4533" y="2184"/></a:lnTo><a:lnTo><a:pt x="4533" y="1841"/></a:lnTo><a:close/></a:path><a:path w="21590" h="16509"><a:moveTo><a:pt x="20993" y="13093"/></a:moveTo><a:lnTo><a:pt x="16878" y="13093"/></a:lnTo><a:lnTo><a:pt x="20993" y="13182"/></a:lnTo><a:close/></a:path><a:path w="21590" h="16509"><a:moveTo><a:pt x="21247" y="13931"/></a:moveTo><a:lnTo><a:pt x="21170" y="13512"/></a:lnTo><a:lnTo><a:pt x="20993" y="13182"/></a:lnTo><a:lnTo><a:pt x="16878" y="13182"/></a:lnTo><a:lnTo><a:pt x="16713" y="13512"/></a:lnTo><a:lnTo><a:pt x="16713" y="13931"/></a:lnTo><a:lnTo><a:pt x="16713" y="14351"/></a:lnTo><a:lnTo><a:pt x="16802" y="14770"/></a:lnTo><a:lnTo><a:pt x="16967" y="15189"/></a:lnTo><a:lnTo><a:pt x="17132" y="15532"/></a:lnTo><a:lnTo><a:pt x="17475" y="15862"/></a:lnTo><a:lnTo><a:pt x="17805" y="16116"/></a:lnTo><a:lnTo><a:pt x="17970" y="16205"/></a:lnTo><a:lnTo><a:pt x="18224" y="16281"/></a:lnTo><a:lnTo><a:pt x="18732" y="16370"/></a:lnTo><a:lnTo><a:pt x="19227" y="16370"/></a:lnTo><a:lnTo><a:pt x="19481" y="16281"/></a:lnTo><a:lnTo><a:pt x="19659" y="16281"/></a:lnTo><a:lnTo><a:pt x="19900" y="16205"/></a:lnTo><a:lnTo><a:pt x="20078" y="16116"/></a:lnTo><a:lnTo><a:pt x="20320" y="15951"/></a:lnTo><a:lnTo><a:pt x="20662" y="15608"/></a:lnTo><a:lnTo><a:pt x="20916" y="15278"/></a:lnTo><a:lnTo><a:pt x="21082" y="14859"/></a:lnTo><a:lnTo><a:pt x="21170" y="14439"/></a:lnTo><a:lnTo><a:pt x="21247" y="13931"/></a:lnTo><a:close/></a:path></a:pathLst></a:custGeom><a:solidFill><a:srgbClr val="000000"/></a:solidFill></p:spPr><p:txBody><a:bodyPr wrap="square" lIns="0" tIns="0" rIns="0" bIns="0" rtlCol="0"/><a:lstStyle/><a:p/></p:txBody></p:sp><p:sp><p:nvSpPr><p:cNvPr id="639" name="object 639"/><p:cNvSpPr/><p:nvPr/></p:nvSpPr><p:spPr><a:xfrm><a:off x="17025011" y="12093528"/><a:ext cx="22225" cy="15240"/></a:xfrm><a:custGeom><a:avLst/><a:gdLst/><a:ahLst/><a:cxnLst/><a:rect l="l" t="t" r="r" b="b"/><a:pathLst><a:path w="22225" h="15240"><a:moveTo><a:pt x="4533" y="2019"/></a:moveTo><a:lnTo><a:pt x="4457" y="1676"/></a:lnTo><a:lnTo><a:pt x="4368" y="1346"/></a:lnTo><a:lnTo><a:pt x="4292" y="1181"/></a:lnTo><a:lnTo><a:pt x="4114" y="927"/></a:lnTo><a:lnTo><a:pt x="3860" y="673"/></a:lnTo><a:lnTo><a:pt x="3695" y="508"/></a:lnTo><a:lnTo><a:pt x="3530" y="342"/></a:lnTo><a:lnTo><a:pt x="3365" y="342"/></a:lnTo><a:lnTo><a:pt x="3200" y="165"/></a:lnTo><a:lnTo><a:pt x="3022" y="88"/></a:lnTo><a:lnTo><a:pt x="2781" y="88"/></a:lnTo><a:lnTo><a:pt x="2527" y="0"/></a:lnTo><a:lnTo><a:pt x="1930" y="0"/></a:lnTo><a:lnTo><a:pt x="1511" y="88"/></a:lnTo><a:lnTo><a:pt x="1181" y="342"/></a:lnTo><a:lnTo><a:pt x="1016" y="342"/></a:lnTo><a:lnTo><a:pt x="762" y="508"/></a:lnTo><a:lnTo><a:pt x="673" y="673"/></a:lnTo><a:lnTo><a:pt x="508" y="838"/></a:lnTo><a:lnTo><a:pt x="254" y="1181"/></a:lnTo><a:lnTo><a:pt x="254" y="1346"/></a:lnTo><a:lnTo><a:pt x="88" y="1600"/></a:lnTo><a:lnTo><a:pt x="0" y="2019"/></a:lnTo><a:lnTo><a:pt x="0" y="2527"/></a:lnTo><a:lnTo><a:pt x="88" y="2946"/></a:lnTo><a:lnTo><a:pt x="4457" y="2946"/></a:lnTo><a:lnTo><a:pt x="4533" y="2527"/></a:lnTo><a:lnTo><a:pt x="4533" y="2095"/></a:lnTo><a:close/></a:path><a:path w="22225" h="15240"><a:moveTo><a:pt x="22085" y="12687"/></a:moveTo><a:lnTo><a:pt x="17551" y="12687"/></a:lnTo><a:lnTo><a:pt x="17640" y="13106"/></a:lnTo><a:lnTo><a:pt x="17716" y="13525"/></a:lnTo><a:lnTo><a:pt x="17894" y="13855"/></a:lnTo><a:lnTo><a:pt x="17970" y="14020"/></a:lnTo><a:lnTo><a:pt x="18148" y="14274"/></a:lnTo><a:lnTo><a:pt x="18478" y="14528"/></a:lnTo><a:lnTo><a:pt x="18808" y="14782"/></a:lnTo><a:lnTo><a:pt x="19151" y="14947"/></a:lnTo><a:lnTo><a:pt x="19316" y="14947"/></a:lnTo><a:lnTo><a:pt x="19570" y="15036"/></a:lnTo><a:lnTo><a:pt x="20078" y="15036"/></a:lnTo><a:lnTo><a:pt x="20408" y="14947"/></a:lnTo><a:lnTo><a:pt x="20828" y="14782"/></a:lnTo><a:lnTo><a:pt x="21170" y="14617"/></a:lnTo><a:lnTo><a:pt x="21501" y="14274"/></a:lnTo><a:lnTo><a:pt x="21755" y="14020"/></a:lnTo><a:lnTo><a:pt x="21831" y="13855"/></a:lnTo><a:lnTo><a:pt x="21920" y="13601"/></a:lnTo><a:lnTo><a:pt x="22085" y="13182"/></a:lnTo><a:lnTo><a:pt x="22085" y="12763"/></a:lnTo><a:close/></a:path><a:path w="22225" h="15240"><a:moveTo><a:pt x="22085" y="12344"/></a:moveTo><a:lnTo><a:pt x="17640" y="12344"/></a:lnTo><a:lnTo><a:pt x="22085" y="12687"/></a:lnTo><a:lnTo><a:pt x="22085" y="12344"/></a:lnTo><a:close/></a:path></a:pathLst></a:custGeom><a:solidFill><a:srgbClr val="000000"/></a:solidFill></p:spPr><p:txBody><a:bodyPr wrap="square" lIns="0" tIns="0" rIns="0" bIns="0" rtlCol="0"/><a:lstStyle/><a:p/></p:txBody></p:sp><p:sp><p:nvSpPr><p:cNvPr id="640" name="object 640"/><p:cNvSpPr/><p:nvPr/></p:nvSpPr><p:spPr><a:xfrm><a:off x="17006621" y="12084549"/><a:ext cx="23495" cy="13970"/></a:xfrm><a:custGeom><a:avLst/><a:gdLst/><a:ahLst/><a:cxnLst/><a:rect l="l" t="t" r="r" b="b"/><a:pathLst><a:path w="23494" h="13970"><a:moveTo><a:pt x="4533" y="1841"/></a:moveTo><a:lnTo><a:pt x="4368" y="1422"/></a:lnTo><a:lnTo><a:pt x="4203" y="1003"/></a:lnTo><a:lnTo><a:pt x="3949" y="673"/></a:lnTo><a:lnTo><a:pt x="3619" y="419"/></a:lnTo><a:lnTo><a:pt x="3200" y="165"/></a:lnTo><a:lnTo><a:pt x="2768" y="76"/></a:lnTo><a:lnTo><a:pt x="2603" y="0"/></a:lnTo><a:lnTo><a:pt x="1854" y="0"/></a:lnTo><a:lnTo><a:pt x="1435" y="165"/></a:lnTo><a:lnTo><a:pt x="1016" y="330"/></a:lnTo><a:lnTo><a:pt x="673" y="584"/></a:lnTo><a:lnTo><a:pt x="419" y="1003"/></a:lnTo><a:lnTo><a:pt x="165" y="1346"/></a:lnTo><a:lnTo><a:pt x="88" y="1765"/></a:lnTo><a:lnTo><a:pt x="0" y="2184"/></a:lnTo><a:lnTo><a:pt x="0" y="2349"/></a:lnTo><a:lnTo><a:pt x="0" y="2603"/></a:lnTo><a:lnTo><a:pt x="88" y="2768"/></a:lnTo><a:lnTo><a:pt x="88" y="3022"/></a:lnTo><a:lnTo><a:pt x="165" y="3187"/></a:lnTo><a:lnTo><a:pt x="342" y="3352"/></a:lnTo><a:lnTo><a:pt x="419" y="3517"/></a:lnTo><a:lnTo><a:pt x="508" y="3695"/></a:lnTo><a:lnTo><a:pt x="4038" y="3695"/></a:lnTo><a:lnTo><a:pt x="4203" y="3517"/></a:lnTo><a:lnTo><a:pt x="4279" y="3352"/></a:lnTo><a:lnTo><a:pt x="4368" y="3187"/></a:lnTo><a:lnTo><a:pt x="4457" y="3022"/></a:lnTo><a:lnTo><a:pt x="4533" y="2768"/></a:lnTo><a:lnTo><a:pt x="4533" y="2603"/></a:lnTo><a:lnTo><a:pt x="4533" y="2349"/></a:lnTo><a:lnTo><a:pt x="4533" y="2184"/></a:lnTo><a:lnTo><a:pt x="4533" y="1841"/></a:lnTo><a:close/></a:path><a:path w="23494" h="13970"><a:moveTo><a:pt x="22847" y="11925"/></a:moveTo><a:lnTo><a:pt x="18478" y="11925"/></a:lnTo><a:lnTo><a:pt x="18643" y="12344"/></a:lnTo><a:lnTo><a:pt x="20408" y="13512"/></a:lnTo><a:lnTo><a:pt x="20916" y="13512"/></a:lnTo><a:lnTo><a:pt x="22847" y="11925"/></a:lnTo><a:close/></a:path><a:path w="23494" h="13970"><a:moveTo><a:pt x="22923" y="11506"/></a:moveTo><a:lnTo><a:pt x="18389" y="11506"/></a:lnTo><a:lnTo><a:pt x="22847" y="11925"/></a:lnTo><a:lnTo><a:pt x="22923" y="11506"/></a:lnTo><a:close/></a:path></a:pathLst></a:custGeom><a:solidFill><a:srgbClr val="000000"/></a:solidFill></p:spPr><p:txBody><a:bodyPr wrap="square" lIns="0" tIns="0" rIns="0" bIns="0" rtlCol="0"/><a:lstStyle/><a:p/></p:txBody></p:sp><p:sp><p:nvSpPr><p:cNvPr id="641" name="object 641"/><p:cNvSpPr/><p:nvPr/></p:nvSpPr><p:spPr><a:xfrm><a:off x="16987558" y="12077069"/><a:ext cx="23495" cy="12065"/></a:xfrm><a:custGeom><a:avLst/><a:gdLst/><a:ahLst/><a:cxnLst/><a:rect l="l" t="t" r="r" b="b"/><a:pathLst><a:path w="23494" h="12065"><a:moveTo><a:pt x="4533" y="1765"/></a:moveTo><a:lnTo><a:pt x="4457" y="1600"/></a:lnTo><a:lnTo><a:pt x="4368" y="1435"/></a:lnTo><a:lnTo><a:pt x="4279" y="1181"/></a:lnTo><a:lnTo><a:pt x="4203" y="1016"/></a:lnTo><a:lnTo><a:pt x="4038" y="838"/></a:lnTo><a:lnTo><a:pt x="3860" y="673"/></a:lnTo><a:lnTo><a:pt x="3695" y="508"/></a:lnTo><a:lnTo><a:pt x="3365" y="342"/></a:lnTo><a:lnTo><a:pt x="3200" y="254"/></a:lnTo><a:lnTo><a:pt x="2946" y="177"/></a:lnTo><a:lnTo><a:pt x="2768" y="88"/></a:lnTo><a:lnTo><a:pt x="2527" y="88"/></a:lnTo><a:lnTo><a:pt x="2019" y="88"/></a:lnTo><a:lnTo><a:pt x="1765" y="88"/></a:lnTo><a:lnTo><a:pt x="1600" y="177"/></a:lnTo><a:lnTo><a:pt x="1346" y="254"/></a:lnTo><a:lnTo><a:pt x="1181" y="342"/></a:lnTo><a:lnTo><a:pt x="1016" y="419"/></a:lnTo><a:lnTo><a:pt x="838" y="508"/></a:lnTo><a:lnTo><a:pt x="673" y="673"/></a:lnTo><a:lnTo><a:pt x="508" y="838"/></a:lnTo><a:lnTo><a:pt x="419" y="1016"/></a:lnTo><a:lnTo><a:pt x="342" y="1181"/></a:lnTo><a:lnTo><a:pt x="177" y="1435"/></a:lnTo><a:lnTo><a:pt x="88" y="1600"/></a:lnTo><a:lnTo><a:pt x="88" y="1765"/></a:lnTo><a:lnTo><a:pt x="0" y="2019"/></a:lnTo><a:lnTo><a:pt x="0" y="2184"/></a:lnTo><a:lnTo><a:pt x="0" y="2438"/></a:lnTo><a:lnTo><a:pt x="0" y="2603"/></a:lnTo><a:lnTo><a:pt x="88" y="2857"/></a:lnTo><a:lnTo><a:pt x="177" y="3022"/></a:lnTo><a:lnTo><a:pt x="254" y="3276"/></a:lnTo><a:lnTo><a:pt x="342" y="3441"/></a:lnTo><a:lnTo><a:pt x="508" y="3695"/></a:lnTo><a:lnTo><a:pt x="762" y="4038"/></a:lnTo><a:lnTo><a:pt x="927" y="4114"/></a:lnTo><a:lnTo><a:pt x="1181" y="4279"/></a:lnTo><a:lnTo><a:pt x="3441" y="4279"/></a:lnTo><a:lnTo><a:pt x="3695" y="4114"/></a:lnTo><a:lnTo><a:pt x="3949" y="3784"/></a:lnTo><a:lnTo><a:pt x="4114" y="3695"/></a:lnTo><a:lnTo><a:pt x="4279" y="3441"/></a:lnTo><a:lnTo><a:pt x="4279" y="3276"/></a:lnTo><a:lnTo><a:pt x="4457" y="3022"/></a:lnTo><a:lnTo><a:pt x="4457" y="2857"/></a:lnTo><a:lnTo><a:pt x="4533" y="2603"/></a:lnTo><a:lnTo><a:pt x="4533" y="2438"/></a:lnTo><a:lnTo><a:pt x="4533" y="2184"/></a:lnTo><a:lnTo><a:pt x="4533" y="2019"/></a:lnTo><a:lnTo><a:pt x="4533" y="1765"/></a:lnTo><a:close/></a:path><a:path w="23494" h="12065"><a:moveTo><a:pt x="23101" y="11176"/></a:moveTo><a:lnTo><a:pt x="19570" y="11176"/></a:lnTo><a:lnTo><a:pt x="19735" y="11341"/></a:lnTo><a:lnTo><a:pt x="19900" y="11506"/></a:lnTo><a:lnTo><a:pt x="20078" y="11595"/></a:lnTo><a:lnTo><a:pt x="20243" y="11760"/></a:lnTo><a:lnTo><a:pt x="20408" y="11849"/></a:lnTo><a:lnTo><a:pt x="20662" y="11925"/></a:lnTo><a:lnTo><a:pt x="20828" y="11925"/></a:lnTo><a:lnTo><a:pt x="20993" y="12014"/></a:lnTo><a:lnTo><a:pt x="21590" y="12014"/></a:lnTo><a:lnTo><a:pt x="21831" y="11925"/></a:lnTo><a:lnTo><a:pt x="22009" y="11925"/></a:lnTo><a:lnTo><a:pt x="22263" y="11849"/></a:lnTo><a:lnTo><a:pt x="22428" y="11760"/></a:lnTo><a:lnTo><a:pt x="22682" y="11595"/></a:lnTo><a:lnTo><a:pt x="22923" y="11341"/></a:lnTo><a:lnTo><a:pt x="23101" y="11176"/></a:lnTo><a:close/></a:path><a:path w="23494" h="12065"><a:moveTo><a:pt x="23266" y="10998"/></a:moveTo><a:lnTo><a:pt x="19481" y="10998"/></a:lnTo><a:lnTo><a:pt x="23101" y="11176"/></a:lnTo><a:lnTo><a:pt x="23266" y="10998"/></a:lnTo><a:close/></a:path></a:pathLst></a:custGeom><a:solidFill><a:srgbClr val="000000"/></a:solidFill></p:spPr><p:txBody><a:bodyPr wrap="square" lIns="0" tIns="0" rIns="0" bIns="0" rtlCol="0"/><a:lstStyle/><a:p/></p:txBody></p:sp><p:sp><p:nvSpPr><p:cNvPr id="642" name="object 642"/><p:cNvSpPr/><p:nvPr/></p:nvSpPr><p:spPr><a:xfrm><a:off x="16968001" y="12071278"/><a:ext cx="23495" cy="10795"/></a:xfrm><a:custGeom><a:avLst/><a:gdLst/><a:ahLst/><a:cxnLst/><a:rect l="l" t="t" r="r" b="b"/><a:pathLst><a:path w="23494" h="10795"><a:moveTo><a:pt x="2514" y="4533"/></a:moveTo><a:lnTo><a:pt x="1752" y="4457"/></a:lnTo><a:lnTo><a:pt x="2514" y="4533"/></a:lnTo><a:close/></a:path><a:path w="23494" h="10795"><a:moveTo><a:pt x="4533" y="2095"/></a:moveTo><a:lnTo><a:pt x="4445" y="1930"/></a:lnTo><a:lnTo><a:pt x="4445" y="1676"/></a:lnTo><a:lnTo><a:pt x="4356" y="1511"/></a:lnTo><a:lnTo><a:pt x="4279" y="1257"/></a:lnTo><a:lnTo><a:pt x="4191" y="1092"/></a:lnTo><a:lnTo><a:pt x="4025" y="927"/></a:lnTo><a:lnTo><a:pt x="3937" y="762"/></a:lnTo><a:lnTo><a:pt x="3771" y="584"/></a:lnTo><a:lnTo><a:pt x="3606" y="419"/></a:lnTo><a:lnTo><a:pt x="3352" y="342"/></a:lnTo><a:lnTo><a:pt x="3187" y="165"/></a:lnTo><a:lnTo><a:pt x="2933" y="88"/></a:lnTo><a:lnTo><a:pt x="2768" y="88"/></a:lnTo><a:lnTo><a:pt x="2514" y="0"/></a:lnTo><a:lnTo><a:pt x="1930" y="0"/></a:lnTo><a:lnTo><a:pt x="1752" y="88"/></a:lnTo><a:lnTo><a:pt x="1511" y="88"/></a:lnTo><a:lnTo><a:pt x="1257" y="165"/></a:lnTo><a:lnTo><a:pt x="1092" y="342"/></a:lnTo><a:lnTo><a:pt x="914" y="419"/></a:lnTo><a:lnTo><a:pt x="673" y="584"/></a:lnTo><a:lnTo><a:pt x="584" y="762"/></a:lnTo><a:lnTo><a:pt x="419" y="927"/></a:lnTo><a:lnTo><a:pt x="330" y="1092"/></a:lnTo><a:lnTo><a:pt x="165" y="1257"/></a:lnTo><a:lnTo><a:pt x="76" y="1511"/></a:lnTo><a:lnTo><a:pt x="0" y="1676"/></a:lnTo><a:lnTo><a:pt x="0" y="1930"/></a:lnTo><a:lnTo><a:pt x="0" y="2095"/></a:lnTo><a:lnTo><a:pt x="0" y="2349"/></a:lnTo><a:lnTo><a:pt x="0" y="2514"/></a:lnTo><a:lnTo><a:pt x="0" y="2857"/></a:lnTo><a:lnTo><a:pt x="673" y="3860"/></a:lnTo><a:lnTo><a:pt x="1003" y="4114"/></a:lnTo><a:lnTo><a:pt x="1333" y="4368"/></a:lnTo><a:lnTo><a:pt x="1511" y="4368"/></a:lnTo><a:lnTo><a:pt x="1752" y="4457"/></a:lnTo><a:lnTo><a:pt x="2679" y="4457"/></a:lnTo><a:lnTo><a:pt x="2933" y="4368"/></a:lnTo><a:lnTo><a:pt x="3098" y="4368"/></a:lnTo><a:lnTo><a:pt x="3352" y="4203"/></a:lnTo><a:lnTo><a:pt x="3517" y="4114"/></a:lnTo><a:lnTo><a:pt x="3695" y="3949"/></a:lnTo><a:lnTo><a:pt x="4025" y="3695"/></a:lnTo><a:lnTo><a:pt x="4191" y="3365"/></a:lnTo><a:lnTo><a:pt x="4279" y="3187"/></a:lnTo><a:lnTo><a:pt x="4356" y="2933"/></a:lnTo><a:lnTo><a:pt x="4445" y="2514"/></a:lnTo><a:lnTo><a:pt x="4533" y="2349"/></a:lnTo><a:lnTo><a:pt x="4533" y="2095"/></a:lnTo><a:close/></a:path><a:path w="23494" h="10795"><a:moveTo><a:pt x="22999" y="10071"/></a:moveTo><a:lnTo><a:pt x="20739" y="10071"/></a:lnTo><a:lnTo><a:pt x="21069" y="10248"/></a:lnTo><a:lnTo><a:pt x="21323" y="10325"/></a:lnTo><a:lnTo><a:pt x="21577" y="10325"/></a:lnTo><a:lnTo><a:pt x="22085" y="10325"/></a:lnTo><a:lnTo><a:pt x="22415" y="10325"/></a:lnTo><a:lnTo><a:pt x="22580" y="10248"/></a:lnTo><a:lnTo><a:pt x="22834" y="10160"/></a:lnTo><a:lnTo><a:pt x="22999" y="10071"/></a:lnTo><a:close/></a:path><a:path w="23494" h="10795"><a:moveTo><a:pt x="23253" y="9906"/></a:moveTo><a:lnTo><a:pt x="20485" y="9906"/></a:lnTo><a:lnTo><a:pt x="22999" y="10071"/></a:lnTo><a:lnTo><a:pt x="23253" y="9906"/></a:lnTo><a:close/></a:path></a:pathLst></a:custGeom><a:solidFill><a:srgbClr val="000000"/></a:solidFill></p:spPr><p:txBody><a:bodyPr wrap="square" lIns="0" tIns="0" rIns="0" bIns="0" rtlCol="0"/><a:lstStyle/><a:p/></p:txBody></p:sp><p:sp><p:nvSpPr><p:cNvPr id="643" name="object 643"/><p:cNvSpPr/><p:nvPr/></p:nvSpPr><p:spPr><a:xfrm><a:off x="16929037" y="12064560"/><a:ext cx="41910" cy="11430"/></a:xfrm><a:custGeom><a:avLst/><a:gdLst/><a:ahLst/><a:cxnLst/><a:rect l="l" t="t" r="r" b="b"/><a:pathLst><a:path w="41909" h="11429"><a:moveTo><a:pt x="1676" y="88"/></a:moveTo><a:lnTo><a:pt x="1257" y="0"/></a:lnTo><a:lnTo><a:pt x="419" y="0"/></a:lnTo><a:lnTo><a:pt x="76" y="88"/></a:lnTo><a:lnTo><a:pt x="1676" y="165"/></a:lnTo><a:close/></a:path><a:path w="41909" h="11429"><a:moveTo><a:pt x="23418" y="4279"/></a:moveTo><a:lnTo><a:pt x="23342" y="4038"/></a:lnTo><a:lnTo><a:pt x="23088" y="3606"/></a:lnTo><a:lnTo><a:pt x="22834" y="3276"/></a:lnTo><a:lnTo><a:pt x="22580" y="3022"/></a:lnTo><a:lnTo><a:pt x="22250" y="2768"/></a:lnTo><a:lnTo><a:pt x="21831" y="2603"/></a:lnTo><a:lnTo><a:pt x="21412" y="2514"/></a:lnTo><a:lnTo><a:pt x="20904" y="2514"/></a:lnTo><a:lnTo><a:pt x="20650" y="2603"/></a:lnTo><a:lnTo><a:pt x="20485" y="2603"/></a:lnTo><a:lnTo><a:pt x="20231" y="2692"/></a:lnTo><a:lnTo><a:pt x="19812" y="2946"/></a:lnTo><a:lnTo><a:pt x="19558" y="3187"/></a:lnTo><a:lnTo><a:pt x="19304" y="3530"/></a:lnTo><a:lnTo><a:pt x="19062" y="3949"/></a:lnTo><a:lnTo><a:pt x="18973" y="4279"/></a:lnTo><a:lnTo><a:pt x="18884" y="4699"/></a:lnTo><a:lnTo><a:pt x="18884" y="4876"/></a:lnTo><a:lnTo><a:pt x="18973" y="5118"/></a:lnTo><a:lnTo><a:pt x="18973" y="5295"/></a:lnTo><a:lnTo><a:pt x="19062" y="5549"/></a:lnTo><a:lnTo><a:pt x="19062" y="5715"/></a:lnTo><a:lnTo><a:pt x="19227" y="5969"/></a:lnTo><a:lnTo><a:pt x="19304" y="6134"/></a:lnTo><a:lnTo><a:pt x="19558" y="6299"/></a:lnTo><a:lnTo><a:pt x="19646" y="6464"/></a:lnTo><a:lnTo><a:pt x="19900" y="6629"/></a:lnTo><a:lnTo><a:pt x="20231" y="6883"/></a:lnTo><a:lnTo><a:pt x="20396" y="6883"/></a:lnTo><a:lnTo><a:pt x="20650" y="6972"/></a:lnTo><a:lnTo><a:pt x="20815" y="7061"/></a:lnTo><a:lnTo><a:pt x="21488" y="7061"/></a:lnTo><a:lnTo><a:pt x="21666" y="6972"/></a:lnTo><a:lnTo><a:pt x="21907" y="6883"/></a:lnTo><a:lnTo><a:pt x="22085" y="6883"/></a:lnTo><a:lnTo><a:pt x="22326" y="6718"/></a:lnTo><a:lnTo><a:pt x="22504" y="6629"/></a:lnTo><a:lnTo><a:pt x="22669" y="6464"/></a:lnTo><a:lnTo><a:pt x="22834" y="6299"/></a:lnTo><a:lnTo><a:pt x="22999" y="6134"/></a:lnTo><a:lnTo><a:pt x="23088" y="5969"/></a:lnTo><a:lnTo><a:pt x="23253" y="5715"/></a:lnTo><a:lnTo><a:pt x="23342" y="5549"/></a:lnTo><a:lnTo><a:pt x="23342" y="5295"/></a:lnTo><a:lnTo><a:pt x="23418" y="5118"/></a:lnTo><a:lnTo><a:pt x="23418" y="4876"/></a:lnTo><a:lnTo><a:pt x="23418" y="4699"/></a:lnTo><a:lnTo><a:pt x="23418" y="4368"/></a:lnTo><a:close/></a:path><a:path w="41909" h="11429"><a:moveTo><a:pt x="41643" y="11176"/></a:moveTo><a:lnTo><a:pt x="40716" y="11176"/></a:lnTo><a:lnTo><a:pt x="41478" y="11252"/></a:lnTo><a:lnTo><a:pt x="41643" y="11176"/></a:lnTo><a:close/></a:path></a:pathLst></a:custGeom><a:solidFill><a:srgbClr val="000000"/></a:solidFill></p:spPr><p:txBody><a:bodyPr wrap="square" lIns="0" tIns="0" rIns="0" bIns="0" rtlCol="0"/><a:lstStyle/><a:p/></p:txBody></p:sp><p:sp><p:nvSpPr><p:cNvPr id="644" name="object 644"/><p:cNvSpPr/><p:nvPr/></p:nvSpPr><p:spPr><a:xfrm><a:off x="16927602" y="12064648"/><a:ext cx="5080" cy="4445"/></a:xfrm><a:custGeom><a:avLst/><a:gdLst/><a:ahLst/><a:cxnLst/><a:rect l="l" t="t" r="r" b="b"/><a:pathLst><a:path w="5080" h="4445"><a:moveTo><a:pt x="3111" y="0"/></a:moveTo><a:lnTo><a:pt x="1511" y="0"/></a:lnTo><a:lnTo><a:pt x="3111" y="76"/></a:lnTo><a:close/></a:path><a:path w="5080" h="4445"><a:moveTo><a:pt x="4533" y="1930"/></a:moveTo><a:lnTo><a:pt x="4457" y="1587"/></a:lnTo><a:lnTo><a:pt x="4368" y="1168"/></a:lnTo><a:lnTo><a:pt x="4114" y="838"/></a:lnTo><a:lnTo><a:pt x="3860" y="495"/></a:lnTo><a:lnTo><a:pt x="3530" y="254"/></a:lnTo><a:lnTo><a:pt x="3111" y="76"/></a:lnTo><a:lnTo><a:pt x="1435" y="76"/></a:lnTo><a:lnTo><a:pt x="1092" y="254"/></a:lnTo><a:lnTo><a:pt x="762" y="495"/></a:lnTo><a:lnTo><a:pt x="508" y="749"/></a:lnTo><a:lnTo><a:pt x="254" y="1092"/></a:lnTo><a:lnTo><a:pt x="88" y="1511"/></a:lnTo><a:lnTo><a:pt x="0" y="1930"/></a:lnTo><a:lnTo><a:pt x="0" y="2349"/></a:lnTo><a:lnTo><a:pt x="88" y="2768"/></a:lnTo><a:lnTo><a:pt x="254" y="3187"/></a:lnTo><a:lnTo><a:pt x="508" y="3606"/></a:lnTo><a:lnTo><a:pt x="838" y="3860"/></a:lnTo><a:lnTo><a:pt x="1181" y="4114"/></a:lnTo><a:lnTo><a:pt x="1600" y="4368"/></a:lnTo><a:lnTo><a:pt x="2095" y="4445"/></a:lnTo><a:lnTo><a:pt x="2527" y="4445"/></a:lnTo><a:lnTo><a:pt x="2857" y="4368"/></a:lnTo><a:lnTo><a:pt x="3022" y="4368"/></a:lnTo><a:lnTo><a:pt x="3365" y="4191"/></a:lnTo><a:lnTo><a:pt x="3695" y="3949"/></a:lnTo><a:lnTo><a:pt x="4038" y="3606"/></a:lnTo><a:lnTo><a:pt x="4279" y="3276"/></a:lnTo><a:lnTo><a:pt x="4457" y="2857"/></a:lnTo><a:lnTo><a:pt x="4533" y="2425"/></a:lnTo><a:lnTo><a:pt x="4533" y="2006"/></a:lnTo><a:close/></a:path></a:pathLst></a:custGeom><a:solidFill><a:srgbClr val="000000"/></a:solidFill></p:spPr><p:txBody><a:bodyPr wrap="square" lIns="0" tIns="0" rIns="0" bIns="0" rtlCol="0"/><a:lstStyle/><a:p/></p:txBody></p:sp><p:sp><p:nvSpPr><p:cNvPr id="645" name="object 645"/><p:cNvSpPr/><p:nvPr/></p:nvSpPr><p:spPr><a:xfrm><a:off x="16607582" y="12311929"/><a:ext cx="378460" cy="497840"/></a:xfrm><a:custGeom><a:avLst/><a:gdLst/><a:ahLst/><a:cxnLst/><a:rect l="l" t="t" r="r" b="b"/><a:pathLst><a:path w="378459" h="497840"><a:moveTo><a:pt x="67599" y="66503"/></a:moveTo><a:lnTo><a:pt x="59191" y="28464"/></a:lnTo><a:lnTo><a:pt x="58530" y="16122"/></a:lnTo><a:lnTo><a:pt x="58446" y="14442"/></a:lnTo><a:lnTo><a:pt x="58004" y="10325"/></a:lnTo><a:lnTo><a:pt x="57977" y="5274"/></a:lnTo><a:lnTo><a:pt x="56934" y="1259"/></a:lnTo><a:lnTo><a:pt x="56682" y="503"/></a:lnTo><a:lnTo><a:pt x="56515" y="83"/></a:lnTo><a:lnTo><a:pt x="56179" y="0"/></a:lnTo><a:lnTo><a:pt x="55927" y="167"/></a:lnTo><a:lnTo><a:pt x="52678" y="22046"/></a:lnTo><a:lnTo><a:pt x="52064" y="28465"/></a:lnTo><a:lnTo><a:pt x="48561" y="75064"/></a:lnTo><a:lnTo><a:pt x="47697" y="87916"/></a:lnTo><a:lnTo><a:pt x="47277" y="93961"/></a:lnTo><a:lnTo><a:pt x="46857" y="100091"/></a:lnTo><a:lnTo><a:pt x="46522" y="106389"/></a:lnTo><a:lnTo><a:pt x="43170" y="158666"/></a:lnTo><a:lnTo><a:pt x="39885" y="210957"/></a:lnTo><a:lnTo><a:pt x="36470" y="263240"/></a:lnTo><a:lnTo><a:pt x="32730" y="315496"/></a:lnTo><a:lnTo><a:pt x="28467" y="367702"/></a:lnTo><a:lnTo><a:pt x="27963" y="373916"/></a:lnTo><a:lnTo><a:pt x="27375" y="379962"/></a:lnTo><a:lnTo><a:pt x="26787" y="385924"/></a:lnTo><a:lnTo><a:pt x="26200" y="391717"/></a:lnTo><a:lnTo><a:pt x="25696" y="397343"/></a:lnTo><a:lnTo><a:pt x="19818" y="443946"/></a:lnTo><a:lnTo><a:pt x="19146" y="447473"/></a:lnTo><a:lnTo><a:pt x="18558" y="450832"/></a:lnTo><a:lnTo><a:pt x="17655" y="455044"/></a:lnTo><a:lnTo><a:pt x="15703" y="466771"/></a:lnTo><a:lnTo><a:pt x="12344" y="469725"/></a:lnTo><a:lnTo><a:pt x="11756" y="470061"/></a:lnTo><a:lnTo><a:pt x="11084" y="470061"/></a:lnTo><a:lnTo><a:pt x="10412" y="469725"/></a:lnTo><a:lnTo><a:pt x="9825" y="469137"/></a:lnTo><a:lnTo><a:pt x="6293" y="463942"/></a:lnTo><a:lnTo><a:pt x="4839" y="452940"/></a:lnTo><a:lnTo><a:pt x="3778" y="446801"/></a:lnTo><a:lnTo><a:pt x="124" y="400729"/></a:lnTo><a:lnTo><a:pt x="0" y="387855"/></a:lnTo><a:lnTo><a:pt x="0" y="382565"/></a:lnTo><a:lnTo><a:pt x="2939" y="339572"/></a:lnTo><a:lnTo><a:pt x="16935" y="284074"/></a:lnTo><a:lnTo><a:pt x="52652" y="249893"/></a:lnTo><a:lnTo><a:pt x="74072" y="247570"/></a:lnTo><a:lnTo><a:pt x="84545" y="248321"/></a:lnTo><a:lnTo><a:pt x="137803" y="261501"/></a:lnTo><a:lnTo><a:pt x="161073" y="269409"/></a:lnTo><a:lnTo><a:pt x="184338" y="277300"/></a:lnTo><a:lnTo><a:pt x="225304" y="288351"/></a:lnTo><a:lnTo><a:pt x="273187" y="284923"/></a:lnTo><a:lnTo><a:pt x="300545" y="250901"/></a:lnTo><a:lnTo><a:pt x="311988" y="202083"/></a:lnTo><a:lnTo><a:pt x="314423" y="155462"/></a:lnTo><a:lnTo><a:pt x="313780" y="131773"/></a:lnTo><a:lnTo><a:pt x="309279" y="84641"/></a:lnTo><a:lnTo><a:pt x="290581" y="19722"/></a:lnTo><a:lnTo><a:pt x="280799" y="28364"/></a:lnTo><a:lnTo><a:pt x="269474" y="83129"/></a:lnTo><a:lnTo><a:pt x="262444" y="145531"/></a:lnTo><a:lnTo><a:pt x="257726" y="198736"/></a:lnTo><a:lnTo><a:pt x="253805" y="252084"/></a:lnTo><a:lnTo><a:pt x="250422" y="305510"/></a:lnTo><a:lnTo><a:pt x="247319" y="358950"/></a:lnTo><a:lnTo><a:pt x="244239" y="412339"/></a:lnTo><a:lnTo><a:pt x="240923" y="465611"/></a:lnTo><a:lnTo><a:pt x="240671" y="468969"/></a:lnTo><a:lnTo><a:pt x="240419" y="472160"/></a:lnTo><a:lnTo><a:pt x="240167" y="475183"/></a:lnTo><a:lnTo><a:pt x="239915" y="478038"/></a:lnTo><a:lnTo><a:pt x="239747" y="480725"/></a:lnTo><a:lnTo><a:pt x="239331" y="485106"/></a:lnTo><a:lnTo><a:pt x="238480" y="492783"/></a:lnTo><a:lnTo><a:pt x="237360" y="497476"/></a:lnTo><a:lnTo><a:pt x="236137" y="492901"/></a:lnTo><a:lnTo><a:pt x="236053" y="491473"/></a:lnTo><a:lnTo><a:pt x="235885" y="489710"/></a:lnTo><a:lnTo><a:pt x="235471" y="473718"/></a:lnTo><a:lnTo><a:pt x="235646" y="457662"/></a:lnTo><a:lnTo><a:pt x="236255" y="441613"/></a:lnTo><a:lnTo><a:pt x="237144" y="425641"/></a:lnTo><a:lnTo><a:pt x="237480" y="420855"/></a:lnTo><a:lnTo><a:pt x="237816" y="416069"/></a:lnTo><a:lnTo><a:pt x="238236" y="411114"/></a:lnTo><a:lnTo><a:pt x="238656" y="406076"/></a:lnTo><a:lnTo><a:pt x="244216" y="357093"/></a:lnTo><a:lnTo><a:pt x="252536" y="308598"/></a:lnTo><a:lnTo><a:pt x="263993" y="260769"/></a:lnTo><a:lnTo><a:pt x="278964" y="213786"/></a:lnTo><a:lnTo><a:pt x="303728" y="153278"/></a:lnTo><a:lnTo><a:pt x="322199" y="116358"/></a:lnTo><a:lnTo><a:pt x="343195" y="80836"/></a:lnTo><a:lnTo><a:pt x="366885" y="47694"/></a:lnTo><a:lnTo><a:pt x="375283" y="37702"/></a:lnTo><a:lnTo><a:pt x="378054" y="34595"/></a:lnTo></a:path></a:pathLst></a:custGeom><a:ln w="3175"><a:solidFill><a:srgbClr val="003EFF"/></a:solidFill></a:ln></p:spPr><p:txBody><a:bodyPr wrap="square" lIns="0" tIns="0" rIns="0" bIns="0" rtlCol="0"/><a:lstStyle/><a:p/></p:txBody></p:sp><p:sp><p:nvSpPr><p:cNvPr id="646" name="object 646"/><p:cNvSpPr/><p:nvPr/></p:nvSpPr><p:spPr><a:xfrm><a:off x="16849681" y="12420781"/><a:ext cx="449580" cy="602615"/></a:xfrm><a:custGeom><a:avLst/><a:gdLst/><a:ahLst/><a:cxnLst/><a:rect l="l" t="t" r="r" b="b"/><a:pathLst><a:path w="449580" h="602615"><a:moveTo><a:pt x="0" y="338873"/></a:moveTo><a:lnTo><a:pt x="57261" y="390438"/></a:lnTo><a:lnTo><a:pt x="84328" y="396889"/></a:lnTo><a:lnTo><a:pt x="99793" y="380244"/></a:lnTo><a:lnTo><a:pt x="106298" y="345057"/></a:lnTo><a:lnTo><a:pt x="106479" y="295880"/></a:lnTo><a:lnTo><a:pt x="106144" y="288071"/></a:lnTo><a:lnTo><a:pt x="105724" y="280178"/></a:lnTo><a:lnTo><a:pt x="105220" y="272117"/></a:lnTo><a:lnTo><a:pt x="104716" y="263888"/></a:lnTo><a:lnTo><a:pt x="101924" y="225772"/></a:lnTo><a:lnTo><a:pt x="99015" y="187642"/></a:lnTo><a:lnTo><a:pt x="96605" y="149492"/></a:lnTo><a:lnTo><a:pt x="95311" y="111315"/></a:lnTo><a:lnTo><a:pt x="95311" y="103506"/></a:lnTo><a:lnTo><a:pt x="97121" y="64834"/></a:lnTo><a:lnTo><a:pt x="105304" y="27010"/></a:lnTo><a:lnTo><a:pt x="136756" y="0"/></a:lnTo><a:lnTo><a:pt x="153085" y="1819"/></a:lnTo><a:lnTo><a:pt x="196986" y="25067"/></a:lnTo><a:lnTo><a:pt x="242567" y="78989"/></a:lnTo><a:lnTo><a:pt x="255367" y="117445"/></a:lnTo><a:lnTo><a:pt x="256007" y="139427"/></a:lnTo><a:lnTo><a:pt x="251160" y="161028"/></a:lnTo><a:lnTo><a:pt x="222785" y="193185"/></a:lnTo><a:lnTo><a:pt x="180645" y="199481"/></a:lnTo><a:lnTo><a:pt x="167406" y="198677"/></a:lnTo><a:lnTo><a:pt x="154261" y="197468"/></a:lnTo><a:lnTo><a:pt x="151238" y="197132"/></a:lnTo><a:lnTo><a:pt x="148299" y="196880"/></a:lnTo><a:lnTo><a:pt x="145528" y="196544"/></a:lnTo><a:lnTo><a:pt x="143009" y="196376"/></a:lnTo><a:lnTo><a:pt x="140573" y="196208"/></a:lnTo><a:lnTo><a:pt x="138390" y="196040"/></a:lnTo><a:lnTo><a:pt x="134527" y="196040"/></a:lnTo><a:lnTo><a:pt x="129237" y="198224"/></a:lnTo><a:lnTo><a:pt x="129321" y="198979"/></a:lnTo><a:lnTo><a:pt x="148177" y="217707"/></a:lnTo><a:lnTo><a:pt x="154009" y="222659"/></a:lnTo><a:lnTo><a:pt x="186566" y="252749"/></a:lnTo><a:lnTo><a:pt x="208425" y="286308"/></a:lnTo><a:lnTo><a:pt x="211112" y="301590"/></a:lnTo><a:lnTo><a:pt x="211028" y="304613"/></a:lnTo><a:lnTo><a:pt x="190129" y="345728"/></a:lnTo><a:lnTo><a:pt x="150818" y="366163"/></a:lnTo><a:lnTo><a:pt x="128351" y="369616"/></a:lnTo><a:lnTo><a:pt x="112498" y="367912"/></a:lnTo><a:lnTo><a:pt x="100375" y="360253"/></a:lnTo><a:lnTo><a:pt x="95311" y="344331"/></a:lnTo><a:lnTo><a:pt x="95395" y="342063"/></a:lnTo><a:lnTo><a:pt x="95479" y="339712"/></a:lnTo><a:lnTo><a:pt x="109251" y="297476"/></a:lnTo><a:lnTo><a:pt x="139643" y="247717"/></a:lnTo><a:lnTo><a:pt x="170972" y="207376"/></a:lnTo><a:lnTo><a:pt x="209583" y="165582"/></a:lnTo><a:lnTo><a:pt x="240989" y="137169"/></a:lnTo><a:lnTo><a:pt x="276883" y="112811"/></a:lnTo><a:lnTo><a:pt x="297690" y="106109"/></a:lnTo><a:lnTo><a:pt x="301217" y="106109"/></a:lnTo><a:lnTo><a:pt x="302896" y="106361"/></a:lnTo><a:lnTo><a:pt x="304492" y="106613"/></a:lnTo><a:lnTo><a:pt x="315131" y="116011"/></a:lnTo><a:lnTo><a:pt x="318932" y="133254"/></a:lnTo><a:lnTo><a:pt x="318684" y="152269"/></a:lnTo><a:lnTo><a:pt x="304691" y="230854"/></a:lnTo><a:lnTo><a:pt x="291926" y="279451"/></a:lnTo><a:lnTo><a:pt x="278244" y="327802"/></a:lnTo><a:lnTo><a:pt x="265192" y="376239"/></a:lnTo><a:lnTo><a:pt x="264688" y="378590"/></a:lnTo><a:lnTo><a:pt x="264184" y="380857"/></a:lnTo><a:lnTo><a:pt x="263680" y="382957"/></a:lnTo><a:lnTo><a:pt x="263344" y="384972"/></a:lnTo><a:lnTo><a:pt x="262471" y="397576"/></a:lnTo><a:lnTo><a:pt x="266587" y="396870"/></a:lnTo><a:lnTo><a:pt x="273008" y="389144"/></a:lnTo><a:lnTo><a:pt x="279048" y="380689"/></a:lnTo><a:lnTo><a:pt x="280643" y="378338"/></a:lnTo><a:lnTo><a:pt x="282323" y="375987"/></a:lnTo><a:lnTo><a:pt x="319405" y="324434"/></a:lnTo><a:lnTo><a:pt x="367557" y="286811"/></a:lnTo><a:lnTo><a:pt x="369656" y="286727"/></a:lnTo><a:lnTo><a:pt x="371756" y="286811"/></a:lnTo><a:lnTo><a:pt x="402970" y="322941"/></a:lnTo><a:lnTo><a:pt x="410552" y="363644"/></a:lnTo><a:lnTo><a:pt x="410804" y="367506"/></a:lnTo><a:lnTo><a:pt x="409407" y="396643"/></a:lnTo><a:lnTo><a:pt x="391918" y="449827"/></a:lnTo><a:lnTo><a:pt x="366549" y="486491"/></a:lnTo><a:lnTo><a:pt x="324253" y="526410"/></a:lnTo><a:lnTo><a:pt x="288320" y="551320"/></a:lnTo><a:lnTo><a:pt x="249913" y="572429"/></a:lnTo><a:lnTo><a:pt x="210692" y="589522"/></a:lnTo><a:lnTo><a:pt x="169461" y="601529"/></a:lnTo><a:lnTo><a:pt x="164758" y="602033"/></a:lnTo><a:lnTo><a:pt x="162911" y="602033"/></a:lnTo><a:lnTo><a:pt x="159552" y="600438"/></a:lnTo><a:lnTo><a:pt x="159636" y="600018"/></a:lnTo><a:lnTo><a:pt x="161399" y="597499"/></a:lnTo><a:lnTo><a:pt x="161987" y="596827"/></a:lnTo><a:lnTo><a:pt x="165953" y="593318"/></a:lnTo><a:lnTo><a:pt x="170493" y="590550"/></a:lnTo><a:lnTo><a:pt x="174919" y="587674"/></a:lnTo><a:lnTo><a:pt x="219195" y="562360"/></a:lnTo><a:lnTo><a:pt x="237732" y="552239"/></a:lnTo><a:lnTo><a:pt x="243778" y="548880"/></a:lnTo><a:lnTo><a:pt x="282852" y="527337"/></a:lnTo><a:lnTo><a:pt x="335340" y="497185"/></a:lnTo><a:lnTo><a:pt x="373099" y="473560"/></a:lnTo><a:lnTo><a:pt x="413532" y="444002"/></a:lnTo><a:lnTo><a:pt x="440027" y="416208"/></a:lnTo><a:lnTo><a:pt x="449023" y="396768"/></a:lnTo><a:lnTo><a:pt x="448590" y="379393"/></a:lnTo><a:lnTo><a:pt x="423904" y="349873"/></a:lnTo><a:lnTo><a:pt x="380130" y="327806"/></a:lnTo><a:lnTo><a:pt x="340997" y="314451"/></a:lnTo><a:lnTo><a:pt x="289544" y="300414"/></a:lnTo><a:lnTo><a:pt x="261413" y="293697"/></a:lnTo><a:lnTo><a:pt x="254107" y="292018"/></a:lnTo></a:path></a:pathLst></a:custGeom><a:ln w="3175"><a:solidFill><a:srgbClr val="003EFF"/></a:solidFill></a:ln></p:spPr><p:txBody><a:bodyPr wrap="square" lIns="0" tIns="0" rIns="0" bIns="0" rtlCol="0"/><a:lstStyle/><a:p/></p:txBody></p:sp><p:sp><p:nvSpPr><p:cNvPr id="647" name="object 647"/><p:cNvSpPr/><p:nvPr/></p:nvSpPr><p:spPr><a:xfrm><a:off x="16547204" y="12724891"/><a:ext cx="19050" cy="37465"/></a:xfrm><a:custGeom><a:avLst/><a:gdLst/><a:ahLst/><a:cxnLst/><a:rect l="l" t="t" r="r" b="b"/><a:pathLst><a:path w="19050" h="37465"><a:moveTo><a:pt x="0" y="36862"/></a:moveTo><a:lnTo><a:pt x="0" y="0"/></a:lnTo><a:lnTo><a:pt x="9237" y="0"/></a:lnTo><a:lnTo><a:pt x="13184" y="1679"/></a:lnTo><a:lnTo><a:pt x="15787" y="5206"/></a:lnTo><a:lnTo><a:pt x="17130" y="8732"/></a:lnTo><a:lnTo><a:pt x="18474" y="14022"/></a:lnTo><a:lnTo><a:pt x="18474" y="22839"/></a:lnTo><a:lnTo><a:pt x="17130" y="28129"/></a:lnTo><a:lnTo><a:pt x="15787" y="31656"/></a:lnTo><a:lnTo><a:pt x="13184" y="35183"/></a:lnTo><a:lnTo><a:pt x="9237" y="36862"/></a:lnTo><a:lnTo><a:pt x="0" y="36862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648" name="object 648"/><p:cNvSpPr/><p:nvPr/></p:nvSpPr><p:spPr><a:xfrm><a:off x="16589359" y="12737151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649" name="object 649"/><p:cNvSpPr/><p:nvPr/></p:nvSpPr><p:spPr><a:xfrm><a:off x="16573572" y="12737151"/><a:ext cx="15875" cy="24765"/></a:xfrm><a:custGeom><a:avLst/><a:gdLst/><a:ahLst/><a:cxnLst/><a:rect l="l" t="t" r="r" b="b"/><a:pathLst><a:path w="15875" h="24765"><a:moveTo><a:pt x="15787" y="5290"/></a:moveTo><a:lnTo><a:pt x="13184" y="1763"/></a:lnTo><a:lnTo><a:pt x="10580" y="0"/></a:lnTo><a:lnTo><a:pt x="6550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550" y="24603"/></a:lnTo><a:lnTo><a:pt x="10580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50" name="object 650"/><p:cNvSpPr/><p:nvPr/></p:nvSpPr><p:spPr><a:xfrm><a:off x="16601283" y="12724891"/><a:ext cx="6985" cy="37465"/></a:xfrm><a:custGeom><a:avLst/><a:gdLst/><a:ahLst/><a:cxnLst/><a:rect l="l" t="t" r="r" b="b"/><a:pathLst><a:path w="6984" h="37465"><a:moveTo><a:pt x="0" y="0"/></a:moveTo><a:lnTo><a:pt x="0" y="29893"/></a:lnTo><a:lnTo><a:pt x="1343" y="35183"/></a:lnTo><a:lnTo><a:pt x="3946" y="36862"/></a:lnTo><a:lnTo><a:pt x="655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651" name="object 651"/><p:cNvSpPr/><p:nvPr/></p:nvSpPr><p:spPr><a:xfrm><a:off x="16597336" y="12737151"/><a:ext cx="9525" cy="0"/></a:xfrm><a:custGeom><a:avLst/><a:gdLst/><a:ahLst/><a:cxnLst/><a:rect l="l" t="t" r="r" b="b"/><a:pathLst><a:path w="9525" h="0"><a:moveTo><a:pt x="0" y="0"/></a:moveTo><a:lnTo><a:pt x="923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52" name="object 652"/><p:cNvSpPr/><p:nvPr/></p:nvSpPr><p:spPr><a:xfrm><a:off x="16614468" y="12737151"/><a:ext cx="15875" cy="24765"/></a:xfrm><a:custGeom><a:avLst/><a:gdLst/><a:ahLst/><a:cxnLst/><a:rect l="l" t="t" r="r" b="b"/><a:pathLst><a:path w="15875" h="24765"><a:moveTo><a:pt x="0" y="10580"/></a:moveTo><a:lnTo><a:pt x="15871" y="10580"/></a:lnTo><a:lnTo><a:pt x="15871" y="7053"/></a:lnTo><a:lnTo><a:pt x="14527" y="3526"/></a:lnTo><a:lnTo><a:pt x="13184" y="1763"/></a:lnTo><a:lnTo><a:pt x="10580" y="0"/></a:lnTo><a:lnTo><a:pt x="6634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634" y="24603"/></a:lnTo><a:lnTo><a:pt x="10580" y="24603"/></a:lnTo><a:lnTo><a:pt x="13184" y="22923"/></a:lnTo><a:lnTo><a:pt x="15871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53" name="object 653"/><p:cNvSpPr/><p:nvPr/></p:nvSpPr><p:spPr><a:xfrm><a:off x="16665944" y="12724891"/><a:ext cx="19050" cy="37465"/></a:xfrm><a:custGeom><a:avLst/><a:gdLst/><a:ahLst/><a:cxnLst/><a:rect l="l" t="t" r="r" b="b"/><a:pathLst><a:path w="19050" h="37465"><a:moveTo><a:pt x="18474" y="5206"/></a:moveTo><a:lnTo><a:pt x="15787" y="1679"/></a:lnTo><a:lnTo><a:pt x="11840" y="0"/></a:lnTo><a:lnTo><a:pt x="6550" y="0"/></a:lnTo><a:lnTo><a:pt x="2603" y="1679"/></a:lnTo><a:lnTo><a:pt x="0" y="5206"/></a:lnTo><a:lnTo><a:pt x="0" y="8732"/></a:lnTo><a:lnTo><a:pt x="1343" y="12259"/></a:lnTo><a:lnTo><a:pt x="2603" y="14022"/></a:lnTo><a:lnTo><a:pt x="5290" y="15786"/></a:lnTo><a:lnTo><a:pt x="13184" y="19312"/></a:lnTo><a:lnTo><a:pt x="15787" y="21076"/></a:lnTo><a:lnTo><a:pt x="17130" y="22839"/></a:lnTo><a:lnTo><a:pt x="18474" y="26366"/></a:lnTo><a:lnTo><a:pt x="18474" y="31656"/></a:lnTo><a:lnTo><a:pt x="15787" y="35183"/></a:lnTo><a:lnTo><a:pt x="11840" y="36862"/></a:lnTo><a:lnTo><a:pt x="6550" y="36862"/></a:lnTo><a:lnTo><a:pt x="2603" y="35183"/></a:lnTo><a:lnTo><a:pt x="0" y="31656"/></a:lnTo></a:path></a:pathLst></a:custGeom><a:ln w="3175"><a:solidFill><a:srgbClr val="000000"/></a:solidFill></a:ln></p:spPr><p:txBody><a:bodyPr wrap="square" lIns="0" tIns="0" rIns="0" bIns="0" rtlCol="0"/><a:lstStyle/><a:p/></p:txBody></p:sp><p:sp><p:nvSpPr><p:cNvPr id="654" name="object 654"/><p:cNvSpPr/><p:nvPr/></p:nvSpPr><p:spPr><a:xfrm><a:off x="16692312" y="12723128"/><a:ext cx="3175" cy="3810"/></a:xfrm><a:custGeom><a:avLst/><a:gdLst/><a:ahLst/><a:cxnLst/><a:rect l="l" t="t" r="r" b="b"/><a:pathLst><a:path w="3175" h="3809"><a:moveTo><a:pt x="0" y="1763"/></a:moveTo><a:lnTo><a:pt x="1343" y="3442"/></a:lnTo><a:lnTo><a:pt x="2603" y="1763"/></a:lnTo><a:lnTo><a:pt x="1343" y="0"/></a:lnTo><a:lnTo><a:pt x="0" y="1763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655" name="object 655"/><p:cNvSpPr/><p:nvPr/></p:nvSpPr><p:spPr><a:xfrm><a:off x="16693656" y="12737151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656" name="object 656"/><p:cNvSpPr/><p:nvPr/></p:nvSpPr><p:spPr><a:xfrm><a:off x="16706840" y="12737151"/><a:ext cx="12065" cy="37465"/></a:xfrm><a:custGeom><a:avLst/><a:gdLst/><a:ahLst/><a:cxnLst/><a:rect l="l" t="t" r="r" b="b"/><a:pathLst><a:path w="12065" h="37465"><a:moveTo><a:pt x="11840" y="0"/></a:moveTo><a:lnTo><a:pt x="11840" y="28129"/></a:lnTo><a:lnTo><a:pt x="10580" y="33419"/></a:lnTo><a:lnTo><a:pt x="9237" y="35183"/></a:lnTo><a:lnTo><a:pt x="6550" y="36946"/></a:lnTo><a:lnTo><a:pt x="2603" y="36946"/></a:lnTo><a:lnTo><a:pt x="0" y="35183"/></a:lnTo></a:path></a:pathLst></a:custGeom><a:ln w="3175"><a:solidFill><a:srgbClr val="000000"/></a:solidFill></a:ln></p:spPr><p:txBody><a:bodyPr wrap="square" lIns="0" tIns="0" rIns="0" bIns="0" rtlCol="0"/><a:lstStyle/><a:p/></p:txBody></p:sp><p:sp><p:nvSpPr><p:cNvPr id="657" name="object 657"/><p:cNvSpPr/><p:nvPr/></p:nvSpPr><p:spPr><a:xfrm><a:off x="16702893" y="12737151"/><a:ext cx="15875" cy="24765"/></a:xfrm><a:custGeom><a:avLst/><a:gdLst/><a:ahLst/><a:cxnLst/><a:rect l="l" t="t" r="r" b="b"/><a:pathLst><a:path w="15875" h="24765"><a:moveTo><a:pt x="15787" y="5290"/></a:moveTo><a:lnTo><a:pt x="13184" y="1763"/></a:lnTo><a:lnTo><a:pt x="10496" y="0"/></a:lnTo><a:lnTo><a:pt x="6550" y="0"/></a:lnTo><a:lnTo><a:pt x="3946" y="1763"/></a:lnTo><a:lnTo><a:pt x="1259" y="5290"/></a:lnTo><a:lnTo><a:pt x="0" y="10580"/></a:lnTo><a:lnTo><a:pt x="0" y="14106"/></a:lnTo><a:lnTo><a:pt x="1259" y="19396"/></a:lnTo><a:lnTo><a:pt x="3946" y="22923"/></a:lnTo><a:lnTo><a:pt x="6550" y="24603"/></a:lnTo><a:lnTo><a:pt x="10496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58" name="object 658"/><p:cNvSpPr/><p:nvPr/></p:nvSpPr><p:spPr><a:xfrm><a:off x="16729261" y="12737151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659" name="object 659"/><p:cNvSpPr/><p:nvPr/></p:nvSpPr><p:spPr><a:xfrm><a:off x="16729261" y="12737151"/><a:ext cx="14604" cy="24765"/></a:xfrm><a:custGeom><a:avLst/><a:gdLst/><a:ahLst/><a:cxnLst/><a:rect l="l" t="t" r="r" b="b"/><a:pathLst><a:path w="14605" h="24765"><a:moveTo><a:pt x="0" y="7053"/></a:moveTo><a:lnTo><a:pt x="3946" y="1763"/></a:lnTo><a:lnTo><a:pt x="6634" y="0"/></a:lnTo><a:lnTo><a:pt x="10580" y="0"/></a:lnTo><a:lnTo><a:pt x="13184" y="1763"/></a:lnTo><a:lnTo><a:pt x="14527" y="7053"/></a:lnTo><a:lnTo><a:pt x="14527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660" name="object 660"/><p:cNvSpPr/><p:nvPr/></p:nvSpPr><p:spPr><a:xfrm><a:off x="16753026" y="12737151"/><a:ext cx="15875" cy="24765"/></a:xfrm><a:custGeom><a:avLst/><a:gdLst/><a:ahLst/><a:cxnLst/><a:rect l="l" t="t" r="r" b="b"/><a:pathLst><a:path w="15875" h="24765"><a:moveTo><a:pt x="0" y="10580"/></a:moveTo><a:lnTo><a:pt x="15787" y="10580"/></a:lnTo><a:lnTo><a:pt x="15787" y="7053"/></a:lnTo><a:lnTo><a:pt x="14527" y="3526"/></a:lnTo><a:lnTo><a:pt x="13184" y="1763"/></a:lnTo><a:lnTo><a:pt x="10580" y="0"/></a:lnTo><a:lnTo><a:pt x="6550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550" y="24603"/></a:lnTo><a:lnTo><a:pt x="10580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61" name="object 661"/><p:cNvSpPr/><p:nvPr/></p:nvSpPr><p:spPr><a:xfrm><a:off x="16792578" y="12724891"/><a:ext cx="0" cy="37465"/></a:xfrm><a:custGeom><a:avLst/><a:gdLst/><a:ahLst/><a:cxnLst/><a:rect l="l" t="t" r="r" b="b"/><a:pathLst><a:path w="0" h="37465"><a:moveTo><a:pt x="0" y="0"/></a:moveTo><a:lnTo><a:pt x="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662" name="object 662"/><p:cNvSpPr/><p:nvPr/></p:nvSpPr><p:spPr><a:xfrm><a:off x="16776791" y="12737151"/><a:ext cx="15875" cy="24765"/></a:xfrm><a:custGeom><a:avLst/><a:gdLst/><a:ahLst/><a:cxnLst/><a:rect l="l" t="t" r="r" b="b"/><a:pathLst><a:path w="15875" h="24765"><a:moveTo><a:pt x="15787" y="5290"/></a:moveTo><a:lnTo><a:pt x="13184" y="1763"/></a:lnTo><a:lnTo><a:pt x="10496" y="0"/></a:lnTo><a:lnTo><a:pt x="6550" y="0"/></a:lnTo><a:lnTo><a:pt x="3946" y="1763"/></a:lnTo><a:lnTo><a:pt x="1259" y="5290"/></a:lnTo><a:lnTo><a:pt x="0" y="10580"/></a:lnTo><a:lnTo><a:pt x="0" y="14106"/></a:lnTo><a:lnTo><a:pt x="1259" y="19396"/></a:lnTo><a:lnTo><a:pt x="3946" y="22923"/></a:lnTo><a:lnTo><a:pt x="6550" y="24603"/></a:lnTo><a:lnTo><a:pt x="10496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63" name="object 663"/><p:cNvSpPr/><p:nvPr/></p:nvSpPr><p:spPr><a:xfrm><a:off x="16803159" y="12737151"/><a:ext cx="3175" cy="3810"/></a:xfrm><a:custGeom><a:avLst/><a:gdLst/><a:ahLst/><a:cxnLst/><a:rect l="l" t="t" r="r" b="b"/><a:pathLst><a:path w="3175" h="3809"><a:moveTo><a:pt x="1343" y="0"/></a:moveTo><a:lnTo><a:pt x="0" y="1763"/></a:lnTo><a:lnTo><a:pt x="1343" y="3526"/></a:lnTo><a:lnTo><a:pt x="2603" y="1763"/></a:lnTo><a:lnTo><a:pt x="1343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664" name="object 664"/><p:cNvSpPr/><p:nvPr/></p:nvSpPr><p:spPr><a:xfrm><a:off x="16803159" y="12758311"/><a:ext cx="3175" cy="3810"/></a:xfrm><a:custGeom><a:avLst/><a:gdLst/><a:ahLst/><a:cxnLst/><a:rect l="l" t="t" r="r" b="b"/><a:pathLst><a:path w="3175" h="3809"><a:moveTo><a:pt x="1343" y="0"/></a:moveTo><a:lnTo><a:pt x="0" y="1763"/></a:lnTo><a:lnTo><a:pt x="1343" y="3442"/></a:lnTo><a:lnTo><a:pt x="2603" y="1763"/></a:lnTo><a:lnTo><a:pt x="1343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665" name="object 665"/><p:cNvSpPr/><p:nvPr/></p:nvSpPr><p:spPr><a:xfrm><a:off x="16844055" y="12724891"/><a:ext cx="19050" cy="37465"/></a:xfrm><a:custGeom><a:avLst/><a:gdLst/><a:ahLst/><a:cxnLst/><a:rect l="l" t="t" r="r" b="b"/><a:pathLst><a:path w="19050" h="37465"><a:moveTo><a:pt x="0" y="36862"/></a:moveTo><a:lnTo><a:pt x="0" y="0"/></a:lnTo><a:lnTo><a:pt x="9237" y="0"/></a:lnTo><a:lnTo><a:pt x="13184" y="1679"/></a:lnTo><a:lnTo><a:pt x="15871" y="5206"/></a:lnTo><a:lnTo><a:pt x="17130" y="8732"/></a:lnTo><a:lnTo><a:pt x="18474" y="14022"/></a:lnTo><a:lnTo><a:pt x="18474" y="22839"/></a:lnTo><a:lnTo><a:pt x="17130" y="28129"/></a:lnTo><a:lnTo><a:pt x="15871" y="31656"/></a:lnTo><a:lnTo><a:pt x="13184" y="35183"/></a:lnTo><a:lnTo><a:pt x="9237" y="36862"/></a:lnTo><a:lnTo><a:pt x="0" y="36862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666" name="object 666"/><p:cNvSpPr/><p:nvPr/></p:nvSpPr><p:spPr><a:xfrm><a:off x="16870423" y="12737151"/><a:ext cx="15875" cy="24765"/></a:xfrm><a:custGeom><a:avLst/><a:gdLst/><a:ahLst/><a:cxnLst/><a:rect l="l" t="t" r="r" b="b"/><a:pathLst><a:path w="15875" h="24765"><a:moveTo><a:pt x="0" y="10580"/></a:moveTo><a:lnTo><a:pt x="15871" y="10580"/></a:lnTo><a:lnTo><a:pt x="15871" y="7053"/></a:lnTo><a:lnTo><a:pt x="14527" y="3526"/></a:lnTo><a:lnTo><a:pt x="13184" y="1763"/></a:lnTo><a:lnTo><a:pt x="10580" y="0"/></a:lnTo><a:lnTo><a:pt x="6634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634" y="24603"/></a:lnTo><a:lnTo><a:pt x="10580" y="24603"/></a:lnTo><a:lnTo><a:pt x="13184" y="22923"/></a:lnTo><a:lnTo><a:pt x="15871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67" name="object 667"/><p:cNvSpPr/><p:nvPr/></p:nvSpPr><p:spPr><a:xfrm><a:off x="16894187" y="12737151"/><a:ext cx="15875" cy="24765"/></a:xfrm><a:custGeom><a:avLst/><a:gdLst/><a:ahLst/><a:cxnLst/><a:rect l="l" t="t" r="r" b="b"/><a:pathLst><a:path w="15875" h="24765"><a:moveTo><a:pt x="15871" y="5290"/></a:moveTo><a:lnTo><a:pt x="13184" y="1763"/></a:lnTo><a:lnTo><a:pt x="10580" y="0"/></a:lnTo><a:lnTo><a:pt x="6634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634" y="24603"/></a:lnTo><a:lnTo><a:pt x="10580" y="24603"/></a:lnTo><a:lnTo><a:pt x="13184" y="22923"/></a:lnTo><a:lnTo><a:pt x="15871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68" name="object 668"/><p:cNvSpPr/><p:nvPr/></p:nvSpPr><p:spPr><a:xfrm><a:off x="16917953" y="12737151"/><a:ext cx="15875" cy="24765"/></a:xfrm><a:custGeom><a:avLst/><a:gdLst/><a:ahLst/><a:cxnLst/><a:rect l="l" t="t" r="r" b="b"/><a:pathLst><a:path w="15875" h="24765"><a:moveTo><a:pt x="0" y="10580"/></a:moveTo><a:lnTo><a:pt x="15787" y="10580"/></a:lnTo><a:lnTo><a:pt x="15787" y="7053"/></a:lnTo><a:lnTo><a:pt x="14527" y="3526"/></a:lnTo><a:lnTo><a:pt x="13184" y="1763"/></a:lnTo><a:lnTo><a:pt x="10580" y="0"/></a:lnTo><a:lnTo><a:pt x="6550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550" y="24603"/></a:lnTo><a:lnTo><a:pt x="10580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69" name="object 669"/><p:cNvSpPr/><p:nvPr/></p:nvSpPr><p:spPr><a:xfrm><a:off x="16942977" y="12737151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670" name="object 670"/><p:cNvSpPr/><p:nvPr/></p:nvSpPr><p:spPr><a:xfrm><a:off x="16942977" y="12737151"/><a:ext cx="14604" cy="24765"/></a:xfrm><a:custGeom><a:avLst/><a:gdLst/><a:ahLst/><a:cxnLst/><a:rect l="l" t="t" r="r" b="b"/><a:pathLst><a:path w="14605" h="24765"><a:moveTo><a:pt x="0" y="7053"/></a:moveTo><a:lnTo><a:pt x="4030" y="1763"/></a:lnTo><a:lnTo><a:pt x="6634" y="0"/></a:lnTo><a:lnTo><a:pt x="10580" y="0"/></a:lnTo><a:lnTo><a:pt x="13268" y="1763"/></a:lnTo><a:lnTo><a:pt x="14527" y="7053"/></a:lnTo><a:lnTo><a:pt x="14527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671" name="object 671"/><p:cNvSpPr/><p:nvPr/></p:nvSpPr><p:spPr><a:xfrm><a:off x="16957504" y="12737151"/><a:ext cx="14604" cy="24765"/></a:xfrm><a:custGeom><a:avLst/><a:gdLst/><a:ahLst/><a:cxnLst/><a:rect l="l" t="t" r="r" b="b"/><a:pathLst><a:path w="14605" h="24765"><a:moveTo><a:pt x="0" y="7053"/></a:moveTo><a:lnTo><a:pt x="3946" y="1763"/></a:lnTo><a:lnTo><a:pt x="6634" y="0"/></a:lnTo><a:lnTo><a:pt x="10580" y="0"/></a:lnTo><a:lnTo><a:pt x="13184" y="1763"/></a:lnTo><a:lnTo><a:pt x="14527" y="7053"/></a:lnTo><a:lnTo><a:pt x="14527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672" name="object 672"/><p:cNvSpPr/><p:nvPr/></p:nvSpPr><p:spPr><a:xfrm><a:off x="16982613" y="12724891"/><a:ext cx="0" cy="37465"/></a:xfrm><a:custGeom><a:avLst/><a:gdLst/><a:ahLst/><a:cxnLst/><a:rect l="l" t="t" r="r" b="b"/><a:pathLst><a:path w="0" h="37465"><a:moveTo><a:pt x="0" y="0"/></a:moveTo><a:lnTo><a:pt x="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673" name="object 673"/><p:cNvSpPr/><p:nvPr/></p:nvSpPr><p:spPr><a:xfrm><a:off x="16982613" y="12737151"/><a:ext cx="15875" cy="24765"/></a:xfrm><a:custGeom><a:avLst/><a:gdLst/><a:ahLst/><a:cxnLst/><a:rect l="l" t="t" r="r" b="b"/><a:pathLst><a:path w="15875" h="24765"><a:moveTo><a:pt x="0" y="5290"/></a:moveTo><a:lnTo><a:pt x="2603" y="1763"/></a:lnTo><a:lnTo><a:pt x="5290" y="0"/></a:lnTo><a:lnTo><a:pt x="9237" y="0"/></a:lnTo><a:lnTo><a:pt x="11840" y="1763"/></a:lnTo><a:lnTo><a:pt x="14527" y="5290"/></a:lnTo><a:lnTo><a:pt x="15787" y="10580"/></a:lnTo><a:lnTo><a:pt x="15787" y="14106"/></a:lnTo><a:lnTo><a:pt x="14527" y="19396"/></a:lnTo><a:lnTo><a:pt x="11840" y="22923"/></a:lnTo><a:lnTo><a:pt x="9237" y="24603"/></a:lnTo><a:lnTo><a:pt x="5290" y="24603"/></a:lnTo><a:lnTo><a:pt x="2603" y="22923"/></a:lnTo><a:lnTo><a:pt x="0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74" name="object 674"/><p:cNvSpPr/><p:nvPr/></p:nvSpPr><p:spPr><a:xfrm><a:off x="17006378" y="12737151"/><a:ext cx="15875" cy="24765"/></a:xfrm><a:custGeom><a:avLst/><a:gdLst/><a:ahLst/><a:cxnLst/><a:rect l="l" t="t" r="r" b="b"/><a:pathLst><a:path w="15875" h="24765"><a:moveTo><a:pt x="0" y="10580"/></a:moveTo><a:lnTo><a:pt x="15787" y="10580"/></a:lnTo><a:lnTo><a:pt x="15787" y="7053"/></a:lnTo><a:lnTo><a:pt x="14527" y="3526"/></a:lnTo><a:lnTo><a:pt x="13184" y="1763"/></a:lnTo><a:lnTo><a:pt x="10496" y="0"/></a:lnTo><a:lnTo><a:pt x="6550" y="0"/></a:lnTo><a:lnTo><a:pt x="3946" y="1763"/></a:lnTo><a:lnTo><a:pt x="1259" y="5290"/></a:lnTo><a:lnTo><a:pt x="0" y="10580"/></a:lnTo><a:lnTo><a:pt x="0" y="14106"/></a:lnTo><a:lnTo><a:pt x="1259" y="19396"/></a:lnTo><a:lnTo><a:pt x="3946" y="22923"/></a:lnTo><a:lnTo><a:pt x="6550" y="24603"/></a:lnTo><a:lnTo><a:pt x="10496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75" name="object 675"/><p:cNvSpPr/><p:nvPr/></p:nvSpPr><p:spPr><a:xfrm><a:off x="17031402" y="12737151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676" name="object 676"/><p:cNvSpPr/><p:nvPr/></p:nvSpPr><p:spPr><a:xfrm><a:off x="17031402" y="12737151"/><a:ext cx="10795" cy="10795"/></a:xfrm><a:custGeom><a:avLst/><a:gdLst/><a:ahLst/><a:cxnLst/><a:rect l="l" t="t" r="r" b="b"/><a:pathLst><a:path w="10794" h="10795"><a:moveTo><a:pt x="0" y="10580"/></a:moveTo><a:lnTo><a:pt x="1343" y="5290"/></a:lnTo><a:lnTo><a:pt x="3946" y="1763"/></a:lnTo><a:lnTo><a:pt x="6634" y="0"/></a:lnTo><a:lnTo><a:pt x="105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77" name="object 677"/><p:cNvSpPr/><p:nvPr/></p:nvSpPr><p:spPr><a:xfrm><a:off x="17078932" y="12724891"/><a:ext cx="6985" cy="37465"/></a:xfrm><a:custGeom><a:avLst/><a:gdLst/><a:ahLst/><a:cxnLst/><a:rect l="l" t="t" r="r" b="b"/><a:pathLst><a:path w="6984" h="37465"><a:moveTo><a:pt x="0" y="6969"/></a:moveTo><a:lnTo><a:pt x="2603" y="5206"/></a:lnTo><a:lnTo><a:pt x="6550" y="0"/></a:lnTo><a:lnTo><a:pt x="655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678" name="object 678"/><p:cNvSpPr/><p:nvPr/></p:nvSpPr><p:spPr><a:xfrm><a:off x="17101353" y="12724891"/><a:ext cx="17145" cy="37465"/></a:xfrm><a:custGeom><a:avLst/><a:gdLst/><a:ahLst/><a:cxnLst/><a:rect l="l" t="t" r="r" b="b"/><a:pathLst><a:path w="17144" h="37465"><a:moveTo><a:pt x="17130" y="12259"/></a:moveTo><a:lnTo><a:pt x="0" y="12259"/></a:lnTo><a:lnTo><a:pt x="0" y="10496"/></a:lnTo><a:lnTo><a:pt x="1343" y="5206"/></a:lnTo><a:lnTo><a:pt x="3946" y="1679"/></a:lnTo><a:lnTo><a:pt x="7893" y="0"/></a:lnTo><a:lnTo><a:pt x="9237" y="0"/></a:lnTo><a:lnTo><a:pt x="13184" y="1679"/></a:lnTo><a:lnTo><a:pt x="15871" y="5206"/></a:lnTo><a:lnTo><a:pt x="17130" y="12259"/></a:lnTo><a:lnTo><a:pt x="17130" y="21076"/></a:lnTo><a:lnTo><a:pt x="15871" y="29893"/></a:lnTo><a:lnTo><a:pt x="13184" y="35183"/></a:lnTo><a:lnTo><a:pt x="9237" y="36862"/></a:lnTo><a:lnTo><a:pt x="6634" y="36862"/></a:lnTo><a:lnTo><a:pt x="2603" y="35183"/></a:lnTo><a:lnTo><a:pt x="1343" y="31656"/></a:lnTo></a:path></a:pathLst></a:custGeom><a:ln w="3175"><a:solidFill><a:srgbClr val="000000"/></a:solidFill></a:ln></p:spPr><p:txBody><a:bodyPr wrap="square" lIns="0" tIns="0" rIns="0" bIns="0" rtlCol="0"/><a:lstStyle/><a:p/></p:txBody></p:sp><p:sp><p:nvSpPr><p:cNvPr id="679" name="object 679"/><p:cNvSpPr/><p:nvPr/></p:nvSpPr><p:spPr><a:xfrm><a:off x="17129065" y="12758311"/><a:ext cx="3175" cy="10795"/></a:xfrm><a:custGeom><a:avLst/><a:gdLst/><a:ahLst/><a:cxnLst/><a:rect l="l" t="t" r="r" b="b"/><a:pathLst><a:path w="3175" h="10795"><a:moveTo><a:pt x="2603" y="1763"/></a:moveTo><a:lnTo><a:pt x="1343" y="3442"/></a:lnTo><a:lnTo><a:pt x="0" y="1763"/></a:lnTo><a:lnTo><a:pt x="1343" y="0"/></a:lnTo><a:lnTo><a:pt x="2603" y="1763"/></a:lnTo><a:lnTo><a:pt x="2603" y="5206"/></a:lnTo><a:lnTo><a:pt x="1343" y="8732"/></a:lnTo><a:lnTo><a:pt x="0" y="104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80" name="object 680"/><p:cNvSpPr/><p:nvPr/></p:nvSpPr><p:spPr><a:xfrm><a:off x="17168617" y="12724891"/><a:ext cx="19050" cy="37465"/></a:xfrm><a:custGeom><a:avLst/><a:gdLst/><a:ahLst/><a:cxnLst/><a:rect l="l" t="t" r="r" b="b"/><a:pathLst><a:path w="19050" h="37465"><a:moveTo><a:pt x="1343" y="8732"/></a:moveTo><a:lnTo><a:pt x="1343" y="6969"/></a:lnTo><a:lnTo><a:pt x="2687" y="3442"/></a:lnTo><a:lnTo><a:pt x="3946" y="1679"/></a:lnTo><a:lnTo><a:pt x="6634" y="0"/></a:lnTo><a:lnTo><a:pt x="11924" y="0"/></a:lnTo><a:lnTo><a:pt x="14527" y="1679"/></a:lnTo><a:lnTo><a:pt x="15871" y="3442"/></a:lnTo><a:lnTo><a:pt x="17214" y="6969"/></a:lnTo><a:lnTo><a:pt x="17214" y="10496"/></a:lnTo><a:lnTo><a:pt x="15871" y="14022"/></a:lnTo><a:lnTo><a:pt x="13184" y="19312"/></a:lnTo><a:lnTo><a:pt x="0" y="36862"/></a:lnTo><a:lnTo><a:pt x="18474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681" name="object 681"/><p:cNvSpPr/><p:nvPr/></p:nvSpPr><p:spPr><a:xfrm><a:off x="17195069" y="12724891"/><a:ext cx="19050" cy="37465"/></a:xfrm><a:custGeom><a:avLst/><a:gdLst/><a:ahLst/><a:cxnLst/><a:rect l="l" t="t" r="r" b="b"/><a:pathLst><a:path w="19050" h="37465"><a:moveTo><a:pt x="7893" y="0"/></a:moveTo><a:lnTo><a:pt x="3946" y="1679"/></a:lnTo><a:lnTo><a:pt x="1259" y="6969"/></a:lnTo><a:lnTo><a:pt x="0" y="15786"/></a:lnTo><a:lnTo><a:pt x="0" y="21076"/></a:lnTo><a:lnTo><a:pt x="1259" y="29893"/></a:lnTo><a:lnTo><a:pt x="3946" y="35183"/></a:lnTo><a:lnTo><a:pt x="7893" y="36862"/></a:lnTo><a:lnTo><a:pt x="10496" y="36862"/></a:lnTo><a:lnTo><a:pt x="14443" y="35183"/></a:lnTo><a:lnTo><a:pt x="17130" y="29893"/></a:lnTo><a:lnTo><a:pt x="18474" y="21076"/></a:lnTo><a:lnTo><a:pt x="18474" y="15786"/></a:lnTo><a:lnTo><a:pt x="17130" y="6969"/></a:lnTo><a:lnTo><a:pt x="14443" y="1679"/></a:lnTo><a:lnTo><a:pt x="10496" y="0"/></a:lnTo><a:lnTo><a:pt x="7893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682" name="object 682"/><p:cNvSpPr/><p:nvPr/></p:nvSpPr><p:spPr><a:xfrm><a:off x="17221437" y="12724891"/><a:ext cx="19050" cy="37465"/></a:xfrm><a:custGeom><a:avLst/><a:gdLst/><a:ahLst/><a:cxnLst/><a:rect l="l" t="t" r="r" b="b"/><a:pathLst><a:path w="19050" h="37465"><a:moveTo><a:pt x="1343" y="8732"/></a:moveTo><a:lnTo><a:pt x="1343" y="6969"/></a:lnTo><a:lnTo><a:pt x="2603" y="3442"/></a:lnTo><a:lnTo><a:pt x="3946" y="1679"/></a:lnTo><a:lnTo><a:pt x="6550" y="0"/></a:lnTo><a:lnTo><a:pt x="11840" y="0"/></a:lnTo><a:lnTo><a:pt x="14527" y="1679"/></a:lnTo><a:lnTo><a:pt x="15787" y="3442"/></a:lnTo><a:lnTo><a:pt x="17130" y="6969"/></a:lnTo><a:lnTo><a:pt x="17130" y="10496"/></a:lnTo><a:lnTo><a:pt x="15787" y="14022"/></a:lnTo><a:lnTo><a:pt x="13184" y="19312"/></a:lnTo><a:lnTo><a:pt x="0" y="36862"/></a:lnTo><a:lnTo><a:pt x="18474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683" name="object 683"/><p:cNvSpPr/><p:nvPr/></p:nvSpPr><p:spPr><a:xfrm><a:off x="17247805" y="12724891"/><a:ext cx="19050" cy="37465"/></a:xfrm><a:custGeom><a:avLst/><a:gdLst/><a:ahLst/><a:cxnLst/><a:rect l="l" t="t" r="r" b="b"/><a:pathLst><a:path w="19050" h="37465"><a:moveTo><a:pt x="15871" y="0"/></a:moveTo><a:lnTo><a:pt x="2687" y="0"/></a:lnTo><a:lnTo><a:pt x="1343" y="15786"/></a:lnTo><a:lnTo><a:pt x="2687" y="14022"/></a:lnTo><a:lnTo><a:pt x="6634" y="12259"/></a:lnTo><a:lnTo><a:pt x="10580" y="12259"/></a:lnTo><a:lnTo><a:pt x="14527" y="14022"/></a:lnTo><a:lnTo><a:pt x="17130" y="17549"/></a:lnTo><a:lnTo><a:pt x="18474" y="22839"/></a:lnTo><a:lnTo><a:pt x="18474" y="26366"/></a:lnTo><a:lnTo><a:pt x="17130" y="31656"/></a:lnTo><a:lnTo><a:pt x="14527" y="35183"/></a:lnTo><a:lnTo><a:pt x="10580" y="36862"/></a:lnTo><a:lnTo><a:pt x="6634" y="36862"/></a:lnTo><a:lnTo><a:pt x="2687" y="35183"/></a:lnTo><a:lnTo><a:pt x="1343" y="33419"/></a:lnTo><a:lnTo><a:pt x="0" y="29893"/></a:lnTo></a:path></a:pathLst></a:custGeom><a:ln w="3175"><a:solidFill><a:srgbClr val="000000"/></a:solidFill></a:ln></p:spPr><p:txBody><a:bodyPr wrap="square" lIns="0" tIns="0" rIns="0" bIns="0" rtlCol="0"/><a:lstStyle/><a:p/></p:txBody></p:sp></p:grpSp><p:sp><p:nvSpPr><p:cNvPr id="684" name="object 684"/><p:cNvSpPr txBox="1"/><p:nvPr/></p:nvSpPr><p:spPr><a:xfrm><a:off x="15184801" y="8518439"/><a:ext cx="181610" cy="156210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25"><a:solidFill><a:srgbClr val="C00000"/></a:solidFill><a:latin typeface="Arial"/><a:cs typeface="Arial"/></a:rPr><a:t>By:</a:t></a:r><a:endParaRPr sz="850"><a:latin typeface="Arial"/><a:cs typeface="Arial"/></a:endParaRPr></a:p></p:txBody></p:sp><p:sp><p:nvSpPr><p:cNvPr id="685" name="object 685"/><p:cNvSpPr txBox="1"/><p:nvPr/></p:nvSpPr><p:spPr><a:xfrm><a:off x="15519871" y="8668012"/><a:ext cx="1778000" cy="1348105"/></a:xfrm><a:prstGeom prst="rect"><a:avLst/></a:prstGeom></p:spPr><p:txBody><a:bodyPr wrap="square" lIns="0" tIns="82550" rIns="0" bIns="0" rtlCol="0" vert="horz"><a:spAutoFit/></a:bodyPr><a:lstStyle/><a:p><a:pPr marL="15240"><a:lnSpc><a:spcPct val="100000"/></a:lnSpc><a:spcBef><a:spcPts val="650"/></a:spcBef></a:pPr><a:r><a:rPr dirty="0" sz="850"><a:solidFill><a:srgbClr val="C00000"/></a:solidFill><a:latin typeface="Arial"/><a:cs typeface="Arial"/></a:rPr><a:t>BUILDING</a:t></a:r><a:r><a:rPr dirty="0" sz="850" spc="-10"><a:solidFill><a:srgbClr val="C00000"/></a:solidFill><a:latin typeface="Arial"/><a:cs typeface="Arial"/></a:rPr><a:t> </a:t></a:r><a:r><a:rPr dirty="0" sz="850" spc="-20"><a:solidFill><a:srgbClr val="C00000"/></a:solidFill><a:latin typeface="Arial"/><a:cs typeface="Arial"/></a:rPr><a:t>CODE</a:t></a:r><a:endParaRPr sz="850"><a:latin typeface="Arial"/><a:cs typeface="Arial"/></a:endParaRPr></a:p><a:p><a:pPr marL="12700" marR="5080"><a:lnSpc><a:spcPct val="107300"/></a:lnSpc><a:spcBef><a:spcPts val="440"/></a:spcBef></a:pPr><a:r><a:rPr dirty="0" sz="700"><a:solidFill><a:srgbClr val="C00000"/></a:solidFill><a:latin typeface="Arial"/><a:cs typeface="Arial"/></a:rPr><a:t>Subject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to</a:t></a:r><a:r><a:rPr dirty="0" sz="700" spc="85"><a:solidFill><a:srgbClr val="C00000"/></a:solidFill><a:latin typeface="Arial"/><a:cs typeface="Arial"/></a:rPr><a:t> </a:t></a:r><a:r><a:rPr dirty="0" sz="700"><a:solidFill><a:srgbClr val="C00000"/></a:solidFill><a:latin typeface="Arial"/><a:cs typeface="Arial"/></a:rPr><a:t>CBC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Sections</a:t></a:r><a:r><a:rPr dirty="0" sz="700" spc="85"><a:solidFill><a:srgbClr val="C00000"/></a:solidFill><a:latin typeface="Arial"/><a:cs typeface="Arial"/></a:rPr><a:t> </a:t></a:r><a:r><a:rPr dirty="0" sz="700"><a:solidFill><a:srgbClr val="C00000"/></a:solidFill><a:latin typeface="Arial"/><a:cs typeface="Arial"/></a:rPr><a:t>105.4,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107.3</a:t></a:r><a:r><a:rPr dirty="0" sz="700" spc="85"><a:solidFill><a:srgbClr val="C00000"/></a:solidFill><a:latin typeface="Arial"/><a:cs typeface="Arial"/></a:rPr><a:t> </a:t></a:r><a:r><a:rPr dirty="0" sz="700" spc="-25"><a:solidFill><a:srgbClr val="C00000"/></a:solidFill><a:latin typeface="Arial"/><a:cs typeface="Arial"/></a:rPr><a:t>and</a:t></a:r><a:r><a:rPr dirty="0" sz="700" spc="500"><a:solidFill><a:srgbClr val="C00000"/></a:solidFill><a:latin typeface="Arial"/><a:cs typeface="Arial"/></a:rPr><a:t> </a:t></a:r><a:r><a:rPr dirty="0" sz="700"><a:solidFill><a:srgbClr val="C00000"/></a:solidFill><a:latin typeface="Arial"/><a:cs typeface="Arial"/></a:rPr><a:t>CRC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R105.4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and</a:t></a:r><a:r><a:rPr dirty="0" sz="700" spc="80"><a:solidFill><a:srgbClr val="C00000"/></a:solidFill><a:latin typeface="Arial"/><a:cs typeface="Arial"/></a:rPr><a:t> </a:t></a:r><a:r><a:rPr dirty="0" sz="700" spc="-10"><a:solidFill><a:srgbClr val="C00000"/></a:solidFill><a:latin typeface="Arial"/><a:cs typeface="Arial"/></a:rPr><a:t>R106.3</a:t></a:r><a:endParaRPr sz="700"><a:latin typeface="Arial"/><a:cs typeface="Arial"/></a:endParaRPr></a:p><a:p><a:pPr marL="15240" marR="187960"><a:lnSpc><a:spcPct val="124300"/></a:lnSpc><a:spcBef><a:spcPts val="254"/></a:spcBef></a:pPr><a:r><a:rPr dirty="0" sz="850"><a:solidFill><a:srgbClr val="C00000"/></a:solidFill><a:latin typeface="Arial"/><a:cs typeface="Arial"/></a:rPr><a:t>SURVEY</a:t></a:r><a:r><a:rPr dirty="0" sz="850" spc="10"><a:solidFill><a:srgbClr val="C00000"/></a:solidFill><a:latin typeface="Arial"/><a:cs typeface="Arial"/></a:rPr><a:t> </a:t></a:r><a:r><a:rPr dirty="0" sz="850"><a:solidFill><a:srgbClr val="C00000"/></a:solidFill><a:latin typeface="Arial"/><a:cs typeface="Arial"/></a:rPr><a:t>(REVIEW</a:t></a:r><a:r><a:rPr dirty="0" sz="850" spc="30"><a:solidFill><a:srgbClr val="C00000"/></a:solidFill><a:latin typeface="Arial"/><a:cs typeface="Arial"/></a:rPr><a:t> </a:t></a:r><a:r><a:rPr dirty="0" sz="850" spc="-20"><a:solidFill><a:srgbClr val="C00000"/></a:solidFill><a:latin typeface="Arial"/><a:cs typeface="Arial"/></a:rPr><a:t>ONLY) </a:t></a:r><a:r><a:rPr dirty="0" sz="850"><a:solidFill><a:srgbClr val="C00000"/></a:solidFill><a:latin typeface="Arial"/><a:cs typeface="Arial"/></a:rPr><a:t>PLOT</a:t></a:r><a:r><a:rPr dirty="0" sz="850" spc="15"><a:solidFill><a:srgbClr val="C00000"/></a:solidFill><a:latin typeface="Arial"/><a:cs typeface="Arial"/></a:rPr><a:t> </a:t></a:r><a:r><a:rPr dirty="0" sz="850"><a:solidFill><a:srgbClr val="C00000"/></a:solidFill><a:latin typeface="Arial"/><a:cs typeface="Arial"/></a:rPr><a:t>PLAN</a:t></a:r><a:r><a:rPr dirty="0" sz="850" spc="15"><a:solidFill><a:srgbClr val="C00000"/></a:solidFill><a:latin typeface="Arial"/><a:cs typeface="Arial"/></a:rPr><a:t> </a:t></a:r><a:r><a:rPr dirty="0" sz="850" spc="-10"><a:solidFill><a:srgbClr val="C00000"/></a:solidFill><a:latin typeface="Arial"/><a:cs typeface="Arial"/></a:rPr><a:t>REVIEW </a:t></a:r><a:r><a:rPr dirty="0" sz="850"><a:solidFill><a:srgbClr val="C00000"/></a:solidFill><a:latin typeface="Arial"/><a:cs typeface="Arial"/></a:rPr><a:t>PARKING/DRIVEWAY</a:t></a:r><a:r><a:rPr dirty="0" sz="850" spc="90"><a:solidFill><a:srgbClr val="C00000"/></a:solidFill><a:latin typeface="Arial"/><a:cs typeface="Arial"/></a:rPr><a:t> </a:t></a:r><a:r><a:rPr dirty="0" sz="850" spc="-10"><a:solidFill><a:srgbClr val="C00000"/></a:solidFill><a:latin typeface="Arial"/><a:cs typeface="Arial"/></a:rPr><a:t>LAYOUT</a:t></a:r><a:endParaRPr sz="850"><a:latin typeface="Arial"/><a:cs typeface="Arial"/></a:endParaRPr></a:p><a:p><a:pPr marL="15240" marR="49530"><a:lnSpc><a:spcPct val="124300"/></a:lnSpc></a:pPr><a:r><a:rPr dirty="0" sz="850"><a:solidFill><a:srgbClr val="C00000"/></a:solidFill><a:latin typeface="Arial"/><a:cs typeface="Arial"/></a:rPr><a:t>GRADING</a:t></a:r><a:r><a:rPr dirty="0" sz="850" spc="-10"><a:solidFill><a:srgbClr val="C00000"/></a:solidFill><a:latin typeface="Arial"/><a:cs typeface="Arial"/></a:rPr><a:t> </a:t></a:r><a:r><a:rPr dirty="0" sz="850"><a:solidFill><a:srgbClr val="C00000"/></a:solidFill><a:latin typeface="Arial"/><a:cs typeface="Arial"/></a:rPr><a:t>&amp;</a:t></a:r><a:r><a:rPr dirty="0" sz="850" spc="-10"><a:solidFill><a:srgbClr val="C00000"/></a:solidFill><a:latin typeface="Arial"/><a:cs typeface="Arial"/></a:rPr><a:t> </a:t></a:r><a:r><a:rPr dirty="0" sz="850"><a:solidFill><a:srgbClr val="C00000"/></a:solidFill><a:latin typeface="Arial"/><a:cs typeface="Arial"/></a:rPr><a:t>EROSION</a:t></a:r><a:r><a:rPr dirty="0" sz="850" spc="-5"><a:solidFill><a:srgbClr val="C00000"/></a:solidFill><a:latin typeface="Arial"/><a:cs typeface="Arial"/></a:rPr><a:t> </a:t></a:r><a:r><a:rPr dirty="0" sz="850" spc="-10"><a:solidFill><a:srgbClr val="C00000"/></a:solidFill><a:latin typeface="Arial"/><a:cs typeface="Arial"/></a:rPr><a:t>CONTROL </a:t></a:r><a:r><a:rPr dirty="0" sz="850"><a:solidFill><a:srgbClr val="C00000"/></a:solidFill><a:latin typeface="Arial"/><a:cs typeface="Arial"/></a:rPr><a:t>SOILS</a:t></a:r><a:r><a:rPr dirty="0" sz="850" spc="5"><a:solidFill><a:srgbClr val="C00000"/></a:solidFill><a:latin typeface="Arial"/><a:cs typeface="Arial"/></a:rPr><a:t> </a:t></a:r><a:r><a:rPr dirty="0" sz="850"><a:solidFill><a:srgbClr val="C00000"/></a:solidFill><a:latin typeface="Arial"/><a:cs typeface="Arial"/></a:rPr><a:t>REPORT</a:t></a:r><a:r><a:rPr dirty="0" sz="850" spc="5"><a:solidFill><a:srgbClr val="C00000"/></a:solidFill><a:latin typeface="Arial"/><a:cs typeface="Arial"/></a:rPr><a:t> </a:t></a:r><a:r><a:rPr dirty="0" sz="850"><a:solidFill><a:srgbClr val="C00000"/></a:solidFill><a:latin typeface="Arial"/><a:cs typeface="Arial"/></a:rPr><a:t>ON</a:t></a:r><a:r><a:rPr dirty="0" sz="850" spc="5"><a:solidFill><a:srgbClr val="C00000"/></a:solidFill><a:latin typeface="Arial"/><a:cs typeface="Arial"/></a:rPr><a:t> </a:t></a:r><a:r><a:rPr dirty="0" sz="850" spc="-20"><a:solidFill><a:srgbClr val="C00000"/></a:solidFill><a:latin typeface="Arial"/><a:cs typeface="Arial"/></a:rPr><a:t>FILE</a:t></a:r><a:endParaRPr sz="850"><a:latin typeface="Arial"/><a:cs typeface="Arial"/></a:endParaRPr></a:p></p:txBody></p:sp><p:sp><p:nvSpPr><p:cNvPr id="686" name="object 686"/><p:cNvSpPr txBox="1"/><p:nvPr/></p:nvSpPr><p:spPr><a:xfrm><a:off x="15184856" y="10578307"/><a:ext cx="285750" cy="156210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10"><a:solidFill><a:srgbClr val="C00000"/></a:solidFill><a:latin typeface="Arial"/><a:cs typeface="Arial"/></a:rPr><a:t>Date:</a:t></a:r><a:endParaRPr sz="850"><a:latin typeface="Arial"/><a:cs typeface="Arial"/></a:endParaRPr></a:p></p:txBody></p:sp><p:sp><p:nvSpPr><p:cNvPr id="687" name="object 687"/><p:cNvSpPr txBox="1"/><p:nvPr/></p:nvSpPr><p:spPr><a:xfrm><a:off x="15213655" y="10154690"/><a:ext cx="2171700" cy="173990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b="1"><a:solidFill><a:srgbClr val="C00000"/></a:solidFill><a:latin typeface="Arial"/><a:cs typeface="Arial"/></a:rPr><a:t>ELEC/MECH/PLUMB</a:t></a:r><a:r><a:rPr dirty="0" sz="950" spc="114" b="1"><a:solidFill><a:srgbClr val="C00000"/></a:solidFill><a:latin typeface="Arial"/><a:cs typeface="Arial"/></a:rPr><a:t> </a:t></a:r><a:r><a:rPr dirty="0" sz="950" b="1"><a:solidFill><a:srgbClr val="C00000"/></a:solidFill><a:latin typeface="Arial"/><a:cs typeface="Arial"/></a:rPr><a:t>NOT</a:t></a:r><a:r><a:rPr dirty="0" sz="950" spc="114" b="1"><a:solidFill><a:srgbClr val="C00000"/></a:solidFill><a:latin typeface="Arial"/><a:cs typeface="Arial"/></a:rPr><a:t> </a:t></a:r><a:r><a:rPr dirty="0" sz="950" spc="-10" b="1"><a:solidFill><a:srgbClr val="C00000"/></a:solidFill><a:latin typeface="Arial"/><a:cs typeface="Arial"/></a:rPr><a:t>CHECKED</a:t></a:r><a:endParaRPr sz="950"><a:latin typeface="Arial"/><a:cs typeface="Arial"/></a:endParaRPr></a:p></p:txBody></p:sp><p:grpSp><p:nvGrpSpPr><p:cNvPr id="688" name="object 688"/><p:cNvGrpSpPr/><p:nvPr/></p:nvGrpSpPr><p:grpSpPr><a:xfrm><a:off x="15177955" y="8366845"/><a:ext cx="2237740" cy="2381885"/><a:chOff x="15177955" y="8366845"/><a:chExt cx="2237740" cy="2381885"/></a:xfrm></p:grpSpPr><p:sp><p:nvSpPr><p:cNvPr id="689" name="object 689"/><p:cNvSpPr/><p:nvPr/></p:nvSpPr><p:spPr><a:xfrm><a:off x="15177947" y="9367892"/><a:ext cx="2237740" cy="1380490"/></a:xfrm><a:custGeom><a:avLst/><a:gdLst/><a:ahLst/><a:cxnLst/><a:rect l="l" t="t" r="r" b="b"/><a:pathLst><a:path w="2237740" h="1380490"><a:moveTo><a:pt x="338797" y="644067"/></a:moveTo><a:lnTo><a:pt x="0" y="644067"/></a:lnTo><a:lnTo><a:pt x="0" y="666407"/></a:lnTo><a:lnTo><a:pt x="338797" y="666407"/></a:lnTo><a:lnTo><a:pt x="338797" y="644067"/></a:lnTo><a:close/></a:path><a:path w="2237740" h="1380490"><a:moveTo><a:pt x="338797" y="483044"/></a:moveTo><a:lnTo><a:pt x="0" y="483044"/></a:lnTo><a:lnTo><a:pt x="0" y="505383"/></a:lnTo><a:lnTo><a:pt x="338797" y="505383"/></a:lnTo><a:lnTo><a:pt x="338797" y="483044"/></a:lnTo><a:close/></a:path><a:path w="2237740" h="1380490"><a:moveTo><a:pt x="338797" y="322033"/></a:moveTo><a:lnTo><a:pt x="0" y="322033"/></a:lnTo><a:lnTo><a:pt x="0" y="344373"/></a:lnTo><a:lnTo><a:pt x="338797" y="344373"/></a:lnTo><a:lnTo><a:pt x="338797" y="322033"/></a:lnTo><a:close/></a:path><a:path w="2237740" h="1380490"><a:moveTo><a:pt x="338797" y="161010"/></a:moveTo><a:lnTo><a:pt x="0" y="161010"/></a:lnTo><a:lnTo><a:pt x="0" y="183349"/></a:lnTo><a:lnTo><a:pt x="338797" y="183349"/></a:lnTo><a:lnTo><a:pt x="338797" y="161010"/></a:lnTo><a:close/></a:path><a:path w="2237740" h="1380490"><a:moveTo><a:pt x="338797" y="0"/></a:moveTo><a:lnTo><a:pt x="0" y="0"/></a:lnTo><a:lnTo><a:pt x="0" y="22326"/></a:lnTo><a:lnTo><a:pt x="338797" y="22326"/></a:lnTo><a:lnTo><a:pt x="338797" y="0"/></a:lnTo><a:close/></a:path><a:path w="2237740" h="1380490"><a:moveTo><a:pt x="2237511" y="1357947"/></a:moveTo><a:lnTo><a:pt x="337858" y="1357947"/></a:lnTo><a:lnTo><a:pt x="337858" y="1380286"/></a:lnTo><a:lnTo><a:pt x="2237511" y="1380286"/></a:lnTo><a:lnTo><a:pt x="2237511" y="1357947"/></a:lnTo><a:close/></a:path></a:pathLst></a:custGeom><a:solidFill><a:srgbClr val="C00000"/></a:solidFill></p:spPr><p:txBody><a:bodyPr wrap="square" lIns="0" tIns="0" rIns="0" bIns="0" rtlCol="0"/><a:lstStyle/><a:p/></p:txBody></p:sp><p:pic><p:nvPicPr><p:cNvPr id="690" name="object 690"/><p:cNvPicPr/><p:nvPr/></p:nvPicPr><p:blipFill><a:blip r:embed="rId13" cstate="print"/><a:stretch><a:fillRect/></a:stretch></p:blipFill><p:spPr><a:xfrm><a:off x="15177955" y="8366845"/><a:ext cx="2237514" cy="675897"/></a:xfrm><a:prstGeom prst="rect"><a:avLst/></a:prstGeom></p:spPr></p:pic></p:grpSp><p:sp><p:nvSpPr><p:cNvPr id="691" name="object 691"/><p:cNvSpPr txBox="1"/><p:nvPr/></p:nvSpPr><p:spPr><a:xfrm><a:off x="16579487" y="8513371"/><a:ext cx="429259" cy="193040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endParaRPr sz="1100"><a:latin typeface="Arial"/><a:cs typeface="Arial"/></a:endParaRPr><a:r><a:rPr dirty="0" sz="1100" spc="-10"><a:solidFill><a:srgbClr val="FF0000"/><a:t></a:t></a:r></a:p></p:txBody></p:sp><p:sp><p:nvSpPr><p:cNvPr id="696" name="object 696"/><p:cNvSpPr txBox="1"/><p:nvPr/></p:nvSpPr><p:spPr><a:xfrm><a:off x="19268078" y="12694577"/><a:ext cx="480695" cy="139065"/></a:xfrm><a:prstGeom prst="rect"><a:avLst/></a:prstGeom></p:spPr><p:txBody><a:bodyPr wrap="square" lIns="0" tIns="17145" rIns="0" bIns="0" rtlCol="0" vert="horz"><a:spAutoFit/></a:bodyPr><a:lstStyle/><a:p><a:pPr marL="12700"><a:lnSpc><a:spcPct val="100000"/></a:lnSpc><a:spcBef><a:spcPts val="135"/></a:spcBef></a:pPr><a:endParaRPr sz="700"><a:latin typeface="Verdana"/><a:cs typeface="Verdana"/></a:endParaRPr><a:r><a:rPr dirty="0" sz="700" spc="-10"><a:latin typeface="Verdana"/><a:t>{{CHECKED_BY}}</a:t></a:r></a:p></p:txBody></p:sp><p:sp><p:nvSpPr><p:cNvPr id="697" name="object 697"/><p:cNvSpPr txBox="1"/><p:nvPr/></p:nvSpPr><p:spPr><a:xfrm><a:off x="18642849" y="12708725"/><a:ext cx="513080" cy="110489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r><a:rPr dirty="0" sz="550"><a:latin typeface="Verdana"/><a:cs typeface="Verdana"/></a:rPr><a:t>CHECKED</a:t></a:r><a:r><a:rPr dirty="0" sz="550" spc="-30"><a:latin typeface="Verdana"/><a:cs typeface="Verdana"/></a:rPr><a:t> </a:t></a:r><a:r><a:rPr dirty="0" sz="550" spc="-25"><a:latin typeface="Verdana"/><a:cs typeface="Verdana"/></a:rPr><a:t>BY:</a:t></a:r><a:endParaRPr sz="550"><a:latin typeface="Verdana"/><a:cs typeface="Verdana"/></a:endParaRPr></a:p></p:txBody></p:sp><p:sp><p:nvSpPr><p:cNvPr id="698" name="object 698"/><p:cNvSpPr txBox="1"/><p:nvPr/></p:nvSpPr><p:spPr><a:xfrm><a:off x="17918031" y="12833602"/><a:ext cx="231775" cy="64769"/></a:xfrm><a:prstGeom prst="rect"><a:avLst/></a:prstGeom></p:spPr><p:txBody><a:bodyPr wrap="square" lIns="0" tIns="3810" rIns="0" bIns="0" rtlCol="0" vert="horz"><a:spAutoFit/></a:bodyPr><a:lstStyle/><a:p><a:pPr marL="12700"><a:lnSpc><a:spcPct val="100000"/></a:lnSpc><a:spcBef><a:spcPts val="30"/></a:spcBef></a:pPr><a:endParaRPr sz="300"><a:latin typeface="Calibri"/><a:cs typeface="Calibri"/></a:endParaRPr><a:r><a:rPr dirty="0" sz="300"><a:latin typeface="Calibri"/><a:t>{{SE_EXP}}</a:t></a:r></a:p></p:txBody></p:sp><p:sp><p:nvSpPr><p:cNvPr id="699" name="object 699"/><p:cNvSpPr txBox="1"/><p:nvPr/></p:nvSpPr><p:spPr><a:xfrm><a:off x="18628495" y="12928603"/><a:ext cx="492759" cy="147955"/></a:xfrm><a:prstGeom prst="rect"><a:avLst/></a:prstGeom></p:spPr><p:txBody><a:bodyPr wrap="square" lIns="0" tIns="12065" rIns="0" bIns="0" rtlCol="0" vert="horz"><a:spAutoFit/></a:bodyPr><a:lstStyle/><a:p><a:pPr marL="12700"><a:lnSpc><a:spcPct val="100000"/></a:lnSpc><a:spcBef><a:spcPts val="95"/></a:spcBef></a:pPr><a:r><a:rPr dirty="0" sz="800"><a:latin typeface="Verdana"/><a:cs typeface="Verdana"/></a:rPr><a:t>JOB</a:t></a:r><a:r><a:rPr dirty="0" sz="800" spc="-25"><a:latin typeface="Verdana"/><a:cs typeface="Verdana"/></a:rPr><a:t> </a:t></a:r><a:r><a:rPr dirty="0" sz="800" spc="-20"><a:latin typeface="Verdana"/><a:cs typeface="Verdana"/></a:rPr><a:t>NO.:</a:t></a:r><a:endParaRPr sz="800"><a:latin typeface="Verdana"/><a:cs typeface="Verdana"/></a:endParaRPr></a:p></p:txBody></p:sp><p:sp><p:nvSpPr><p:cNvPr id="700" name="object 700"/><p:cNvSpPr txBox="1"/><p:nvPr/></p:nvSpPr><p:spPr><a:xfrm><a:off x="19378215" y="12942703"/><a:ext cx="258445" cy="120014"/></a:xfrm><a:prstGeom prst="rect"><a:avLst/></a:prstGeom></p:spPr><p:txBody><a:bodyPr wrap="square" lIns="0" tIns="14605" rIns="0" bIns="0" rtlCol="0" vert="horz"><a:spAutoFit/></a:bodyPr><a:lstStyle/><a:p><a:pPr marL="12700"><a:lnSpc><a:spcPct val="100000"/></a:lnSpc><a:spcBef><a:spcPts val="115"/></a:spcBef></a:pPr><a:endParaRPr sz="600"><a:latin typeface="Verdana"/><a:cs typeface="Verdana"/></a:endParaRPr><a:r><a:rPr dirty="0" sz="600"><a:latin typeface="Verdana"/><a:t>{{JOB_NO}}</a:t></a:r></a:p></p:txBody></p:sp><p:sp><p:nvSpPr><p:cNvPr id="692" name="object 692"/><p:cNvSpPr txBox="1"/><p:nvPr/></p:nvSpPr><p:spPr><a:xfrm><a:off x="15962165" y="10511063"/><a:ext cx="62357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endParaRPr sz="950"><a:latin typeface="Calibri"/><a:cs typeface="Calibri"/></a:endParaRPr><a:r><a:rPr dirty="0" sz="950" spc="-10"><a:solidFill><a:srgbClr val="FF0000"/><a:t>{{ISSUE_DATE}}</a:t></a:r></a:p></p:txBody></p:sp><p:sp><p:nvSpPr><p:cNvPr id="693" name="object 693"/><p:cNvSpPr txBox="1"/><p:nvPr/></p:nvSpPr><p:spPr><a:xfrm><a:off x="15133471" y="6708037"/><a:ext cx="2319655" cy="1828164"/></a:xfrm><a:prstGeom prst="rect"><a:avLst/></a:prstGeom></p:spPr><p:txBody><a:bodyPr wrap="square" lIns="0" tIns="41275" rIns="0" bIns="0" rtlCol="0" vert="horz"><a:spAutoFit/></a:bodyPr><a:lstStyle/><a:p><a:pPr marL="227329"><a:lnSpc><a:spcPct val="100000"/></a:lnSpc><a:spcBef><a:spcPts val="325"/></a:spcBef></a:pPr><a:endParaRPr sz="2900"><a:latin typeface="Arial"/><a:cs typeface="Arial"/></a:endParaRPr><a:r><a:rPr dirty="0" sz="2900" spc="-10"><a:solidFill><a:srgbClr val="FF0000"/><a:t>{{JOB_NO}}</a:t></a:r></a:p><a:p><a:pPr algn="ctr"><a:lnSpc><a:spcPct val="100000"/></a:lnSpc><a:spcBef><a:spcPts val="105"/></a:spcBef></a:pPr><a:endParaRPr sz="1200"><a:latin typeface="Arial"/><a:cs typeface="Arial"/></a:endParaRPr><a:r><a:rPr dirty="0" sz="1200" b="1"><a:solidFill><a:srgbClr val="C00000"/><a:t>SUBMITTED FOR REVIEW</a:t></a:r></a:p><a:p><a:pPr algn="ctr" marL="228600" marR="211454" indent="-635"><a:lnSpc><a:spcPct val="90100"/></a:lnSpc><a:spcBef><a:spcPts val="595"/></a:spcBef></a:pPr><a:endParaRPr sz="1200"><a:latin typeface="Arial"/><a:cs typeface="Arial"/></a:endParaRPr><a:r><a:rPr dirty="0" sz="1450" b="1"><a:solidFill><a:srgbClr val="C00000"/><a:t>FOR OFFICIAL USE ONLY</a:t></a:r></a:p><a:p><a:pPr algn="ctr" marL="91440" marR="74295"><a:lnSpc><a:spcPct val="102699"/></a:lnSpc><a:spcBef><a:spcPts val="114"/></a:spcBef></a:pPr><a:endParaRPr sz="850"><a:latin typeface="Arial"/><a:cs typeface="Arial"/></a:endParaRPr><a:r><a:rPr dirty="0" sz="850"><a:solidFill><a:srgbClr val="C00000"/><a:t></a:t></a:r></a:p><a:p><a:pPr algn="ctr" marL="9525"><a:lnSpc><a:spcPct val="100000"/></a:lnSpc><a:spcBef><a:spcPts val="385"/></a:spcBef></a:pPr><a:endParaRPr sz="1100"><a:latin typeface="Arial"/><a:cs typeface="Arial"/></a:endParaRPr><a:r><a:rPr dirty="0" sz="1100" b="1"><a:solidFill><a:srgbClr val="C00000"/><a:t></a:t></a:r></a:p></p:txBody></p:sp><p:sp><p:nvSpPr><p:cNvPr id="694" name="object 694"/><p:cNvSpPr txBox="1"/><p:nvPr/></p:nvSpPr><p:spPr><a:xfrm><a:off x="14437718" y="11211189"/><a:ext cx="1257935" cy="654050"/></a:xfrm><a:prstGeom prst="rect"><a:avLst/></a:prstGeom></p:spPr><p:txBody><a:bodyPr wrap="square" lIns="0" tIns="19050" rIns="0" bIns="0" rtlCol="0" vert="horz"><a:spAutoFit/></a:bodyPr><a:lstStyle/><a:p><a:pPr marL="12700" marR="5080"><a:lnSpc><a:spcPts val="700"/></a:lnSpc><a:spcBef><a:spcPts val="150"/></a:spcBef></a:pPr><a:endParaRPr sz="600"><a:latin typeface="Arial"/><a:cs typeface="Arial"/></a:endParaRPr><a:r><a:rPr dirty="0" sz="600" b="1"><a:solidFill><a:srgbClr val="FF0000"/><a:t>SUBMITTED FOR REVIEW SUBJECT TO FIELD INSPECTION</a:t></a:r></a:p><a:p><a:pPr marL="12700" marR="185420"><a:lnSpc><a:spcPts val="700"/></a:lnSpc><a:spcBef><a:spcPts val="5"/></a:spcBef></a:pPr><a:endParaRPr sz="600"><a:latin typeface="Arial"/><a:cs typeface="Arial"/></a:endParaRPr><a:r><a:rPr dirty="0" sz="600" b="1"><a:solidFill><a:srgbClr val="FF0000"/><a:t> </a:t></a:r></a:p><a:p><a:pPr marL="12700" marR="301625"><a:lnSpc><a:spcPts val="700"/></a:lnSpc><a:spcBef><a:spcPts val="5"/></a:spcBef></a:pPr><a:endParaRPr sz="600"><a:latin typeface="Arial"/><a:cs typeface="Arial"/></a:endParaRPr><a:r><a:rPr dirty="0" sz="600" b="1"><a:solidFill><a:srgbClr val="FF0000"/><a:t> </a:t></a:r></a:p></p:txBody></p:sp><p:sp><p:nvSpPr><p:cNvPr id="695" name="object 695"/><p:cNvSpPr txBox="1"/><p:nvPr/></p:nvSpPr><p:spPr><a:xfrm><a:off x="14437718" y="11924760"/><a:ext cx="1727835" cy="475615"/></a:xfrm><a:prstGeom prst="rect"><a:avLst/></a:prstGeom></p:spPr><p:txBody><a:bodyPr wrap="square" lIns="0" tIns="13970" rIns="0" bIns="0" rtlCol="0" vert="horz"><a:spAutoFit/></a:bodyPr><a:lstStyle/><a:p><a:pPr marL="12700"><a:lnSpc><a:spcPts val="710"/></a:lnSpc><a:spcBef><a:spcPts val="110"/></a:spcBef></a:pPr><a:r><a:rPr dirty="0" sz="600" b="1"><a:solidFill><a:srgbClr val="FF0000"/></a:solidFill><a:latin typeface="Arial"/><a:cs typeface="Arial"/></a:rPr><a:t>OFD</a:t></a:r><a:r><a:rPr dirty="0" sz="600" spc="25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NOTES:</a:t></a:r><a:endParaRPr sz="600"><a:latin typeface="Arial"/><a:cs typeface="Arial"/></a:endParaRPr></a:p><a:p><a:pPr marL="12700"><a:lnSpc><a:spcPts val="700"/></a:lnSpc></a:pPr><a:r><a:rPr dirty="0" sz="600" spc="-25" b="1"><a:solidFill><a:srgbClr val="FF0000"/></a:solidFill><a:latin typeface="Arial"/><a:cs typeface="Arial"/></a:rPr><a:t>1.</a:t></a:r><a:endParaRPr sz="600"><a:latin typeface="Arial"/><a:cs typeface="Arial"/></a:endParaRPr></a:p><a:p><a:pPr algn="just" marL="12700" marR="5080"><a:lnSpc><a:spcPts val="700"/></a:lnSpc><a:spcBef><a:spcPts val="30"/></a:spcBef></a:pPr><a:r><a:rPr dirty="0" sz="600" b="1"><a:solidFill><a:srgbClr val="FF0000"/></a:solidFill><a:latin typeface="Arial"/><a:cs typeface="Arial"/></a:rPr><a:t>Provide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required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minimum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5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feet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setback</a:t></a:r><a:r><a:rPr dirty="0" sz="600" spc="20" b="1"><a:solidFill><a:srgbClr val="FF0000"/></a:solidFill><a:latin typeface="Arial"/><a:cs typeface="Arial"/></a:rPr><a:t> </a:t></a:r><a:r><a:rPr dirty="0" sz="600" spc="-20" b="1"><a:solidFill><a:srgbClr val="FF0000"/></a:solidFill><a:latin typeface="Arial"/><a:cs typeface="Arial"/></a:rPr><a:t>with</a:t></a:r><a:r><a:rPr dirty="0" sz="600" spc="50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non-combustible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vegetation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or</a:t></a:r><a:r><a:rPr dirty="0" sz="600" spc="3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structure.</a:t></a:r><a:r><a:rPr dirty="0" sz="600" spc="229" b="1"><a:solidFill><a:srgbClr val="FF0000"/></a:solidFill><a:latin typeface="Arial"/><a:cs typeface="Arial"/></a:rPr><a:t> </a:t></a:r><a:r><a:rPr dirty="0" sz="600" spc="-20" b="1"><a:solidFill><a:srgbClr val="FF0000"/></a:solidFill><a:latin typeface="Arial"/><a:cs typeface="Arial"/></a:rPr><a:t>Ref.</a:t></a:r><a:r><a:rPr dirty="0" sz="600" spc="50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CA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Wildland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Urban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Interface</a:t></a:r><a:r><a:rPr dirty="0" sz="600" spc="25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Code.</a:t></a:r><a:endParaRPr sz="600"><a:latin typeface="Arial"/><a:cs typeface="Arial"/></a:endParaRPr></a:p></p:txBody></p:sp></p:spTree></p:cSld><p:clrMapOvr><a:masterClrMapping/></p:clrMapOvr></p:sld >

</file>

<file path=ppt/slides/slide3.xml><?xml version="1.0" encoding="UTF-8" standalone="yes"?>
<p:sld 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object 2"/><p:cNvSpPr txBox="1"/><p:nvPr/></p:nvSpPr><p:spPr><a:xfrm><a:off x="19225483" y="4808349"/><a:ext cx="533400" cy="1468755"/></a:xfrm><a:prstGeom prst="rect"><a:avLst/></a:prstGeom></p:spPr><p:txBody><a:bodyPr wrap="square" lIns="0" tIns="13335" rIns="0" bIns="0" rtlCol="0" vert="vert270"><a:spAutoFit/></a:bodyPr><a:lstStyle/><a:p><a:pPr algn="ctr"><a:lnSpc><a:spcPct val="100000"/></a:lnSpc><a:spcBef><a:spcPts val="105"/></a:spcBef></a:pPr><a:endParaRPr sz="1100"><a:latin typeface="Verdana"/><a:cs typeface="Verdana"/></a:endParaRPr><a:r><a:rPr dirty="0" sz="1100"><a:latin typeface="Verdana"/><a:t>1107 17TH AVE N</a:t></a:r></a:p><a:p><a:pPr algn="ctr"><a:lnSpc><a:spcPct val="100000"/></a:lnSpc><a:spcBef><a:spcPts val="10"/></a:spcBef></a:pPr><a:endParaRPr sz="1100"><a:latin typeface="Verdana"/><a:cs typeface="Verdana"/></a:endParaRPr><a:r><a:rPr dirty="0" sz="1100"><a:latin typeface="Verdana"/><a:t>CLINTON, IOWA 52732</a:t></a:r></a:p><a:p><a:pPr algn="ctr"><a:lnSpc><a:spcPct val="100000"/></a:lnSpc><a:spcBef><a:spcPts val="10"/></a:spcBef></a:pPr><a:endParaRPr sz="1100"><a:latin typeface="Verdana"/><a:cs typeface="Verdana"/></a:endParaRPr><a:r><a:rPr dirty="0" sz="1100"><a:latin typeface="Verdana"/><a:t>PH: {{GC_PHONE}}</a:t></a:r></a:p></p:txBody></p:sp><p:sp><p:nvSpPr><p:cNvPr id="3" name="object 3"/><p:cNvSpPr txBox="1"/><p:nvPr/></p:nvSpPr><p:spPr><a:xfrm><a:off x="19704355" y="3878686"/><a:ext cx="128905" cy="809625"/></a:xfrm><a:prstGeom prst="rect"><a:avLst/></a:prstGeom></p:spPr><p:txBody><a:bodyPr wrap="square" lIns="0" tIns="22860" rIns="0" bIns="0" rtlCol="0" vert="vert270"><a:spAutoFit/></a:bodyPr><a:lstStyle/><a:p><a:pPr marL="12700"><a:lnSpc><a:spcPct val="100000"/></a:lnSpc><a:spcBef><a:spcPts val="180"/></a:spcBef></a:pPr><a:r><a:rPr dirty="0" baseline="4629" sz="900" b="1"><a:latin typeface="Verdana"/><a:cs typeface="Verdana"/></a:rPr><a:t>REV.</a:t></a:r><a:r><a:rPr dirty="0" baseline="4629" sz="900" spc="7" b="1"><a:latin typeface="Verdana"/><a:cs typeface="Verdana"/></a:rPr><a:t> </a:t></a:r><a:r><a:rPr dirty="0" baseline="4629" sz="900" b="1"><a:latin typeface="Verdana"/><a:cs typeface="Verdana"/></a:rPr><a:t>#</a:t></a:r><a:r><a:rPr dirty="0" baseline="4629" sz="900" spc="82" b="1"><a:latin typeface="Verdana"/><a:cs typeface="Verdana"/></a:rPr><a:t> </a:t></a:r><a:r><a:rPr dirty="0" sz="600" b="1"><a:latin typeface="Verdana"/><a:cs typeface="Verdana"/></a:rPr><a:t>REV.</a:t></a:r><a:r><a:rPr dirty="0" sz="600" spc="10" b="1"><a:latin typeface="Verdana"/><a:cs typeface="Verdana"/></a:rPr><a:t> </a:t></a:r><a:r><a:rPr dirty="0" sz="600" spc="-20" b="1"><a:latin typeface="Verdana"/><a:cs typeface="Verdana"/></a:rPr><a:t>DATE</a:t></a:r><a:endParaRPr sz="600"><a:latin typeface="Verdana"/><a:cs typeface="Verdana"/></a:endParaRPr></a:p></p:txBody></p:sp><p:sp><p:nvSpPr><p:cNvPr id="4" name="object 4"/><p:cNvSpPr txBox="1"/><p:nvPr/></p:nvSpPr><p:spPr><a:xfrm><a:off x="19708311" y="355156"/><a:ext cx="120014" cy="142240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25" b="1"><a:latin typeface="Verdana"/><a:cs typeface="Verdana"/></a:rPr><a:t>BY</a:t></a:r><a:endParaRPr sz="600"><a:latin typeface="Verdana"/><a:cs typeface="Verdana"/></a:endParaRPr></a:p></p:txBody></p:sp><p:grpSp><p:nvGrpSpPr><p:cNvPr id="5" name="object 5"/><p:cNvGrpSpPr/><p:nvPr/></p:nvGrpSpPr><p:grpSpPr><a:xfrm><a:off x="18596740" y="4687007"/><a:ext cx="646430" cy="7710170"/><a:chOff x="18596740" y="4687007"/><a:chExt cx="646430" cy="7710170"/></a:xfrm></p:grpSpPr><p:pic><p:nvPicPr><p:cNvPr id="6" name="object 6"/><p:cNvPicPr/><p:nvPr/></p:nvPicPr><p:blipFill><a:blip r:embed="rId2" cstate="print"/><a:stretch><a:fillRect/></a:stretch></p:blipFill><p:spPr><a:xfrm><a:off x="18597145" y="4687256"/><a:ext cx="645316" cy="1715712"/></a:xfrm><a:prstGeom prst="rect"><a:avLst/></a:prstGeom></p:spPr></p:pic><p:sp><p:nvSpPr><p:cNvPr id="7" name="object 7"/><p:cNvSpPr/><p:nvPr/></p:nvSpPr><p:spPr><a:xfrm><a:off x="18600868" y="4691134"/><a:ext cx="638175" cy="7701915"/></a:xfrm><a:custGeom><a:avLst/><a:gdLst/><a:ahLst/><a:cxnLst/><a:rect l="l" t="t" r="r" b="b"/><a:pathLst><a:path w="638175" h="7701915"><a:moveTo><a:pt x="155" y="1707956"/></a:moveTo><a:lnTo><a:pt x="155" y="7"/></a:lnTo><a:lnTo><a:pt x="637638" y="0"/></a:lnTo><a:lnTo><a:pt x="637715" y="1707948"/></a:lnTo><a:lnTo><a:pt x="155" y="1707956"/></a:lnTo><a:close/></a:path><a:path w="638175" h="7701915"><a:moveTo><a:pt x="0" y="7454083"/></a:moveTo><a:lnTo><a:pt x="594125" y="7454083"/></a:lnTo><a:lnTo><a:pt x="594125" y="7701506"/></a:lnTo><a:lnTo><a:pt x="0" y="7701506"/></a:lnTo><a:lnTo><a:pt x="0" y="7454083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8" name="object 8"/><p:cNvSpPr txBox="1"/><p:nvPr/></p:nvSpPr><p:spPr><a:xfrm><a:off x="18647889" y="12172080"/><a:ext cx="479425" cy="193675"/></a:xfrm><a:prstGeom prst="rect"><a:avLst/></a:prstGeom></p:spPr><p:txBody><a:bodyPr wrap="square" lIns="0" tIns="12700" rIns="0" bIns="0" rtlCol="0" vert="horz"><a:spAutoFit/></a:bodyPr><a:lstStyle/><a:p><a:pPr marL="140335" marR="5080" indent="-128270"><a:lnSpc><a:spcPct val="100000"/></a:lnSpc><a:spcBef><a:spcPts val="100"/></a:spcBef></a:pPr><a:r><a:rPr dirty="0" sz="550"><a:latin typeface="Verdana"/><a:cs typeface="Verdana"/></a:rPr><a:t>FIRST</a:t></a:r><a:r><a:rPr dirty="0" sz="550" spc="-20"><a:latin typeface="Verdana"/><a:cs typeface="Verdana"/></a:rPr><a:t> </a:t></a:r><a:r><a:rPr dirty="0" sz="550" spc="-10"><a:latin typeface="Verdana"/><a:cs typeface="Verdana"/></a:rPr><a:t>ISSUE</a:t></a:r><a:r><a:rPr dirty="0" sz="550" spc="500"><a:latin typeface="Verdana"/><a:cs typeface="Verdana"/></a:rPr><a:t> </a:t></a:r><a:r><a:rPr dirty="0" sz="550" spc="-10"><a:latin typeface="Verdana"/><a:cs typeface="Verdana"/></a:rPr><a:t>DATE:</a:t></a:r><a:endParaRPr sz="550"><a:latin typeface="Verdana"/><a:cs typeface="Verdana"/></a:endParaRPr></a:p></p:txBody></p:sp><p:sp><p:nvSpPr><p:cNvPr id="9" name="object 9"/><p:cNvSpPr/><p:nvPr/></p:nvSpPr><p:spPr><a:xfrm><a:off x="18600867" y="12392641"/><a:ext cx="594360" cy="247650"/></a:xfrm><a:custGeom><a:avLst/><a:gdLst/><a:ahLst/><a:cxnLst/><a:rect l="l" t="t" r="r" b="b"/><a:pathLst><a:path w="594359" h="247650"><a:moveTo><a:pt x="0" y="77"/></a:moveTo><a:lnTo><a:pt x="594125" y="0"/></a:lnTo><a:lnTo><a:pt x="594203" y="247500"/></a:lnTo><a:lnTo><a:pt x="0" y="247500"/></a:lnTo><a:lnTo><a:pt x="0" y="77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0" name="object 10"/><p:cNvSpPr txBox="1"/><p:nvPr/></p:nvSpPr><p:spPr><a:xfrm><a:off x="18623458" y="12461619"/><a:ext cx="551815" cy="109220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r><a:rPr dirty="0" sz="550"><a:latin typeface="Verdana"/><a:cs typeface="Verdana"/></a:rPr><a:t>DESIGNED</a:t></a:r><a:r><a:rPr dirty="0" sz="550" spc="-30"><a:latin typeface="Verdana"/><a:cs typeface="Verdana"/></a:rPr><a:t> </a:t></a:r><a:r><a:rPr dirty="0" sz="550" spc="-25"><a:latin typeface="Verdana"/><a:cs typeface="Verdana"/></a:rPr><a:t>BY:</a:t></a:r><a:endParaRPr sz="550"><a:latin typeface="Verdana"/><a:cs typeface="Verdana"/></a:endParaRPr></a:p></p:txBody></p:sp><p:sp><p:nvSpPr><p:cNvPr id="11" name="object 11"/><p:cNvSpPr/><p:nvPr/></p:nvSpPr><p:spPr><a:xfrm><a:off x="18600867" y="275674"/><a:ext cx="1218565" cy="12842875"/></a:xfrm><a:custGeom><a:avLst/><a:gdLst/><a:ahLst/><a:cxnLst/><a:rect l="l" t="t" r="r" b="b"/><a:pathLst><a:path w="1218565" h="12842875"><a:moveTo><a:pt x="0" y="12364467"/></a:moveTo><a:lnTo><a:pt x="594203" y="12364467"/></a:lnTo><a:lnTo><a:pt x="594203" y="12611890"/></a:lnTo><a:lnTo><a:pt x="77" y="12611890"/></a:lnTo><a:lnTo><a:pt x="0" y="12364467"/></a:lnTo><a:close/></a:path><a:path w="1218565" h="12842875"><a:moveTo><a:pt x="111767" y="50"/></a:moveTo><a:lnTo><a:pt x="223456" y="48"/></a:lnTo><a:lnTo><a:pt x="223456" y="4415491"/></a:lnTo><a:lnTo><a:pt x="111767" y="4415491"/></a:lnTo><a:lnTo><a:pt x="111767" y="50"/></a:lnTo><a:close/></a:path><a:path w="1218565" h="12842875"><a:moveTo><a:pt x="223456" y="48"/></a:moveTo><a:lnTo><a:pt x="335145" y="47"/></a:lnTo><a:lnTo><a:pt x="335145" y="4415483"/></a:lnTo><a:lnTo><a:pt x="223456" y="4415491"/></a:lnTo><a:lnTo><a:pt x="223456" y="48"/></a:lnTo><a:close/></a:path><a:path w="1218565" h="12842875"><a:moveTo><a:pt x="335068" y="48"/></a:moveTo><a:lnTo><a:pt x="446757" y="47"/></a:lnTo><a:lnTo><a:pt x="446835" y="4415483"/></a:lnTo><a:lnTo><a:pt x="335145" y="4415491"/></a:lnTo><a:lnTo><a:pt x="335068" y="48"/></a:lnTo><a:close/></a:path><a:path w="1218565" h="12842875"><a:moveTo><a:pt x="446757" y="48"/></a:moveTo><a:lnTo><a:pt x="558447" y="47"/></a:lnTo><a:lnTo><a:pt x="558524" y="4415483"/></a:lnTo><a:lnTo><a:pt x="446835" y="4415491"/></a:lnTo><a:lnTo><a:pt x="446757" y="48"/></a:lnTo><a:close/></a:path><a:path w="1218565" h="12842875"><a:moveTo><a:pt x="558447" y="27"/></a:moveTo><a:lnTo><a:pt x="670136" y="25"/></a:lnTo><a:lnTo><a:pt x="670214" y="4415468"/></a:lnTo><a:lnTo><a:pt x="558524" y="4415468"/></a:lnTo><a:lnTo><a:pt x="558447" y="27"/></a:lnTo><a:close/></a:path><a:path w="1218565" h="12842875"><a:moveTo><a:pt x="670136" y="28"/></a:moveTo><a:lnTo><a:pt x="781826" y="27"/></a:lnTo><a:lnTo><a:pt x="781903" y="4415468"/></a:lnTo><a:lnTo><a:pt x="670214" y="4415468"/></a:lnTo><a:lnTo><a:pt x="670136" y="28"/></a:lnTo><a:close/></a:path><a:path w="1218565" h="12842875"><a:moveTo><a:pt x="781826" y="18"/></a:moveTo><a:lnTo><a:pt x="893515" y="17"/></a:lnTo><a:lnTo><a:pt x="893593" y="4415460"/></a:lnTo><a:lnTo><a:pt x="781903" y="4415460"/></a:lnTo><a:lnTo><a:pt x="781826" y="18"/></a:lnTo><a:close/></a:path><a:path w="1218565" h="12842875"><a:moveTo><a:pt x="893515" y="1"/></a:moveTo><a:lnTo><a:pt x="1005204" y="0"/></a:lnTo><a:lnTo><a:pt x="1005282" y="4415437"/></a:lnTo><a:lnTo><a:pt x="893593" y="4415444"/></a:lnTo><a:lnTo><a:pt x="893515" y="1"/></a:lnTo><a:close/></a:path><a:path w="1218565" h="12842875"><a:moveTo><a:pt x="1005204" y="3"/></a:moveTo><a:lnTo><a:pt x="1116894" y="2"/></a:lnTo><a:lnTo><a:pt x="1116971" y="4415444"/></a:lnTo><a:lnTo><a:pt x="1005282" y="4415444"/></a:lnTo><a:lnTo><a:pt x="1005204" y="3"/></a:lnTo><a:close/></a:path><a:path w="1218565" h="12842875"><a:moveTo><a:pt x="594203" y="12842250"/></a:moveTo><a:lnTo><a:pt x="594203" y="12611890"/></a:lnTo><a:lnTo><a:pt x="1218190" y="12611813"/></a:lnTo><a:lnTo><a:pt x="1218190" y="12842250"/></a:lnTo><a:lnTo><a:pt x="594203" y="12842250"/></a:lnTo><a:close/></a:path><a:path w="1218565" h="12842875"><a:moveTo><a:pt x="594203" y="12611813"/></a:moveTo><a:lnTo><a:pt x="594203" y="12364467"/></a:lnTo><a:lnTo><a:pt x="1218190" y="12364467"/></a:lnTo><a:lnTo><a:pt x="1218190" y="12611813"/></a:lnTo><a:lnTo><a:pt x="594203" y="12611813"/></a:lnTo><a:close/></a:path><a:path w="1218565" h="12842875"><a:moveTo><a:pt x="594203" y="12364467"/></a:moveTo><a:lnTo><a:pt x="594203" y="12117044"/></a:lnTo><a:lnTo><a:pt x="1218190" y="12117044"/></a:lnTo><a:lnTo><a:pt x="1218190" y="12364467"/></a:lnTo><a:lnTo><a:pt x="594203" y="12364467"/></a:lnTo><a:close/></a:path><a:path w="1218565" h="12842875"><a:moveTo><a:pt x="594125" y="12116967"/></a:moveTo><a:lnTo><a:pt x="594125" y="11869543"/></a:lnTo><a:lnTo><a:pt x="1218190" y="11869543"/></a:lnTo><a:lnTo><a:pt x="1218190" y="12116967"/></a:lnTo><a:lnTo><a:pt x="594125" y="12116967"/></a:lnTo><a:close/></a:path><a:path w="1218565" h="12842875"><a:moveTo><a:pt x="594125" y="12116967"/></a:moveTo><a:lnTo><a:pt x="1218190" y="12116967"/></a:lnTo><a:lnTo><a:pt x="1218190" y="12364467"/></a:lnTo><a:lnTo><a:pt x="594125" y="12364467"/></a:lnTo><a:lnTo><a:pt x="594125" y="12116967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2" name="object 12"/><p:cNvSpPr txBox="1"/><p:nvPr/></p:nvSpPr><p:spPr><a:xfrm><a:off x="19397141" y="12447653"/><a:ext cx="220979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700"><a:latin typeface="Verdana"/><a:cs typeface="Verdana"/></a:endParaRPr><a:r><a:rPr dirty="0" sz="700" spc="-20"><a:latin typeface="Verdana"/><a:t>{{DESIGNED_BY}}</a:t></a:r></a:p></p:txBody></p:sp><p:sp><p:nvSpPr><p:cNvPr id="13" name="object 13"/><p:cNvSpPr/><p:nvPr/></p:nvSpPr><p:spPr><a:xfrm><a:off x="18600945" y="275699"/><a:ext cx="1218565" cy="12612370"/></a:xfrm><a:custGeom><a:avLst/><a:gdLst/><a:ahLst/><a:cxnLst/><a:rect l="l" t="t" r="r" b="b"/><a:pathLst><a:path w="1218565" h="12612370"><a:moveTo><a:pt x="594125" y="12364442"/></a:moveTo><a:lnTo><a:pt x="1218190" y="12364442"/></a:lnTo><a:lnTo><a:pt x="1218190" y="12611865"/></a:lnTo><a:lnTo><a:pt x="594125" y="12611865"/></a:lnTo><a:lnTo><a:pt x="594125" y="12364442"/></a:lnTo><a:close/></a:path><a:path w="1218565" h="12612370"><a:moveTo><a:pt x="0" y="4088906"/></a:moveTo><a:lnTo><a:pt x="0" y="3598193"/></a:lnTo><a:lnTo><a:pt x="111689" y="3598193"/></a:lnTo><a:lnTo><a:pt x="111689" y="4088906"/></a:lnTo><a:lnTo><a:pt x="0" y="4088906"/></a:lnTo><a:close/></a:path><a:path w="1218565" h="12612370"><a:moveTo><a:pt x="0" y="297041"/></a:moveTo><a:lnTo><a:pt x="0" y="0"/></a:lnTo><a:lnTo><a:pt x="111689" y="0"/></a:lnTo><a:lnTo><a:pt x="111689" y="297041"/></a:lnTo><a:lnTo><a:pt x="0" y="297041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4" name="object 14"/><p:cNvSpPr txBox="1"/><p:nvPr/></p:nvSpPr><p:spPr><a:xfrm><a:off x="18596770" y="360140"/><a:ext cx="120014" cy="128905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25"><a:latin typeface="Verdana"/><a:cs typeface="Verdana"/></a:rPr><a:t>ER</a:t></a:r><a:endParaRPr sz="600"><a:latin typeface="Verdana"/><a:cs typeface="Verdana"/></a:endParaRPr></a:p></p:txBody></p:sp><p:sp><p:nvSpPr><p:cNvPr id="15" name="object 15"/><p:cNvSpPr/><p:nvPr/></p:nvSpPr><p:spPr><a:xfrm><a:off x="18600945" y="572741"/><a:ext cx="111760" cy="3301365"/></a:xfrm><a:custGeom><a:avLst/><a:gdLst/><a:ahLst/><a:cxnLst/><a:rect l="l" t="t" r="r" b="b"/><a:pathLst><a:path w="111759" h="3301365"><a:moveTo><a:pt x="0" y="3301152"/></a:moveTo><a:lnTo><a:pt x="0" y="0"/></a:lnTo><a:lnTo><a:pt x="111689" y="0"/></a:lnTo><a:lnTo><a:pt x="111689" y="3301152"/></a:lnTo><a:lnTo><a:pt x="0" y="3301152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6" name="object 16"/><p:cNvSpPr txBox="1"/><p:nvPr/></p:nvSpPr><p:spPr><a:xfrm><a:off x="18596703" y="2253808"/><a:ext cx="120014" cy="2087245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endParaRPr sz="600"><a:latin typeface="Verdana"/><a:cs typeface="Verdana"/></a:endParaRPr><a:r><a:rPr dirty="0" sz="550"><a:latin typeface="Verdana"/><a:t>{{ISSUE_DATE}} UPDATED WITH LATEST AHJ COMMENTS</a:t></a:r></a:p></p:txBody></p:sp><p:sp><p:nvSpPr><p:cNvPr id="17" name="object 17"/><p:cNvSpPr/><p:nvPr/></p:nvSpPr><p:spPr><a:xfrm><a:off x="18600945" y="4366250"/><a:ext cx="111760" cy="325120"/></a:xfrm><a:custGeom><a:avLst/><a:gdLst/><a:ahLst/><a:cxnLst/><a:rect l="l" t="t" r="r" b="b"/><a:pathLst><a:path w="111759" h="325120"><a:moveTo><a:pt x="7058" y="177291"/></a:moveTo><a:lnTo><a:pt x="102847" y="122501"/></a:lnTo><a:lnTo><a:pt x="102459" y="232880"/></a:lnTo><a:lnTo><a:pt x="7058" y="177291"/></a:lnTo><a:close/></a:path><a:path w="111759" h="325120"><a:moveTo><a:pt x="0" y="324822"/></a:moveTo><a:lnTo><a:pt x="0" y="0"/></a:lnTo><a:lnTo><a:pt x="111689" y="0"/></a:lnTo><a:lnTo><a:pt x="111689" y="324822"/></a:lnTo><a:lnTo><a:pt x="0" y="324822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8" name="object 18"/><p:cNvSpPr txBox="1"/><p:nvPr/></p:nvSpPr><p:spPr><a:xfrm><a:off x="18596779" y="4491429"/><a:ext cx="120014" cy="74930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50"><a:latin typeface="Verdana"/><a:cs typeface="Verdana"/></a:rPr><a:t>1</a:t></a:r><a:endParaRPr sz="600"><a:latin typeface="Verdana"/><a:cs typeface="Verdana"/></a:endParaRPr></a:p></p:txBody></p:sp><p:sp><p:nvSpPr><p:cNvPr id="19" name="object 19"/><p:cNvSpPr/><p:nvPr/></p:nvSpPr><p:spPr><a:xfrm><a:off x="19194994" y="12145218"/><a:ext cx="624205" cy="247650"/></a:xfrm><a:custGeom><a:avLst/><a:gdLst/><a:ahLst/><a:cxnLst/><a:rect l="l" t="t" r="r" b="b"/><a:pathLst><a:path w="624205" h="247650"><a:moveTo><a:pt x="0" y="0"/></a:moveTo><a:lnTo><a:pt x="624064" y="0"/></a:lnTo><a:lnTo><a:pt x="624064" y="247423"/></a:lnTo><a:lnTo><a:pt x="0" y="247423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0" name="object 20"/><p:cNvSpPr txBox="1"/><p:nvPr/></p:nvSpPr><p:spPr><a:xfrm><a:off x="19216033" y="12200230"/><a:ext cx="58356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700"><a:latin typeface="Verdana"/><a:cs typeface="Verdana"/></a:endParaRPr><a:r><a:rPr dirty="0" sz="700" spc="-10"><a:latin typeface="Verdana"/><a:t>{{ISSUE_DATE}}</a:t></a:r></a:p></p:txBody></p:sp><p:sp><p:nvSpPr><p:cNvPr id="21" name="object 21"/><p:cNvSpPr txBox="1"/><p:nvPr/></p:nvSpPr><p:spPr><a:xfrm><a:off x="18640167" y="7910196"/><a:ext cx="1083945" cy="3103880"/></a:xfrm><a:prstGeom prst="rect"><a:avLst/></a:prstGeom></p:spPr><p:txBody><a:bodyPr wrap="square" lIns="0" tIns="0" rIns="0" bIns="0" rtlCol="0" vert="vert270"><a:spAutoFit/></a:bodyPr><a:lstStyle/><a:p><a:pPr marL="13335"><a:lnSpc><a:spcPts val="1989"/></a:lnSpc></a:pPr><a:endParaRPr sz="1700"><a:latin typeface="Arial"/><a:cs typeface="Arial"/></a:endParaRPr><a:r><a:rPr dirty="0" sz="1700" b="1"><a:latin typeface="Arial"/><a:t>{{PROJECT_NAME}}</a:t></a:r></a:p><a:p><a:pPr marL="13335"><a:lnSpc><a:spcPct val="100000"/></a:lnSpc><a:spcBef><a:spcPts val="560"/></a:spcBef></a:pPr><a:endParaRPr sz="1350"><a:latin typeface="Arial"/><a:cs typeface="Arial"/></a:endParaRPr><a:r><a:rPr dirty="0" sz="1350"><a:latin typeface="Arial"/><a:t>{{SITE_ADDR}}</a:t></a:r></a:p><a:p><a:pPr marL="12700" marR="1452245" indent="635"><a:lnSpc><a:spcPct val="127600"/></a:lnSpc><a:spcBef><a:spcPts val="110"/></a:spcBef></a:pPr><a:endParaRPr sz="1350"><a:latin typeface="Arial"/><a:cs typeface="Arial"/></a:endParaRPr><a:r><a:rPr dirty="0" sz="1350"><a:latin typeface="Arial"/><a:t>{{CITY_STATE}} APN: {{APN}}</a:t></a:r></a:p></p:txBody></p:sp><p:grpSp><p:nvGrpSpPr><p:cNvPr id="22" name="object 22"/><p:cNvGrpSpPr/><p:nvPr/></p:nvGrpSpPr><p:grpSpPr><a:xfrm><a:off x="17635280" y="12210121"/><a:ext cx="810260" cy="810260"/><a:chOff x="17635280" y="12210121"/><a:chExt cx="810260" cy="810260"/></a:xfrm></p:grpSpPr><p:pic><p:nvPicPr><p:cNvPr id="23" name="object 23"/><p:cNvPicPr/><p:nvPr/></p:nvPicPr><p:blipFill><a:blip r:embed="rId3" cstate="print"/><a:stretch><a:fillRect/></a:stretch></p:blipFill><p:spPr><a:xfrm><a:off x="17639407" y="12214248"/><a:ext cx="801837" cy="801914"/></a:xfrm><a:prstGeom prst="rect"><a:avLst/></a:prstGeom></p:spPr></p:pic><p:sp><p:nvSpPr><p:cNvPr id="24" name="object 24"/><p:cNvSpPr/><p:nvPr/></p:nvSpPr><p:spPr><a:xfrm><a:off x="17639407" y="12214248"/><a:ext cx="802005" cy="802005"/></a:xfrm><a:custGeom><a:avLst/><a:gdLst/><a:ahLst/><a:cxnLst/><a:rect l="l" t="t" r="r" b="b"/><a:pathLst><a:path w="802005" h="802005"><a:moveTo><a:pt x="0" y="400918"/></a:moveTo><a:lnTo><a:pt x="2700" y="354202"/></a:lnTo><a:lnTo><a:pt x="10599" y="309059"/></a:lnTo><a:lnTo><a:pt x="23396" y="265790"/></a:lnTo><a:lnTo><a:pt x="40787" y="224698"/></a:lnTo><a:lnTo><a:pt x="62470" y="186085"/></a:lnTo><a:lnTo><a:pt x="88144" y="150254"/></a:lnTo><a:lnTo><a:pt x="117506" y="117506"/></a:lnTo><a:lnTo><a:pt x="150254" y="88144"/></a:lnTo><a:lnTo><a:pt x="186085" y="62470"/></a:lnTo><a:lnTo><a:pt x="224698" y="40787"/></a:lnTo><a:lnTo><a:pt x="265790" y="23396"/></a:lnTo><a:lnTo><a:pt x="309059" y="10599"/></a:lnTo><a:lnTo><a:pt x="354202" y="2700"/></a:lnTo><a:lnTo><a:pt x="400918" y="0"/></a:lnTo><a:lnTo><a:pt x="447634" y="2700"/></a:lnTo><a:lnTo><a:pt x="492778" y="10599"/></a:lnTo><a:lnTo><a:pt x="536046" y="23396"/></a:lnTo><a:lnTo><a:pt x="577138" y="40787"/></a:lnTo><a:lnTo><a:pt x="615751" y="62470"/></a:lnTo><a:lnTo><a:pt x="651582" y="88144"/></a:lnTo><a:lnTo><a:pt x="684330" y="117506"/></a:lnTo><a:lnTo><a:pt x="713692" y="150254"/></a:lnTo><a:lnTo><a:pt x="739366" y="186085"/></a:lnTo><a:lnTo><a:pt x="761049" y="224698"/></a:lnTo><a:lnTo><a:pt x="778440" y="265790"/></a:lnTo><a:lnTo><a:pt x="791237" y="309059"/></a:lnTo><a:lnTo><a:pt x="799136" y="354202"/></a:lnTo><a:lnTo><a:pt x="801837" y="400918"/></a:lnTo><a:lnTo><a:pt x="799136" y="447650"/></a:lnTo><a:lnTo><a:pt x="791237" y="492806"/></a:lnTo><a:lnTo><a:pt x="778440" y="536086"/></a:lnTo><a:lnTo><a:pt x="761049" y="577188"/></a:lnTo><a:lnTo><a:pt x="739366" y="615808"/></a:lnTo><a:lnTo><a:pt x="713692" y="651645"/></a:lnTo><a:lnTo><a:pt x="684330" y="684398"/></a:lnTo><a:lnTo><a:pt x="651582" y="713763"/></a:lnTo><a:lnTo><a:pt x="615751" y="739440"/></a:lnTo><a:lnTo><a:pt x="577138" y="761125"/></a:lnTo><a:lnTo><a:pt x="536046" y="778517"/></a:lnTo><a:lnTo><a:pt x="492778" y="791314"/></a:lnTo><a:lnTo><a:pt x="447634" y="799214"/></a:lnTo><a:lnTo><a:pt x="400918" y="801914"/></a:lnTo><a:lnTo><a:pt x="354202" y="799214"/></a:lnTo><a:lnTo><a:pt x="309059" y="791314"/></a:lnTo><a:lnTo><a:pt x="265790" y="778517"/></a:lnTo><a:lnTo><a:pt x="224698" y="761125"/></a:lnTo><a:lnTo><a:pt x="186085" y="739440"/></a:lnTo><a:lnTo><a:pt x="150254" y="713763"/></a:lnTo><a:lnTo><a:pt x="117506" y="684398"/></a:lnTo><a:lnTo><a:pt x="88144" y="651645"/></a:lnTo><a:lnTo><a:pt x="62470" y="615808"/></a:lnTo><a:lnTo><a:pt x="40787" y="577188"/></a:lnTo><a:lnTo><a:pt x="23396" y="536086"/></a:lnTo><a:lnTo><a:pt x="10599" y="492806"/></a:lnTo><a:lnTo><a:pt x="2700" y="447650"/></a:lnTo><a:lnTo><a:pt x="0" y="400918"/></a:lnTo><a:close/></a:path></a:pathLst></a:custGeom><a:ln w="7756"><a:solidFill><a:srgbClr val="000000"/></a:solidFill></a:ln></p:spPr><p:txBody><a:bodyPr wrap="square" lIns="0" tIns="0" rIns="0" bIns="0" rtlCol="0"/><a:lstStyle/><a:p/></p:txBody></p:sp><p:pic><p:nvPicPr><p:cNvPr id="25" name="object 25"/><p:cNvPicPr/><p:nvPr/></p:nvPicPr><p:blipFill><a:blip r:embed="rId4" cstate="print"/><a:stretch><a:fillRect/></a:stretch></p:blipFill><p:spPr><a:xfrm><a:off x="17725036" y="12562425"/><a:ext cx="697748" cy="225938"/></a:xfrm><a:prstGeom prst="rect"><a:avLst/></a:prstGeom></p:spPr></p:pic></p:grpSp><p:sp><p:nvSpPr><p:cNvPr id="26" name="object 26"/><p:cNvSpPr txBox="1"/><p:nvPr/></p:nvSpPr><p:spPr><a:xfrm><a:off x="18723514" y="11340144"/><a:ext cx="938530" cy="568960"/></a:xfrm><a:prstGeom prst="rect"><a:avLst/></a:prstGeom></p:spPr><p:txBody><a:bodyPr wrap="square" lIns="0" tIns="16510" rIns="0" bIns="0" rtlCol="0" vert="horz"><a:spAutoFit/></a:bodyPr><a:lstStyle/><a:p><a:pPr algn="ctr" marL="34925"><a:lnSpc><a:spcPct val="100000"/></a:lnSpc><a:spcBef><a:spcPts val="130"/></a:spcBef></a:pPr><a:r><a:rPr dirty="0" sz="1800" spc="-20" b="1"><a:latin typeface="Verdana"/><a:cs typeface="Verdana"/></a:rPr><a:t>E1.1</a:t></a:r><a:endParaRPr sz="1800"><a:latin typeface="Verdana"/><a:cs typeface="Verdana"/></a:endParaRPr></a:p><a:p><a:pPr algn="ctr" marL="12065" marR="5080"><a:lnSpc><a:spcPct val="101499"/></a:lnSpc><a:spcBef><a:spcPts val="15"/></a:spcBef></a:pPr><a:r><a:rPr dirty="0" sz="850"><a:latin typeface="Verdana"/><a:cs typeface="Verdana"/></a:rPr><a:t>ENLARGED </a:t></a:r><a:r><a:rPr dirty="0" sz="850" spc="-20"><a:latin typeface="Verdana"/><a:cs typeface="Verdana"/></a:rPr><a:t>PLOT PLAN</a:t></a:r><a:endParaRPr sz="850"><a:latin typeface="Verdana"/><a:cs typeface="Verdana"/></a:endParaRPr></a:p></p:txBody></p:sp><p:sp><p:nvSpPr><p:cNvPr id="27" name="object 27"/><p:cNvSpPr txBox="1"/><p:nvPr/></p:nvSpPr><p:spPr><a:xfrm><a:off x="7966657" y="12083732"/><a:ext cx="115633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ENLARGED</a:t></a:r><a:r><a:rPr dirty="0" sz="950" spc="75"><a:latin typeface="Calibri"/><a:cs typeface="Calibri"/></a:rPr><a:t> </a:t></a:r><a:r><a:rPr dirty="0" sz="950"><a:latin typeface="Calibri"/><a:cs typeface="Calibri"/></a:rPr><a:t>PLOT</a:t></a:r><a:r><a:rPr dirty="0" sz="950" spc="75"><a:latin typeface="Calibri"/><a:cs typeface="Calibri"/></a:rPr><a:t> </a:t></a:r><a:r><a:rPr dirty="0" sz="950" spc="-20"><a:latin typeface="Calibri"/><a:cs typeface="Calibri"/></a:rPr><a:t>PLAN</a:t></a:r><a:endParaRPr sz="950"><a:latin typeface="Calibri"/><a:cs typeface="Calibri"/></a:endParaRPr></a:p></p:txBody></p:sp><p:sp><p:nvSpPr><p:cNvPr id="28" name="object 28"/><p:cNvSpPr txBox="1"/><p:nvPr/></p:nvSpPr><p:spPr><a:xfrm><a:off x="7657727" y="12122357"/><a:ext cx="8890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50"><a:latin typeface="Calibri"/><a:cs typeface="Calibri"/></a:rPr><a:t>1</a:t></a:r><a:endParaRPr sz="950"><a:latin typeface="Calibri"/><a:cs typeface="Calibri"/></a:endParaRPr></a:p></p:txBody></p:sp><p:sp><p:nvSpPr><p:cNvPr id="29" name="object 29"/><p:cNvSpPr txBox="1"/><p:nvPr/></p:nvSpPr><p:spPr><a:xfrm><a:off x="7580165" y="12273604"/><a:ext cx="243204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0"><a:latin typeface="Calibri"/><a:cs typeface="Calibri"/></a:rPr><a:t>E1.1</a:t></a:r><a:endParaRPr sz="950"><a:latin typeface="Calibri"/><a:cs typeface="Calibri"/></a:endParaRPr></a:p></p:txBody></p:sp><p:grpSp><p:nvGrpSpPr><p:cNvPr id="30" name="object 30"/><p:cNvGrpSpPr/><p:nvPr/></p:nvGrpSpPr><p:grpSpPr><a:xfrm><a:off x="1633621" y="666762"/><a:ext cx="13898244" cy="12043410"/><a:chOff x="1633621" y="666762"/><a:chExt cx="13898244" cy="12043410"/></a:xfrm></p:grpSpPr><p:sp><p:nvSpPr><p:cNvPr id="31" name="object 31"/><p:cNvSpPr/><p:nvPr/></p:nvSpPr><p:spPr><a:xfrm><a:off x="7482742" y="12292508"/><a:ext cx="3281679" cy="0"/></a:xfrm><a:custGeom><a:avLst/><a:gdLst/><a:ahLst/><a:cxnLst/><a:rect l="l" t="t" r="r" b="b"/><a:pathLst><a:path w="3281679" h="0"><a:moveTo><a:pt x="0" y="0"/></a:moveTo><a:lnTo><a:pt x="328140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2" name="object 32"/><p:cNvSpPr/><p:nvPr/></p:nvSpPr><p:spPr><a:xfrm><a:off x="10347235" y="12364521"/><a:ext cx="339725" cy="339725"/></a:xfrm><a:custGeom><a:avLst/><a:gdLst/><a:ahLst/><a:cxnLst/><a:rect l="l" t="t" r="r" b="b"/><a:pathLst><a:path w="339725" h="339725"><a:moveTo><a:pt x="112712" y="329991"/></a:moveTo><a:lnTo><a:pt x="72149" y="309104"/></a:lnTo><a:lnTo><a:pt x="39614" y="279317"/></a:lnTo><a:lnTo><a:pt x="16089" y="242705"/></a:lnTo><a:lnTo><a:pt x="2557" y="201341"/></a:lnTo><a:lnTo><a:pt x="0" y="157302"/></a:lnTo><a:lnTo><a:pt x="9400" y="112662"/></a:lnTo><a:lnTo><a:pt x="30292" y="72127"/></a:lnTo><a:lnTo><a:pt x="60094" y="39601"/></a:lnTo><a:lnTo><a:pt x="96725" y="16078"/></a:lnTo><a:lnTo><a:pt x="138107" y="2547"/></a:lnTo><a:lnTo><a:pt x="182160" y="0"/></a:lnTo><a:lnTo><a:pt x="226806" y="9427"/></a:lnTo><a:lnTo><a:pt x="267342" y="30287"/></a:lnTo><a:lnTo><a:pt x="299867" y="60066"/></a:lnTo><a:lnTo><a:pt x="323390" y="96684"/></a:lnTo><a:lnTo><a:pt x="336921" y="138059"/></a:lnTo><a:lnTo><a:pt x="339469" y="182110"/></a:lnTo><a:lnTo><a:pt x="330041" y="226756"/></a:lnTo><a:lnTo><a:pt x="309149" y="267291"/></a:lnTo><a:lnTo><a:pt x="279350" y="299817"/></a:lnTo><a:lnTo><a:pt x="242726" y="323340"/></a:lnTo><a:lnTo><a:pt x="201357" y="336871"/></a:lnTo><a:lnTo><a:pt x="157326" y="339418"/></a:lnTo><a:lnTo><a:pt x="112712" y="329991"/></a:lnTo><a:close/></a:path><a:path w="339725" h="339725"><a:moveTo><a:pt x="330041" y="226756"/></a:moveTo><a:lnTo><a:pt x="9400" y="112662"/></a:lnTo><a:lnTo><a:pt x="135088" y="52979"/></a:lnTo><a:lnTo><a:pt x="199630" y="22331"/></a:lnTo><a:lnTo><a:pt x="223409" y="11040"/></a:lnTo><a:lnTo><a:pt x="226806" y="9427"/></a:lnTo><a:lnTo><a:pt x="160846" y="194753"/></a:lnTo><a:lnTo><a:pt x="126974" y="289921"/></a:lnTo><a:lnTo><a:pt x="114495" y="324982"/></a:lnTo><a:lnTo><a:pt x="112712" y="329991"/></a:lnTo><a:lnTo><a:pt x="9400" y="112662"/></a:lnTo></a:path></a:pathLst></a:custGeom><a:ln w="11634"><a:solidFill><a:srgbClr val="000000"/></a:solidFill></a:ln></p:spPr><p:txBody><a:bodyPr wrap="square" lIns="0" tIns="0" rIns="0" bIns="0" rtlCol="0"/><a:lstStyle/><a:p/></p:txBody></p:sp><p:sp><p:nvSpPr><p:cNvPr id="33" name="object 33"/><p:cNvSpPr/><p:nvPr/></p:nvSpPr><p:spPr><a:xfrm><a:off x="7482750" y="12075877"/><a:ext cx="433705" cy="433705"/></a:xfrm><a:custGeom><a:avLst/><a:gdLst/><a:ahLst/><a:cxnLst/><a:rect l="l" t="t" r="r" b="b"/><a:pathLst><a:path w="433704" h="433704"><a:moveTo><a:pt x="0" y="216630"/></a:moveTo><a:lnTo><a:pt x="5721" y="166972"/></a:lnTo><a:lnTo><a:pt x="22017" y="121380"/></a:lnTo><a:lnTo><a:pt x="47588" y="81156"/></a:lnTo><a:lnTo><a:pt x="81134" y="47604"/></a:lnTo><a:lnTo><a:pt x="121354" y="22025"/></a:lnTo><a:lnTo><a:pt x="166948" y="5723"/></a:lnTo><a:lnTo><a:pt x="216615" y="0"/></a:lnTo><a:lnTo><a:pt x="266295" y="5723"/></a:lnTo><a:lnTo><a:pt x="311895" y="22025"/></a:lnTo><a:lnTo><a:pt x="352116" y="47604"/></a:lnTo><a:lnTo><a:pt x="385659" y="81156"/></a:lnTo><a:lnTo><a:pt x="411226" y="121380"/></a:lnTo><a:lnTo><a:pt x="427519" y="166972"/></a:lnTo><a:lnTo><a:pt x="433238" y="216630"/></a:lnTo><a:lnTo><a:pt x="427519" y="266313"/></a:lnTo><a:lnTo><a:pt x="411226" y="311915"/></a:lnTo><a:lnTo><a:pt x="385659" y="352137"/></a:lnTo><a:lnTo><a:pt x="352116" y="385682"/></a:lnTo><a:lnTo><a:pt x="311895" y="411249"/></a:lnTo><a:lnTo><a:pt x="266295" y="427542"/></a:lnTo><a:lnTo><a:pt x="216615" y="433261"/></a:lnTo><a:lnTo><a:pt x="166948" y="427542"/></a:lnTo><a:lnTo><a:pt x="121354" y="411249"/></a:lnTo><a:lnTo><a:pt x="81134" y="385682"/></a:lnTo><a:lnTo><a:pt x="47588" y="352137"/></a:lnTo><a:lnTo><a:pt x="22017" y="311915"/></a:lnTo><a:lnTo><a:pt x="5721" y="266313"/></a:lnTo><a:lnTo><a:pt x="0" y="216630"/></a:lnTo></a:path></a:pathLst></a:custGeom><a:ln w="15512"><a:solidFill><a:srgbClr val="000000"/></a:solidFill></a:ln></p:spPr><p:txBody><a:bodyPr wrap="square" lIns="0" tIns="0" rIns="0" bIns="0" rtlCol="0"/><a:lstStyle/><a:p/></p:txBody></p:sp><p:pic><p:nvPicPr><p:cNvPr id="34" name="object 34"/><p:cNvPicPr/><p:nvPr/></p:nvPicPr><p:blipFill><a:blip r:embed="rId5" cstate="print"/><a:stretch><a:fillRect/></a:stretch></p:blipFill><p:spPr><a:xfrm><a:off x="1633621" y="669050"/><a:ext cx="13897812" cy="10861876"/></a:xfrm><a:prstGeom prst="rect"><a:avLst/></a:prstGeom></p:spPr></p:pic><p:sp><p:nvSpPr><p:cNvPr id="35" name="object 35"/><p:cNvSpPr/><p:nvPr/></p:nvSpPr><p:spPr><a:xfrm><a:off x="8020465" y="4847104"/><a:ext cx="871855" cy="400050"/></a:xfrm><a:custGeom><a:avLst/><a:gdLst/><a:ahLst/><a:cxnLst/><a:rect l="l" t="t" r="r" b="b"/><a:pathLst><a:path w="871854" h="400050"><a:moveTo><a:pt x="389827" y="0"/></a:moveTo><a:lnTo><a:pt x="445361" y="5855"/></a:lnTo></a:path><a:path w="871854" h="400050"><a:moveTo><a:pt x="0" y="189639"/></a:moveTo><a:lnTo><a:pt x="5817" y="134104"/></a:lnTo></a:path><a:path w="871854" h="400050"><a:moveTo><a:pt x="867377" y="399382"/></a:moveTo><a:lnTo><a:pt x="871798" y="399855"/></a:lnTo></a:path></a:pathLst></a:custGeom><a:ln w="3878"><a:solidFill><a:srgbClr val="E2E2E2"/></a:solidFill></a:ln></p:spPr><p:txBody><a:bodyPr wrap="square" lIns="0" tIns="0" rIns="0" bIns="0" rtlCol="0"/><a:lstStyle/><a:p/></p:txBody></p:sp><p:sp><p:nvSpPr><p:cNvPr id="36" name="object 36"/><p:cNvSpPr/><p:nvPr/></p:nvSpPr><p:spPr><a:xfrm><a:off x="7995567" y="4822261"/><a:ext cx="843280" cy="456565"/></a:xfrm><a:custGeom><a:avLst/><a:gdLst/><a:ahLst/><a:cxnLst/><a:rect l="l" t="t" r="r" b="b"/><a:pathLst><a:path w="843279" h="456564"><a:moveTo><a:pt x="620" y="181433"/></a:moveTo><a:lnTo><a:pt x="1783" y="179292"/></a:lnTo></a:path><a:path w="843279" h="456564"><a:moveTo><a:pt x="3412" y="177531"/></a:moveTo><a:lnTo><a:pt x="5506" y="176267"/></a:lnTo></a:path><a:path w="843279" h="456564"><a:moveTo><a:pt x="17994" y="188103"/></a:moveTo><a:lnTo><a:pt x="16830" y="190236"/></a:lnTo></a:path><a:path w="843279" h="456564"><a:moveTo><a:pt x="0" y="183791"/></a:moveTo><a:lnTo><a:pt x="620" y="181433"/></a:lnTo></a:path><a:path w="843279" h="456564"><a:moveTo><a:pt x="10238" y="175507"/></a:moveTo><a:lnTo><a:pt x="12642" y="176081"/></a:lnTo></a:path><a:path w="843279" h="456564"><a:moveTo><a:pt x="2094" y="190624"/></a:moveTo><a:lnTo><a:pt x="775" y="188553"/></a:lnTo></a:path><a:path w="843279" h="456564"><a:moveTo><a:pt x="1783" y="179292"/></a:moveTo><a:lnTo><a:pt x="3412" y="177531"/></a:lnTo></a:path><a:path w="843279" h="456564"><a:moveTo><a:pt x="18537" y="185745"/></a:moveTo><a:lnTo><a:pt x="17994" y="188103"/></a:lnTo></a:path><a:path w="843279" h="456564"><a:moveTo><a:pt x="16830" y="190236"/></a:moveTo><a:lnTo><a:pt x="15124" y="192005"/></a:lnTo></a:path><a:path w="843279" h="456564"><a:moveTo><a:pt x="10781" y="193959"/></a:moveTo><a:lnTo><a:pt x="8299" y="194021"/></a:lnTo></a:path><a:path w="843279" h="456564"><a:moveTo><a:pt x="5506" y="176267"/></a:moveTo><a:lnTo><a:pt x="7833" y="175577"/></a:lnTo></a:path><a:path w="843279" h="456564"><a:moveTo><a:pt x="775" y="188553"/></a:moveTo><a:lnTo><a:pt x="77" y="186218"/></a:lnTo><a:lnTo><a:pt x="0" y="183791"/></a:lnTo></a:path><a:path w="843279" h="456564"><a:moveTo><a:pt x="17761" y="180983"/></a:moveTo><a:lnTo><a:pt x="18459" y="183310"/></a:lnTo></a:path><a:path w="843279" h="456564"><a:moveTo><a:pt x="14736" y="177237"/></a:moveTo><a:lnTo><a:pt x="16520" y="178912"/></a:lnTo></a:path><a:path w="843279" h="456564"><a:moveTo><a:pt x="3800" y="192291"/></a:moveTo><a:lnTo><a:pt x="2094" y="190624"/></a:lnTo></a:path><a:path w="843279" h="456564"><a:moveTo><a:pt x="16520" y="178912"/></a:moveTo><a:lnTo><a:pt x="17761" y="180983"/></a:lnTo></a:path><a:path w="843279" h="456564"><a:moveTo><a:pt x="5972" y="193455"/></a:moveTo><a:lnTo><a:pt x="3800" y="192291"/></a:lnTo></a:path><a:path w="843279" h="456564"><a:moveTo><a:pt x="18459" y="183310"/></a:moveTo><a:lnTo><a:pt x="18537" y="185745"/></a:lnTo></a:path><a:path w="843279" h="456564"><a:moveTo><a:pt x="15124" y="192005"/></a:moveTo><a:lnTo><a:pt x="13107" y="193269"/></a:lnTo><a:lnTo><a:pt x="10781" y="193959"/></a:lnTo></a:path><a:path w="843279" h="456564"><a:moveTo><a:pt x="8299" y="194021"/></a:moveTo><a:lnTo><a:pt x="5972" y="193455"/></a:lnTo></a:path><a:path w="843279" h="456564"><a:moveTo><a:pt x="7833" y="175577"/></a:moveTo><a:lnTo><a:pt x="10238" y="175507"/></a:lnTo></a:path><a:path w="843279" h="456564"><a:moveTo><a:pt x="12642" y="176081"/></a:moveTo><a:lnTo><a:pt x="14736" y="177237"/></a:lnTo></a:path><a:path w="843279" h="456564"><a:moveTo><a:pt x="435278" y="10711"/></a:moveTo><a:lnTo><a:pt x="445439" y="0"/></a:lnTo><a:lnTo><a:pt x="447766" y="566"/></a:lnTo><a:lnTo><a:pt x="449937" y="1729"/></a:lnTo><a:lnTo><a:pt x="451644" y="3404"/></a:lnTo><a:lnTo><a:pt x="452962" y="5475"/></a:lnTo><a:lnTo><a:pt x="453660" y="7802"/></a:lnTo><a:lnTo><a:pt x="453660" y="10230"/></a:lnTo><a:lnTo><a:pt x="443500" y="18514"/></a:lnTo><a:lnTo><a:pt x="441095" y="17947"/></a:lnTo><a:lnTo><a:pt x="439001" y="16784"/></a:lnTo><a:lnTo><a:pt x="437217" y="15116"/></a:lnTo><a:lnTo><a:pt x="435899" y="13045"/></a:lnTo><a:lnTo><a:pt x="435278" y="10711"/></a:lnTo></a:path><a:path w="843279" h="456564"><a:moveTo><a:pt x="389129" y="448533"/></a:moveTo><a:lnTo><a:pt x="399289" y="437822"/></a:lnTo><a:lnTo><a:pt x="401694" y="438388"/></a:lnTo><a:lnTo><a:pt x="407588" y="448053"/></a:lnTo><a:lnTo><a:pt x="407045" y="450418"/></a:lnTo><a:lnTo><a:pt x="397350" y="456336"/></a:lnTo><a:lnTo><a:pt x="395023" y="455770"/></a:lnTo><a:lnTo><a:pt x="392852" y="454607"/></a:lnTo><a:lnTo><a:pt x="391068" y="452931"/></a:lnTo><a:lnTo><a:pt x="389827" y="450860"/></a:lnTo><a:lnTo><a:pt x="389129" y="448533"/></a:lnTo></a:path><a:path w="843279" h="456564"><a:moveTo><a:pt x="824174" y="270598"/></a:moveTo><a:lnTo><a:pt x="834413" y="262315"/></a:lnTo><a:lnTo><a:pt x="836817" y="262881"/></a:lnTo><a:lnTo><a:pt x="842712" y="272545"/></a:lnTo><a:lnTo><a:pt x="842169" y="274911"/></a:lnTo><a:lnTo><a:pt x="832474" y="280829"/></a:lnTo><a:lnTo><a:pt x="830147" y="280255"/></a:lnTo><a:lnTo><a:pt x="824174" y="270598"/></a:lnTo></a:path></a:pathLst></a:custGeom><a:ln w="3878"><a:solidFill><a:srgbClr val="FF00FF"/></a:solidFill></a:ln></p:spPr><p:txBody><a:bodyPr wrap="square" lIns="0" tIns="0" rIns="0" bIns="0" rtlCol="0"/><a:lstStyle/><a:p/></p:txBody></p:sp><p:sp><p:nvSpPr><p:cNvPr id="37" name="object 37"/><p:cNvSpPr/><p:nvPr/></p:nvSpPr><p:spPr><a:xfrm><a:off x="7983390" y="4774420"/><a:ext cx="1957705" cy="638810"/></a:xfrm><a:custGeom><a:avLst/><a:gdLst/><a:ahLst/><a:cxnLst/><a:rect l="l" t="t" r="r" b="b"/><a:pathLst><a:path w="1957704" h="638810"><a:moveTo><a:pt x="848219" y="117064"/></a:moveTo><a:lnTo><a:pt x="847676" y="122261"/></a:lnTo></a:path><a:path w="1957704" h="638810"><a:moveTo><a:pt x="18847" y="434952"/></a:moveTo><a:lnTo><a:pt x="37074" y="262322"/></a:lnTo></a:path><a:path w="1957704" h="638810"><a:moveTo><a:pt x="61118" y="34158"/></a:moveTo><a:lnTo><a:pt x="426901" y="72683"/></a:lnTo></a:path><a:path w="1957704" h="638810"><a:moveTo><a:pt x="439466" y="486384"/></a:moveTo><a:lnTo><a:pt x="436286" y="516354"/></a:lnTo><a:lnTo><a:pt x="380752" y="510506"/></a:lnTo><a:lnTo><a:pt x="383932" y="480536"/></a:lnTo></a:path><a:path w="1957704" h="638810"><a:moveTo><a:pt x="23191" y="435410"/></a:moveTo><a:lnTo><a:pt x="18847" y="434952"/></a:lnTo></a:path><a:path w="1957704" h="638810"><a:moveTo><a:pt x="426901" y="72683"/></a:moveTo><a:lnTo><a:pt x="430779" y="35663"/></a:lnTo></a:path><a:path w="1957704" h="638810"><a:moveTo><a:pt x="430779" y="35663"/></a:moveTo><a:lnTo><a:pt x="486314" y="41511"/></a:lnTo><a:lnTo><a:pt x="482436" y="78539"/></a:lnTo></a:path><a:path w="1957704" h="638810"><a:moveTo><a:pt x="482436" y="78539"/></a:moveTo><a:lnTo><a:pt x="848219" y="117064"/></a:lnTo></a:path><a:path w="1957704" h="638810"><a:moveTo><a:pt x="5894" y="202886"/></a:moveTo><a:lnTo><a:pt x="42891" y="206788"/></a:lnTo></a:path><a:path w="1957704" h="638810"><a:moveTo><a:pt x="37074" y="262322"/></a:moveTo><a:lnTo><a:pt x="0" y="258429"/></a:lnTo><a:lnTo><a:pt x="5894" y="202886"/></a:lnTo></a:path><a:path w="1957704" h="638810"><a:moveTo><a:pt x="42891" y="206788"/></a:moveTo><a:lnTo><a:pt x="61118" y="34158"/></a:lnTo></a:path><a:path w="1957704" h="638810"><a:moveTo><a:pt x="861249" y="349130"/></a:moveTo><a:lnTo><a:pt x="828130" y="345640"/></a:lnTo></a:path><a:path w="1957704" h="638810"><a:moveTo><a:pt x="833947" y="290105"/></a:moveTo><a:lnTo><a:pt x="867066" y="293588"/></a:lnTo><a:lnTo><a:pt x="861249" y="349130"/></a:lnTo></a:path><a:path w="1957704" h="638810"><a:moveTo><a:pt x="1957202" y="339621"/></a:moveTo><a:lnTo><a:pt x="1956271" y="348874"/></a:lnTo></a:path><a:path w="1957704" h="638810"><a:moveTo><a:pt x="1593358" y="638219"/></a:moveTo><a:lnTo><a:pt x="1588937" y="637746"/></a:lnTo></a:path><a:path w="1957704" h="638810"><a:moveTo><a:pt x="1588937" y="637746"/></a:moveTo><a:lnTo><a:pt x="1623995" y="304524"/></a:lnTo><a:lnTo><a:pt x="1957202" y="339621"/></a:lnTo></a:path><a:path w="1957704" h="638810"><a:moveTo><a:pt x="954169" y="0"/></a:moveTo><a:lnTo><a:pt x="904451" y="472066"/></a:lnTo><a:lnTo><a:pt x="894678" y="564628"/></a:lnTo></a:path><a:path w="1957704" h="638810"><a:moveTo><a:pt x="1555818" y="63701"/></a:moveTo><a:lnTo><a:pt x="1555818" y="63368"/></a:lnTo><a:lnTo><a:pt x="954169" y="0"/></a:lnTo></a:path><a:path w="1957704" h="638810"><a:moveTo><a:pt x="899177" y="565102"/></a:moveTo><a:lnTo><a:pt x="894678" y="564628"/></a:lnTo></a:path></a:pathLst></a:custGeom><a:ln w="3878"><a:solidFill><a:srgbClr val="E2E2E2"/></a:solidFill></a:ln></p:spPr><p:txBody><a:bodyPr wrap="square" lIns="0" tIns="0" rIns="0" bIns="0" rtlCol="0"/><a:lstStyle/><a:p/></p:txBody></p:sp><p:sp><p:nvSpPr><p:cNvPr id="38" name="object 38"/><p:cNvSpPr/><p:nvPr/></p:nvSpPr><p:spPr><a:xfrm><a:off x="8248032" y="1680530"/><a:ext cx="2145665" cy="3138170"/></a:xfrm><a:custGeom><a:avLst/><a:gdLst/><a:ahLst/><a:cxnLst/><a:rect l="l" t="t" r="r" b="b"/><a:pathLst><a:path w="2145665" h="3138170"><a:moveTo><a:pt x="0" y="2943202"/></a:moveTo><a:lnTo><a:pt x="1832559" y="3137922"/></a:lnTo></a:path><a:path w="2145665" h="3138170"><a:moveTo><a:pt x="1832559" y="3137922"/></a:moveTo><a:lnTo><a:pt x="2145290" y="194719"/></a:lnTo><a:lnTo><a:pt x="312730" y="0"/></a:lnTo><a:lnTo><a:pt x="0" y="2943202"/></a:lnTo></a:path></a:pathLst></a:custGeom><a:ln w="3878"><a:solidFill><a:srgbClr val="797873"/></a:solidFill></a:ln></p:spPr><p:txBody><a:bodyPr wrap="square" lIns="0" tIns="0" rIns="0" bIns="0" rtlCol="0"/><a:lstStyle/><a:p/></p:txBody></p:sp><p:sp><p:nvSpPr><p:cNvPr id="39" name="object 39"/><p:cNvSpPr/><p:nvPr/></p:nvSpPr><p:spPr><a:xfrm><a:off x="8658646" y="2091198"/><a:ext cx="1122680" cy="2295525"/></a:xfrm><a:custGeom><a:avLst/><a:gdLst/><a:ahLst/><a:cxnLst/><a:rect l="l" t="t" r="r" b="b"/><a:pathLst><a:path w="1122679" h="2295525"><a:moveTo><a:pt x="0" y="2200762"/></a:moveTo><a:lnTo><a:pt x="2249" y="2200995"/></a:lnTo></a:path><a:path w="1122679" h="2295525"><a:moveTo><a:pt x="888551" y="2295163"/></a:moveTo><a:lnTo><a:pt x="895454" y="2230376"/></a:lnTo></a:path><a:path w="1122679" h="2295525"><a:moveTo><a:pt x="6903" y="2135975"/></a:moveTo><a:lnTo><a:pt x="0" y="2200762"/></a:lnTo></a:path><a:path w="1122679" h="2295525"><a:moveTo><a:pt x="233849" y="0"/></a:moveTo><a:lnTo><a:pt x="226946" y="64787"/></a:lnTo></a:path><a:path w="1122679" h="2295525"><a:moveTo><a:pt x="1113559" y="158979"/></a:moveTo><a:lnTo><a:pt x="1115498" y="159188"/></a:lnTo></a:path><a:path w="1122679" h="2295525"><a:moveTo><a:pt x="895454" y="2230376"/></a:moveTo><a:lnTo><a:pt x="895377" y="2230376"/></a:lnTo></a:path><a:path w="1122679" h="2295525"><a:moveTo><a:pt x="1122401" y="94400"/></a:moveTo><a:lnTo><a:pt x="1120384" y="94191"/></a:lnTo></a:path><a:path w="1122679" h="2295525"><a:moveTo><a:pt x="9074" y="2136200"/></a:moveTo><a:lnTo><a:pt x="6903" y="2135975"/></a:lnTo></a:path><a:path w="1122679" h="2295525"><a:moveTo><a:pt x="1115498" y="159188"/></a:moveTo><a:lnTo><a:pt x="1122401" y="94400"/></a:lnTo></a:path><a:path w="1122679" h="2295525"><a:moveTo><a:pt x="226946" y="64787"/></a:moveTo><a:lnTo><a:pt x="227256" y="64810"/></a:lnTo></a:path><a:path w="1122679" h="2295525"><a:moveTo><a:pt x="234082" y="15"/></a:moveTo><a:lnTo><a:pt x="233849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40" name="object 40"/><p:cNvSpPr/><p:nvPr/></p:nvSpPr><p:spPr><a:xfrm><a:off x="7903191" y="4633133"/><a:ext cx="2183130" cy="895985"/></a:xfrm><a:custGeom><a:avLst/><a:gdLst/><a:ahLst/><a:cxnLst/><a:rect l="l" t="t" r="r" b="b"/><a:pathLst><a:path w="2183129" h="895985"><a:moveTo><a:pt x="2182752" y="229700"/></a:moveTo><a:lnTo><a:pt x="72520" y="0"/></a:lnTo></a:path><a:path w="2183129" h="895985"><a:moveTo><a:pt x="72520" y="0"/></a:moveTo><a:lnTo><a:pt x="0" y="666204"/></a:lnTo><a:lnTo><a:pt x="2110232" y="895896"/></a:lnTo><a:lnTo><a:pt x="2182752" y="229700"/></a:lnTo></a:path></a:pathLst></a:custGeom><a:ln w="3878"><a:solidFill><a:srgbClr val="797873"/></a:solidFill></a:ln></p:spPr><p:txBody><a:bodyPr wrap="square" lIns="0" tIns="0" rIns="0" bIns="0" rtlCol="0"/><a:lstStyle/><a:p/></p:txBody></p:sp><p:sp><p:nvSpPr><p:cNvPr id="41" name="object 41"/><p:cNvSpPr/><p:nvPr/></p:nvSpPr><p:spPr><a:xfrm><a:off x="8660817" y="2090019"/><a:ext cx="1278890" cy="3357245"/></a:xfrm><a:custGeom><a:avLst/><a:gdLst/><a:ahLst/><a:cxnLst/><a:rect l="l" t="t" r="r" b="b"/><a:pathLst><a:path w="1278890" h="3357245"><a:moveTo><a:pt x="1244716" y="3357244"/></a:moveTo><a:lnTo><a:pt x="1278844" y="3033275"/></a:lnTo><a:lnTo><a:pt x="950058" y="2998652"/></a:lnTo><a:lnTo><a:pt x="915930" y="3322621"/></a:lnTo><a:lnTo><a:pt x="1244716" y="3357244"/></a:lnTo></a:path><a:path w="1278890" h="3357245"><a:moveTo><a:pt x="0" y="2202988"/></a:moveTo><a:lnTo><a:pt x="886379" y="2296342"/></a:lnTo></a:path><a:path w="1278890" h="3357245"><a:moveTo><a:pt x="231988" y="0"/></a:moveTo><a:lnTo><a:pt x="1118368" y="93353"/></a:lnTo></a:path><a:path w="1278890" h="3357245"><a:moveTo><a:pt x="882811" y="2748568"/></a:moveTo><a:lnTo><a:pt x="823011" y="3315981"/></a:lnTo><a:lnTo><a:pt x="221362" y="3252613"/></a:lnTo></a:path></a:pathLst></a:custGeom><a:ln w="3878"><a:solidFill><a:srgbClr val="838383"/></a:solidFill></a:ln></p:spPr><p:txBody><a:bodyPr wrap="square" lIns="0" tIns="0" rIns="0" bIns="0" rtlCol="0"/><a:lstStyle/><a:p/></p:txBody></p:sp><p:pic><p:nvPicPr><p:cNvPr id="42" name="object 42"/><p:cNvPicPr/><p:nvPr/></p:nvPicPr><p:blipFill><a:blip r:embed="rId6" cstate="print"/><a:stretch><a:fillRect/></a:stretch></p:blipFill><p:spPr><a:xfrm><a:off x="10230365" y="5742574"/><a:ext cx="167921" cy="167929"/></a:xfrm><a:prstGeom prst="rect"><a:avLst/></a:prstGeom></p:spPr></p:pic><p:pic><p:nvPicPr><p:cNvPr id="43" name="object 43"/><p:cNvPicPr/><p:nvPr/></p:nvPicPr><p:blipFill><a:blip r:embed="rId7" cstate="print"/><a:stretch><a:fillRect/></a:stretch></p:blipFill><p:spPr><a:xfrm><a:off x="10286519" y="5186950"/><a:ext cx="167921" cy="167929"/></a:xfrm><a:prstGeom prst="rect"><a:avLst/></a:prstGeom></p:spPr></p:pic><p:pic><p:nvPicPr><p:cNvPr id="44" name="object 44"/><p:cNvPicPr/><p:nvPr/></p:nvPicPr><p:blipFill><a:blip r:embed="rId8" cstate="print"/><a:stretch><a:fillRect/></a:stretch></p:blipFill><p:spPr><a:xfrm><a:off x="10345311" y="4631606"/><a:ext cx="167921" cy="167937"/></a:xfrm><a:prstGeom prst="rect"><a:avLst/></a:prstGeom></p:spPr></p:pic><p:pic><p:nvPicPr><p:cNvPr id="45" name="object 45"/><p:cNvPicPr/><p:nvPr/></p:nvPicPr><p:blipFill><a:blip r:embed="rId9" cstate="print"/><a:stretch><a:fillRect/></a:stretch></p:blipFill><p:spPr><a:xfrm><a:off x="10404104" y="4076268"/><a:ext cx="167999" cy="167929"/></a:xfrm><a:prstGeom prst="rect"><a:avLst/></a:prstGeom></p:spPr></p:pic><p:pic><p:nvPicPr><p:cNvPr id="46" name="object 46"/><p:cNvPicPr/><p:nvPr/></p:nvPicPr><p:blipFill><a:blip r:embed="rId10" cstate="print"/><a:stretch><a:fillRect/></a:stretch></p:blipFill><p:spPr><a:xfrm><a:off x="10462973" y="3520924"/><a:ext cx="167921" cy="167937"/></a:xfrm><a:prstGeom prst="rect"><a:avLst/></a:prstGeom></p:spPr></p:pic><p:pic><p:nvPicPr><p:cNvPr id="47" name="object 47"/><p:cNvPicPr/><p:nvPr/></p:nvPicPr><p:blipFill><a:blip r:embed="rId11" cstate="print"/><a:stretch><a:fillRect/></a:stretch></p:blipFill><p:spPr><a:xfrm><a:off x="10521766" y="2965587"/><a:ext cx="167921" cy="167929"/></a:xfrm><a:prstGeom prst="rect"><a:avLst/></a:prstGeom></p:spPr></p:pic><p:pic><p:nvPicPr><p:cNvPr id="48" name="object 48"/><p:cNvPicPr/><p:nvPr/></p:nvPicPr><p:blipFill><a:blip r:embed="rId12" cstate="print"/><a:stretch><a:fillRect/></a:stretch></p:blipFill><p:spPr><a:xfrm><a:off x="10580557" y="2410242"/><a:ext cx="167999" cy="167937"/></a:xfrm><a:prstGeom prst="rect"><a:avLst/></a:prstGeom></p:spPr></p:pic><p:pic><p:nvPicPr><p:cNvPr id="49" name="object 49"/><p:cNvPicPr/><p:nvPr/></p:nvPicPr><p:blipFill><a:blip r:embed="rId13" cstate="print"/><a:stretch><a:fillRect/></a:stretch></p:blipFill><p:spPr><a:xfrm><a:off x="10639427" y="1854905"/><a:ext cx="167921" cy="167929"/></a:xfrm><a:prstGeom prst="rect"><a:avLst/></a:prstGeom></p:spPr></p:pic><p:pic><p:nvPicPr><p:cNvPr id="50" name="object 50"/><p:cNvPicPr/><p:nvPr/></p:nvPicPr><p:blipFill><a:blip r:embed="rId14" cstate="print"/><a:stretch><a:fillRect/></a:stretch></p:blipFill><p:spPr><a:xfrm><a:off x="9675020" y="5683751"/><a:ext cx="167921" cy="167937"/></a:xfrm><a:prstGeom prst="rect"><a:avLst/></a:prstGeom></p:spPr></p:pic><p:pic><p:nvPicPr><p:cNvPr id="51" name="object 51"/><p:cNvPicPr/><p:nvPr/></p:nvPicPr><p:blipFill><a:blip r:embed="rId15" cstate="print"/><a:stretch><a:fillRect/></a:stretch></p:blipFill><p:spPr><a:xfrm><a:off x="9119675" y="5624936"/><a:ext cx="167921" cy="167937"/></a:xfrm><a:prstGeom prst="rect"><a:avLst/></a:prstGeom></p:spPr></p:pic><p:pic><p:nvPicPr><p:cNvPr id="52" name="object 52"/><p:cNvPicPr/><p:nvPr/></p:nvPicPr><p:blipFill><a:blip r:embed="rId16" cstate="print"/><a:stretch><a:fillRect/></a:stretch></p:blipFill><p:spPr><a:xfrm><a:off x="8564330" y="5566120"/><a:ext cx="167921" cy="167929"/></a:xfrm><a:prstGeom prst="rect"><a:avLst/></a:prstGeom></p:spPr></p:pic><p:sp><p:nvSpPr><p:cNvPr id="53" name="object 53"/><p:cNvSpPr/><p:nvPr/></p:nvSpPr><p:spPr><a:xfrm><a:off x="8005806" y="4292194"/><a:ext cx="1548765" cy="1050925"/></a:xfrm><a:custGeom><a:avLst/><a:gdLst/><a:ahLst/><a:cxnLst/><a:rect l="l" t="t" r="r" b="b"/><a:pathLst><a:path w="1548765" h="1050925"><a:moveTo><a:pt x="1541391" y="94168"/></a:moveTo><a:lnTo><a:pt x="1548217" y="29380"/></a:lnTo></a:path><a:path w="1548765" h="1050925"><a:moveTo><a:pt x="655089" y="0"/></a:moveTo><a:lnTo><a:pt x="655012" y="814"/></a:lnTo></a:path><a:path w="1548765" h="1050925"><a:moveTo><a:pt x="0" y="924687"/></a:moveTo><a:lnTo><a:pt x="775" y="917637"/></a:lnTo><a:lnTo><a:pt x="42426" y="522039"/></a:lnTo><a:lnTo><a:pt x="825260" y="604488"/></a:lnTo><a:lnTo><a:pt x="829216" y="604906"/></a:lnTo></a:path><a:path w="1548765" h="1050925"><a:moveTo><a:pt x="805715" y="827866"/></a:moveTo><a:lnTo><a:pt x="786790" y="1007547"/></a:lnTo></a:path><a:path w="1548765" h="1050925"><a:moveTo><a:pt x="361516" y="962762"/></a:moveTo><a:lnTo><a:pt x="0" y="924687"/></a:lnTo></a:path><a:path w="1548765" h="1050925"><a:moveTo><a:pt x="936174" y="483025"/></a:moveTo><a:lnTo><a:pt x="1533402" y="545928"/></a:lnTo><a:lnTo><a:pt x="1537823" y="546394"/></a:lnTo></a:path><a:path w="1548765" h="1050925"><a:moveTo><a:pt x="876374" y="1050439"/></a:moveTo><a:lnTo><a:pt x="876762" y="1047328"/></a:lnTo></a:path></a:pathLst></a:custGeom><a:ln w="3878"><a:solidFill><a:srgbClr val="838383"/></a:solidFill></a:ln></p:spPr><p:txBody><a:bodyPr wrap="square" lIns="0" tIns="0" rIns="0" bIns="0" rtlCol="0"/><a:lstStyle/><a:p/></p:txBody></p:sp><p:sp><p:nvSpPr><p:cNvPr id="54" name="object 54"/><p:cNvSpPr/><p:nvPr/></p:nvSpPr><p:spPr><a:xfrm><a:off x="8633128" y="1925052"/><a:ext cx="2107565" cy="3913504"/></a:xfrm><a:custGeom><a:avLst/><a:gdLst/><a:ahLst/><a:cxnLst/><a:rect l="l" t="t" r="r" b="b"/><a:pathLst><a:path w="2107565" h="3913504"><a:moveTo><a:pt x="1666111" y="3891112"/></a:moveTo><a:lnTo><a:pt x="1669369" y="3887668"/></a:lnTo></a:path><a:path w="2107565" h="3913504"><a:moveTo><a:pt x="1666111" y="3891128"/></a:moveTo><a:lnTo><a:pt x="1666034" y="3891182"/></a:lnTo></a:path><a:path w="2107565" h="3913504"><a:moveTo><a:pt x="1698455" y="3908897"/></a:moveTo><a:lnTo><a:pt x="1696128" y="3913148"/></a:lnTo><a:lnTo><a:pt x="1696128" y="3913163"/></a:lnTo></a:path><a:path w="2107565" h="3913504"><a:moveTo><a:pt x="1722266" y="3335488"/></a:moveTo><a:lnTo><a:pt x="1725524" y="3332045"/></a:lnTo></a:path><a:path w="2107565" h="3913504"><a:moveTo><a:pt x="1722266" y="3335504"/></a:moveTo><a:lnTo><a:pt x="1722189" y="3335558"/></a:lnTo></a:path><a:path w="2107565" h="3913504"><a:moveTo><a:pt x="1754610" y="3353273"/></a:moveTo><a:lnTo><a:pt x="1752283" y="3357524"/></a:lnTo><a:lnTo><a:pt x="1752205" y="3357539"/></a:lnTo></a:path><a:path w="2107565" h="3913504"><a:moveTo><a:pt x="1781058" y="2780151"/></a:moveTo><a:lnTo><a:pt x="1784393" y="2776700"/></a:lnTo></a:path><a:path w="2107565" h="3913504"><a:moveTo><a:pt x="1781058" y="2780159"/></a:moveTo><a:lnTo><a:pt x="1780981" y="2780213"/></a:lnTo></a:path><a:path w="2107565" h="3913504"><a:moveTo><a:pt x="1813402" y="2797929"/></a:moveTo><a:lnTo><a:pt x="1811075" y="2802187"/></a:lnTo><a:lnTo><a:pt x="1811075" y="2802194"/></a:lnTo></a:path><a:path w="2107565" h="3913504"><a:moveTo><a:pt x="1839850" y="2224807"/></a:moveTo><a:lnTo><a:pt x="1843186" y="2221363"/></a:lnTo></a:path><a:path w="2107565" h="3913504"><a:moveTo><a:pt x="1839850" y="2224822"/></a:moveTo><a:lnTo><a:pt x="1839850" y="2224876"/></a:lnTo></a:path><a:path w="2107565" h="3913504"><a:moveTo><a:pt x="1872194" y="2242592"/></a:moveTo><a:lnTo><a:pt x="1869867" y="2246842"/></a:lnTo><a:lnTo><a:pt x="1869867" y="2246858"/></a:lnTo></a:path><a:path w="2107565" h="3913504"><a:moveTo><a:pt x="1898720" y="1669470"/></a:moveTo><a:lnTo><a:pt x="1901978" y="1666018"/></a:lnTo></a:path><a:path w="2107565" h="3913504"><a:moveTo><a:pt x="1898720" y="1669477"/></a:moveTo><a:lnTo><a:pt x="1898642" y="1669539"/></a:lnTo></a:path><a:path w="2107565" h="3913504"><a:moveTo><a:pt x="1931063" y="1687247"/></a:moveTo><a:lnTo><a:pt x="1928737" y="1691505"/></a:lnTo><a:lnTo><a:pt x="1928659" y="1691513"/></a:lnTo></a:path><a:path w="2107565" h="3913504"><a:moveTo><a:pt x="1957512" y="1114125"/></a:moveTo><a:lnTo><a:pt x="1960847" y="1110681"/></a:lnTo></a:path><a:path w="2107565" h="3913504"><a:moveTo><a:pt x="1957512" y="1114140"/></a:moveTo><a:lnTo><a:pt x="1957434" y="1114195"/></a:lnTo></a:path><a:path w="2107565" h="3913504"><a:moveTo><a:pt x="1989855" y="1131910"/></a:moveTo><a:lnTo><a:pt x="1987529" y="1136160"/></a:lnTo><a:lnTo><a:pt x="1987529" y="1136176"/></a:lnTo></a:path><a:path w="2107565" h="3913504"><a:moveTo><a:pt x="2016304" y="558788"/></a:moveTo><a:lnTo><a:pt x="2019639" y="555336"/></a:lnTo></a:path><a:path w="2107565" h="3913504"><a:moveTo><a:pt x="2016304" y="558796"/></a:moveTo><a:lnTo><a:pt x="2016304" y="558858"/></a:lnTo></a:path><a:path w="2107565" h="3913504"><a:moveTo><a:pt x="2048648" y="576565"/></a:moveTo><a:lnTo><a:pt x="2046321" y="580823"/></a:lnTo><a:lnTo><a:pt x="2046321" y="580831"/></a:lnTo></a:path><a:path w="2107565" h="3913504"><a:moveTo><a:pt x="2075174" y="3443"/></a:moveTo><a:lnTo><a:pt x="2078431" y="0"/></a:lnTo></a:path><a:path w="2107565" h="3913504"><a:moveTo><a:pt x="2075174" y="3459"/></a:moveTo><a:lnTo><a:pt x="2075096" y="3513"/></a:lnTo></a:path><a:path w="2107565" h="3913504"><a:moveTo><a:pt x="2107517" y="21228"/></a:moveTo><a:lnTo><a:pt x="2105190" y="25479"/></a:lnTo><a:lnTo><a:pt x="2105113" y="25494"/></a:lnTo></a:path><a:path w="2107565" h="3913504"><a:moveTo><a:pt x="1110766" y="3832297"/></a:moveTo><a:lnTo><a:pt x="1114024" y="3828853"/></a:lnTo></a:path><a:path w="2107565" h="3913504"><a:moveTo><a:pt x="1110766" y="3832305"/></a:moveTo><a:lnTo><a:pt x="1110689" y="3832367"/></a:lnTo></a:path><a:path w="2107565" h="3913504"><a:moveTo><a:pt x="1143110" y="3850082"/></a:moveTo><a:lnTo><a:pt x="1140783" y="3854332"/></a:lnTo><a:lnTo><a:pt x="1140783" y="3854340"/></a:lnTo></a:path><a:path w="2107565" h="3913504"><a:moveTo><a:pt x="555422" y="3773482"/></a:moveTo><a:lnTo><a:pt x="558679" y="3770030"/></a:lnTo></a:path><a:path w="2107565" h="3913504"><a:moveTo><a:pt x="555422" y="3773489"/></a:moveTo><a:lnTo><a:pt x="555344" y="3773551"/></a:lnTo></a:path><a:path w="2107565" h="3913504"><a:moveTo><a:pt x="587765" y="3791259"/></a:moveTo><a:lnTo><a:pt x="585438" y="3795517"/></a:lnTo><a:lnTo><a:pt x="585438" y="3795525"/></a:lnTo></a:path><a:path w="2107565" h="3913504"><a:moveTo><a:pt x="77" y="3714666"/></a:moveTo><a:lnTo><a:pt x="3335" y="3711215"/></a:lnTo></a:path><a:path w="2107565" h="3913504"><a:moveTo><a:pt x="77" y="3714674"/></a:moveTo><a:lnTo><a:pt x="0" y="3714728"/></a:lnTo></a:path><a:path w="2107565" h="3913504"><a:moveTo><a:pt x="32420" y="3732443"/></a:moveTo><a:lnTo><a:pt x="30094" y="3736702"/></a:lnTo><a:lnTo><a:pt x="30094" y="3736709"/></a:lnTo></a:path></a:pathLst></a:custGeom><a:ln w="3878"><a:solidFill><a:srgbClr val="000000"/></a:solidFill></a:ln></p:spPr><p:txBody><a:bodyPr wrap="square" lIns="0" tIns="0" rIns="0" bIns="0" rtlCol="0"/><a:lstStyle/><a:p/></p:txBody></p:sp><p:sp><p:nvSpPr><p:cNvPr id="55" name="object 55"/><p:cNvSpPr/><p:nvPr/></p:nvSpPr><p:spPr><a:xfrm><a:off x="8665549" y="2155986"/><a:ext cx="1108710" cy="2165985"/></a:xfrm><a:custGeom><a:avLst/><a:gdLst/><a:ahLst/><a:cxnLst/><a:rect l="l" t="t" r="r" b="b"/><a:pathLst><a:path w="1108709" h="2165985"><a:moveTo><a:pt x="0" y="2071187"/></a:moveTo><a:lnTo><a:pt x="220043" y="0"/></a:lnTo></a:path><a:path w="1108709" h="2165985"><a:moveTo><a:pt x="1108595" y="94400"/></a:moveTo><a:lnTo><a:pt x="888551" y="2165588"/></a:lnTo></a:path></a:pathLst></a:custGeom><a:ln w="3878"><a:solidFill><a:srgbClr val="E2E2E2"/></a:solidFill></a:ln></p:spPr><p:txBody><a:bodyPr wrap="square" lIns="0" tIns="0" rIns="0" bIns="0" rtlCol="0"/><a:lstStyle/><a:p/></p:txBody></p:sp><p:sp><p:nvSpPr><p:cNvPr id="56" name="object 56"/><p:cNvSpPr/><p:nvPr/></p:nvSpPr><p:spPr><a:xfrm><a:off x="8367323" y="2090019"/><a:ext cx="1412240" cy="3249930"/></a:xfrm><a:custGeom><a:avLst/><a:gdLst/><a:ahLst/><a:cxnLst/><a:rect l="l" t="t" r="r" b="b"/><a:pathLst><a:path w="1412240" h="3249929"><a:moveTo><a:pt x="1186700" y="2231555"/></a:moveTo><a:lnTo><a:pt x="1404882" y="160158"/></a:lnTo></a:path><a:path w="1412240" h="3249929"><a:moveTo><a:pt x="300398" y="2137379"/></a:moveTo><a:lnTo><a:pt x="293572" y="2202174"/></a:lnTo></a:path><a:path w="1412240" h="3249929"><a:moveTo><a:pt x="467699" y="2807081"/></a:moveTo><a:lnTo><a:pt x="450015" y="2974506"/></a:lnTo><a:lnTo><a:pt x="444198" y="3030041"/></a:lnTo></a:path><a:path w="1412240" h="3249929"><a:moveTo><a:pt x="425273" y="3209721"/></a:moveTo><a:lnTo><a:pt x="55534" y="3170785"/></a:lnTo><a:lnTo><a:pt x="0" y="3164937"/></a:lnTo></a:path><a:path w="1412240" h="3249929"><a:moveTo><a:pt x="515245" y="3249503"/></a:moveTo><a:lnTo><a:pt x="524940" y="3156940"/></a:lnTo><a:lnTo><a:pt x="574657" y="2685200"/></a:lnTo></a:path><a:path w="1412240" h="3249929"><a:moveTo><a:pt x="1404882" y="160158"/></a:moveTo><a:lnTo><a:pt x="1411707" y="95370"/></a:lnTo><a:lnTo><a:pt x="1411863" y="93353"/></a:lnTo></a:path><a:path w="1412240" h="3249929"><a:moveTo><a:pt x="518580" y="65989"/></a:moveTo><a:lnTo><a:pt x="300398" y="2137379"/></a:lnTo></a:path><a:path w="1412240" h="3249929"><a:moveTo><a:pt x="525483" y="0"/></a:moveTo><a:lnTo><a:pt x="525405" y="1194"/></a:lnTo><a:lnTo><a:pt x="518580" y="65989"/></a:lnTo></a:path></a:pathLst></a:custGeom><a:ln w="3878"><a:solidFill><a:srgbClr val="838383"/></a:solidFill></a:ln></p:spPr><p:txBody><a:bodyPr wrap="square" lIns="0" tIns="0" rIns="0" bIns="0" rtlCol="0"/><a:lstStyle/><a:p/></p:txBody></p:sp><p:sp><p:nvSpPr><p:cNvPr id="57" name="object 57"/><p:cNvSpPr/><p:nvPr/></p:nvSpPr><p:spPr><a:xfrm><a:off x="1720738" y="668984"/><a:ext cx="13231494" cy="10862310"/></a:xfrm><a:custGeom><a:avLst/><a:gdLst/><a:ahLst/><a:cxnLst/><a:rect l="l" t="t" r="r" b="b"/><a:pathLst><a:path w="13231494" h="10862310"><a:moveTo><a:pt x="0" y="10861941"/></a:moveTo><a:lnTo><a:pt x="757618" y="7063468"/></a:lnTo></a:path><a:path w="13231494" h="10862310"><a:moveTo><a:pt x="3683083" y="7214428"/></a:moveTo><a:lnTo><a:pt x="3300120" y="10289998"/></a:lnTo></a:path><a:path w="13231494" h="10862310"><a:moveTo><a:pt x="757618" y="7063468"/></a:moveTo><a:lnTo><a:pt x="1153782" y="3183819"/></a:lnTo><a:lnTo><a:pt x="1478900" y="0"/></a:lnTo></a:path><a:path w="13231494" h="10862310"><a:moveTo><a:pt x="4283507" y="0"/></a:moveTo><a:lnTo><a:pt x="4147246" y="2907295"/></a:lnTo><a:lnTo><a:pt x="3683083" y="7214428"/></a:lnTo></a:path><a:path w="13231494" h="10862310"><a:moveTo><a:pt x="3300120" y="10289998"/></a:moveTo><a:lnTo><a:pt x="3192580" y="10861941"/></a:lnTo></a:path><a:path w="13231494" h="10862310"><a:moveTo><a:pt x="6425997" y="4656856"/></a:moveTo><a:lnTo><a:pt x="6397144" y="4965243"/></a:lnTo></a:path><a:path w="13231494" h="10862310"><a:moveTo><a:pt x="13231297" y="5151609"/></a:moveTo><a:lnTo><a:pt x="13231297" y="6119584"/></a:lnTo><a:lnTo><a:pt x="11277817" y="6055696"/></a:lnTo></a:path><a:path w="13231494" h="10862310"><a:moveTo><a:pt x="13231297" y="8108486"/></a:moveTo><a:lnTo><a:pt x="11277817" y="8044652"/></a:lnTo></a:path><a:path w="13231494" h="10862310"><a:moveTo><a:pt x="13231297" y="6119584"/></a:moveTo><a:lnTo><a:pt x="13231297" y="7112589"/></a:lnTo><a:lnTo><a:pt x="11277817" y="7048739"/></a:lnTo></a:path><a:path w="13231494" h="10862310"><a:moveTo><a:pt x="13231297" y="9113691"/></a:moveTo><a:lnTo><a:pt x="11277817" y="9049857"/></a:lnTo></a:path><a:path w="13231494" h="10862310"><a:moveTo><a:pt x="13231297" y="10137511"/></a:moveTo><a:lnTo><a:pt x="11277817" y="10073677"/></a:lnTo></a:path><a:path w="13231494" h="10862310"><a:moveTo><a:pt x="13231297" y="4034715"/></a:moveTo><a:lnTo><a:pt x="11277817" y="3970834"/></a:lnTo></a:path><a:path w="13231494" h="10862310"><a:moveTo><a:pt x="13231297" y="5151609"/></a:moveTo><a:lnTo><a:pt x="11277817" y="5087729"/></a:lnTo></a:path><a:path w="13231494" h="10862310"><a:moveTo><a:pt x="7129408" y="669240"/></a:moveTo><a:lnTo><a:pt x="9324959" y="1015989"/></a:lnTo></a:path><a:path w="13231494" h="10862310"><a:moveTo><a:pt x="4812736" y="10861941"/></a:moveTo><a:lnTo><a:pt x="4861298" y="10316369"/></a:lnTo><a:lnTo><a:pt x="5099770" y="7637141"/></a:lnTo><a:lnTo><a:pt x="5232495" y="5696405"/></a:lnTo><a:lnTo><a:pt x="5437871" y="3359932"/></a:lnTo><a:lnTo><a:pt x="5495035" y="1061705"/></a:lnTo><a:lnTo><a:pt x="5521445" y="0"/></a:lnTo></a:path><a:path w="13231494" h="10862310"><a:moveTo><a:pt x="7858957" y="10200957"/></a:moveTo><a:lnTo><a:pt x="5937643" y="9862631"/></a:lnTo><a:lnTo><a:pt x="5848819" y="10861941"/></a:lnTo></a:path><a:path w="13231494" h="10862310"><a:moveTo><a:pt x="8045106" y="9251596"/></a:moveTo><a:lnTo><a:pt x="6015166" y="8890855"/></a:lnTo><a:lnTo><a:pt x="5937643" y="9862631"/></a:lnTo></a:path><a:path w="13231494" h="10862310"><a:moveTo><a:pt x="8154391" y="8244530"/></a:moveTo><a:lnTo><a:pt x="6109932" y="7939013"/></a:lnTo><a:lnTo><a:pt x="6015166" y="8890855"/></a:lnTo></a:path><a:path w="13231494" h="10862310"><a:moveTo><a:pt x="8250025" y="7247779"/></a:moveTo><a:lnTo><a:pt x="6208048" y="6938431"/></a:lnTo><a:lnTo><a:pt x="6109932" y="7939013"/></a:lnTo></a:path><a:path w="13231494" h="10862310"><a:moveTo><a:pt x="8333637" y="6249633"/></a:moveTo><a:lnTo><a:pt x="6306164" y="5938283"/></a:lnTo><a:lnTo><a:pt x="6208048" y="6938431"/></a:lnTo></a:path><a:path w="13231494" h="10862310"><a:moveTo><a:pt x="6854295" y="624409"/></a:moveTo><a:lnTo><a:pt x="7129408" y="669240"/></a:lnTo></a:path><a:path w="13231494" h="10862310"><a:moveTo><a:pt x="8424618" y="5276593"/></a:moveTo><a:lnTo><a:pt x="6397144" y="4965243"/></a:lnTo><a:lnTo><a:pt x="6306164" y="5938283"/></a:lnTo></a:path><a:path w="13231494" h="10862310"><a:moveTo><a:pt x="6854295" y="624409"/></a:moveTo><a:lnTo><a:pt x="6493166" y="3990070"/></a:lnTo></a:path><a:path w="13231494" h="10862310"><a:moveTo><a:pt x="9324959" y="1015989"/></a:moveTo><a:lnTo><a:pt x="9404770" y="1030222"/></a:lnTo><a:lnTo><a:pt x="9483961" y="1047596"/></a:lnTo><a:lnTo><a:pt x="9562454" y="1068080"/></a:lnTo><a:lnTo><a:pt x="9640016" y="1091651"/></a:lnTo><a:lnTo><a:pt x="9716647" y="1118271"/></a:lnTo><a:lnTo><a:pt x="9792115" y="1147892"/></a:lnTo><a:lnTo><a:pt x="9866420" y="1180468"/></a:lnTo><a:lnTo><a:pt x="9939328" y="1215960"/></a:lnTo><a:lnTo><a:pt x="10010763" y="1254299"/></a:lnTo><a:lnTo><a:pt x="10080724" y="1295430"/></a:lnTo><a:lnTo><a:pt x="10148901" y="1339284"/></a:lnTo><a:lnTo><a:pt x="10215294" y="1385806"/></a:lnTo><a:lnTo><a:pt x="11966336" y="2664293"/></a:lnTo><a:lnTo><a:pt x="12091134" y="2758554"/></a:lnTo><a:lnTo><a:pt x="12212829" y="2856818"/></a:lnTo><a:lnTo><a:pt x="12331266" y="2958975"/></a:lnTo><a:lnTo><a:pt x="12446291" y="3064924"/></a:lnTo><a:lnTo><a:pt x="12557825" y="3174543"/></a:lnTo><a:lnTo><a:pt x="12665791" y="3287729"/></a:lnTo><a:lnTo><a:pt x="12769957" y="3404360"/></a:lnTo><a:lnTo><a:pt x="12870323" y="3524309"/></a:lnTo><a:lnTo><a:pt x="12966732" y="3647447"/></a:lnTo><a:lnTo><a:pt x="13059109" y="3773648"/></a:lnTo><a:lnTo><a:pt x="13147297" y="3902789"/></a:lnTo><a:lnTo><a:pt x="13231297" y="4034715"/></a:lnTo></a:path><a:path w="13231494" h="10862310"><a:moveTo><a:pt x="8593393" y="5159164"/></a:moveTo><a:lnTo><a:pt x="8593470" y="5158241"/></a:lnTo><a:lnTo><a:pt x="8593548" y="5157318"/></a:lnTo></a:path><a:path w="13231494" h="10862310"><a:moveTo><a:pt x="8594401" y="5158341"/></a:moveTo><a:lnTo><a:pt x="8593470" y="5158241"/></a:lnTo><a:lnTo><a:pt x="8592540" y="5158140"/></a:lnTo></a:path><a:path w="13231494" h="10862310"><a:moveTo><a:pt x="6537454" y="3955834"/></a:moveTo><a:lnTo><a:pt x="6533266" y="3994437"/></a:lnTo></a:path><a:path w="13231494" h="10862310"><a:moveTo><a:pt x="8649470" y="4603540"/></a:moveTo><a:lnTo><a:pt x="8649625" y="4602617"/></a:lnTo><a:lnTo><a:pt x="8649703" y="4601686"/></a:lnTo></a:path><a:path w="13231494" h="10862310"><a:moveTo><a:pt x="8650556" y="4602717"/></a:moveTo><a:lnTo><a:pt x="8649625" y="4602617"/></a:lnTo><a:lnTo><a:pt x="8648695" y="4602516"/></a:lnTo></a:path><a:path w="13231494" h="10862310"><a:moveTo><a:pt x="8708340" y="4048203"/></a:moveTo><a:lnTo><a:pt x="8708417" y="4047272"/></a:lnTo><a:lnTo><a:pt x="8708495" y="4046349"/></a:lnTo></a:path><a:path w="13231494" h="10862310"><a:moveTo><a:pt x="8709348" y="4047373"/></a:moveTo><a:lnTo><a:pt x="8708417" y="4047272"/></a:lnTo><a:lnTo><a:pt x="8707487" y="4047171"/></a:lnTo></a:path><a:path w="13231494" h="10862310"><a:moveTo><a:pt x="8767132" y="3492858"/></a:moveTo><a:lnTo><a:pt x="8767209" y="3491935"/></a:lnTo><a:lnTo><a:pt x="8767365" y="3491012"/></a:lnTo></a:path><a:path w="13231494" h="10862310"><a:moveTo><a:pt x="8768140" y="3492036"/></a:moveTo><a:lnTo><a:pt x="8767209" y="3491935"/></a:lnTo><a:lnTo><a:pt x="8766356" y="3491834"/></a:lnTo></a:path><a:path w="13231494" h="10862310"><a:moveTo><a:pt x="8825924" y="2937521"/></a:moveTo><a:lnTo><a:pt x="8826079" y="2936590"/></a:lnTo><a:lnTo><a:pt x="8826157" y="2935667"/></a:lnTo></a:path><a:path w="13231494" h="10862310"><a:moveTo><a:pt x="8827010" y="2936691"/></a:moveTo><a:lnTo><a:pt x="8826079" y="2936590"/></a:lnTo><a:lnTo><a:pt x="8825148" y="2936489"/></a:lnTo></a:path><a:path w="13231494" h="10862310"><a:moveTo><a:pt x="8884794" y="2382176"/></a:moveTo><a:lnTo><a:pt x="8884871" y="2381253"/></a:lnTo><a:lnTo><a:pt x="8884949" y="2380323"/></a:lnTo></a:path><a:path w="13231494" h="10862310"><a:moveTo><a:pt x="8885802" y="2381354"/></a:moveTo><a:lnTo><a:pt x="8884871" y="2381253"/></a:lnTo><a:lnTo><a:pt x="8883940" y="2381152"/></a:lnTo></a:path><a:path w="13231494" h="10862310"><a:moveTo><a:pt x="8943586" y="1826839"/></a:moveTo><a:lnTo><a:pt x="8943663" y="1825909"/></a:lnTo><a:lnTo><a:pt x="8943818" y="1824986"/></a:lnTo></a:path><a:path w="13231494" h="10862310"><a:moveTo><a:pt x="8944594" y="1826009"/></a:moveTo><a:lnTo><a:pt x="8943663" y="1825909"/></a:lnTo><a:lnTo><a:pt x="8942733" y="1825808"/></a:lnTo></a:path><a:path w="13231494" h="10862310"><a:moveTo><a:pt x="9002378" y="1271495"/></a:moveTo><a:lnTo><a:pt x="9002533" y="1270572"/></a:lnTo><a:lnTo><a:pt x="9002610" y="1269649"/></a:lnTo></a:path><a:path w="13231494" h="10862310"><a:moveTo><a:pt x="9003464" y="1270672"/></a:moveTo><a:lnTo><a:pt x="9002533" y="1270572"/></a:lnTo><a:lnTo><a:pt x="9001602" y="1270471"/></a:lnTo></a:path><a:path w="13231494" h="10862310"><a:moveTo><a:pt x="8038048" y="5100348"/></a:moveTo><a:lnTo><a:pt x="8038126" y="5099425"/></a:lnTo><a:lnTo><a:pt x="8038203" y="5098494"/></a:lnTo></a:path><a:path w="13231494" h="10862310"><a:moveTo><a:pt x="8039056" y="5099526"/></a:moveTo><a:lnTo><a:pt x="8038126" y="5099425"/></a:lnTo><a:lnTo><a:pt x="8037195" y="5099324"/></a:lnTo></a:path><a:path w="13231494" h="10862310"><a:moveTo><a:pt x="7482703" y="5041533"/></a:moveTo><a:lnTo><a:pt x="7482781" y="5040602"/></a:lnTo><a:lnTo><a:pt x="7482858" y="5039679"/></a:lnTo></a:path><a:path w="13231494" h="10862310"><a:moveTo><a:pt x="7483712" y="5040703"/></a:moveTo><a:lnTo><a:pt x="7482781" y="5040602"/></a:lnTo><a:lnTo><a:pt x="7481850" y="5040501"/></a:lnTo></a:path><a:path w="13231494" h="10862310"><a:moveTo><a:pt x="6927359" y="4982710"/></a:moveTo><a:lnTo><a:pt x="6927436" y="4981787"/></a:lnTo><a:lnTo><a:pt x="6927514" y="4980864"/></a:lnTo></a:path><a:path w="13231494" h="10862310"><a:moveTo><a:pt x="6928367" y="4981888"/></a:moveTo><a:lnTo><a:pt x="6927436" y="4981787"/></a:lnTo><a:lnTo><a:pt x="6926505" y="4981686"/></a:lnTo></a:path><a:path w="13231494" h="10862310"><a:moveTo><a:pt x="4600418" y="10823936"/></a:moveTo><a:lnTo><a:pt x="4681400" y="9685091"/></a:lnTo></a:path><a:path w="13231494" h="10862310"><a:moveTo><a:pt x="4761033" y="8546169"/></a:moveTo><a:lnTo><a:pt x="4839317" y="7407092"/></a:lnTo></a:path><a:path w="13231494" h="10862310"><a:moveTo><a:pt x="5139032" y="2850054"/></a:moveTo><a:lnTo><a:pt x="5210599" y="1710574"/></a:lnTo></a:path><a:path w="13231494" h="10862310"><a:moveTo><a:pt x="4597672" y="10861941"/></a:moveTo><a:lnTo><a:pt x="4600418" y="10823936"/></a:lnTo></a:path><a:path w="13231494" h="10862310"><a:moveTo><a:pt x="5280824" y="571016"/></a:moveTo><a:lnTo><a:pt x="5315331" y="0"/></a:lnTo></a:path><a:path w="13231494" h="10862310"><a:moveTo><a:pt x="4681400" y="9685091"/></a:moveTo><a:lnTo><a:pt x="4761033" y="8546169"/></a:lnTo></a:path><a:path w="13231494" h="10862310"><a:moveTo><a:pt x="4839317" y="7407092"/></a:moveTo><a:lnTo><a:pt x="4916266" y="6267976"/></a:lnTo></a:path><a:path w="13231494" h="10862310"><a:moveTo><a:pt x="4916266" y="6267976"/></a:moveTo><a:lnTo><a:pt x="4991866" y="5128759"/></a:lnTo><a:lnTo><a:pt x="5066124" y="3989449"/></a:lnTo><a:lnTo><a:pt x="5139032" y="2850054"/></a:lnTo></a:path><a:path w="13231494" h="10862310"><a:moveTo><a:pt x="5210599" y="1710574"/></a:moveTo><a:lnTo><a:pt x="5280824" y="571016"/></a:lnTo></a:path></a:pathLst></a:custGeom><a:ln w="3878"><a:solidFill><a:srgbClr val="000000"/></a:solidFill></a:ln></p:spPr><p:txBody><a:bodyPr wrap="square" lIns="0" tIns="0" rIns="0" bIns="0" rtlCol="0"/><a:lstStyle/><a:p/></p:txBody></p:sp></p:grpSp><p:sp><p:nvSpPr><p:cNvPr id="58" name="object 58"/><p:cNvSpPr txBox="1"/><p:nvPr/></p:nvSpPr><p:spPr><a:xfrm><a:off x="7966657" y="12356672"/><a:ext cx="73914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SCALE:</a:t></a:r><a:r><a:rPr dirty="0" sz="700" spc="70"><a:latin typeface="Verdana"/><a:cs typeface="Verdana"/></a:rPr><a:t> </a:t></a:r><a:r><a:rPr dirty="0" sz="700"><a:latin typeface="Verdana"/><a:cs typeface="Verdana"/></a:rPr><a:t>1&apos;&apos;</a:t></a:r><a:r><a:rPr dirty="0" sz="700" spc="70"><a:latin typeface="Verdana"/><a:cs typeface="Verdana"/></a:rPr><a:t> </a:t></a:r><a:r><a:rPr dirty="0" sz="700"><a:latin typeface="Verdana"/><a:cs typeface="Verdana"/></a:rPr><a:t>=</a:t></a:r><a:r><a:rPr dirty="0" sz="700" spc="70"><a:latin typeface="Verdana"/><a:cs typeface="Verdana"/></a:rPr><a:t> </a:t></a:r><a:r><a:rPr dirty="0" sz="700" spc="-25"><a:latin typeface="Verdana"/><a:cs typeface="Verdana"/></a:rPr><a:t>5&apos;</a:t></a:r><a:endParaRPr sz="700"><a:latin typeface="Verdana"/><a:cs typeface="Verdana"/></a:endParaRPr></a:p></p:txBody></p:sp><p:sp><p:nvSpPr><p:cNvPr id="59" name="object 59"/><p:cNvSpPr/><p:nvPr/></p:nvSpPr><p:spPr><a:xfrm><a:off x="14952036" y="7781573"/><a:ext cx="0" cy="3749675"/></a:xfrm><a:custGeom><a:avLst/><a:gdLst/><a:ahLst/><a:cxnLst/><a:rect l="l" t="t" r="r" b="b"/><a:pathLst><a:path w="0" h="3749675"><a:moveTo><a:pt x="0" y="2001102"/></a:moveTo><a:lnTo><a:pt x="0" y="3024922"/></a:lnTo><a:lnTo><a:pt x="0" y="3749352"/></a:lnTo></a:path><a:path w="0" h="3749675"><a:moveTo><a:pt x="0" y="0"/></a:moveTo><a:lnTo><a:pt x="0" y="995897"/></a:lnTo><a:lnTo><a:pt x="0" y="2001102"/></a:lnTo></a:path></a:pathLst></a:custGeom><a:ln w="3878"><a:solidFill><a:srgbClr val="000000"/></a:solidFill></a:ln></p:spPr><p:txBody><a:bodyPr wrap="square" lIns="0" tIns="0" rIns="0" bIns="0" rtlCol="0"/><a:lstStyle/><a:p/></p:txBody></p:sp><p:sp><p:nvSpPr><p:cNvPr id="60" name="object 60"/><p:cNvSpPr/><p:nvPr/></p:nvSpPr><p:spPr><a:xfrm><a:off x="14952036" y="4703700"/><a:ext cx="0" cy="1116965"/></a:xfrm><a:custGeom><a:avLst/><a:gdLst/><a:ahLst/><a:cxnLst/><a:rect l="l" t="t" r="r" b="b"/><a:pathLst><a:path w="0" h="1116964"><a:moveTo><a:pt x="0" y="0"/></a:moveTo><a:lnTo><a:pt x="0" y="1116894"/></a:lnTo></a:path></a:pathLst></a:custGeom><a:ln w="3878"><a:solidFill><a:srgbClr val="000000"/></a:solidFill></a:ln></p:spPr><p:txBody><a:bodyPr wrap="square" lIns="0" tIns="0" rIns="0" bIns="0" rtlCol="0"/><a:lstStyle/><a:p/></p:txBody></p:sp><p:sp><p:nvSpPr><p:cNvPr id="61" name="object 61"/><p:cNvSpPr txBox="1"/><p:nvPr/></p:nvSpPr><p:spPr><a:xfrm><a:off x="10642685" y="2543951"/><a:ext cx="973455" cy="112395"/></a:xfrm><a:prstGeom prst="rect"><a:avLst/></a:prstGeom><a:solidFill><a:srgbClr val="FFFFFF"/></a:solidFill></p:spPr><p:txBody><a:bodyPr wrap="square" lIns="0" tIns="3810" rIns="0" bIns="0" rtlCol="0" vert="horz"><a:spAutoFit/></a:bodyPr><a:lstStyle/><a:p><a:pPr marL="15240"><a:lnSpc><a:spcPct val="100000"/></a:lnSpc><a:spcBef><a:spcPts val="30"/></a:spcBef></a:pPr><a:r><a:rPr dirty="0" sz="700"><a:latin typeface="Verdana"/><a:cs typeface="Verdana"/></a:rPr><a:t>BESS</a:t></a:r><a:r><a:rPr dirty="0" sz="700" spc="100"><a:latin typeface="Verdana"/><a:cs typeface="Verdana"/></a:rPr><a:t> </a:t></a:r><a:r><a:rPr dirty="0" sz="700" spc="-10"><a:latin typeface="Verdana"/><a:cs typeface="Verdana"/></a:rPr><a:t>CONTAINER</a:t></a:r><a:endParaRPr sz="700"><a:latin typeface="Verdana"/><a:cs typeface="Verdana"/></a:endParaRPr></a:p></p:txBody></p:sp><p:grpSp><p:nvGrpSpPr><p:cNvPr id="62" name="object 62"/><p:cNvGrpSpPr/><p:nvPr/></p:nvGrpSpPr><p:grpSpPr><a:xfrm><a:off x="9750005" y="1469988"/><a:ext cx="3505835" cy="1184910"/><a:chOff x="9750005" y="1469988"/><a:chExt cx="3505835" cy="1184910"/></a:xfrm></p:grpSpPr><p:sp><p:nvSpPr><p:cNvPr id="63" name="object 63"/><p:cNvSpPr/><p:nvPr/></p:nvSpPr><p:spPr><a:xfrm><a:off x="9823706" y="2599990"/><a:ext cx="815340" cy="39370"/></a:xfrm><a:custGeom><a:avLst/><a:gdLst/><a:ahLst/><a:cxnLst/><a:rect l="l" t="t" r="r" b="b"/><a:pathLst><a:path w="815340" h="39369"><a:moveTo><a:pt x="0" y="39091"/></a:moveTo><a:lnTo><a:pt x="653538" y="0"/></a:lnTo><a:lnTo><a:pt x="815100" y="0"/></a:lnTo></a:path></a:pathLst></a:custGeom><a:ln w="7756"><a:solidFill><a:srgbClr val="070707"/></a:solidFill></a:ln></p:spPr><p:txBody><a:bodyPr wrap="square" lIns="0" tIns="0" rIns="0" bIns="0" rtlCol="0"/><a:lstStyle/><a:p/></p:txBody></p:sp><p:sp><p:nvSpPr><p:cNvPr id="64" name="object 64"/><p:cNvSpPr/><p:nvPr/></p:nvSpPr><p:spPr><a:xfrm><a:off x="9754133" y="2627463"/><a:ext cx="70485" cy="23495"/></a:xfrm><a:custGeom><a:avLst/><a:gdLst/><a:ahLst/><a:cxnLst/><a:rect l="l" t="t" r="r" b="b"/><a:pathLst><a:path w="70484" h="23494"><a:moveTo><a:pt x="70426" y="23229"/></a:moveTo><a:lnTo><a:pt x="0" y="15783"/></a:lnTo><a:lnTo><a:pt x="69030" y="0"/></a:lnTo><a:lnTo><a:pt x="70426" y="23229"/></a:lnTo><a:close/></a:path></a:pathLst></a:custGeom><a:solidFill><a:srgbClr val="070707"/></a:solidFill></p:spPr><p:txBody><a:bodyPr wrap="square" lIns="0" tIns="0" rIns="0" bIns="0" rtlCol="0"/><a:lstStyle/><a:p/></p:txBody></p:sp><p:sp><p:nvSpPr><p:cNvPr id="65" name="object 65"/><p:cNvSpPr/><p:nvPr/></p:nvSpPr><p:spPr><a:xfrm><a:off x="9754133" y="2627463"/><a:ext cx="70485" cy="23495"/></a:xfrm><a:custGeom><a:avLst/><a:gdLst/><a:ahLst/><a:cxnLst/><a:rect l="l" t="t" r="r" b="b"/><a:pathLst><a:path w="70484" h="23494"><a:moveTo><a:pt x="0" y="15783"/></a:moveTo><a:lnTo><a:pt x="69030" y="0"/></a:lnTo><a:lnTo><a:pt x="70426" y="23229"/></a:lnTo><a:lnTo><a:pt x="0" y="15783"/></a:lnTo><a:close/></a:path></a:pathLst></a:custGeom><a:ln w="7756"><a:solidFill><a:srgbClr val="070707"/></a:solidFill></a:ln></p:spPr><p:txBody><a:bodyPr wrap="square" lIns="0" tIns="0" rIns="0" bIns="0" rtlCol="0"/><a:lstStyle/><a:p/></p:txBody></p:sp><p:sp><p:nvSpPr><p:cNvPr id="66" name="object 66"/><p:cNvSpPr/><p:nvPr/></p:nvSpPr><p:spPr><a:xfrm><a:off x="11241851" y="1469988"/><a:ext cx="2014220" cy="319405"/></a:xfrm><a:custGeom><a:avLst/><a:gdLst/><a:ahLst/><a:cxnLst/><a:rect l="l" t="t" r="r" b="b"/><a:pathLst><a:path w="2014219" h="319405"><a:moveTo><a:pt x="2013900" y="319168"/></a:moveTo><a:lnTo><a:pt x="0" y="319168"/></a:lnTo><a:lnTo><a:pt x="0" y="0"/></a:lnTo><a:lnTo><a:pt x="2013900" y="0"/></a:lnTo><a:lnTo><a:pt x="2013900" y="319168"/></a:lnTo><a:close/></a:path></a:pathLst></a:custGeom><a:solidFill><a:srgbClr val="FFFFFF"/></a:solidFill></p:spPr><p:txBody><a:bodyPr wrap="square" lIns="0" tIns="0" rIns="0" bIns="0" rtlCol="0"/><a:lstStyle/><a:p/></p:txBody></p:sp></p:grpSp><p:sp><p:nvSpPr><p:cNvPr id="67" name="object 67"/><p:cNvSpPr txBox="1"/><p:nvPr/></p:nvSpPr><p:spPr><a:xfrm><a:off x="11244665" y="1457288"/><a:ext cx="1913889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BOLLARD</a:t></a:r><a:r><a:rPr dirty="0" sz="700" spc="145"><a:latin typeface="Verdana"/><a:cs typeface="Verdana"/></a:rPr><a:t> </a:t></a:r><a:r><a:rPr dirty="0" sz="700"><a:latin typeface="Verdana"/><a:cs typeface="Verdana"/></a:rPr><a:t>(TYP.)</a:t></a:r><a:r><a:rPr dirty="0" sz="700" spc="145"><a:latin typeface="Verdana"/><a:cs typeface="Verdana"/></a:rPr><a:t> </a:t></a:r><a:r><a:rPr dirty="0" sz="700"><a:latin typeface="Verdana"/><a:cs typeface="Verdana"/></a:rPr><a:t>IN</a:t></a:r><a:r><a:rPr dirty="0" sz="700" spc="145"><a:latin typeface="Verdana"/><a:cs typeface="Verdana"/></a:rPr><a:t> </a:t></a:r><a:r><a:rPr dirty="0" sz="700"><a:latin typeface="Verdana"/><a:cs typeface="Verdana"/></a:rPr><a:t>ACCORDANCE</a:t></a:r><a:r><a:rPr dirty="0" sz="700" spc="150"><a:latin typeface="Verdana"/><a:cs typeface="Verdana"/></a:rPr><a:t> </a:t></a:r><a:r><a:rPr dirty="0" sz="700" spc="-20"><a:latin typeface="Verdana"/><a:cs typeface="Verdana"/></a:rPr><a:t>WITH</a:t></a:r><a:endParaRPr sz="700"><a:latin typeface="Verdana"/><a:cs typeface="Verdana"/></a:endParaRPr></a:p></p:txBody></p:sp><p:sp><p:nvSpPr><p:cNvPr id="68" name="object 68"/><p:cNvSpPr txBox="1"/><p:nvPr/></p:nvSpPr><p:spPr><a:xfrm><a:off x="11244665" y="1559670"/><a:ext cx="1266825" cy="240665"/></a:xfrm><a:prstGeom prst="rect"><a:avLst/></a:prstGeom></p:spPr><p:txBody><a:bodyPr wrap="square" lIns="0" tIns="22225" rIns="0" bIns="0" rtlCol="0" vert="horz"><a:spAutoFit/></a:bodyPr><a:lstStyle/><a:p><a:pPr marL="12700" marR="5080"><a:lnSpc><a:spcPts val="819"/></a:lnSpc><a:spcBef><a:spcPts val="175"/></a:spcBef></a:pPr><a:r><a:rPr dirty="0" sz="700"><a:latin typeface="Arial"/><a:cs typeface="Arial"/></a:rPr><a:t>CFC</a:t></a:r><a:r><a:rPr dirty="0" sz="700" spc="100"><a:latin typeface="Arial"/><a:cs typeface="Arial"/></a:rPr><a:t> </a:t></a:r><a:r><a:rPr dirty="0" sz="700"><a:latin typeface="Arial"/><a:cs typeface="Arial"/></a:rPr><a:t>2022,</a:t></a:r><a:r><a:rPr dirty="0" sz="700" spc="100"><a:latin typeface="Arial"/><a:cs typeface="Arial"/></a:rPr><a:t> </a:t></a:r><a:r><a:rPr dirty="0" sz="700"><a:latin typeface="Arial"/><a:cs typeface="Arial"/></a:rPr><a:t>1207.11.7.3</a:t></a:r><a:r><a:rPr dirty="0" sz="700" spc="100"><a:latin typeface="Arial"/><a:cs typeface="Arial"/></a:rPr><a:t> </a:t></a:r><a:r><a:rPr dirty="0" sz="700" spc="-25"><a:latin typeface="Arial"/><a:cs typeface="Arial"/></a:rPr><a:t>(1)</a:t></a:r><a:r><a:rPr dirty="0" sz="700" spc="500"><a:latin typeface="Arial"/><a:cs typeface="Arial"/></a:rPr><a:t> </a:t></a:r><a:r><a:rPr dirty="0" sz="700"><a:latin typeface="Arial"/><a:cs typeface="Arial"/></a:rPr><a:t>SEE</a:t></a:r><a:r><a:rPr dirty="0" sz="700" spc="65"><a:latin typeface="Arial"/><a:cs typeface="Arial"/></a:rPr><a:t> </a:t></a:r><a:r><a:rPr dirty="0" sz="700"><a:latin typeface="Arial"/><a:cs typeface="Arial"/></a:rPr><a:t>S1.1</a:t></a:r><a:r><a:rPr dirty="0" sz="700" spc="65"><a:latin typeface="Arial"/><a:cs typeface="Arial"/></a:rPr><a:t> </a:t></a:r><a:r><a:rPr dirty="0" sz="700"><a:latin typeface="Arial"/><a:cs typeface="Arial"/></a:rPr><a:t>FOR</a:t></a:r><a:r><a:rPr dirty="0" sz="700" spc="70"><a:latin typeface="Arial"/><a:cs typeface="Arial"/></a:rPr><a:t> </a:t></a:r><a:r><a:rPr dirty="0" sz="700" spc="-10"><a:latin typeface="Arial"/><a:cs typeface="Arial"/></a:rPr><a:t>DIMENSIONS</a:t></a:r><a:endParaRPr sz="700"><a:latin typeface="Arial"/><a:cs typeface="Arial"/></a:endParaRPr></a:p></p:txBody></p:sp><p:grpSp><p:nvGrpSpPr><p:cNvPr id="69" name="object 69"/><p:cNvGrpSpPr/><p:nvPr/></p:nvGrpSpPr><p:grpSpPr><a:xfrm><a:off x="8885154" y="1521899"/><a:ext cx="2357120" cy="641985"/><a:chOff x="8885154" y="1521899"/><a:chExt cx="2357120" cy="641985"/></a:xfrm></p:grpSpPr><p:sp><p:nvSpPr><p:cNvPr id="70" name="object 70"/><p:cNvSpPr/><p:nvPr/></p:nvSpPr><p:spPr><a:xfrm><a:off x="10801687" y="1526026"/><a:ext cx="436880" cy="334010"/></a:xfrm><a:custGeom><a:avLst/><a:gdLst/><a:ahLst/><a:cxnLst/><a:rect l="l" t="t" r="r" b="b"/><a:pathLst><a:path w="436879" h="334010"><a:moveTo><a:pt x="0" y="333959"/></a:moveTo><a:lnTo><a:pt x="314669" y="0"/></a:lnTo><a:lnTo><a:pt x="436286" y="0"/></a:lnTo></a:path></a:pathLst></a:custGeom><a:ln w="7756"><a:solidFill><a:srgbClr val="070707"/></a:solidFill></a:ln></p:spPr><p:txBody><a:bodyPr wrap="square" lIns="0" tIns="0" rIns="0" bIns="0" rtlCol="0"/><a:lstStyle/><a:p/></p:txBody></p:sp><p:pic><p:nvPicPr><p:cNvPr id="71" name="object 71"/><p:cNvPicPr/><p:nvPr/></p:nvPicPr><p:blipFill><a:blip r:embed="rId17" cstate="print"/><a:stretch><a:fillRect/></a:stretch></p:blipFill><p:spPr><a:xfrm><a:off x="10750031" y="1848049"/><a:ext cx="64143" cy="66548"/></a:xfrm><a:prstGeom prst="rect"><a:avLst/></a:prstGeom></p:spPr></p:pic><p:sp><p:nvSpPr><p:cNvPr id="72" name="object 72"/><p:cNvSpPr/><p:nvPr/></p:nvSpPr><p:spPr><a:xfrm><a:off x="8895210" y="1879269"/><a:ext cx="906780" cy="281940"/></a:xfrm><a:custGeom><a:avLst/><a:gdLst/><a:ahLst/><a:cxnLst/><a:rect l="l" t="t" r="r" b="b"/><a:pathLst><a:path w="906779" h="281939"><a:moveTo><a:pt x="0" y="188413"/></a:moveTo><a:lnTo><a:pt x="15357" y="42426"/></a:lnTo></a:path><a:path w="906779" h="281939"><a:moveTo><a:pt x="15357" y="42426"/></a:moveTo><a:lnTo><a:pt x="19778" y="0"/></a:lnTo></a:path><a:path w="906779" h="281939"><a:moveTo><a:pt x="886379" y="281775"/></a:moveTo><a:lnTo><a:pt x="901737" y="135780"/></a:lnTo></a:path><a:path w="906779" h="281939"><a:moveTo><a:pt x="901737" y="135780"/></a:moveTo><a:lnTo><a:pt x="906158" y="93353"/></a:lnTo></a:path><a:path w="906779" h="281939"><a:moveTo><a:pt x="15357" y="42426"/></a:moveTo><a:lnTo><a:pt x="901737" y="135780"/></a:lnTo></a:path></a:pathLst></a:custGeom><a:ln w="3878"><a:solidFill><a:srgbClr val="000000"/></a:solidFill></a:ln></p:spPr><p:txBody><a:bodyPr wrap="square" lIns="0" tIns="0" rIns="0" bIns="0" rtlCol="0"/><a:lstStyle/><a:p/></p:txBody></p:sp><p:sp><p:nvSpPr><p:cNvPr id="73" name="object 73"/><p:cNvSpPr/><p:nvPr/></p:nvSpPr><p:spPr><a:xfrm><a:off x="8897770" y="1911341"/><a:ext cx="26034" cy="20955"/></a:xfrm><a:custGeom><a:avLst/><a:gdLst/><a:ahLst/><a:cxnLst/><a:rect l="l" t="t" r="r" b="b"/><a:pathLst><a:path w="26034" h="20955"><a:moveTo><a:pt x="25595" y="0"/></a:moveTo><a:lnTo><a:pt x="0" y="20709"/></a:lnTo></a:path></a:pathLst></a:custGeom><a:ln w="7756"><a:solidFill><a:srgbClr val="000000"/></a:solidFill></a:ln></p:spPr><p:txBody><a:bodyPr wrap="square" lIns="0" tIns="0" rIns="0" bIns="0" rtlCol="0"/><a:lstStyle/><a:p/></p:txBody></p:sp><p:sp><p:nvSpPr><p:cNvPr id="74" name="object 74"/><p:cNvSpPr/><p:nvPr/></p:nvSpPr><p:spPr><a:xfrm><a:off x="8887377" y="1919260"/><a:ext cx="23495" cy="2540"/></a:xfrm><a:custGeom><a:avLst/><a:gdLst/><a:ahLst/><a:cxnLst/><a:rect l="l" t="t" r="r" b="b"/><a:pathLst><a:path w="23495" h="2539"><a:moveTo><a:pt x="23191" y="2435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75" name="object 75"/><p:cNvSpPr/><p:nvPr/></p:nvSpPr><p:spPr><a:xfrm><a:off x="9784150" y="2004694"/><a:ext cx="26034" cy="20955"/></a:xfrm><a:custGeom><a:avLst/><a:gdLst/><a:ahLst/><a:cxnLst/><a:rect l="l" t="t" r="r" b="b"/><a:pathLst><a:path w="26034" h="20955"><a:moveTo><a:pt x="0" y="20709"/></a:moveTo><a:lnTo><a:pt x="2559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76" name="object 76"/><p:cNvSpPr/><p:nvPr/></p:nvSpPr><p:spPr><a:xfrm><a:off x="9796947" y="2015049"/><a:ext cx="23495" cy="2540"/></a:xfrm><a:custGeom><a:avLst/><a:gdLst/><a:ahLst/><a:cxnLst/><a:rect l="l" t="t" r="r" b="b"/><a:pathLst><a:path w="23495" h="2539"><a:moveTo><a:pt x="0" y="0"/></a:moveTo><a:lnTo><a:pt x="23113" y="2435"/></a:lnTo></a:path></a:pathLst></a:custGeom><a:ln w="3878"><a:solidFill><a:srgbClr val="000000"/></a:solidFill></a:ln></p:spPr><p:txBody><a:bodyPr wrap="square" lIns="0" tIns="0" rIns="0" bIns="0" rtlCol="0"/><a:lstStyle/><a:p/></p:txBody></p:sp><p:sp><p:nvSpPr><p:cNvPr id="77" name="object 77"/><p:cNvSpPr/><p:nvPr/></p:nvSpPr><p:spPr><a:xfrm><a:off x="9193359" y="1811843"/><a:ext cx="338455" cy="146050"/></a:xfrm><a:custGeom><a:avLst/><a:gdLst/><a:ahLst/><a:cxnLst/><a:rect l="l" t="t" r="r" b="b"/><a:pathLst><a:path w="338454" h="146050"><a:moveTo><a:pt x="326691" y="145863"/></a:moveTo><a:lnTo><a:pt x="0" y="111464"/></a:lnTo><a:lnTo><a:pt x="11711" y="0"/></a:lnTo><a:lnTo><a:pt x="338403" y="34406"/></a:lnTo><a:lnTo><a:pt x="326691" y="145863"/></a:lnTo><a:close/></a:path></a:pathLst></a:custGeom><a:solidFill><a:srgbClr val="FFFFFF"/></a:solidFill></p:spPr><p:txBody><a:bodyPr wrap="square" lIns="0" tIns="0" rIns="0" bIns="0" rtlCol="0"/><a:lstStyle/><a:p/></p:txBody></p:sp><p:sp><p:nvSpPr><p:cNvPr id="78" name="object 78"/><p:cNvSpPr/><p:nvPr/></p:nvSpPr><p:spPr><a:xfrm><a:off x="9193359" y="1811843"/><a:ext cx="338455" cy="146050"/></a:xfrm><a:custGeom><a:avLst/><a:gdLst/><a:ahLst/><a:cxnLst/><a:rect l="l" t="t" r="r" b="b"/><a:pathLst><a:path w="338454" h="146050"><a:moveTo><a:pt x="11711" y="0"/></a:moveTo><a:lnTo><a:pt x="338403" y="34406"/></a:lnTo><a:lnTo><a:pt x="326691" y="145863"/></a:lnTo><a:lnTo><a:pt x="0" y="111464"/></a:lnTo><a:lnTo><a:pt x="11711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79" name="object 79"/><p:cNvSpPr txBox="1"/><p:nvPr/></p:nvSpPr><p:spPr><a:xfrm rot="360000"><a:off x="9239007" y="1843287"/><a:ext cx="246923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8&apos;-</a:t></a:r><a:r><a:rPr dirty="0" sz="700" spc="-25"><a:latin typeface="Verdana"/><a:cs typeface="Verdana"/></a:rPr><a:t>0&quot;</a:t></a:r><a:endParaRPr sz="700"><a:latin typeface="Verdana"/><a:cs typeface="Verdana"/></a:endParaRPr></a:p></p:txBody></p:sp><p:grpSp><p:nvGrpSpPr><p:cNvPr id="80" name="object 80"/><p:cNvGrpSpPr/><p:nvPr/></p:nvGrpSpPr><p:grpSpPr><a:xfrm><a:off x="8426718" y="2045356"/><a:ext cx="446405" cy="2254250"/><a:chOff x="8426718" y="2045356"/><a:chExt cx="446405" cy="2254250"/></a:xfrm></p:grpSpPr><p:sp><p:nvSpPr><p:cNvPr id="81" name="object 81"/><p:cNvSpPr/><p:nvPr/></p:nvSpPr><p:spPr><a:xfrm><a:off x="8435112" y="2066256"/><a:ext cx="435609" cy="2224405"/></a:xfrm><a:custGeom><a:avLst/><a:gdLst/><a:ahLst/><a:cxnLst/><a:rect l="l" t="t" r="r" b="b"/><a:pathLst><a:path w="435609" h="2224404"><a:moveTo><a:pt x="435356" y="21414"/></a:moveTo><a:lnTo><a:pt x="274492" y="4467"/></a:lnTo></a:path><a:path w="435609" h="2224404"><a:moveTo><a:pt x="274492" y="4467"/></a:moveTo><a:lnTo><a:pt x="232065" y="0"/></a:lnTo></a:path><a:path w="435609" h="2224404"><a:moveTo><a:pt x="203367" y="2224403"/></a:moveTo><a:lnTo><a:pt x="42426" y="2207456"/></a:lnTo></a:path><a:path w="435609" h="2224404"><a:moveTo><a:pt x="42426" y="2207456"/></a:moveTo><a:lnTo><a:pt x="0" y="2202988"/></a:lnTo></a:path><a:path w="435609" h="2224404"><a:moveTo><a:pt x="274492" y="4467"/></a:moveTo><a:lnTo><a:pt x="183386" y="869331"/></a:lnTo></a:path><a:path w="435609" h="2224404"><a:moveTo><a:pt x="135387" y="1324985"/></a:moveTo><a:lnTo><a:pt x="42426" y="2207456"/></a:lnTo></a:path><a:path w="435609" h="2224404"><a:moveTo><a:pt x="183386" y="869331"/></a:moveTo><a:lnTo><a:pt x="135387" y="1324985"/></a:lnTo></a:path></a:pathLst></a:custGeom><a:ln w="3878"><a:solidFill><a:srgbClr val="000000"/></a:solidFill></a:ln></p:spPr><p:txBody><a:bodyPr wrap="square" lIns="0" tIns="0" rIns="0" bIns="0" rtlCol="0"/><a:lstStyle/><a:p/></p:txBody></p:sp><p:sp><p:nvSpPr><p:cNvPr id="82" name="object 82"/><p:cNvSpPr/><p:nvPr/></p:nvSpPr><p:spPr><a:xfrm><a:off x="8699211" y="2057933"/><a:ext cx="20955" cy="26034"/></a:xfrm><a:custGeom><a:avLst/><a:gdLst/><a:ahLst/><a:cxnLst/><a:rect l="l" t="t" r="r" b="b"/><a:pathLst><a:path w="20954" h="26035"><a:moveTo><a:pt x="20709" y="25579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83" name="object 83"/><p:cNvSpPr/><p:nvPr/></p:nvSpPr><p:spPr><a:xfrm><a:off x="8709604" y="2047579"/><a:ext cx="2540" cy="23495"/></a:xfrm><a:custGeom><a:avLst/><a:gdLst/><a:ahLst/><a:cxnLst/><a:rect l="l" t="t" r="r" b="b"/><a:pathLst><a:path w="2540" h="23494"><a:moveTo><a:pt x="0" y="23144"/></a:moveTo><a:lnTo><a:pt x="2404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84" name="object 84"/><p:cNvSpPr/><p:nvPr/></p:nvSpPr><p:spPr><a:xfrm><a:off x="8467223" y="4260922"/><a:ext cx="20955" cy="26034"/></a:xfrm><a:custGeom><a:avLst/><a:gdLst/><a:ahLst/><a:cxnLst/><a:rect l="l" t="t" r="r" b="b"/><a:pathLst><a:path w="20954" h="26035"><a:moveTo><a:pt x="0" y="0"/></a:moveTo><a:lnTo><a:pt x="20709" y="25579"/></a:lnTo></a:path></a:pathLst></a:custGeom><a:ln w="7756"><a:solidFill><a:srgbClr val="000000"/></a:solidFill></a:ln></p:spPr><p:txBody><a:bodyPr wrap="square" lIns="0" tIns="0" rIns="0" bIns="0" rtlCol="0"/><a:lstStyle/><a:p/></p:txBody></p:sp><p:sp><p:nvSpPr><p:cNvPr id="85" name="object 85"/><p:cNvSpPr/><p:nvPr/></p:nvSpPr><p:spPr><a:xfrm><a:off x="8475134" y="4273712"/><a:ext cx="2540" cy="23495"/></a:xfrm><a:custGeom><a:avLst/><a:gdLst/><a:ahLst/><a:cxnLst/><a:rect l="l" t="t" r="r" b="b"/><a:pathLst><a:path w="2540" h="23495"><a:moveTo><a:pt x="2404" y="0"/></a:moveTo><a:lnTo><a:pt x="0" y="23144"/></a:lnTo></a:path></a:pathLst></a:custGeom><a:ln w="3878"><a:solidFill><a:srgbClr val="000000"/></a:solidFill></a:ln></p:spPr><p:txBody><a:bodyPr wrap="square" lIns="0" tIns="0" rIns="0" bIns="0" rtlCol="0"/><a:lstStyle/><a:p/></p:txBody></p:sp><p:sp><p:nvSpPr><p:cNvPr id="86" name="object 86"/><p:cNvSpPr/><p:nvPr/></p:nvSpPr><p:spPr><a:xfrm><a:off x="8430846" y="2935586"/><a:ext cx="158750" cy="455930"/></a:xfrm><a:custGeom><a:avLst/><a:gdLst/><a:ahLst/><a:cxnLst/><a:rect l="l" t="t" r="r" b="b"/><a:pathLst><a:path w="158750" h="455929"><a:moveTo><a:pt x="111456" y="455654"/></a:moveTo><a:lnTo><a:pt x="0" y="443911"/></a:lnTo><a:lnTo><a:pt x="46769" y="0"/></a:lnTo><a:lnTo><a:pt x="158226" y="11735"/></a:lnTo><a:lnTo><a:pt x="111456" y="455654"/></a:lnTo><a:close/></a:path></a:pathLst></a:custGeom><a:solidFill><a:srgbClr val="FFFFFF"/></a:solidFill></p:spPr><p:txBody><a:bodyPr wrap="square" lIns="0" tIns="0" rIns="0" bIns="0" rtlCol="0"/><a:lstStyle/><a:p/></p:txBody></p:sp><p:sp><p:nvSpPr><p:cNvPr id="87" name="object 87"/><p:cNvSpPr/><p:nvPr/></p:nvSpPr><p:spPr><a:xfrm><a:off x="8430846" y="2935586"/><a:ext cx="158750" cy="455930"/></a:xfrm><a:custGeom><a:avLst/><a:gdLst/><a:ahLst/><a:cxnLst/><a:rect l="l" t="t" r="r" b="b"/><a:pathLst><a:path w="158750" h="455929"><a:moveTo><a:pt x="0" y="443911"/></a:moveTo><a:lnTo><a:pt x="46769" y="0"/></a:lnTo><a:lnTo><a:pt x="158226" y="11735"/></a:lnTo><a:lnTo><a:pt x="111456" y="455654"/></a:lnTo><a:lnTo><a:pt x="0" y="443911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88" name="object 88"/><p:cNvSpPr txBox="1"/><p:nvPr/></p:nvSpPr><p:spPr><a:xfrm rot="16620000"><a:off x="8336183" y="3117036"/><a:ext cx="360895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19&apos;-</a:t></a:r><a:r><a:rPr dirty="0" sz="700" spc="-25"><a:latin typeface="Verdana"/><a:cs typeface="Verdana"/></a:rPr><a:t>10&quot;</a:t></a:r><a:endParaRPr sz="700"><a:latin typeface="Verdana"/><a:cs typeface="Verdana"/></a:endParaRPr></a:p></p:txBody></p:sp><p:sp><p:nvSpPr><p:cNvPr id="89" name="object 89"/><p:cNvSpPr txBox="1"/><p:nvPr/></p:nvSpPr><p:spPr><a:xfrm><a:off x="9473901" y="6349847"/><a:ext cx="819150" cy="112395"/></a:xfrm><a:prstGeom prst="rect"><a:avLst/></a:prstGeom><a:solidFill><a:srgbClr val="FFFFFF"/></a:solidFill></p:spPr><p:txBody><a:bodyPr wrap="square" lIns="0" tIns="3810" rIns="0" bIns="0" rtlCol="0" vert="horz"><a:spAutoFit/></a:bodyPr><a:lstStyle/><a:p><a:pPr marL="15240"><a:lnSpc><a:spcPct val="100000"/></a:lnSpc><a:spcBef><a:spcPts val="30"/></a:spcBef></a:pPr><a:endParaRPr sz="700"><a:latin typeface="Verdana"/><a:cs typeface="Verdana"/></a:endParaRPr><a:r><a:rPr dirty="0" sz="700"><a:latin typeface="Verdana"/><a:t>{{XFMR_SIZE}}kVA XFMR</a:t></a:r></a:p></p:txBody></p:sp><p:grpSp><p:nvGrpSpPr><p:cNvPr id="90" name="object 90"/><p:cNvGrpSpPr/><p:nvPr/></p:nvGrpSpPr><p:grpSpPr><a:xfrm><a:off x="8048336" y="4421954"/><a:ext cx="1426210" cy="1988185"/><a:chOff x="8048336" y="4421954"/><a:chExt cx="1426210" cy="1988185"/></a:xfrm></p:grpSpPr><p:sp><p:nvSpPr><p:cNvPr id="91" name="object 91"/><p:cNvSpPr/><p:nvPr/></p:nvSpPr><p:spPr><a:xfrm><a:off x="9078877" y="5380406"/><a:ext cx="391160" cy="1025525"/></a:xfrm><a:custGeom><a:avLst/><a:gdLst/><a:ahLst/><a:cxnLst/><a:rect l="l" t="t" r="r" b="b"/><a:pathLst><a:path w="391159" h="1025525"><a:moveTo><a:pt x="0" y="0"/></a:moveTo><a:lnTo><a:pt x="277284" y="1025479"/></a:lnTo><a:lnTo><a:pt x="391145" y="1025479"/></a:lnTo></a:path></a:pathLst></a:custGeom><a:ln w="7756"><a:solidFill><a:srgbClr val="070707"/></a:solidFill></a:ln></p:spPr><p:txBody><a:bodyPr wrap="square" lIns="0" tIns="0" rIns="0" bIns="0" rtlCol="0"/><a:lstStyle/><a:p/></p:txBody></p:sp><p:sp><p:nvSpPr><p:cNvPr id="92" name="object 92"/><p:cNvSpPr/><p:nvPr/></p:nvSpPr><p:spPr><a:xfrm><a:off x="9060650" y="5313105"/><a:ext cx="29845" cy="70485"/></a:xfrm><a:custGeom><a:avLst/><a:gdLst/><a:ahLst/><a:cxnLst/><a:rect l="l" t="t" r="r" b="b"/><a:pathLst><a:path w="29845" h="70485"><a:moveTo><a:pt x="6980" y="70426"/></a:moveTo><a:lnTo><a:pt x="0" y="0"/></a:lnTo><a:lnTo><a:pt x="29473" y="64353"/></a:lnTo><a:lnTo><a:pt x="6980" y="70426"/></a:lnTo><a:close/></a:path></a:pathLst></a:custGeom><a:solidFill><a:srgbClr val="070707"/></a:solidFill></p:spPr><p:txBody><a:bodyPr wrap="square" lIns="0" tIns="0" rIns="0" bIns="0" rtlCol="0"/><a:lstStyle/><a:p/></p:txBody></p:sp><p:sp><p:nvSpPr><p:cNvPr id="93" name="object 93"/><p:cNvSpPr/><p:nvPr/></p:nvSpPr><p:spPr><a:xfrm><a:off x="9060650" y="5313105"/><a:ext cx="29845" cy="70485"/></a:xfrm><a:custGeom><a:avLst/><a:gdLst/><a:ahLst/><a:cxnLst/><a:rect l="l" t="t" r="r" b="b"/><a:pathLst><a:path w="29845" h="70485"><a:moveTo><a:pt x="0" y="0"/></a:moveTo><a:lnTo><a:pt x="29473" y="64353"/></a:lnTo><a:lnTo><a:pt x="6980" y="70426"/></a:lnTo><a:lnTo><a:pt x="0" y="0"/></a:lnTo><a:close/></a:path></a:pathLst></a:custGeom><a:ln w="7756"><a:solidFill><a:srgbClr val="070707"/></a:solidFill></a:ln></p:spPr><p:txBody><a:bodyPr wrap="square" lIns="0" tIns="0" rIns="0" bIns="0" rtlCol="0"/><a:lstStyle/><a:p/></p:txBody></p:sp><p:sp><p:nvSpPr><p:cNvPr id="94" name="object 94"/><p:cNvSpPr/><p:nvPr/></p:nvSpPr><p:spPr><a:xfrm><a:off x="8050559" y="4498751"/><a:ext cx="817880" cy="376555"/></a:xfrm><a:custGeom><a:avLst/><a:gdLst/><a:ahLst/><a:cxnLst/><a:rect l="l" t="t" r="r" b="b"/><a:pathLst><a:path w="817879" h="376554"><a:moveTo><a:pt x="0" y="293145"/></a:moveTo><a:lnTo><a:pt x="26448" y="42426"/></a:lnTo></a:path><a:path w="817879" h="376554"><a:moveTo><a:pt x="26448" y="42426"/></a:moveTo><a:lnTo><a:pt x="30869" y="0"/></a:lnTo></a:path><a:path w="817879" h="376554"><a:moveTo><a:pt x="786790" y="376013"/></a:moveTo><a:lnTo><a:pt x="813238" y="125286"/></a:lnTo></a:path><a:path w="817879" h="376554"><a:moveTo><a:pt x="813238" y="125286"/></a:moveTo><a:lnTo><a:pt x="817659" y="82867"/></a:lnTo></a:path><a:path w="817879" h="376554"><a:moveTo><a:pt x="26448" y="42426"/></a:moveTo><a:lnTo><a:pt x="813238" y="125286"/></a:lnTo></a:path></a:pathLst></a:custGeom><a:ln w="3878"><a:solidFill><a:srgbClr val="000000"/></a:solidFill></a:ln></p:spPr><p:txBody><a:bodyPr wrap="square" lIns="0" tIns="0" rIns="0" bIns="0" rtlCol="0"/><a:lstStyle/><a:p/></p:txBody></p:sp><p:sp><p:nvSpPr><p:cNvPr id="95" name="object 95"/><p:cNvSpPr/><p:nvPr/></p:nvSpPr><p:spPr><a:xfrm><a:off x="8064210" y="4530823"/><a:ext cx="26034" cy="20955"/></a:xfrm><a:custGeom><a:avLst/><a:gdLst/><a:ahLst/><a:cxnLst/><a:rect l="l" t="t" r="r" b="b"/><a:pathLst><a:path w="26034" h="20954"><a:moveTo><a:pt x="25595" y="0"/></a:moveTo><a:lnTo><a:pt x="0" y="20701"/></a:lnTo></a:path></a:pathLst></a:custGeom><a:ln w="7756"><a:solidFill><a:srgbClr val="000000"/></a:solidFill></a:ln></p:spPr><p:txBody><a:bodyPr wrap="square" lIns="0" tIns="0" rIns="0" bIns="0" rtlCol="0"/><a:lstStyle/><a:p/></p:txBody></p:sp><p:sp><p:nvSpPr><p:cNvPr id="96" name="object 96"/><p:cNvSpPr/><p:nvPr/></p:nvSpPr><p:spPr><a:xfrm><a:off x="8053816" y="4538742"/><a:ext cx="23495" cy="2540"/></a:xfrm><a:custGeom><a:avLst/><a:gdLst/><a:ahLst/><a:cxnLst/><a:rect l="l" t="t" r="r" b="b"/><a:pathLst><a:path w="23495" h="2539"><a:moveTo><a:pt x="23191" y="2435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97" name="object 97"/><p:cNvSpPr/><p:nvPr/></p:nvSpPr><p:spPr><a:xfrm><a:off x="8851000" y="4613690"/><a:ext cx="26034" cy="20955"/></a:xfrm><a:custGeom><a:avLst/><a:gdLst/><a:ahLst/><a:cxnLst/><a:rect l="l" t="t" r="r" b="b"/><a:pathLst><a:path w="26034" h="20954"><a:moveTo><a:pt x="0" y="20701"/></a:moveTo><a:lnTo><a:pt x="2559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98" name="object 98"/><p:cNvSpPr/><p:nvPr/></p:nvSpPr><p:spPr><a:xfrm><a:off x="8863797" y="4624037"/><a:ext cx="23495" cy="2540"/></a:xfrm><a:custGeom><a:avLst/><a:gdLst/><a:ahLst/><a:cxnLst/><a:rect l="l" t="t" r="r" b="b"/><a:pathLst><a:path w="23495" h="2539"><a:moveTo><a:pt x="0" y="0"/></a:moveTo><a:lnTo><a:pt x="23113" y="2443"/></a:lnTo></a:path></a:pathLst></a:custGeom><a:ln w="3878"><a:solidFill><a:srgbClr val="000000"/></a:solidFill></a:ln></p:spPr><p:txBody><a:bodyPr wrap="square" lIns="0" tIns="0" rIns="0" bIns="0" rtlCol="0"/><a:lstStyle/><a:p/></p:txBody></p:sp><p:sp><p:nvSpPr><p:cNvPr id="99" name="object 99"/><p:cNvSpPr/><p:nvPr/></p:nvSpPr><p:spPr><a:xfrm><a:off x="8310004" y="4426082"/><a:ext cx="338455" cy="146050"/></a:xfrm><a:custGeom><a:avLst/><a:gdLst/><a:ahLst/><a:cxnLst/><a:rect l="l" t="t" r="r" b="b"/><a:pathLst><a:path w="338454" h="146050"><a:moveTo><a:pt x="326614" y="145863"/></a:moveTo><a:lnTo><a:pt x="0" y="111456"/></a:lnTo><a:lnTo><a:pt x="11711" y="0"/></a:lnTo><a:lnTo><a:pt x="338403" y="34398"/></a:lnTo><a:lnTo><a:pt x="326614" y="145863"/></a:lnTo><a:close/></a:path></a:pathLst></a:custGeom><a:solidFill><a:srgbClr val="FFFFFF"/></a:solidFill></p:spPr><p:txBody><a:bodyPr wrap="square" lIns="0" tIns="0" rIns="0" bIns="0" rtlCol="0"/><a:lstStyle/><a:p/></p:txBody></p:sp><p:sp><p:nvSpPr><p:cNvPr id="100" name="object 100"/><p:cNvSpPr/><p:nvPr/></p:nvSpPr><p:spPr><a:xfrm><a:off x="8310004" y="4426082"/><a:ext cx="338455" cy="146050"/></a:xfrm><a:custGeom><a:avLst/><a:gdLst/><a:ahLst/><a:cxnLst/><a:rect l="l" t="t" r="r" b="b"/><a:pathLst><a:path w="338454" h="146050"><a:moveTo><a:pt x="11711" y="0"/></a:moveTo><a:lnTo><a:pt x="338403" y="34398"/></a:lnTo><a:lnTo><a:pt x="326614" y="145863"/></a:lnTo><a:lnTo><a:pt x="0" y="111456"/></a:lnTo><a:lnTo><a:pt x="11711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01" name="object 101"/><p:cNvSpPr txBox="1"/><p:nvPr/></p:nvSpPr><p:spPr><a:xfrm rot="360000"><a:off x="8355651" y="4457526"/><a:ext cx="246923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7&apos;-</a:t></a:r><a:r><a:rPr dirty="0" sz="700" spc="-25"><a:latin typeface="Verdana"/><a:cs typeface="Verdana"/></a:rPr><a:t>1&quot;</a:t></a:r><a:endParaRPr sz="700"><a:latin typeface="Verdana"/><a:cs typeface="Verdana"/></a:endParaRPr></a:p></p:txBody></p:sp><p:grpSp><p:nvGrpSpPr><p:cNvPr id="102" name="object 102"/><p:cNvGrpSpPr/><p:nvPr/></p:nvGrpSpPr><p:grpSpPr><a:xfrm><a:off x="8939835" y="4426010"/><a:ext cx="652780" cy="393065"/><a:chOff x="8939835" y="4426010"/><a:chExt cx="652780" cy="393065"/></a:xfrm></p:grpSpPr><p:sp><p:nvSpPr><p:cNvPr id="103" name="object 103"/><p:cNvSpPr/><p:nvPr/></p:nvSpPr><p:spPr><a:xfrm><a:off x="8944307" y="4512557"/><a:ext cx="627380" cy="304165"/></a:xfrm><a:custGeom><a:avLst/><a:gdLst/><a:ahLst/><a:cxnLst/><a:rect l="l" t="t" r="r" b="b"/><a:pathLst><a:path w="627379" h="304164"><a:moveTo><a:pt x="0" y="240326"/></a:moveTo><a:lnTo><a:pt x="20864" y="42426"/></a:lnTo></a:path><a:path w="627379" h="304164"><a:moveTo><a:pt x="20864" y="42426"/></a:moveTo><a:lnTo><a:pt x="25285" y="0"/></a:lnTo></a:path><a:path w="627379" h="304164"><a:moveTo><a:pt x="601649" y="303694"/></a:moveTo><a:lnTo><a:pt x="622513" y="105794"/></a:lnTo></a:path><a:path w="627379" h="304164"><a:moveTo><a:pt x="622513" y="105794"/></a:moveTo><a:lnTo><a:pt x="627012" y="63445"/></a:lnTo></a:path><a:path w="627379" h="304164"><a:moveTo><a:pt x="20864" y="42426"/></a:moveTo><a:lnTo><a:pt x="622513" y="105794"/></a:lnTo></a:path></a:pathLst></a:custGeom><a:ln w="3878"><a:solidFill><a:srgbClr val="000000"/></a:solidFill></a:ln></p:spPr><p:txBody><a:bodyPr wrap="square" lIns="0" tIns="0" rIns="0" bIns="0" rtlCol="0"/><a:lstStyle/><a:p/></p:txBody></p:sp><p:sp><p:nvSpPr><p:cNvPr id="104" name="object 104"/><p:cNvSpPr/><p:nvPr/></p:nvSpPr><p:spPr><a:xfrm><a:off x="8952373" y="4544636"/><a:ext cx="26034" cy="20955"/></a:xfrm><a:custGeom><a:avLst/><a:gdLst/><a:ahLst/><a:cxnLst/><a:rect l="l" t="t" r="r" b="b"/><a:pathLst><a:path w="26034" h="20954"><a:moveTo><a:pt x="25595" y="0"/></a:moveTo><a:lnTo><a:pt x="0" y="20701"/></a:lnTo></a:path></a:pathLst></a:custGeom><a:ln w="7756"><a:solidFill><a:srgbClr val="000000"/></a:solidFill></a:ln></p:spPr><p:txBody><a:bodyPr wrap="square" lIns="0" tIns="0" rIns="0" bIns="0" rtlCol="0"/><a:lstStyle/><a:p/></p:txBody></p:sp><p:sp><p:nvSpPr><p:cNvPr id="105" name="object 105"/><p:cNvSpPr/><p:nvPr/></p:nvSpPr><p:spPr><a:xfrm><a:off x="8942058" y="4552548"/><a:ext cx="23495" cy="2540"/></a:xfrm><a:custGeom><a:avLst/><a:gdLst/><a:ahLst/><a:cxnLst/><a:rect l="l" t="t" r="r" b="b"/><a:pathLst><a:path w="23495" h="2539"><a:moveTo><a:pt x="23113" y="2435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06" name="object 106"/><p:cNvSpPr/><p:nvPr/></p:nvSpPr><p:spPr><a:xfrm><a:off x="9554023" y="4607997"/><a:ext cx="26034" cy="20955"/></a:xfrm><a:custGeom><a:avLst/><a:gdLst/><a:ahLst/><a:cxnLst/><a:rect l="l" t="t" r="r" b="b"/><a:pathLst><a:path w="26034" h="20954"><a:moveTo><a:pt x="0" y="20709"/></a:moveTo><a:lnTo><a:pt x="2559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07" name="object 107"/><p:cNvSpPr/><p:nvPr/></p:nvSpPr><p:spPr><a:xfrm><a:off x="9566821" y="4618351"/><a:ext cx="23495" cy="2540"/></a:xfrm><a:custGeom><a:avLst/><a:gdLst/><a:ahLst/><a:cxnLst/><a:rect l="l" t="t" r="r" b="b"/><a:pathLst><a:path w="23495" h="2539"><a:moveTo><a:pt x="0" y="0"/></a:moveTo><a:lnTo><a:pt x="23113" y="2435"/></a:lnTo></a:path></a:pathLst></a:custGeom><a:ln w="3878"><a:solidFill><a:srgbClr val="000000"/></a:solidFill></a:ln></p:spPr><p:txBody><a:bodyPr wrap="square" lIns="0" tIns="0" rIns="0" bIns="0" rtlCol="0"/><a:lstStyle/><a:p/></p:txBody></p:sp><p:sp><p:nvSpPr><p:cNvPr id="108" name="object 108"/><p:cNvSpPr/><p:nvPr/></p:nvSpPr><p:spPr><a:xfrm><a:off x="9105559" y="4430138"/><a:ext cx="338455" cy="146050"/></a:xfrm><a:custGeom><a:avLst/><a:gdLst/><a:ahLst/><a:cxnLst/><a:rect l="l" t="t" r="r" b="b"/><a:pathLst><a:path w="338454" h="146050"><a:moveTo><a:pt x="326691" y="145863"/></a:moveTo><a:lnTo><a:pt x="0" y="111464"/></a:lnTo><a:lnTo><a:pt x="11789" y="0"/></a:lnTo><a:lnTo><a:pt x="338403" y="34406"/></a:lnTo><a:lnTo><a:pt x="326691" y="145863"/></a:lnTo><a:close/></a:path></a:pathLst></a:custGeom><a:solidFill><a:srgbClr val="FFFFFF"/></a:solidFill></p:spPr><p:txBody><a:bodyPr wrap="square" lIns="0" tIns="0" rIns="0" bIns="0" rtlCol="0"/><a:lstStyle/><a:p/></p:txBody></p:sp><p:sp><p:nvSpPr><p:cNvPr id="109" name="object 109"/><p:cNvSpPr/><p:nvPr/></p:nvSpPr><p:spPr><a:xfrm><a:off x="9105559" y="4430138"/><a:ext cx="338455" cy="146050"/></a:xfrm><a:custGeom><a:avLst/><a:gdLst/><a:ahLst/><a:cxnLst/><a:rect l="l" t="t" r="r" b="b"/><a:pathLst><a:path w="338454" h="146050"><a:moveTo><a:pt x="11789" y="0"/></a:moveTo><a:lnTo><a:pt x="338403" y="34406"/></a:lnTo><a:lnTo><a:pt x="326691" y="145863"/></a:lnTo><a:lnTo><a:pt x="0" y="111464"/></a:lnTo><a:lnTo><a:pt x="11789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10" name="object 110"/><p:cNvSpPr txBox="1"/><p:nvPr/></p:nvSpPr><p:spPr><a:xfrm rot="360000"><a:off x="9151284" y="4461589"/><a:ext cx="246923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5&apos;-</a:t></a:r><a:r><a:rPr dirty="0" sz="700" spc="-25"><a:latin typeface="Verdana"/><a:cs typeface="Verdana"/></a:rPr><a:t>5&quot;</a:t></a:r><a:endParaRPr sz="700"><a:latin typeface="Verdana"/><a:cs typeface="Verdana"/></a:endParaRPr></a:p></p:txBody></p:sp><p:grpSp><p:nvGrpSpPr><p:cNvPr id="111" name="object 111"/><p:cNvGrpSpPr/><p:nvPr/></p:nvGrpSpPr><p:grpSpPr><a:xfrm><a:off x="9152045" y="4783989"/><a:ext cx="245110" cy="618490"/><a:chOff x="9152045" y="4783989"/><a:chExt cx="245110" cy="618490"/></a:xfrm></p:grpSpPr><p:sp><p:nvSpPr><p:cNvPr id="112" name="object 112"/><p:cNvSpPr/><p:nvPr/></p:nvSpPr><p:spPr><a:xfrm><a:off x="9154267" y="4803802"/><a:ext cx="154305" cy="577850"/></a:xfrm><a:custGeom><a:avLst/><a:gdLst/><a:ahLst/><a:cxnLst/><a:rect l="l" t="t" r="r" b="b"/><a:pathLst><a:path w="154304" h="577850"><a:moveTo><a:pt x="59102" y="0"/></a:moveTo><a:lnTo><a:pt x="111767" y="5553"/></a:lnTo></a:path><a:path w="154304" h="577850"><a:moveTo><a:pt x="111767" y="5553"/></a:moveTo><a:lnTo><a:pt x="154193" y="10021"/></a:lnTo></a:path><a:path w="154304" h="577850"><a:moveTo><a:pt x="0" y="567490"/></a:moveTo><a:lnTo><a:pt x="52044" y="572959"/></a:lnTo></a:path><a:path w="154304" h="577850"><a:moveTo><a:pt x="52044" y="572959"/></a:moveTo><a:lnTo><a:pt x="94470" y="577434"/></a:lnTo></a:path><a:path w="154304" h="577850"><a:moveTo><a:pt x="111767" y="5553"/></a:moveTo><a:lnTo><a:pt x="52044" y="572959"/></a:lnTo></a:path></a:pathLst></a:custGeom><a:ln w="3878"><a:solidFill><a:srgbClr val="000000"/></a:solidFill></a:ln></p:spPr><p:txBody><a:bodyPr wrap="square" lIns="0" tIns="0" rIns="0" bIns="0" rtlCol="0"/><a:lstStyle/><a:p/></p:txBody></p:sp><p:sp><p:nvSpPr><p:cNvPr id="113" name="object 113"/><p:cNvSpPr/><p:nvPr/></p:nvSpPr><p:spPr><a:xfrm><a:off x="9255641" y="4796566"/><a:ext cx="20955" cy="26034"/></a:xfrm><a:custGeom><a:avLst/><a:gdLst/><a:ahLst/><a:cxnLst/><a:rect l="l" t="t" r="r" b="b"/><a:pathLst><a:path w="20954" h="26035"><a:moveTo><a:pt x="20709" y="25579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14" name="object 114"/><p:cNvSpPr/><p:nvPr/></p:nvSpPr><p:spPr><a:xfrm><a:off x="9266034" y="4786211"/><a:ext cx="2540" cy="23495"/></a:xfrm><a:custGeom><a:avLst/><a:gdLst/><a:ahLst/><a:cxnLst/><a:rect l="l" t="t" r="r" b="b"/><a:pathLst><a:path w="2540" h="23495"><a:moveTo><a:pt x="0" y="23144"/></a:moveTo><a:lnTo><a:pt x="2404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15" name="object 115"/><p:cNvSpPr/><p:nvPr/></p:nvSpPr><p:spPr><a:xfrm><a:off x="9195918" y="5363979"/><a:ext cx="20955" cy="26034"/></a:xfrm><a:custGeom><a:avLst/><a:gdLst/><a:ahLst/><a:cxnLst/><a:rect l="l" t="t" r="r" b="b"/><a:pathLst><a:path w="20954" h="26035"><a:moveTo><a:pt x="0" y="0"/></a:moveTo><a:lnTo><a:pt x="20709" y="25572"/></a:lnTo></a:path></a:pathLst></a:custGeom><a:ln w="7756"><a:solidFill><a:srgbClr val="000000"/></a:solidFill></a:ln></p:spPr><p:txBody><a:bodyPr wrap="square" lIns="0" tIns="0" rIns="0" bIns="0" rtlCol="0"/><a:lstStyle/><a:p/></p:txBody></p:sp><p:sp><p:nvSpPr><p:cNvPr id="116" name="object 116"/><p:cNvSpPr/><p:nvPr/></p:nvSpPr><p:spPr><a:xfrm><a:off x="9203829" y="5376762"/><a:ext cx="2540" cy="23495"/></a:xfrm><a:custGeom><a:avLst/><a:gdLst/><a:ahLst/><a:cxnLst/><a:rect l="l" t="t" r="r" b="b"/><a:pathLst><a:path w="2540" h="23495"><a:moveTo><a:pt x="2481" y="0"/></a:moveTo><a:lnTo><a:pt x="0" y="23144"/></a:lnTo></a:path></a:pathLst></a:custGeom><a:ln w="3878"><a:solidFill><a:srgbClr val="000000"/></a:solidFill></a:ln></p:spPr><p:txBody><a:bodyPr wrap="square" lIns="0" tIns="0" rIns="0" bIns="0" rtlCol="0"/><a:lstStyle/><a:p/></p:txBody></p:sp><p:sp><p:nvSpPr><p:cNvPr id="117" name="object 117"/><p:cNvSpPr/><p:nvPr/></p:nvSpPr><p:spPr><a:xfrm><a:off x="9246799" y="4932663"/><a:ext cx="146050" cy="338455"/></a:xfrm><a:custGeom><a:avLst/><a:gdLst/><a:ahLst/><a:cxnLst/><a:rect l="l" t="t" r="r" b="b"/><a:pathLst><a:path w="146050" h="338454"><a:moveTo><a:pt x="111456" y="338403"/></a:moveTo><a:lnTo><a:pt x="0" y="326668"/></a:lnTo><a:lnTo><a:pt x="34437" y="0"/></a:lnTo><a:lnTo><a:pt x="145894" y="11735"/></a:lnTo><a:lnTo><a:pt x="111456" y="338403"/></a:lnTo><a:close/></a:path></a:pathLst></a:custGeom><a:solidFill><a:srgbClr val="FFFFFF"/></a:solidFill></p:spPr><p:txBody><a:bodyPr wrap="square" lIns="0" tIns="0" rIns="0" bIns="0" rtlCol="0"/><a:lstStyle/><a:p/></p:txBody></p:sp><p:sp><p:nvSpPr><p:cNvPr id="118" name="object 118"/><p:cNvSpPr/><p:nvPr/></p:nvSpPr><p:spPr><a:xfrm><a:off x="9246799" y="4932663"/><a:ext cx="146050" cy="338455"/></a:xfrm><a:custGeom><a:avLst/><a:gdLst/><a:ahLst/><a:cxnLst/><a:rect l="l" t="t" r="r" b="b"/><a:pathLst><a:path w="146050" h="338454"><a:moveTo><a:pt x="0" y="326668"/></a:moveTo><a:lnTo><a:pt x="34437" y="0"/></a:lnTo><a:lnTo><a:pt x="145894" y="11735"/></a:lnTo><a:lnTo><a:pt x="111456" y="338403"/></a:lnTo><a:lnTo><a:pt x="0" y="326668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19" name="object 119"/><p:cNvSpPr txBox="1"/><p:nvPr/></p:nvSpPr><p:spPr><a:xfrm rot="16620000"><a:off x="9201501" y="5056158"/><a:ext cx="248688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5&apos;-</a:t></a:r><a:r><a:rPr dirty="0" sz="700" spc="-25"><a:latin typeface="Verdana"/><a:cs typeface="Verdana"/></a:rPr><a:t>1&quot;</a:t></a:r><a:endParaRPr sz="700"><a:latin typeface="Verdana"/><a:cs typeface="Verdana"/></a:endParaRPr></a:p></p:txBody></p:sp><p:sp><p:nvSpPr><p:cNvPr id="120" name="object 120"/><p:cNvSpPr txBox="1"/><p:nvPr/></p:nvSpPr><p:spPr><a:xfrm><a:off x="10249833" y="6071973"/><a:ext cx="1223645" cy="112395"/></a:xfrm><a:prstGeom prst="rect"><a:avLst/></a:prstGeom><a:solidFill><a:srgbClr val="FFFFFF"/></a:solidFill></p:spPr><p:txBody><a:bodyPr wrap="square" lIns="0" tIns="3810" rIns="0" bIns="0" rtlCol="0" vert="horz"><a:spAutoFit/></a:bodyPr><a:lstStyle/><a:p><a:pPr marL="15240"><a:lnSpc><a:spcPct val="100000"/></a:lnSpc><a:spcBef><a:spcPts val="30"/></a:spcBef></a:pPr><a:endParaRPr sz="700"><a:latin typeface="Verdana"/><a:cs typeface="Verdana"/></a:endParaRPr><a:r><a:rPr dirty="0" sz="700"><a:latin typeface="Verdana"/><a:t>{{ACDIS}}A AC DISCONNECT</a:t></a:r></a:p></p:txBody></p:sp><p:grpSp><p:nvGrpSpPr><p:cNvPr id="121" name="object 121"/><p:cNvGrpSpPr/><p:nvPr/></p:nvGrpSpPr><p:grpSpPr><a:xfrm><a:off x="9608731" y="4725028"/><a:ext cx="641350" cy="1407160"/><a:chOff x="9608731" y="4725028"/><a:chExt cx="641350" cy="1407160"/></a:xfrm></p:grpSpPr><p:sp><p:nvSpPr><p:cNvPr id="122" name="object 122"/><p:cNvSpPr/><p:nvPr/></p:nvSpPr><p:spPr><a:xfrm><a:off x="9818510" y="5468656"/><a:ext cx="427990" cy="659765"/></a:xfrm><a:custGeom><a:avLst/><a:gdLst/><a:ahLst/><a:cxnLst/><a:rect l="l" t="t" r="r" b="b"/><a:pathLst><a:path w="427990" h="659764"><a:moveTo><a:pt x="0" y="0"/></a:moveTo><a:lnTo><a:pt x="325295" y="659355"/></a:lnTo><a:lnTo><a:pt x="427444" y="659355"/></a:lnTo></a:path></a:pathLst></a:custGeom><a:ln w="7756"><a:solidFill><a:srgbClr val="070707"/></a:solidFill></a:ln></p:spPr><p:txBody><a:bodyPr wrap="square" lIns="0" tIns="0" rIns="0" bIns="0" rtlCol="0"/><a:lstStyle/><a:p/></p:txBody></p:sp><p:sp><p:nvSpPr><p:cNvPr id="123" name="object 123"/><p:cNvSpPr/><p:nvPr/></p:nvSpPr><p:spPr><a:xfrm><a:off x="9787640" y="5406141"/><a:ext cx="41910" cy="67945"/></a:xfrm><a:custGeom><a:avLst/><a:gdLst/><a:ahLst/><a:cxnLst/><a:rect l="l" t="t" r="r" b="b"/><a:pathLst><a:path w="41909" h="67945"><a:moveTo><a:pt x="20476" y="67750"/></a:moveTo><a:lnTo><a:pt x="0" y="0"/></a:lnTo><a:lnTo><a:pt x="41340" y="57458"/></a:lnTo><a:lnTo><a:pt x="20476" y="67750"/></a:lnTo><a:close/></a:path></a:pathLst></a:custGeom><a:solidFill><a:srgbClr val="070707"/></a:solidFill></p:spPr><p:txBody><a:bodyPr wrap="square" lIns="0" tIns="0" rIns="0" bIns="0" rtlCol="0"/><a:lstStyle/><a:p/></p:txBody></p:sp><p:sp><p:nvSpPr><p:cNvPr id="124" name="object 124"/><p:cNvSpPr/><p:nvPr/></p:nvSpPr><p:spPr><a:xfrm><a:off x="9787640" y="5406141"/><a:ext cx="41910" cy="67945"/></a:xfrm><a:custGeom><a:avLst/><a:gdLst/><a:ahLst/><a:cxnLst/><a:rect l="l" t="t" r="r" b="b"/><a:pathLst><a:path w="41909" h="67945"><a:moveTo><a:pt x="0" y="0"/></a:moveTo><a:lnTo><a:pt x="41340" y="57458"/></a:lnTo><a:lnTo><a:pt x="20476" y="67750"/></a:lnTo><a:lnTo><a:pt x="0" y="0"/></a:lnTo><a:close/></a:path></a:pathLst></a:custGeom><a:ln w="7756"><a:solidFill><a:srgbClr val="070707"/></a:solidFill></a:ln></p:spPr><p:txBody><a:bodyPr wrap="square" lIns="0" tIns="0" rIns="0" bIns="0" rtlCol="0"/><a:lstStyle/><a:p/></p:txBody></p:sp><p:sp><p:nvSpPr><p:cNvPr id="125" name="object 125"/><p:cNvSpPr/><p:nvPr/></p:nvSpPr><p:spPr><a:xfrm><a:off x="9613203" y="4825954"/><a:ext cx="354330" cy="275590"/></a:xfrm><a:custGeom><a:avLst/><a:gdLst/><a:ahLst/><a:cxnLst/><a:rect l="l" t="t" r="r" b="b"/><a:pathLst><a:path w="354329" h="275589"><a:moveTo><a:pt x="0" y="240372"/></a:moveTo><a:lnTo><a:pt x="20864" y="42418"/></a:lnTo></a:path><a:path w="354329" h="275589"><a:moveTo><a:pt x="20864" y="42418"/></a:moveTo><a:lnTo><a:pt x="25362" y="0"/></a:lnTo></a:path><a:path w="354329" h="275589"><a:moveTo><a:pt x="328785" y="275004"/></a:moveTo><a:lnTo><a:pt x="349649" y="77050"/></a:lnTo></a:path><a:path w="354329" h="275589"><a:moveTo><a:pt x="349649" y="77050"/></a:moveTo><a:lnTo><a:pt x="352616" y="49073"/></a:lnTo></a:path><a:path w="354329" h="275589"><a:moveTo><a:pt x="352616" y="49073"/></a:moveTo><a:lnTo><a:pt x="354148" y="34623"/></a:lnTo></a:path><a:path w="354329" h="275589"><a:moveTo><a:pt x="20864" y="42418"/></a:moveTo><a:lnTo><a:pt x="349649" y="77050"/></a:lnTo></a:path></a:pathLst></a:custGeom><a:ln w="3878"><a:solidFill><a:srgbClr val="000000"/></a:solidFill></a:ln></p:spPr><p:txBody><a:bodyPr wrap="square" lIns="0" tIns="0" rIns="0" bIns="0" rtlCol="0"/><a:lstStyle/><a:p/></p:txBody></p:sp><p:sp><p:nvSpPr><p:cNvPr id="126" name="object 126"/><p:cNvSpPr/><p:nvPr/></p:nvSpPr><p:spPr><a:xfrm><a:off x="9621269" y="4858026"/><a:ext cx="26034" cy="20955"/></a:xfrm><a:custGeom><a:avLst/><a:gdLst/><a:ahLst/><a:cxnLst/><a:rect l="l" t="t" r="r" b="b"/><a:pathLst><a:path w="26034" h="20954"><a:moveTo><a:pt x="25595" y="0"/></a:moveTo><a:lnTo><a:pt x="0" y="20701"/></a:lnTo></a:path></a:pathLst></a:custGeom><a:ln w="7756"><a:solidFill><a:srgbClr val="000000"/></a:solidFill></a:ln></p:spPr><p:txBody><a:bodyPr wrap="square" lIns="0" tIns="0" rIns="0" bIns="0" rtlCol="0"/><a:lstStyle/><a:p/></p:txBody></p:sp><p:sp><p:nvSpPr><p:cNvPr id="127" name="object 127"/><p:cNvSpPr/><p:nvPr/></p:nvSpPr><p:spPr><a:xfrm><a:off x="9610953" y="4865937"/><a:ext cx="23495" cy="2540"/></a:xfrm><a:custGeom><a:avLst/><a:gdLst/><a:ahLst/><a:cxnLst/><a:rect l="l" t="t" r="r" b="b"/><a:pathLst><a:path w="23495" h="2539"><a:moveTo><a:pt x="23113" y="2435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28" name="object 128"/><p:cNvSpPr/><p:nvPr/></p:nvSpPr><p:spPr><a:xfrm><a:off x="9950055" y="4892650"/><a:ext cx="26034" cy="20955"/></a:xfrm><a:custGeom><a:avLst/><a:gdLst/><a:ahLst/><a:cxnLst/><a:rect l="l" t="t" r="r" b="b"/><a:pathLst><a:path w="26034" h="20954"><a:moveTo><a:pt x="0" y="20701"/></a:moveTo><a:lnTo><a:pt x="2559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29" name="object 129"/><p:cNvSpPr/><p:nvPr/></p:nvSpPr><p:spPr><a:xfrm><a:off x="9962853" y="4903004"/><a:ext cx="23495" cy="2540"/></a:xfrm><a:custGeom><a:avLst/><a:gdLst/><a:ahLst/><a:cxnLst/><a:rect l="l" t="t" r="r" b="b"/><a:pathLst><a:path w="23495" h="2539"><a:moveTo><a:pt x="0" y="0"/></a:moveTo><a:lnTo><a:pt x="23113" y="2435"/></a:lnTo></a:path></a:pathLst></a:custGeom><a:ln w="3878"><a:solidFill><a:srgbClr val="000000"/></a:solidFill></a:ln></p:spPr><p:txBody><a:bodyPr wrap="square" lIns="0" tIns="0" rIns="0" bIns="0" rtlCol="0"/><a:lstStyle/><a:p/></p:txBody></p:sp><p:sp><p:nvSpPr><p:cNvPr id="130" name="object 130"/><p:cNvSpPr/><p:nvPr/></p:nvSpPr><p:spPr><a:xfrm><a:off x="9638023" y="4729155"/><a:ext cx="339090" cy="146050"/></a:xfrm><a:custGeom><a:avLst/><a:gdLst/><a:ahLst/><a:cxnLst/><a:rect l="l" t="t" r="r" b="b"/><a:pathLst><a:path w="339090" h="146050"><a:moveTo><a:pt x="326691" y="145871"/></a:moveTo><a:lnTo><a:pt x="0" y="111464"/></a:lnTo><a:lnTo><a:pt x="11789" y="0"/></a:lnTo><a:lnTo><a:pt x="338481" y="34406"/></a:lnTo><a:lnTo><a:pt x="326691" y="145871"/></a:lnTo><a:close/></a:path></a:pathLst></a:custGeom><a:solidFill><a:srgbClr val="FFFFFF"/></a:solidFill></p:spPr><p:txBody><a:bodyPr wrap="square" lIns="0" tIns="0" rIns="0" bIns="0" rtlCol="0"/><a:lstStyle/><a:p/></p:txBody></p:sp><p:sp><p:nvSpPr><p:cNvPr id="131" name="object 131"/><p:cNvSpPr/><p:nvPr/></p:nvSpPr><p:spPr><a:xfrm><a:off x="9638023" y="4729155"/><a:ext cx="339090" cy="146050"/></a:xfrm><a:custGeom><a:avLst/><a:gdLst/><a:ahLst/><a:cxnLst/><a:rect l="l" t="t" r="r" b="b"/><a:pathLst><a:path w="339090" h="146050"><a:moveTo><a:pt x="11789" y="0"/></a:moveTo><a:lnTo><a:pt x="338481" y="34406"/></a:lnTo><a:lnTo><a:pt x="326691" y="145871"/></a:lnTo><a:lnTo><a:pt x="0" y="111464"/></a:lnTo><a:lnTo><a:pt x="11789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32" name="object 132"/><p:cNvSpPr txBox="1"/><p:nvPr/></p:nvSpPr><p:spPr><a:xfrm rot="360000"><a:off x="9683751" y="4760598"/><a:ext cx="246923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3&apos;-</a:t></a:r><a:r><a:rPr dirty="0" sz="700" spc="-25"><a:latin typeface="Verdana"/><a:cs typeface="Verdana"/></a:rPr><a:t>0&quot;</a:t></a:r><a:endParaRPr sz="700"><a:latin typeface="Verdana"/><a:cs typeface="Verdana"/></a:endParaRPr></a:p></p:txBody></p:sp><p:grpSp><p:nvGrpSpPr><p:cNvPr id="133" name="object 133"/><p:cNvGrpSpPr/><p:nvPr/></p:nvGrpSpPr><p:grpSpPr><a:xfrm><a:off x="4251474" y="5218150"/><a:ext cx="3756025" cy="497840"/><a:chOff x="4251474" y="5218150"/><a:chExt cx="3756025" cy="497840"/></a:xfrm></p:grpSpPr><p:sp><p:nvSpPr><p:cNvPr id="134" name="object 134"/><p:cNvSpPr/><p:nvPr/></p:nvSpPr><p:spPr><a:xfrm><a:off x="6728908" y="5220373"/><a:ext cx="1275715" cy="421005"/></a:xfrm><a:custGeom><a:avLst/><a:gdLst/><a:ahLst/><a:cxnLst/><a:rect l="l" t="t" r="r" b="b"/><a:pathLst><a:path w="1275715" h="421004"><a:moveTo><a:pt x="1275501" y="18925"/></a:moveTo><a:lnTo><a:pt x="1254525" y="355304"/></a:lnTo></a:path><a:path w="1275715" h="421004"><a:moveTo><a:pt x="1254525" y="355304"/></a:moveTo><a:lnTo><a:pt x="1253085" y="378386"/></a:lnTo></a:path><a:path w="1275715" h="421004"><a:moveTo><a:pt x="1253085" y="378386"/></a:moveTo><a:lnTo><a:pt x="1250448" y="420960"/></a:lnTo></a:path><a:path w="1275715" h="421004"><a:moveTo><a:pt x="21391" y="0"/></a:moveTo><a:lnTo><a:pt x="2660" y="300405"/></a:lnTo></a:path><a:path w="1275715" h="421004"><a:moveTo><a:pt x="2660" y="300405"/></a:moveTo><a:lnTo><a:pt x="0" y="342979"/></a:lnTo></a:path><a:path w="1275715" h="421004"><a:moveTo><a:pt x="882957" y="355304"/></a:moveTo><a:lnTo><a:pt x="2660" y="300405"/></a:lnTo></a:path><a:path w="1275715" h="421004"><a:moveTo><a:pt x="1253085" y="378386"/></a:moveTo><a:lnTo><a:pt x="882957" y="355304"/></a:lnTo></a:path></a:pathLst></a:custGeom><a:ln w="3878"><a:solidFill><a:srgbClr val="000000"/></a:solidFill></a:ln></p:spPr><p:txBody><a:bodyPr wrap="square" lIns="0" tIns="0" rIns="0" bIns="0" rtlCol="0"/><a:lstStyle/><a:p/></p:txBody></p:sp><p:sp><p:nvSpPr><p:cNvPr id="135" name="object 135"/><p:cNvSpPr/><p:nvPr/></p:nvSpPr><p:spPr><a:xfrm><a:off x="7969661" y="5587870"/><a:ext cx="24765" cy="22225"/></a:xfrm><a:custGeom><a:avLst/><a:gdLst/><a:ahLst/><a:cxnLst/><a:rect l="l" t="t" r="r" b="b"/><a:pathLst><a:path w="24765" h="22225"><a:moveTo><a:pt x="0" y="21771"/></a:moveTo><a:lnTo><a:pt x="2466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36" name="object 136"/><p:cNvSpPr/><p:nvPr/></p:nvSpPr><p:spPr><a:xfrm><a:off x="7981994" y="5598760"/><a:ext cx="23495" cy="1905"/></a:xfrm><a:custGeom><a:avLst/><a:gdLst/><a:ahLst/><a:cxnLst/><a:rect l="l" t="t" r="r" b="b"/><a:pathLst><a:path w="23495" h="1904"><a:moveTo><a:pt x="0" y="0"/></a:moveTo><a:lnTo><a:pt x="23268" y="1450"/></a:lnTo></a:path></a:pathLst></a:custGeom><a:ln w="3878"><a:solidFill><a:srgbClr val="000000"/></a:solidFill></a:ln></p:spPr><p:txBody><a:bodyPr wrap="square" lIns="0" tIns="0" rIns="0" bIns="0" rtlCol="0"/><a:lstStyle/><a:p/></p:txBody></p:sp><p:sp><p:nvSpPr><p:cNvPr id="137" name="object 137"/><p:cNvSpPr/><p:nvPr/></p:nvSpPr><p:spPr><a:xfrm><a:off x="6719229" y="5509889"/><a:ext cx="24765" cy="22225"/></a:xfrm><a:custGeom><a:avLst/><a:gdLst/><a:ahLst/><a:cxnLst/><a:rect l="l" t="t" r="r" b="b"/><a:pathLst><a:path w="24765" h="22225"><a:moveTo><a:pt x="24672" y="0"/></a:moveTo><a:lnTo><a:pt x="0" y="21771"/></a:lnTo></a:path></a:pathLst></a:custGeom><a:ln w="7756"><a:solidFill><a:srgbClr val="000000"/></a:solidFill></a:ln></p:spPr><p:txBody><a:bodyPr wrap="square" lIns="0" tIns="0" rIns="0" bIns="0" rtlCol="0"/><a:lstStyle/><a:p/></p:txBody></p:sp><p:sp><p:nvSpPr><p:cNvPr id="138" name="object 138"/><p:cNvSpPr/><p:nvPr/></p:nvSpPr><p:spPr><a:xfrm><a:off x="6708339" y="5519328"/><a:ext cx="23495" cy="1905"/></a:xfrm><a:custGeom><a:avLst/><a:gdLst/><a:ahLst/><a:cxnLst/><a:rect l="l" t="t" r="r" b="b"/><a:pathLst><a:path w="23495" h="1904"><a:moveTo><a:pt x="23229" y="1450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39" name="object 139"/><p:cNvSpPr/><p:nvPr/></p:nvSpPr><p:spPr><a:xfrm><a:off x="7154724" y="5575676"/><a:ext cx="393700" cy="136525"/></a:xfrm><a:custGeom><a:avLst/><a:gdLst/><a:ahLst/><a:cxnLst/><a:rect l="l" t="t" r="r" b="b"/><a:pathLst><a:path w="393700" h="136525"><a:moveTo><a:pt x="386670" y="135974"/></a:moveTo><a:lnTo><a:pt x="0" y="111860"/></a:lnTo><a:lnTo><a:pt x="6980" y="0"/></a:lnTo><a:lnTo><a:pt x="393650" y="24114"/></a:lnTo><a:lnTo><a:pt x="386670" y="135974"/></a:lnTo><a:close/></a:path></a:pathLst></a:custGeom><a:solidFill><a:srgbClr val="FFFFFF"/></a:solidFill></p:spPr><p:txBody><a:bodyPr wrap="square" lIns="0" tIns="0" rIns="0" bIns="0" rtlCol="0"/><a:lstStyle/><a:p/></p:txBody></p:sp><p:sp><p:nvSpPr><p:cNvPr id="140" name="object 140"/><p:cNvSpPr/><p:nvPr/></p:nvSpPr><p:spPr><a:xfrm><a:off x="7154724" y="5575676"/><a:ext cx="393700" cy="136525"/></a:xfrm><a:custGeom><a:avLst/><a:gdLst/><a:ahLst/><a:cxnLst/><a:rect l="l" t="t" r="r" b="b"/><a:pathLst><a:path w="393700" h="136525"><a:moveTo><a:pt x="6980" y="0"/></a:moveTo><a:lnTo><a:pt x="393650" y="24114"/></a:lnTo><a:lnTo><a:pt x="386670" y="135974"/></a:lnTo><a:lnTo><a:pt x="0" y="111860"/></a:lnTo><a:lnTo><a:pt x="6980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p:sp><p:nvSpPr><p:cNvPr id="141" name="object 141"/><p:cNvSpPr/><p:nvPr/></p:nvSpPr><p:spPr><a:xfrm><a:off x="4251474" y="5563258"/><a:ext cx="2196465" cy="112395"/></a:xfrm><a:custGeom><a:avLst/><a:gdLst/><a:ahLst/><a:cxnLst/><a:rect l="l" t="t" r="r" b="b"/><a:pathLst><a:path w="2196465" h="112395"><a:moveTo><a:pt x="2196171" y="112077"/></a:moveTo><a:lnTo><a:pt x="0" y="112077"/></a:lnTo><a:lnTo><a:pt x="0" y="0"/></a:lnTo><a:lnTo><a:pt x="2196171" y="0"/></a:lnTo><a:lnTo><a:pt x="2196171" y="112077"/></a:lnTo><a:close/></a:path></a:pathLst></a:custGeom><a:solidFill><a:srgbClr val="FFFFFF"/></a:solidFill></p:spPr><p:txBody><a:bodyPr wrap="square" lIns="0" tIns="0" rIns="0" bIns="0" rtlCol="0"/><a:lstStyle/><a:p/></p:txBody></p:sp></p:grpSp><p:sp><p:nvSpPr><p:cNvPr id="142" name="object 142"/><p:cNvSpPr txBox="1"/><p:nvPr/></p:nvSpPr><p:spPr><a:xfrm><a:off x="4251474" y="5550558"/><a:ext cx="2196465" cy="137160"/></a:xfrm><a:prstGeom prst="rect"><a:avLst/></a:prstGeom></p:spPr><p:txBody><a:bodyPr wrap="square" lIns="0" tIns="16510" rIns="0" bIns="0" rtlCol="0" vert="horz"><a:spAutoFit/></a:bodyPr><a:lstStyle/><a:p><a:pPr marL="85090"><a:lnSpc><a:spcPct val="100000"/></a:lnSpc><a:spcBef><a:spcPts val="130"/></a:spcBef></a:pPr><a:r><a:rPr dirty="0" sz="700"><a:latin typeface="Verdana"/><a:cs typeface="Verdana"/></a:rPr><a:t>EQUIPMENT</a:t></a:r><a:r><a:rPr dirty="0" sz="700" spc="140"><a:latin typeface="Verdana"/><a:cs typeface="Verdana"/></a:rPr><a:t> </a:t></a:r><a:r><a:rPr dirty="0" sz="700"><a:latin typeface="Verdana"/><a:cs typeface="Verdana"/></a:rPr><a:t>SETBACK</a:t></a:r><a:r><a:rPr dirty="0" sz="700" spc="140"><a:latin typeface="Verdana"/><a:cs typeface="Verdana"/></a:rPr><a:t> </a:t></a:r><a:r><a:rPr dirty="0" sz="700"><a:latin typeface="Verdana"/><a:cs typeface="Verdana"/></a:rPr><a:t>FROM</a:t></a:r><a:r><a:rPr dirty="0" sz="700" spc="145"><a:latin typeface="Verdana"/><a:cs typeface="Verdana"/></a:rPr><a:t> </a:t></a:r><a:r><a:rPr dirty="0" sz="700"><a:latin typeface="Verdana"/><a:cs typeface="Verdana"/></a:rPr><a:t>PROPERTY</a:t></a:r><a:r><a:rPr dirty="0" sz="700" spc="140"><a:latin typeface="Verdana"/><a:cs typeface="Verdana"/></a:rPr><a:t> </a:t></a:r><a:r><a:rPr dirty="0" sz="700" spc="-20"><a:latin typeface="Verdana"/><a:cs typeface="Verdana"/></a:rPr><a:t>LINE</a:t></a:r><a:endParaRPr sz="700"><a:latin typeface="Verdana"/><a:cs typeface="Verdana"/></a:endParaRPr></a:p></p:txBody></p:sp><p:grpSp><p:nvGrpSpPr><p:cNvPr id="143" name="object 143"/><p:cNvGrpSpPr/><p:nvPr/></p:nvGrpSpPr><p:grpSpPr><a:xfrm><a:off x="6447395" y="956364"/><a:ext cx="4378960" cy="4692015"/><a:chOff x="6447395" y="956364"/><a:chExt cx="4378960" cy="4692015"/></a:xfrm></p:grpSpPr><p:sp><p:nvSpPr><p:cNvPr id="144" name="object 144"/><p:cNvSpPr/><p:nvPr/></p:nvSpPr><p:spPr><a:xfrm><a:off x="6451523" y="5618009"/><a:ext cx="617220" cy="14604"/></a:xfrm><a:custGeom><a:avLst/><a:gdLst/><a:ahLst/><a:cxnLst/><a:rect l="l" t="t" r="r" b="b"/><a:pathLst><a:path w="617220" h="14604"><a:moveTo><a:pt x="616921" y="14069"/></a:moveTo><a:lnTo><a:pt x="137618" y="0"/></a:lnTo><a:lnTo><a:pt x="0" y="0"/></a:lnTo></a:path></a:pathLst></a:custGeom><a:ln w="7756"><a:solidFill><a:srgbClr val="070707"/></a:solidFill></a:ln></p:spPr><p:txBody><a:bodyPr wrap="square" lIns="0" tIns="0" rIns="0" bIns="0" rtlCol="0"/><a:lstStyle/><a:p/></p:txBody></p:sp><p:sp><p:nvSpPr><p:cNvPr id="145" name="object 145"/><p:cNvSpPr/><p:nvPr/></p:nvSpPr><p:spPr><a:xfrm><a:off x="7068002" y="5620445"/><a:ext cx="70485" cy="23495"/></a:xfrm><a:custGeom><a:avLst/><a:gdLst/><a:ahLst/><a:cxnLst/><a:rect l="l" t="t" r="r" b="b"/><a:pathLst><a:path w="70484" h="23495"><a:moveTo><a:pt x="0" y="23260"/></a:moveTo><a:lnTo><a:pt x="682" y="0"/></a:lnTo><a:lnTo><a:pt x="70116" y="13681"/></a:lnTo><a:lnTo><a:pt x="0" y="23260"/></a:lnTo><a:close/></a:path></a:pathLst></a:custGeom><a:solidFill><a:srgbClr val="070707"/></a:solidFill></p:spPr><p:txBody><a:bodyPr wrap="square" lIns="0" tIns="0" rIns="0" bIns="0" rtlCol="0"/><a:lstStyle/><a:p/></p:txBody></p:sp><p:sp><p:nvSpPr><p:cNvPr id="146" name="object 146"/><p:cNvSpPr/><p:nvPr/></p:nvSpPr><p:spPr><a:xfrm><a:off x="7068002" y="5620445"/><a:ext cx="70485" cy="23495"/></a:xfrm><a:custGeom><a:avLst/><a:gdLst/><a:ahLst/><a:cxnLst/><a:rect l="l" t="t" r="r" b="b"/><a:pathLst><a:path w="70484" h="23495"><a:moveTo><a:pt x="70116" y="13681"/></a:moveTo><a:lnTo><a:pt x="0" y="23260"/></a:lnTo><a:lnTo><a:pt x="682" y="0"/></a:lnTo><a:lnTo><a:pt x="70116" y="13681"/></a:lnTo><a:close/></a:path></a:pathLst></a:custGeom><a:ln w="7756"><a:solidFill><a:srgbClr val="070707"/></a:solidFill></a:ln></p:spPr><p:txBody><a:bodyPr wrap="square" lIns="0" tIns="0" rIns="0" bIns="0" rtlCol="0"/><a:lstStyle/><a:p/></p:txBody></p:sp><p:sp><p:nvSpPr><p:cNvPr id="147" name="object 147"/><p:cNvSpPr/><p:nvPr/></p:nvSpPr><p:spPr><a:xfrm><a:off x="9272240" y="956364"/><a:ext cx="1554480" cy="224154"/></a:xfrm><a:custGeom><a:avLst/><a:gdLst/><a:ahLst/><a:cxnLst/><a:rect l="l" t="t" r="r" b="b"/><a:pathLst><a:path w="1554479" h="224155"><a:moveTo><a:pt x="1553956" y="224154"/></a:moveTo><a:lnTo><a:pt x="0" y="224154"/></a:lnTo><a:lnTo><a:pt x="0" y="0"/></a:lnTo><a:lnTo><a:pt x="1553956" y="0"/></a:lnTo><a:lnTo><a:pt x="1553956" y="224154"/></a:lnTo><a:close/></a:path></a:pathLst></a:custGeom><a:solidFill><a:srgbClr val="FFFFFF"/></a:solidFill></p:spPr><p:txBody><a:bodyPr wrap="square" lIns="0" tIns="0" rIns="0" bIns="0" rtlCol="0"/><a:lstStyle/><a:p/></p:txBody></p:sp></p:grpSp><p:sp><p:nvSpPr><p:cNvPr id="148" name="object 148"/><p:cNvSpPr txBox="1"/><p:nvPr/></p:nvSpPr><p:spPr><a:xfrm><a:off x="9272240" y="943664"/><a:ext cx="1554480" cy="249554"/></a:xfrm><a:prstGeom prst="rect"><a:avLst/></a:prstGeom></p:spPr><p:txBody><a:bodyPr wrap="square" lIns="0" tIns="16510" rIns="0" bIns="0" rtlCol="0" vert="horz"><a:spAutoFit/></a:bodyPr><a:lstStyle/><a:p><a:pPr marL="15240"><a:lnSpc><a:spcPct val="100000"/></a:lnSpc><a:spcBef><a:spcPts val="130"/></a:spcBef></a:pPr><a:r><a:rPr dirty="0" sz="700"><a:latin typeface="Verdana"/><a:cs typeface="Verdana"/></a:rPr><a:t>BESS</a:t></a:r><a:r><a:rPr dirty="0" sz="700" spc="100"><a:latin typeface="Verdana"/><a:cs typeface="Verdana"/></a:rPr><a:t> </a:t></a:r><a:r><a:rPr dirty="0" sz="700" spc="-25"><a:latin typeface="Verdana"/><a:cs typeface="Verdana"/></a:rPr><a:t>PAD</a:t></a:r><a:endParaRPr sz="700"><a:latin typeface="Verdana"/><a:cs typeface="Verdana"/></a:endParaRPr></a:p><a:p><a:pPr marL="15240"><a:lnSpc><a:spcPct val="100000"/></a:lnSpc><a:spcBef><a:spcPts val="45"/></a:spcBef></a:pPr><a:r><a:rPr dirty="0" sz="700"><a:latin typeface="Verdana"/><a:cs typeface="Verdana"/></a:rPr><a:t>(REFER</a:t></a:r><a:r><a:rPr dirty="0" sz="700" spc="80"><a:latin typeface="Verdana"/><a:cs typeface="Verdana"/></a:rPr><a:t> </a:t></a:r><a:r><a:rPr dirty="0" sz="700"><a:latin typeface="Verdana"/><a:cs typeface="Verdana"/></a:rPr><a:t>TO</a:t></a:r><a:r><a:rPr dirty="0" sz="700" spc="85"><a:latin typeface="Verdana"/><a:cs typeface="Verdana"/></a:rPr><a:t> </a:t></a:r><a:r><a:rPr dirty="0" sz="700"><a:latin typeface="Verdana"/><a:cs typeface="Verdana"/></a:rPr><a:t>S1.2</a:t></a:r><a:r><a:rPr dirty="0" sz="700" spc="80"><a:latin typeface="Verdana"/><a:cs typeface="Verdana"/></a:rPr><a:t> </a:t></a:r><a:r><a:rPr dirty="0" sz="700"><a:latin typeface="Verdana"/><a:cs typeface="Verdana"/></a:rPr><a:t>FOR</a:t></a:r><a:r><a:rPr dirty="0" sz="700" spc="85"><a:latin typeface="Verdana"/><a:cs typeface="Verdana"/></a:rPr><a:t> </a:t></a:r><a:r><a:rPr dirty="0" sz="700" spc="-10"><a:latin typeface="Verdana"/><a:cs typeface="Verdana"/></a:rPr><a:t>DETAILS)</a:t></a:r><a:endParaRPr sz="700"><a:latin typeface="Verdana"/><a:cs typeface="Verdana"/></a:endParaRPr></a:p></p:txBody></p:sp><p:grpSp><p:nvGrpSpPr><p:cNvPr id="149" name="object 149"/><p:cNvGrpSpPr/><p:nvPr/></p:nvGrpSpPr><p:grpSpPr><a:xfrm><a:off x="8724479" y="1008275"/><a:ext cx="2254250" cy="3232785"/><a:chOff x="8724479" y="1008275"/><a:chExt cx="2254250" cy="3232785"/></a:xfrm></p:grpSpPr><p:sp><p:nvSpPr><p:cNvPr id="150" name="object 150"/><p:cNvSpPr/><p:nvPr/></p:nvSpPr><p:spPr><a:xfrm><a:off x="8762269" y="1012402"/><a:ext cx="506095" cy="779780"/></a:xfrm><a:custGeom><a:avLst/><a:gdLst/><a:ahLst/><a:cxnLst/><a:rect l="l" t="t" r="r" b="b"/><a:pathLst><a:path w="506095" h="779780"><a:moveTo><a:pt x="0" y="779491"/></a:moveTo><a:lnTo><a:pt x="388818" y="0"/></a:lnTo><a:lnTo><a:pt x="506092" y="0"/></a:lnTo></a:path></a:pathLst></a:custGeom><a:ln w="7756"><a:solidFill><a:srgbClr val="070707"/></a:solidFill></a:ln></p:spPr><p:txBody><a:bodyPr wrap="square" lIns="0" tIns="0" rIns="0" bIns="0" rtlCol="0"/><a:lstStyle/><a:p/></p:txBody></p:sp><p:sp><p:nvSpPr><p:cNvPr id="151" name="object 151"/><p:cNvSpPr/><p:nvPr/></p:nvSpPr><p:spPr><a:xfrm><a:off x="8728607" y="1789357"/><a:ext cx="46990" cy="46990"/></a:xfrm><a:custGeom><a:avLst/><a:gdLst/><a:ahLst/><a:cxnLst/><a:rect l="l" t="t" r="r" b="b"/><a:pathLst><a:path w="46990" h="46989"><a:moveTo><a:pt x="23268" y="46537"/></a:moveTo><a:lnTo><a:pt x="14233" y="44708"/></a:lnTo><a:lnTo><a:pt x="6835" y="39722"/></a:lnTo><a:lnTo><a:pt x="1836" y="32326"/></a:lnTo><a:lnTo><a:pt x="0" y="23268"/></a:lnTo><a:lnTo><a:pt x="1836" y="14210"/></a:lnTo><a:lnTo><a:pt x="6835" y="6814"/></a:lnTo><a:lnTo><a:pt x="14233" y="1828"/></a:lnTo><a:lnTo><a:pt x="23268" y="0"/></a:lnTo><a:lnTo><a:pt x="32336" y="1828"/></a:lnTo><a:lnTo><a:pt x="39731" y="6814"/></a:lnTo><a:lnTo><a:pt x="44712" y="14210"/></a:lnTo><a:lnTo><a:pt x="46537" y="23268"/></a:lnTo><a:lnTo><a:pt x="44712" y="32326"/></a:lnTo><a:lnTo><a:pt x="39731" y="39722"/></a:lnTo><a:lnTo><a:pt x="32336" y="44708"/></a:lnTo><a:lnTo><a:pt x="23268" y="46537"/></a:lnTo><a:close/></a:path></a:pathLst></a:custGeom><a:solidFill><a:srgbClr val="070707"/></a:solidFill></p:spPr><p:txBody><a:bodyPr wrap="square" lIns="0" tIns="0" rIns="0" bIns="0" rtlCol="0"/><a:lstStyle/><a:p/></p:txBody></p:sp><p:sp><p:nvSpPr><p:cNvPr id="152" name="object 152"/><p:cNvSpPr/><p:nvPr/></p:nvSpPr><p:spPr><a:xfrm><a:off x="8728607" y="1789357"/><a:ext cx="46990" cy="46990"/></a:xfrm><a:custGeom><a:avLst/><a:gdLst/><a:ahLst/><a:cxnLst/><a:rect l="l" t="t" r="r" b="b"/><a:pathLst><a:path w="46990" h="46989"><a:moveTo><a:pt x="0" y="23268"/></a:moveTo><a:lnTo><a:pt x="1836" y="14210"/></a:lnTo><a:lnTo><a:pt x="6835" y="6814"/></a:lnTo><a:lnTo><a:pt x="14233" y="1828"/></a:lnTo><a:lnTo><a:pt x="23268" y="0"/></a:lnTo><a:lnTo><a:pt x="32336" y="1828"/></a:lnTo><a:lnTo><a:pt x="39731" y="6814"/></a:lnTo><a:lnTo><a:pt x="44712" y="14210"/></a:lnTo><a:lnTo><a:pt x="46537" y="23268"/></a:lnTo><a:lnTo><a:pt x="44712" y="32326"/></a:lnTo><a:lnTo><a:pt x="39731" y="39722"/></a:lnTo><a:lnTo><a:pt x="32336" y="44708"/></a:lnTo><a:lnTo><a:pt x="23268" y="46537"/></a:lnTo><a:lnTo><a:pt x="14233" y="44708"/></a:lnTo><a:lnTo><a:pt x="6835" y="39722"/></a:lnTo><a:lnTo><a:pt x="1836" y="32326"/></a:lnTo><a:lnTo><a:pt x="0" y="23268"/></a:lnTo></a:path></a:pathLst></a:custGeom><a:ln w="7756"><a:solidFill><a:srgbClr val="070707"/></a:solidFill></a:ln></p:spPr><p:txBody><a:bodyPr wrap="square" lIns="0" tIns="0" rIns="0" bIns="0" rtlCol="0"/><a:lstStyle/><a:p/></p:txBody></p:sp><p:sp><p:nvSpPr><p:cNvPr id="153" name="object 153"/><p:cNvSpPr/><p:nvPr/></p:nvSpPr><p:spPr><a:xfrm><a:off x="10585754" y="3598883"/><a:ext cx="273050" cy="582930"/></a:xfrm><a:custGeom><a:avLst/><a:gdLst/><a:ahLst/><a:cxnLst/><a:rect l="l" t="t" r="r" b="b"/><a:pathLst><a:path w="273050" h="582929"><a:moveTo><a:pt x="59257" y="0"/></a:moveTo><a:lnTo><a:pt x="244708" y="20080"/></a:lnTo></a:path><a:path w="273050" h="582929"><a:moveTo><a:pt x="244708" y="20080"/></a:moveTo><a:lnTo><a:pt x="272544" y="23093"/></a:lnTo></a:path><a:path w="273050" h="582929"><a:moveTo><a:pt x="0" y="559447"/></a:moveTo><a:lnTo><a:pt x="184132" y="579388"/></a:lnTo></a:path><a:path w="273050" h="582929"><a:moveTo><a:pt x="184132" y="579388"/></a:moveTo><a:lnTo><a:pt x="211985" y="582403"/></a:lnTo></a:path><a:path w="273050" h="582929"><a:moveTo><a:pt x="244708" y="20080"/></a:moveTo><a:lnTo><a:pt x="184132" y="579388"/></a:lnTo></a:path></a:pathLst></a:custGeom><a:ln w="3878"><a:solidFill><a:srgbClr val="000000"/></a:solidFill></a:ln></p:spPr><p:txBody><a:bodyPr wrap="square" lIns="0" tIns="0" rIns="0" bIns="0" rtlCol="0"/><a:lstStyle/><a:p/></p:txBody></p:sp><p:sp><p:nvSpPr><p:cNvPr id="154" name="object 154"/><p:cNvSpPr/><p:nvPr/></p:nvSpPr><p:spPr><a:xfrm><a:off x="10820147" y="3606143"/><a:ext cx="20955" cy="26034"/></a:xfrm><a:custGeom><a:avLst/><a:gdLst/><a:ahLst/><a:cxnLst/><a:rect l="l" t="t" r="r" b="b"/><a:pathLst><a:path w="20954" h="26035"><a:moveTo><a:pt x="20631" y="25634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55" name="object 155"/><p:cNvSpPr/><p:nvPr/></p:nvSpPr><p:spPr><a:xfrm><a:off x="10830462" y="3595827"/><a:ext cx="2540" cy="23495"/></a:xfrm><a:custGeom><a:avLst/><a:gdLst/><a:ahLst/><a:cxnLst/><a:rect l="l" t="t" r="r" b="b"/><a:pathLst><a:path w="2540" h="23495"><a:moveTo><a:pt x="0" y="23136"/></a:moveTo><a:lnTo><a:pt x="2481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56" name="object 156"/><p:cNvSpPr/><p:nvPr/></p:nvSpPr><p:spPr><a:xfrm><a:off x="10759571" y="4165451"/><a:ext cx="20955" cy="26034"/></a:xfrm><a:custGeom><a:avLst/><a:gdLst/><a:ahLst/><a:cxnLst/><a:rect l="l" t="t" r="r" b="b"/><a:pathLst><a:path w="20954" h="26035"><a:moveTo><a:pt x="0" y="0"/></a:moveTo><a:lnTo><a:pt x="20631" y="25642"/></a:lnTo></a:path></a:pathLst></a:custGeom><a:ln w="7756"><a:solidFill><a:srgbClr val="000000"/></a:solidFill></a:ln></p:spPr><p:txBody><a:bodyPr wrap="square" lIns="0" tIns="0" rIns="0" bIns="0" rtlCol="0"/><a:lstStyle/><a:p/></p:txBody></p:sp><p:sp><p:nvSpPr><p:cNvPr id="157" name="object 157"/><p:cNvSpPr/><p:nvPr/></p:nvSpPr><p:spPr><a:xfrm><a:off x="10767404" y="4178272"/><a:ext cx="2540" cy="23495"/></a:xfrm><a:custGeom><a:avLst/><a:gdLst/><a:ahLst/><a:cxnLst/><a:rect l="l" t="t" r="r" b="b"/><a:pathLst><a:path w="2540" h="23495"><a:moveTo><a:pt x="2481" y="0"/></a:moveTo><a:lnTo><a:pt x="0" y="23129"/></a:lnTo></a:path></a:pathLst></a:custGeom><a:ln w="3878"><a:solidFill><a:srgbClr val="000000"/></a:solidFill></a:ln></p:spPr><p:txBody><a:bodyPr wrap="square" lIns="0" tIns="0" rIns="0" bIns="0" rtlCol="0"/><a:lstStyle/><a:p/></p:txBody></p:sp><p:sp><p:nvSpPr><p:cNvPr id="158" name="object 158"/><p:cNvSpPr/><p:nvPr/></p:nvSpPr><p:spPr><a:xfrm><a:off x="10793078" y="3578917"/><a:ext cx="181610" cy="657860"/></a:xfrm><a:custGeom><a:avLst/><a:gdLst/><a:ahLst/><a:cxnLst/><a:rect l="l" t="t" r="r" b="b"/><a:pathLst><a:path w="181609" h="657860"><a:moveTo><a:pt x="111456" y="657486"/></a:moveTo><a:lnTo><a:pt x="0" y="645425"/></a:lnTo><a:lnTo><a:pt x="69883" y="0"/></a:lnTo><a:lnTo><a:pt x="181340" y="12068"/></a:lnTo><a:lnTo><a:pt x="111456" y="657486"/></a:lnTo><a:close/></a:path></a:pathLst></a:custGeom><a:solidFill><a:srgbClr val="FFFFFF"/></a:solidFill></p:spPr><p:txBody><a:bodyPr wrap="square" lIns="0" tIns="0" rIns="0" bIns="0" rtlCol="0"/><a:lstStyle/><a:p/></p:txBody></p:sp><p:sp><p:nvSpPr><p:cNvPr id="159" name="object 159"/><p:cNvSpPr/><p:nvPr/></p:nvSpPr><p:spPr><a:xfrm><a:off x="10793078" y="3578917"/><a:ext cx="181610" cy="657860"/></a:xfrm><a:custGeom><a:avLst/><a:gdLst/><a:ahLst/><a:cxnLst/><a:rect l="l" t="t" r="r" b="b"/><a:pathLst><a:path w="181609" h="657860"><a:moveTo><a:pt x="0" y="645425"/></a:moveTo><a:lnTo><a:pt x="69883" y="0"/></a:lnTo><a:lnTo><a:pt x="181340" y="12068"/></a:lnTo><a:lnTo><a:pt x="111456" y="657486"/></a:lnTo><a:lnTo><a:pt x="0" y="645425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60" name="object 160"/><p:cNvSpPr txBox="1"/><p:nvPr/></p:nvSpPr><p:spPr><a:xfrm rot="16620000"><a:off x="10611053" y="3861372"/><a:ext cx="559654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5&apos;-0&quot;</a:t></a:r><a:r><a:rPr dirty="0" sz="700" spc="60"><a:latin typeface="Verdana"/><a:cs typeface="Verdana"/></a:rPr><a:t> </a:t></a:r><a:r><a:rPr dirty="0" baseline="3968" sz="1050" spc="-15"><a:latin typeface="Verdana"/><a:cs typeface="Verdana"/></a:rPr><a:t>(TYP.)</a:t></a:r><a:endParaRPr baseline="3968" sz="1050"><a:latin typeface="Verdana"/><a:cs typeface="Verdana"/></a:endParaRPr></a:p></p:txBody></p:sp><p:sp><p:nvSpPr><p:cNvPr id="161" name="object 161"/><p:cNvSpPr/><p:nvPr/></p:nvSpPr><p:spPr><a:xfrm><a:off x="3840875" y="5905331"/><a:ext cx="422909" cy="1938020"/></a:xfrm><a:custGeom><a:avLst/><a:gdLst/><a:ahLst/><a:cxnLst/><a:rect l="l" t="t" r="r" b="b"/><a:pathLst><a:path w="422910" h="1938020"><a:moveTo><a:pt x="205384" y="1937672"/></a:moveTo><a:lnTo><a:pt x="0" y="1914325"/></a:lnTo><a:lnTo><a:pt x="217298" y="0"/></a:lnTo><a:lnTo><a:pt x="422682" y="23315"/></a:lnTo><a:lnTo><a:pt x="205384" y="1937672"/></a:lnTo><a:close/></a:path></a:pathLst></a:custGeom><a:solidFill><a:srgbClr val="FFFFFF"/></a:solidFill></p:spPr><p:txBody><a:bodyPr wrap="square" lIns="0" tIns="0" rIns="0" bIns="0" rtlCol="0"/><a:lstStyle/><a:p/></p:txBody></p:sp><p:sp><p:nvSpPr><p:cNvPr id="162" name="object 162"/><p:cNvSpPr txBox="1"/><p:nvPr/></p:nvSpPr><p:spPr><a:xfrm rot="16620000"><a:off x="3145615" y="6788315"/><a:ext cx="1839921" cy="171450"/></a:xfrm><a:prstGeom prst="rect"><a:avLst/></a:prstGeom></p:spPr><p:txBody><a:bodyPr wrap="square" lIns="0" tIns="0" rIns="0" bIns="0" rtlCol="0" vert="horz"><a:spAutoFit/></a:bodyPr><a:lstStyle/><a:p><a:pPr><a:lnSpc><a:spcPts val="1345"/></a:lnSpc></a:pPr><a:r><a:rPr dirty="0" sz="1350"><a:latin typeface="Verdana"/><a:cs typeface="Verdana"/></a:rPr><a:t>CLAREMONT</a:t></a:r><a:r><a:rPr dirty="0" sz="1350" spc="-105"><a:latin typeface="Verdana"/><a:cs typeface="Verdana"/></a:rPr><a:t> </a:t></a:r><a:r><a:rPr dirty="0" baseline="4115" sz="2025" spc="-15"><a:latin typeface="Verdana"/><a:cs typeface="Verdana"/></a:rPr><a:t>AVENUE</a:t></a:r><a:endParaRPr baseline="4115" sz="2025"><a:latin typeface="Verdana"/><a:cs typeface="Verdana"/></a:endParaRPr></a:p></p:txBody></p:sp><p:grpSp><p:nvGrpSpPr><p:cNvPr id="163" name="object 163"/><p:cNvGrpSpPr/><p:nvPr/></p:nvGrpSpPr><p:grpSpPr><a:xfrm><a:off x="6719782" y="5227070"/><a:ext cx="1221105" cy="273050"/><a:chOff x="6719782" y="5227070"/><a:chExt cx="1221105" cy="273050"/></a:xfrm></p:grpSpPr><p:sp><p:nvSpPr><p:cNvPr id="164" name="object 164"/><p:cNvSpPr/><p:nvPr/></p:nvSpPr><p:spPr><a:xfrm><a:off x="6742877" y="5229293"/><a:ext cx="1176655" cy="191135"/></a:xfrm><a:custGeom><a:avLst/><a:gdLst/><a:ahLst/><a:cxnLst/><a:rect l="l" t="t" r="r" b="b"/><a:pathLst><a:path w="1176654" h="191135"><a:moveTo><a:pt x="1176369" y="76406"/></a:moveTo><a:lnTo><a:pt x="1173248" y="133174"/></a:lnTo></a:path><a:path w="1176654" h="191135"><a:moveTo><a:pt x="1173248" y="133174"/></a:moveTo><a:lnTo><a:pt x="1172413" y="148376"/></a:lnTo></a:path><a:path w="1176654" h="191135"><a:moveTo><a:pt x="1172413" y="148376"/></a:moveTo><a:lnTo><a:pt x="1170008" y="190965"/></a:lnTo></a:path><a:path w="1176654" h="191135"><a:moveTo><a:pt x="6996" y="0"/></a:moveTo><a:lnTo><a:pt x="2365" y="83472"/></a:lnTo></a:path><a:path w="1176654" h="191135"><a:moveTo><a:pt x="2365" y="83472"/></a:moveTo><a:lnTo><a:pt x="0" y="126069"/></a:lnTo></a:path><a:path w="1176654" h="191135"><a:moveTo><a:pt x="898358" y="133174"/></a:moveTo><a:lnTo><a:pt x="2365" y="83472"/></a:lnTo></a:path><a:path w="1176654" h="191135"><a:moveTo><a:pt x="1172413" y="148376"/></a:moveTo><a:lnTo><a:pt x="898358" y="133174"/></a:lnTo></a:path></a:pathLst></a:custGeom><a:ln w="3878"><a:solidFill><a:srgbClr val="000000"/></a:solidFill></a:ln></p:spPr><p:txBody><a:bodyPr wrap="square" lIns="0" tIns="0" rIns="0" bIns="0" rtlCol="0"/><a:lstStyle/><a:p/></p:txBody></p:sp><p:sp><p:nvSpPr><p:cNvPr id="165" name="object 165"/><p:cNvSpPr/><p:nvPr/></p:nvSpPr><p:spPr><a:xfrm><a:off x="7903035" y="5366694"/><a:ext cx="24765" cy="22225"/></a:xfrm><a:custGeom><a:avLst/><a:gdLst/><a:ahLst/><a:cxnLst/><a:rect l="l" t="t" r="r" b="b"/><a:pathLst><a:path w="24765" h="22225"><a:moveTo><a:pt x="0" y="21950"/></a:moveTo><a:lnTo><a:pt x="24509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66" name="object 166"/><p:cNvSpPr/><p:nvPr/></p:nvSpPr><p:spPr><a:xfrm><a:off x="7915290" y="5377669"/><a:ext cx="23495" cy="1905"/></a:xfrm><a:custGeom><a:avLst/><a:gdLst/><a:ahLst/><a:cxnLst/><a:rect l="l" t="t" r="r" b="b"/><a:pathLst><a:path w="23495" h="1904"><a:moveTo><a:pt x="0" y="0"/></a:moveTo><a:lnTo><a:pt x="23191" y="1287"/></a:lnTo></a:path></a:pathLst></a:custGeom><a:ln w="3878"><a:solidFill><a:srgbClr val="000000"/></a:solidFill></a:ln></p:spPr><p:txBody><a:bodyPr wrap="square" lIns="0" tIns="0" rIns="0" bIns="0" rtlCol="0"/><a:lstStyle/><a:p/></p:txBody></p:sp><p:sp><p:nvSpPr><p:cNvPr id="167" name="object 167"/><p:cNvSpPr/><p:nvPr/></p:nvSpPr><p:spPr><a:xfrm><a:off x="6732980" y="5301798"/><a:ext cx="24765" cy="22225"/></a:xfrm><a:custGeom><a:avLst/><a:gdLst/><a:ahLst/><a:cxnLst/><a:rect l="l" t="t" r="r" b="b"/><a:pathLst><a:path w="24765" h="22225"><a:moveTo><a:pt x="24517" y="0"/></a:moveTo><a:lnTo><a:pt x="0" y="21942"/></a:lnTo></a:path></a:pathLst></a:custGeom><a:ln w="7756"><a:solidFill><a:srgbClr val="000000"/></a:solidFill></a:ln></p:spPr><p:txBody><a:bodyPr wrap="square" lIns="0" tIns="0" rIns="0" bIns="0" rtlCol="0"/><a:lstStyle/><a:p/></p:txBody></p:sp><p:sp><p:nvSpPr><p:cNvPr id="168" name="object 168"/><p:cNvSpPr/><p:nvPr/></p:nvSpPr><p:spPr><a:xfrm><a:off x="6722005" y="5311478"/><a:ext cx="23495" cy="1905"/></a:xfrm><a:custGeom><a:avLst/><a:gdLst/><a:ahLst/><a:cxnLst/><a:rect l="l" t="t" r="r" b="b"/><a:pathLst><a:path w="23495" h="1904"><a:moveTo><a:pt x="23237" y="1287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69" name="object 169"/><p:cNvSpPr/><p:nvPr/></p:nvSpPr><p:spPr><a:xfrm><a:off x="7129082" y="5362466"/><a:ext cx="393065" cy="133985"/></a:xfrm><a:custGeom><a:avLst/><a:gdLst/><a:ahLst/><a:cxnLst/><a:rect l="l" t="t" r="r" b="b"/><a:pathLst><a:path w="393065" h="133985"><a:moveTo><a:pt x="386825" y="133360"/></a:moveTo><a:lnTo><a:pt x="0" y="111906"/></a:lnTo><a:lnTo><a:pt x="6204" y="0"/></a:lnTo><a:lnTo><a:pt x="393030" y="21453"/></a:lnTo><a:lnTo><a:pt x="386825" y="133360"/></a:lnTo><a:close/></a:path></a:pathLst></a:custGeom><a:solidFill><a:srgbClr val="FFFFFF"/></a:solidFill></p:spPr><p:txBody><a:bodyPr wrap="square" lIns="0" tIns="0" rIns="0" bIns="0" rtlCol="0"/><a:lstStyle/><a:p/></p:txBody></p:sp><p:sp><p:nvSpPr><p:cNvPr id="170" name="object 170"/><p:cNvSpPr/><p:nvPr/></p:nvSpPr><p:spPr><a:xfrm><a:off x="7129082" y="5362466"/><a:ext cx="393065" cy="133985"/></a:xfrm><a:custGeom><a:avLst/><a:gdLst/><a:ahLst/><a:cxnLst/><a:rect l="l" t="t" r="r" b="b"/><a:pathLst><a:path w="393065" h="133985"><a:moveTo><a:pt x="6204" y="0"/></a:moveTo><a:lnTo><a:pt x="393030" y="21453"/></a:lnTo><a:lnTo><a:pt x="386825" y="133360"/></a:lnTo><a:lnTo><a:pt x="0" y="111906"/></a:lnTo><a:lnTo><a:pt x="6204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71" name="object 171"/><p:cNvSpPr txBox="1"/><p:nvPr/></p:nvSpPr><p:spPr><a:xfrm rot="180000"><a:off x="7174485" y="5387875"/><a:ext cx="303025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10&apos;-</a:t></a:r><a:r><a:rPr dirty="0" sz="700" spc="-25"><a:latin typeface="Verdana"/><a:cs typeface="Verdana"/></a:rPr><a:t>6&quot;</a:t></a:r><a:endParaRPr sz="700"><a:latin typeface="Verdana"/><a:cs typeface="Verdana"/></a:endParaRPr></a:p></p:txBody></p:sp><p:sp><p:nvSpPr><p:cNvPr id="172" name="object 172"/><p:cNvSpPr txBox="1"/><p:nvPr/></p:nvSpPr><p:spPr><a:xfrm rot="180000"><a:off x="7199662" y="5602867"/><a:ext cx="303629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11&apos;-</a:t></a:r><a:r><a:rPr dirty="0" sz="700" spc="-25"><a:latin typeface="Verdana"/><a:cs typeface="Verdana"/></a:rPr><a:t>3&quot;</a:t></a:r><a:endParaRPr sz="700"><a:latin typeface="Verdana"/><a:cs typeface="Verdana"/></a:endParaRPr></a:p></p:txBody></p:sp><p:sp><p:nvSpPr><p:cNvPr id="173" name="object 173"/><p:cNvSpPr/><p:nvPr/></p:nvSpPr><p:spPr><a:xfrm><a:off x="6304597" y="668984"/><a:ext cx="727075" cy="11026775"/></a:xfrm><a:custGeom><a:avLst/><a:gdLst/><a:ahLst/><a:cxnLst/><a:rect l="l" t="t" r="r" b="b"/><a:pathLst><a:path w="727075" h="11026775"><a:moveTo><a:pt x="726718" y="0"/></a:moveTo><a:lnTo><a:pt x="723416" y="55187"/></a:lnTo><a:lnTo><a:pt x="720111" y="110373"/></a:lnTo><a:lnTo><a:pt x="716803" y="165558"/></a:lnTo><a:lnTo><a:pt x="713492" y="220742"/></a:lnTo><a:lnTo><a:pt x="710177" y="275925"/></a:lnTo><a:lnTo><a:pt x="706859" y="331107"/></a:lnTo><a:lnTo><a:pt x="703538" y="386288"/></a:lnTo><a:lnTo><a:pt x="700213" y="441468"/></a:lnTo><a:lnTo><a:pt x="696885" y="496647"/></a:lnTo><a:lnTo><a:pt x="693554" y="551825"/></a:lnTo><a:lnTo><a:pt x="690219" y="607002"/></a:lnTo><a:lnTo><a:pt x="686881" y="662178"/></a:lnTo><a:lnTo><a:pt x="683540" y="717353"/></a:lnTo><a:lnTo><a:pt x="680195" y="772527"/></a:lnTo><a:lnTo><a:pt x="676847" y="827700"/></a:lnTo><a:lnTo><a:pt x="673496" y="882872"/></a:lnTo><a:lnTo><a:pt x="670142" y="938044"/></a:lnTo><a:lnTo><a:pt x="666784" y="993214"/></a:lnTo><a:lnTo><a:pt x="663423" y="1048383"/></a:lnTo><a:lnTo><a:pt x="660058" y="1103552"/></a:lnTo><a:lnTo><a:pt x="656691" y="1158719"/></a:lnTo><a:lnTo><a:pt x="653319" y="1213886"/></a:lnTo><a:lnTo><a:pt x="649945" y="1269052"/></a:lnTo><a:lnTo><a:pt x="646567" y="1324217"/></a:lnTo><a:lnTo><a:pt x="643186" y="1379381"/></a:lnTo><a:lnTo><a:pt x="639802" y="1434544"/></a:lnTo><a:lnTo><a:pt x="636414" y="1489706"/></a:lnTo><a:lnTo><a:pt x="633023" y="1544868"/></a:lnTo><a:lnTo><a:pt x="629629" y="1600029"/></a:lnTo><a:lnTo><a:pt x="626231" y="1655188"/></a:lnTo><a:lnTo><a:pt x="622830" y="1710347"/></a:lnTo><a:lnTo><a:pt x="619426" y="1765505"/></a:lnTo><a:lnTo><a:pt x="616018" y="1820663"/></a:lnTo><a:lnTo><a:pt x="612607" y="1875819"/></a:lnTo><a:lnTo><a:pt x="609193" y="1930975"/></a:lnTo><a:lnTo><a:pt x="605775" y="1986130"/></a:lnTo><a:lnTo><a:pt x="602354" y="2041284"/></a:lnTo><a:lnTo><a:pt x="598930" y="2096437"/></a:lnTo><a:lnTo><a:pt x="595503" y="2151590"/></a:lnTo><a:lnTo><a:pt x="592072" y="2206741"/></a:lnTo><a:lnTo><a:pt x="588637" y="2261893"/></a:lnTo><a:lnTo><a:pt x="585200" y="2317043"/></a:lnTo><a:lnTo><a:pt x="581759" y="2372192"/></a:lnTo><a:lnTo><a:pt x="578315" y="2427341"/></a:lnTo><a:lnTo><a:pt x="574867" y="2482489"/></a:lnTo><a:lnTo><a:pt x="571416" y="2537636"/></a:lnTo><a:lnTo><a:pt x="567962" y="2592783"/></a:lnTo><a:lnTo><a:pt x="564505" y="2647929"/></a:lnTo><a:lnTo><a:pt x="561044" y="2703074"/></a:lnTo><a:lnTo><a:pt x="557580" y="2758219"/></a:lnTo><a:lnTo><a:pt x="554112" y="2813363"/></a:lnTo><a:lnTo><a:pt x="550641" y="2868506"/></a:lnTo><a:lnTo><a:pt x="547167" y="2923648"/></a:lnTo><a:lnTo><a:pt x="543690" y="2978790"/></a:lnTo><a:lnTo><a:pt x="540209" y="3033931"/></a:lnTo><a:lnTo><a:pt x="536724" y="3089072"/></a:lnTo><a:lnTo><a:pt x="533237" y="3144212"/></a:lnTo><a:lnTo><a:pt x="529746" y="3199351"/></a:lnTo><a:lnTo><a:pt x="526252" y="3254490"/></a:lnTo><a:lnTo><a:pt x="522754" y="3309628"/></a:lnTo><a:lnTo><a:pt x="519254" y="3364765"/></a:lnTo><a:lnTo><a:pt x="515749" y="3419902"/></a:lnTo><a:lnTo><a:pt x="512242" y="3475038"/></a:lnTo><a:lnTo><a:pt x="508731" y="3530173"/></a:lnTo><a:lnTo><a:pt x="505217" y="3585309"/></a:lnTo><a:lnTo><a:pt x="501699" y="3640443"/></a:lnTo><a:lnTo><a:pt x="498178" y="3695577"/></a:lnTo><a:lnTo><a:pt x="494654" y="3750710"/></a:lnTo><a:lnTo><a:pt x="491127" y="3805843"/></a:lnTo><a:lnTo><a:pt x="487596" y="3860975"/></a:lnTo><a:lnTo><a:pt x="484062" y="3916107"/></a:lnTo><a:lnTo><a:pt x="480524" y="3971238"/></a:lnTo><a:lnTo><a:pt x="476983" y="4026369"/></a:lnTo><a:lnTo><a:pt x="473439" y="4081499"/></a:lnTo><a:lnTo><a:pt x="469891" y="4136628"/></a:lnTo><a:lnTo><a:pt x="466340" y="4191757"/></a:lnTo><a:lnTo><a:pt x="462786" y="4246886"/></a:lnTo><a:lnTo><a:pt x="459229" y="4302014"/></a:lnTo><a:lnTo><a:pt x="455668" y="4357142"/></a:lnTo><a:lnTo><a:pt x="452103" y="4412269"/></a:lnTo><a:lnTo><a:pt x="448536" y="4467396"/></a:lnTo><a:lnTo><a:pt x="444965" y="4522522"/></a:lnTo><a:lnTo><a:pt x="441390" y="4577648"/></a:lnTo><a:lnTo><a:pt x="437813" y="4632773"/></a:lnTo><a:lnTo><a:pt x="434232" y="4687898"/></a:lnTo><a:lnTo><a:pt x="430647" y="4743023"/></a:lnTo><a:lnTo><a:pt x="427060" y="4798147"/></a:lnTo><a:lnTo><a:pt x="423469" y="4853270"/></a:lnTo><a:lnTo><a:pt x="419874" y="4908394"/></a:lnTo><a:lnTo><a:pt x="416276" y="4963517"/></a:lnTo><a:lnTo><a:pt x="412675" y="5018639"/></a:lnTo><a:lnTo><a:pt x="409071" y="5073761"/></a:lnTo><a:lnTo><a:pt x="405463" y="5128883"/></a:lnTo><a:lnTo><a:pt x="401852" y="5184004"/></a:lnTo><a:lnTo><a:pt x="398238" y="5239125"/></a:lnTo><a:lnTo><a:pt x="394620" y="5294246"/></a:lnTo><a:lnTo><a:pt x="390999" y="5349366"/></a:lnTo><a:lnTo><a:pt x="387374" y="5404486"/></a:lnTo><a:lnTo><a:pt x="383746" y="5459606"/></a:lnTo><a:lnTo><a:pt x="380115" y="5514725"/></a:lnTo><a:lnTo><a:pt x="376480" y="5569844"/></a:lnTo><a:lnTo><a:pt x="372842" y="5624963"/></a:lnTo><a:lnTo><a:pt x="369201" y="5680081"/></a:lnTo><a:lnTo><a:pt x="365556" y="5735199"/></a:lnTo><a:lnTo><a:pt x="361909" y="5790317"/></a:lnTo><a:lnTo><a:pt x="358257" y="5845435"/></a:lnTo><a:lnTo><a:pt x="354602" y="5900552"/></a:lnTo><a:lnTo><a:pt x="350944" y="5955669"/></a:lnTo><a:lnTo><a:pt x="347283" y="6010786"/></a:lnTo><a:lnTo><a:pt x="343618" y="6065902"/></a:lnTo><a:lnTo><a:pt x="339950" y="6121019"/></a:lnTo><a:lnTo><a:pt x="336279" y="6176135"/></a:lnTo><a:lnTo><a:pt x="332604" y="6231250"/></a:lnTo><a:lnTo><a:pt x="328926" y="6286366"/></a:lnTo><a:lnTo><a:pt x="325244" y="6341481"/></a:lnTo><a:lnTo><a:pt x="321559" y="6396596"/></a:lnTo><a:lnTo><a:pt x="317871" y="6451711"/></a:lnTo><a:lnTo><a:pt x="314179" y="6506826"/></a:lnTo><a:lnTo><a:pt x="310484" y="6561941"/></a:lnTo><a:lnTo><a:pt x="306786" y="6617055"/></a:lnTo><a:lnTo><a:pt x="303084" y="6672169"/></a:lnTo><a:lnTo><a:pt x="299379" y="6727283"/></a:lnTo><a:lnTo><a:pt x="295671" y="6782397"/></a:lnTo><a:lnTo><a:pt x="291959" y="6837511"/></a:lnTo><a:lnTo><a:pt x="288244" y="6892625"/></a:lnTo><a:lnTo><a:pt x="284526" y="6947738"/></a:lnTo><a:lnTo><a:pt x="280804" y="7002852"/></a:lnTo><a:lnTo><a:pt x="277078" y="7057965"/></a:lnTo><a:lnTo><a:pt x="273350" y="7113078"/></a:lnTo><a:lnTo><a:pt x="269618" y="7168191"/></a:lnTo><a:lnTo><a:pt x="265883" y="7223304"/></a:lnTo><a:lnTo><a:pt x="262144" y="7278417"/></a:lnTo><a:lnTo><a:pt x="258402" y="7333530"/></a:lnTo><a:lnTo><a:pt x="254656" y="7388643"/></a:lnTo><a:lnTo><a:pt x="250908" y="7443755"/></a:lnTo><a:lnTo><a:pt x="247156" y="7498868"/></a:lnTo><a:lnTo><a:pt x="243400" y="7553981"/></a:lnTo><a:lnTo><a:pt x="239641" y="7609093"/></a:lnTo><a:lnTo><a:pt x="235879" y="7664206"/></a:lnTo><a:lnTo><a:pt x="232113" y="7719318"/></a:lnTo><a:lnTo><a:pt x="228344" y="7774430"/></a:lnTo><a:lnTo><a:pt x="224572" y="7829543"/></a:lnTo><a:lnTo><a:pt x="220796" y="7884655"/></a:lnTo><a:lnTo><a:pt x="217017" y="7939768"/></a:lnTo><a:lnTo><a:pt x="213235" y="7994880"/></a:lnTo><a:lnTo><a:pt x="209449" y="8049993"/></a:lnTo><a:lnTo><a:pt x="205660" y="8105105"/></a:lnTo><a:lnTo><a:pt x="201867" y="8160218"/></a:lnTo><a:lnTo><a:pt x="198071" y="8215330"/></a:lnTo><a:lnTo><a:pt x="194272" y="8270443"/></a:lnTo><a:lnTo><a:pt x="190469" y="8325555"/></a:lnTo><a:lnTo><a:pt x="186663" y="8380668"/></a:lnTo><a:lnTo><a:pt x="182854" y="8435781"/></a:lnTo><a:lnTo><a:pt x="179041" y="8490894"/></a:lnTo><a:lnTo><a:pt x="175225" y="8546007"/></a:lnTo><a:lnTo><a:pt x="171406" y="8601120"/></a:lnTo><a:lnTo><a:pt x="167583" y="8656233"/></a:lnTo><a:lnTo><a:pt x="163756" y="8711346"/></a:lnTo><a:lnTo><a:pt x="159927" y="8766459"/></a:lnTo><a:lnTo><a:pt x="156094" y="8821573"/></a:lnTo><a:lnTo><a:pt x="152257" y="8876686"/></a:lnTo><a:lnTo><a:pt x="148417" y="8931800"/></a:lnTo><a:lnTo><a:pt x="144574" y="8986914"/></a:lnTo><a:lnTo><a:pt x="140728" y="9042028"/></a:lnTo><a:lnTo><a:pt x="136878" y="9097142"/></a:lnTo><a:lnTo><a:pt x="133025" y="9152257"/></a:lnTo><a:lnTo><a:pt x="129168" y="9207371"/></a:lnTo><a:lnTo><a:pt x="125308" y="9262486"/></a:lnTo><a:lnTo><a:pt x="121444" y="9317601"/></a:lnTo><a:lnTo><a:pt x="117578" y="9372716"/></a:lnTo><a:lnTo><a:pt x="113707" y="9427831"/></a:lnTo><a:lnTo><a:pt x="109834" y="9482947"/></a:lnTo><a:lnTo><a:pt x="105957" y="9538062"/></a:lnTo><a:lnTo><a:pt x="102076" y="9593178"/></a:lnTo><a:lnTo><a:pt x="98193" y="9648294"/></a:lnTo><a:lnTo><a:pt x="94306" y="9703411"/></a:lnTo><a:lnTo><a:pt x="90415" y="9758527"/></a:lnTo><a:lnTo><a:pt x="86521" y="9813644"/></a:lnTo><a:lnTo><a:pt x="82624" y="9868761"/></a:lnTo><a:lnTo><a:pt x="78723" y="9923879"/></a:lnTo><a:lnTo><a:pt x="74819" y="9978997"/></a:lnTo><a:lnTo><a:pt x="70912" y="10034115"/></a:lnTo><a:lnTo><a:pt x="67001" y="10089233"/></a:lnTo><a:lnTo><a:pt x="63087" y="10144351"/></a:lnTo><a:lnTo><a:pt x="59169" y="10199470"/></a:lnTo><a:lnTo><a:pt x="55249" y="10254589"/></a:lnTo><a:lnTo><a:pt x="51324" y="10309709"/></a:lnTo><a:lnTo><a:pt x="47396" y="10364829"/></a:lnTo><a:lnTo><a:pt x="43465" y="10419949"/></a:lnTo><a:lnTo><a:pt x="39531" y="10475070"/></a:lnTo><a:lnTo><a:pt x="35593" y="10530190"/></a:lnTo><a:lnTo><a:pt x="31652" y="10585312"/></a:lnTo><a:lnTo><a:pt x="27707" y="10640433"/></a:lnTo><a:lnTo><a:pt x="23759" y="10695555"/></a:lnTo><a:lnTo><a:pt x="19808" y="10750677"/></a:lnTo><a:lnTo><a:pt x="15853" y="10805800"/></a:lnTo><a:lnTo><a:pt x="11895" y="10860923"/></a:lnTo><a:lnTo><a:pt x="7933" y="10916047"/></a:lnTo><a:lnTo><a:pt x="3968" y="10971171"/></a:lnTo><a:lnTo><a:pt x="0" y="11026295"/></a:lnTo></a:path></a:pathLst></a:custGeom><a:ln w="15512"><a:solidFill><a:srgbClr val="000000"/></a:solidFill><a:prstDash val="lgDashDot"/></a:ln></p:spPr><p:txBody><a:bodyPr wrap="square" lIns="0" tIns="0" rIns="0" bIns="0" rtlCol="0"/><a:lstStyle/><a:p/></p:txBody></p:sp><p:sp><p:nvSpPr><p:cNvPr id="174" name="object 174"/><p:cNvSpPr txBox="1"/><p:nvPr/></p:nvSpPr><p:spPr><a:xfrm><a:off x="4502620" y="5350637"/><a:ext cx="1943735" cy="112395"/></a:xfrm><a:prstGeom prst="rect"><a:avLst/></a:prstGeom><a:solidFill><a:srgbClr val="FFFFFF"/></a:solidFill></p:spPr><p:txBody><a:bodyPr wrap="square" lIns="0" tIns="3810" rIns="0" bIns="0" rtlCol="0" vert="horz"><a:spAutoFit/></a:bodyPr><a:lstStyle/><a:p><a:pPr marL="85090"><a:lnSpc><a:spcPct val="100000"/></a:lnSpc><a:spcBef><a:spcPts val="30"/></a:spcBef></a:pPr><a:r><a:rPr dirty="0" sz="700"><a:latin typeface="Verdana"/><a:cs typeface="Verdana"/></a:rPr><a:t>FENCE</a:t></a:r><a:r><a:rPr dirty="0" sz="700" spc="125"><a:latin typeface="Verdana"/><a:cs typeface="Verdana"/></a:rPr><a:t> </a:t></a:r><a:r><a:rPr dirty="0" sz="700"><a:latin typeface="Verdana"/><a:cs typeface="Verdana"/></a:rPr><a:t>SETBACK</a:t></a:r><a:r><a:rPr dirty="0" sz="700" spc="130"><a:latin typeface="Verdana"/><a:cs typeface="Verdana"/></a:rPr><a:t> </a:t></a:r><a:r><a:rPr dirty="0" sz="700"><a:latin typeface="Verdana"/><a:cs typeface="Verdana"/></a:rPr><a:t>FROM</a:t></a:r><a:r><a:rPr dirty="0" sz="700" spc="130"><a:latin typeface="Verdana"/><a:cs typeface="Verdana"/></a:rPr><a:t> </a:t></a:r><a:r><a:rPr dirty="0" sz="700"><a:latin typeface="Verdana"/><a:cs typeface="Verdana"/></a:rPr><a:t>PROPERTY</a:t></a:r><a:r><a:rPr dirty="0" sz="700" spc="125"><a:latin typeface="Verdana"/><a:cs typeface="Verdana"/></a:rPr><a:t> </a:t></a:r><a:r><a:rPr dirty="0" sz="700" spc="-20"><a:latin typeface="Verdana"/><a:cs typeface="Verdana"/></a:rPr><a:t>LINE</a:t></a:r><a:endParaRPr sz="700"><a:latin typeface="Verdana"/><a:cs typeface="Verdana"/></a:endParaRPr></a:p></p:txBody></p:sp><p:grpSp><p:nvGrpSpPr><p:cNvPr id="175" name="object 175"/><p:cNvGrpSpPr/><p:nvPr/></p:nvGrpSpPr><p:grpSpPr><a:xfrm><a:off x="6445689" y="5398337"/><a:ext cx="669290" cy="31750"/><a:chOff x="6445689" y="5398337"/><a:chExt cx="669290" cy="31750"/></a:xfrm></p:grpSpPr><p:sp><p:nvSpPr><p:cNvPr id="176" name="object 176"/><p:cNvSpPr/><p:nvPr/></p:nvSpPr><p:spPr><a:xfrm><a:off x="6449817" y="5405388"/><a:ext cx="591820" cy="8890"/></a:xfrm><a:custGeom><a:avLst/><a:gdLst/><a:ahLst/><a:cxnLst/><a:rect l="l" t="t" r="r" b="b"/><a:pathLst><a:path w="591820" h="8889"><a:moveTo><a:pt x="591232" y="8710"/></a:moveTo><a:lnTo><a:pt x="137618" y="0"/></a:lnTo><a:lnTo><a:pt x="0" y="0"/></a:lnTo></a:path></a:pathLst></a:custGeom><a:ln w="7756"><a:solidFill><a:srgbClr val="070707"/></a:solidFill></a:ln></p:spPr><p:txBody><a:bodyPr wrap="square" lIns="0" tIns="0" rIns="0" bIns="0" rtlCol="0"/><a:lstStyle/><a:p/></p:txBody></p:sp><p:sp><p:nvSpPr><p:cNvPr id="177" name="object 177"/><p:cNvSpPr/><p:nvPr/></p:nvSpPr><p:spPr><a:xfrm><a:off x="7040754" y="5402464"/><a:ext cx="70485" cy="23495"/></a:xfrm><a:custGeom><a:avLst/><a:gdLst/><a:ahLst/><a:cxnLst/><a:rect l="l" t="t" r="r" b="b"/><a:pathLst><a:path w="70484" h="23495"><a:moveTo><a:pt x="0" y="23260"/></a:moveTo><a:lnTo><a:pt x="442" y="0"/></a:lnTo><a:lnTo><a:pt x="70015" y="12968"/></a:lnTo><a:lnTo><a:pt x="0" y="23260"/></a:lnTo><a:close/></a:path></a:pathLst></a:custGeom><a:solidFill><a:srgbClr val="070707"/></a:solidFill></p:spPr><p:txBody><a:bodyPr wrap="square" lIns="0" tIns="0" rIns="0" bIns="0" rtlCol="0"/><a:lstStyle/><a:p/></p:txBody></p:sp><p:sp><p:nvSpPr><p:cNvPr id="178" name="object 178"/><p:cNvSpPr/><p:nvPr/></p:nvSpPr><p:spPr><a:xfrm><a:off x="7040754" y="5402464"/><a:ext cx="70485" cy="23495"/></a:xfrm><a:custGeom><a:avLst/><a:gdLst/><a:ahLst/><a:cxnLst/><a:rect l="l" t="t" r="r" b="b"/><a:pathLst><a:path w="70484" h="23495"><a:moveTo><a:pt x="70015" y="12968"/></a:moveTo><a:lnTo><a:pt x="0" y="23260"/></a:lnTo><a:lnTo><a:pt x="442" y="0"/></a:lnTo><a:lnTo><a:pt x="70015" y="12968"/></a:lnTo><a:close/></a:path></a:pathLst></a:custGeom><a:ln w="7756"><a:solidFill><a:srgbClr val="070707"/></a:solidFill></a:ln></p:spPr><p:txBody><a:bodyPr wrap="square" lIns="0" tIns="0" rIns="0" bIns="0" rtlCol="0"/><a:lstStyle/><a:p/></p:txBody></p:sp></p:grpSp><p:sp><p:nvSpPr><p:cNvPr id="179" name="object 179"/><p:cNvSpPr txBox="1"/><p:nvPr/></p:nvSpPr><p:spPr><a:xfrm><a:off x="6096777" y="5887072"/><a:ext cx="1926589" cy="224154"/></a:xfrm><a:prstGeom prst="rect"><a:avLst/></a:prstGeom><a:solidFill><a:srgbClr val="FFFFFF"/></a:solidFill></p:spPr><p:txBody><a:bodyPr wrap="square" lIns="0" tIns="3810" rIns="0" bIns="0" rtlCol="0" vert="horz"><a:spAutoFit/></a:bodyPr><a:lstStyle/><a:p><a:pPr algn="r"><a:lnSpc><a:spcPct val="100000"/></a:lnSpc><a:spcBef><a:spcPts val="30"/></a:spcBef></a:pPr><a:endParaRPr sz="700"><a:latin typeface="Verdana"/><a:cs typeface="Verdana"/></a:endParaRPr><a:r><a:rPr dirty="0" sz="700"><a:latin typeface="Verdana"/><a:t>{{INV_MFR}} {{INV_MODEL}}</a:t></a:r></a:p><a:p><a:pPr algn="r" marR="3175"><a:lnSpc><a:spcPct val="100000"/></a:lnSpc><a:spcBef><a:spcPts val="45"/></a:spcBef></a:pPr><a:r><a:rPr dirty="0" sz="700"><a:latin typeface="Verdana"/><a:cs typeface="Verdana"/></a:rPr><a:t>BATTERY</a:t></a:r><a:r><a:rPr dirty="0" sz="700" spc="135"><a:latin typeface="Verdana"/><a:cs typeface="Verdana"/></a:rPr><a:t> </a:t></a:r><a:r><a:rPr dirty="0" sz="700" spc="-10"><a:latin typeface="Verdana"/><a:cs typeface="Verdana"/></a:rPr><a:t>INVERTER</a:t></a:r><a:endParaRPr sz="700"><a:latin typeface="Verdana"/><a:cs typeface="Verdana"/></a:endParaRPr></a:p></p:txBody></p:sp><p:grpSp><p:nvGrpSpPr><p:cNvPr id="180" name="object 180"/><p:cNvGrpSpPr/><p:nvPr/></p:nvGrpSpPr><p:grpSpPr><a:xfrm><a:off x="8022775" y="5246315"/><a:ext cx="464184" cy="699770"/><a:chOff x="8022775" y="5246315"/><a:chExt cx="464184" cy="699770"/></a:xfrm></p:grpSpPr><p:sp><p:nvSpPr><p:cNvPr id="181" name="object 181"/><p:cNvSpPr/><p:nvPr/></p:nvSpPr><p:spPr><a:xfrm><a:off x="8026902" y="5313787"/><a:ext cx="426720" cy="628650"/></a:xfrm><a:custGeom><a:avLst/><a:gdLst/><a:ahLst/><a:cxnLst/><a:rect l="l" t="t" r="r" b="b"/><a:pathLst><a:path w="426720" h="628650"><a:moveTo><a:pt x="426358" y="0"/></a:moveTo><a:lnTo><a:pt x="137595" y="628035"/></a:lnTo><a:lnTo><a:pt x="0" y="628035"/></a:lnTo></a:path></a:pathLst></a:custGeom><a:ln w="7756"><a:solidFill><a:srgbClr val="070707"/></a:solidFill></a:ln></p:spPr><p:txBody><a:bodyPr wrap="square" lIns="0" tIns="0" rIns="0" bIns="0" rtlCol="0"/><a:lstStyle/><a:p/></p:txBody></p:sp><p:sp><p:nvSpPr><p:cNvPr id="182" name="object 182"/><p:cNvSpPr/><p:nvPr/></p:nvSpPr><p:spPr><a:xfrm><a:off x="8442635" y="5250442"/><a:ext cx="40005" cy="68580"/></a:xfrm><a:custGeom><a:avLst/><a:gdLst/><a:ahLst/><a:cxnLst/><a:rect l="l" t="t" r="r" b="b"/><a:pathLst><a:path w="40004" h="68579"><a:moveTo><a:pt x="21174" y="68285"/></a:moveTo><a:lnTo><a:pt x="0" y="58567"/></a:lnTo><a:lnTo><a:pt x="39789" y="0"/></a:lnTo><a:lnTo><a:pt x="21174" y="68285"/></a:lnTo><a:close/></a:path></a:pathLst></a:custGeom><a:solidFill><a:srgbClr val="070707"/></a:solidFill></p:spPr><p:txBody><a:bodyPr wrap="square" lIns="0" tIns="0" rIns="0" bIns="0" rtlCol="0"/><a:lstStyle/><a:p/></p:txBody></p:sp><p:sp><p:nvSpPr><p:cNvPr id="183" name="object 183"/><p:cNvSpPr/><p:nvPr/></p:nvSpPr><p:spPr><a:xfrm><a:off x="8442635" y="5250442"/><a:ext cx="40005" cy="68580"/></a:xfrm><a:custGeom><a:avLst/><a:gdLst/><a:ahLst/><a:cxnLst/><a:rect l="l" t="t" r="r" b="b"/><a:pathLst><a:path w="40004" h="68579"><a:moveTo><a:pt x="39789" y="0"/></a:moveTo><a:lnTo><a:pt x="21174" y="68285"/></a:lnTo><a:lnTo><a:pt x="0" y="58567"/></a:lnTo><a:lnTo><a:pt x="39789" y="0"/></a:lnTo><a:close/></a:path></a:pathLst></a:custGeom><a:ln w="7756"><a:solidFill><a:srgbClr val="070707"/></a:solidFill></a:ln></p:spPr><p:txBody><a:bodyPr wrap="square" lIns="0" tIns="0" rIns="0" bIns="0" rtlCol="0"/><a:lstStyle/><a:p/></p:txBody></p:sp></p:grpSp><p:sp><p:nvSpPr><p:cNvPr id="184" name="object 184"/><p:cNvSpPr txBox="1"/><p:nvPr/></p:nvSpPr><p:spPr><a:xfrm><a:off x="6749059" y="6225491"/><a:ext cx="1554480" cy="224154"/></a:xfrm><a:prstGeom prst="rect"><a:avLst/></a:prstGeom><a:solidFill><a:srgbClr val="FFFFFF"/></a:solidFill></p:spPr><p:txBody><a:bodyPr wrap="square" lIns="0" tIns="635" rIns="0" bIns="0" rtlCol="0" vert="horz"><a:spAutoFit/></a:bodyPr><a:lstStyle/><a:p><a:pPr marL="84455" marR="635" indent="66675"><a:lnSpc><a:spcPts val="880"/></a:lnSpc><a:spcBef><a:spcPts val="5"/></a:spcBef></a:pPr><a:r><a:rPr dirty="0" sz="700"><a:latin typeface="Verdana"/><a:cs typeface="Verdana"/></a:rPr><a:t>ELECTRICAL</a:t></a:r><a:r><a:rPr dirty="0" sz="700" spc="180"><a:latin typeface="Verdana"/><a:cs typeface="Verdana"/></a:rPr><a:t> </a:t></a:r><a:r><a:rPr dirty="0" sz="700"><a:latin typeface="Verdana"/><a:cs typeface="Verdana"/></a:rPr><a:t>EQUIPMENT</a:t></a:r><a:r><a:rPr dirty="0" sz="700" spc="180"><a:latin typeface="Verdana"/><a:cs typeface="Verdana"/></a:rPr><a:t> </a:t></a:r><a:r><a:rPr dirty="0" sz="700" spc="-25"><a:latin typeface="Verdana"/><a:cs typeface="Verdana"/></a:rPr><a:t>PAD </a:t></a:r><a:r><a:rPr dirty="0" sz="700"><a:latin typeface="Verdana"/><a:cs typeface="Verdana"/></a:rPr><a:t>(REFER</a:t></a:r><a:r><a:rPr dirty="0" sz="700" spc="80"><a:latin typeface="Verdana"/><a:cs typeface="Verdana"/></a:rPr><a:t> </a:t></a:r><a:r><a:rPr dirty="0" sz="700"><a:latin typeface="Verdana"/><a:cs typeface="Verdana"/></a:rPr><a:t>TO</a:t></a:r><a:r><a:rPr dirty="0" sz="700" spc="85"><a:latin typeface="Verdana"/><a:cs typeface="Verdana"/></a:rPr><a:t> </a:t></a:r><a:r><a:rPr dirty="0" sz="700"><a:latin typeface="Verdana"/><a:cs typeface="Verdana"/></a:rPr><a:t>S1.1</a:t></a:r><a:r><a:rPr dirty="0" sz="700" spc="80"><a:latin typeface="Verdana"/><a:cs typeface="Verdana"/></a:rPr><a:t> </a:t></a:r><a:r><a:rPr dirty="0" sz="700"><a:latin typeface="Verdana"/><a:cs typeface="Verdana"/></a:rPr><a:t>FOR</a:t></a:r><a:r><a:rPr dirty="0" sz="700" spc="85"><a:latin typeface="Verdana"/><a:cs typeface="Verdana"/></a:rPr><a:t> </a:t></a:r><a:r><a:rPr dirty="0" sz="700" spc="-10"><a:latin typeface="Verdana"/><a:cs typeface="Verdana"/></a:rPr><a:t>DETAILS)</a:t></a:r><a:endParaRPr sz="700"><a:latin typeface="Verdana"/><a:cs typeface="Verdana"/></a:endParaRPr></a:p></p:txBody></p:sp><p:grpSp><p:nvGrpSpPr><p:cNvPr id="185" name="object 185"/><p:cNvGrpSpPr/><p:nvPr/></p:nvGrpSpPr><p:grpSpPr><a:xfrm><a:off x="8302774" y="5111194"/><a:ext cx="1971039" cy="1176655"/><a:chOff x="8302774" y="5111194"/><a:chExt cx="1971039" cy="1176655"/></a:xfrm></p:grpSpPr><p:sp><p:nvSpPr><p:cNvPr id="186" name="object 186"/><p:cNvSpPr/><p:nvPr/></p:nvSpPr><p:spPr><a:xfrm><a:off x="8306902" y="5346868"/><a:ext cx="515620" cy="936625"/></a:xfrm><a:custGeom><a:avLst/><a:gdLst/><a:ahLst/><a:cxnLst/><a:rect l="l" t="t" r="r" b="b"/><a:pathLst><a:path w="515620" h="936625"><a:moveTo><a:pt x="515555" y="0"/></a:moveTo><a:lnTo><a:pt x="143334" y="936267"/></a:lnTo><a:lnTo><a:pt x="0" y="936267"/></a:lnTo></a:path></a:pathLst></a:custGeom><a:ln w="7756"><a:solidFill><a:srgbClr val="070707"/></a:solidFill></a:ln></p:spPr><p:txBody><a:bodyPr wrap="square" lIns="0" tIns="0" rIns="0" bIns="0" rtlCol="0"/><a:lstStyle/><a:p/></p:txBody></p:sp><p:sp><p:nvSpPr><p:cNvPr id="187" name="object 187"/><p:cNvSpPr/><p:nvPr/></p:nvSpPr><p:spPr><a:xfrm><a:off x="8807798" y="5302014"/><a:ext cx="46990" cy="46990"/></a:xfrm><a:custGeom><a:avLst/><a:gdLst/><a:ahLst/><a:cxnLst/><a:rect l="l" t="t" r="r" b="b"/><a:pathLst><a:path w="46990" h="46989"><a:moveTo><a:pt x="23268" y="46537"/></a:moveTo><a:lnTo><a:pt x="14201" y="44708"/></a:lnTo><a:lnTo><a:pt x="6806" y="39722"/></a:lnTo><a:lnTo><a:pt x="1825" y="32326"/></a:lnTo><a:lnTo><a:pt x="0" y="23268"/></a:lnTo><a:lnTo><a:pt x="1825" y="14210"/></a:lnTo><a:lnTo><a:pt x="6806" y="6814"/></a:lnTo><a:lnTo><a:pt x="14201" y="1828"/></a:lnTo><a:lnTo><a:pt x="23268" y="0"/></a:lnTo><a:lnTo><a:pt x="32303" y="1828"/></a:lnTo><a:lnTo><a:pt x="39702" y="6814"/></a:lnTo><a:lnTo><a:pt x="44701" y="14210"/></a:lnTo><a:lnTo><a:pt x="46537" y="23268"/></a:lnTo><a:lnTo><a:pt x="44701" y="32326"/></a:lnTo><a:lnTo><a:pt x="39702" y="39722"/></a:lnTo><a:lnTo><a:pt x="32303" y="44708"/></a:lnTo><a:lnTo><a:pt x="23268" y="46537"/></a:lnTo><a:close/></a:path></a:pathLst></a:custGeom><a:solidFill><a:srgbClr val="070707"/></a:solidFill></p:spPr><p:txBody><a:bodyPr wrap="square" lIns="0" tIns="0" rIns="0" bIns="0" rtlCol="0"/><a:lstStyle/><a:p/></p:txBody></p:sp><p:sp><p:nvSpPr><p:cNvPr id="188" name="object 188"/><p:cNvSpPr/><p:nvPr/></p:nvSpPr><p:spPr><a:xfrm><a:off x="8807798" y="5302014"/><a:ext cx="46990" cy="46990"/></a:xfrm><a:custGeom><a:avLst/><a:gdLst/><a:ahLst/><a:cxnLst/><a:rect l="l" t="t" r="r" b="b"/><a:pathLst><a:path w="46990" h="46989"><a:moveTo><a:pt x="0" y="23268"/></a:moveTo><a:lnTo><a:pt x="1825" y="14210"/></a:lnTo><a:lnTo><a:pt x="6806" y="6814"/></a:lnTo><a:lnTo><a:pt x="14201" y="1828"/></a:lnTo><a:lnTo><a:pt x="23268" y="0"/></a:lnTo><a:lnTo><a:pt x="32303" y="1828"/></a:lnTo><a:lnTo><a:pt x="39702" y="6814"/></a:lnTo><a:lnTo><a:pt x="44701" y="14210"/></a:lnTo><a:lnTo><a:pt x="46537" y="23268"/></a:lnTo><a:lnTo><a:pt x="44701" y="32326"/></a:lnTo><a:lnTo><a:pt x="39702" y="39722"/></a:lnTo><a:lnTo><a:pt x="32303" y="44708"/></a:lnTo><a:lnTo><a:pt x="23268" y="46537"/></a:lnTo><a:lnTo><a:pt x="14201" y="44708"/></a:lnTo><a:lnTo><a:pt x="6806" y="39722"/></a:lnTo><a:lnTo><a:pt x="1825" y="32326"/></a:lnTo><a:lnTo><a:pt x="0" y="23268"/></a:lnTo></a:path></a:pathLst></a:custGeom><a:ln w="7756"><a:solidFill><a:srgbClr val="070707"/></a:solidFill></a:ln></p:spPr><p:txBody><a:bodyPr wrap="square" lIns="0" tIns="0" rIns="0" bIns="0" rtlCol="0"/><a:lstStyle/><a:p/></p:txBody></p:sp><p:sp><p:nvSpPr><p:cNvPr id="189" name="object 189"/><p:cNvSpPr/><p:nvPr/></p:nvSpPr><p:spPr><a:xfrm><a:off x="9927872" y="5125647"/><a:ext cx="227329" cy="344805"/></a:xfrm><a:custGeom><a:avLst/><a:gdLst/><a:ahLst/><a:cxnLst/><a:rect l="l" t="t" r="r" b="b"/><a:pathLst><a:path w="227329" h="344804"><a:moveTo><a:pt x="34127" y="0"/></a:moveTo><a:lnTo><a:pt x="199257" y="17397"/></a:lnTo></a:path><a:path w="227329" h="344804"><a:moveTo><a:pt x="199257" y="17397"/></a:moveTo><a:lnTo><a:pt x="227125" y="20331"/></a:lnTo></a:path><a:path w="227329" h="344804"><a:moveTo><a:pt x="0" y="323969"/></a:moveTo><a:lnTo><a:pt x="165129" y="341358"/></a:lnTo></a:path><a:path w="227329" h="344804"><a:moveTo><a:pt x="165129" y="341358"/></a:moveTo><a:lnTo><a:pt x="192952" y="344288"/></a:lnTo></a:path><a:path w="227329" h="344804"><a:moveTo><a:pt x="199257" y="17397"/></a:moveTo><a:lnTo><a:pt x="165129" y="341358"/></a:lnTo></a:path></a:pathLst></a:custGeom><a:ln w="3878"><a:solidFill><a:srgbClr val="000000"/></a:solidFill></a:ln></p:spPr><p:txBody><a:bodyPr wrap="square" lIns="0" tIns="0" rIns="0" bIns="0" rtlCol="0"/><a:lstStyle/><a:p/></p:txBody></p:sp><p:sp><p:nvSpPr><p:cNvPr id="190" name="object 190"/><p:cNvSpPr/><p:nvPr/></p:nvSpPr><p:spPr><a:xfrm><a:off x="10116813" y="5130254"/><a:ext cx="20955" cy="26034"/></a:xfrm><a:custGeom><a:avLst/><a:gdLst/><a:ahLst/><a:cxnLst/><a:rect l="l" t="t" r="r" b="b"/><a:pathLst><a:path w="20954" h="26035"><a:moveTo><a:pt x="20709" y="25579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91" name="object 191"/><p:cNvSpPr/><p:nvPr/></p:nvSpPr><p:spPr><a:xfrm><a:off x="10127129" y="5119907"/><a:ext cx="2540" cy="23495"/></a:xfrm><a:custGeom><a:avLst/><a:gdLst/><a:ahLst/><a:cxnLst/><a:rect l="l" t="t" r="r" b="b"/><a:pathLst><a:path w="2540" h="23495"><a:moveTo><a:pt x="0" y="23136"/></a:moveTo><a:lnTo><a:pt x="2481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92" name="object 192"/><p:cNvSpPr/><p:nvPr/></p:nvSpPr><p:spPr><a:xfrm><a:off x="10082608" y="5454215"/><a:ext cx="20955" cy="26034"/></a:xfrm><a:custGeom><a:avLst/><a:gdLst/><a:ahLst/><a:cxnLst/><a:rect l="l" t="t" r="r" b="b"/><a:pathLst><a:path w="20954" h="26035"><a:moveTo><a:pt x="0" y="0"/></a:moveTo><a:lnTo><a:pt x="20709" y="25579"/></a:lnTo></a:path></a:pathLst></a:custGeom><a:ln w="7756"><a:solidFill><a:srgbClr val="000000"/></a:solidFill></a:ln></p:spPr><p:txBody><a:bodyPr wrap="square" lIns="0" tIns="0" rIns="0" bIns="0" rtlCol="0"/><a:lstStyle/><a:p/></p:txBody></p:sp><p:sp><p:nvSpPr><p:cNvPr id="193" name="object 193"/><p:cNvSpPr/><p:nvPr/></p:nvSpPr><p:spPr><a:xfrm><a:off x="10090520" y="5467005"/><a:ext cx="2540" cy="23495"/></a:xfrm><a:custGeom><a:avLst/><a:gdLst/><a:ahLst/><a:cxnLst/><a:rect l="l" t="t" r="r" b="b"/><a:pathLst><a:path w="2540" h="23495"><a:moveTo><a:pt x="2481" y="0"/></a:moveTo><a:lnTo><a:pt x="0" y="23144"/></a:lnTo></a:path></a:pathLst></a:custGeom><a:ln w="3878"><a:solidFill><a:srgbClr val="000000"/></a:solidFill></a:ln></p:spPr><p:txBody><a:bodyPr wrap="square" lIns="0" tIns="0" rIns="0" bIns="0" rtlCol="0"/><a:lstStyle/><a:p/></p:txBody></p:sp><p:sp><p:nvSpPr><p:cNvPr id="194" name="object 194"/><p:cNvSpPr/><p:nvPr/></p:nvSpPr><p:spPr><a:xfrm><a:off x="10117589" y="5115322"/><a:ext cx="152400" cy="397510"/></a:xfrm><a:custGeom><a:avLst/><a:gdLst/><a:ahLst/><a:cxnLst/><a:rect l="l" t="t" r="r" b="b"/><a:pathLst><a:path w="152400" h="397510"><a:moveTo><a:pt x="111456" y="397040"/></a:moveTo><a:lnTo><a:pt x="0" y="385282"/></a:lnTo><a:lnTo><a:pt x="40642" y="0"/></a:lnTo><a:lnTo><a:pt x="152099" y="11758"/></a:lnTo><a:lnTo><a:pt x="111456" y="397040"/></a:lnTo><a:close/></a:path></a:pathLst></a:custGeom><a:solidFill><a:srgbClr val="FFFFFF"/></a:solidFill></p:spPr><p:txBody><a:bodyPr wrap="square" lIns="0" tIns="0" rIns="0" bIns="0" rtlCol="0"/><a:lstStyle/><a:p/></p:txBody></p:sp><p:sp><p:nvSpPr><p:cNvPr id="195" name="object 195"/><p:cNvSpPr/><p:nvPr/></p:nvSpPr><p:spPr><a:xfrm><a:off x="10117589" y="5115322"/><a:ext cx="152400" cy="397510"/></a:xfrm><a:custGeom><a:avLst/><a:gdLst/><a:ahLst/><a:cxnLst/><a:rect l="l" t="t" r="r" b="b"/><a:pathLst><a:path w="152400" h="397510"><a:moveTo><a:pt x="0" y="385282"/></a:moveTo><a:lnTo><a:pt x="40642" y="0"/></a:lnTo><a:lnTo><a:pt x="152099" y="11758"/></a:lnTo><a:lnTo><a:pt x="111456" y="397040"/></a:lnTo><a:lnTo><a:pt x="0" y="385282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96" name="object 196"/><p:cNvSpPr txBox="1"/><p:nvPr/></p:nvSpPr><p:spPr><a:xfrm rot="16620000"><a:off x="10047872" y="5267971"/><a:ext cx="304233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2&apos;-</a:t></a:r><a:r><a:rPr dirty="0" sz="700" spc="-25"><a:latin typeface="Verdana"/><a:cs typeface="Verdana"/></a:rPr><a:t>11&quot;</a:t></a:r><a:endParaRPr sz="700"><a:latin typeface="Verdana"/><a:cs typeface="Verdana"/></a:endParaRPr></a:p></p:txBody></p:sp><p:grpSp><p:nvGrpSpPr><p:cNvPr id="197" name="object 197"/><p:cNvGrpSpPr/><p:nvPr/></p:nvGrpSpPr><p:grpSpPr><a:xfrm><a:off x="8612031" y="4678251"/><a:ext cx="2613025" cy="1186180"/><a:chOff x="8612031" y="4678251"/><a:chExt cx="2613025" cy="1186180"/></a:xfrm></p:grpSpPr><p:pic><p:nvPicPr><p:cNvPr id="198" name="object 198"/><p:cNvPicPr/><p:nvPr/></p:nvPicPr><p:blipFill><a:blip r:embed="rId18" cstate="print"/><a:stretch><a:fillRect/></a:stretch></p:blipFill><p:spPr><a:xfrm><a:off x="10392159" y="4678251"/><a:ext cx="74149" cy="74164"/></a:xfrm><a:prstGeom prst="rect"><a:avLst/></a:prstGeom></p:spPr></p:pic><p:pic><p:nvPicPr><p:cNvPr id="199" name="object 199"/><p:cNvPicPr/><p:nvPr/></p:nvPicPr><p:blipFill><a:blip r:embed="rId19" cstate="print"/><a:stretch><a:fillRect/></a:stretch></p:blipFill><p:spPr><a:xfrm><a:off x="10333367" y="5233596"/><a:ext cx="74149" cy="74157"/></a:xfrm><a:prstGeom prst="rect"><a:avLst/></a:prstGeom></p:spPr></p:pic><p:pic><p:nvPicPr><p:cNvPr id="200" name="object 200"/><p:cNvPicPr/><p:nvPr/></p:nvPicPr><p:blipFill><a:blip r:embed="rId20" cstate="print"/><a:stretch><a:fillRect/></a:stretch></p:blipFill><p:spPr><a:xfrm><a:off x="10278065" y="5790244"/><a:ext cx="74149" cy="74164"/></a:xfrm><a:prstGeom prst="rect"><a:avLst/></a:prstGeom></p:spPr></p:pic><p:pic><p:nvPicPr><p:cNvPr id="201" name="object 201"/><p:cNvPicPr/><p:nvPr/></p:nvPicPr><p:blipFill><a:blip r:embed="rId21" cstate="print"/><a:stretch><a:fillRect/></a:stretch></p:blipFill><p:spPr><a:xfrm><a:off x="9720859" y="5731227"/><a:ext cx="74149" cy="74164"/></a:xfrm><a:prstGeom prst="rect"><a:avLst/></a:prstGeom></p:spPr></p:pic><p:pic><p:nvPicPr><p:cNvPr id="202" name="object 202"/><p:cNvPicPr/><p:nvPr/></p:nvPicPr><p:blipFill><a:blip r:embed="rId22" cstate="print"/><a:stretch><a:fillRect/></a:stretch></p:blipFill><p:spPr><a:xfrm><a:off x="9166368" y="5673435"/><a:ext cx="74149" cy="74157"/></a:xfrm><a:prstGeom prst="rect"><a:avLst/></a:prstGeom></p:spPr></p:pic><p:pic><p:nvPicPr><p:cNvPr id="203" name="object 203"/><p:cNvPicPr/><p:nvPr/></p:nvPicPr><p:blipFill><a:blip r:embed="rId23" cstate="print"/><a:stretch><a:fillRect/></a:stretch></p:blipFill><p:spPr><a:xfrm><a:off x="8612031" y="5613790"/><a:ext cx="74149" cy="74164"/></a:xfrm><a:prstGeom prst="rect"><a:avLst/></a:prstGeom></p:spPr></p:pic><p:sp><p:nvSpPr><p:cNvPr id="204" name="object 204"/><p:cNvSpPr/><p:nvPr/></p:nvSpPr><p:spPr><a:xfrm><a:off x="9941989" y="4860578"/><a:ext cx="467359" cy="335280"/></a:xfrm><a:custGeom><a:avLst/><a:gdLst/><a:ahLst/><a:cxnLst/><a:rect l="l" t="t" r="r" b="b"/><a:pathLst><a:path w="467359" h="335279"><a:moveTo><a:pt x="436364" y="335114"/></a:moveTo><a:lnTo><a:pt x="462270" y="88917"/></a:lnTo></a:path><a:path w="467359" h="335279"><a:moveTo><a:pt x="462270" y="88917"/></a:moveTo><a:lnTo><a:pt x="466768" y="46490"/></a:lnTo></a:path><a:path w="467359" h="335279"><a:moveTo><a:pt x="0" y="240380"/></a:moveTo><a:lnTo><a:pt x="20864" y="42426"/></a:lnTo></a:path><a:path w="467359" h="335279"><a:moveTo><a:pt x="20864" y="42426"/></a:moveTo><a:lnTo><a:pt x="25362" y="0"/></a:lnTo></a:path><a:path w="467359" h="335279"><a:moveTo><a:pt x="462270" y="88917"/></a:moveTo><a:lnTo><a:pt x="20864" y="42426"/></a:lnTo></a:path></a:pathLst></a:custGeom><a:ln w="3878"><a:solidFill><a:srgbClr val="000000"/></a:solidFill></a:ln></p:spPr><p:txBody><a:bodyPr wrap="square" lIns="0" tIns="0" rIns="0" bIns="0" rtlCol="0"/><a:lstStyle/><a:p/></p:txBody></p:sp><p:sp><p:nvSpPr><p:cNvPr id="205" name="object 205"/><p:cNvSpPr/><p:nvPr/></p:nvSpPr><p:spPr><a:xfrm><a:off x="10391461" y="4939140"/><a:ext cx="26034" cy="20955"/></a:xfrm><a:custGeom><a:avLst/><a:gdLst/><a:ahLst/><a:cxnLst/><a:rect l="l" t="t" r="r" b="b"/><a:pathLst><a:path w="26034" h="20954"><a:moveTo><a:pt x="0" y="20701"/></a:moveTo><a:lnTo><a:pt x="2559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06" name="object 206"/><p:cNvSpPr/><p:nvPr/></p:nvSpPr><p:spPr><a:xfrm><a:off x="10404259" y="4949495"/><a:ext cx="23495" cy="2540"/></a:xfrm><a:custGeom><a:avLst/><a:gdLst/><a:ahLst/><a:cxnLst/><a:rect l="l" t="t" r="r" b="b"/><a:pathLst><a:path w="23495" h="2539"><a:moveTo><a:pt x="0" y="0"/></a:moveTo><a:lnTo><a:pt x="23113" y="2435"/></a:lnTo></a:path></a:pathLst></a:custGeom><a:ln w="3878"><a:solidFill><a:srgbClr val="000000"/></a:solidFill></a:ln></p:spPr><p:txBody><a:bodyPr wrap="square" lIns="0" tIns="0" rIns="0" bIns="0" rtlCol="0"/><a:lstStyle/><a:p/></p:txBody></p:sp><p:sp><p:nvSpPr><p:cNvPr id="207" name="object 207"/><p:cNvSpPr/><p:nvPr/></p:nvSpPr><p:spPr><a:xfrm><a:off x="9950055" y="4892650"/><a:ext cx="26034" cy="20955"/></a:xfrm><a:custGeom><a:avLst/><a:gdLst/><a:ahLst/><a:cxnLst/><a:rect l="l" t="t" r="r" b="b"/><a:pathLst><a:path w="26034" h="20954"><a:moveTo><a:pt x="25595" y="0"/></a:moveTo><a:lnTo><a:pt x="0" y="20701"/></a:lnTo></a:path></a:pathLst></a:custGeom><a:ln w="7756"><a:solidFill><a:srgbClr val="000000"/></a:solidFill></a:ln></p:spPr><p:txBody><a:bodyPr wrap="square" lIns="0" tIns="0" rIns="0" bIns="0" rtlCol="0"/><a:lstStyle/><a:p/></p:txBody></p:sp><p:sp><p:nvSpPr><p:cNvPr id="208" name="object 208"/><p:cNvSpPr/><p:nvPr/></p:nvSpPr><p:spPr><a:xfrm><a:off x="9939739" y="4858365"/><a:ext cx="629920" cy="57150"/></a:xfrm><a:custGeom><a:avLst/><a:gdLst/><a:ahLst/><a:cxnLst/><a:rect l="l" t="t" r="r" b="b"/><a:pathLst><a:path w="629920" h="57150"><a:moveTo><a:pt x="23113" y="44639"/></a:moveTo><a:lnTo><a:pt x="0" y="42204"/></a:lnTo></a:path><a:path w="629920" h="57150"><a:moveTo><a:pt x="246492" y="56584"/></a:moveTo><a:lnTo><a:pt x="282386" y="22942"/></a:lnTo><a:lnTo><a:pt x="358608" y="4051"/></a:lnTo><a:lnTo><a:pt x="411655" y="165"/></a:lnTo><a:lnTo><a:pt x="474561" y="0"/></a:lnTo><a:lnTo><a:pt x="547250" y="3566"/></a:lnTo><a:lnTo><a:pt x="629611" y="10872"/></a:lnTo></a:path></a:pathLst></a:custGeom><a:ln w="3878"><a:solidFill><a:srgbClr val="000000"/></a:solidFill></a:ln></p:spPr><p:txBody><a:bodyPr wrap="square" lIns="0" tIns="0" rIns="0" bIns="0" rtlCol="0"/><a:lstStyle/><a:p/></p:txBody></p:sp><p:sp><p:nvSpPr><p:cNvPr id="209" name="object 209"/><p:cNvSpPr/><p:nvPr/></p:nvSpPr><p:spPr><a:xfrm><a:off x="10171960" y="4914615"/><a:ext cx="23495" cy="23495"/></a:xfrm><a:custGeom><a:avLst/><a:gdLst/><a:ahLst/><a:cxnLst/><a:rect l="l" t="t" r="r" b="b"/><a:pathLst><a:path w="23495" h="23495"><a:moveTo><a:pt x="17994" y="23268"/></a:moveTo><a:lnTo><a:pt x="5196" y="23268"/></a:lnTo><a:lnTo><a:pt x="0" y="18056"/></a:lnTo><a:lnTo><a:pt x="0" y="11634"/></a:lnTo><a:lnTo><a:pt x="0" y="5204"/></a:lnTo><a:lnTo><a:pt x="5196" y="0"/></a:lnTo><a:lnTo><a:pt x="17994" y="0"/></a:lnTo><a:lnTo><a:pt x="23268" y="5204"/></a:lnTo><a:lnTo><a:pt x="23268" y="18056"/></a:lnTo><a:lnTo><a:pt x="17994" y="23268"/></a:lnTo><a:close/></a:path></a:pathLst></a:custGeom><a:solidFill><a:srgbClr val="000000"/></a:solidFill></p:spPr><p:txBody><a:bodyPr wrap="square" lIns="0" tIns="0" rIns="0" bIns="0" rtlCol="0"/><a:lstStyle/><a:p/></p:txBody></p:sp><p:sp><p:nvSpPr><p:cNvPr id="210" name="object 210"/><p:cNvSpPr/><p:nvPr/></p:nvSpPr><p:spPr><a:xfrm><a:off x="10171960" y="4914615"/><a:ext cx="23495" cy="23495"/></a:xfrm><a:custGeom><a:avLst/><a:gdLst/><a:ahLst/><a:cxnLst/><a:rect l="l" t="t" r="r" b="b"/><a:pathLst><a:path w="23495" h="23495"><a:moveTo><a:pt x="0" y="11634"/></a:moveTo><a:lnTo><a:pt x="0" y="5204"/></a:lnTo><a:lnTo><a:pt x="5196" y="0"/></a:lnTo><a:lnTo><a:pt x="11634" y="0"/></a:lnTo><a:lnTo><a:pt x="17994" y="0"/></a:lnTo><a:lnTo><a:pt x="23268" y="5204"/></a:lnTo><a:lnTo><a:pt x="23268" y="11634"/></a:lnTo><a:lnTo><a:pt x="23268" y="18056"/></a:lnTo><a:lnTo><a:pt x="17994" y="23268"/></a:lnTo><a:lnTo><a:pt x="11634" y="23268"/></a:lnTo><a:lnTo><a:pt x="5196" y="23268"/></a:lnTo><a:lnTo><a:pt x="0" y="18056"/></a:lnTo><a:lnTo><a:pt x="0" y="11634"/></a:lnTo></a:path></a:pathLst></a:custGeom><a:ln w="7756"><a:solidFill><a:srgbClr val="000000"/></a:solidFill></a:ln></p:spPr><p:txBody><a:bodyPr wrap="square" lIns="0" tIns="0" rIns="0" bIns="0" rtlCol="0"/><a:lstStyle/><a:p/></p:txBody></p:sp><p:sp><p:nvSpPr><p:cNvPr id="211" name="object 211"/><p:cNvSpPr/><p:nvPr/></p:nvSpPr><p:spPr><a:xfrm><a:off x="10563494" y="4813512"/><a:ext cx="657860" cy="179705"/></a:xfrm><a:custGeom><a:avLst/><a:gdLst/><a:ahLst/><a:cxnLst/><a:rect l="l" t="t" r="r" b="b"/><a:pathLst><a:path w="657859" h="179704"><a:moveTo><a:pt x="645627" y="179463"/></a:moveTo><a:lnTo><a:pt x="0" y="111464"/></a:lnTo><a:lnTo><a:pt x="11711" y="0"/></a:lnTo><a:lnTo><a:pt x="657338" y="67998"/></a:lnTo><a:lnTo><a:pt x="645627" y="179463"/></a:lnTo><a:close/></a:path></a:pathLst></a:custGeom><a:solidFill><a:srgbClr val="FFFFFF"/></a:solidFill></p:spPr><p:txBody><a:bodyPr wrap="square" lIns="0" tIns="0" rIns="0" bIns="0" rtlCol="0"/><a:lstStyle/><a:p/></p:txBody></p:sp><p:sp><p:nvSpPr><p:cNvPr id="212" name="object 212"/><p:cNvSpPr/><p:nvPr/></p:nvSpPr><p:spPr><a:xfrm><a:off x="10563494" y="4813512"/><a:ext cx="657860" cy="179705"/></a:xfrm><a:custGeom><a:avLst/><a:gdLst/><a:ahLst/><a:cxnLst/><a:rect l="l" t="t" r="r" b="b"/><a:pathLst><a:path w="657859" h="179704"><a:moveTo><a:pt x="11711" y="0"/></a:moveTo><a:lnTo><a:pt x="657338" y="67998"/></a:lnTo><a:lnTo><a:pt x="645627" y="179463"/></a:lnTo><a:lnTo><a:pt x="0" y="111464"/></a:lnTo><a:lnTo><a:pt x="11711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213" name="object 213"/><p:cNvSpPr txBox="1"/><p:nvPr/></p:nvSpPr><p:spPr><a:xfrm rot="360000"><a:off x="10613496" y="4861836"/><a:ext cx="558402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4&apos;-0&quot;</a:t></a:r><a:r><a:rPr dirty="0" sz="700" spc="75"><a:latin typeface="Verdana"/><a:cs typeface="Verdana"/></a:rPr><a:t> </a:t></a:r><a:r><a:rPr dirty="0" sz="700" spc="-10"><a:latin typeface="Verdana"/><a:cs typeface="Verdana"/></a:rPr><a:t>(TYP.)</a:t></a:r><a:endParaRPr sz="700"><a:latin typeface="Verdana"/><a:cs typeface="Verdana"/></a:endParaRPr></a:p></p:txBody></p:sp><p:grpSp><p:nvGrpSpPr><p:cNvPr id="214" name="object 214"/><p:cNvGrpSpPr/><p:nvPr/></p:nvGrpSpPr><p:grpSpPr><a:xfrm><a:off x="7735787" y="1902373"/><a:ext cx="3023870" cy="3326129"/><a:chOff x="7735787" y="1902373"/><a:chExt cx="3023870" cy="3326129"/></a:xfrm></p:grpSpPr><p:pic><p:nvPicPr><p:cNvPr id="215" name="object 215"/><p:cNvPicPr/><p:nvPr/></p:nvPicPr><p:blipFill><a:blip r:embed="rId23" cstate="print"/><a:stretch><a:fillRect/></a:stretch></p:blipFill><p:spPr><a:xfrm><a:off x="10451261" y="4123876"/><a:ext cx="74149" cy="74164"/></a:xfrm><a:prstGeom prst="rect"><a:avLst/></a:prstGeom></p:spPr></p:pic><p:pic><p:nvPicPr><p:cNvPr id="216" name="object 216"/><p:cNvPicPr/><p:nvPr/></p:nvPicPr><p:blipFill><a:blip r:embed="rId24" cstate="print"/><a:stretch><a:fillRect/></a:stretch></p:blipFill><p:spPr><a:xfrm><a:off x="10509588" y="3569423"/><a:ext cx="74226" cy="74157"/></a:xfrm><a:prstGeom prst="rect"><a:avLst/></a:prstGeom></p:spPr></p:pic><p:pic><p:nvPicPr><p:cNvPr id="217" name="object 217"/><p:cNvPicPr/><p:nvPr/></p:nvPicPr><p:blipFill><a:blip r:embed="rId23" cstate="print"/><a:stretch><a:fillRect/></a:stretch></p:blipFill><p:spPr><a:xfrm><a:off x="10568457" y="3014079"/><a:ext cx="74149" cy="74164"/></a:xfrm><a:prstGeom prst="rect"><a:avLst/></a:prstGeom></p:spPr></p:pic><p:pic><p:nvPicPr><p:cNvPr id="218" name="object 218"/><p:cNvPicPr/><p:nvPr/></p:nvPicPr><p:blipFill><a:blip r:embed="rId25" cstate="print"/><a:stretch><a:fillRect/></a:stretch></p:blipFill><p:spPr><a:xfrm><a:off x="10626396" y="2457718"/><a:ext cx="74226" cy="74157"/></a:xfrm><a:prstGeom prst="rect"><a:avLst/></a:prstGeom></p:spPr></p:pic><p:pic><p:nvPicPr><p:cNvPr id="219" name="object 219"/><p:cNvPicPr/><p:nvPr/></p:nvPicPr><p:blipFill><a:blip r:embed="rId26" cstate="print"/><a:stretch><a:fillRect/></a:stretch></p:blipFill><p:spPr><a:xfrm><a:off x="10685266" y="1902373"/><a:ext cx="74149" cy="74164"/></a:xfrm><a:prstGeom prst="rect"><a:avLst/></a:prstGeom></p:spPr></p:pic><p:sp><p:nvSpPr><p:cNvPr id="220" name="object 220"/><p:cNvSpPr/><p:nvPr/></p:nvSpPr><p:spPr><a:xfrm><a:off x="7832842" y="4796015"/><a:ext cx="193675" cy="419100"/></a:xfrm><a:custGeom><a:avLst/><a:gdLst/><a:ahLst/><a:cxnLst/><a:rect l="l" t="t" r="r" b="b"/><a:pathLst><a:path w="193675" h="419100"><a:moveTo><a:pt x="193052" y="15869"/></a:moveTo><a:lnTo><a:pt x="84852" y="4467"/></a:lnTo></a:path><a:path w="193675" h="419100"><a:moveTo><a:pt x="84852" y="4467"/></a:moveTo><a:lnTo><a:pt x="42426" y="0"/></a:lnTo></a:path><a:path w="193675" h="419100"><a:moveTo><a:pt x="150625" y="418517"/></a:moveTo><a:lnTo><a:pt x="42426" y="407115"/></a:lnTo></a:path><a:path w="193675" h="419100"><a:moveTo><a:pt x="42426" y="407115"/></a:moveTo><a:lnTo><a:pt x="0" y="402648"/></a:lnTo></a:path><a:path w="193675" h="419100"><a:moveTo><a:pt x="84852" y="4467"/></a:moveTo><a:lnTo><a:pt x="82387" y="27868"/></a:lnTo></a:path><a:path w="193675" h="419100"><a:moveTo><a:pt x="46729" y="366279"/></a:moveTo><a:lnTo><a:pt x="42426" y="407115"/></a:lnTo></a:path><a:path w="193675" h="419100"><a:moveTo><a:pt x="82387" y="27868"/></a:moveTo><a:lnTo><a:pt x="46729" y="366279"/></a:lnTo></a:path></a:pathLst></a:custGeom><a:ln w="3878"><a:solidFill><a:srgbClr val="000000"/></a:solidFill></a:ln></p:spPr><p:txBody><a:bodyPr wrap="square" lIns="0" tIns="0" rIns="0" bIns="0" rtlCol="0"/><a:lstStyle/><a:p/></p:txBody></p:sp><p:sp><p:nvSpPr><p:cNvPr id="221" name="object 221"/><p:cNvSpPr/><p:nvPr/></p:nvSpPr><p:spPr><a:xfrm><a:off x="7907301" y="4787693"/><a:ext cx="20955" cy="26034"/></a:xfrm><a:custGeom><a:avLst/><a:gdLst/><a:ahLst/><a:cxnLst/><a:rect l="l" t="t" r="r" b="b"/><a:pathLst><a:path w="20954" h="26035"><a:moveTo><a:pt x="20709" y="25579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22" name="object 222"/><p:cNvSpPr/><p:nvPr/></p:nvSpPr><p:spPr><a:xfrm><a:off x="7917695" y="4777346"/><a:ext cx="2540" cy="23495"/></a:xfrm><a:custGeom><a:avLst/><a:gdLst/><a:ahLst/><a:cxnLst/><a:rect l="l" t="t" r="r" b="b"/><a:pathLst><a:path w="2540" h="23495"><a:moveTo><a:pt x="0" y="23136"/></a:moveTo><a:lnTo><a:pt x="2404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23" name="object 223"/><p:cNvSpPr/><p:nvPr/></p:nvSpPr><p:spPr><a:xfrm><a:off x="7864875" y="5190341"/><a:ext cx="20955" cy="26034"/></a:xfrm><a:custGeom><a:avLst/><a:gdLst/><a:ahLst/><a:cxnLst/><a:rect l="l" t="t" r="r" b="b"/><a:pathLst><a:path w="20954" h="26035"><a:moveTo><a:pt x="0" y="0"/></a:moveTo><a:lnTo><a:pt x="20709" y="25579"/></a:lnTo></a:path></a:pathLst></a:custGeom><a:ln w="7756"><a:solidFill><a:srgbClr val="000000"/></a:solidFill></a:ln></p:spPr><p:txBody><a:bodyPr wrap="square" lIns="0" tIns="0" rIns="0" bIns="0" rtlCol="0"/><a:lstStyle/><a:p/></p:txBody></p:sp><p:sp><p:nvSpPr><p:cNvPr id="224" name="object 224"/><p:cNvSpPr/><p:nvPr/></p:nvSpPr><p:spPr><a:xfrm><a:off x="7872786" y="5203131"/><a:ext cx="2540" cy="23495"/></a:xfrm><a:custGeom><a:avLst/><a:gdLst/><a:ahLst/><a:cxnLst/><a:rect l="l" t="t" r="r" b="b"/><a:pathLst><a:path w="2540" h="23495"><a:moveTo><a:pt x="2481" y="0"/></a:moveTo><a:lnTo><a:pt x="0" y="23144"/></a:lnTo></a:path></a:pathLst></a:custGeom><a:ln w="3878"><a:solidFill><a:srgbClr val="000000"/></a:solidFill></a:ln></p:spPr><p:txBody><a:bodyPr wrap="square" lIns="0" tIns="0" rIns="0" bIns="0" rtlCol="0"/><a:lstStyle/><a:p/></p:txBody></p:sp><p:sp><p:nvSpPr><p:cNvPr id="225" name="object 225"/><p:cNvSpPr/><p:nvPr/></p:nvSpPr><p:spPr><a:xfrm><a:off x="7739915" y="4823882"/><a:ext cx="146050" cy="338455"/></a:xfrm><a:custGeom><a:avLst/><a:gdLst/><a:ahLst/><a:cxnLst/><a:rect l="l" t="t" r="r" b="b"/><a:pathLst><a:path w="146050" h="338454"><a:moveTo><a:pt x="111464" y="338411"/></a:moveTo><a:lnTo><a:pt x="0" y="326676"/></a:lnTo><a:lnTo><a:pt x="34445" y="0"/></a:lnTo><a:lnTo><a:pt x="145902" y="11742"/></a:lnTo><a:lnTo><a:pt x="111464" y="338411"/></a:lnTo><a:close/></a:path></a:pathLst></a:custGeom><a:solidFill><a:srgbClr val="FFFFFF"/></a:solidFill></p:spPr><p:txBody><a:bodyPr wrap="square" lIns="0" tIns="0" rIns="0" bIns="0" rtlCol="0"/><a:lstStyle/><a:p/></p:txBody></p:sp><p:sp><p:nvSpPr><p:cNvPr id="226" name="object 226"/><p:cNvSpPr/><p:nvPr/></p:nvSpPr><p:spPr><a:xfrm><a:off x="7739915" y="4823882"/><a:ext cx="146050" cy="338455"/></a:xfrm><a:custGeom><a:avLst/><a:gdLst/><a:ahLst/><a:cxnLst/><a:rect l="l" t="t" r="r" b="b"/><a:pathLst><a:path w="146050" h="338454"><a:moveTo><a:pt x="0" y="326676"/></a:moveTo><a:lnTo><a:pt x="34445" y="0"/></a:lnTo><a:lnTo><a:pt x="145902" y="11742"/></a:lnTo><a:lnTo><a:pt x="111464" y="338411"/></a:lnTo><a:lnTo><a:pt x="0" y="326676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227" name="object 227"/><p:cNvSpPr txBox="1"/><p:nvPr/></p:nvSpPr><p:spPr><a:xfrm rot="16620000"><a:off x="7694646" y="4947000"/><a:ext cx="248688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3&apos;-</a:t></a:r><a:r><a:rPr dirty="0" sz="700" spc="-25"><a:latin typeface="Verdana"/><a:cs typeface="Verdana"/></a:rPr><a:t>7&quot;</a:t></a:r><a:endParaRPr sz="700"><a:latin typeface="Verdana"/><a:cs typeface="Verdana"/></a:endParaRPr></a:p></p:txBody></p:sp><p:grpSp><p:nvGrpSpPr><p:cNvPr id="228" name="object 228"/><p:cNvGrpSpPr/><p:nvPr/></p:nvGrpSpPr><p:grpSpPr><a:xfrm><a:off x="10308186" y="4659920"/><a:ext cx="2690495" cy="1270000"/><a:chOff x="10308186" y="4659920"/><a:chExt cx="2690495" cy="1270000"/></a:xfrm></p:grpSpPr><p:sp><p:nvSpPr><p:cNvPr id="229" name="object 229"/><p:cNvSpPr/><p:nvPr/></p:nvSpPr><p:spPr><a:xfrm><a:off x="10328946" y="4662143"/><a:ext cx="2667635" cy="1265555"/></a:xfrm><a:custGeom><a:avLst/><a:gdLst/><a:ahLst/><a:cxnLst/><a:rect l="l" t="t" r="r" b="b"/><a:pathLst><a:path w="2667634" h="1265554"><a:moveTo><a:pt x="39168" y="630068"/></a:moveTo><a:lnTo><a:pt x="4653" y="949135"/></a:lnTo></a:path><a:path w="2667634" h="1265554"><a:moveTo><a:pt x="4653" y="949135"/></a:moveTo><a:lnTo><a:pt x="0" y="991546"/></a:lnTo></a:path><a:path w="2667634" h="1265554"><a:moveTo><a:pt x="2667205" y="0"/></a:moveTo><a:lnTo><a:pt x="2566911" y="925983"/></a:lnTo></a:path><a:path w="2667634" h="1265554"><a:moveTo><a:pt x="2550325" y="1079121"/></a:moveTo><a:lnTo><a:pt x="2534729" y="1223107"/></a:lnTo></a:path><a:path w="2667634" h="1265554"><a:moveTo><a:pt x="2566911" y="925983"/></a:moveTo><a:lnTo><a:pt x="2550325" y="1079121"/></a:lnTo></a:path><a:path w="2667634" h="1265554"><a:moveTo><a:pt x="2534729" y="1223107"/></a:moveTo><a:lnTo><a:pt x="2530153" y="1265518"/></a:lnTo></a:path><a:path w="2667634" h="1265554"><a:moveTo><a:pt x="4653" y="949135"/></a:moveTo><a:lnTo><a:pt x="2534729" y="1223107"/></a:lnTo></a:path></a:pathLst></a:custGeom><a:ln w="3878"><a:solidFill><a:srgbClr val="000000"/></a:solidFill></a:ln></p:spPr><p:txBody><a:bodyPr wrap="square" lIns="0" tIns="0" rIns="0" bIns="0" rtlCol="0"/><a:lstStyle/><a:p/></p:txBody></p:sp><p:sp><p:nvSpPr><p:cNvPr id="230" name="object 230"/><p:cNvSpPr/><p:nvPr/></p:nvSpPr><p:spPr><a:xfrm><a:off x="10320724" y="5600963"/><a:ext cx="26034" cy="20955"/></a:xfrm><a:custGeom><a:avLst/><a:gdLst/><a:ahLst/><a:cxnLst/><a:rect l="l" t="t" r="r" b="b"/><a:pathLst><a:path w="26034" h="20954"><a:moveTo><a:pt x="25673" y="0"/></a:moveTo><a:lnTo><a:pt x="0" y="20631"/></a:lnTo></a:path></a:pathLst></a:custGeom><a:ln w="7756"><a:solidFill><a:srgbClr val="000000"/></a:solidFill></a:ln></p:spPr><p:txBody><a:bodyPr wrap="square" lIns="0" tIns="0" rIns="0" bIns="0" rtlCol="0"/><a:lstStyle/><a:p/></p:txBody></p:sp><p:sp><p:nvSpPr><p:cNvPr id="231" name="object 231"/><p:cNvSpPr/><p:nvPr/></p:nvSpPr><p:spPr><a:xfrm><a:off x="10310408" y="5608773"/><a:ext cx="23495" cy="2540"/></a:xfrm><a:custGeom><a:avLst/><a:gdLst/><a:ahLst/><a:cxnLst/><a:rect l="l" t="t" r="r" b="b"/><a:pathLst><a:path w="23495" h="2539"><a:moveTo><a:pt x="23191" y="2505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32" name="object 232"/><p:cNvSpPr/><p:nvPr/></p:nvSpPr><p:spPr><a:xfrm><a:off x="12850878" y="5874935"/><a:ext cx="26034" cy="20955"/></a:xfrm><a:custGeom><a:avLst/><a:gdLst/><a:ahLst/><a:cxnLst/><a:rect l="l" t="t" r="r" b="b"/><a:pathLst><a:path w="26034" h="20954"><a:moveTo><a:pt x="0" y="20631"/></a:moveTo><a:lnTo><a:pt x="2559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33" name="object 233"/><p:cNvSpPr/><p:nvPr/></p:nvSpPr><p:spPr><a:xfrm><a:off x="12863675" y="5885251"/><a:ext cx="23495" cy="2540"/></a:xfrm><a:custGeom><a:avLst/><a:gdLst/><a:ahLst/><a:cxnLst/><a:rect l="l" t="t" r="r" b="b"/><a:pathLst><a:path w="23495" h="2539"><a:moveTo><a:pt x="0" y="0"/></a:moveTo><a:lnTo><a:pt x="23113" y="2505"/></a:lnTo></a:path></a:pathLst></a:custGeom><a:ln w="3878"><a:solidFill><a:srgbClr val="000000"/></a:solidFill></a:ln></p:spPr><p:txBody><a:bodyPr wrap="square" lIns="0" tIns="0" rIns="0" bIns="0" rtlCol="0"/><a:lstStyle/><a:p/></p:txBody></p:sp><p:sp><p:nvSpPr><p:cNvPr id="234" name="object 234"/><p:cNvSpPr/><p:nvPr/></p:nvSpPr><p:spPr><a:xfrm><a:off x="11409076" y="5588125"/><a:ext cx="397510" cy="153670"/></a:xfrm><a:custGeom><a:avLst/><a:gdLst/><a:ahLst/><a:cxnLst/><a:rect l="l" t="t" r="r" b="b"/><a:pathLst><a:path w="397509" h="153670"><a:moveTo><a:pt x="385173" y="153138"/></a:moveTo><a:lnTo><a:pt x="0" y="111425"/></a:lnTo><a:lnTo><a:pt x="12022" y="0"/></a:lnTo><a:lnTo><a:pt x="397195" y="41712"/></a:lnTo><a:lnTo><a:pt x="385173" y="153138"/></a:lnTo><a:close/></a:path></a:pathLst></a:custGeom><a:solidFill><a:srgbClr val="FFFFFF"/></a:solidFill></p:spPr><p:txBody><a:bodyPr wrap="square" lIns="0" tIns="0" rIns="0" bIns="0" rtlCol="0"/><a:lstStyle/><a:p/></p:txBody></p:sp><p:sp><p:nvSpPr><p:cNvPr id="235" name="object 235"/><p:cNvSpPr/><p:nvPr/></p:nvSpPr><p:spPr><a:xfrm><a:off x="11409076" y="5588125"/><a:ext cx="397510" cy="153670"/></a:xfrm><a:custGeom><a:avLst/><a:gdLst/><a:ahLst/><a:cxnLst/><a:rect l="l" t="t" r="r" b="b"/><a:pathLst><a:path w="397509" h="153670"><a:moveTo><a:pt x="12022" y="0"/></a:moveTo><a:lnTo><a:pt x="397195" y="41712"/></a:lnTo><a:lnTo><a:pt x="385173" y="153138"/></a:lnTo><a:lnTo><a:pt x="0" y="111425"/></a:lnTo><a:lnTo><a:pt x="12022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236" name="object 236"/><p:cNvSpPr txBox="1"/><p:nvPr/></p:nvSpPr><p:spPr><a:xfrm rot="360000"><a:off x="11456258" y="5623424"/><a:ext cx="303025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22&apos;-</a:t></a:r><a:r><a:rPr dirty="0" sz="700" spc="-25"><a:latin typeface="Verdana"/><a:cs typeface="Verdana"/></a:rPr><a:t>9&quot;</a:t></a:r><a:endParaRPr sz="700"><a:latin typeface="Verdana"/><a:cs typeface="Verdana"/></a:endParaRPr></a:p></p:txBody></p:sp><p:sp><p:nvSpPr><p:cNvPr id="237" name="object 237"/><p:cNvSpPr txBox="1"/><p:nvPr/></p:nvSpPr><p:spPr><a:xfrm><a:off x="5797217" y="2248719"/><a:ext cx="710565" cy="112395"/></a:xfrm><a:prstGeom prst="rect"><a:avLst/></a:prstGeom><a:solidFill><a:srgbClr val="FFFFFF"/></a:solidFill></p:spPr><p:txBody><a:bodyPr wrap="square" lIns="0" tIns="3810" rIns="0" bIns="0" rtlCol="0" vert="horz"><a:spAutoFit/></a:bodyPr><a:lstStyle/><a:p><a:pPr marL="85090"><a:lnSpc><a:spcPct val="100000"/></a:lnSpc><a:spcBef><a:spcPts val="30"/></a:spcBef></a:pPr><a:r><a:rPr dirty="0" sz="700"><a:latin typeface="Verdana"/><a:cs typeface="Verdana"/></a:rPr><a:t>PARCEL</a:t></a:r><a:r><a:rPr dirty="0" sz="700" spc="114"><a:latin typeface="Verdana"/><a:cs typeface="Verdana"/></a:rPr><a:t> </a:t></a:r><a:r><a:rPr dirty="0" sz="700" spc="-20"><a:latin typeface="Verdana"/><a:cs typeface="Verdana"/></a:rPr><a:t>LINE</a:t></a:r><a:endParaRPr sz="700"><a:latin typeface="Verdana"/><a:cs typeface="Verdana"/></a:endParaRPr></a:p></p:txBody></p:sp><p:grpSp><p:nvGrpSpPr><p:cNvPr id="238" name="object 238"/><p:cNvGrpSpPr/><p:nvPr/></p:nvGrpSpPr><p:grpSpPr><a:xfrm><a:off x="5734896" y="1284622"/><a:ext cx="2407920" cy="1146175"/><a:chOff x="5734896" y="1284622"/><a:chExt cx="2407920" cy="1146175"/></a:xfrm></p:grpSpPr><p:sp><p:nvSpPr><p:cNvPr id="239" name="object 239"/><p:cNvSpPr/><p:nvPr/></p:nvSpPr><p:spPr><a:xfrm><a:off x="6511564" y="2304758"/><a:ext cx="327025" cy="93980"/></a:xfrm><a:custGeom><a:avLst/><a:gdLst/><a:ahLst/><a:cxnLst/><a:rect l="l" t="t" r="r" b="b"/><a:pathLst><a:path w="327025" h="93980"><a:moveTo><a:pt x="326877" y="93454"/></a:moveTo><a:lnTo><a:pt x="113574" y="0"/></a:lnTo><a:lnTo><a:pt x="0" y="0"/></a:lnTo></a:path></a:pathLst></a:custGeom><a:ln w="7756"><a:solidFill><a:srgbClr val="070707"/></a:solidFill></a:ln></p:spPr><p:txBody><a:bodyPr wrap="square" lIns="0" tIns="0" rIns="0" bIns="0" rtlCol="0"/><a:lstStyle/><a:p/></p:txBody></p:sp><p:sp><p:nvSpPr><p:cNvPr id="240" name="object 240"/><p:cNvSpPr/><p:nvPr/></p:nvSpPr><p:spPr><a:xfrm><a:off x="6833734" y="2387540"/><a:ext cx="69215" cy="38735"/></a:xfrm><a:custGeom><a:avLst/><a:gdLst/><a:ahLst/><a:cxnLst/><a:rect l="l" t="t" r="r" b="b"/><a:pathLst><a:path w="69215" h="38735"><a:moveTo><a:pt x="68603" y="38672"/></a:moveTo><a:lnTo><a:pt x="0" y="21314"/></a:lnTo><a:lnTo><a:pt x="9338" y="0"/></a:lnTo><a:lnTo><a:pt x="68603" y="38672"/></a:lnTo><a:close/></a:path></a:pathLst></a:custGeom><a:solidFill><a:srgbClr val="070707"/></a:solidFill></p:spPr><p:txBody><a:bodyPr wrap="square" lIns="0" tIns="0" rIns="0" bIns="0" rtlCol="0"/><a:lstStyle/><a:p/></p:txBody></p:sp><p:sp><p:nvSpPr><p:cNvPr id="241" name="object 241"/><p:cNvSpPr/><p:nvPr/></p:nvSpPr><p:spPr><a:xfrm><a:off x="6833734" y="2387540"/><a:ext cx="69215" cy="38735"/></a:xfrm><a:custGeom><a:avLst/><a:gdLst/><a:ahLst/><a:cxnLst/><a:rect l="l" t="t" r="r" b="b"/><a:pathLst><a:path w="69215" h="38735"><a:moveTo><a:pt x="68603" y="38672"/></a:moveTo><a:lnTo><a:pt x="0" y="21314"/></a:lnTo><a:lnTo><a:pt x="9338" y="0"/></a:lnTo><a:lnTo><a:pt x="68603" y="38672"/></a:lnTo><a:close/></a:path></a:pathLst></a:custGeom><a:ln w="7756"><a:solidFill><a:srgbClr val="070707"/></a:solidFill></a:ln></p:spPr><p:txBody><a:bodyPr wrap="square" lIns="0" tIns="0" rIns="0" bIns="0" rtlCol="0"/><a:lstStyle/><a:p/></p:txBody></p:sp><p:sp><p:nvSpPr><p:cNvPr id="242" name="object 242"/><p:cNvSpPr/><p:nvPr/></p:nvSpPr><p:spPr><a:xfrm><a:off x="5734896" y="1284622"/><a:ext cx="2407920" cy="448309"/></a:xfrm><a:custGeom><a:avLst/><a:gdLst/><a:ahLst/><a:cxnLst/><a:rect l="l" t="t" r="r" b="b"/><a:pathLst><a:path w="2407920" h="448310"><a:moveTo><a:pt x="2407884" y="448309"/></a:moveTo><a:lnTo><a:pt x="0" y="448309"/></a:lnTo><a:lnTo><a:pt x="0" y="0"/></a:lnTo><a:lnTo><a:pt x="2407884" y="0"/></a:lnTo><a:lnTo><a:pt x="2407884" y="448309"/></a:lnTo><a:close/></a:path></a:pathLst></a:custGeom><a:solidFill><a:srgbClr val="FFFFFF"/></a:solidFill></p:spPr><p:txBody><a:bodyPr wrap="square" lIns="0" tIns="0" rIns="0" bIns="0" rtlCol="0"/><a:lstStyle/><a:p/></p:txBody></p:sp></p:grpSp><p:sp><p:nvSpPr><p:cNvPr id="243" name="object 243"/><p:cNvSpPr txBox="1"/><p:nvPr/></p:nvSpPr><p:spPr><a:xfrm><a:off x="5807514" y="1271922"/><a:ext cx="2343785" cy="473709"/></a:xfrm><a:prstGeom prst="rect"><a:avLst/></a:prstGeom></p:spPr><p:txBody><a:bodyPr wrap="square" lIns="0" tIns="11430" rIns="0" bIns="0" rtlCol="0" vert="horz"><a:spAutoFit/></a:bodyPr><a:lstStyle/><a:p><a:pPr algn="r" marL="12700" marR="5080" indent="1562100"><a:lnSpc><a:spcPct val="105100"/></a:lnSpc><a:spcBef><a:spcPts val="90"/></a:spcBef></a:pPr><a:r><a:rPr dirty="0" sz="700"><a:latin typeface="Verdana"/><a:cs typeface="Verdana"/></a:rPr><a:t>PRIVACY</a:t></a:r><a:r><a:rPr dirty="0" sz="700" spc="130"><a:latin typeface="Verdana"/><a:cs typeface="Verdana"/></a:rPr><a:t> </a:t></a:r><a:r><a:rPr dirty="0" sz="700" spc="-10"><a:latin typeface="Verdana"/><a:cs typeface="Verdana"/></a:rPr><a:t>FENCE </a:t></a:r><a:r><a:rPr dirty="0" sz="700"><a:latin typeface="Verdana"/><a:cs typeface="Verdana"/></a:rPr><a:t>BLOCKING</a:t></a:r><a:r><a:rPr dirty="0" sz="700" spc="135"><a:latin typeface="Verdana"/><a:cs typeface="Verdana"/></a:rPr><a:t> </a:t></a:r><a:r><a:rPr dirty="0" sz="700"><a:latin typeface="Verdana"/><a:cs typeface="Verdana"/></a:rPr><a:t>VIEW</a:t></a:r><a:r><a:rPr dirty="0" sz="700" spc="135"><a:latin typeface="Verdana"/><a:cs typeface="Verdana"/></a:rPr><a:t> </a:t></a:r><a:r><a:rPr dirty="0" sz="700"><a:latin typeface="Verdana"/><a:cs typeface="Verdana"/></a:rPr><a:t>FROM</a:t></a:r><a:r><a:rPr dirty="0" sz="700" spc="135"><a:latin typeface="Verdana"/><a:cs typeface="Verdana"/></a:rPr><a:t> </a:t></a:r><a:r><a:rPr dirty="0" sz="700"><a:latin typeface="Verdana"/><a:cs typeface="Verdana"/></a:rPr><a:t>CLAREMONT</a:t></a:r><a:r><a:rPr dirty="0" sz="700" spc="135"><a:latin typeface="Verdana"/><a:cs typeface="Verdana"/></a:rPr><a:t> </a:t></a:r><a:r><a:rPr dirty="0" sz="700" spc="-10"><a:latin typeface="Verdana"/><a:cs typeface="Verdana"/></a:rPr><a:t>AVENUE</a:t></a:r><a:r><a:rPr dirty="0" sz="700" spc="500"><a:latin typeface="Verdana"/><a:cs typeface="Verdana"/></a:rPr><a:t> </a:t></a:r><a:r><a:rPr dirty="0" sz="700"><a:latin typeface="Verdana"/><a:cs typeface="Verdana"/></a:rPr><a:t>(ON</a:t></a:r><a:r><a:rPr dirty="0" sz="700" spc="80"><a:latin typeface="Verdana"/><a:cs typeface="Verdana"/></a:rPr><a:t> </a:t></a:r><a:r><a:rPr dirty="0" sz="700"><a:latin typeface="Verdana"/><a:cs typeface="Verdana"/></a:rPr><a:t>TOP</a:t></a:r><a:r><a:rPr dirty="0" sz="700" spc="85"><a:latin typeface="Verdana"/><a:cs typeface="Verdana"/></a:rPr><a:t> </a:t></a:r><a:r><a:rPr dirty="0" sz="700"><a:latin typeface="Verdana"/><a:cs typeface="Verdana"/></a:rPr><a:t>OF</a:t></a:r><a:r><a:rPr dirty="0" sz="700" spc="80"><a:latin typeface="Verdana"/><a:cs typeface="Verdana"/></a:rPr><a:t> </a:t></a:r><a:r><a:rPr dirty="0" sz="700"><a:latin typeface="Verdana"/><a:cs typeface="Verdana"/></a:rPr><a:t>EQUIPMENT</a:t></a:r><a:r><a:rPr dirty="0" sz="700" spc="85"><a:latin typeface="Verdana"/><a:cs typeface="Verdana"/></a:rPr><a:t> </a:t></a:r><a:r><a:rPr dirty="0" sz="700"><a:latin typeface="Verdana"/><a:cs typeface="Verdana"/></a:rPr><a:t>&amp;</a:t></a:r><a:r><a:rPr dirty="0" sz="700" spc="80"><a:latin typeface="Verdana"/><a:cs typeface="Verdana"/></a:rPr><a:t> </a:t></a:r><a:r><a:rPr dirty="0" sz="700"><a:latin typeface="Verdana"/><a:cs typeface="Verdana"/></a:rPr><a:t>BESS</a:t></a:r><a:r><a:rPr dirty="0" sz="700" spc="85"><a:latin typeface="Verdana"/><a:cs typeface="Verdana"/></a:rPr><a:t> </a:t></a:r><a:r><a:rPr dirty="0" sz="700" spc="-10"><a:latin typeface="Verdana"/><a:cs typeface="Verdana"/></a:rPr><a:t>FOUNDATIONS) </a:t></a:r><a:r><a:rPr dirty="0" sz="700"><a:latin typeface="Verdana"/><a:cs typeface="Verdana"/></a:rPr><a:t>(REFER</a:t></a:r><a:r><a:rPr dirty="0" sz="700" spc="90"><a:latin typeface="Verdana"/><a:cs typeface="Verdana"/></a:rPr><a:t> </a:t></a:r><a:r><a:rPr dirty="0" sz="700"><a:latin typeface="Verdana"/><a:cs typeface="Verdana"/></a:rPr><a:t>TO</a:t></a:r><a:r><a:rPr dirty="0" sz="700" spc="90"><a:latin typeface="Verdana"/><a:cs typeface="Verdana"/></a:rPr><a:t> </a:t></a:r><a:r><a:rPr dirty="0" sz="700"><a:latin typeface="Verdana"/><a:cs typeface="Verdana"/></a:rPr><a:t>S3.0</a:t></a:r><a:r><a:rPr dirty="0" sz="700" spc="90"><a:latin typeface="Verdana"/><a:cs typeface="Verdana"/></a:rPr><a:t> </a:t></a:r><a:r><a:rPr dirty="0" sz="700"><a:latin typeface="Verdana"/><a:cs typeface="Verdana"/></a:rPr><a:t>FOR</a:t></a:r><a:r><a:rPr dirty="0" sz="700" spc="90"><a:latin typeface="Verdana"/><a:cs typeface="Verdana"/></a:rPr><a:t> </a:t></a:r><a:r><a:rPr dirty="0" sz="700"><a:latin typeface="Verdana"/><a:cs typeface="Verdana"/></a:rPr><a:t>FENCE</a:t></a:r><a:r><a:rPr dirty="0" sz="700" spc="90"><a:latin typeface="Verdana"/><a:cs typeface="Verdana"/></a:rPr><a:t> </a:t></a:r><a:r><a:rPr dirty="0" sz="700" spc="-10"><a:latin typeface="Verdana"/><a:cs typeface="Verdana"/></a:rPr><a:t>DETAILS)</a:t></a:r><a:endParaRPr sz="700"><a:latin typeface="Verdana"/><a:cs typeface="Verdana"/></a:endParaRPr></a:p></p:txBody></p:sp><p:grpSp><p:nvGrpSpPr><p:cNvPr id="244" name="object 244"/><p:cNvGrpSpPr/><p:nvPr/></p:nvGrpSpPr><p:grpSpPr><a:xfrm><a:off x="8142530" y="382504"/><a:ext cx="10140950" cy="1900555"/><a:chOff x="8142530" y="382504"/><a:chExt cx="10140950" cy="1900555"/></a:xfrm></p:grpSpPr><p:sp><p:nvSpPr><p:cNvPr id="245" name="object 245"/><p:cNvSpPr/><p:nvPr/></p:nvSpPr><p:spPr><a:xfrm><a:off x="8146658" y="1676892"/><a:ext cx="327025" cy="93980"/></a:xfrm><a:custGeom><a:avLst/><a:gdLst/><a:ahLst/><a:cxnLst/><a:rect l="l" t="t" r="r" b="b"/><a:pathLst><a:path w="327025" h="93980"><a:moveTo><a:pt x="326924" y="93462"/></a:moveTo><a:lnTo><a:pt x="113628" y="0"/></a:lnTo><a:lnTo><a:pt x="0" y="0"/></a:lnTo></a:path></a:pathLst></a:custGeom><a:ln w="7756"><a:solidFill><a:srgbClr val="070707"/></a:solidFill></a:ln></p:spPr><p:txBody><a:bodyPr wrap="square" lIns="0" tIns="0" rIns="0" bIns="0" rtlCol="0"/><a:lstStyle/><a:p/></p:txBody></p:sp><p:sp><p:nvSpPr><p:cNvPr id="246" name="object 246"/><p:cNvSpPr/><p:nvPr/></p:nvSpPr><p:spPr><a:xfrm><a:off x="8468851" y="1759682"/><a:ext cx="69215" cy="38735"/></a:xfrm><a:custGeom><a:avLst/><a:gdLst/><a:ahLst/><a:cxnLst/><a:rect l="l" t="t" r="r" b="b"/><a:pathLst><a:path w="69215" h="38735"><a:moveTo><a:pt x="68642" y="38672"/></a:moveTo><a:lnTo><a:pt x="0" y="21314"/></a:lnTo><a:lnTo><a:pt x="9385" y="0"/></a:lnTo><a:lnTo><a:pt x="68642" y="38672"/></a:lnTo><a:close/></a:path></a:pathLst></a:custGeom><a:solidFill><a:srgbClr val="070707"/></a:solidFill></p:spPr><p:txBody><a:bodyPr wrap="square" lIns="0" tIns="0" rIns="0" bIns="0" rtlCol="0"/><a:lstStyle/><a:p/></p:txBody></p:sp><p:sp><p:nvSpPr><p:cNvPr id="247" name="object 247"/><p:cNvSpPr/><p:nvPr/></p:nvSpPr><p:spPr><a:xfrm><a:off x="8468851" y="1759682"/><a:ext cx="69215" cy="38735"/></a:xfrm><a:custGeom><a:avLst/><a:gdLst/><a:ahLst/><a:cxnLst/><a:rect l="l" t="t" r="r" b="b"/><a:pathLst><a:path w="69215" h="38735"><a:moveTo><a:pt x="68642" y="38672"/></a:moveTo><a:lnTo><a:pt x="0" y="21314"/></a:lnTo><a:lnTo><a:pt x="9385" y="0"/></a:lnTo><a:lnTo><a:pt x="68642" y="38672"/></a:lnTo><a:close/></a:path></a:pathLst></a:custGeom><a:ln w="7756"><a:solidFill><a:srgbClr val="070707"/></a:solidFill></a:ln></p:spPr><p:txBody><a:bodyPr wrap="square" lIns="0" tIns="0" rIns="0" bIns="0" rtlCol="0"/><a:lstStyle/><a:p/></p:txBody></p:sp><p:sp><p:nvSpPr><p:cNvPr id="248" name="object 248"/><p:cNvSpPr/><p:nvPr/></p:nvSpPr><p:spPr><a:xfrm><a:off x="13346344" y="388536"/><a:ext cx="4931410" cy="1888489"/></a:xfrm><a:custGeom><a:avLst/><a:gdLst/><a:ahLst/><a:cxnLst/><a:rect l="l" t="t" r="r" b="b"/><a:pathLst><a:path w="4931409" h="1888489"><a:moveTo><a:pt x="0" y="0"/></a:moveTo><a:lnTo><a:pt x="4931088" y="0"/></a:lnTo><a:lnTo><a:pt x="4931088" y="1887864"/></a:lnTo><a:lnTo><a:pt x="0" y="1887864"/></a:lnTo><a:lnTo><a:pt x="0" y="0"/></a:lnTo><a:close/></a:path></a:pathLst></a:custGeom><a:ln w="11634"><a:solidFill><a:srgbClr val="000000"/></a:solidFill></a:ln></p:spPr><p:txBody><a:bodyPr wrap="square" lIns="0" tIns="0" rIns="0" bIns="0" rtlCol="0"/><a:lstStyle/><a:p/></p:txBody></p:sp><p:sp><p:nvSpPr><p:cNvPr id="249" name="object 249"/><p:cNvSpPr/><p:nvPr/></p:nvSpPr><p:spPr><a:xfrm><a:off x="13346341" y="539791"/><a:ext cx="2787015" cy="151765"/></a:xfrm><a:custGeom><a:avLst/><a:gdLst/><a:ahLst/><a:cxnLst/><a:rect l="l" t="t" r="r" b="b"/><a:pathLst><a:path w="2787015" h="151765"><a:moveTo><a:pt x="2786494" y="0"/></a:moveTo><a:lnTo><a:pt x="1713344" y="0"/></a:lnTo><a:lnTo><a:pt x="0" y="0"/></a:lnTo><a:lnTo><a:pt x="0" y="151244"/></a:lnTo><a:lnTo><a:pt x="1713344" y="151244"/></a:lnTo><a:lnTo><a:pt x="2786494" y="151244"/></a:lnTo><a:lnTo><a:pt x="2786494" y="0"/></a:lnTo><a:close/></a:path></a:pathLst></a:custGeom><a:solidFill><a:srgbClr val="FFFFFF"/></a:solidFill></p:spPr><p:txBody><a:bodyPr wrap="square" lIns="0" tIns="0" rIns="0" bIns="0" rtlCol="0"/><a:lstStyle/><a:p/></p:txBody></p:sp></p:grpSp><p:graphicFrame><p:nvGraphicFramePr><p:cNvPr id="250" name="object 250"/><p:cNvGraphicFramePr><a:graphicFrameLocks noGrp="1"/></p:cNvGraphicFramePr><p:nvPr/></p:nvGraphicFramePr><p:xfrm><a:off x="13738085" y="388536"/><a:ext cx="4615815" cy="302260"/></p:xfrm><a:graphic><a:graphicData uri="http://schemas.openxmlformats.org/drawingml/2006/table"><a:tbl><a:tblPr firstRow="1" bandRow="1"><a:tableStyleId>{2D5ABB26-0587-4C30-8999-92F81FD0307C}</a:tableStyleId></a:tblPr><a:tblGrid><a:gridCol w="1321435"/><a:gridCol w="1073150"/><a:gridCol w="1072514"/><a:gridCol w="1072514"/></a:tblGrid><a:tr h="151130"><a:tc><a:txBody><a:bodyPr/><a:lstStyle/><a:p><a:pPr><a:lnSpc><a:spcPct val="100000"/></a:lnSpc></a:pPr><a:endParaRPr sz="800"><a:latin typeface="Times New Roman"/><a:cs typeface="Times New Roman"/></a:endParaRPr></a:p></a:txBody><a:tcPr marL="0" marR="0" marB="0" marT="0"/></a:tc><a:tc><a:txBody><a:bodyPr/><a:lstStyle/><a:p><a:pPr algn="ctr" marL="2540"><a:lnSpc><a:spcPts val="1090"/></a:lnSpc></a:pPr><a:r><a:rPr dirty="0" sz="950"><a:latin typeface="Calibri"/><a:cs typeface="Calibri"/></a:rPr><a:t>BATTERY</a:t></a:r><a:r><a:rPr dirty="0" sz="950" spc="105"><a:latin typeface="Calibri"/><a:cs typeface="Calibri"/></a:rPr><a:t> </a:t></a:r><a:r><a:rPr dirty="0" sz="950" spc="-10"><a:latin typeface="Calibri"/><a:cs typeface="Calibri"/></a:rPr><a:t>CABINET</a:t></a:r><a:endParaRPr sz="950"><a:latin typeface="Calibri"/><a:cs typeface="Calibri"/></a:endParaRPr></a:p></a:txBody><a:tcPr marL="0" marR="0" marB="0" marT="0"/></a:tc><a:tc><a:txBody><a:bodyPr/><a:lstStyle/><a:p><a:pPr algn="ctr" marL="1905"><a:lnSpc><a:spcPts val="1090"/></a:lnSpc></a:pPr><a:r><a:rPr dirty="0" sz="950"><a:latin typeface="Calibri"/><a:cs typeface="Calibri"/></a:rPr><a:t>BATTERY</a:t></a:r><a:r><a:rPr dirty="0" sz="950" spc="105"><a:latin typeface="Calibri"/><a:cs typeface="Calibri"/></a:rPr><a:t> </a:t></a:r><a:r><a:rPr dirty="0" sz="950" spc="-20"><a:latin typeface="Calibri"/><a:cs typeface="Calibri"/></a:rPr><a:t>RACK</a:t></a:r><a:endParaRPr sz="950"><a:latin typeface="Calibri"/><a:cs typeface="Calibri"/></a:endParaRPr></a:p></a:txBody><a:tcPr marL="0" marR="0" marB="0" marT="0"/></a:tc><a:tc><a:txBody><a:bodyPr/><a:lstStyle/><a:p><a:pPr algn="ctr" marL="3175"><a:lnSpc><a:spcPts val="1090"/></a:lnSpc></a:pPr><a:r><a:rPr dirty="0" sz="950"><a:latin typeface="Calibri"/><a:cs typeface="Calibri"/></a:rPr><a:t>BATTERY</a:t></a:r><a:r><a:rPr dirty="0" sz="950" spc="105"><a:latin typeface="Calibri"/><a:cs typeface="Calibri"/></a:rPr><a:t> </a:t></a:r><a:r><a:rPr dirty="0" sz="950" spc="-10"><a:latin typeface="Calibri"/><a:cs typeface="Calibri"/></a:rPr><a:t>INVERTER</a:t></a:r><a:endParaRPr sz="950"><a:latin typeface="Calibri"/><a:cs typeface="Calibri"/></a:endParaRPr></a:p></a:txBody><a:tcPr marL="0" marR="0" marB="0" marT="0"/></a:tc></a:tr><a:tr h="151130"><a:tc><a:txBody><a:bodyPr/><a:lstStyle/><a:p><a:pPr marL="31750"><a:lnSpc><a:spcPts val="1090"/></a:lnSpc></a:pPr><a:r><a:rPr dirty="0" sz="950" spc="-10"><a:latin typeface="Calibri"/><a:cs typeface="Calibri"/></a:rPr><a:t>MANUFACTURER</a:t></a:r><a:endParaRPr sz="950"><a:latin typeface="Calibri"/><a:cs typeface="Calibri"/></a:endParaRPr></a:p></a:txBody><a:tcPr marL="0" marR="0" marB="0" marT="0"/></a:tc><a:tc><a:txBody><a:bodyPr/><a:lstStyle/><a:p><a:pPr algn="ctr" marL="1905"><a:lnSpc><a:spcPts val="1090"/></a:lnSpc></a:pPr><a:endParaRPr sz="950"><a:latin typeface="Calibri"/><a:cs typeface="Calibri"/></a:endParaRPr><a:r><a:rPr dirty="0" sz="950"><a:latin typeface="Calibri"/><a:t>{{BAT_MFR}}</a:t></a:r></a:p></a:txBody><a:tcPr marL="0" marR="0" marB="0" marT="0"/></a:tc><a:tc><a:txBody><a:bodyPr/><a:lstStyle/><a:p><a:pPr algn="ctr" marL="1905"><a:lnSpc><a:spcPts val="1090"/></a:lnSpc></a:pPr><a:endParaRPr sz="950"><a:latin typeface="Calibri"/><a:cs typeface="Calibri"/></a:endParaRPr><a:r><a:rPr dirty="0" sz="950"><a:latin typeface="Calibri"/><a:t>{{BAT_MFR}}</a:t></a:r></a:p></a:txBody><a:tcPr marL="0" marR="0" marB="0" marT="0"/></a:tc><a:tc><a:txBody><a:bodyPr/><a:lstStyle/><a:p><a:pPr algn="ctr" marL="1905"><a:lnSpc><a:spcPts val="1090"/></a:lnSpc></a:pPr><a:endParaRPr sz="950"><a:latin typeface="Calibri"/><a:cs typeface="Calibri"/></a:endParaRPr><a:r><a:rPr dirty="0" sz="950" spc="-10"><a:latin typeface="Calibri"/><a:t>{{INV_MFR}}</a:t></a:r></a:p></a:txBody><a:tcPr marL="0" marR="0" marB="0" marT="0"/></a:tc></a:tr></a:tbl></a:graphicData></a:graphic></p:graphicFrame><p:sp><p:nvSpPr><p:cNvPr id="251" name="object 251"/><p:cNvSpPr/><p:nvPr/></p:nvSpPr><p:spPr><a:xfrm><a:off x="13346345" y="691028"/><a:ext cx="1713864" cy="224154"/></a:xfrm><a:custGeom><a:avLst/><a:gdLst/><a:ahLst/><a:cxnLst/><a:rect l="l" t="t" r="r" b="b"/><a:pathLst><a:path w="1713865" h="224155"><a:moveTo><a:pt x="1713347" y="224157"/></a:moveTo><a:lnTo><a:pt x="0" y="224157"/></a:lnTo><a:lnTo><a:pt x="0" y="0"/></a:lnTo><a:lnTo><a:pt x="1713347" y="0"/></a:lnTo><a:lnTo><a:pt x="1713347" y="224157"/></a:lnTo><a:close/></a:path></a:pathLst></a:custGeom><a:solidFill><a:srgbClr val="FFFFFF"/></a:solidFill></p:spPr><p:txBody><a:bodyPr wrap="square" lIns="0" tIns="0" rIns="0" bIns="0" rtlCol="0"/><a:lstStyle/><a:p/></p:txBody></p:sp><p:sp><p:nvSpPr><p:cNvPr id="252" name="object 252"/><p:cNvSpPr txBox="1"/><p:nvPr/></p:nvSpPr><p:spPr><a:xfrm><a:off x="13757910" y="708577"/><a:ext cx="89217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MODEL</a:t></a:r><a:r><a:rPr dirty="0" sz="950" spc="60"><a:latin typeface="Calibri"/><a:cs typeface="Calibri"/></a:rPr><a:t> </a:t></a:r><a:r><a:rPr dirty="0" sz="950" spc="-10"><a:latin typeface="Calibri"/><a:cs typeface="Calibri"/></a:rPr><a:t>NUMBER</a:t></a:r><a:endParaRPr sz="950"><a:latin typeface="Calibri"/><a:cs typeface="Calibri"/></a:endParaRPr></a:p></p:txBody></p:sp><p:sp><p:nvSpPr><p:cNvPr id="253" name="object 253"/><p:cNvSpPr/><p:nvPr/></p:nvSpPr><p:spPr><a:xfrm><a:off x="15059691" y="691028"/><a:ext cx="1073150" cy="224154"/></a:xfrm><a:custGeom><a:avLst/><a:gdLst/><a:ahLst/><a:cxnLst/><a:rect l="l" t="t" r="r" b="b"/><a:pathLst><a:path w="1073150" h="224155"><a:moveTo><a:pt x="1073149" y="224157"/></a:moveTo><a:lnTo><a:pt x="0" y="224157"/></a:lnTo><a:lnTo><a:pt x="0" y="0"/></a:lnTo><a:lnTo><a:pt x="1073149" y="0"/></a:lnTo><a:lnTo><a:pt x="1073149" y="224157"/></a:lnTo><a:close/></a:path></a:pathLst></a:custGeom><a:solidFill><a:srgbClr val="FFFFFF"/></a:solidFill></p:spPr><p:txBody><a:bodyPr wrap="square" lIns="0" tIns="0" rIns="0" bIns="0" rtlCol="0"/><a:lstStyle/><a:p/></p:txBody></p:sp><p:sp><p:nvSpPr><p:cNvPr id="254" name="object 254"/><p:cNvSpPr txBox="1"/><p:nvPr/></p:nvSpPr><p:spPr><a:xfrm><a:off x="15178461" y="739602"/><a:ext cx="80581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700"><a:latin typeface="Verdana"/><a:cs typeface="Verdana"/></a:endParaRPr><a:r><a:rPr dirty="0" sz="700"><a:latin typeface="Verdana"/><a:t>{{BAT_MODEL}}</a:t></a:r></a:p></p:txBody></p:sp><p:sp><p:nvSpPr><p:cNvPr id="255" name="object 255"/><p:cNvSpPr txBox="1"/><p:nvPr/></p:nvSpPr><p:spPr><a:xfrm><a:off x="16269836" y="678329"/><a:ext cx="800735" cy="249554"/></a:xfrm><a:prstGeom prst="rect"><a:avLst/></a:prstGeom></p:spPr><p:txBody><a:bodyPr wrap="square" lIns="0" tIns="11430" rIns="0" bIns="0" rtlCol="0" vert="horz"><a:spAutoFit/></a:bodyPr><a:lstStyle/><a:p><a:pPr marL="221615" marR="5080" indent="-209550"><a:lnSpc><a:spcPct val="105100"/></a:lnSpc><a:spcBef><a:spcPts val="90"/></a:spcBef></a:pPr><a:endParaRPr sz="700"><a:latin typeface="Verdana"/><a:cs typeface="Verdana"/></a:endParaRPr><a:r><a:rPr dirty="0" sz="700"><a:latin typeface="Verdana"/><a:t>{{BAT_RACK_MODEL}}</a:t></a:r></a:p></p:txBody></p:sp><p:sp><p:nvSpPr><p:cNvPr id="256" name="object 256"/><p:cNvSpPr txBox="1"/><p:nvPr/></p:nvSpPr><p:spPr><a:xfrm><a:off x="17380914" y="678329"/><a:ext cx="690880" cy="249554"/></a:xfrm><a:prstGeom prst="rect"><a:avLst/></a:prstGeom></p:spPr><p:txBody><a:bodyPr wrap="square" lIns="0" tIns="11430" rIns="0" bIns="0" rtlCol="0" vert="horz"><a:spAutoFit/></a:bodyPr><a:lstStyle/><a:p><a:pPr marL="181610" marR="5080" indent="-169545"><a:lnSpc><a:spcPct val="105100"/></a:lnSpc><a:spcBef><a:spcPts val="90"/></a:spcBef></a:pPr><a:endParaRPr sz="700"><a:latin typeface="Verdana"/><a:cs typeface="Verdana"/></a:endParaRPr><a:r><a:rPr dirty="0" sz="700"><a:latin typeface="Verdana"/><a:t>LLC {{INV_MODEL}} [480V]</a:t></a:r></a:p></p:txBody></p:sp><p:sp><p:nvSpPr><p:cNvPr id="257" name="object 257"/><p:cNvSpPr/><p:nvPr/></p:nvSpPr><p:spPr><a:xfrm><a:off x="13346345" y="915186"/><a:ext cx="1713864" cy="151765"/></a:xfrm><a:custGeom><a:avLst/><a:gdLst/><a:ahLst/><a:cxnLst/><a:rect l="l" t="t" r="r" b="b"/><a:pathLst><a:path w="1713865" h="151765"><a:moveTo><a:pt x="1713347" y="151246"/></a:moveTo><a:lnTo><a:pt x="0" y="151246"/></a:lnTo><a:lnTo><a:pt x="0" y="0"/></a:lnTo><a:lnTo><a:pt x="1713347" y="0"/></a:lnTo><a:lnTo><a:pt x="1713347" y="151246"/></a:lnTo><a:close/></a:path></a:pathLst></a:custGeom><a:solidFill><a:srgbClr val="FFFFFF"/></a:solidFill></p:spPr><p:txBody><a:bodyPr wrap="square" lIns="0" tIns="0" rIns="0" bIns="0" rtlCol="0"/><a:lstStyle/><a:p/></p:txBody></p:sp><p:sp><p:nvSpPr><p:cNvPr id="258" name="object 258"/><p:cNvSpPr txBox="1"/><p:nvPr/></p:nvSpPr><p:spPr><a:xfrm><a:off x="14006496" y="896281"/><a:ext cx="39433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10"><a:latin typeface="Calibri"/><a:cs typeface="Calibri"/></a:rPr><a:t>COUNT</a:t></a:r><a:endParaRPr sz="950"><a:latin typeface="Calibri"/><a:cs typeface="Calibri"/></a:endParaRPr></a:p></p:txBody></p:sp><p:sp><p:nvSpPr><p:cNvPr id="259" name="object 259"/><p:cNvSpPr/><p:nvPr/></p:nvSpPr><p:spPr><a:xfrm><a:off x="15059691" y="915186"/><a:ext cx="1073150" cy="151765"/></a:xfrm><a:custGeom><a:avLst/><a:gdLst/><a:ahLst/><a:cxnLst/><a:rect l="l" t="t" r="r" b="b"/><a:pathLst><a:path w="1073150" h="151765"><a:moveTo><a:pt x="1073149" y="151246"/></a:moveTo><a:lnTo><a:pt x="0" y="151246"/></a:lnTo><a:lnTo><a:pt x="0" y="0"/></a:lnTo><a:lnTo><a:pt x="1073149" y="0"/></a:lnTo><a:lnTo><a:pt x="1073149" y="151246"/></a:lnTo><a:close/></a:path></a:pathLst></a:custGeom><a:solidFill><a:srgbClr val="FFFFFF"/></a:solidFill></p:spPr><p:txBody><a:bodyPr wrap="square" lIns="0" tIns="0" rIns="0" bIns="0" rtlCol="0"/><a:lstStyle/><a:p/></p:txBody></p:sp><p:sp><p:nvSpPr><p:cNvPr id="260" name="object 260"/><p:cNvSpPr txBox="1"/><p:nvPr/></p:nvSpPr><p:spPr><a:xfrm><a:off x="15551922" y="896281"/><a:ext cx="8890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50"><a:latin typeface="Calibri"/><a:cs typeface="Calibri"/></a:rPr><a:t>1</a:t></a:r><a:endParaRPr sz="950"><a:latin typeface="Calibri"/><a:cs typeface="Calibri"/></a:endParaRPr></a:p></p:txBody></p:sp><p:sp><p:nvSpPr><p:cNvPr id="261" name="object 261"/><p:cNvSpPr txBox="1"/><p:nvPr/></p:nvSpPr><p:spPr><a:xfrm><a:off x="16593270" y="896281"/><a:ext cx="15176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5"><a:latin typeface="Calibri"/><a:cs typeface="Calibri"/></a:rPr><a:t>12</a:t></a:r><a:endParaRPr sz="950"><a:latin typeface="Calibri"/><a:cs typeface="Calibri"/></a:endParaRPr></a:p></p:txBody></p:sp><p:sp><p:nvSpPr><p:cNvPr id="262" name="object 262"/><p:cNvSpPr txBox="1"/><p:nvPr/></p:nvSpPr><p:spPr><a:xfrm><a:off x="17696980" y="896281"/><a:ext cx="8890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50"><a:latin typeface="Calibri"/><a:cs typeface="Calibri"/></a:rPr><a:t>1</a:t></a:r><a:endParaRPr sz="950"><a:latin typeface="Calibri"/><a:cs typeface="Calibri"/></a:endParaRPr></a:p></p:txBody></p:sp><p:sp><p:nvSpPr><p:cNvPr id="263" name="object 263"/><p:cNvSpPr/><p:nvPr/></p:nvSpPr><p:spPr><a:xfrm><a:off x="13346345" y="1066432"/><a:ext cx="1713864" cy="151765"/></a:xfrm><a:custGeom><a:avLst/><a:gdLst/><a:ahLst/><a:cxnLst/><a:rect l="l" t="t" r="r" b="b"/><a:pathLst><a:path w="1713865" h="151765"><a:moveTo><a:pt x="1713347" y="151246"/></a:moveTo><a:lnTo><a:pt x="0" y="151246"/></a:lnTo><a:lnTo><a:pt x="0" y="0"/></a:lnTo><a:lnTo><a:pt x="1713347" y="0"/></a:lnTo><a:lnTo><a:pt x="1713347" y="151246"/></a:lnTo><a:close/></a:path></a:pathLst></a:custGeom><a:solidFill><a:srgbClr val="FFFFFF"/></a:solidFill></p:spPr><p:txBody><a:bodyPr wrap="square" lIns="0" tIns="0" rIns="0" bIns="0" rtlCol="0"/><a:lstStyle/><a:p/></p:txBody></p:sp><p:sp><p:nvSpPr><p:cNvPr id="264" name="object 264"/><p:cNvSpPr txBox="1"/><p:nvPr/></p:nvSpPr><p:spPr><a:xfrm><a:off x="13384060" y="1047527"/><a:ext cx="164338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BATTERY</a:t></a:r><a:r><a:rPr dirty="0" sz="950" spc="85"><a:latin typeface="Calibri"/><a:cs typeface="Calibri"/></a:rPr><a:t> </a:t></a:r><a:r><a:rPr dirty="0" sz="950"><a:latin typeface="Calibri"/><a:cs typeface="Calibri"/></a:rPr><a:t>BANK</a:t></a:r><a:r><a:rPr dirty="0" sz="950" spc="85"><a:latin typeface="Calibri"/><a:cs typeface="Calibri"/></a:rPr><a:t> </a:t></a:r><a:r><a:rPr dirty="0" sz="950"><a:latin typeface="Calibri"/><a:cs typeface="Calibri"/></a:rPr><a:t>CAPACITY</a:t></a:r><a:r><a:rPr dirty="0" sz="950" spc="85"><a:latin typeface="Calibri"/><a:cs typeface="Calibri"/></a:rPr><a:t> </a:t></a:r><a:r><a:rPr dirty="0" sz="950" spc="-10"><a:latin typeface="Calibri"/><a:cs typeface="Calibri"/></a:rPr><a:t>[kWh]</a:t></a:r><a:endParaRPr sz="950"><a:latin typeface="Calibri"/><a:cs typeface="Calibri"/></a:endParaRPr></a:p></p:txBody></p:sp><p:sp><p:nvSpPr><p:cNvPr id="265" name="object 265"/><p:cNvSpPr/><p:nvPr/></p:nvSpPr><p:spPr><a:xfrm><a:off x="15059691" y="1066432"/><a:ext cx="1073150" cy="151765"/></a:xfrm><a:custGeom><a:avLst/><a:gdLst/><a:ahLst/><a:cxnLst/><a:rect l="l" t="t" r="r" b="b"/><a:pathLst><a:path w="1073150" h="151765"><a:moveTo><a:pt x="1073149" y="151246"/></a:moveTo><a:lnTo><a:pt x="0" y="151246"/></a:lnTo><a:lnTo><a:pt x="0" y="0"/></a:lnTo><a:lnTo><a:pt x="1073149" y="0"/></a:lnTo><a:lnTo><a:pt x="1073149" y="151246"/></a:lnTo><a:close/></a:path></a:pathLst></a:custGeom><a:solidFill><a:srgbClr val="FFFFFF"/></a:solidFill></p:spPr><p:txBody><a:bodyPr wrap="square" lIns="0" tIns="0" rIns="0" bIns="0" rtlCol="0"/><a:lstStyle/><a:p/></p:txBody></p:sp><p:sp><p:nvSpPr><p:cNvPr id="266" name="object 266"/><p:cNvSpPr txBox="1"/><p:nvPr/></p:nvSpPr><p:spPr><a:xfrm><a:off x="15443722" y="1047527"/><a:ext cx="30543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endParaRPr sz="950"><a:latin typeface="Calibri"/><a:cs typeface="Calibri"/></a:endParaRPr><a:r><a:rPr dirty="0" sz="950"><a:latin typeface="Calibri"/><a:t>{{KWH}}</a:t></a:r></a:p></p:txBody></p:sp><p:sp><p:nvSpPr><p:cNvPr id="267" name="object 267"/><p:cNvSpPr txBox="1"/><p:nvPr/></p:nvSpPr><p:spPr><a:xfrm><a:off x="16514933" y="1047527"/><a:ext cx="30861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endParaRPr sz="950"><a:latin typeface="Calibri"/><a:cs typeface="Calibri"/></a:endParaRPr><a:r><a:rPr dirty="0" sz="950" spc="-10"><a:latin typeface="Calibri"/><a:t>{{RACK_KWH}}</a:t></a:r></a:p></p:txBody></p:sp><p:sp><p:nvSpPr><p:cNvPr id="268" name="object 268"/><p:cNvSpPr/><p:nvPr/></p:nvSpPr><p:spPr><a:xfrm><a:off x="13346345" y="1217678"/><a:ext cx="1713864" cy="151765"/></a:xfrm><a:custGeom><a:avLst/><a:gdLst/><a:ahLst/><a:cxnLst/><a:rect l="l" t="t" r="r" b="b"/><a:pathLst><a:path w="1713865" h="151765"><a:moveTo><a:pt x="1713347" y="151246"/></a:moveTo><a:lnTo><a:pt x="0" y="151246"/></a:lnTo><a:lnTo><a:pt x="0" y="0"/></a:lnTo><a:lnTo><a:pt x="1713347" y="0"/></a:lnTo><a:lnTo><a:pt x="1713347" y="151246"/></a:lnTo><a:close/></a:path></a:pathLst></a:custGeom><a:solidFill><a:srgbClr val="FFFFFF"/></a:solidFill></p:spPr><p:txBody><a:bodyPr wrap="square" lIns="0" tIns="0" rIns="0" bIns="0" rtlCol="0"/><a:lstStyle/><a:p/></p:txBody></p:sp><p:sp><p:nvSpPr><p:cNvPr id="269" name="object 269"/><p:cNvSpPr txBox="1"/><p:nvPr/></p:nvSpPr><p:spPr><a:xfrm><a:off x="13574475" y="1198773"/><a:ext cx="126174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ROUND</a:t></a:r><a:r><a:rPr dirty="0" sz="950" spc="60"><a:latin typeface="Calibri"/><a:cs typeface="Calibri"/></a:rPr><a:t> </a:t></a:r><a:r><a:rPr dirty="0" sz="950"><a:latin typeface="Calibri"/><a:cs typeface="Calibri"/></a:rPr><a:t>TRIP</a:t></a:r><a:r><a:rPr dirty="0" sz="950" spc="60"><a:latin typeface="Calibri"/><a:cs typeface="Calibri"/></a:rPr><a:t> </a:t></a:r><a:r><a:rPr dirty="0" sz="950" spc="-10"><a:latin typeface="Calibri"/><a:cs typeface="Calibri"/></a:rPr><a:t>EFFICIENCY</a:t></a:r><a:endParaRPr sz="950"><a:latin typeface="Calibri"/><a:cs typeface="Calibri"/></a:endParaRPr></a:p></p:txBody></p:sp><p:sp><p:nvSpPr><p:cNvPr id="270" name="object 270"/><p:cNvSpPr/><p:nvPr/></p:nvSpPr><p:spPr><a:xfrm><a:off x="15059691" y="1217678"/><a:ext cx="1073150" cy="151765"/></a:xfrm><a:custGeom><a:avLst/><a:gdLst/><a:ahLst/><a:cxnLst/><a:rect l="l" t="t" r="r" b="b"/><a:pathLst><a:path w="1073150" h="151765"><a:moveTo><a:pt x="1073149" y="151246"/></a:moveTo><a:lnTo><a:pt x="0" y="151246"/></a:lnTo><a:lnTo><a:pt x="0" y="0"/></a:lnTo><a:lnTo><a:pt x="1073149" y="0"/></a:lnTo><a:lnTo><a:pt x="1073149" y="151246"/></a:lnTo><a:close/></a:path></a:pathLst></a:custGeom><a:solidFill><a:srgbClr val="FFFFFF"/></a:solidFill></p:spPr><p:txBody><a:bodyPr wrap="square" lIns="0" tIns="0" rIns="0" bIns="0" rtlCol="0"/><a:lstStyle/><a:p/></p:txBody></p:sp><p:sp><p:nvSpPr><p:cNvPr id="271" name="object 271"/><p:cNvSpPr txBox="1"/><p:nvPr/></p:nvSpPr><p:spPr><a:xfrm><a:off x="15429374" y="1198773"/><a:ext cx="33464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10"><a:latin typeface="Calibri"/><a:cs typeface="Calibri"/></a:rPr><a:t>93.5%</a:t></a:r><a:endParaRPr sz="950"><a:latin typeface="Calibri"/><a:cs typeface="Calibri"/></a:endParaRPr></a:p></p:txBody></p:sp><p:sp><p:nvSpPr><p:cNvPr id="272" name="object 272"/><p:cNvSpPr txBox="1"/><p:nvPr/></p:nvSpPr><p:spPr><a:xfrm><a:off x="16556429" y="1198773"/><a:ext cx="22542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5"><a:latin typeface="Calibri"/><a:cs typeface="Calibri"/></a:rPr><a:t>N/A</a:t></a:r><a:endParaRPr sz="950"><a:latin typeface="Calibri"/><a:cs typeface="Calibri"/></a:endParaRPr></a:p></p:txBody></p:sp><p:sp><p:nvSpPr><p:cNvPr id="273" name="object 273"/><p:cNvSpPr txBox="1"/><p:nvPr/></p:nvSpPr><p:spPr><a:xfrm><a:off x="17621356" y="1198773"/><a:ext cx="240029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5"><a:latin typeface="Calibri"/><a:cs typeface="Calibri"/></a:rPr><a:t>98%</a:t></a:r><a:endParaRPr sz="950"><a:latin typeface="Calibri"/><a:cs typeface="Calibri"/></a:endParaRPr></a:p></p:txBody></p:sp><p:sp><p:nvSpPr><p:cNvPr id="274" name="object 274"/><p:cNvSpPr/><p:nvPr/></p:nvSpPr><p:spPr><a:xfrm><a:off x="13346345" y="1368924"/><a:ext cx="1713864" cy="151765"/></a:xfrm><a:custGeom><a:avLst/><a:gdLst/><a:ahLst/><a:cxnLst/><a:rect l="l" t="t" r="r" b="b"/><a:pathLst><a:path w="1713865" h="151765"><a:moveTo><a:pt x="1713347" y="151246"/></a:moveTo><a:lnTo><a:pt x="0" y="151246"/></a:lnTo><a:lnTo><a:pt x="0" y="0"/></a:lnTo><a:lnTo><a:pt x="1713347" y="0"/></a:lnTo><a:lnTo><a:pt x="1713347" y="151246"/></a:lnTo><a:close/></a:path></a:pathLst></a:custGeom><a:solidFill><a:srgbClr val="FFFFFF"/></a:solidFill></p:spPr><p:txBody><a:bodyPr wrap="square" lIns="0" tIns="0" rIns="0" bIns="0" rtlCol="0"/><a:lstStyle/><a:p/></p:txBody></p:sp><p:sp><p:nvSpPr><p:cNvPr id="275" name="object 275"/><p:cNvSpPr txBox="1"/><p:nvPr/></p:nvSpPr><p:spPr><a:xfrm><a:off x="13952979" y="1350019"/><a:ext cx="50165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10"><a:latin typeface="Calibri"/><a:cs typeface="Calibri"/></a:rPr><a:t>VOLTAGE</a:t></a:r><a:endParaRPr sz="950"><a:latin typeface="Calibri"/><a:cs typeface="Calibri"/></a:endParaRPr></a:p></p:txBody></p:sp><p:sp><p:nvSpPr><p:cNvPr id="276" name="object 276"/><p:cNvSpPr/><p:nvPr/></p:nvSpPr><p:spPr><a:xfrm><a:off x="15059691" y="1368924"/><a:ext cx="1073150" cy="151765"/></a:xfrm><a:custGeom><a:avLst/><a:gdLst/><a:ahLst/><a:cxnLst/><a:rect l="l" t="t" r="r" b="b"/><a:pathLst><a:path w="1073150" h="151765"><a:moveTo><a:pt x="1073149" y="151246"/></a:moveTo><a:lnTo><a:pt x="0" y="151246"/></a:lnTo><a:lnTo><a:pt x="0" y="0"/></a:lnTo><a:lnTo><a:pt x="1073149" y="0"/></a:lnTo><a:lnTo><a:pt x="1073149" y="151246"/></a:lnTo><a:close/></a:path></a:pathLst></a:custGeom><a:solidFill><a:srgbClr val="FFFFFF"/></a:solidFill></p:spPr><p:txBody><a:bodyPr wrap="square" lIns="0" tIns="0" rIns="0" bIns="0" rtlCol="0"/><a:lstStyle/><a:p/></p:txBody></p:sp><p:sp><p:nvSpPr><p:cNvPr id="277" name="object 277"/><p:cNvSpPr txBox="1"/><p:nvPr/></p:nvSpPr><p:spPr><a:xfrm><a:off x="15276576" y="1350019"/><a:ext cx="64071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endParaRPr sz="950"><a:latin typeface="Calibri"/><a:cs typeface="Calibri"/></a:endParaRPr><a:r><a:rPr dirty="0" sz="950"><a:latin typeface="Calibri"/><a:t>{{DCV}} VDC</a:t></a:r></a:p></p:txBody></p:sp><p:sp><p:nvSpPr><p:cNvPr id="278" name="object 278"/><p:cNvSpPr txBox="1"/><p:nvPr/></p:nvSpPr><p:spPr><a:xfrm><a:off x="16349338" y="1350019"/><a:ext cx="64071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endParaRPr sz="950"><a:latin typeface="Calibri"/><a:cs typeface="Calibri"/></a:endParaRPr><a:r><a:rPr dirty="0" sz="950"><a:latin typeface="Calibri"/><a:t>{{DCV}} VDC</a:t></a:r></a:p></p:txBody></p:sp><p:sp><p:nvSpPr><p:cNvPr id="279" name="object 279"/><p:cNvSpPr txBox="1"/><p:nvPr/></p:nvSpPr><p:spPr><a:xfrm><a:off x="17516259" y="1350019"/><a:ext cx="45085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480</a:t></a:r><a:r><a:rPr dirty="0" sz="950" spc="15"><a:latin typeface="Calibri"/><a:cs typeface="Calibri"/></a:rPr><a:t> </a:t></a:r><a:r><a:rPr dirty="0" sz="950" spc="-25"><a:latin typeface="Calibri"/><a:cs typeface="Calibri"/></a:rPr><a:t>VAC</a:t></a:r><a:endParaRPr sz="950"><a:latin typeface="Calibri"/><a:cs typeface="Calibri"/></a:endParaRPr></a:p></p:txBody></p:sp><p:sp><p:nvSpPr><p:cNvPr id="280" name="object 280"/><p:cNvSpPr/><p:nvPr/></p:nvSpPr><p:spPr><a:xfrm><a:off x="13346345" y="1520170"/><a:ext cx="1713864" cy="151765"/></a:xfrm><a:custGeom><a:avLst/><a:gdLst/><a:ahLst/><a:cxnLst/><a:rect l="l" t="t" r="r" b="b"/><a:pathLst><a:path w="1713865" h="151764"><a:moveTo><a:pt x="1713347" y="151246"/></a:moveTo><a:lnTo><a:pt x="0" y="151246"/></a:lnTo><a:lnTo><a:pt x="0" y="0"/></a:lnTo><a:lnTo><a:pt x="1713347" y="0"/></a:lnTo><a:lnTo><a:pt x="1713347" y="151246"/></a:lnTo><a:close/></a:path></a:pathLst></a:custGeom><a:solidFill><a:srgbClr val="FFFFFF"/></a:solidFill></p:spPr><p:txBody><a:bodyPr wrap="square" lIns="0" tIns="0" rIns="0" bIns="0" rtlCol="0"/><a:lstStyle/><a:p/></p:txBody></p:sp><p:sp><p:nvSpPr><p:cNvPr id="281" name="object 281"/><p:cNvSpPr txBox="1"/><p:nvPr/></p:nvSpPr><p:spPr><a:xfrm><a:off x="14025111" y="1501266"/><a:ext cx="35623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10"><a:latin typeface="Calibri"/><a:cs typeface="Calibri"/></a:rPr><a:t>PHASE</a:t></a:r><a:endParaRPr sz="950"><a:latin typeface="Calibri"/><a:cs typeface="Calibri"/></a:endParaRPr></a:p></p:txBody></p:sp><p:sp><p:nvSpPr><p:cNvPr id="282" name="object 282"/><p:cNvSpPr/><p:nvPr/></p:nvSpPr><p:spPr><a:xfrm><a:off x="15059691" y="1520170"/><a:ext cx="1073150" cy="151765"/></a:xfrm><a:custGeom><a:avLst/><a:gdLst/><a:ahLst/><a:cxnLst/><a:rect l="l" t="t" r="r" b="b"/><a:pathLst><a:path w="1073150" h="151764"><a:moveTo><a:pt x="1073149" y="151246"/></a:moveTo><a:lnTo><a:pt x="0" y="151246"/></a:lnTo><a:lnTo><a:pt x="0" y="0"/></a:lnTo><a:lnTo><a:pt x="1073149" y="0"/></a:lnTo><a:lnTo><a:pt x="1073149" y="151246"/></a:lnTo><a:close/></a:path></a:pathLst></a:custGeom><a:solidFill><a:srgbClr val="FFFFFF"/></a:solidFill></p:spPr><p:txBody><a:bodyPr wrap="square" lIns="0" tIns="0" rIns="0" bIns="0" rtlCol="0"/><a:lstStyle/><a:p/></p:txBody></p:sp><p:sp><p:nvSpPr><p:cNvPr id="283" name="object 283"/><p:cNvSpPr txBox="1"/><p:nvPr/></p:nvSpPr><p:spPr><a:xfrm><a:off x="15483667" y="1501266"/><a:ext cx="22542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5"><a:latin typeface="Calibri"/><a:cs typeface="Calibri"/></a:rPr><a:t>N/A</a:t></a:r><a:endParaRPr sz="950"><a:latin typeface="Calibri"/><a:cs typeface="Calibri"/></a:endParaRPr></a:p></p:txBody></p:sp><p:sp><p:nvSpPr><p:cNvPr id="284" name="object 284"/><p:cNvSpPr txBox="1"/><p:nvPr/></p:nvSpPr><p:spPr><a:xfrm><a:off x="16556429" y="1501266"/><a:ext cx="22542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5"><a:latin typeface="Calibri"/><a:cs typeface="Calibri"/></a:rPr><a:t>N/A</a:t></a:r><a:endParaRPr sz="950"><a:latin typeface="Calibri"/><a:cs typeface="Calibri"/></a:endParaRPr></a:p></p:txBody></p:sp><p:sp><p:nvSpPr><p:cNvPr id="285" name="object 285"/><p:cNvSpPr txBox="1"/><p:nvPr/></p:nvSpPr><p:spPr><a:xfrm><a:off x="17696980" y="1501266"/><a:ext cx="8890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50"><a:latin typeface="Calibri"/><a:cs typeface="Calibri"/></a:rPr><a:t>3</a:t></a:r><a:endParaRPr sz="950"><a:latin typeface="Calibri"/><a:cs typeface="Calibri"/></a:endParaRPr></a:p></p:txBody></p:sp><p:sp><p:nvSpPr><p:cNvPr id="286" name="object 286"/><p:cNvSpPr/><p:nvPr/></p:nvSpPr><p:spPr><a:xfrm><a:off x="13346345" y="1671416"/><a:ext cx="1713864" cy="151765"/></a:xfrm><a:custGeom><a:avLst/><a:gdLst/><a:ahLst/><a:cxnLst/><a:rect l="l" t="t" r="r" b="b"/><a:pathLst><a:path w="1713865" h="151764"><a:moveTo><a:pt x="1713347" y="151246"/></a:moveTo><a:lnTo><a:pt x="0" y="151246"/></a:lnTo><a:lnTo><a:pt x="0" y="0"/></a:lnTo><a:lnTo><a:pt x="1713347" y="0"/></a:lnTo><a:lnTo><a:pt x="1713347" y="151246"/></a:lnTo><a:close/></a:path></a:pathLst></a:custGeom><a:solidFill><a:srgbClr val="FFFFFF"/></a:solidFill></p:spPr><p:txBody><a:bodyPr wrap="square" lIns="0" tIns="0" rIns="0" bIns="0" rtlCol="0"/><a:lstStyle/><a:p/></p:txBody></p:sp><p:sp><p:nvSpPr><p:cNvPr id="287" name="object 287"/><p:cNvSpPr txBox="1"/><p:nvPr/></p:nvSpPr><p:spPr><a:xfrm><a:off x="13583008" y="1652511"/><a:ext cx="124396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INVERTER</a:t></a:r><a:r><a:rPr dirty="0" sz="950" spc="105"><a:latin typeface="Calibri"/><a:cs typeface="Calibri"/></a:rPr><a:t> </a:t></a:r><a:r><a:rPr dirty="0" sz="950"><a:latin typeface="Calibri"/><a:cs typeface="Calibri"/></a:rPr><a:t>RATING</a:t></a:r><a:r><a:rPr dirty="0" sz="950" spc="105"><a:latin typeface="Calibri"/><a:cs typeface="Calibri"/></a:rPr><a:t> </a:t></a:r><a:r><a:rPr dirty="0" sz="950" spc="-10"><a:latin typeface="Calibri"/><a:cs typeface="Calibri"/></a:rPr><a:t>[kVA]</a:t></a:r><a:endParaRPr sz="950"><a:latin typeface="Calibri"/><a:cs typeface="Calibri"/></a:endParaRPr></a:p></p:txBody></p:sp><p:sp><p:nvSpPr><p:cNvPr id="288" name="object 288"/><p:cNvSpPr/><p:nvPr/></p:nvSpPr><p:spPr><a:xfrm><a:off x="15059691" y="1671416"/><a:ext cx="1073150" cy="151765"/></a:xfrm><a:custGeom><a:avLst/><a:gdLst/><a:ahLst/><a:cxnLst/><a:rect l="l" t="t" r="r" b="b"/><a:pathLst><a:path w="1073150" h="151764"><a:moveTo><a:pt x="1073149" y="151246"/></a:moveTo><a:lnTo><a:pt x="0" y="151246"/></a:lnTo><a:lnTo><a:pt x="0" y="0"/></a:lnTo><a:lnTo><a:pt x="1073149" y="0"/></a:lnTo><a:lnTo><a:pt x="1073149" y="151246"/></a:lnTo><a:close/></a:path></a:pathLst></a:custGeom><a:solidFill><a:srgbClr val="FFFFFF"/></a:solidFill></p:spPr><p:txBody><a:bodyPr wrap="square" lIns="0" tIns="0" rIns="0" bIns="0" rtlCol="0"/><a:lstStyle/><a:p/></p:txBody></p:sp><p:sp><p:nvSpPr><p:cNvPr id="289" name="object 289"/><p:cNvSpPr txBox="1"/><p:nvPr/></p:nvSpPr><p:spPr><a:xfrm><a:off x="15483667" y="1652511"/><a:ext cx="22542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5"><a:latin typeface="Calibri"/><a:cs typeface="Calibri"/></a:rPr><a:t>N/A</a:t></a:r><a:endParaRPr sz="950"><a:latin typeface="Calibri"/><a:cs typeface="Calibri"/></a:endParaRPr></a:p></p:txBody></p:sp><p:sp><p:nvSpPr><p:cNvPr id="290" name="object 290"/><p:cNvSpPr txBox="1"/><p:nvPr/></p:nvSpPr><p:spPr><a:xfrm><a:off x="16556429" y="1652511"/><a:ext cx="22542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5"><a:latin typeface="Calibri"/><a:cs typeface="Calibri"/></a:rPr><a:t>N/A</a:t></a:r><a:endParaRPr sz="950"><a:latin typeface="Calibri"/><a:cs typeface="Calibri"/></a:endParaRPr></a:p></p:txBody></p:sp><p:sp><p:nvSpPr><p:cNvPr id="291" name="object 291"/><p:cNvSpPr txBox="1"/><p:nvPr/></p:nvSpPr><p:spPr><a:xfrm><a:off x="17634154" y="1652511"/><a:ext cx="214629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5"><a:latin typeface="Calibri"/><a:cs typeface="Calibri"/></a:rPr><a:t>802</a:t></a:r><a:endParaRPr sz="950"><a:latin typeface="Calibri"/><a:cs typeface="Calibri"/></a:endParaRPr></a:p></p:txBody></p:sp><p:sp><p:nvSpPr><p:cNvPr id="292" name="object 292"/><p:cNvSpPr/><p:nvPr/></p:nvSpPr><p:spPr><a:xfrm><a:off x="13346345" y="1822663"/><a:ext cx="1713864" cy="151765"/></a:xfrm><a:custGeom><a:avLst/><a:gdLst/><a:ahLst/><a:cxnLst/><a:rect l="l" t="t" r="r" b="b"/><a:pathLst><a:path w="1713865" h="151764"><a:moveTo><a:pt x="1713347" y="151246"/></a:moveTo><a:lnTo><a:pt x="0" y="151246"/></a:lnTo><a:lnTo><a:pt x="0" y="0"/></a:lnTo><a:lnTo><a:pt x="1713347" y="0"/></a:lnTo><a:lnTo><a:pt x="1713347" y="151246"/></a:lnTo><a:close/></a:path></a:pathLst></a:custGeom><a:solidFill><a:srgbClr val="FFFFFF"/></a:solidFill></p:spPr><p:txBody><a:bodyPr wrap="square" lIns="0" tIns="0" rIns="0" bIns="0" rtlCol="0"/><a:lstStyle/><a:p/></p:txBody></p:sp><p:sp><p:nvSpPr><p:cNvPr id="293" name="object 293"/><p:cNvSpPr txBox="1"/><p:nvPr/></p:nvSpPr><p:spPr><a:xfrm><a:off x="13858741" y="1803758"/><a:ext cx="69024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WEIGHT</a:t></a:r><a:r><a:rPr dirty="0" sz="950" spc="65"><a:latin typeface="Calibri"/><a:cs typeface="Calibri"/></a:rPr><a:t> </a:t></a:r><a:r><a:rPr dirty="0" sz="950" spc="-10"><a:latin typeface="Calibri"/><a:cs typeface="Calibri"/></a:rPr><a:t>[lbs]</a:t></a:r><a:endParaRPr sz="950"><a:latin typeface="Calibri"/><a:cs typeface="Calibri"/></a:endParaRPr></a:p></p:txBody></p:sp><p:sp><p:nvSpPr><p:cNvPr id="294" name="object 294"/><p:cNvSpPr/><p:nvPr/></p:nvSpPr><p:spPr><a:xfrm><a:off x="15059691" y="1822663"/><a:ext cx="1073150" cy="151765"/></a:xfrm><a:custGeom><a:avLst/><a:gdLst/><a:ahLst/><a:cxnLst/><a:rect l="l" t="t" r="r" b="b"/><a:pathLst><a:path w="1073150" h="151764"><a:moveTo><a:pt x="1073149" y="151246"/></a:moveTo><a:lnTo><a:pt x="0" y="151246"/></a:lnTo><a:lnTo><a:pt x="0" y="0"/></a:lnTo><a:lnTo><a:pt x="1073149" y="0"/></a:lnTo><a:lnTo><a:pt x="1073149" y="151246"/></a:lnTo><a:close/></a:path></a:pathLst></a:custGeom><a:solidFill><a:srgbClr val="FFFFFF"/></a:solidFill></p:spPr><p:txBody><a:bodyPr wrap="square" lIns="0" tIns="0" rIns="0" bIns="0" rtlCol="0"/><a:lstStyle/><a:p/></p:txBody></p:sp><p:sp><p:nvSpPr><p:cNvPr id="295" name="object 295"/><p:cNvSpPr txBox="1"/><p:nvPr/></p:nvSpPr><p:spPr><a:xfrm><a:off x="15412310" y="1803758"/><a:ext cx="36830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endParaRPr sz="950"><a:latin typeface="Calibri"/><a:cs typeface="Calibri"/></a:endParaRPr><a:r><a:rPr dirty="0" sz="950"><a:latin typeface="Calibri"/><a:t>{{BAT_WEIGHT}}</a:t></a:r></a:p></p:txBody></p:sp><p:sp><p:nvSpPr><p:cNvPr id="296" name="object 296"/><p:cNvSpPr txBox="1"/><p:nvPr/></p:nvSpPr><p:spPr><a:xfrm><a:off x="16483520" y="1803758"/><a:ext cx="37147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endParaRPr sz="950"><a:latin typeface="Calibri"/><a:cs typeface="Calibri"/></a:endParaRPr><a:r><a:rPr dirty="0" sz="950" spc="-10"><a:latin typeface="Calibri"/><a:t>{{RACK_WEIGHT}}</a:t></a:r></a:p></p:txBody></p:sp><p:sp><p:nvSpPr><p:cNvPr id="297" name="object 297"/><p:cNvSpPr txBox="1"/><p:nvPr/></p:nvSpPr><p:spPr><a:xfrm><a:off x="17588780" y="1803758"/><a:ext cx="30543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endParaRPr sz="950"><a:latin typeface="Calibri"/><a:cs typeface="Calibri"/></a:endParaRPr><a:r><a:rPr dirty="0" sz="950"><a:latin typeface="Calibri"/><a:t>{{INV_WEIGHT}}</a:t></a:r></a:p></p:txBody></p:sp><p:sp><p:nvSpPr><p:cNvPr id="298" name="object 298"/><p:cNvSpPr/><p:nvPr/></p:nvSpPr><p:spPr><a:xfrm><a:off x="13346345" y="1973909"/><a:ext cx="1713864" cy="151765"/></a:xfrm><a:custGeom><a:avLst/><a:gdLst/><a:ahLst/><a:cxnLst/><a:rect l="l" t="t" r="r" b="b"/><a:pathLst><a:path w="1713865" h="151764"><a:moveTo><a:pt x="1713347" y="151246"/></a:moveTo><a:lnTo><a:pt x="0" y="151246"/></a:lnTo><a:lnTo><a:pt x="0" y="0"/></a:lnTo><a:lnTo><a:pt x="1713347" y="0"/></a:lnTo><a:lnTo><a:pt x="1713347" y="151246"/></a:lnTo><a:close/></a:path></a:pathLst></a:custGeom><a:solidFill><a:srgbClr val="FFFFFF"/></a:solidFill></p:spPr><p:txBody><a:bodyPr wrap="square" lIns="0" tIns="0" rIns="0" bIns="0" rtlCol="0"/><a:lstStyle/><a:p/></p:txBody></p:sp><p:sp><p:nvSpPr><p:cNvPr id="299" name="object 299"/><p:cNvSpPr txBox="1"/><p:nvPr/></p:nvSpPr><p:spPr><a:xfrm><a:off x="13751704" y="1955004"/><a:ext cx="90487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ENCLOSURE</a:t></a:r><a:r><a:rPr dirty="0" sz="950" spc="95"><a:latin typeface="Calibri"/><a:cs typeface="Calibri"/></a:rPr><a:t> </a:t></a:r><a:r><a:rPr dirty="0" sz="950" spc="-20"><a:latin typeface="Calibri"/><a:cs typeface="Calibri"/></a:rPr><a:t>TYPE</a:t></a:r><a:endParaRPr sz="950"><a:latin typeface="Calibri"/><a:cs typeface="Calibri"/></a:endParaRPr></a:p></p:txBody></p:sp><p:sp><p:nvSpPr><p:cNvPr id="300" name="object 300"/><p:cNvSpPr/><p:nvPr/></p:nvSpPr><p:spPr><a:xfrm><a:off x="15059691" y="1973909"/><a:ext cx="1073150" cy="151765"/></a:xfrm><a:custGeom><a:avLst/><a:gdLst/><a:ahLst/><a:cxnLst/><a:rect l="l" t="t" r="r" b="b"/><a:pathLst><a:path w="1073150" h="151764"><a:moveTo><a:pt x="1073149" y="151246"/></a:moveTo><a:lnTo><a:pt x="0" y="151246"/></a:lnTo><a:lnTo><a:pt x="0" y="0"/></a:lnTo><a:lnTo><a:pt x="1073149" y="0"/></a:lnTo><a:lnTo><a:pt x="1073149" y="151246"/></a:lnTo><a:close/></a:path></a:pathLst></a:custGeom><a:solidFill><a:srgbClr val="FFFFFF"/></a:solidFill></p:spPr><p:txBody><a:bodyPr wrap="square" lIns="0" tIns="0" rIns="0" bIns="0" rtlCol="0"/><a:lstStyle/><a:p/></p:txBody></p:sp><p:sp><p:nvSpPr><p:cNvPr id="301" name="object 301"/><p:cNvSpPr txBox="1"/><p:nvPr/></p:nvSpPr><p:spPr><a:xfrm><a:off x="15473196" y="1955004"/><a:ext cx="24701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0"><a:latin typeface="Calibri"/><a:cs typeface="Calibri"/></a:rPr><a:t>IP55</a:t></a:r><a:endParaRPr sz="950"><a:latin typeface="Calibri"/><a:cs typeface="Calibri"/></a:endParaRPr></a:p></p:txBody></p:sp><p:sp><p:nvSpPr><p:cNvPr id="302" name="object 302"/><p:cNvSpPr txBox="1"/><p:nvPr/></p:nvSpPr><p:spPr><a:xfrm><a:off x="16556429" y="1955004"/><a:ext cx="22542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5"><a:latin typeface="Calibri"/><a:cs typeface="Calibri"/></a:rPr><a:t>N/A</a:t></a:r><a:endParaRPr sz="950"><a:latin typeface="Calibri"/><a:cs typeface="Calibri"/></a:endParaRPr></a:p></p:txBody></p:sp><p:sp><p:nvSpPr><p:cNvPr id="303" name="object 303"/><p:cNvSpPr txBox="1"/><p:nvPr/></p:nvSpPr><p:spPr><a:xfrm><a:off x="17618254" y="1955004"/><a:ext cx="24701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0"><a:latin typeface="Calibri"/><a:cs typeface="Calibri"/></a:rPr><a:t>IP54</a:t></a:r><a:endParaRPr sz="950"><a:latin typeface="Calibri"/><a:cs typeface="Calibri"/></a:endParaRPr></a:p></p:txBody></p:sp><p:sp><p:nvSpPr><p:cNvPr id="304" name="object 304"/><p:cNvSpPr/><p:nvPr/></p:nvSpPr><p:spPr><a:xfrm><a:off x="13346345" y="2125155"/><a:ext cx="1713864" cy="151765"/></a:xfrm><a:custGeom><a:avLst/><a:gdLst/><a:ahLst/><a:cxnLst/><a:rect l="l" t="t" r="r" b="b"/><a:pathLst><a:path w="1713865" h="151764"><a:moveTo><a:pt x="1713347" y="151246"/></a:moveTo><a:lnTo><a:pt x="0" y="151246"/></a:lnTo><a:lnTo><a:pt x="0" y="0"/></a:lnTo><a:lnTo><a:pt x="1713347" y="0"/></a:lnTo><a:lnTo><a:pt x="1713347" y="151246"/></a:lnTo><a:close/></a:path></a:pathLst></a:custGeom><a:solidFill><a:srgbClr val="FFFFFF"/></a:solidFill></p:spPr><p:txBody><a:bodyPr wrap="square" lIns="0" tIns="0" rIns="0" bIns="0" rtlCol="0"/><a:lstStyle/><a:p/></p:txBody></p:sp><p:sp><p:nvSpPr><p:cNvPr id="305" name="object 305"/><p:cNvSpPr txBox="1"/><p:nvPr/></p:nvSpPr><p:spPr><a:xfrm><a:off x="13541900" y="2106250"/><a:ext cx="132651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RATED</a:t></a:r><a:r><a:rPr dirty="0" sz="950" spc="60"><a:latin typeface="Calibri"/><a:cs typeface="Calibri"/></a:rPr><a:t> </a:t></a:r><a:r><a:rPr dirty="0" sz="950"><a:latin typeface="Calibri"/><a:cs typeface="Calibri"/></a:rPr><a:t>OUTPUT</a:t></a:r><a:r><a:rPr dirty="0" sz="950" spc="65"><a:latin typeface="Calibri"/><a:cs typeface="Calibri"/></a:rPr><a:t> </a:t></a:r><a:r><a:rPr dirty="0" sz="950" spc="-10"><a:latin typeface="Calibri"/><a:cs typeface="Calibri"/></a:rPr><a:t>CURRENT</a:t></a:r><a:endParaRPr sz="950"><a:latin typeface="Calibri"/><a:cs typeface="Calibri"/></a:endParaRPr></a:p></p:txBody></p:sp><p:sp><p:nvSpPr><p:cNvPr id="306" name="object 306"/><p:cNvSpPr/><p:nvPr/></p:nvSpPr><p:spPr><a:xfrm><a:off x="15059691" y="2125155"/><a:ext cx="1073150" cy="151765"/></a:xfrm><a:custGeom><a:avLst/><a:gdLst/><a:ahLst/><a:cxnLst/><a:rect l="l" t="t" r="r" b="b"/><a:pathLst><a:path w="1073150" h="151764"><a:moveTo><a:pt x="1073149" y="151246"/></a:moveTo><a:lnTo><a:pt x="0" y="151246"/></a:lnTo><a:lnTo><a:pt x="0" y="0"/></a:lnTo><a:lnTo><a:pt x="1073149" y="0"/></a:lnTo><a:lnTo><a:pt x="1073149" y="151246"/></a:lnTo><a:close/></a:path></a:pathLst></a:custGeom><a:solidFill><a:srgbClr val="FFFFFF"/></a:solidFill></p:spPr><p:txBody><a:bodyPr wrap="square" lIns="0" tIns="0" rIns="0" bIns="0" rtlCol="0"/><a:lstStyle/><a:p/></p:txBody></p:sp><p:sp><p:nvSpPr><p:cNvPr id="307" name="object 307"/><p:cNvSpPr txBox="1"/><p:nvPr/></p:nvSpPr><p:spPr><a:xfrm><a:off x="15330870" y="2106250"/><a:ext cx="53213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endParaRPr sz="950"><a:latin typeface="Calibri"/><a:cs typeface="Calibri"/></a:endParaRPr><a:r><a:rPr dirty="0" sz="950"><a:latin typeface="Calibri"/><a:t>{{DC_A}}A (DC)</a:t></a:r></a:p></p:txBody></p:sp><p:sp><p:nvSpPr><p:cNvPr id="308" name="object 308"/><p:cNvSpPr txBox="1"/><p:nvPr/></p:nvSpPr><p:spPr><a:xfrm><a:off x="16556429" y="2106250"/><a:ext cx="22542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5"><a:latin typeface="Calibri"/><a:cs typeface="Calibri"/></a:rPr><a:t>N/A</a:t></a:r><a:endParaRPr sz="950"><a:latin typeface="Calibri"/><a:cs typeface="Calibri"/></a:endParaRPr></a:p></p:txBody></p:sp><p:sp><p:nvSpPr><p:cNvPr id="309" name="object 309"/><p:cNvSpPr txBox="1"/><p:nvPr/></p:nvSpPr><p:spPr><a:xfrm><a:off x="17431066" y="2106250"/><a:ext cx="64960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endParaRPr sz="950"><a:latin typeface="Calibri"/><a:cs typeface="Calibri"/></a:endParaRPr><a:r><a:rPr dirty="0" sz="950"><a:latin typeface="Calibri"/><a:t>{{INV_AC}} A (AC)</a:t></a:r></a:p></p:txBody></p:sp><p:grpSp><p:nvGrpSpPr><p:cNvPr id="310" name="object 310"/><p:cNvGrpSpPr/><p:nvPr/></p:nvGrpSpPr><p:grpSpPr><a:xfrm><a:off x="13189066" y="382504"/><a:ext cx="5094605" cy="1900555"/><a:chOff x="13189066" y="382504"/><a:chExt cx="5094605" cy="1900555"/></a:xfrm></p:grpSpPr><p:sp><p:nvSpPr><p:cNvPr id="311" name="object 311"/><p:cNvSpPr/><p:nvPr/></p:nvSpPr><p:spPr><a:xfrm><a:off x="13346344" y="539782"/><a:ext cx="4931410" cy="0"/></a:xfrm><a:custGeom><a:avLst/><a:gdLst/><a:ahLst/><a:cxnLst/><a:rect l="l" t="t" r="r" b="b"/><a:pathLst><a:path w="4931409" h="0"><a:moveTo><a:pt x="0" y="0"/></a:moveTo><a:lnTo><a:pt x="1713347" y="0"/></a:lnTo><a:lnTo><a:pt x="2786496" y="0"/></a:lnTo><a:lnTo><a:pt x="3858792" y="0"/></a:lnTo><a:lnTo><a:pt x="4931088" y="0"/></a:lnTo></a:path></a:pathLst></a:custGeom><a:ln w="11634"><a:solidFill><a:srgbClr val="000000"/></a:solidFill></a:ln></p:spPr><p:txBody><a:bodyPr wrap="square" lIns="0" tIns="0" rIns="0" bIns="0" rtlCol="0"/><a:lstStyle/><a:p/></p:txBody></p:sp><p:sp><p:nvSpPr><p:cNvPr id="312" name="object 312"/><p:cNvSpPr/><p:nvPr/></p:nvSpPr><p:spPr><a:xfrm><a:off x="13346344" y="691028"/><a:ext cx="4931410" cy="0"/></a:xfrm><a:custGeom><a:avLst/><a:gdLst/><a:ahLst/><a:cxnLst/><a:rect l="l" t="t" r="r" b="b"/><a:pathLst><a:path w="4931409" h="0"><a:moveTo><a:pt x="0" y="0"/></a:moveTo><a:lnTo><a:pt x="1713347" y="0"/></a:lnTo><a:lnTo><a:pt x="2786496" y="0"/></a:lnTo><a:lnTo><a:pt x="3858792" y="0"/></a:lnTo><a:lnTo><a:pt x="493108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13" name="object 313"/><p:cNvSpPr/><p:nvPr/></p:nvSpPr><p:spPr><a:xfrm><a:off x="13346344" y="915186"/><a:ext cx="4931410" cy="0"/></a:xfrm><a:custGeom><a:avLst/><a:gdLst/><a:ahLst/><a:cxnLst/><a:rect l="l" t="t" r="r" b="b"/><a:pathLst><a:path w="4931409" h="0"><a:moveTo><a:pt x="0" y="0"/></a:moveTo><a:lnTo><a:pt x="1713347" y="0"/></a:lnTo><a:lnTo><a:pt x="2786496" y="0"/></a:lnTo><a:lnTo><a:pt x="3858792" y="0"/></a:lnTo><a:lnTo><a:pt x="4931088" y="0"/></a:lnTo></a:path></a:pathLst></a:custGeom><a:ln w="11634"><a:solidFill><a:srgbClr val="000000"/></a:solidFill></a:ln></p:spPr><p:txBody><a:bodyPr wrap="square" lIns="0" tIns="0" rIns="0" bIns="0" rtlCol="0"/><a:lstStyle/><a:p/></p:txBody></p:sp><p:sp><p:nvSpPr><p:cNvPr id="314" name="object 314"/><p:cNvSpPr/><p:nvPr/></p:nvSpPr><p:spPr><a:xfrm><a:off x="13346344" y="388536"/><a:ext cx="4931410" cy="1888489"/></a:xfrm><a:custGeom><a:avLst/><a:gdLst/><a:ahLst/><a:cxnLst/><a:rect l="l" t="t" r="r" b="b"/><a:pathLst><a:path w="4931409" h="1888489"><a:moveTo><a:pt x="0" y="677895"/></a:moveTo><a:lnTo><a:pt x="1713347" y="677895"/></a:lnTo><a:lnTo><a:pt x="2786496" y="677895"/></a:lnTo><a:lnTo><a:pt x="3858792" y="677895"/></a:lnTo><a:lnTo><a:pt x="4931088" y="677895"/></a:lnTo></a:path><a:path w="4931409" h="1888489"><a:moveTo><a:pt x="0" y="829142"/></a:moveTo><a:lnTo><a:pt x="1713347" y="829142"/></a:lnTo><a:lnTo><a:pt x="2786496" y="829142"/></a:lnTo><a:lnTo><a:pt x="3858792" y="829142"/></a:lnTo><a:lnTo><a:pt x="4931088" y="829142"/></a:lnTo></a:path><a:path w="4931409" h="1888489"><a:moveTo><a:pt x="0" y="980388"/></a:moveTo><a:lnTo><a:pt x="1713347" y="980388"/></a:lnTo><a:lnTo><a:pt x="2786496" y="980388"/></a:lnTo><a:lnTo><a:pt x="3858792" y="980388"/></a:lnTo><a:lnTo><a:pt x="4931088" y="980388"/></a:lnTo></a:path><a:path w="4931409" h="1888489"><a:moveTo><a:pt x="0" y="1131634"/></a:moveTo><a:lnTo><a:pt x="1713347" y="1131634"/></a:lnTo><a:lnTo><a:pt x="2786496" y="1131634"/></a:lnTo><a:lnTo><a:pt x="3858792" y="1131634"/></a:lnTo><a:lnTo><a:pt x="4931088" y="1131634"/></a:lnTo></a:path><a:path w="4931409" h="1888489"><a:moveTo><a:pt x="0" y="1282880"/></a:moveTo><a:lnTo><a:pt x="1713347" y="1282880"/></a:lnTo><a:lnTo><a:pt x="2786496" y="1282880"/></a:lnTo><a:lnTo><a:pt x="3858792" y="1282880"/></a:lnTo><a:lnTo><a:pt x="4931088" y="1282880"/></a:lnTo></a:path><a:path w="4931409" h="1888489"><a:moveTo><a:pt x="0" y="1434126"/></a:moveTo><a:lnTo><a:pt x="1713347" y="1434126"/></a:lnTo><a:lnTo><a:pt x="2786496" y="1434126"/></a:lnTo><a:lnTo><a:pt x="3858792" y="1434126"/></a:lnTo><a:lnTo><a:pt x="4931088" y="1434126"/></a:lnTo></a:path><a:path w="4931409" h="1888489"><a:moveTo><a:pt x="0" y="1585372"/></a:moveTo><a:lnTo><a:pt x="1713347" y="1585372"/></a:lnTo><a:lnTo><a:pt x="2786496" y="1585372"/></a:lnTo><a:lnTo><a:pt x="3858792" y="1585372"/></a:lnTo><a:lnTo><a:pt x="4931088" y="1585372"/></a:lnTo></a:path><a:path w="4931409" h="1888489"><a:moveTo><a:pt x="0" y="1736618"/></a:moveTo><a:lnTo><a:pt x="1713347" y="1736618"/></a:lnTo><a:lnTo><a:pt x="2786496" y="1736618"/></a:lnTo><a:lnTo><a:pt x="3858792" y="1736618"/></a:lnTo><a:lnTo><a:pt x="4931088" y="1736618"/></a:lnTo></a:path><a:path w="4931409" h="1888489"><a:moveTo><a:pt x="1713347" y="0"/></a:moveTo><a:lnTo><a:pt x="1713347" y="0"/></a:lnTo><a:lnTo><a:pt x="1713347" y="1736618"/></a:lnTo><a:lnTo><a:pt x="1713347" y="1887864"/></a:lnTo></a:path><a:path w="4931409" h="1888489"><a:moveTo><a:pt x="2786496" y="0"/></a:moveTo><a:lnTo><a:pt x="2786496" y="0"/></a:lnTo><a:lnTo><a:pt x="2786496" y="1736618"/></a:lnTo><a:lnTo><a:pt x="2786496" y="1887864"/></a:lnTo></a:path><a:path w="4931409" h="1888489"><a:moveTo><a:pt x="3858792" y="0"/></a:moveTo><a:lnTo><a:pt x="3858792" y="0"/></a:lnTo><a:lnTo><a:pt x="3858792" y="1736618"/></a:lnTo><a:lnTo><a:pt x="3858792" y="1887864"/></a:lnTo></a:path></a:pathLst></a:custGeom><a:ln w="7756"><a:solidFill><a:srgbClr val="000000"/></a:solidFill></a:ln></p:spPr><p:txBody><a:bodyPr wrap="square" lIns="0" tIns="0" rIns="0" bIns="0" rtlCol="0"/><a:lstStyle/><a:p/></p:txBody></p:sp><p:sp><p:nvSpPr><p:cNvPr id="315" name="object 315"/><p:cNvSpPr/><p:nvPr/></p:nvSpPr><p:spPr><a:xfrm><a:off x="13195098" y="388536"/><a:ext cx="5082540" cy="1888489"/></a:xfrm><a:custGeom><a:avLst/><a:gdLst/><a:ahLst/><a:cxnLst/><a:rect l="l" t="t" r="r" b="b"/><a:pathLst><a:path w="5082540" h="1888489"><a:moveTo><a:pt x="151246" y="0"/></a:moveTo><a:lnTo><a:pt x="5082334" y="0"/></a:lnTo><a:lnTo><a:pt x="5082334" y="1887864"/></a:lnTo><a:lnTo><a:pt x="151246" y="1887864"/></a:lnTo><a:lnTo><a:pt x="151246" y="0"/></a:lnTo><a:close/></a:path><a:path w="5082540" h="1888489"><a:moveTo><a:pt x="0" y="0"/></a:moveTo><a:lnTo><a:pt x="151246" y="0"/></a:lnTo><a:lnTo><a:pt x="151246" y="1888113"/></a:lnTo><a:lnTo><a:pt x="0" y="1888113"/></a:lnTo><a:lnTo><a:pt x="0" y="0"/></a:lnTo><a:close/></a:path></a:pathLst></a:custGeom><a:ln w="11634"><a:solidFill><a:srgbClr val="000000"/></a:solidFill></a:ln></p:spPr><p:txBody><a:bodyPr wrap="square" lIns="0" tIns="0" rIns="0" bIns="0" rtlCol="0"/><a:lstStyle/><a:p/></p:txBody></p:sp><p:sp><p:nvSpPr><p:cNvPr id="316" name="object 316"/><p:cNvSpPr/><p:nvPr/></p:nvSpPr><p:spPr><a:xfrm><a:off x="13195098" y="388535"/><a:ext cx="151765" cy="1888489"/></a:xfrm><a:custGeom><a:avLst/><a:gdLst/><a:ahLst/><a:cxnLst/><a:rect l="l" t="t" r="r" b="b"/><a:pathLst><a:path w="151765" h="1888489"><a:moveTo><a:pt x="151246" y="1888113"/></a:moveTo><a:lnTo><a:pt x="0" y="1888113"/></a:lnTo><a:lnTo><a:pt x="0" y="0"/></a:lnTo><a:lnTo><a:pt x="151246" y="0"/></a:lnTo><a:lnTo><a:pt x="151246" y="1888113"/></a:lnTo><a:close/></a:path></a:pathLst></a:custGeom><a:solidFill><a:srgbClr val="FFFFFF"/></a:solidFill></p:spPr><p:txBody><a:bodyPr wrap="square" lIns="0" tIns="0" rIns="0" bIns="0" rtlCol="0"/><a:lstStyle/><a:p/></p:txBody></p:sp></p:grpSp><p:sp><p:nvSpPr><p:cNvPr id="317" name="object 317"/><p:cNvSpPr txBox="1"/><p:nvPr/></p:nvSpPr><p:spPr><a:xfrm><a:off x="13207187" y="1053458"/><a:ext cx="149860" cy="556895"/></a:xfrm><a:prstGeom prst="rect"><a:avLst/></a:prstGeom></p:spPr><p:txBody><a:bodyPr wrap="square" lIns="0" tIns="0" rIns="0" bIns="0" rtlCol="0" vert="vert270"><a:spAutoFit/></a:bodyPr><a:lstStyle/><a:p><a:pPr marL="12700"><a:lnSpc><a:spcPts val="1025"/></a:lnSpc></a:pPr><a:r><a:rPr dirty="0" sz="950" b="1"><a:latin typeface="Calibri"/><a:cs typeface="Calibri"/></a:rPr><a:t>BESS</a:t></a:r><a:r><a:rPr dirty="0" sz="950" spc="40" b="1"><a:latin typeface="Calibri"/><a:cs typeface="Calibri"/></a:rPr><a:t> </a:t></a:r><a:r><a:rPr dirty="0" sz="950" spc="-20" b="1"><a:latin typeface="Calibri"/><a:cs typeface="Calibri"/></a:rPr><a:t>INFO</a:t></a:r><a:endParaRPr sz="950"><a:latin typeface="Calibri"/><a:cs typeface="Calibri"/></a:endParaRPr></a:p></p:txBody></p:sp><p:grpSp><p:nvGrpSpPr><p:cNvPr id="318" name="object 318"/><p:cNvGrpSpPr/><p:nvPr/></p:nvGrpSpPr><p:grpSpPr><a:xfrm><a:off x="7912550" y="382504"/><a:ext cx="5440045" cy="5139055"/><a:chOff x="7912550" y="382504"/><a:chExt cx="5440045" cy="5139055"/></a:xfrm></p:grpSpPr><p:sp><p:nvSpPr><p:cNvPr id="319" name="object 319"/><p:cNvSpPr/><p:nvPr/></p:nvSpPr><p:spPr><a:xfrm><a:off x="13189280" y="540071"/><a:ext cx="12065" cy="1583690"/></a:xfrm><a:custGeom><a:avLst/><a:gdLst/><a:ahLst/><a:cxnLst/><a:rect l="l" t="t" r="r" b="b"/><a:pathLst><a:path w="12065" h="1583689"><a:moveTo><a:pt x="9690" y="1579245"/></a:moveTo><a:lnTo><a:pt x="8559" y="1576501"/></a:lnTo><a:lnTo><a:pt x="5816" y="1575358"/></a:lnTo><a:lnTo><a:pt x="3073" y="1576501"/></a:lnTo><a:lnTo><a:pt x="1930" y="1579245"/></a:lnTo><a:lnTo><a:pt x="3073" y="1581988"/></a:lnTo><a:lnTo><a:pt x="5816" y="1583118"/></a:lnTo><a:lnTo><a:pt x="8559" y="1581988"/></a:lnTo><a:lnTo><a:pt x="9690" y="1579245"/></a:lnTo><a:close/></a:path><a:path w="12065" h="1583689"><a:moveTo><a:pt x="9690" y="1421904"/></a:moveTo><a:lnTo><a:pt x="8559" y="1419161"/></a:lnTo><a:lnTo><a:pt x="5816" y="1418018"/></a:lnTo><a:lnTo><a:pt x="3073" y="1419161"/></a:lnTo><a:lnTo><a:pt x="1930" y="1421904"/></a:lnTo><a:lnTo><a:pt x="3073" y="1424635"/></a:lnTo><a:lnTo><a:pt x="5816" y="1425778"/></a:lnTo><a:lnTo><a:pt x="8559" y="1424635"/></a:lnTo><a:lnTo><a:pt x="9690" y="1421904"/></a:lnTo><a:close/></a:path><a:path w="12065" h="1583689"><a:moveTo><a:pt x="9690" y="1264551"/></a:moveTo><a:lnTo><a:pt x="8559" y="1261808"/></a:lnTo><a:lnTo><a:pt x="5816" y="1260678"/></a:lnTo><a:lnTo><a:pt x="3073" y="1261808"/></a:lnTo><a:lnTo><a:pt x="1930" y="1264551"/></a:lnTo><a:lnTo><a:pt x="3073" y="1267294"/></a:lnTo><a:lnTo><a:pt x="5816" y="1268437"/></a:lnTo><a:lnTo><a:pt x="8559" y="1267294"/></a:lnTo><a:lnTo><a:pt x="9690" y="1264551"/></a:lnTo><a:close/></a:path><a:path w="12065" h="1583689"><a:moveTo><a:pt x="9690" y="1107211"/></a:moveTo><a:lnTo><a:pt x="8559" y="1104468"/></a:lnTo><a:lnTo><a:pt x="5816" y="1103337"/></a:lnTo><a:lnTo><a:pt x="3073" y="1104468"/></a:lnTo><a:lnTo><a:pt x="1930" y="1107211"/></a:lnTo><a:lnTo><a:pt x="3073" y="1109954"/></a:lnTo><a:lnTo><a:pt x="5816" y="1111097"/></a:lnTo><a:lnTo><a:pt x="8559" y="1109954"/></a:lnTo><a:lnTo><a:pt x="9690" y="1107211"/></a:lnTo><a:close/></a:path><a:path w="12065" h="1583689"><a:moveTo><a:pt x="9690" y="949871"/></a:moveTo><a:lnTo><a:pt x="8559" y="947127"/></a:lnTo><a:lnTo><a:pt x="5816" y="945997"/></a:lnTo><a:lnTo><a:pt x="3073" y="947127"/></a:lnTo><a:lnTo><a:pt x="1930" y="949871"/></a:lnTo><a:lnTo><a:pt x="3073" y="952614"/></a:lnTo><a:lnTo><a:pt x="5816" y="953744"/></a:lnTo><a:lnTo><a:pt x="8559" y="952614"/></a:lnTo><a:lnTo><a:pt x="9690" y="949871"/></a:lnTo><a:close/></a:path><a:path w="12065" h="1583689"><a:moveTo><a:pt x="9690" y="792530"/></a:moveTo><a:lnTo><a:pt x="8559" y="789787"/></a:lnTo><a:lnTo><a:pt x="5816" y="788657"/></a:lnTo><a:lnTo><a:pt x="3073" y="789787"/></a:lnTo><a:lnTo><a:pt x="1930" y="792530"/></a:lnTo><a:lnTo><a:pt x="3073" y="795274"/></a:lnTo><a:lnTo><a:pt x="5816" y="796404"/></a:lnTo><a:lnTo><a:pt x="8559" y="795274"/></a:lnTo><a:lnTo><a:pt x="9690" y="792530"/></a:lnTo><a:close/></a:path><a:path w="12065" h="1583689"><a:moveTo><a:pt x="9690" y="635190"/></a:moveTo><a:lnTo><a:pt x="8559" y="632447"/></a:lnTo><a:lnTo><a:pt x="5816" y="631304"/></a:lnTo><a:lnTo><a:pt x="3073" y="632447"/></a:lnTo><a:lnTo><a:pt x="1930" y="635190"/></a:lnTo><a:lnTo><a:pt x="3073" y="637933"/></a:lnTo><a:lnTo><a:pt x="5816" y="639064"/></a:lnTo><a:lnTo><a:pt x="8559" y="637933"/></a:lnTo><a:lnTo><a:pt x="9690" y="635190"/></a:lnTo><a:close/></a:path><a:path w="12065" h="1583689"><a:moveTo><a:pt x="9690" y="477850"/></a:moveTo><a:lnTo><a:pt x="8559" y="475107"/></a:lnTo><a:lnTo><a:pt x="5816" y="473964"/></a:lnTo><a:lnTo><a:pt x="3073" y="475107"/></a:lnTo><a:lnTo><a:pt x="1930" y="477850"/></a:lnTo><a:lnTo><a:pt x="3073" y="480580"/></a:lnTo><a:lnTo><a:pt x="5816" y="481723"/></a:lnTo><a:lnTo><a:pt x="8559" y="480580"/></a:lnTo><a:lnTo><a:pt x="9690" y="477850"/></a:lnTo><a:close/></a:path><a:path w="12065" h="1583689"><a:moveTo><a:pt x="9690" y="163156"/></a:moveTo><a:lnTo><a:pt x="8559" y="160413"/></a:lnTo><a:lnTo><a:pt x="5816" y="159283"/></a:lnTo><a:lnTo><a:pt x="3073" y="160413"/></a:lnTo><a:lnTo><a:pt x="1930" y="163156"/></a:lnTo><a:lnTo><a:pt x="3073" y="165900"/></a:lnTo><a:lnTo><a:pt x="5816" y="167030"/></a:lnTo><a:lnTo><a:pt x="8559" y="165900"/></a:lnTo><a:lnTo><a:pt x="9690" y="163156"/></a:lnTo><a:close/></a:path><a:path w="12065" h="1583689"><a:moveTo><a:pt x="11633" y="320497"/></a:moveTo><a:lnTo><a:pt x="9931" y="316382"/></a:lnTo><a:lnTo><a:pt x="5816" y="314680"/></a:lnTo><a:lnTo><a:pt x="1701" y="316382"/></a:lnTo><a:lnTo><a:pt x="0" y="320497"/></a:lnTo><a:lnTo><a:pt x="1701" y="324612"/></a:lnTo><a:lnTo><a:pt x="5816" y="326313"/></a:lnTo><a:lnTo><a:pt x="9931" y="324612"/></a:lnTo><a:lnTo><a:pt x="11633" y="320497"/></a:lnTo><a:close/></a:path><a:path w="12065" h="1583689"><a:moveTo><a:pt x="11633" y="5816"/></a:moveTo><a:lnTo><a:pt x="9931" y="1701"/></a:lnTo><a:lnTo><a:pt x="5816" y="0"/></a:lnTo><a:lnTo><a:pt x="1701" y="1701"/></a:lnTo><a:lnTo><a:pt x="0" y="5816"/></a:lnTo><a:lnTo><a:pt x="1701" y="9931"/></a:lnTo><a:lnTo><a:pt x="5816" y="11633"/></a:lnTo><a:lnTo><a:pt x="9931" y="9931"/></a:lnTo><a:lnTo><a:pt x="11633" y="5816"/></a:lnTo><a:close/></a:path></a:pathLst></a:custGeom><a:solidFill><a:srgbClr val="000000"/></a:solidFill></p:spPr><p:txBody><a:bodyPr wrap="square" lIns="0" tIns="0" rIns="0" bIns="0" rtlCol="0"/><a:lstStyle/><a:p/></p:txBody></p:sp><p:sp><p:nvSpPr><p:cNvPr id="320" name="object 320"/><p:cNvSpPr/><p:nvPr/></p:nvSpPr><p:spPr><a:xfrm><a:off x="13195099" y="388536"/><a:ext cx="151765" cy="1888489"/></a:xfrm><a:custGeom><a:avLst/><a:gdLst/><a:ahLst/><a:cxnLst/><a:rect l="l" t="t" r="r" b="b"/><a:pathLst><a:path w="151765" h="1888489"><a:moveTo><a:pt x="0" y="0"/></a:moveTo><a:lnTo><a:pt x="151246" y="0"/></a:lnTo><a:lnTo><a:pt x="151246" y="1888113"/></a:lnTo><a:lnTo><a:pt x="0" y="1888113"/></a:lnTo><a:lnTo><a:pt x="0" y="0"/></a:lnTo><a:close/></a:path></a:pathLst></a:custGeom><a:ln w="11634"><a:solidFill><a:srgbClr val="000000"/></a:solidFill></a:ln></p:spPr><p:txBody><a:bodyPr wrap="square" lIns="0" tIns="0" rIns="0" bIns="0" rtlCol="0"/><a:lstStyle/><a:p/></p:txBody></p:sp><p:sp><p:nvSpPr><p:cNvPr id="321" name="object 321"/><p:cNvSpPr/><p:nvPr/></p:nvSpPr><p:spPr><a:xfrm><a:off x="7920487" y="1689822"/><a:ext cx="2077085" cy="3823335"/></a:xfrm><a:custGeom><a:avLst/><a:gdLst/><a:ahLst/><a:cxnLst/><a:rect l="l" t="t" r="r" b="b"/><a:pathLst><a:path w="2077084" h="3823335"><a:moveTo><a:pt x="2076958" y="3823191"/></a:moveTo><a:lnTo><a:pt x="0" y="3593444"/></a:lnTo><a:lnTo><a:pt x="69728" y="2959770"/></a:lnTo><a:lnTo><a:pt x="332276" y="2991221"/></a:lnTo><a:lnTo><a:pt x="651133" y="0"/></a:lnTo></a:path></a:pathLst></a:custGeom><a:ln w="15512"><a:solidFill><a:srgbClr val="000000"/></a:solidFill><a:prstDash val="dash"/></a:ln></p:spPr><p:txBody><a:bodyPr wrap="square" lIns="0" tIns="0" rIns="0" bIns="0" rtlCol="0"/><a:lstStyle/><a:p/></p:txBody></p:sp><p:sp><p:nvSpPr><p:cNvPr id="322" name="object 322"/><p:cNvSpPr/><p:nvPr/></p:nvSpPr><p:spPr><a:xfrm><a:off x="10395649" y="1427541"/><a:ext cx="378460" cy="488950"/></a:xfrm><a:custGeom><a:avLst/><a:gdLst/><a:ahLst/><a:cxnLst/><a:rect l="l" t="t" r="r" b="b"/><a:pathLst><a:path w="378459" h="488950"><a:moveTo><a:pt x="330104" y="488755"/></a:moveTo><a:lnTo><a:pt x="375323" y="63242"/></a:lnTo></a:path><a:path w="378459" h="488950"><a:moveTo><a:pt x="375323" y="63242"/></a:moveTo><a:lnTo><a:pt x="378276" y="35389"/></a:lnTo></a:path><a:path w="378459" h="488950"><a:moveTo><a:pt x="0" y="425372"/></a:moveTo><a:lnTo><a:pt x="42271" y="27858"/></a:lnTo></a:path><a:path w="378459" h="488950"><a:moveTo><a:pt x="42271" y="27858"/></a:moveTo><a:lnTo><a:pt x="45225" y="0"/></a:lnTo></a:path><a:path w="378459" h="488950"><a:moveTo><a:pt x="375323" y="63242"/></a:moveTo><a:lnTo><a:pt x="42271" y="27858"/></a:lnTo></a:path></a:pathLst></a:custGeom><a:ln w="3878"><a:solidFill><a:srgbClr val="000000"/></a:solidFill></a:ln></p:spPr><p:txBody><a:bodyPr wrap="square" lIns="0" tIns="0" rIns="0" bIns="0" rtlCol="0"/><a:lstStyle/><a:p/></p:txBody></p:sp><p:sp><p:nvSpPr><p:cNvPr id="323" name="object 323"/><p:cNvSpPr/><p:nvPr/></p:nvSpPr><p:spPr><a:xfrm><a:off x="10758175" y="1480444"/><a:ext cx="26034" cy="20955"/></a:xfrm><a:custGeom><a:avLst/><a:gdLst/><a:ahLst/><a:cxnLst/><a:rect l="l" t="t" r="r" b="b"/><a:pathLst><a:path w="26034" h="20955"><a:moveTo><a:pt x="0" y="20678"/></a:moveTo><a:lnTo><a:pt x="2559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24" name="object 324"/><p:cNvSpPr/><p:nvPr/></p:nvSpPr><p:spPr><a:xfrm><a:off x="10770972" y="1490783"/><a:ext cx="23495" cy="2540"/></a:xfrm><a:custGeom><a:avLst/><a:gdLst/><a:ahLst/><a:cxnLst/><a:rect l="l" t="t" r="r" b="b"/><a:pathLst><a:path w="23495" h="2540"><a:moveTo><a:pt x="0" y="0"/></a:moveTo><a:lnTo><a:pt x="23113" y="2458"/></a:lnTo></a:path></a:pathLst></a:custGeom><a:ln w="3878"><a:solidFill><a:srgbClr val="000000"/></a:solidFill></a:ln></p:spPr><p:txBody><a:bodyPr wrap="square" lIns="0" tIns="0" rIns="0" bIns="0" rtlCol="0"/><a:lstStyle/><a:p/></p:txBody></p:sp><p:sp><p:nvSpPr><p:cNvPr id="325" name="object 325"/><p:cNvSpPr/><p:nvPr/></p:nvSpPr><p:spPr><a:xfrm><a:off x="10425123" y="1445061"/><a:ext cx="26034" cy="20955"/></a:xfrm><a:custGeom><a:avLst/><a:gdLst/><a:ahLst/><a:cxnLst/><a:rect l="l" t="t" r="r" b="b"/><a:pathLst><a:path w="26034" h="20955"><a:moveTo><a:pt x="25595" y="0"/></a:moveTo><a:lnTo><a:pt x="0" y="20678"/></a:lnTo></a:path></a:pathLst></a:custGeom><a:ln w="7756"><a:solidFill><a:srgbClr val="000000"/></a:solidFill></a:ln></p:spPr><p:txBody><a:bodyPr wrap="square" lIns="0" tIns="0" rIns="0" bIns="0" rtlCol="0"/><a:lstStyle/><a:p/></p:txBody></p:sp><p:sp><p:nvSpPr><p:cNvPr id="326" name="object 326"/><p:cNvSpPr/><p:nvPr/></p:nvSpPr><p:spPr><a:xfrm><a:off x="10414730" y="1452941"/><a:ext cx="23495" cy="2540"/></a:xfrm><a:custGeom><a:avLst/><a:gdLst/><a:ahLst/><a:cxnLst/><a:rect l="l" t="t" r="r" b="b"/><a:pathLst><a:path w="23495" h="2540"><a:moveTo><a:pt x="23191" y="2458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327" name="object 327"/><p:cNvSpPr/><p:nvPr/></p:nvSpPr><p:spPr><a:xfrm><a:off x="10284580" y="1299483"/><a:ext cx="657860" cy="180340"/></a:xfrm><a:custGeom><a:avLst/><a:gdLst/><a:ahLst/><a:cxnLst/><a:rect l="l" t="t" r="r" b="b"/><a:pathLst><a:path w="657859" h="180340"><a:moveTo><a:pt x="645549" y="180044"/></a:moveTo><a:lnTo><a:pt x="0" y="111448"/></a:lnTo><a:lnTo><a:pt x="11867" y="0"/></a:lnTo><a:lnTo><a:pt x="657416" y="68595"/></a:lnTo><a:lnTo><a:pt x="645549" y="180044"/></a:lnTo><a:close/></a:path></a:pathLst></a:custGeom><a:solidFill><a:srgbClr val="FFFFFF"/></a:solidFill></p:spPr><p:txBody><a:bodyPr wrap="square" lIns="0" tIns="0" rIns="0" bIns="0" rtlCol="0"/><a:lstStyle/><a:p/></p:txBody></p:sp><p:sp><p:nvSpPr><p:cNvPr id="328" name="object 328"/><p:cNvSpPr/><p:nvPr/></p:nvSpPr><p:spPr><a:xfrm><a:off x="10284580" y="1299483"/><a:ext cx="657860" cy="180340"/></a:xfrm><a:custGeom><a:avLst/><a:gdLst/><a:ahLst/><a:cxnLst/><a:rect l="l" t="t" r="r" b="b"/><a:pathLst><a:path w="657859" h="180340"><a:moveTo><a:pt x="11867" y="0"/></a:moveTo><a:lnTo><a:pt x="657416" y="68595"/></a:lnTo><a:lnTo><a:pt x="645549" y="180044"/></a:lnTo><a:lnTo><a:pt x="0" y="111448"/></a:lnTo><a:lnTo><a:pt x="11867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329" name="object 329"/><p:cNvSpPr txBox="1"/><p:nvPr/></p:nvSpPr><p:spPr><a:xfrm rot="360000"><a:off x="10334586" y="1348227"/><a:ext cx="558402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3&apos;-0&quot;</a:t></a:r><a:r><a:rPr dirty="0" sz="700" spc="75"><a:latin typeface="Verdana"/><a:cs typeface="Verdana"/></a:rPr><a:t> </a:t></a:r><a:r><a:rPr dirty="0" sz="700" spc="-10"><a:latin typeface="Verdana"/><a:cs typeface="Verdana"/></a:rPr><a:t>(TYP.)</a:t></a:r><a:endParaRPr sz="700"><a:latin typeface="Verdana"/><a:cs typeface="Verdana"/></a:endParaRPr></a:p></p:txBody></p:sp><p:grpSp><p:nvGrpSpPr><p:cNvPr id="330" name="object 330"/><p:cNvGrpSpPr/><p:nvPr/></p:nvGrpSpPr><p:grpSpPr><a:xfrm><a:off x="9759899" y="2013891"/><a:ext cx="960119" cy="461009"/><a:chOff x="9759899" y="2013891"/><a:chExt cx="960119" cy="461009"/></a:xfrm></p:grpSpPr><p:sp><p:nvSpPr><p:cNvPr id="331" name="object 331"/><p:cNvSpPr/><p:nvPr/></p:nvSpPr><p:spPr><a:xfrm><a:off x="9781590" y="2083769"/><a:ext cx="917575" cy="389255"/></a:xfrm><a:custGeom><a:avLst/><a:gdLst/><a:ahLst/><a:cxnLst/><a:rect l="l" t="t" r="r" b="b"/><a:pathLst><a:path w="917575" h="389255"><a:moveTo><a:pt x="886147" y="388888"/></a:moveTo><a:lnTo><a:pt x="912673" y="139006"/></a:lnTo></a:path><a:path w="917575" h="389255"><a:moveTo><a:pt x="912673" y="139006"/></a:moveTo><a:lnTo><a:pt x="917171" y="96580"/></a:lnTo></a:path><a:path w="917575" h="389255"><a:moveTo><a:pt x="0" y="77275"/></a:moveTo><a:lnTo><a:pt x="3722" y="42418"/></a:lnTo></a:path><a:path w="917575" h="389255"><a:moveTo><a:pt x="3722" y="42418"/></a:moveTo><a:lnTo><a:pt x="8221" y="0"/></a:lnTo></a:path><a:path w="917575" h="389255"><a:moveTo><a:pt x="912673" y="139006"/></a:moveTo><a:lnTo><a:pt x="3722" y="42418"/></a:lnTo></a:path></a:pathLst></a:custGeom><a:ln w="3878"><a:solidFill><a:srgbClr val="000000"/></a:solidFill></a:ln></p:spPr><p:txBody><a:bodyPr wrap="square" lIns="0" tIns="0" rIns="0" bIns="0" rtlCol="0"/><a:lstStyle/><a:p/></p:txBody></p:sp><p:sp><p:nvSpPr><p:cNvPr id="332" name="object 332"/><p:cNvSpPr/><p:nvPr/></p:nvSpPr><p:spPr><a:xfrm><a:off x="10681465" y="2212437"/><a:ext cx="26034" cy="20955"/></a:xfrm><a:custGeom><a:avLst/><a:gdLst/><a:ahLst/><a:cxnLst/><a:rect l="l" t="t" r="r" b="b"/><a:pathLst><a:path w="26034" h="20955"><a:moveTo><a:pt x="0" y="20678"/></a:moveTo><a:lnTo><a:pt x="2559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33" name="object 333"/><p:cNvSpPr/><p:nvPr/></p:nvSpPr><p:spPr><a:xfrm><a:off x="10694263" y="2222776"/><a:ext cx="23495" cy="2540"/></a:xfrm><a:custGeom><a:avLst/><a:gdLst/><a:ahLst/><a:cxnLst/><a:rect l="l" t="t" r="r" b="b"/><a:pathLst><a:path w="23495" h="2539"><a:moveTo><a:pt x="0" y="0"/></a:moveTo><a:lnTo><a:pt x="23191" y="2458"/></a:lnTo></a:path></a:pathLst></a:custGeom><a:ln w="3878"><a:solidFill><a:srgbClr val="000000"/></a:solidFill></a:ln></p:spPr><p:txBody><a:bodyPr wrap="square" lIns="0" tIns="0" rIns="0" bIns="0" rtlCol="0"/><a:lstStyle/><a:p/></p:txBody></p:sp><p:sp><p:nvSpPr><p:cNvPr id="334" name="object 334"/><p:cNvSpPr/><p:nvPr/></p:nvSpPr><p:spPr><a:xfrm><a:off x="9772515" y="2115849"/><a:ext cx="26034" cy="20955"/></a:xfrm><a:custGeom><a:avLst/><a:gdLst/><a:ahLst/><a:cxnLst/><a:rect l="l" t="t" r="r" b="b"/><a:pathLst><a:path w="26034" h="20955"><a:moveTo><a:pt x="25595" y="0"/></a:moveTo><a:lnTo><a:pt x="0" y="20685"/></a:lnTo></a:path></a:pathLst></a:custGeom><a:ln w="7756"><a:solidFill><a:srgbClr val="000000"/></a:solidFill></a:ln></p:spPr><p:txBody><a:bodyPr wrap="square" lIns="0" tIns="0" rIns="0" bIns="0" rtlCol="0"/><a:lstStyle/><a:p/></p:txBody></p:sp><p:sp><p:nvSpPr><p:cNvPr id="335" name="object 335"/><p:cNvSpPr/><p:nvPr/></p:nvSpPr><p:spPr><a:xfrm><a:off x="9762122" y="2123729"/><a:ext cx="23495" cy="2540"/></a:xfrm><a:custGeom><a:avLst/><a:gdLst/><a:ahLst/><a:cxnLst/><a:rect l="l" t="t" r="r" b="b"/><a:pathLst><a:path w="23495" h="2539"><a:moveTo><a:pt x="23191" y="2458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336" name="object 336"/><p:cNvSpPr/><p:nvPr/></p:nvSpPr><p:spPr><a:xfrm><a:off x="10079428" y="2018018"/><a:ext cx="339090" cy="146685"/></a:xfrm><a:custGeom><a:avLst/><a:gdLst/><a:ahLst/><a:cxnLst/><a:rect l="l" t="t" r="r" b="b"/><a:pathLst><a:path w="339090" h="146685"><a:moveTo><a:pt x="326614" y="146150"/></a:moveTo><a:lnTo><a:pt x="0" y="111448"/></a:lnTo><a:lnTo><a:pt x="11789" y="0"/></a:lnTo><a:lnTo><a:pt x="338481" y="34701"/></a:lnTo><a:lnTo><a:pt x="326614" y="146150"/></a:lnTo><a:close/></a:path></a:pathLst></a:custGeom><a:solidFill><a:srgbClr val="FFFFFF"/></a:solidFill></p:spPr><p:txBody><a:bodyPr wrap="square" lIns="0" tIns="0" rIns="0" bIns="0" rtlCol="0"/><a:lstStyle/><a:p/></p:txBody></p:sp><p:sp><p:nvSpPr><p:cNvPr id="337" name="object 337"/><p:cNvSpPr/><p:nvPr/></p:nvSpPr><p:spPr><a:xfrm><a:off x="10079428" y="2018018"/><a:ext cx="339090" cy="146685"/></a:xfrm><a:custGeom><a:avLst/><a:gdLst/><a:ahLst/><a:cxnLst/><a:rect l="l" t="t" r="r" b="b"/><a:pathLst><a:path w="339090" h="146685"><a:moveTo><a:pt x="11789" y="0"/></a:moveTo><a:lnTo><a:pt x="338481" y="34701"/></a:lnTo><a:lnTo><a:pt x="326614" y="146150"/></a:lnTo><a:lnTo><a:pt x="0" y="111448"/></a:lnTo><a:lnTo><a:pt x="11789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338" name="object 338"/><p:cNvSpPr txBox="1"/><p:nvPr/></p:nvSpPr><p:spPr><a:xfrm rot="360000"><a:off x="10124652" y="2049615"/><a:ext cx="246923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8&apos;-</a:t></a:r><a:r><a:rPr dirty="0" sz="700" spc="-25"><a:latin typeface="Verdana"/><a:cs typeface="Verdana"/></a:rPr><a:t>2&quot;</a:t></a:r><a:endParaRPr sz="700"><a:latin typeface="Verdana"/><a:cs typeface="Verdana"/></a:endParaRPr></a:p></p:txBody></p:sp><p:sp><p:nvSpPr><p:cNvPr id="339" name="object 339"/><p:cNvSpPr/><p:nvPr/></p:nvSpPr><p:spPr><a:xfrm><a:off x="5902189" y="3579739"/><a:ext cx="2148205" cy="224154"/></a:xfrm><a:custGeom><a:avLst/><a:gdLst/><a:ahLst/><a:cxnLst/><a:rect l="l" t="t" r="r" b="b"/><a:pathLst><a:path w="2148204" h="224154"><a:moveTo><a:pt x="2147671" y="224154"/></a:moveTo><a:lnTo><a:pt x="0" y="224154"/></a:lnTo><a:lnTo><a:pt x="0" y="0"/></a:lnTo><a:lnTo><a:pt x="2147671" y="0"/></a:lnTo><a:lnTo><a:pt x="2147671" y="224154"/></a:lnTo><a:close/></a:path></a:pathLst></a:custGeom><a:solidFill><a:srgbClr val="FFFFFF"/></a:solidFill></p:spPr><p:txBody><a:bodyPr wrap="square" lIns="0" tIns="0" rIns="0" bIns="0" rtlCol="0"/><a:lstStyle/><a:p/></p:txBody></p:sp><p:sp><p:nvSpPr><p:cNvPr id="340" name="object 340"/><p:cNvSpPr txBox="1"/><p:nvPr/></p:nvSpPr><p:spPr><a:xfrm><a:off x="5902189" y="3567039"/><a:ext cx="2162810" cy="249554"/></a:xfrm><a:prstGeom prst="rect"><a:avLst/></a:prstGeom></p:spPr><p:txBody><a:bodyPr wrap="square" lIns="0" tIns="11430" rIns="0" bIns="0" rtlCol="0" vert="horz"><a:spAutoFit/></a:bodyPr><a:lstStyle/><a:p><a:pPr marL="48260" marR="83185" indent="-33020"><a:lnSpc><a:spcPct val="105100"/></a:lnSpc><a:spcBef><a:spcPts val="90"/></a:spcBef></a:pPr><a:r><a:rPr dirty="0" sz="700"><a:latin typeface="Verdana"/><a:cs typeface="Verdana"/></a:rPr><a:t>CONTAINER</a:t></a:r><a:r><a:rPr dirty="0" sz="700" spc="135"><a:latin typeface="Verdana"/><a:cs typeface="Verdana"/></a:rPr><a:t> </a:t></a:r><a:r><a:rPr dirty="0" sz="700"><a:latin typeface="Verdana"/><a:cs typeface="Verdana"/></a:rPr><a:t>DIMENSIONS</a:t></a:r><a:r><a:rPr dirty="0" sz="700" spc="135"><a:latin typeface="Verdana"/><a:cs typeface="Verdana"/></a:rPr><a:t> </a:t></a:r><a:r><a:rPr dirty="0" sz="700"><a:latin typeface="Verdana"/><a:cs typeface="Verdana"/></a:rPr><a:t>IN</a:t></a:r><a:r><a:rPr dirty="0" sz="700" spc="140"><a:latin typeface="Verdana"/><a:cs typeface="Verdana"/></a:rPr><a:t> </a:t></a:r><a:r><a:rPr dirty="0" sz="700" spc="-10"><a:latin typeface="Verdana"/><a:cs typeface="Verdana"/></a:rPr><a:t>ACCORDANCE </a:t></a:r><a:r><a:rPr dirty="0" sz="700"><a:latin typeface="Verdana"/><a:cs typeface="Verdana"/></a:rPr><a:t>TO</a:t></a:r><a:r><a:rPr dirty="0" sz="700" spc="80"><a:latin typeface="Verdana"/><a:cs typeface="Verdana"/></a:rPr><a:t> </a:t></a:r><a:r><a:rPr dirty="0" sz="700"><a:latin typeface="Verdana"/><a:cs typeface="Verdana"/></a:rPr><a:t>CFC</a:t></a:r><a:r><a:rPr dirty="0" sz="700" spc="85"><a:latin typeface="Verdana"/><a:cs typeface="Verdana"/></a:rPr><a:t> </a:t></a:r><a:r><a:rPr dirty="0" sz="700"><a:latin typeface="Verdana"/><a:cs typeface="Verdana"/></a:rPr><a:t>2022,</a:t></a:r><a:r><a:rPr dirty="0" sz="700" spc="85"><a:latin typeface="Verdana"/><a:cs typeface="Verdana"/></a:rPr><a:t> </a:t></a:r><a:r><a:rPr dirty="0" sz="700"><a:latin typeface="Verdana"/><a:cs typeface="Verdana"/></a:rPr><a:t>1207.5.6</a:t></a:r><a:r><a:rPr dirty="0" sz="700" spc="85"><a:latin typeface="Verdana"/><a:cs typeface="Verdana"/></a:rPr><a:t> </a:t></a:r><a:r><a:rPr dirty="0" sz="700" spc="-10"><a:latin typeface="Verdana"/><a:cs typeface="Verdana"/></a:rPr><a:t>(TYP.)</a:t></a:r><a:endParaRPr sz="700"><a:latin typeface="Verdana"/><a:cs typeface="Verdana"/></a:endParaRPr></a:p></p:txBody></p:sp><p:grpSp><p:nvGrpSpPr><p:cNvPr id="341" name="object 341"/><p:cNvGrpSpPr/><p:nvPr/></p:nvGrpSpPr><p:grpSpPr><a:xfrm><a:off x="5548925" y="3392232"/><a:ext cx="2945765" cy="433070"/><a:chOff x="5548925" y="3392232"/><a:chExt cx="2945765" cy="433070"/></a:xfrm></p:grpSpPr><p:sp><p:nvSpPr><p:cNvPr id="342" name="object 342"/><p:cNvSpPr/><p:nvPr/></p:nvSpPr><p:spPr><a:xfrm><a:off x="8053739" y="3429641"/><a:ext cx="404495" cy="262255"/></a:xfrm><a:custGeom><a:avLst/><a:gdLst/><a:ahLst/><a:cxnLst/><a:rect l="l" t="t" r="r" b="b"/><a:pathLst><a:path w="404495" h="262254"><a:moveTo><a:pt x="403943" y="0"/></a:moveTo><a:lnTo><a:pt x="148298" y="262175"/></a:lnTo><a:lnTo><a:pt x="0" y="262175"/></a:lnTo></a:path></a:pathLst></a:custGeom><a:ln w="7756"><a:solidFill><a:srgbClr val="000000"/></a:solidFill></a:ln></p:spPr><p:txBody><a:bodyPr wrap="square" lIns="0" tIns="0" rIns="0" bIns="0" rtlCol="0"/><a:lstStyle/><a:p/></p:txBody></p:sp><p:sp><p:nvSpPr><p:cNvPr id="343" name="object 343"/><p:cNvSpPr/><p:nvPr/></p:nvSpPr><p:spPr><a:xfrm><a:off x="8452098" y="3396359"/><a:ext cx="38100" cy="38735"/></a:xfrm><a:custGeom><a:avLst/><a:gdLst/><a:ahLst/><a:cxnLst/><a:rect l="l" t="t" r="r" b="b"/><a:pathLst><a:path w="38100" h="38735"><a:moveTo><a:pt x="11091" y="38734"/></a:moveTo><a:lnTo><a:pt x="0" y="27906"/></a:lnTo><a:lnTo><a:pt x="38005" y="0"/></a:lnTo><a:lnTo><a:pt x="11091" y="38734"/></a:lnTo><a:close/></a:path></a:pathLst></a:custGeom><a:solidFill><a:srgbClr val="000000"/></a:solidFill></p:spPr><p:txBody><a:bodyPr wrap="square" lIns="0" tIns="0" rIns="0" bIns="0" rtlCol="0"/><a:lstStyle/><a:p/></p:txBody></p:sp><p:sp><p:nvSpPr><p:cNvPr id="344" name="object 344"/><p:cNvSpPr/><p:nvPr/></p:nvSpPr><p:spPr><a:xfrm><a:off x="8452098" y="3396359"/><a:ext cx="38100" cy="38735"/></a:xfrm><a:custGeom><a:avLst/><a:gdLst/><a:ahLst/><a:cxnLst/><a:rect l="l" t="t" r="r" b="b"/><a:pathLst><a:path w="38100" h="38735"><a:moveTo><a:pt x="38005" y="0"/></a:moveTo><a:lnTo><a:pt x="11091" y="38734"/></a:lnTo><a:lnTo><a:pt x="0" y="27906"/></a:lnTo><a:lnTo><a:pt x="38005" y="0"/></a:lnTo><a:close/></a:path></a:pathLst></a:custGeom><a:ln w="7756"><a:solidFill><a:srgbClr val="000000"/></a:solidFill></a:ln></p:spPr><p:txBody><a:bodyPr wrap="square" lIns="0" tIns="0" rIns="0" bIns="0" rtlCol="0"/><a:lstStyle/><a:p/></p:txBody></p:sp><p:pic><p:nvPicPr><p:cNvPr id="345" name="object 345"/><p:cNvPicPr/><p:nvPr/></p:nvPicPr><p:blipFill><a:blip r:embed="rId27" cstate="print"/><a:stretch><a:fillRect/></a:stretch></p:blipFill><p:spPr><a:xfrm><a:off x="5625409" y="3548815"/><a:ext cx="2468429" cy="276369"/></a:xfrm><a:prstGeom prst="rect"><a:avLst/></a:prstGeom></p:spPr></p:pic><p:pic><p:nvPicPr><p:cNvPr id="346" name="object 346"/><p:cNvPicPr/><p:nvPr/></p:nvPicPr><p:blipFill><a:blip r:embed="rId28" cstate="print"/><a:stretch><a:fillRect/></a:stretch></p:blipFill><p:spPr><a:xfrm><a:off x="5548925" y="3461023"/><a:ext cx="175841" cy="153332"/></a:xfrm><a:prstGeom prst="rect"><a:avLst/></a:prstGeom></p:spPr></p:pic></p:grpSp><p:sp><p:nvSpPr><p:cNvPr id="347" name="object 347"/><p:cNvSpPr txBox="1"/><p:nvPr/></p:nvSpPr><p:spPr><a:xfrm><a:off x="5599555" y="3494689"/><a:ext cx="74930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grpSp><p:nvGrpSpPr><p:cNvPr id="348" name="object 348"/><p:cNvGrpSpPr/><p:nvPr/></p:nvGrpSpPr><p:grpSpPr><a:xfrm><a:off x="11212534" y="1197628"/><a:ext cx="1955800" cy="786765"/><a:chOff x="11212534" y="1197628"/><a:chExt cx="1955800" cy="786765"/></a:xfrm></p:grpSpPr><p:pic><p:nvPicPr><p:cNvPr id="349" name="object 349"/><p:cNvPicPr/><p:nvPr/></p:nvPicPr><p:blipFill><a:blip r:embed="rId29" cstate="print"/><a:stretch><a:fillRect/></a:stretch></p:blipFill><p:spPr><a:xfrm><a:off x="11212534" y="1384693"/><a:ext cx="1951540" cy="599221"/></a:xfrm><a:prstGeom prst="rect"><a:avLst/></a:prstGeom></p:spPr></p:pic><p:pic><p:nvPicPr><p:cNvPr id="350" name="object 350"/><p:cNvPicPr/><p:nvPr/></p:nvPicPr><p:blipFill><a:blip r:embed="rId28" cstate="print"/><a:stretch><a:fillRect/></a:stretch></p:blipFill><p:spPr><a:xfrm><a:off x="12992041" y="1197628"/><a:ext cx="175910" cy="153332"/></a:xfrm><a:prstGeom prst="rect"><a:avLst/></a:prstGeom></p:spPr></p:pic></p:grpSp><p:sp><p:nvSpPr><p:cNvPr id="351" name="object 351"/><p:cNvSpPr txBox="1"/><p:nvPr/></p:nvSpPr><p:spPr><a:xfrm><a:off x="13042710" y="1231295"/><a:ext cx="74930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pic><p:nvPicPr><p:cNvPr id="352" name="object 352"/><p:cNvPicPr/><p:nvPr/></p:nvPicPr><p:blipFill><a:blip r:embed="rId30" cstate="print"/><a:stretch><a:fillRect/></a:stretch></p:blipFill><p:spPr><a:xfrm><a:off x="10413721" y="1576062"/><a:ext cx="288220" cy="437001"/></a:xfrm><a:prstGeom prst="rect"><a:avLst/></a:prstGeom></p:spPr></p:pic><p:sp><p:nvSpPr><p:cNvPr id="353" name="object 353"/><p:cNvSpPr txBox="1"/><p:nvPr/></p:nvSpPr><p:spPr><a:xfrm rot="16620000"><a:off x="10482984" y="1640993"/><a:ext cx="139851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 spc="-25"><a:latin typeface="Verdana"/><a:cs typeface="Verdana"/></a:rPr><a:t>3&quot;</a:t></a:r><a:endParaRPr sz="700"><a:latin typeface="Verdana"/><a:cs typeface="Verdana"/></a:endParaRPr></a:p></p:txBody></p:sp><p:sp><p:nvSpPr><p:cNvPr id="354" name="object 354"/><p:cNvSpPr txBox="1"/><p:nvPr/></p:nvSpPr><p:spPr><a:xfrm><a:off x="11489973" y="3380412"/><a:ext cx="1682114" cy="328295"/></a:xfrm><a:prstGeom prst="rect"><a:avLst/></a:prstGeom><a:solidFill><a:srgbClr val="FFFFFF"/></a:solidFill></p:spPr><p:txBody><a:bodyPr wrap="square" lIns="0" tIns="3810" rIns="0" bIns="0" rtlCol="0" vert="horz"><a:spAutoFit/></a:bodyPr><a:lstStyle/><a:p><a:pPr marL="15240"><a:lnSpc><a:spcPts val="825"/></a:lnSpc><a:spcBef><a:spcPts val="30"/></a:spcBef></a:pPr><a:r><a:rPr dirty="0" sz="700"><a:latin typeface="Verdana"/><a:cs typeface="Verdana"/></a:rPr><a:t>SPACING</a:t></a:r><a:r><a:rPr dirty="0" sz="700" spc="140"><a:latin typeface="Verdana"/><a:cs typeface="Verdana"/></a:rPr><a:t> </a:t></a:r><a:r><a:rPr dirty="0" sz="700"><a:latin typeface="Verdana"/><a:cs typeface="Verdana"/></a:rPr><a:t>IN</a:t></a:r><a:r><a:rPr dirty="0" sz="700" spc="145"><a:latin typeface="Verdana"/><a:cs typeface="Verdana"/></a:rPr><a:t> </a:t></a:r><a:r><a:rPr dirty="0" sz="700"><a:latin typeface="Verdana"/><a:cs typeface="Verdana"/></a:rPr><a:t>ACCORDANCE</a:t></a:r><a:r><a:rPr dirty="0" sz="700" spc="145"><a:latin typeface="Verdana"/><a:cs typeface="Verdana"/></a:rPr><a:t> </a:t></a:r><a:r><a:rPr dirty="0" sz="700" spc="-20"><a:latin typeface="Verdana"/><a:cs typeface="Verdana"/></a:rPr><a:t>WITH</a:t></a:r><a:endParaRPr sz="700"><a:latin typeface="Verdana"/><a:cs typeface="Verdana"/></a:endParaRPr></a:p><a:p><a:pPr marL="15240"><a:lnSpc><a:spcPts val="825"/></a:lnSpc></a:pPr><a:r><a:rPr dirty="0" sz="700"><a:latin typeface="Arial"/><a:cs typeface="Arial"/></a:rPr><a:t>CFC</a:t></a:r><a:r><a:rPr dirty="0" sz="700" spc="100"><a:latin typeface="Arial"/><a:cs typeface="Arial"/></a:rPr><a:t> </a:t></a:r><a:r><a:rPr dirty="0" sz="700"><a:latin typeface="Arial"/><a:cs typeface="Arial"/></a:rPr><a:t>2022,</a:t></a:r><a:r><a:rPr dirty="0" sz="700" spc="100"><a:latin typeface="Arial"/><a:cs typeface="Arial"/></a:rPr><a:t> </a:t></a:r><a:r><a:rPr dirty="0" sz="700"><a:latin typeface="Arial"/><a:cs typeface="Arial"/></a:rPr><a:t>1207.11.7.3</a:t></a:r><a:r><a:rPr dirty="0" sz="700" spc="100"><a:latin typeface="Arial"/><a:cs typeface="Arial"/></a:rPr><a:t> </a:t></a:r><a:r><a:rPr dirty="0" sz="700" spc="-25"><a:latin typeface="Arial"/><a:cs typeface="Arial"/></a:rPr><a:t>(1)</a:t></a:r><a:endParaRPr sz="700"><a:latin typeface="Arial"/><a:cs typeface="Arial"/></a:endParaRPr></a:p></p:txBody></p:sp><p:grpSp><p:nvGrpSpPr><p:cNvPr id="355" name="object 355"/><p:cNvGrpSpPr/><p:nvPr/></p:nvGrpSpPr><p:grpSpPr><a:xfrm><a:off x="10998151" y="2985326"/><a:ext cx="2312670" cy="840105"/><a:chOff x="10998151" y="2985326"/><a:chExt cx="2312670" cy="840105"/></a:xfrm></p:grpSpPr><p:sp><p:nvSpPr><p:cNvPr id="356" name="object 356"/><p:cNvSpPr/><p:nvPr/></p:nvSpPr><p:spPr><a:xfrm><a:off x="11049808" y="3436451"/><a:ext cx="436880" cy="334010"/></a:xfrm><a:custGeom><a:avLst/><a:gdLst/><a:ahLst/><a:cxnLst/><a:rect l="l" t="t" r="r" b="b"/><a:pathLst><a:path w="436879" h="334010"><a:moveTo><a:pt x="0" y="333959"/></a:moveTo><a:lnTo><a:pt x="314669" y="0"/></a:lnTo><a:lnTo><a:pt x="436286" y="0"/></a:lnTo></a:path></a:pathLst></a:custGeom><a:ln w="7756"><a:solidFill><a:srgbClr val="070707"/></a:solidFill></a:ln></p:spPr><p:txBody><a:bodyPr wrap="square" lIns="0" tIns="0" rIns="0" bIns="0" rtlCol="0"/><a:lstStyle/><a:p/></p:txBody></p:sp><p:pic><p:nvPicPr><p:cNvPr id="357" name="object 357"/><p:cNvPicPr/><p:nvPr/></p:nvPicPr><p:blipFill><a:blip r:embed="rId17" cstate="print"/><a:stretch><a:fillRect/></a:stretch></p:blipFill><p:spPr><a:xfrm><a:off x="10998151" y="3758473"/><a:ext cx="64143" cy="66540"/></a:xfrm><a:prstGeom prst="rect"><a:avLst/></a:prstGeom></p:spPr></p:pic><p:pic><p:nvPicPr><p:cNvPr id="358" name="object 358"/><p:cNvPicPr/><p:nvPr/></p:nvPicPr><p:blipFill><a:blip r:embed="rId31" cstate="print"/><a:stretch><a:fillRect/></a:stretch></p:blipFill><p:spPr><a:xfrm><a:off x="11355170" y="3172398"/><a:ext cx="1951540" cy="599221"/></a:xfrm><a:prstGeom prst="rect"><a:avLst/></a:prstGeom></p:spPr></p:pic><p:pic><p:nvPicPr><p:cNvPr id="359" name="object 359"/><p:cNvPicPr/><p:nvPr/></p:nvPicPr><p:blipFill><a:blip r:embed="rId28" cstate="print"/><a:stretch><a:fillRect/></a:stretch></p:blipFill><p:spPr><a:xfrm><a:off x="13134677" y="2985326"/><a:ext cx="175910" cy="153340"/></a:xfrm><a:prstGeom prst="rect"><a:avLst/></a:prstGeom></p:spPr></p:pic></p:grpSp><p:sp><p:nvSpPr><p:cNvPr id="360" name="object 360"/><p:cNvSpPr txBox="1"/><p:nvPr/></p:nvSpPr><p:spPr><a:xfrm><a:off x="13185347" y="3019000"/><a:ext cx="74930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grpSp><p:nvGrpSpPr><p:cNvPr id="361" name="object 361"/><p:cNvGrpSpPr/><p:nvPr/></p:nvGrpSpPr><p:grpSpPr><a:xfrm><a:off x="9379414" y="5482595"/><a:ext cx="389890" cy="840105"/><a:chOff x="9379414" y="5482595"/><a:chExt cx="389890" cy="840105"/></a:xfrm></p:grpSpPr><p:pic><p:nvPicPr><p:cNvPr id="362" name="object 362"/><p:cNvPicPr/><p:nvPr/></p:nvPicPr><p:blipFill><a:blip r:embed="rId32" cstate="print"/><a:stretch><a:fillRect/></a:stretch></p:blipFill><p:spPr><a:xfrm><a:off x="9507486" y="5482595"/><a:ext cx="261306" cy="284265"/></a:xfrm><a:prstGeom prst="rect"><a:avLst/></a:prstGeom></p:spPr></p:pic><p:sp><p:nvSpPr><p:cNvPr id="363" name="object 363"/><p:cNvSpPr/><p:nvPr/></p:nvSpPr><p:spPr><a:xfrm><a:off x="9383541" y="5694307"/><a:ext cx="181610" cy="624840"/></a:xfrm><a:custGeom><a:avLst/><a:gdLst/><a:ahLst/><a:cxnLst/><a:rect l="l" t="t" r="r" b="b"/><a:pathLst><a:path w="181609" h="624839"><a:moveTo><a:pt x="111379" y="624227"/></a:moveTo><a:lnTo><a:pt x="0" y="611437"/></a:lnTo><a:lnTo><a:pt x="70271" y="0"/></a:lnTo><a:lnTo><a:pt x="181572" y="12789"/></a:lnTo><a:lnTo><a:pt x="111379" y="624227"/></a:lnTo><a:close/></a:path></a:pathLst></a:custGeom><a:solidFill><a:srgbClr val="FFFFFF"/></a:solidFill></p:spPr><p:txBody><a:bodyPr wrap="square" lIns="0" tIns="0" rIns="0" bIns="0" rtlCol="0"/><a:lstStyle/><a:p/></p:txBody></p:sp><p:sp><p:nvSpPr><p:cNvPr id="364" name="object 364"/><p:cNvSpPr/><p:nvPr/></p:nvSpPr><p:spPr><a:xfrm><a:off x="9383541" y="5694307"/><a:ext cx="181610" cy="624840"/></a:xfrm><a:custGeom><a:avLst/><a:gdLst/><a:ahLst/><a:cxnLst/><a:rect l="l" t="t" r="r" b="b"/><a:pathLst><a:path w="181609" h="624839"><a:moveTo><a:pt x="0" y="611437"/></a:moveTo><a:lnTo><a:pt x="70271" y="0"/></a:lnTo><a:lnTo><a:pt x="181572" y="12789"/></a:lnTo><a:lnTo><a:pt x="111379" y="624227"/></a:lnTo><a:lnTo><a:pt x="0" y="611437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365" name="object 365"/><p:cNvSpPr txBox="1"/><p:nvPr/></p:nvSpPr><p:spPr><a:xfrm rot="16620000"><a:off x="9217582" y="5960246"/><a:ext cx="525875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2&apos;-4&quot;</a:t></a:r><a:r><a:rPr dirty="0" sz="700" spc="65"><a:latin typeface="Verdana"/><a:cs typeface="Verdana"/></a:rPr><a:t> </a:t></a:r><a:r><a:rPr dirty="0" sz="700" spc="-10"><a:latin typeface="Verdana"/><a:cs typeface="Verdana"/></a:rPr><a:t>(TYP)</a:t></a:r><a:endParaRPr sz="700"><a:latin typeface="Verdana"/><a:cs typeface="Verdana"/></a:endParaRPr></a:p></p:txBody></p:sp><p:sp><p:nvSpPr><p:cNvPr id="366" name="object 366"/><p:cNvSpPr txBox="1"/><p:nvPr/></p:nvSpPr><p:spPr><a:xfrm><a:off x="15754281" y="2470745"/><a:ext cx="513715" cy="156210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10" b="1"><a:latin typeface="Verdana"/><a:cs typeface="Verdana"/></a:rPr><a:t>LEGEND</a:t></a:r><a:endParaRPr sz="850"><a:latin typeface="Verdana"/><a:cs typeface="Verdana"/></a:endParaRPr></a:p></p:txBody></p:sp><p:graphicFrame><p:nvGraphicFramePr><p:cNvPr id="367" name="object 367"/><p:cNvGraphicFramePr><a:graphicFrameLocks noGrp="1"/></p:cNvGraphicFramePr><p:nvPr/></p:nvGraphicFramePr><p:xfrm><a:off x="13734465" y="2479567"/><a:ext cx="4627880" cy="589915"/></p:xfrm><a:graphic><a:graphicData uri="http://schemas.openxmlformats.org/drawingml/2006/table"><a:tbl><a:tblPr firstRow="1" bandRow="1"><a:tableStyleId>{2D5ABB26-0587-4C30-8999-92F81FD0307C}</a:tableStyleId></a:tblPr><a:tblGrid><a:gridCol w="603250"/><a:gridCol w="3167379"/><a:gridCol w="772795"/></a:tblGrid><a:tr h="131445"><a:tc gridSpan="3"><a:txBody><a:bodyPr/><a:lstStyle/><a:p><a:pPr><a:lnSpc><a:spcPct val="100000"/></a:lnSpc></a:pPr><a:endParaRPr sz="7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/a:tr><a:tr h="131445"><a:tc><a:txBody><a:bodyPr/><a:lstStyle/><a:p><a:pPr marL="15240"><a:lnSpc><a:spcPts val="930"/></a:lnSpc><a:spcBef><a:spcPts val="5"/></a:spcBef></a:pPr><a:r><a:rPr dirty="0" sz="850" spc="-10" b="1"><a:latin typeface="Verdana"/><a:cs typeface="Verdana"/></a:rPr><a:t>SYMBOL</a:t></a:r><a:endParaRPr sz="850"><a:latin typeface="Verdana"/><a:cs typeface="Verdana"/></a:endParaRPr></a:p></a:txBody><a:tcPr marL="0" marR="0" marB="0" marT="635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marL="15240"><a:lnSpc><a:spcPts val="930"/></a:lnSpc><a:spcBef><a:spcPts val="5"/></a:spcBef></a:pPr><a:r><a:rPr dirty="0" sz="850" spc="-10" b="1"><a:latin typeface="Verdana"/><a:cs typeface="Verdana"/></a:rPr><a:t>DESCRIPTION</a:t></a:r><a:endParaRPr sz="850"><a:latin typeface="Verdana"/><a:cs typeface="Verdana"/></a:endParaRPr></a:p></a:txBody><a:tcPr marL="0" marR="0" marB="0" marT="635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r" marR="355600"><a:lnSpc><a:spcPts val="930"/></a:lnSpc><a:spcBef><a:spcPts val="5"/></a:spcBef></a:pPr><a:r><a:rPr dirty="0" sz="850" spc="-10" b="1"><a:latin typeface="Verdana"/><a:cs typeface="Verdana"/></a:rPr><a:t>TOTAL</a:t></a:r><a:endParaRPr sz="850"><a:latin typeface="Verdana"/><a:cs typeface="Verdana"/></a:endParaRPr></a:p></a:txBody><a:tcPr marL="0" marR="0" marB="0" marT="635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175895"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marL="15240"><a:lnSpc><a:spcPct val="100000"/></a:lnSpc><a:spcBef><a:spcPts val="310"/></a:spcBef></a:pPr><a:r><a:rPr dirty="0" sz="650" spc="-10"><a:latin typeface="Verdana"/><a:cs typeface="Verdana"/></a:rPr><a:t>BOLLARDS</a:t></a:r><a:endParaRPr sz="650"><a:latin typeface="Verdana"/><a:cs typeface="Verdana"/></a:endParaRPr></a:p></a:txBody><a:tcPr marL="0" marR="0" marB="0" marT="3937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r" marR="319405"><a:lnSpc><a:spcPct val="100000"/></a:lnSpc><a:spcBef><a:spcPts val="285"/></a:spcBef></a:pPr><a:r><a:rPr dirty="0" sz="700" spc="-25"><a:latin typeface="Verdana"/><a:cs typeface="Verdana"/></a:rPr><a:t>11</a:t></a:r><a:endParaRPr sz="700"><a:latin typeface="Verdana"/><a:cs typeface="Verdana"/></a:endParaRPr></a:p></a:txBody><a:tcPr marL="0" marR="0" marB="0" marT="36195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151130"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/a:tbl></a:graphicData></a:graphic></p:graphicFrame><p:pic><p:nvPicPr><p:cNvPr id="368" name="object 368"/><p:cNvPicPr/><p:nvPr/></p:nvPicPr><p:blipFill><a:blip r:embed="rId33" cstate="print"/><a:stretch><a:fillRect/></a:stretch></p:blipFill><p:spPr><a:xfrm><a:off x="13902077" y="2759830"/><a:ext cx="156985" cy="144149"/></a:xfrm><a:prstGeom prst="rect"><a:avLst/></a:prstGeom></p:spPr></p:pic><p:grpSp><p:nvGrpSpPr><p:cNvPr id="369" name="object 369"/><p:cNvGrpSpPr/><p:nvPr/></p:nvGrpSpPr><p:grpSpPr><a:xfrm><a:off x="11357412" y="3750717"/><a:ext cx="5942330" cy="9272905"/><a:chOff x="11357412" y="3750717"/><a:chExt cx="5942330" cy="9272905"/></a:xfrm></p:grpSpPr><p:sp><p:nvSpPr><p:cNvPr id="370" name="object 370"/><p:cNvSpPr/><p:nvPr/></p:nvSpPr><p:spPr><a:xfrm><a:off x="16706168" y="12047844"/><a:ext cx="40005" cy="46990"/></a:xfrm><a:custGeom><a:avLst/><a:gdLst/><a:ahLst/><a:cxnLst/><a:rect l="l" t="t" r="r" b="b"/><a:pathLst><a:path w="40005" h="46990"><a:moveTo><a:pt x="26536" y="46771"/></a:moveTo><a:lnTo><a:pt x="0" y="7641"/></a:lnTo><a:lnTo><a:pt x="9741" y="1007"/></a:lnTo><a:lnTo><a:pt x="15199" y="0"/></a:lnTo><a:lnTo><a:pt x="39552" y="29809"/></a:lnTo><a:lnTo><a:pt x="39300" y="35435"/></a:lnTo><a:lnTo><a:pt x="36361" y="40137"/></a:lnTo><a:lnTo><a:pt x="26536" y="46771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371" name="object 371"/><p:cNvSpPr/><p:nvPr/></p:nvSpPr><p:spPr><a:xfrm><a:off x="16679800" y="12064303"/><a:ext cx="32384" cy="50165"/></a:xfrm><a:custGeom><a:avLst/><a:gdLst/><a:ahLst/><a:cxnLst/><a:rect l="l" t="t" r="r" b="b"/><a:pathLst><a:path w="32384" h="50165"><a:moveTo><a:pt x="31910" y="49709"/></a:moveTo><a:lnTo><a:pt x="0" y="14778"/></a:lnTo><a:lnTo><a:pt x="16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2" name="object 372"/><p:cNvSpPr/><p:nvPr/></p:nvSpPr><p:spPr><a:xfrm><a:off x="16694999" y="12086639"/><a:ext cx="10160" cy="9525"/></a:xfrm><a:custGeom><a:avLst/><a:gdLst/><a:ahLst/><a:cxnLst/><a:rect l="l" t="t" r="r" b="b"/><a:pathLst><a:path w="10159" h="9525"><a:moveTo><a:pt x="0" y="9068"/></a:moveTo><a:lnTo><a:pt x="999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3" name="object 373"/><p:cNvSpPr/><p:nvPr/></p:nvSpPr><p:spPr><a:xfrm><a:off x="16711710" y="12099150"/><a:ext cx="16510" cy="15240"/></a:xfrm><a:custGeom><a:avLst/><a:gdLst/><a:ahLst/><a:cxnLst/><a:rect l="l" t="t" r="r" b="b"/><a:pathLst><a:path w="16509" h="15240"><a:moveTo><a:pt x="0" y="14862"/></a:moveTo><a:lnTo><a:pt x="16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4" name="object 374"/><p:cNvSpPr/><p:nvPr/></p:nvSpPr><p:spPr><a:xfrm><a:off x="16714397" y="11978150"/><a:ext cx="29845" cy="9525"/></a:xfrm><a:custGeom><a:avLst/><a:gdLst/><a:ahLst/><a:cxnLst/><a:rect l="l" t="t" r="r" b="b"/><a:pathLst><a:path w="29844" h="9525"><a:moveTo><a:pt x="29391" y="9068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5" name="object 375"/><p:cNvSpPr/><p:nvPr/></p:nvSpPr><p:spPr><a:xfrm><a:off x="16714482" y="11962532"/><a:ext cx="26034" cy="15875"/></a:xfrm><a:custGeom><a:avLst/><a:gdLst/><a:ahLst/><a:cxnLst/><a:rect l="l" t="t" r="r" b="b"/><a:pathLst><a:path w="26034" h="15875"><a:moveTo><a:pt x="25864" y="0"/></a:moveTo><a:lnTo><a:pt x="23344" y="587"/></a:lnTo><a:lnTo><a:pt x="15083" y="2804"/></a:lnTo><a:lnTo><a:pt x="7423" y="7326"/></a:lnTo><a:lnTo><a:pt x="1679" y="13687"/></a:lnTo><a:lnTo><a:pt x="0" y="15618"/></a:lnTo></a:path></a:pathLst></a:custGeom><a:ln w="3175"><a:solidFill><a:srgbClr val="000000"/></a:solidFill></a:ln></p:spPr><p:txBody><a:bodyPr wrap="square" lIns="0" tIns="0" rIns="0" bIns="0" rtlCol="0"/><a:lstStyle/><a:p/></p:txBody></p:sp><p:sp><p:nvSpPr><p:cNvPr id="376" name="object 376"/><p:cNvSpPr/><p:nvPr/></p:nvSpPr><p:spPr><a:xfrm><a:off x="16689205" y="11994692"/><a:ext cx="30480" cy="6985"/></a:xfrm><a:custGeom><a:avLst/><a:gdLst/><a:ahLst/><a:cxnLst/><a:rect l="l" t="t" r="r" b="b"/><a:pathLst><a:path w="30480" h="6984"><a:moveTo><a:pt x="29978" y="671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7" name="object 377"/><p:cNvSpPr/><p:nvPr/></p:nvSpPr><p:spPr><a:xfrm><a:off x="16695839" y="11999982"/><a:ext cx="20955" cy="17780"/></a:xfrm><a:custGeom><a:avLst/><a:gdLst/><a:ahLst/><a:cxnLst/><a:rect l="l" t="t" r="r" b="b"/><a:pathLst><a:path w="20955" h="17779"><a:moveTo><a:pt x="0" y="17465"/></a:moveTo><a:lnTo><a:pt x="2435" y="16206"/></a:lnTo><a:lnTo><a:pt x="8408" y="13236"/></a:lnTo><a:lnTo><a:pt x="15319" y="7582"/></a:lnTo><a:lnTo><a:pt x="19230" y="2183"/></a:lnTo><a:lnTo><a:pt x="2090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8" name="object 378"/><p:cNvSpPr/><p:nvPr/></p:nvSpPr><p:spPr><a:xfrm><a:off x="16710787" y="12599441"/><a:ext cx="6350" cy="30480"/></a:xfrm><a:custGeom><a:avLst/><a:gdLst/><a:ahLst/><a:cxnLst/><a:rect l="l" t="t" r="r" b="b"/><a:pathLst><a:path w="6350" h="30479"><a:moveTo><a:pt x="0" y="0"/></a:moveTo><a:lnTo><a:pt x="6046" y="30145"/></a:lnTo></a:path></a:pathLst></a:custGeom><a:ln w="3175"><a:solidFill><a:srgbClr val="000000"/></a:solidFill></a:ln></p:spPr><p:txBody><a:bodyPr wrap="square" lIns="0" tIns="0" rIns="0" bIns="0" rtlCol="0"/><a:lstStyle/><a:p/></p:txBody></p:sp><p:sp><p:nvSpPr><p:cNvPr id="379" name="object 379"/><p:cNvSpPr/><p:nvPr/></p:nvSpPr><p:spPr><a:xfrm><a:off x="16690717" y="12614219"/><a:ext cx="26670" cy="15875"/></a:xfrm><a:custGeom><a:avLst/><a:gdLst/><a:ahLst/><a:cxnLst/><a:rect l="l" t="t" r="r" b="b"/><a:pathLst><a:path w="26669" h="15875"><a:moveTo><a:pt x="0" y="0"/></a:moveTo><a:lnTo><a:pt x="1763" y="1931"/></a:lnTo><a:lnTo><a:pt x="7301" y="8010"/></a:lnTo><a:lnTo><a:pt x="15598" y="12859"/></a:lnTo><a:lnTo><a:pt x="23596" y="14778"/></a:lnTo><a:lnTo><a:pt x="26116" y="15282"/></a:lnTo></a:path></a:pathLst></a:custGeom><a:ln w="3175"><a:solidFill><a:srgbClr val="000000"/></a:solidFill></a:ln></p:spPr><p:txBody><a:bodyPr wrap="square" lIns="0" tIns="0" rIns="0" bIns="0" rtlCol="0"/><a:lstStyle/><a:p/></p:txBody></p:sp><p:sp><p:nvSpPr><p:cNvPr id="380" name="object 380"/><p:cNvSpPr/><p:nvPr/></p:nvSpPr><p:spPr><a:xfrm><a:off x="16710451" y="12602211"/><a:ext cx="24765" cy="12700"/></a:xfrm><a:custGeom><a:avLst/><a:gdLst/><a:ahLst/><a:cxnLst/><a:rect l="l" t="t" r="r" b="b"/><a:pathLst><a:path w="24765" h="12700"><a:moveTo><a:pt x="24436" y="12091"/></a:moveTo><a:lnTo><a:pt x="22337" y="10328"/></a:lnTo><a:lnTo><a:pt x="16743" y="5817"/></a:lnTo><a:lnTo><a:pt x="9680" y="2276"/></a:lnTo><a:lnTo><a:pt x="2687" y="58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1" name="object 381"/><p:cNvSpPr/><p:nvPr/></p:nvSpPr><p:spPr><a:xfrm><a:off x="16604894" y="12202433"/><a:ext cx="44450" cy="17780"/></a:xfrm><a:custGeom><a:avLst/><a:gdLst/><a:ahLst/><a:cxnLst/><a:rect l="l" t="t" r="r" b="b"/><a:pathLst><a:path w="44450" h="17779"><a:moveTo><a:pt x="0" y="0"/></a:moveTo><a:lnTo><a:pt x="43918" y="17465"/></a:lnTo></a:path></a:pathLst></a:custGeom><a:ln w="3175"><a:solidFill><a:srgbClr val="000000"/></a:solidFill></a:ln></p:spPr><p:txBody><a:bodyPr wrap="square" lIns="0" tIns="0" rIns="0" bIns="0" rtlCol="0"/><a:lstStyle/><a:p/></p:txBody></p:sp><p:sp><p:nvSpPr><p:cNvPr id="382" name="object 382"/><p:cNvSpPr/><p:nvPr/></p:nvSpPr><p:spPr><a:xfrm><a:off x="16612032" y="12173127"/><a:ext cx="46355" cy="35560"/></a:xfrm><a:custGeom><a:avLst/><a:gdLst/><a:ahLst/><a:cxnLst/><a:rect l="l" t="t" r="r" b="b"/><a:pathLst><a:path w="46355" h="35559"><a:moveTo><a:pt x="12596" y="0"/></a:moveTo><a:lnTo><a:pt x="7053" y="1175"/></a:lnTo><a:lnTo><a:pt x="2939" y="4786"/></a:lnTo><a:lnTo><a:pt x="83" y="11000"/></a:lnTo><a:lnTo><a:pt x="0" y="16542"/></a:lnTo><a:lnTo><a:pt x="2687" y="21496"/></a:lnTo><a:lnTo><a:pt x="6801" y="23343"/></a:lnTo><a:lnTo><a:pt x="11588" y="23679"/></a:lnTo><a:lnTo><a:pt x="14359" y="23091"/></a:lnTo><a:lnTo><a:pt x="17802" y="20908"/></a:lnTo><a:lnTo><a:pt x="26116" y="13603"/></a:lnTo><a:lnTo><a:pt x="29559" y="11503"/></a:lnTo><a:lnTo><a:pt x="32330" y="10916"/></a:lnTo><a:lnTo><a:pt x="37116" y="11251"/></a:lnTo><a:lnTo><a:pt x="43246" y="14022"/></a:lnTo><a:lnTo><a:pt x="45934" y="18977"/></a:lnTo><a:lnTo><a:pt x="45934" y="24519"/></a:lnTo><a:lnTo><a:pt x="43079" y="30648"/></a:lnTo><a:lnTo><a:pt x="38880" y="34343"/></a:lnTo><a:lnTo><a:pt x="33421" y="35519"/></a:lnTo></a:path></a:pathLst></a:custGeom><a:ln w="3175"><a:solidFill><a:srgbClr val="000000"/></a:solidFill></a:ln></p:spPr><p:txBody><a:bodyPr wrap="square" lIns="0" tIns="0" rIns="0" bIns="0" rtlCol="0"/><a:lstStyle/><a:p/></p:txBody></p:sp><p:sp><p:nvSpPr><p:cNvPr id="383" name="object 383"/><p:cNvSpPr/><p:nvPr/></p:nvSpPr><p:spPr><a:xfrm><a:off x="16540822" y="12200333"/><a:ext cx="27305" cy="14604"/></a:xfrm><a:custGeom><a:avLst/><a:gdLst/><a:ahLst/><a:cxnLst/><a:rect l="l" t="t" r="r" b="b"/><a:pathLst><a:path w="27305" h="14604"><a:moveTo><a:pt x="27039" y="0"/></a:moveTo><a:lnTo><a:pt x="0" y="1461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4" name="object 384"/><p:cNvSpPr/><p:nvPr/></p:nvSpPr><p:spPr><a:xfrm><a:off x="16540654" y="12185471"/><a:ext cx="7620" cy="29845"/></a:xfrm><a:custGeom><a:avLst/><a:gdLst/><a:ahLst/><a:cxnLst/><a:rect l="l" t="t" r="r" b="b"/><a:pathLst><a:path w="7619" h="29845"><a:moveTo><a:pt x="7137" y="0"/></a:moveTo><a:lnTo><a:pt x="0" y="26870"/></a:lnTo><a:lnTo><a:pt x="167" y="29473"/></a:lnTo></a:path></a:pathLst></a:custGeom><a:ln w="3175"><a:solidFill><a:srgbClr val="000000"/></a:solidFill></a:ln></p:spPr><p:txBody><a:bodyPr wrap="square" lIns="0" tIns="0" rIns="0" bIns="0" rtlCol="0"/><a:lstStyle/><a:p/></p:txBody></p:sp><p:sp><p:nvSpPr><p:cNvPr id="385" name="object 385"/><p:cNvSpPr/><p:nvPr/></p:nvSpPr><p:spPr><a:xfrm><a:off x="16560724" y="12200837"/><a:ext cx="5080" cy="27305"/></a:xfrm><a:custGeom><a:avLst/><a:gdLst/><a:ahLst/><a:cxnLst/><a:rect l="l" t="t" r="r" b="b"/><a:pathLst><a:path w="5080" h="27304"><a:moveTo><a:pt x="0" y="26954"/></a:moveTo><a:lnTo><a:pt x="1511" y="23259"/></a:lnTo><a:lnTo><a:pt x="3932" y="17198"/></a:lnTo><a:lnTo><a:pt x="4737" y="10434"/></a:lnTo><a:lnTo><a:pt x="4702" y="3946"/></a:lnTo><a:lnTo><a:pt x="445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6" name="object 386"/><p:cNvSpPr/><p:nvPr/></p:nvSpPr><p:spPr><a:xfrm><a:off x="16573404" y="12449723"/><a:ext cx="10795" cy="29209"/></a:xfrm><a:custGeom><a:avLst/><a:gdLst/><a:ahLst/><a:cxnLst/><a:rect l="l" t="t" r="r" b="b"/><a:pathLst><a:path w="10794" h="29209"><a:moveTo><a:pt x="10748" y="0"/></a:moveTo><a:lnTo><a:pt x="0" y="28717"/></a:lnTo></a:path></a:pathLst></a:custGeom><a:ln w="3175"><a:solidFill><a:srgbClr val="000000"/></a:solidFill></a:ln></p:spPr><p:txBody><a:bodyPr wrap="square" lIns="0" tIns="0" rIns="0" bIns="0" rtlCol="0"/><a:lstStyle/><a:p/></p:txBody></p:sp><p:sp><p:nvSpPr><p:cNvPr id="387" name="object 387"/><p:cNvSpPr/><p:nvPr/></p:nvSpPr><p:spPr><a:xfrm><a:off x="16559296" y="12451654"/><a:ext cx="14604" cy="27305"/></a:xfrm><a:custGeom><a:avLst/><a:gdLst/><a:ahLst/><a:cxnLst/><a:rect l="l" t="t" r="r" b="b"/><a:pathLst><a:path w="14605" h="27304"><a:moveTo><a:pt x="0" y="0"/></a:moveTo><a:lnTo><a:pt x="503" y="2603"/></a:lnTo><a:lnTo><a:pt x="2166" y="11134"/></a:lnTo><a:lnTo><a:pt x="6284" y="18744"/></a:lnTo><a:lnTo><a:pt x="12260" y="25022"/></a:lnTo><a:lnTo><a:pt x="14107" y="26786"/></a:lnTo></a:path></a:pathLst></a:custGeom><a:ln w="3175"><a:solidFill><a:srgbClr val="000000"/></a:solidFill></a:ln></p:spPr><p:txBody><a:bodyPr wrap="square" lIns="0" tIns="0" rIns="0" bIns="0" rtlCol="0"/><a:lstStyle/><a:p/></p:txBody></p:sp><p:sp><p:nvSpPr><p:cNvPr id="388" name="object 388"/><p:cNvSpPr/><p:nvPr/></p:nvSpPr><p:spPr><a:xfrm><a:off x="16582473" y="12451906"/><a:ext cx="14604" cy="23495"/></a:xfrm><a:custGeom><a:avLst/><a:gdLst/><a:ahLst/><a:cxnLst/><a:rect l="l" t="t" r="r" b="b"/><a:pathLst><a:path w="14605" h="23495"><a:moveTo><a:pt x="14359" y="23175"/></a:moveTo><a:lnTo><a:pt x="13519" y="20572"/></a:lnTo><a:lnTo><a:pt x="10947" y="13486"/></a:lnTo><a:lnTo><a:pt x="7105" y="7469"/></a:lnTo><a:lnTo><a:pt x="2015" y="193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9" name="object 389"/><p:cNvSpPr/><p:nvPr/></p:nvSpPr><p:spPr><a:xfrm><a:off x="16645118" y="12544105"/><a:ext cx="1270" cy="31115"/></a:xfrm><a:custGeom><a:avLst/><a:gdLst/><a:ahLst/><a:cxnLst/><a:rect l="l" t="t" r="r" b="b"/><a:pathLst><a:path w="1269" h="31115"><a:moveTo><a:pt x="1259" y="0"/></a:moveTo><a:lnTo><a:pt x="0" y="30648"/></a:lnTo></a:path></a:pathLst></a:custGeom><a:ln w="3175"><a:solidFill><a:srgbClr val="000000"/></a:solidFill></a:ln></p:spPr><p:txBody><a:bodyPr wrap="square" lIns="0" tIns="0" rIns="0" bIns="0" rtlCol="0"/><a:lstStyle/><a:p/></p:txBody></p:sp><p:sp><p:nvSpPr><p:cNvPr id="390" name="object 390"/><p:cNvSpPr/><p:nvPr/></p:nvSpPr><p:spPr><a:xfrm><a:off x="16666364" y="12564257"/><a:ext cx="1270" cy="31115"/></a:xfrm><a:custGeom><a:avLst/><a:gdLst/><a:ahLst/><a:cxnLst/><a:rect l="l" t="t" r="r" b="b"/><a:pathLst><a:path w="1269" h="31115"><a:moveTo><a:pt x="0" y="0"/></a:moveTo><a:lnTo><a:pt x="1175" y="30648"/></a:lnTo></a:path></a:pathLst></a:custGeom><a:ln w="3175"><a:solidFill><a:srgbClr val="000000"/></a:solidFill></a:ln></p:spPr><p:txBody><a:bodyPr wrap="square" lIns="0" tIns="0" rIns="0" bIns="0" rtlCol="0"/><a:lstStyle/><a:p/></p:txBody></p:sp><p:sp><p:nvSpPr><p:cNvPr id="391" name="object 391"/><p:cNvSpPr/><p:nvPr/></p:nvSpPr><p:spPr><a:xfrm><a:off x="16644195" y="12575677"/><a:ext cx="23495" cy="19685"/></a:xfrm><a:custGeom><a:avLst/><a:gdLst/><a:ahLst/><a:cxnLst/><a:rect l="l" t="t" r="r" b="b"/><a:pathLst><a:path w="23494" h="19684"><a:moveTo><a:pt x="0" y="0"/></a:moveTo><a:lnTo><a:pt x="20909" y="18305"/></a:lnTo><a:lnTo><a:pt x="23344" y="19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392" name="object 392"/><p:cNvSpPr/><p:nvPr/></p:nvSpPr><p:spPr><a:xfrm><a:off x="16645454" y="12546791"/><a:ext cx="20955" cy="17780"/></a:xfrm><a:custGeom><a:avLst/><a:gdLst/><a:ahLst/><a:cxnLst/><a:rect l="l" t="t" r="r" b="b"/><a:pathLst><a:path w="20955" h="17779"><a:moveTo><a:pt x="20909" y="17465"/></a:moveTo><a:lnTo><a:pt x="19230" y="15282"/></a:lnTo><a:lnTo><a:pt x="14881" y="9533"/></a:lnTo><a:lnTo><a:pt x="8814" y="4510"/></a:lnTo><a:lnTo><a:pt x="2435" y="117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3" name="object 393"/><p:cNvSpPr/><p:nvPr/></p:nvSpPr><p:spPr><a:xfrm><a:off x="16687862" y="12582730"/><a:ext cx="3810" cy="30480"/></a:xfrm><a:custGeom><a:avLst/><a:gdLst/><a:ahLst/><a:cxnLst/><a:rect l="l" t="t" r="r" b="b"/><a:pathLst><a:path w="3809" h="30479"><a:moveTo><a:pt x="0" y="0"/></a:moveTo><a:lnTo><a:pt x="3610" y="3048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4" name="object 394"/><p:cNvSpPr/><p:nvPr/></p:nvSpPr><p:spPr><a:xfrm><a:off x="16666700" y="12595830"/><a:ext cx="25400" cy="17780"/></a:xfrm><a:custGeom><a:avLst/><a:gdLst/><a:ahLst/><a:cxnLst/><a:rect l="l" t="t" r="r" b="b"/><a:pathLst><a:path w="25400" h="17779"><a:moveTo><a:pt x="0" y="0"/></a:moveTo><a:lnTo><a:pt x="1595" y="2099"/></a:lnTo><a:lnTo><a:pt x="6897" y="8830"/></a:lnTo><a:lnTo><a:pt x="14242" y="13861"/></a:lnTo><a:lnTo><a:pt x="22337" y="16625"/></a:lnTo><a:lnTo><a:pt x="24772" y="17381"/></a:lnTo></a:path></a:pathLst></a:custGeom><a:ln w="3175"><a:solidFill><a:srgbClr val="000000"/></a:solidFill></a:ln></p:spPr><p:txBody><a:bodyPr wrap="square" lIns="0" tIns="0" rIns="0" bIns="0" rtlCol="0"/><a:lstStyle/><a:p/></p:txBody></p:sp><p:sp><p:nvSpPr><p:cNvPr id="395" name="object 395"/><p:cNvSpPr/><p:nvPr/></p:nvSpPr><p:spPr><a:xfrm><a:off x="16665608" y="12566944"/><a:ext cx="22860" cy="15875"/></a:xfrm><a:custGeom><a:avLst/><a:gdLst/><a:ahLst/><a:cxnLst/><a:rect l="l" t="t" r="r" b="b"/><a:pathLst><a:path w="22859" h="15875"><a:moveTo><a:pt x="22253" y="15786"/></a:moveTo><a:lnTo><a:pt x="20405" y="13687"/></a:lnTo><a:lnTo><a:pt x="15407" y="8255"/></a:lnTo><a:lnTo><a:pt x="9398" y="3911"/></a:lnTo><a:lnTo><a:pt x="2603" y="100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6" name="object 396"/><p:cNvSpPr/><p:nvPr/></p:nvSpPr><p:spPr><a:xfrm><a:off x="16687274" y="12585418"/><a:ext cx="23495" cy="14604"/></a:xfrm><a:custGeom><a:avLst/><a:gdLst/><a:ahLst/><a:cxnLst/><a:rect l="l" t="t" r="r" b="b"/><a:pathLst><a:path w="23494" h="14604"><a:moveTo><a:pt x="23428" y="14022"/></a:moveTo><a:lnTo><a:pt x="21413" y="12091"/></a:lnTo><a:lnTo><a:pt x="16471" y="7372"/></a:lnTo><a:lnTo><a:pt x="9219" y="2894"/></a:lnTo><a:lnTo><a:pt x="2687" y="83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7" name="object 397"/><p:cNvSpPr/><p:nvPr/></p:nvSpPr><p:spPr><a:xfrm><a:off x="16588435" y="12475082"/><a:ext cx="8890" cy="29845"/></a:xfrm><a:custGeom><a:avLst/><a:gdLst/><a:ahLst/><a:cxnLst/><a:rect l="l" t="t" r="r" b="b"/><a:pathLst><a:path w="8890" h="29845"><a:moveTo><a:pt x="8397" y="0"/></a:moveTo><a:lnTo><a:pt x="0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398" name="object 398"/><p:cNvSpPr/><p:nvPr/></p:nvSpPr><p:spPr><a:xfrm><a:off x="16572228" y="12479028"/><a:ext cx="16510" cy="26034"/></a:xfrm><a:custGeom><a:avLst/><a:gdLst/><a:ahLst/><a:cxnLst/><a:rect l="l" t="t" r="r" b="b"/><a:pathLst><a:path w="16509" h="26034"><a:moveTo><a:pt x="0" y="0"/></a:moveTo><a:lnTo><a:pt x="671" y="2519"/></a:lnTo><a:lnTo><a:pt x="2950" y="10780"/></a:lnTo><a:lnTo><a:pt x="7778" y="18273"/></a:lnTo><a:lnTo><a:pt x="14191" y="23931"/></a:lnTo><a:lnTo><a:pt x="16207" y="2561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9" name="object 399"/><p:cNvSpPr/><p:nvPr/></p:nvSpPr><p:spPr><a:xfrm><a:off x="16605398" y="12499349"/><a:ext cx="6350" cy="30480"/></a:xfrm><a:custGeom><a:avLst/><a:gdLst/><a:ahLst/><a:cxnLst/><a:rect l="l" t="t" r="r" b="b"/><a:pathLst><a:path w="6350" h="30479"><a:moveTo><a:pt x="6130" y="0"/></a:moveTo><a:lnTo><a:pt x="0" y="30145"/></a:lnTo></a:path></a:pathLst></a:custGeom><a:ln w="3175"><a:solidFill><a:srgbClr val="000000"/></a:solidFill></a:ln></p:spPr><p:txBody><a:bodyPr wrap="square" lIns="0" tIns="0" rIns="0" bIns="0" rtlCol="0"/><a:lstStyle/><a:p/></p:txBody></p:sp><p:sp><p:nvSpPr><p:cNvPr id="400" name="object 400"/><p:cNvSpPr/><p:nvPr/></p:nvSpPr><p:spPr><a:xfrm><a:off x="16587260" y="12505311"/><a:ext cx="18415" cy="24765"/></a:xfrm><a:custGeom><a:avLst/><a:gdLst/><a:ahLst/><a:cxnLst/><a:rect l="l" t="t" r="r" b="b"/><a:pathLst><a:path w="18415" h="24765"><a:moveTo><a:pt x="0" y="0"/></a:moveTo><a:lnTo><a:pt x="839" y="2435"/></a:lnTo><a:lnTo><a:pt x="3904" y="10431"/></a:lnTo><a:lnTo><a:pt x="9107" y="17598"/></a:lnTo><a:lnTo><a:pt x="16039" y="22671"/></a:lnTo><a:lnTo><a:pt x="18138" y="24183"/></a:lnTo></a:path></a:pathLst></a:custGeom><a:ln w="3175"><a:solidFill><a:srgbClr val="000000"/></a:solidFill></a:ln></p:spPr><p:txBody><a:bodyPr wrap="square" lIns="0" tIns="0" rIns="0" bIns="0" rtlCol="0"/><a:lstStyle/><a:p/></p:txBody></p:sp><p:sp><p:nvSpPr><p:cNvPr id="401" name="object 401"/><p:cNvSpPr/><p:nvPr/></p:nvSpPr><p:spPr><a:xfrm><a:off x="16595406" y="12477433"/><a:ext cx="16510" cy="22225"/></a:xfrm><a:custGeom><a:avLst/><a:gdLst/><a:ahLst/><a:cxnLst/><a:rect l="l" t="t" r="r" b="b"/><a:pathLst><a:path w="16509" h="22225"><a:moveTo><a:pt x="16123" y="21916"/></a:moveTo><a:lnTo><a:pt x="15031" y="19396"/></a:lnTo><a:lnTo><a:pt x="11976" y="12657"/></a:lnTo><a:lnTo><a:pt x="7633" y="6682"/></a:lnTo><a:lnTo><a:pt x="2099" y="1763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2" name="object 402"/><p:cNvSpPr/><p:nvPr/></p:nvSpPr><p:spPr><a:xfrm><a:off x="16624377" y="12522440"/><a:ext cx="3810" cy="30480"/></a:xfrm><a:custGeom><a:avLst/><a:gdLst/><a:ahLst/><a:cxnLst/><a:rect l="l" t="t" r="r" b="b"/><a:pathLst><a:path w="3809" h="30479"><a:moveTo><a:pt x="3694" y="0"/></a:moveTo><a:lnTo><a:pt x="0" y="3048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3" name="object 403"/><p:cNvSpPr/><p:nvPr/></p:nvSpPr><p:spPr><a:xfrm><a:off x="16604391" y="12530250"/><a:ext cx="20320" cy="22860"/></a:xfrm><a:custGeom><a:avLst/><a:gdLst/><a:ahLst/><a:cxnLst/><a:rect l="l" t="t" r="r" b="b"/><a:pathLst><a:path w="20319" h="22859"><a:moveTo><a:pt x="0" y="0"/></a:moveTo><a:lnTo><a:pt x="1007" y="2351"/></a:lnTo><a:lnTo><a:pt x="4780" y="10377"/></a:lnTo><a:lnTo><a:pt x="10307" y="16565"/></a:lnTo><a:lnTo><a:pt x="17718" y="21412"/></a:lnTo><a:lnTo><a:pt x="19985" y="22671"/></a:lnTo></a:path></a:pathLst></a:custGeom><a:ln w="3175"><a:solidFill><a:srgbClr val="000000"/></a:solidFill></a:ln></p:spPr><p:txBody><a:bodyPr wrap="square" lIns="0" tIns="0" rIns="0" bIns="0" rtlCol="0"/><a:lstStyle/><a:p/></p:txBody></p:sp><p:sp><p:nvSpPr><p:cNvPr id="404" name="object 404"/><p:cNvSpPr/><p:nvPr/></p:nvSpPr><p:spPr><a:xfrm><a:off x="16610185" y="12501868"/><a:ext cx="18415" cy="20955"/></a:xfrm><a:custGeom><a:avLst/><a:gdLst/><a:ahLst/><a:cxnLst/><a:rect l="l" t="t" r="r" b="b"/><a:pathLst><a:path w="18415" h="20954"><a:moveTo><a:pt x="17802" y="20572"/></a:moveTo><a:lnTo><a:pt x="16543" y="18137"/></a:lnTo><a:lnTo><a:pt x="13245" y="11897"/></a:lnTo><a:lnTo><a:pt x="7906" y="5831"/></a:lnTo><a:lnTo><a:pt x="2267" y="159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5" name="object 405"/><p:cNvSpPr/><p:nvPr/></p:nvSpPr><p:spPr><a:xfrm><a:off x="16623369" y="12553762"/><a:ext cx="22225" cy="21590"/></a:xfrm><a:custGeom><a:avLst/><a:gdLst/><a:ahLst/><a:cxnLst/><a:rect l="l" t="t" r="r" b="b"/><a:pathLst><a:path w="22225" h="21590"><a:moveTo><a:pt x="0" y="0"/></a:moveTo><a:lnTo><a:pt x="1175" y="2267"/></a:lnTo><a:lnTo><a:pt x="5406" y="9687"/></a:lnTo><a:lnTo><a:pt x="11834" y="15927"/></a:lnTo><a:lnTo><a:pt x="19398" y="19900"/></a:lnTo><a:lnTo><a:pt x="21749" y="21076"/></a:lnTo></a:path></a:pathLst></a:custGeom><a:ln w="3175"><a:solidFill><a:srgbClr val="000000"/></a:solidFill></a:ln></p:spPr><p:txBody><a:bodyPr wrap="square" lIns="0" tIns="0" rIns="0" bIns="0" rtlCol="0"/><a:lstStyle/><a:p/></p:txBody></p:sp><p:sp><p:nvSpPr><p:cNvPr id="406" name="object 406"/><p:cNvSpPr/><p:nvPr/></p:nvSpPr><p:spPr><a:xfrm><a:off x="16626896" y="12524959"/><a:ext cx="19685" cy="19685"/></a:xfrm><a:custGeom><a:avLst/><a:gdLst/><a:ahLst/><a:cxnLst/><a:rect l="l" t="t" r="r" b="b"/><a:pathLst><a:path w="19684" h="19684"><a:moveTo><a:pt x="19398" y="19145"/></a:moveTo><a:lnTo><a:pt x="17970" y="16793"/></a:lnTo><a:lnTo><a:pt x="13752" y="10508"/></a:lnTo><a:lnTo><a:pt x="8790" y="5448"/></a:lnTo><a:lnTo><a:pt x="2351" y="142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7" name="object 407"/><p:cNvSpPr/><p:nvPr/></p:nvSpPr><p:spPr><a:xfrm><a:off x="16534179" y="12214608"/><a:ext cx="5715" cy="30480"/></a:xfrm><a:custGeom><a:avLst/><a:gdLst/><a:ahLst/><a:cxnLst/><a:rect l="l" t="t" r="r" b="b"/><a:pathLst><a:path w="5715" h="30479"><a:moveTo><a:pt x="5383" y="0"/></a:moveTo><a:lnTo><a:pt x="4291" y="2267"/></a:lnTo><a:lnTo><a:pt x="1958" y="8251"/></a:lnTo><a:lnTo><a:pt x="518" y="14532"/></a:lnTo><a:lnTo><a:pt x="0" y="20957"/></a:lnTo><a:lnTo><a:pt x="428" y="27374"/></a:lnTo><a:lnTo><a:pt x="848" y="29893"/></a:lnTo></a:path></a:pathLst></a:custGeom><a:ln w="3175"><a:solidFill><a:srgbClr val="000000"/></a:solidFill></a:ln></p:spPr><p:txBody><a:bodyPr wrap="square" lIns="0" tIns="0" rIns="0" bIns="0" rtlCol="0"/><a:lstStyle/><a:p/></p:txBody></p:sp><p:sp><p:nvSpPr><p:cNvPr id="408" name="object 408"/><p:cNvSpPr/><p:nvPr/></p:nvSpPr><p:spPr><a:xfrm><a:off x="16531501" y="12255669"/><a:ext cx="24765" cy="19050"/></a:xfrm><a:custGeom><a:avLst/><a:gdLst/><a:ahLst/><a:cxnLst/><a:rect l="l" t="t" r="r" b="b"/><a:pathLst><a:path w="24765" h="19050"><a:moveTo><a:pt x="24352" y="0"/></a:moveTo><a:lnTo><a:pt x="0" y="18725"/></a:lnTo></a:path></a:pathLst></a:custGeom><a:ln w="3175"><a:solidFill><a:srgbClr val="000000"/></a:solidFill></a:ln></p:spPr><p:txBody><a:bodyPr wrap="square" lIns="0" tIns="0" rIns="0" bIns="0" rtlCol="0"/><a:lstStyle/><a:p/></p:txBody></p:sp><p:sp><p:nvSpPr><p:cNvPr id="409" name="object 409"/><p:cNvSpPr/><p:nvPr/></p:nvSpPr><p:spPr><a:xfrm><a:off x="16530409" y="12283967"/><a:ext cx="22860" cy="20955"/></a:xfrm><a:custGeom><a:avLst/><a:gdLst/><a:ahLst/><a:cxnLst/><a:rect l="l" t="t" r="r" b="b"/><a:pathLst><a:path w="22859" h="20954"><a:moveTo><a:pt x="22841" y="0"/></a:moveTo><a:lnTo><a:pt x="0" y="20572"/></a:lnTo></a:path></a:pathLst></a:custGeom><a:ln w="3175"><a:solidFill><a:srgbClr val="000000"/></a:solidFill></a:ln></p:spPr><p:txBody><a:bodyPr wrap="square" lIns="0" tIns="0" rIns="0" bIns="0" rtlCol="0"/><a:lstStyle/><a:p/></p:txBody></p:sp><p:sp><p:nvSpPr><p:cNvPr id="410" name="object 410"/><p:cNvSpPr/><p:nvPr/></p:nvSpPr><p:spPr><a:xfrm><a:off x="16531752" y="12312265"/><a:ext cx="21590" cy="22860"/></a:xfrm><a:custGeom><a:avLst/><a:gdLst/><a:ahLst/><a:cxnLst/><a:rect l="l" t="t" r="r" b="b"/><a:pathLst><a:path w="21590" h="22859"><a:moveTo><a:pt x="21077" y="0"/></a:moveTo><a:lnTo><a:pt x="0" y="22419"/></a:lnTo></a:path></a:pathLst></a:custGeom><a:ln w="3175"><a:solidFill><a:srgbClr val="000000"/></a:solidFill></a:ln></p:spPr><p:txBody><a:bodyPr wrap="square" lIns="0" tIns="0" rIns="0" bIns="0" rtlCol="0"/><a:lstStyle/><a:p/></p:txBody></p:sp><p:sp><p:nvSpPr><p:cNvPr id="411" name="object 411"/><p:cNvSpPr/><p:nvPr/></p:nvSpPr><p:spPr><a:xfrm><a:off x="16529750" y="12334769"/><a:ext cx="5715" cy="29845"/></a:xfrm><a:custGeom><a:avLst/><a:gdLst/><a:ahLst/><a:cxnLst/><a:rect l="l" t="t" r="r" b="b"/><a:pathLst><a:path w="5715" h="29845"><a:moveTo><a:pt x="658" y="0"/></a:moveTo><a:lnTo><a:pt x="322" y="2519"/></a:lnTo><a:lnTo><a:pt x="0" y="8938"/></a:lnTo><a:lnTo><a:pt x="591" y="15341"/></a:lnTo><a:lnTo><a:pt x="2098" y="21588"/></a:lnTo><a:lnTo><a:pt x="4521" y="27542"/></a:lnTo><a:lnTo><a:pt x="5697" y="29809"/></a:lnTo></a:path></a:pathLst></a:custGeom><a:ln w="3175"><a:solidFill><a:srgbClr val="000000"/></a:solidFill></a:ln></p:spPr><p:txBody><a:bodyPr wrap="square" lIns="0" tIns="0" rIns="0" bIns="0" rtlCol="0"/><a:lstStyle/><a:p/></p:txBody></p:sp><p:sp><p:nvSpPr><p:cNvPr id="412" name="object 412"/><p:cNvSpPr/><p:nvPr/></p:nvSpPr><p:spPr><a:xfrm><a:off x="16533936" y="12364746"/><a:ext cx="7620" cy="29845"/></a:xfrm><a:custGeom><a:avLst/><a:gdLst/><a:ahLst/><a:cxnLst/><a:rect l="l" t="t" r="r" b="b"/><a:pathLst><a:path w="7619" h="29845"><a:moveTo><a:pt x="167" y="0"/></a:moveTo><a:lnTo><a:pt x="6214" y="27206"/></a:lnTo><a:lnTo><a:pt x="7557" y="29389"/></a:lnTo></a:path></a:pathLst></a:custGeom><a:ln w="3175"><a:solidFill><a:srgbClr val="000000"/></a:solidFill></a:ln></p:spPr><p:txBody><a:bodyPr wrap="square" lIns="0" tIns="0" rIns="0" bIns="0" rtlCol="0"/><a:lstStyle/><a:p/></p:txBody></p:sp><p:sp><p:nvSpPr><p:cNvPr id="413" name="object 413"/><p:cNvSpPr/><p:nvPr/></p:nvSpPr><p:spPr><a:xfrm><a:off x="16530001" y="12244249"/><a:ext cx="3810" cy="30480"/></a:xfrm><a:custGeom><a:avLst/><a:gdLst/><a:ahLst/><a:cxnLst/><a:rect l="l" t="t" r="r" b="b"/><a:pathLst><a:path w="3809" h="30479"><a:moveTo><a:pt x="3682" y="0"/></a:moveTo><a:lnTo><a:pt x="2759" y="2435"/></a:lnTo><a:lnTo><a:pt x="938" y="8589"/></a:lnTo><a:lnTo><a:pt x="13" y="14940"/></a:lnTo><a:lnTo><a:pt x="0" y="21357"/></a:lnTo><a:lnTo><a:pt x="911" y="27709"/></a:lnTo><a:lnTo><a:pt x="1499" y="30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414" name="object 414"/><p:cNvSpPr/><p:nvPr/></p:nvSpPr><p:spPr><a:xfrm><a:off x="16527726" y="12274310"/><a:ext cx="3175" cy="30480"/></a:xfrm><a:custGeom><a:avLst/><a:gdLst/><a:ahLst/><a:cxnLst/><a:rect l="l" t="t" r="r" b="b"/><a:pathLst><a:path w="3175" h="30479"><a:moveTo><a:pt x="2515" y="0"/></a:moveTo><a:lnTo><a:pt x="1759" y="2435"/></a:lnTo><a:lnTo><a:pt x="423" y="8608"/></a:lnTo><a:lnTo><a:pt x="0" y="15127"/></a:lnTo><a:lnTo><a:pt x="498" y="21640"/></a:lnTo><a:lnTo><a:pt x="1927" y="27793"/></a:lnTo><a:lnTo><a:pt x="2683" y="30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415" name="object 415"/><p:cNvSpPr/><p:nvPr/></p:nvSpPr><p:spPr><a:xfrm><a:off x="16527694" y="12304540"/><a:ext cx="4445" cy="30480"/></a:xfrm><a:custGeom><a:avLst/><a:gdLst/><a:ahLst/><a:cxnLst/><a:rect l="l" t="t" r="r" b="b"/><a:pathLst><a:path w="4444" h="30479"><a:moveTo><a:pt x="1371" y="0"/></a:moveTo><a:lnTo><a:pt x="867" y="2519"/></a:lnTo><a:lnTo><a:pt x="0" y="8854"/></a:lnTo><a:lnTo><a:pt x="98" y="15314"/></a:lnTo><a:lnTo><a:pt x="1127" y="21695"/></a:lnTo><a:lnTo><a:pt x="3050" y="27793"/></a:lnTo><a:lnTo><a:pt x="3974" y="30145"/></a:lnTo></a:path></a:pathLst></a:custGeom><a:ln w="3175"><a:solidFill><a:srgbClr val="000000"/></a:solidFill></a:ln></p:spPr><p:txBody><a:bodyPr wrap="square" lIns="0" tIns="0" rIns="0" bIns="0" rtlCol="0"/><a:lstStyle/><a:p/></p:txBody></p:sp><p:sp><p:nvSpPr><p:cNvPr id="416" name="object 416"/><p:cNvSpPr/><p:nvPr/></p:nvSpPr><p:spPr><a:xfrm><a:off x="16588352" y="12283463"/><a:ext cx="47625" cy="24765"/></a:xfrm><a:custGeom><a:avLst/><a:gdLst/><a:ahLst/><a:cxnLst/><a:rect l="l" t="t" r="r" b="b"/><a:pathLst><a:path w="47625" h="24765"><a:moveTo><a:pt x="47277" y="24435"/></a:moveTo><a:lnTo><a:pt x="0" y="23511"/></a:lnTo><a:lnTo><a:pt x="335" y="8312"/></a:lnTo><a:lnTo><a:pt x="2687" y="3274"/></a:lnTo><a:lnTo><a:pt x="4954" y="1679"/></a:lnTo><a:lnTo><a:pt x="9489" y="0"/></a:lnTo><a:lnTo><a:pt x="14023" y="83"/></a:lnTo><a:lnTo><a:pt x="18474" y="1931"/></a:lnTo><a:lnTo><a:pt x="20657" y="3610"/></a:lnTo><a:lnTo><a:pt x="22841" y="8732"/></a:lnTo><a:lnTo><a:pt x="22505" y="23931"/></a:lnTo></a:path></a:pathLst></a:custGeom><a:ln w="3175"><a:solidFill><a:srgbClr val="000000"/></a:solidFill></a:ln></p:spPr><p:txBody><a:bodyPr wrap="square" lIns="0" tIns="0" rIns="0" bIns="0" rtlCol="0"/><a:lstStyle/><a:p/></p:txBody></p:sp><p:sp><p:nvSpPr><p:cNvPr id="417" name="object 417"/><p:cNvSpPr/><p:nvPr/></p:nvSpPr><p:spPr><a:xfrm><a:off x="16611109" y="12284219"/><a:ext cx="25400" cy="11430"/></a:xfrm><a:custGeom><a:avLst/><a:gdLst/><a:ahLst/><a:cxnLst/><a:rect l="l" t="t" r="r" b="b"/><a:pathLst><a:path w="25400" h="11429"><a:moveTo><a:pt x="0" y="11335"/></a:moveTo><a:lnTo><a:pt x="2502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8" name="object 418"/><p:cNvSpPr/><p:nvPr/></p:nvSpPr><p:spPr><a:xfrm><a:off x="16589611" y="12251135"/><a:ext cx="47625" cy="27305"/></a:xfrm><a:custGeom><a:avLst/><a:gdLst/><a:ahLst/><a:cxnLst/><a:rect l="l" t="t" r="r" b="b"/><a:pathLst><a:path w="47625" h="27304"><a:moveTo><a:pt x="47025" y="27038"/></a:moveTo><a:lnTo><a:pt x="0" y="21832"/></a:lnTo><a:lnTo><a:pt x="243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9" name="object 419"/><p:cNvSpPr/><p:nvPr/></p:nvSpPr><p:spPr><a:xfrm><a:off x="16612032" y="12262051"/><a:ext cx="1905" cy="13970"/></a:xfrm><a:custGeom><a:avLst/><a:gdLst/><a:ahLst/><a:cxnLst/><a:rect l="l" t="t" r="r" b="b"/><a:pathLst><a:path w="1905" h="13970"><a:moveTo><a:pt x="0" y="13435"/></a:moveTo><a:lnTo><a:pt x="142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0" name="object 420"/><p:cNvSpPr/><p:nvPr/></p:nvSpPr><p:spPr><a:xfrm><a:off x="16636637" y="12256341"/><a:ext cx="2540" cy="22225"/></a:xfrm><a:custGeom><a:avLst/><a:gdLst/><a:ahLst/><a:cxnLst/><a:rect l="l" t="t" r="r" b="b"/><a:pathLst><a:path w="2540" h="22225"><a:moveTo><a:pt x="0" y="21832"/></a:moveTo><a:lnTo><a:pt x="243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1" name="object 421"/><p:cNvSpPr/><p:nvPr/></p:nvSpPr><p:spPr><a:xfrm><a:off x="16535027" y="12227792"/><a:ext cx="26034" cy="17145"/></a:xfrm><a:custGeom><a:avLst/><a:gdLst/><a:ahLst/><a:cxnLst/><a:rect l="l" t="t" r="r" b="b"/><a:pathLst><a:path w="26034" h="17145"><a:moveTo><a:pt x="25696" y="0"/></a:moveTo><a:lnTo><a:pt x="0" y="16709"/></a:lnTo></a:path></a:pathLst></a:custGeom><a:ln w="3175"><a:solidFill><a:srgbClr val="000000"/></a:solidFill></a:ln></p:spPr><p:txBody><a:bodyPr wrap="square" lIns="0" tIns="0" rIns="0" bIns="0" rtlCol="0"/><a:lstStyle/><a:p/></p:txBody></p:sp><p:sp><p:nvSpPr><p:cNvPr id="422" name="object 422"/><p:cNvSpPr/><p:nvPr/></p:nvSpPr><p:spPr><a:xfrm><a:off x="16555853" y="12228547"/><a:ext cx="3810" cy="27305"/></a:xfrm><a:custGeom><a:avLst/><a:gdLst/><a:ahLst/><a:cxnLst/><a:rect l="l" t="t" r="r" b="b"/><a:pathLst><a:path w="3809" h="27304"><a:moveTo><a:pt x="0" y="27122"/></a:moveTo><a:lnTo><a:pt x="1175" y="23427"/></a:lnTo><a:lnTo><a:pt x="2951" y="17262"/></a:lnTo><a:lnTo><a:pt x="3568" y="10227"/></a:lnTo><a:lnTo><a:pt x="2771" y="3862"/></a:lnTo><a:lnTo><a:pt x="226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3" name="object 423"/><p:cNvSpPr/><p:nvPr/></p:nvSpPr><p:spPr><a:xfrm><a:off x="16553250" y="12256677"/><a:ext cx="2540" cy="27305"/></a:xfrm><a:custGeom><a:avLst/><a:gdLst/><a:ahLst/><a:cxnLst/><a:rect l="l" t="t" r="r" b="b"/><a:pathLst><a:path w="2540" h="27304"><a:moveTo><a:pt x="0" y="27290"/></a:moveTo><a:lnTo><a:pt x="839" y="23427"/></a:lnTo><a:lnTo><a:pt x="2060" y="16987"/></a:lnTo><a:lnTo><a:pt x="2158" y="10308"/></a:lnTo><a:lnTo><a:pt x="923" y="3862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4" name="object 424"/><p:cNvSpPr/><p:nvPr/></p:nvSpPr><p:spPr><a:xfrm><a:off x="16550731" y="12285142"/><a:ext cx="3810" cy="27305"/></a:xfrm><a:custGeom><a:avLst/><a:gdLst/><a:ahLst/><a:cxnLst/><a:rect l="l" t="t" r="r" b="b"/><a:pathLst><a:path w="3809" h="27304"><a:moveTo><a:pt x="2099" y="27122"/></a:moveTo><a:lnTo><a:pt x="2687" y="23259"/></a:lnTo><a:lnTo><a:pt x="3329" y="16187"/></a:lnTo><a:lnTo><a:pt x="2965" y="10661"/></a:lnTo><a:lnTo><a:pt x="1175" y="3778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5" name="object 425"/><p:cNvSpPr/><p:nvPr/></p:nvSpPr><p:spPr><a:xfrm><a:off x="16535448" y="12313692"/><a:ext cx="20320" cy="51435"/></a:xfrm><a:custGeom><a:avLst/><a:gdLst/><a:ahLst/><a:cxnLst/><a:rect l="l" t="t" r="r" b="b"/><a:pathLst><a:path w="20319" h="51434"><a:moveTo><a:pt x="0" y="50885"/></a:moveTo><a:lnTo><a:pt x="19230" y="26954"/></a:lnTo><a:lnTo><a:pt x="19482" y="23007"/></a:lnTo><a:lnTo><a:pt x="19739" y="16425"/></a:lnTo><a:lnTo><a:pt x="18645" y="9816"/></a:lnTo><a:lnTo><a:pt x="16459" y="3610"/></a:lnTo><a:lnTo><a:pt x="1494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6" name="object 426"/><p:cNvSpPr/><p:nvPr/></p:nvSpPr><p:spPr><a:xfrm><a:off x="16541494" y="12342158"/><a:ext cx="17780" cy="52069"/></a:xfrm><a:custGeom><a:avLst/><a:gdLst/><a:ahLst/><a:cxnLst/><a:rect l="l" t="t" r="r" b="b"/><a:pathLst><a:path w="17780" h="52070"><a:moveTo><a:pt x="0" y="51893"/></a:moveTo><a:lnTo><a:pt x="17298" y="26534"/></a:lnTo><a:lnTo><a:pt x="17214" y="22587"/></a:lnTo><a:lnTo><a:pt x="16849" y="15325"/></a:lnTo><a:lnTo><a:pt x="15470" y="10199"/></a:lnTo><a:lnTo><a:pt x="12680" y="3526"/></a:lnTo><a:lnTo><a:pt x="1091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7" name="object 427"/><p:cNvSpPr/><p:nvPr/></p:nvSpPr><p:spPr><a:xfrm><a:off x="16549891" y="12396318"/><a:ext cx="15240" cy="27305"/></a:xfrm><a:custGeom><a:avLst/><a:gdLst/><a:ahLst/><a:cxnLst/><a:rect l="l" t="t" r="r" b="b"/><a:pathLst><a:path w="15240" h="27304"><a:moveTo><a:pt x="15199" y="0"/></a:moveTo><a:lnTo><a:pt x="0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428" name="object 428"/><p:cNvSpPr/><p:nvPr/></p:nvSpPr><p:spPr><a:xfrm><a:off x="16540234" y="12394387"/><a:ext cx="10160" cy="29209"/></a:xfrm><a:custGeom><a:avLst/><a:gdLst/><a:ahLst/><a:cxnLst/><a:rect l="l" t="t" r="r" b="b"/><a:pathLst><a:path w="10159" h="29209"><a:moveTo><a:pt x="0" y="0"/></a:moveTo><a:lnTo><a:pt x="0" y="2603"/></a:lnTo><a:lnTo><a:pt x="480" y="11475"/></a:lnTo><a:lnTo><a:pt x="3122" y="19285"/></a:lnTo><a:lnTo><a:pt x="8145" y="26618"/></a:lnTo><a:lnTo><a:pt x="9657" y="28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429" name="object 429"/><p:cNvSpPr/><p:nvPr/></p:nvSpPr><p:spPr><a:xfrm><a:off x="16556609" y="12370456"/><a:ext cx="8890" cy="26034"/></a:xfrm><a:custGeom><a:avLst/><a:gdLst/><a:ahLst/><a:cxnLst/><a:rect l="l" t="t" r="r" b="b"/><a:pathLst><a:path w="8890" h="26034"><a:moveTo><a:pt x="8481" y="25862"/></a:moveTo><a:lnTo><a:pt x="8145" y="21916"/></a:lnTo><a:lnTo><a:pt x="7233" y="15216"/></a:lnTo><a:lnTo><a:pt x="5235" y="9296"/></a:lnTo><a:lnTo><a:pt x="2015" y="3358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0" name="object 430"/><p:cNvSpPr/><p:nvPr/></p:nvSpPr><p:spPr><a:xfrm><a:off x="16560556" y="12423356"/><a:ext cx="13335" cy="27940"/></a:xfrm><a:custGeom><a:avLst/><a:gdLst/><a:ahLst/><a:cxnLst/><a:rect l="l" t="t" r="r" b="b"/><a:pathLst><a:path w="13334" h="27940"><a:moveTo><a:pt x="13016" y="0"/></a:moveTo><a:lnTo><a:pt x="0" y="27877"/></a:lnTo></a:path></a:pathLst></a:custGeom><a:ln w="3175"><a:solidFill><a:srgbClr val="000000"/></a:solidFill></a:ln></p:spPr><p:txBody><a:bodyPr wrap="square" lIns="0" tIns="0" rIns="0" bIns="0" rtlCol="0"/><a:lstStyle/><a:p/></p:txBody></p:sp><p:sp><p:nvSpPr><p:cNvPr id="431" name="object 431"/><p:cNvSpPr/><p:nvPr/></p:nvSpPr><p:spPr><a:xfrm><a:off x="16548632" y="12423440"/><a:ext cx="12065" cy="27940"/></a:xfrm><a:custGeom><a:avLst/><a:gdLst/><a:ahLst/><a:cxnLst/><a:rect l="l" t="t" r="r" b="b"/><a:pathLst><a:path w="12065" h="27940"><a:moveTo><a:pt x="0" y="0"/></a:moveTo><a:lnTo><a:pt x="251" y="2519"/></a:lnTo><a:lnTo><a:pt x="1242" y="11086"/></a:lnTo><a:lnTo><a:pt x="4750" y="19216"/></a:lnTo><a:lnTo><a:pt x="10244" y="25862"/></a:lnTo><a:lnTo><a:pt x="11924" y="27793"/></a:lnTo></a:path></a:pathLst></a:custGeom><a:ln w="3175"><a:solidFill><a:srgbClr val="000000"/></a:solidFill></a:ln></p:spPr><p:txBody><a:bodyPr wrap="square" lIns="0" tIns="0" rIns="0" bIns="0" rtlCol="0"/><a:lstStyle/><a:p/></p:txBody></p:sp><p:sp><p:nvSpPr><p:cNvPr id="432" name="object 432"/><p:cNvSpPr/><p:nvPr/></p:nvSpPr><p:spPr><a:xfrm><a:off x="16563075" y="12398249"/><a:ext cx="10795" cy="25400"/></a:xfrm><a:custGeom><a:avLst/><a:gdLst/><a:ahLst/><a:cxnLst/><a:rect l="l" t="t" r="r" b="b"/><a:pathLst><a:path w="10794" h="25400"><a:moveTo><a:pt x="10496" y="25190"/></a:moveTo><a:lnTo><a:pt x="9992" y="22419"/></a:lnTo><a:lnTo><a:pt x="8901" y="15581"/></a:lnTo><a:lnTo><a:pt x="5623" y="7895"/></a:lnTo><a:lnTo><a:pt x="1595" y="22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3" name="object 433"/><p:cNvSpPr/><p:nvPr/></p:nvSpPr><p:spPr><a:xfrm><a:off x="16571724" y="12425540"/><a:ext cx="12700" cy="24765"/></a:xfrm><a:custGeom><a:avLst/><a:gdLst/><a:ahLst/><a:cxnLst/><a:rect l="l" t="t" r="r" b="b"/><a:pathLst><a:path w="12700" h="24765"><a:moveTo><a:pt x="12428" y="24183"/></a:moveTo><a:lnTo><a:pt x="11840" y="21496"/></a:lnTo><a:lnTo><a:pt x="9710" y="14238"/></a:lnTo><a:lnTo><a:pt x="6555" y="7891"/></a:lnTo><a:lnTo><a:pt x="1763" y="201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4" name="object 434"/><p:cNvSpPr/><p:nvPr/></p:nvSpPr><p:spPr><a:xfrm><a:off x="16595489" y="12220570"/><a:ext cx="48260" cy="28575"/></a:xfrm><a:custGeom><a:avLst/><a:gdLst/><a:ahLst/><a:cxnLst/><a:rect l="l" t="t" r="r" b="b"/><a:pathLst><a:path w="48259" h="28575"><a:moveTo><a:pt x="13855" y="0"/></a:moveTo><a:lnTo><a:pt x="9153" y="839"/></a:lnTo><a:lnTo><a:pt x="4114" y="3358"/></a:lnTo><a:lnTo><a:pt x="1259" y="6213"/></a:lnTo><a:lnTo><a:pt x="0" y="12847"/></a:lnTo><a:lnTo><a:pt x="1595" y="16625"/></a:lnTo><a:lnTo><a:pt x="5374" y="20740"/></a:lnTo><a:lnTo><a:pt x="9489" y="23259"/></a:lnTo><a:lnTo><a:pt x="15871" y="26114"/></a:lnTo><a:lnTo><a:pt x="26955" y="28213"/></a:lnTo><a:lnTo><a:pt x="33841" y="27793"/></a:lnTo><a:lnTo><a:pt x="38628" y="26954"/></a:lnTo><a:lnTo><a:pt x="43666" y="24519"/></a:lnTo><a:lnTo><a:pt x="46522" y="21580"/></a:lnTo><a:lnTo><a:pt x="47781" y="14946"/></a:lnTo><a:lnTo><a:pt x="46186" y="11251"/></a:lnTo><a:lnTo><a:pt x="42323" y="7053"/></a:lnTo><a:lnTo><a:pt x="38208" y="4618"/></a:lnTo><a:lnTo><a:pt x="31574" y="3358"/></a:lnTo><a:lnTo><a:pt x="30062" y="11671"/></a:lnTo></a:path></a:pathLst></a:custGeom><a:ln w="3175"><a:solidFill><a:srgbClr val="000000"/></a:solidFill></a:ln></p:spPr><p:txBody><a:bodyPr wrap="square" lIns="0" tIns="0" rIns="0" bIns="0" rtlCol="0"/><a:lstStyle/><a:p/></p:txBody></p:sp><p:sp><p:nvSpPr><p:cNvPr id="435" name="object 435"/><p:cNvSpPr/><p:nvPr/></p:nvSpPr><p:spPr><a:xfrm><a:off x="16656287" y="12092349"/><a:ext cx="36195" cy="45085"/></a:xfrm><a:custGeom><a:avLst/><a:gdLst/><a:ahLst/><a:cxnLst/><a:rect l="l" t="t" r="r" b="b"/><a:pathLst><a:path w="36194" h="45084"><a:moveTo><a:pt x="35605" y="44923"/></a:moveTo><a:lnTo><a:pt x="0" y="13771"/></a:lnTo><a:lnTo><a:pt x="10076" y="2267"/></a:lnTo><a:lnTo><a:pt x="15115" y="0"/></a:lnTo><a:lnTo><a:pt x="16962" y="28549"/></a:lnTo></a:path></a:pathLst></a:custGeom><a:ln w="3175"><a:solidFill><a:srgbClr val="000000"/></a:solidFill></a:ln></p:spPr><p:txBody><a:bodyPr wrap="square" lIns="0" tIns="0" rIns="0" bIns="0" rtlCol="0"/><a:lstStyle/><a:p/></p:txBody></p:sp><p:sp><p:nvSpPr><p:cNvPr id="436" name="object 436"/><p:cNvSpPr/><p:nvPr/></p:nvSpPr><p:spPr><a:xfrm><a:off x="16681060" y="12112082"/><a:ext cx="26670" cy="7620"/></a:xfrm><a:custGeom><a:avLst/><a:gdLst/><a:ahLst/><a:cxnLst/><a:rect l="l" t="t" r="r" b="b"/><a:pathLst><a:path w="26669" h="7620"><a:moveTo><a:pt x="0" y="0"/></a:moveTo><a:lnTo><a:pt x="26368" y="7389"/></a:lnTo></a:path></a:pathLst></a:custGeom><a:ln w="3175"><a:solidFill><a:srgbClr val="000000"/></a:solidFill></a:ln></p:spPr><p:txBody><a:bodyPr wrap="square" lIns="0" tIns="0" rIns="0" bIns="0" rtlCol="0"/><a:lstStyle/><a:p/></p:txBody></p:sp><p:sp><p:nvSpPr><p:cNvPr id="437" name="object 437"/><p:cNvSpPr/><p:nvPr/></p:nvSpPr><p:spPr><a:xfrm><a:off x="16689205" y="11977058"/><a:ext cx="24765" cy="17780"/></a:xfrm><a:custGeom><a:avLst/><a:gdLst/><a:ahLst/><a:cxnLst/><a:rect l="l" t="t" r="r" b="b"/><a:pathLst><a:path w="24765" h="17779"><a:moveTo><a:pt x="24520" y="0"/></a:moveTo><a:lnTo><a:pt x="22085" y="839"/></a:lnTo><a:lnTo><a:pt x="13978" y="3630"/></a:lnTo><a:lnTo><a:pt x="6773" y="8862"/></a:lnTo><a:lnTo><a:pt x="1511" y="15618"/></a:lnTo><a:lnTo><a:pt x="0" y="17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438" name="object 438"/><p:cNvSpPr/><p:nvPr/></p:nvSpPr><p:spPr><a:xfrm><a:off x="16665356" y="12013165"/><a:ext cx="30480" cy="4445"/></a:xfrm><a:custGeom><a:avLst/><a:gdLst/><a:ahLst/><a:cxnLst/><a:rect l="l" t="t" r="r" b="b"/><a:pathLst><a:path w="30480" h="4445"><a:moveTo><a:pt x="30482" y="4282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9" name="object 439"/><p:cNvSpPr/><p:nvPr/></p:nvSpPr><p:spPr><a:xfrm><a:off x="16665440" y="11993684"/><a:ext cx="23495" cy="19685"/></a:xfrm><a:custGeom><a:avLst/><a:gdLst/><a:ahLst/><a:cxnLst/><a:rect l="l" t="t" r="r" b="b"/><a:pathLst><a:path w="23494" h="19684"><a:moveTo><a:pt x="23093" y="0"/></a:moveTo><a:lnTo><a:pt x="20741" y="923"/></a:lnTo><a:lnTo><a:pt x="12520" y="4642"/></a:lnTo><a:lnTo><a:pt x="6457" y="9890"/></a:lnTo><a:lnTo><a:pt x="1343" y="17297"/></a:lnTo><a:lnTo><a:pt x="0" y="1948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0" name="object 440"/><p:cNvSpPr/><p:nvPr/></p:nvSpPr><p:spPr><a:xfrm><a:off x="16643103" y="12033486"/><a:ext cx="31115" cy="1905"/></a:xfrm><a:custGeom><a:avLst/><a:gdLst/><a:ahLst/><a:cxnLst/><a:rect l="l" t="t" r="r" b="b"/><a:pathLst><a:path w="31115" h="1904"><a:moveTo><a:pt x="30734" y="184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1" name="object 441"/><p:cNvSpPr/><p:nvPr/></p:nvSpPr><p:spPr><a:xfrm><a:off x="16643103" y="12012157"/><a:ext cx="21590" cy="21590"/></a:xfrm><a:custGeom><a:avLst/><a:gdLst/><a:ahLst/><a:cxnLst/><a:rect l="l" t="t" r="r" b="b"/><a:pathLst><a:path w="21590" h="21590"><a:moveTo><a:pt x="21413" y="0"/></a:moveTo><a:lnTo><a:pt x="19146" y="1175"/></a:lnTo><a:lnTo><a:pt x="11503" y="5416"/></a:lnTo><a:lnTo><a:pt x="5438" y="11429"/></a:lnTo><a:lnTo><a:pt x="1175" y="19061"/></a:lnTo><a:lnTo><a:pt x="0" y="21328"/></a:lnTo></a:path></a:pathLst></a:custGeom><a:ln w="3175"><a:solidFill><a:srgbClr val="000000"/></a:solidFill></a:ln></p:spPr><p:txBody><a:bodyPr wrap="square" lIns="0" tIns="0" rIns="0" bIns="0" rtlCol="0"/><a:lstStyle/><a:p/></p:txBody></p:sp><p:sp><p:nvSpPr><p:cNvPr id="442" name="object 442"/><p:cNvSpPr/><p:nvPr/></p:nvSpPr><p:spPr><a:xfrm><a:off x="16673838" y="12016272"/><a:ext cx="19685" cy="19050"/></a:xfrm><a:custGeom><a:avLst/><a:gdLst/><a:ahLst/><a:cxnLst/><a:rect l="l" t="t" r="r" b="b"/><a:pathLst><a:path w="19684" h="19050"><a:moveTo><a:pt x="0" y="18977"/></a:moveTo><a:lnTo><a:pt x="2351" y="17549"/></a:lnTo><a:lnTo><a:pt x="8505" y="13818"/></a:lnTo><a:lnTo><a:pt x="14090" y="8318"/></a:lnTo><a:lnTo><a:pt x="17970" y="2267"/></a:lnTo><a:lnTo><a:pt x="1948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3" name="object 443"/><p:cNvSpPr/><p:nvPr/></p:nvSpPr><p:spPr><a:xfrm><a:off x="16653264" y="12034326"/><a:ext cx="18415" cy="20955"/></a:xfrm><a:custGeom><a:avLst/><a:gdLst/><a:ahLst/><a:cxnLst/><a:rect l="l" t="t" r="r" b="b"/><a:pathLst><a:path w="18415" h="20954"><a:moveTo><a:pt x="0" y="20488"/></a:moveTo><a:lnTo><a:pt x="2267" y="18977"/></a:lnTo><a:lnTo><a:pt x="8396" y="14214"/></a:lnTo><a:lnTo><a:pt x="12831" y="9224"/></a:lnTo><a:lnTo><a:pt x="16627" y="2435"/></a:lnTo><a:lnTo><a:pt x="1788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4" name="object 444"/><p:cNvSpPr/><p:nvPr/></p:nvSpPr><p:spPr><a:xfrm><a:off x="16603803" y="12076058"/><a:ext cx="31115" cy="3175"/></a:xfrm><a:custGeom><a:avLst/><a:gdLst/><a:ahLst/><a:cxnLst/><a:rect l="l" t="t" r="r" b="b"/><a:pathLst><a:path w="31115" h="3175"><a:moveTo><a:pt x="30566" y="0"/></a:moveTo><a:lnTo><a:pt x="0" y="3022"/></a:lnTo></a:path></a:pathLst></a:custGeom><a:ln w="3175"><a:solidFill><a:srgbClr val="000000"/></a:solidFill></a:ln></p:spPr><p:txBody><a:bodyPr wrap="square" lIns="0" tIns="0" rIns="0" bIns="0" rtlCol="0"/><a:lstStyle/><a:p/></p:txBody></p:sp><p:sp><p:nvSpPr><p:cNvPr id="445" name="object 445"/><p:cNvSpPr/><p:nvPr/></p:nvSpPr><p:spPr><a:xfrm><a:off x="16603719" y="12054646"/><a:ext cx="18415" cy="24765"/></a:xfrm><a:custGeom><a:avLst/><a:gdLst/><a:ahLst/><a:cxnLst/><a:rect l="l" t="t" r="r" b="b"/><a:pathLst><a:path w="18415" h="24765"><a:moveTo><a:pt x="17802" y="0"/></a:moveTo><a:lnTo><a:pt x="15787" y="1511"/></a:lnTo><a:lnTo><a:pt x="8930" y="6667"/></a:lnTo><a:lnTo><a:pt x="3724" y="13937"/></a:lnTo><a:lnTo><a:pt x="839" y="22000"/></a:lnTo><a:lnTo><a:pt x="0" y="24435"/></a:lnTo></a:path></a:pathLst></a:custGeom><a:ln w="3175"><a:solidFill><a:srgbClr val="000000"/></a:solidFill></a:ln></p:spPr><p:txBody><a:bodyPr wrap="square" lIns="0" tIns="0" rIns="0" bIns="0" rtlCol="0"/><a:lstStyle/><a:p/></p:txBody></p:sp><p:sp><p:nvSpPr><p:cNvPr id="446" name="object 446"/><p:cNvSpPr/><p:nvPr/></p:nvSpPr><p:spPr><a:xfrm><a:off x="16586924" y="12098646"/><a:ext cx="30480" cy="5715"/></a:xfrm><a:custGeom><a:avLst/><a:gdLst/><a:ahLst/><a:cxnLst/><a:rect l="l" t="t" r="r" b="b"/><a:pathLst><a:path w="30480" h="5715"><a:moveTo><a:pt x="30230" y="0"/></a:moveTo><a:lnTo><a:pt x="0" y="5374"/></a:lnTo></a:path></a:pathLst></a:custGeom><a:ln w="3175"><a:solidFill><a:srgbClr val="000000"/></a:solidFill></a:ln></p:spPr><p:txBody><a:bodyPr wrap="square" lIns="0" tIns="0" rIns="0" bIns="0" rtlCol="0"/><a:lstStyle/><a:p/></p:txBody></p:sp><p:sp><p:nvSpPr><p:cNvPr id="447" name="object 447"/><p:cNvSpPr/><p:nvPr/></p:nvSpPr><p:spPr><a:xfrm><a:off x="16586924" y="12078242"/><a:ext cx="15875" cy="26034"/></a:xfrm><a:custGeom><a:avLst/><a:gdLst/><a:ahLst/><a:cxnLst/><a:rect l="l" t="t" r="r" b="b"/><a:pathLst><a:path w="15875" h="26034"><a:moveTo><a:pt x="15787" y="0"/></a:moveTo><a:lnTo><a:pt x="587" y="23343"/></a:lnTo><a:lnTo><a:pt x="0" y="25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448" name="object 448"/><p:cNvSpPr/><p:nvPr/></p:nvSpPr><p:spPr><a:xfrm><a:off x="16617155" y="12075471"/><a:ext cx="14604" cy="23495"/></a:xfrm><a:custGeom><a:avLst/><a:gdLst/><a:ahLst/><a:cxnLst/><a:rect l="l" t="t" r="r" b="b"/><a:pathLst><a:path w="14605" h="23495"><a:moveTo><a:pt x="0" y="23091"/></a:moveTo><a:lnTo><a:pt x="2015" y="21160"/></a:lnTo><a:lnTo><a:pt x="7186" y="15849"/></a:lnTo><a:lnTo><a:pt x="11070" y="9562"/></a:lnTo><a:lnTo><a:pt x="13603" y="2603"/></a:lnTo><a:lnTo><a:pt x="1444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9" name="object 449"/><p:cNvSpPr/><p:nvPr/></p:nvSpPr><p:spPr><a:xfrm><a:off x="16572145" y="12122493"/><a:ext cx="29845" cy="8255"/></a:xfrm><a:custGeom><a:avLst/><a:gdLst/><a:ahLst/><a:cxnLst/><a:rect l="l" t="t" r="r" b="b"/><a:pathLst><a:path w="29844" h="8254"><a:moveTo><a:pt x="29727" y="0"/></a:moveTo><a:lnTo><a:pt x="0" y="7809"/></a:lnTo></a:path></a:pathLst></a:custGeom><a:ln w="3175"><a:solidFill><a:srgbClr val="000000"/></a:solidFill></a:ln></p:spPr><p:txBody><a:bodyPr wrap="square" lIns="0" tIns="0" rIns="0" bIns="0" rtlCol="0"/><a:lstStyle/><a:p/></p:txBody></p:sp><p:sp><p:nvSpPr><p:cNvPr id="450" name="object 450"/><p:cNvSpPr/><p:nvPr/></p:nvSpPr><p:spPr><a:xfrm><a:off x="16572060" y="12103349"/><a:ext cx="13970" cy="27305"/></a:xfrm><a:custGeom><a:avLst/><a:gdLst/><a:ahLst/><a:cxnLst/><a:rect l="l" t="t" r="r" b="b"/><a:pathLst><a:path w="13969" h="27304"><a:moveTo><a:pt x="13771" y="0"/></a:moveTo><a:lnTo><a:pt x="11924" y="1763"/></a:lnTo><a:lnTo><a:pt x="5729" y="8538"/></a:lnTo><a:lnTo><a:pt x="2314" y="15386"/></a:lnTo><a:lnTo><a:pt x="419" y="24351"/></a:lnTo><a:lnTo><a:pt x="0" y="26954"/></a:lnTo></a:path></a:pathLst></a:custGeom><a:ln w="3175"><a:solidFill><a:srgbClr val="000000"/></a:solidFill></a:ln></p:spPr><p:txBody><a:bodyPr wrap="square" lIns="0" tIns="0" rIns="0" bIns="0" rtlCol="0"/><a:lstStyle/><a:p/></p:txBody></p:sp><p:sp><p:nvSpPr><p:cNvPr id="451" name="object 451"/><p:cNvSpPr/><p:nvPr/></p:nvSpPr><p:spPr><a:xfrm><a:off x="16601787" y="12098227"/><a:ext cx="12700" cy="24765"/></a:xfrm><a:custGeom><a:avLst/><a:gdLst/><a:ahLst/><a:cxnLst/><a:rect l="l" t="t" r="r" b="b"/><a:pathLst><a:path w="12700" h="24765"><a:moveTo><a:pt x="0" y="24183"/></a:moveTo><a:lnTo><a:pt x="1847" y="22167"/></a:lnTo><a:lnTo><a:pt x="6505" y="16463"/></a:lnTo><a:lnTo><a:pt x="9938" y="9775"/></a:lnTo><a:lnTo><a:pt x="11924" y="2687"/></a:lnTo><a:lnTo><a:pt x="1259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2" name="object 452"/><p:cNvSpPr/><p:nvPr/></p:nvSpPr><p:spPr><a:xfrm><a:off x="16559464" y="12147517"/><a:ext cx="29209" cy="10160"/></a:xfrm><a:custGeom><a:avLst/><a:gdLst/><a:ahLst/><a:cxnLst/><a:rect l="l" t="t" r="r" b="b"/><a:pathLst><a:path w="29209" h="10159"><a:moveTo><a:pt x="28971" y="0"/></a:moveTo><a:lnTo><a:pt x="0" y="1016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3" name="object 453"/><p:cNvSpPr/><p:nvPr/></p:nvSpPr><p:spPr><a:xfrm><a:off x="16559464" y="12129631"/><a:ext cx="12065" cy="28575"/></a:xfrm><a:custGeom><a:avLst/><a:gdLst/><a:ahLst/><a:cxnLst/><a:rect l="l" t="t" r="r" b="b"/><a:pathLst><a:path w="12065" h="28575"><a:moveTo><a:pt x="11504" y="0"/></a:moveTo><a:lnTo><a:pt x="9825" y="2015"/></a:lnTo><a:lnTo><a:pt x="4464" y="8658"/></a:lnTo><a:lnTo><a:pt x="1091" y="16968"/></a:lnTo><a:lnTo><a:pt x="167" y="25442"/></a:lnTo><a:lnTo><a:pt x="0" y="27961"/></a:lnTo></a:path></a:pathLst></a:custGeom><a:ln w="3175"><a:solidFill><a:srgbClr val="000000"/></a:solidFill></a:ln></p:spPr><p:txBody><a:bodyPr wrap="square" lIns="0" tIns="0" rIns="0" bIns="0" rtlCol="0"/><a:lstStyle/><a:p/></p:txBody></p:sp><p:sp><p:nvSpPr><p:cNvPr id="454" name="object 454"/><p:cNvSpPr/><p:nvPr/></p:nvSpPr><p:spPr><a:xfrm><a:off x="16588435" y="12122410"/><a:ext cx="10795" cy="25400"/></a:xfrm><a:custGeom><a:avLst/><a:gdLst/><a:ahLst/><a:cxnLst/><a:rect l="l" t="t" r="r" b="b"/><a:pathLst><a:path w="10794" h="25400"><a:moveTo><a:pt x="0" y="25106"/></a:moveTo><a:lnTo><a:pt x="1679" y="22839"/></a:lnTo><a:lnTo><a:pt x="5893" y="16779"/></a:lnTo><a:lnTo><a:pt x="8761" y="9933"/></a:lnTo><a:lnTo><a:pt x="10160" y="2687"/></a:lnTo><a:lnTo><a:pt x="105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5" name="object 455"/><p:cNvSpPr/><p:nvPr/></p:nvSpPr><p:spPr><a:xfrm><a:off x="16549051" y="12173463"/><a:ext cx="28575" cy="12700"/></a:xfrm><a:custGeom><a:avLst/><a:gdLst/><a:ahLst/><a:cxnLst/><a:rect l="l" t="t" r="r" b="b"/><a:pathLst><a:path w="28575" h="12700"><a:moveTo><a:pt x="28047" y="0"/></a:moveTo><a:lnTo><a:pt x="0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456" name="object 456"/><p:cNvSpPr/><p:nvPr/></p:nvSpPr><p:spPr><a:xfrm><a:off x="16548967" y="12157089"/><a:ext cx="9525" cy="29209"/></a:xfrm><a:custGeom><a:avLst/><a:gdLst/><a:ahLst/><a:cxnLst/><a:rect l="l" t="t" r="r" b="b"/><a:pathLst><a:path w="9525" h="29209"><a:moveTo><a:pt x="9321" y="0"/></a:moveTo><a:lnTo><a:pt x="7809" y="2099"/></a:lnTo><a:lnTo><a:pt x="2962" y="9152"/></a:lnTo><a:lnTo><a:pt x="215" y="17642"/></a:lnTo><a:lnTo><a:pt x="0" y="26198"/></a:lnTo><a:lnTo><a:pt x="0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457" name="object 457"/><p:cNvSpPr/><p:nvPr/></p:nvSpPr><p:spPr><a:xfrm><a:off x="16577099" y="12147600"/><a:ext cx="8890" cy="26034"/></a:xfrm><a:custGeom><a:avLst/><a:gdLst/><a:ahLst/><a:cxnLst/><a:rect l="l" t="t" r="r" b="b"/><a:pathLst><a:path w="8890" h="26034"><a:moveTo><a:pt x="0" y="25862"/></a:moveTo><a:lnTo><a:pt x="1427" y="23511"/></a:lnTo><a:lnTo><a:pt x="4979" y="17675"/></a:lnTo><a:lnTo><a:pt x="7738" y="9499"/></a:lnTo><a:lnTo><a:pt x="8313" y="2687"/></a:lnTo><a:lnTo><a:pt x="856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8" name="object 458"/><p:cNvSpPr/><p:nvPr/></p:nvSpPr><p:spPr><a:xfrm><a:off x="16567862" y="12173799"/><a:ext cx="6985" cy="26670"/></a:xfrm><a:custGeom><a:avLst/><a:gdLst/><a:ahLst/><a:cxnLst/><a:rect l="l" t="t" r="r" b="b"/><a:pathLst><a:path w="6984" h="26670"><a:moveTo><a:pt x="0" y="26450"/></a:moveTo><a:lnTo><a:pt x="1259" y="24015"/></a:lnTo><a:lnTo><a:pt x="4461" y="17171"/></a:lnTo><a:lnTo><a:pt x="6172" y="10325"/></a:lnTo><a:lnTo><a:pt x="6466" y="2770"/></a:lnTo><a:lnTo><a:pt x="646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9" name="object 459"/><p:cNvSpPr/><p:nvPr/></p:nvSpPr><p:spPr><a:xfrm><a:off x="16624544" y="12154402"/><a:ext cx="42545" cy="21590"/></a:xfrm><a:custGeom><a:avLst/><a:gdLst/><a:ahLst/><a:cxnLst/><a:rect l="l" t="t" r="r" b="b"/><a:pathLst><a:path w="42544" h="21590"><a:moveTo><a:pt x="0" y="0"/></a:moveTo><a:lnTo><a:pt x="42323" y="21076"/></a:lnTo></a:path></a:pathLst></a:custGeom><a:ln w="3175"><a:solidFill><a:srgbClr val="000000"/></a:solidFill></a:ln></p:spPr><p:txBody><a:bodyPr wrap="square" lIns="0" tIns="0" rIns="0" bIns="0" rtlCol="0"/><a:lstStyle/><a:p/></p:txBody></p:sp><p:sp><p:nvSpPr><p:cNvPr id="460" name="object 460"/><p:cNvSpPr/><p:nvPr/></p:nvSpPr><p:spPr><a:xfrm><a:off x="16619254" y="12143821"/><a:ext cx="10795" cy="21590"/></a:xfrm><a:custGeom><a:avLst/><a:gdLst/><a:ahLst/><a:cxnLst/><a:rect l="l" t="t" r="r" b="b"/><a:pathLst><a:path w="10794" h="21590"><a:moveTo><a:pt x="0" y="21160"/></a:moveTo><a:lnTo><a:pt x="105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1" name="object 461"/><p:cNvSpPr/><p:nvPr/></p:nvSpPr><p:spPr><a:xfrm><a:off x="16637645" y="12115020"/><a:ext cx="38735" cy="45720"/></a:xfrm><a:custGeom><a:avLst/><a:gdLst/><a:ahLst/><a:cxnLst/><a:rect l="l" t="t" r="r" b="b"/><a:pathLst><a:path w="38734" h="45720"><a:moveTo><a:pt x="38376" y="45427"/></a:moveTo><a:lnTo><a:pt x="0" y="17801"/></a:lnTo><a:lnTo><a:pt x="1284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2" name="object 462"/><p:cNvSpPr/><p:nvPr/></p:nvSpPr><p:spPr><a:xfrm><a:off x="16655951" y="12135005"/><a:ext cx="8255" cy="11430"/></a:xfrm><a:custGeom><a:avLst/><a:gdLst/><a:ahLst/><a:cxnLst/><a:rect l="l" t="t" r="r" b="b"/><a:pathLst><a:path w="8255" h="11429"><a:moveTo><a:pt x="0" y="11000"/></a:moveTo><a:lnTo><a:pt x="789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3" name="object 463"/><p:cNvSpPr/><p:nvPr/></p:nvSpPr><p:spPr><a:xfrm><a:off x="16676021" y="12142646"/><a:ext cx="13335" cy="18415"/></a:xfrm><a:custGeom><a:avLst/><a:gdLst/><a:ahLst/><a:cxnLst/><a:rect l="l" t="t" r="r" b="b"/><a:pathLst><a:path w="13334" h="18415"><a:moveTo><a:pt x="0" y="17801"/></a:moveTo><a:lnTo><a:pt x="1284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4" name="object 464"/><p:cNvSpPr/><p:nvPr/></p:nvSpPr><p:spPr><a:xfrm><a:off x="16622529" y="12054898"/><a:ext cx="31115" cy="635"/></a:xfrm><a:custGeom><a:avLst/><a:gdLst/><a:ahLst/><a:cxnLst/><a:rect l="l" t="t" r="r" b="b"/><a:pathLst><a:path w="31115" h="634"><a:moveTo><a:pt x="30734" y="0"/></a:moveTo><a:lnTo><a:pt x="0" y="587"/></a:lnTo></a:path></a:pathLst></a:custGeom><a:ln w="3175"><a:solidFill><a:srgbClr val="000000"/></a:solidFill></a:ln></p:spPr><p:txBody><a:bodyPr wrap="square" lIns="0" tIns="0" rIns="0" bIns="0" rtlCol="0"/><a:lstStyle/><a:p/></p:txBody></p:sp><p:sp><p:nvSpPr><p:cNvPr id="465" name="object 465"/><p:cNvSpPr/><p:nvPr/></p:nvSpPr><p:spPr><a:xfrm><a:off x="16622529" y="12032562"/><a:ext cx="20320" cy="23495"/></a:xfrm><a:custGeom><a:avLst/><a:gdLst/><a:ahLst/><a:cxnLst/><a:rect l="l" t="t" r="r" b="b"/><a:pathLst><a:path w="20319" h="23495"><a:moveTo><a:pt x="19734" y="0"/></a:moveTo><a:lnTo><a:pt x="17466" y="1343"/></a:lnTo><a:lnTo><a:pt x="10293" y="6114"/></a:lnTo><a:lnTo><a:pt x="4531" y="12691"/></a:lnTo><a:lnTo><a:pt x="1007" y="20572"/></a:lnTo><a:lnTo><a:pt x="0" y="23007"/></a:lnTo></a:path></a:pathLst></a:custGeom><a:ln w="3175"><a:solidFill><a:srgbClr val="000000"/></a:solidFill></a:ln></p:spPr><p:txBody><a:bodyPr wrap="square" lIns="0" tIns="0" rIns="0" bIns="0" rtlCol="0"/><a:lstStyle/><a:p/></p:txBody></p:sp><p:sp><p:nvSpPr><p:cNvPr id="466" name="object 466"/><p:cNvSpPr/><p:nvPr/></p:nvSpPr><p:spPr><a:xfrm><a:off x="16634370" y="12054142"/><a:ext cx="16510" cy="22225"/></a:xfrm><a:custGeom><a:avLst/><a:gdLst/><a:ahLst/><a:cxnLst/><a:rect l="l" t="t" r="r" b="b"/><a:pathLst><a:path w="16509" h="22225"><a:moveTo><a:pt x="0" y="21832"/></a:moveTo><a:lnTo><a:pt x="2099" y="20068"/></a:lnTo><a:lnTo><a:pt x="7511" y="15423"/></a:lnTo><a:lnTo><a:pt x="12258" y="9054"/></a:lnTo><a:lnTo><a:pt x="15115" y="2519"/></a:lnTo><a:lnTo><a:pt x="16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7" name="object 467"/><p:cNvSpPr/><p:nvPr/></p:nvSpPr><p:spPr><a:xfrm><a:off x="17165006" y="12190089"/><a:ext cx="52069" cy="20955"/></a:xfrm><a:custGeom><a:avLst/><a:gdLst/><a:ahLst/><a:cxnLst/><a:rect l="l" t="t" r="r" b="b"/><a:pathLst><a:path w="52069" h="20954"><a:moveTo><a:pt x="0" y="14862"/></a:moveTo><a:lnTo><a:pt x="44926" y="0"/></a:lnTo><a:lnTo><a:pt x="51812" y="20908"/></a:lnTo></a:path></a:pathLst></a:custGeom><a:ln w="3175"><a:solidFill><a:srgbClr val="000000"/></a:solidFill></a:ln></p:spPr><p:txBody><a:bodyPr wrap="square" lIns="0" tIns="0" rIns="0" bIns="0" rtlCol="0"/><a:lstStyle/><a:p/></p:txBody></p:sp><p:sp><p:nvSpPr><p:cNvPr id="468" name="object 468"/><p:cNvSpPr/><p:nvPr/></p:nvSpPr><p:spPr><a:xfrm><a:off x="17188519" y="12197227"/><a:ext cx="4445" cy="13335"/></a:xfrm><a:custGeom><a:avLst/><a:gdLst/><a:ahLst/><a:cxnLst/><a:rect l="l" t="t" r="r" b="b"/><a:pathLst><a:path w="4444" h="13334"><a:moveTo><a:pt x="0" y="0"/></a:moveTo><a:lnTo><a:pt x="4282" y="12763"/></a:lnTo></a:path></a:pathLst></a:custGeom><a:ln w="3175"><a:solidFill><a:srgbClr val="000000"/></a:solidFill></a:ln></p:spPr><p:txBody><a:bodyPr wrap="square" lIns="0" tIns="0" rIns="0" bIns="0" rtlCol="0"/><a:lstStyle/><a:p/></p:txBody></p:sp><p:sp><p:nvSpPr><p:cNvPr id="469" name="object 469"/><p:cNvSpPr/><p:nvPr/></p:nvSpPr><p:spPr><a:xfrm><a:off x="17165006" y="12204952"/><a:ext cx="6985" cy="20955"/></a:xfrm><a:custGeom><a:avLst/><a:gdLst/><a:ahLst/><a:cxnLst/><a:rect l="l" t="t" r="r" b="b"/><a:pathLst><a:path w="6984" h="20954"><a:moveTo><a:pt x="0" y="0"/></a:moveTo><a:lnTo><a:pt x="6885" y="20908"/></a:lnTo></a:path></a:pathLst></a:custGeom><a:ln w="3175"><a:solidFill><a:srgbClr val="000000"/></a:solidFill></a:ln></p:spPr><p:txBody><a:bodyPr wrap="square" lIns="0" tIns="0" rIns="0" bIns="0" rtlCol="0"/><a:lstStyle/><a:p/></p:txBody></p:sp><p:sp><p:nvSpPr><p:cNvPr id="470" name="object 470"/><p:cNvSpPr/><p:nvPr/></p:nvSpPr><p:spPr><a:xfrm><a:off x="17257210" y="12197646"/><a:ext cx="16510" cy="26670"/></a:xfrm><a:custGeom><a:avLst/><a:gdLst/><a:ahLst/><a:cxnLst/><a:rect l="l" t="t" r="r" b="b"/><a:pathLst><a:path w="16509" h="26670"><a:moveTo><a:pt x="0" y="26114"/></a:moveTo><a:lnTo><a:pt x="1629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1" name="object 471"/><p:cNvSpPr/><p:nvPr/></p:nvSpPr><p:spPr><a:xfrm><a:off x="17273501" y="12197731"/><a:ext cx="8890" cy="29209"/></a:xfrm><a:custGeom><a:avLst/><a:gdLst/><a:ahLst/><a:cxnLst/><a:rect l="l" t="t" r="r" b="b"/><a:pathLst><a:path w="8890" h="29209"><a:moveTo><a:pt x="8481" y="28969"/></a:moveTo><a:lnTo><a:pt x="8565" y="26450"/></a:lnTo><a:lnTo><a:pt x="8503" y="17879"/></a:lnTo><a:lnTo><a:pt x="6131" y="9294"/></a:lnTo><a:lnTo><a:pt x="1427" y="209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2" name="object 472"/><p:cNvSpPr/><p:nvPr/></p:nvSpPr><p:spPr><a:xfrm><a:off x="17249821" y="12196386"/><a:ext cx="9525" cy="26034"/></a:xfrm><a:custGeom><a:avLst/><a:gdLst/><a:ahLst/><a:cxnLst/><a:rect l="l" t="t" r="r" b="b"/><a:pathLst><a:path w="9525" h="26034"><a:moveTo><a:pt x="0" y="0"/></a:moveTo><a:lnTo><a:pt x="503" y="3862"/></a:lnTo><a:lnTo><a:pt x="1749" y="10609"/></a:lnTo><a:lnTo><a:pt x="3855" y="16320"/></a:lnTo><a:lnTo><a:pt x="7305" y="22251"/></a:lnTo><a:lnTo><a:pt x="9489" y="25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473" name="object 473"/><p:cNvSpPr/><p:nvPr/></p:nvSpPr><p:spPr><a:xfrm><a:off x="17062473" y="12625387"/><a:ext cx="29209" cy="10795"/></a:xfrm><a:custGeom><a:avLst/><a:gdLst/><a:ahLst/><a:cxnLst/><a:rect l="l" t="t" r="r" b="b"/><a:pathLst><a:path w="29209" h="10795"><a:moveTo><a:pt x="0" y="0"/></a:moveTo><a:lnTo><a:pt x="28971" y="10244"/></a:lnTo></a:path></a:pathLst></a:custGeom><a:ln w="3175"><a:solidFill><a:srgbClr val="000000"/></a:solidFill></a:ln></p:spPr><p:txBody><a:bodyPr wrap="square" lIns="0" tIns="0" rIns="0" bIns="0" rtlCol="0"/><a:lstStyle/><a:p/></p:txBody></p:sp><p:sp><p:nvSpPr><p:cNvPr id="474" name="object 474"/><p:cNvSpPr/><p:nvPr/></p:nvSpPr><p:spPr><a:xfrm><a:off x="17064908" y="12635632"/><a:ext cx="26670" cy="14604"/></a:xfrm><a:custGeom><a:avLst/><a:gdLst/><a:ahLst/><a:cxnLst/><a:rect l="l" t="t" r="r" b="b"/><a:pathLst><a:path w="26669" h="14604"><a:moveTo><a:pt x="0" y="14610"/></a:moveTo><a:lnTo><a:pt x="2519" y="14106"/></a:lnTo><a:lnTo><a:pt x="10806" y="12305"/></a:lnTo><a:lnTo><a:pt x="18790" y="7977"/></a:lnTo><a:lnTo><a:pt x="24688" y="1847"/></a:lnTo><a:lnTo><a:pt x="2645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5" name="object 475"/><p:cNvSpPr/><p:nvPr/></p:nvSpPr><p:spPr><a:xfrm><a:off x="17064656" y="12612288"/><a:ext cx="22860" cy="15240"/></a:xfrm><a:custGeom><a:avLst/><a:gdLst/><a:ahLst/><a:cxnLst/><a:rect l="l" t="t" r="r" b="b"/><a:pathLst><a:path w="22859" h="15240"><a:moveTo><a:pt x="22841" y="0"/></a:moveTo><a:lnTo><a:pt x="20237" y="923"/></a:lnTo><a:lnTo><a:pt x="13722" y="3340"/></a:lnTo><a:lnTo><a:pt x="6752" y="7741"/></a:lnTo><a:lnTo><a:pt x="1931" y="12763"/></a:lnTo><a:lnTo><a:pt x="0" y="14778"/></a:lnTo></a:path></a:pathLst></a:custGeom><a:ln w="3175"><a:solidFill><a:srgbClr val="000000"/></a:solidFill></a:ln></p:spPr><p:txBody><a:bodyPr wrap="square" lIns="0" tIns="0" rIns="0" bIns="0" rtlCol="0"/><a:lstStyle/><a:p/></p:txBody></p:sp><p:sp><p:nvSpPr><p:cNvPr id="476" name="object 476"/><p:cNvSpPr/><p:nvPr/></p:nvSpPr><p:spPr><a:xfrm><a:off x="16898638" y="12492044"/><a:ext cx="1905" cy="31750"/></a:xfrm><a:custGeom><a:avLst/><a:gdLst/><a:ahLst/><a:cxnLst/><a:rect l="l" t="t" r="r" b="b"/><a:pathLst><a:path w="1905" h="31750"><a:moveTo><a:pt x="1679" y="0"/></a:moveTo><a:lnTo><a:pt x="0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477" name="object 477"/><p:cNvSpPr/><p:nvPr/></p:nvSpPr><p:spPr><a:xfrm><a:off x="16892424" y="12491623"/><a:ext cx="15875" cy="1270"/></a:xfrm><a:custGeom><a:avLst/><a:gdLst/><a:ahLst/><a:cxnLst/><a:rect l="l" t="t" r="r" b="b"/><a:pathLst><a:path w="15875" h="1270"><a:moveTo><a:pt x="0" y="0"/></a:moveTo><a:lnTo><a:pt x="15787" y="839"/></a:lnTo></a:path></a:pathLst></a:custGeom><a:ln w="3175"><a:solidFill><a:srgbClr val="000000"/></a:solidFill></a:ln></p:spPr><p:txBody><a:bodyPr wrap="square" lIns="0" tIns="0" rIns="0" bIns="0" rtlCol="0"/><a:lstStyle/><a:p/></p:txBody></p:sp><p:sp><p:nvSpPr><p:cNvPr id="478" name="object 478"/><p:cNvSpPr/><p:nvPr/></p:nvSpPr><p:spPr><a:xfrm><a:off x="16888142" y="12682067"/><a:ext cx="30480" cy="3175"/></a:xfrm><a:custGeom><a:avLst/><a:gdLst/><a:ahLst/><a:cxnLst/><a:rect l="l" t="t" r="r" b="b"/><a:pathLst><a:path w="30480" h="3175"><a:moveTo><a:pt x="0" y="839"/></a:moveTo><a:lnTo><a:pt x="2519" y="1511"/></a:lnTo><a:lnTo><a:pt x="8832" y="2712"/></a:lnTo><a:lnTo><a:pt x="15251" y="3015"/></a:lnTo><a:lnTo><a:pt x="21645" y="2398"/></a:lnTo><a:lnTo><a:pt x="27879" y="839"/></a:lnTo><a:lnTo><a:pt x="3023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9" name="object 479"/><p:cNvSpPr/><p:nvPr/></p:nvSpPr><p:spPr><a:xfrm><a:off x="16870087" y="12657527"/><a:ext cx="27305" cy="3175"/></a:xfrm><a:custGeom><a:avLst/><a:gdLst/><a:ahLst/><a:cxnLst/><a:rect l="l" t="t" r="r" b="b"/><a:pathLst><a:path w="27305" h="3175"><a:moveTo><a:pt x="27207" y="2204"/></a:moveTo><a:lnTo><a:pt x="24520" y="1616"/></a:lnTo><a:lnTo><a:pt x="17337" y="0"/></a:lnTo><a:lnTo><a:pt x="9846" y="446"/></a:lnTo><a:lnTo><a:pt x="2687" y="1952"/></a:lnTo><a:lnTo><a:pt x="0" y="2708"/></a:lnTo></a:path></a:pathLst></a:custGeom><a:ln w="3175"><a:solidFill><a:srgbClr val="000000"/></a:solidFill></a:ln></p:spPr><p:txBody><a:bodyPr wrap="square" lIns="0" tIns="0" rIns="0" bIns="0" rtlCol="0"/><a:lstStyle/><a:p/></p:txBody></p:sp><p:sp><p:nvSpPr><p:cNvPr id="480" name="object 480"/><p:cNvSpPr/><p:nvPr/></p:nvSpPr><p:spPr><a:xfrm><a:off x="16833138" y="12480204"/><a:ext cx="13335" cy="34290"/></a:xfrm><a:custGeom><a:avLst/><a:gdLst/><a:ahLst/><a:cxnLst/><a:rect l="l" t="t" r="r" b="b"/><a:pathLst><a:path w="13334" h="34290"><a:moveTo><a:pt x="9909" y="0"/></a:moveTo><a:lnTo><a:pt x="0" y="29893"/></a:lnTo><a:lnTo><a:pt x="12764" y="34175"/></a:lnTo></a:path></a:pathLst></a:custGeom><a:ln w="3175"><a:solidFill><a:srgbClr val="000000"/></a:solidFill></a:ln></p:spPr><p:txBody><a:bodyPr wrap="square" lIns="0" tIns="0" rIns="0" bIns="0" rtlCol="0"/><a:lstStyle/><a:p/></p:txBody></p:sp><p:sp><p:nvSpPr><p:cNvPr id="481" name="object 481"/><p:cNvSpPr/><p:nvPr/></p:nvSpPr><p:spPr><a:xfrm><a:off x="16812312" y="12472059"/><a:ext cx="26034" cy="29209"/></a:xfrm><a:custGeom><a:avLst/><a:gdLst/><a:ahLst/><a:cxnLst/><a:rect l="l" t="t" r="r" b="b"/><a:pathLst><a:path w="26034" h="29209"><a:moveTo><a:pt x="0" y="29053"/></a:moveTo><a:lnTo><a:pt x="12260" y="0"/></a:lnTo><a:lnTo><a:pt x="25780" y="5709"/></a:lnTo></a:path></a:pathLst></a:custGeom><a:ln w="3175"><a:solidFill><a:srgbClr val="000000"/></a:solidFill></a:ln></p:spPr><p:txBody><a:bodyPr wrap="square" lIns="0" tIns="0" rIns="0" bIns="0" rtlCol="0"/><a:lstStyle/><a:p/></p:txBody></p:sp><p:sp><p:nvSpPr><p:cNvPr id="482" name="object 482"/><p:cNvSpPr/><p:nvPr/></p:nvSpPr><p:spPr><a:xfrm><a:off x="16818694" y="12485914"/><a:ext cx="8890" cy="3810"/></a:xfrm><a:custGeom><a:avLst/><a:gdLst/><a:ahLst/><a:cxnLst/><a:rect l="l" t="t" r="r" b="b"/><a:pathLst><a:path w="8890" h="3809"><a:moveTo><a:pt x="0" y="0"/></a:moveTo><a:lnTo><a:pt x="8313" y="3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483" name="object 483"/><p:cNvSpPr/><p:nvPr/></p:nvSpPr><p:spPr><a:xfrm><a:off x="16812312" y="12501112"/><a:ext cx="13970" cy="5715"/></a:xfrm><a:custGeom><a:avLst/><a:gdLst/><a:ahLst/><a:cxnLst/><a:rect l="l" t="t" r="r" b="b"/><a:pathLst><a:path w="13969" h="5715"><a:moveTo><a:pt x="0" y="0"/></a:moveTo><a:lnTo><a:pt x="13435" y="5709"/></a:lnTo></a:path></a:pathLst></a:custGeom><a:ln w="3175"><a:solidFill><a:srgbClr val="000000"/></a:solidFill></a:ln></p:spPr><p:txBody><a:bodyPr wrap="square" lIns="0" tIns="0" rIns="0" bIns="0" rtlCol="0"/><a:lstStyle/><a:p/></p:txBody></p:sp><p:sp><p:nvSpPr><p:cNvPr id="484" name="object 484"/><p:cNvSpPr/><p:nvPr/></p:nvSpPr><p:spPr><a:xfrm><a:off x="16850101" y="12484654"/><a:ext cx="20955" cy="31115"/></a:xfrm><a:custGeom><a:avLst/><a:gdLst/><a:ahLst/><a:cxnLst/><a:rect l="l" t="t" r="r" b="b"/><a:pathLst><a:path w="20955" h="31115"><a:moveTo><a:pt x="0" y="30816"/></a:moveTo><a:lnTo><a:pt x="6634" y="0"/></a:lnTo><a:lnTo><a:pt x="20909" y="3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485" name="object 485"/><p:cNvSpPr/><p:nvPr/></p:nvSpPr><p:spPr><a:xfrm><a:off x="16853544" y="12499349"/><a:ext cx="8890" cy="2540"/></a:xfrm><a:custGeom><a:avLst/><a:gdLst/><a:ahLst/><a:cxnLst/><a:rect l="l" t="t" r="r" b="b"/><a:pathLst><a:path w="8890" h="2540"><a:moveTo><a:pt x="0" y="0"/></a:moveTo><a:lnTo><a:pt x="8817" y="1931"/></a:lnTo></a:path></a:pathLst></a:custGeom><a:ln w="3175"><a:solidFill><a:srgbClr val="000000"/></a:solidFill></a:ln></p:spPr><p:txBody><a:bodyPr wrap="square" lIns="0" tIns="0" rIns="0" bIns="0" rtlCol="0"/><a:lstStyle/><a:p/></p:txBody></p:sp><p:sp><p:nvSpPr><p:cNvPr id="486" name="object 486"/><p:cNvSpPr/><p:nvPr/></p:nvSpPr><p:spPr><a:xfrm><a:off x="16850101" y="12515471"/><a:ext cx="14604" cy="3175"/></a:xfrm><a:custGeom><a:avLst/><a:gdLst/><a:ahLst/><a:cxnLst/><a:rect l="l" t="t" r="r" b="b"/><a:pathLst><a:path w="14605" h="3175"><a:moveTo><a:pt x="0" y="0"/></a:moveTo><a:lnTo><a:pt x="14275" y="3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487" name="object 487"/><p:cNvSpPr/><p:nvPr/></p:nvSpPr><p:spPr><a:xfrm><a:off x="16870758" y="12489860"/><a:ext cx="19050" cy="32384"/></a:xfrm><a:custGeom><a:avLst/><a:gdLst/><a:ahLst/><a:cxnLst/><a:rect l="l" t="t" r="r" b="b"/><a:pathLst><a:path w="19050" h="32384"><a:moveTo><a:pt x="18474" y="8984"/></a:moveTo><a:lnTo><a:pt x="17802" y="5793"/></a:lnTo><a:lnTo><a:pt x="16039" y="2519"/></a:lnTo><a:lnTo><a:pt x="14023" y="671"/></a:lnTo><a:lnTo><a:pt x="9573" y="0"/></a:lnTo><a:lnTo><a:pt x="7137" y="1175"/></a:lnTo><a:lnTo><a:pt x="4450" y="3778"/></a:lnTo><a:lnTo><a:pt x="2855" y="6633"/></a:lnTo><a:lnTo><a:pt x="1091" y="10916"/></a:lnTo><a:lnTo><a:pt x="0" y="18305"/></a:lnTo><a:lnTo><a:pt x="419" y="22923"/></a:lnTo><a:lnTo><a:pt x="1091" y="26114"/></a:lnTo><a:lnTo><a:pt x="2855" y="29389"/></a:lnTo><a:lnTo><a:pt x="4870" y="31236"/></a:lnTo><a:lnTo><a:pt x="9321" y="31908"/></a:lnTo><a:lnTo><a:pt x="11756" y="30732"/></a:lnTo><a:lnTo><a:pt x="14443" y="28129"/></a:lnTo><a:lnTo><a:pt x="16039" y="25274"/></a:lnTo></a:path></a:pathLst></a:custGeom><a:ln w="3175"><a:solidFill><a:srgbClr val="000000"/></a:solidFill></a:ln></p:spPr><p:txBody><a:bodyPr wrap="square" lIns="0" tIns="0" rIns="0" bIns="0" rtlCol="0"/><a:lstStyle/><a:p/></p:txBody></p:sp><p:sp><p:nvSpPr><p:cNvPr id="488" name="object 488"/><p:cNvSpPr/><p:nvPr/></p:nvSpPr><p:spPr><a:xfrm><a:off x="16813404" y="12646716"/><a:ext cx="15240" cy="27305"/></a:xfrm><a:custGeom><a:avLst/><a:gdLst/><a:ahLst/><a:cxnLst/><a:rect l="l" t="t" r="r" b="b"/><a:pathLst><a:path w="15240" h="27304"><a:moveTo><a:pt x="0" y="0"/></a:moveTo><a:lnTo><a:pt x="15199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489" name="object 489"/><p:cNvSpPr/><p:nvPr/></p:nvSpPr><p:spPr><a:xfrm><a:off x="16841032" y="12653265"/><a:ext cx="17780" cy="26034"/></a:xfrm><a:custGeom><a:avLst/><a:gdLst/><a:ahLst/><a:cxnLst/><a:rect l="l" t="t" r="r" b="b"/><a:pathLst><a:path w="17780" h="26034"><a:moveTo><a:pt x="0" y="0"/></a:moveTo><a:lnTo><a:pt x="17214" y="25442"/></a:lnTo></a:path></a:pathLst></a:custGeom><a:ln w="3175"><a:solidFill><a:srgbClr val="000000"/></a:solidFill></a:ln></p:spPr><p:txBody><a:bodyPr wrap="square" lIns="0" tIns="0" rIns="0" bIns="0" rtlCol="0"/><a:lstStyle/><a:p/></p:txBody></p:sp><p:sp><p:nvSpPr><p:cNvPr id="490" name="object 490"/><p:cNvSpPr/><p:nvPr/></p:nvSpPr><p:spPr><a:xfrm><a:off x="16828184" y="12674677"/><a:ext cx="30480" cy="5080"/></a:xfrm><a:custGeom><a:avLst/><a:gdLst/><a:ahLst/><a:cxnLst/><a:rect l="l" t="t" r="r" b="b"/><a:pathLst><a:path w="30480" h="5079"><a:moveTo><a:pt x="0" y="0"/></a:moveTo><a:lnTo><a:pt x="2351" y="1091"/></a:lnTo><a:lnTo><a:pt x="8392" y="3230"/></a:lnTo><a:lnTo><a:pt x="14674" y="4539"/></a:lnTo><a:lnTo><a:pt x="21072" y="4964"/></a:lnTo><a:lnTo><a:pt x="27459" y="4450"/></a:lnTo><a:lnTo><a:pt x="30062" y="3946"/></a:lnTo></a:path></a:pathLst></a:custGeom><a:ln w="3175"><a:solidFill><a:srgbClr val="000000"/></a:solidFill></a:ln></p:spPr><p:txBody><a:bodyPr wrap="square" lIns="0" tIns="0" rIns="0" bIns="0" rtlCol="0"/><a:lstStyle/><a:p/></p:txBody></p:sp><p:sp><p:nvSpPr><p:cNvPr id="491" name="object 491"/><p:cNvSpPr/><p:nvPr/></p:nvSpPr><p:spPr><a:xfrm><a:off x="16814076" y="12648521"/><a:ext cx="27305" cy="5080"/></a:xfrm><a:custGeom><a:avLst/><a:gdLst/><a:ahLst/><a:cxnLst/><a:rect l="l" t="t" r="r" b="b"/><a:pathLst><a:path w="27305" h="5079"><a:moveTo><a:pt x="26955" y="4744"/></a:moveTo><a:lnTo><a:pt x="24352" y="3736"/></a:lnTo><a:lnTo><a:pt x="17431" y="1311"/></a:lnTo><a:lnTo><a:pt x="10025" y="0"/></a:lnTo><a:lnTo><a:pt x="2687" y="713"/></a:lnTo><a:lnTo><a:pt x="0" y="965"/></a:lnTo></a:path></a:pathLst></a:custGeom><a:ln w="3175"><a:solidFill><a:srgbClr val="000000"/></a:solidFill></a:ln></p:spPr><p:txBody><a:bodyPr wrap="square" lIns="0" tIns="0" rIns="0" bIns="0" rtlCol="0"/><a:lstStyle/><a:p/></p:txBody></p:sp><p:sp><p:nvSpPr><p:cNvPr id="492" name="object 492"/><p:cNvSpPr/><p:nvPr/></p:nvSpPr><p:spPr><a:xfrm><a:off x="16868995" y="12657631"/><a:ext cx="19685" cy="24130"/></a:xfrm><a:custGeom><a:avLst/><a:gdLst/><a:ahLst/><a:cxnLst/><a:rect l="l" t="t" r="r" b="b"/><a:pathLst><a:path w="19684" h="24129"><a:moveTo><a:pt x="0" y="0"/></a:moveTo><a:lnTo><a:pt x="19230" y="23931"/></a:lnTo></a:path></a:pathLst></a:custGeom><a:ln w="3175"><a:solidFill><a:srgbClr val="000000"/></a:solidFill></a:ln></p:spPr><p:txBody><a:bodyPr wrap="square" lIns="0" tIns="0" rIns="0" bIns="0" rtlCol="0"/><a:lstStyle/><a:p/></p:txBody></p:sp><p:sp><p:nvSpPr><p:cNvPr id="493" name="object 493"/><p:cNvSpPr/><p:nvPr/></p:nvSpPr><p:spPr><a:xfrm><a:off x="16857995" y="12679967"/><a:ext cx="30480" cy="3810"/></a:xfrm><a:custGeom><a:avLst/><a:gdLst/><a:ahLst/><a:cxnLst/><a:rect l="l" t="t" r="r" b="b"/><a:pathLst><a:path w="30480" h="3809"><a:moveTo><a:pt x="0" y="0"/></a:moveTo><a:lnTo><a:pt x="2435" y="923"/></a:lnTo><a:lnTo><a:pt x="8635" y="2610"/></a:lnTo><a:lnTo><a:pt x="14975" y="3379"/></a:lnTo><a:lnTo><a:pt x="21364" y="3256"/></a:lnTo><a:lnTo><a:pt x="27711" y="2267"/></a:lnTo><a:lnTo><a:pt x="30230" y="1595"/></a:lnTo></a:path></a:pathLst></a:custGeom><a:ln w="3175"><a:solidFill><a:srgbClr val="000000"/></a:solidFill></a:ln></p:spPr><p:txBody><a:bodyPr wrap="square" lIns="0" tIns="0" rIns="0" bIns="0" rtlCol="0"/><a:lstStyle/><a:p/></p:txBody></p:sp><p:sp><p:nvSpPr><p:cNvPr id="494" name="object 494"/><p:cNvSpPr/><p:nvPr/></p:nvSpPr><p:spPr><a:xfrm><a:off x="16841787" y="12654380"/><a:ext cx="27305" cy="3810"/></a:xfrm><a:custGeom><a:avLst/><a:gdLst/><a:ahLst/><a:cxnLst/><a:rect l="l" t="t" r="r" b="b"/><a:pathLst><a:path w="27305" h="3809"><a:moveTo><a:pt x="27207" y="3251"/></a:moveTo><a:lnTo><a:pt x="24520" y="2411"/></a:lnTo><a:lnTo><a:pt x="17206" y="382"/></a:lnTo><a:lnTo><a:pt x="10194" y="0"/></a:lnTo><a:lnTo><a:pt x="2687" y="1067"/></a:lnTo><a:lnTo><a:pt x="0" y="1571"/></a:lnTo></a:path></a:pathLst></a:custGeom><a:ln w="3175"><a:solidFill><a:srgbClr val="000000"/></a:solidFill></a:ln></p:spPr><p:txBody><a:bodyPr wrap="square" lIns="0" tIns="0" rIns="0" bIns="0" rtlCol="0"/><a:lstStyle/><a:p/></p:txBody></p:sp><p:sp><p:nvSpPr><p:cNvPr id="495" name="object 495"/><p:cNvSpPr/><p:nvPr/></p:nvSpPr><p:spPr><a:xfrm><a:off x="16734887" y="12614304"/><a:ext cx="8890" cy="29845"/></a:xfrm><a:custGeom><a:avLst/><a:gdLst/><a:ahLst/><a:cxnLst/><a:rect l="l" t="t" r="r" b="b"/><a:pathLst><a:path w="8890" h="29845"><a:moveTo><a:pt x="0" y="0"/></a:moveTo><a:lnTo><a:pt x="8481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496" name="object 496"/><p:cNvSpPr/><p:nvPr/></p:nvSpPr><p:spPr><a:xfrm><a:off x="16716077" y="12630677"/><a:ext cx="27305" cy="13335"/></a:xfrm><a:custGeom><a:avLst/><a:gdLst/><a:ahLst/><a:cxnLst/><a:rect l="l" t="t" r="r" b="b"/><a:pathLst><a:path w="27305" h="13334"><a:moveTo><a:pt x="0" y="0"/></a:moveTo><a:lnTo><a:pt x="1847" y="1763"/></a:lnTo><a:lnTo><a:pt x="8208" y="7504"/></a:lnTo><a:lnTo><a:pt x="16239" y="11398"/></a:lnTo><a:lnTo><a:pt x="24688" y="12847"/></a:lnTo><a:lnTo><a:pt x="27207" y="13183"/></a:lnTo></a:path></a:pathLst></a:custGeom><a:ln w="3175"><a:solidFill><a:srgbClr val="000000"/></a:solidFill></a:ln></p:spPr><p:txBody><a:bodyPr wrap="square" lIns="0" tIns="0" rIns="0" bIns="0" rtlCol="0"/><a:lstStyle/><a:p/></p:txBody></p:sp><p:sp><p:nvSpPr><p:cNvPr id="497" name="object 497"/><p:cNvSpPr/><p:nvPr/></p:nvSpPr><p:spPr><a:xfrm><a:off x="16760164" y="12627151"/><a:ext cx="10795" cy="29209"/></a:xfrm><a:custGeom><a:avLst/><a:gdLst/><a:ahLst/><a:cxnLst/><a:rect l="l" t="t" r="r" b="b"/><a:pathLst><a:path w="10794" h="29209"><a:moveTo><a:pt x="0" y="0"/></a:moveTo><a:lnTo><a:pt x="10748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498" name="object 498"/><p:cNvSpPr/><p:nvPr/></p:nvSpPr><p:spPr><a:xfrm><a:off x="16742697" y="12644952"/><a:ext cx="28575" cy="11430"/></a:xfrm><a:custGeom><a:avLst/><a:gdLst/><a:ahLst/><a:cxnLst/><a:rect l="l" t="t" r="r" b="b"/><a:pathLst><a:path w="28575" h="11429"><a:moveTo><a:pt x="0" y="0"/></a:moveTo><a:lnTo><a:pt x="2015" y="1595"/></a:lnTo><a:lnTo><a:pt x="8986" y="6959"/></a:lnTo><a:lnTo><a:pt x="16871" y="9965"/></a:lnTo><a:lnTo><a:pt x="25612" y="10832"/></a:lnTo><a:lnTo><a:pt x="28215" y="11000"/></a:lnTo></a:path></a:pathLst></a:custGeom><a:ln w="3175"><a:solidFill><a:srgbClr val="000000"/></a:solidFill></a:ln></p:spPr><p:txBody><a:bodyPr wrap="square" lIns="0" tIns="0" rIns="0" bIns="0" rtlCol="0"/><a:lstStyle/><a:p/></p:txBody></p:sp><p:sp><p:nvSpPr><p:cNvPr id="499" name="object 499"/><p:cNvSpPr/><p:nvPr/></p:nvSpPr><p:spPr><a:xfrm><a:off x="16734887" y="12617074"/><a:ext cx="25400" cy="10160"/></a:xfrm><a:custGeom><a:avLst/><a:gdLst/><a:ahLst/><a:cxnLst/><a:rect l="l" t="t" r="r" b="b"/><a:pathLst><a:path w="25400" h="10159"><a:moveTo><a:pt x="25276" y="10076"/></a:moveTo><a:lnTo><a:pt x="23009" y="8480"/></a:lnTo><a:lnTo><a:pt x="16846" y="4461"/></a:lnTo><a:lnTo><a:pt x="9974" y="1574"/></a:lnTo><a:lnTo><a:pt x="2687" y="41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0" name="object 500"/><p:cNvSpPr/><p:nvPr/></p:nvSpPr><p:spPr><a:xfrm><a:off x="16786364" y="12637983"/><a:ext cx="13335" cy="27940"/></a:xfrm><a:custGeom><a:avLst/><a:gdLst/><a:ahLst/><a:cxnLst/><a:rect l="l" t="t" r="r" b="b"/><a:pathLst><a:path w="13334" h="27940"><a:moveTo><a:pt x="0" y="0"/></a:moveTo><a:lnTo><a:pt x="13016" y="27877"/></a:lnTo></a:path></a:pathLst></a:custGeom><a:ln w="3175"><a:solidFill><a:srgbClr val="000000"/></a:solidFill></a:ln></p:spPr><p:txBody><a:bodyPr wrap="square" lIns="0" tIns="0" rIns="0" bIns="0" rtlCol="0"/><a:lstStyle/><a:p/></p:txBody></p:sp><p:sp><p:nvSpPr><p:cNvPr id="501" name="object 501"/><p:cNvSpPr/><p:nvPr/></p:nvSpPr><p:spPr><a:xfrm><a:off x="16770409" y="12657127"/><a:ext cx="29209" cy="8890"/></a:xfrm><a:custGeom><a:avLst/><a:gdLst/><a:ahLst/><a:cxnLst/><a:rect l="l" t="t" r="r" b="b"/><a:pathLst><a:path w="29209" h="8890"><a:moveTo><a:pt x="0" y="0"/></a:moveTo><a:lnTo><a:pt x="2099" y="1427"/></a:lnTo><a:lnTo><a:pt x="9251" y="6136"/></a:lnTo><a:lnTo><a:pt x="17809" y="8679"/></a:lnTo><a:lnTo><a:pt x="26368" y="8732"/></a:lnTo><a:lnTo><a:pt x="28971" y="8648"/></a:lnTo></a:path></a:pathLst></a:custGeom><a:ln w="3175"><a:solidFill><a:srgbClr val="000000"/></a:solidFill></a:ln></p:spPr><p:txBody><a:bodyPr wrap="square" lIns="0" tIns="0" rIns="0" bIns="0" rtlCol="0"/><a:lstStyle/><a:p/></p:txBody></p:sp><p:sp><p:nvSpPr><p:cNvPr id="502" name="object 502"/><p:cNvSpPr/><p:nvPr/></p:nvSpPr><p:spPr><a:xfrm><a:off x="16760332" y="12629921"/><a:ext cx="26034" cy="8255"/></a:xfrm><a:custGeom><a:avLst/><a:gdLst/><a:ahLst/><a:cxnLst/><a:rect l="l" t="t" r="r" b="b"/><a:pathLst><a:path w="26034" h="8254"><a:moveTo><a:pt x="26032" y="8061"/></a:moveTo><a:lnTo><a:pt x="23680" y="6717"/></a:lnTo><a:lnTo><a:pt x="17521" y="3014"/></a:lnTo><a:lnTo><a:pt x="9885" y="911"/></a:lnTo><a:lnTo><a:pt x="2771" y="1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3" name="object 503"/><p:cNvSpPr/><p:nvPr/></p:nvSpPr><p:spPr><a:xfrm><a:off x="16798960" y="12667120"/><a:ext cx="29845" cy="6985"/></a:xfrm><a:custGeom><a:avLst/><a:gdLst/><a:ahLst/><a:cxnLst/><a:rect l="l" t="t" r="r" b="b"/><a:pathLst><a:path w="29844" h="6984"><a:moveTo><a:pt x="0" y="0"/></a:moveTo><a:lnTo><a:pt x="27039" y="6633"/></a:lnTo><a:lnTo><a:pt x="29559" y="6381"/></a:lnTo></a:path></a:pathLst></a:custGeom><a:ln w="3175"><a:solidFill><a:srgbClr val="000000"/></a:solidFill></a:ln></p:spPr><p:txBody><a:bodyPr wrap="square" lIns="0" tIns="0" rIns="0" bIns="0" rtlCol="0"/><a:lstStyle/><a:p/></p:txBody></p:sp><p:sp><p:nvSpPr><p:cNvPr id="504" name="object 504"/><p:cNvSpPr/><p:nvPr/></p:nvSpPr><p:spPr><a:xfrm><a:off x="16786784" y="12640754"/><a:ext cx="26670" cy="6350"/></a:xfrm><a:custGeom><a:avLst/><a:gdLst/><a:ahLst/><a:cxnLst/><a:rect l="l" t="t" r="r" b="b"/><a:pathLst><a:path w="26669" h="6350"><a:moveTo><a:pt x="26619" y="6045"/></a:moveTo><a:lnTo><a:pt x="24100" y="4786"/></a:lnTo><a:lnTo><a:pt x="17522" y="1746"/></a:lnTo><a:lnTo><a:pt x="10019" y="40"/></a:lnTo><a:lnTo><a:pt x="2771" y="0"/></a:lnTo><a:lnTo><a:pt x="0" y="83"/></a:lnTo></a:path></a:pathLst></a:custGeom><a:ln w="3175"><a:solidFill><a:srgbClr val="000000"/></a:solidFill></a:ln></p:spPr><p:txBody><a:bodyPr wrap="square" lIns="0" tIns="0" rIns="0" bIns="0" rtlCol="0"/><a:lstStyle/><a:p/></p:txBody></p:sp><p:sp><p:nvSpPr><p:cNvPr id="505" name="object 505"/><p:cNvSpPr/><p:nvPr/></p:nvSpPr><p:spPr><a:xfrm><a:off x="16979590" y="12478776"/><a:ext cx="25400" cy="29209"/></a:xfrm><a:custGeom><a:avLst/><a:gdLst/><a:ahLst/><a:cxnLst/><a:rect l="l" t="t" r="r" b="b"/><a:pathLst><a:path w="25400" h="29209"><a:moveTo><a:pt x="0" y="0"/></a:moveTo><a:lnTo><a:pt x="12596" y="28885"/></a:lnTo><a:lnTo><a:pt x="25024" y="23511"/></a:lnTo></a:path></a:pathLst></a:custGeom><a:ln w="3175"><a:solidFill><a:srgbClr val="000000"/></a:solidFill></a:ln></p:spPr><p:txBody><a:bodyPr wrap="square" lIns="0" tIns="0" rIns="0" bIns="0" rtlCol="0"/><a:lstStyle/><a:p/></p:txBody></p:sp><p:sp><p:nvSpPr><p:cNvPr id="506" name="object 506"/><p:cNvSpPr/><p:nvPr/></p:nvSpPr><p:spPr><a:xfrm><a:off x="16966994" y="12483059"/><a:ext cx="19050" cy="33020"/></a:xfrm><a:custGeom><a:avLst/><a:gdLst/><a:ahLst/><a:cxnLst/><a:rect l="l" t="t" r="r" b="b"/><a:pathLst><a:path w="19050" h="33020"><a:moveTo><a:pt x="1763" y="32748"/></a:moveTo><a:lnTo><a:pt x="0" y="0"/></a:lnTo><a:lnTo><a:pt x="18726" y="2687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7" name="object 507"/><p:cNvSpPr/><p:nvPr/></p:nvSpPr><p:spPr><a:xfrm><a:off x="16968505" y="12501028"/><a:ext cx="10795" cy="3810"/></a:xfrm><a:custGeom><a:avLst/><a:gdLst/><a:ahLst/><a:cxnLst/><a:rect l="l" t="t" r="r" b="b"/><a:pathLst><a:path w="10794" h="3809"><a:moveTo><a:pt x="0" y="3694"/></a:moveTo><a:lnTo><a:pt x="1066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8" name="object 508"/><p:cNvSpPr/><p:nvPr/></p:nvSpPr><p:spPr><a:xfrm><a:off x="16943481" y="12487090"/><a:ext cx="19685" cy="31750"/></a:xfrm><a:custGeom><a:avLst/><a:gdLst/><a:ahLst/><a:cxnLst/><a:rect l="l" t="t" r="r" b="b"/><a:pathLst><a:path w="19684" h="31750"><a:moveTo><a:pt x="15451" y="6045"/></a:moveTo><a:lnTo><a:pt x="13687" y="3358"/></a:lnTo><a:lnTo><a:pt x="10748" y="923"/></a:lnTo><a:lnTo><a:pt x="8229" y="0"/></a:lnTo><a:lnTo><a:pt x="3862" y="1007"/></a:lnTo><a:lnTo><a:pt x="2015" y="3022"/></a:lnTo><a:lnTo><a:pt x="503" y="6465"/></a:lnTo><a:lnTo><a:pt x="83" y="9656"/></a:lnTo><a:lnTo><a:pt x="0" y="14274"/></a:lnTo><a:lnTo><a:pt x="1763" y="21580"/></a:lnTo><a:lnTo><a:pt x="3862" y="25694"/></a:lnTo><a:lnTo><a:pt x="5626" y="28381"/></a:lnTo><a:lnTo><a:pt x="8481" y="30816"/></a:lnTo><a:lnTo><a:pt x="11084" y="31740"/></a:lnTo><a:lnTo><a:pt x="15451" y="30732"/></a:lnTo><a:lnTo><a:pt x="17298" y="28717"/></a:lnTo><a:lnTo><a:pt x="18810" y="25274"/></a:lnTo><a:lnTo><a:pt x="19230" y="22083"/></a:lnTo></a:path></a:pathLst></a:custGeom><a:ln w="3175"><a:solidFill><a:srgbClr val="000000"/></a:solidFill></a:ln></p:spPr><p:txBody><a:bodyPr wrap="square" lIns="0" tIns="0" rIns="0" bIns="0" rtlCol="0"/><a:lstStyle/><a:p/></p:txBody></p:sp><p:sp><p:nvSpPr><p:cNvPr id="509" name="object 509"/><p:cNvSpPr/><p:nvPr/></p:nvSpPr><p:spPr><a:xfrm><a:off x="16934747" y="12490616"/><a:ext cx="5080" cy="31750"/></a:xfrm><a:custGeom><a:avLst/><a:gdLst/><a:ahLst/><a:cxnLst/><a:rect l="l" t="t" r="r" b="b"/><a:pathLst><a:path w="5080" h="31750"><a:moveTo><a:pt x="0" y="0"/></a:moveTo><a:lnTo><a:pt x="4702" y="31152"/></a:lnTo></a:path></a:pathLst></a:custGeom><a:ln w="3175"><a:solidFill><a:srgbClr val="000000"/></a:solidFill></a:ln></p:spPr><p:txBody><a:bodyPr wrap="square" lIns="0" tIns="0" rIns="0" bIns="0" rtlCol="0"/><a:lstStyle/><a:p/></p:txBody></p:sp><p:sp><p:nvSpPr><p:cNvPr id="510" name="object 510"/><p:cNvSpPr/><p:nvPr/></p:nvSpPr><p:spPr><a:xfrm><a:off x="16914005" y="12491456"/><a:ext cx="16510" cy="32384"/></a:xfrm><a:custGeom><a:avLst/><a:gdLst/><a:ahLst/><a:cxnLst/><a:rect l="l" t="t" r="r" b="b"/><a:pathLst><a:path w="16509" h="32384"><a:moveTo><a:pt x="2099" y="32160"/></a:moveTo><a:lnTo><a:pt x="0" y="755"/></a:lnTo><a:lnTo><a:pt x="10076" y="0"/></a:lnTo><a:lnTo><a:pt x="13519" y="1343"/></a:lnTo><a:lnTo><a:pt x="14779" y="2687"/></a:lnTo><a:lnTo><a:pt x="16123" y="5625"/></a:lnTo><a:lnTo><a:pt x="16291" y="8648"/></a:lnTo><a:lnTo><a:pt x="15367" y="11755"/></a:lnTo><a:lnTo><a:pt x="14359" y="13267"/></a:lnTo><a:lnTo><a:pt x="11084" y="15030"/></a:lnTo><a:lnTo><a:pt x="1007" y="15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511" name="object 511"/><p:cNvSpPr/><p:nvPr/></p:nvSpPr><p:spPr><a:xfrm><a:off x="16922907" y="12506654"/><a:ext cx="9525" cy="15875"/></a:xfrm><a:custGeom><a:avLst/><a:gdLst/><a:ahLst/><a:cxnLst/><a:rect l="l" t="t" r="r" b="b"/><a:pathLst><a:path w="9525" h="15875"><a:moveTo><a:pt x="0" y="0"/></a:moveTo><a:lnTo><a:pt x="8985" y="1587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2" name="object 512"/><p:cNvSpPr/><p:nvPr/></p:nvSpPr><p:spPr><a:xfrm><a:off x="16981941" y="12652425"/><a:ext cx="26034" cy="17145"/></a:xfrm><a:custGeom><a:avLst/><a:gdLst/><a:ahLst/><a:cxnLst/><a:rect l="l" t="t" r="r" b="b"/><a:pathLst><a:path w="26034" h="17145"><a:moveTo><a:pt x="0" y="0"/></a:moveTo><a:lnTo><a:pt x="25696" y="16793"/></a:lnTo></a:path></a:pathLst></a:custGeom><a:ln w="3175"><a:solidFill><a:srgbClr val="000000"/></a:solidFill></a:ln></p:spPr><p:txBody><a:bodyPr wrap="square" lIns="0" tIns="0" rIns="0" bIns="0" rtlCol="0"/><a:lstStyle/><a:p/></p:txBody></p:sp><p:sp><p:nvSpPr><p:cNvPr id="513" name="object 513"/><p:cNvSpPr/><p:nvPr/></p:nvSpPr><p:spPr><a:xfrm><a:off x="16978498" y="12669220"/><a:ext cx="29845" cy="8255"/></a:xfrm><a:custGeom><a:avLst/><a:gdLst/><a:ahLst/><a:cxnLst/><a:rect l="l" t="t" r="r" b="b"/><a:pathLst><a:path w="29844" h="8254"><a:moveTo><a:pt x="0" y="7893"/></a:moveTo><a:lnTo><a:pt x="27039" y="1427"/></a:lnTo><a:lnTo><a:pt x="2922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4" name="object 514"/><p:cNvSpPr/><p:nvPr/></p:nvSpPr><p:spPr><a:xfrm><a:off x="17009485" y="12645624"/><a:ext cx="27305" cy="14604"/></a:xfrm><a:custGeom><a:avLst/><a:gdLst/><a:ahLst/><a:cxnLst/><a:rect l="l" t="t" r="r" b="b"/><a:pathLst><a:path w="27305" h="14604"><a:moveTo><a:pt x="0" y="0"/></a:moveTo><a:lnTo><a:pt x="26955" y="1461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5" name="object 515"/><p:cNvSpPr/><p:nvPr/></p:nvSpPr><p:spPr><a:xfrm><a:off x="17007973" y="12660235"/><a:ext cx="28575" cy="10795"/></a:xfrm><a:custGeom><a:avLst/><a:gdLst/><a:ahLst/><a:cxnLst/><a:rect l="l" t="t" r="r" b="b"/><a:pathLst><a:path w="28575" h="10795"><a:moveTo><a:pt x="0" y="10244"/></a:moveTo><a:lnTo><a:pt x="26452" y="1595"/></a:lnTo><a:lnTo><a:pt x="2846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6" name="object 516"/><p:cNvSpPr/><p:nvPr/></p:nvSpPr><p:spPr><a:xfrm><a:off x="16983705" y="12645624"/><a:ext cx="26034" cy="9525"/></a:xfrm><a:custGeom><a:avLst/><a:gdLst/><a:ahLst/><a:cxnLst/><a:rect l="l" t="t" r="r" b="b"/><a:pathLst><a:path w="26034" h="9525"><a:moveTo><a:pt x="25696" y="0"/></a:moveTo><a:lnTo><a:pt x="23009" y="251"/></a:lnTo><a:lnTo><a:pt x="16048" y="1034"/></a:lnTo><a:lnTo><a:pt x="8270" y="3740"/></a:lnTo><a:lnTo><a:pt x="2351" y="7473"/></a:lnTo><a:lnTo><a:pt x="0" y="8984"/></a:lnTo></a:path></a:pathLst></a:custGeom><a:ln w="3175"><a:solidFill><a:srgbClr val="000000"/></a:solidFill></a:ln></p:spPr><p:txBody><a:bodyPr wrap="square" lIns="0" tIns="0" rIns="0" bIns="0" rtlCol="0"/><a:lstStyle/><a:p/></p:txBody></p:sp><p:sp><p:nvSpPr><p:cNvPr id="517" name="object 517"/><p:cNvSpPr/><p:nvPr/></p:nvSpPr><p:spPr><a:xfrm><a:off x="17036357" y="12636555"/><a:ext cx="28575" cy="12700"/></a:xfrm><a:custGeom><a:avLst/><a:gdLst/><a:ahLst/><a:cxnLst/><a:rect l="l" t="t" r="r" b="b"/><a:pathLst><a:path w="28575" h="12700"><a:moveTo><a:pt x="0" y="0"/></a:moveTo><a:lnTo><a:pt x="28047" y="12511"/></a:lnTo></a:path></a:pathLst></a:custGeom><a:ln w="3175"><a:solidFill><a:srgbClr val="000000"/></a:solidFill></a:ln></p:spPr><p:txBody><a:bodyPr wrap="square" lIns="0" tIns="0" rIns="0" bIns="0" rtlCol="0"/><a:lstStyle/><a:p/></p:txBody></p:sp><p:sp><p:nvSpPr><p:cNvPr id="518" name="object 518"/><p:cNvSpPr/><p:nvPr/></p:nvSpPr><p:spPr><a:xfrm><a:off x="17036861" y="12649067"/><a:ext cx="27940" cy="12700"/></a:xfrm><a:custGeom><a:avLst/><a:gdLst/><a:ahLst/><a:cxnLst/><a:rect l="l" t="t" r="r" b="b"/><a:pathLst><a:path w="27940" h="12700"><a:moveTo><a:pt x="0" y="12427"/></a:moveTo><a:lnTo><a:pt x="2519" y="12175"/></a:lnTo><a:lnTo><a:pt x="10468" y="11093"/></a:lnTo><a:lnTo><a:pt x="19683" y="7138"/></a:lnTo><a:lnTo><a:pt x="25612" y="1679"/></a:lnTo><a:lnTo><a:pt x="2754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9" name="object 519"/><p:cNvSpPr/><p:nvPr/></p:nvSpPr><p:spPr><a:xfrm><a:off x="17011416" y="12636555"/><a:ext cx="25400" cy="11430"/></a:xfrm><a:custGeom><a:avLst/><a:gdLst/><a:ahLst/><a:cxnLst/><a:rect l="l" t="t" r="r" b="b"/><a:pathLst><a:path w="25400" h="11429"><a:moveTo><a:pt x="24856" y="0"/></a:moveTo><a:lnTo><a:pt x="22169" y="503"/></a:lnTo><a:lnTo><a:pt x="14976" y="1962"/></a:lnTo><a:lnTo><a:pt x="8130" y="5025"/></a:lnTo><a:lnTo><a:pt x="2183" y="9320"/></a:lnTo><a:lnTo><a:pt x="0" y="1100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0" name="object 520"/><p:cNvSpPr/><p:nvPr/></p:nvSpPr><p:spPr><a:xfrm><a:off x="17038540" y="12625387"/><a:ext cx="24130" cy="13335"/></a:xfrm><a:custGeom><a:avLst/><a:gdLst/><a:ahLst/><a:cxnLst/><a:rect l="l" t="t" r="r" b="b"/><a:pathLst><a:path w="24130" h="13334"><a:moveTo><a:pt x="23932" y="0"/></a:moveTo><a:lnTo><a:pt x="21245" y="755"/></a:lnTo><a:lnTo><a:pt x="14601" y="2573"/></a:lnTo><a:lnTo><a:pt x="7179" y="6627"/></a:lnTo><a:lnTo><a:pt x="2015" y="11167"/></a:lnTo><a:lnTo><a:pt x="0" y="13015"/></a:lnTo></a:path></a:pathLst></a:custGeom><a:ln w="3175"><a:solidFill><a:srgbClr val="000000"/></a:solidFill></a:ln></p:spPr><p:txBody><a:bodyPr wrap="square" lIns="0" tIns="0" rIns="0" bIns="0" rtlCol="0"/><a:lstStyle/><a:p/></p:txBody></p:sp><p:sp><p:nvSpPr><p:cNvPr id="521" name="object 521"/><p:cNvSpPr/><p:nvPr/></p:nvSpPr><p:spPr><a:xfrm><a:off x="16897294" y="12659647"/><a:ext cx="21590" cy="22860"/></a:xfrm><a:custGeom><a:avLst/><a:gdLst/><a:ahLst/><a:cxnLst/><a:rect l="l" t="t" r="r" b="b"/><a:pathLst><a:path w="21590" h="22859"><a:moveTo><a:pt x="0" y="0"/></a:moveTo><a:lnTo><a:pt x="21077" y="22419"/></a:lnTo></a:path></a:pathLst></a:custGeom><a:ln w="3175"><a:solidFill><a:srgbClr val="000000"/></a:solidFill></a:ln></p:spPr><p:txBody><a:bodyPr wrap="square" lIns="0" tIns="0" rIns="0" bIns="0" rtlCol="0"/><a:lstStyle/><a:p/></p:txBody></p:sp><p:sp><p:nvSpPr><p:cNvPr id="522" name="object 522"/><p:cNvSpPr/><p:nvPr/></p:nvSpPr><p:spPr><a:xfrm><a:off x="16925678" y="12659563"/><a:ext cx="22860" cy="20955"/></a:xfrm><a:custGeom><a:avLst/><a:gdLst/><a:ahLst/><a:cxnLst/><a:rect l="l" t="t" r="r" b="b"/><a:pathLst><a:path w="22859" h="20954"><a:moveTo><a:pt x="0" y="0"/></a:moveTo><a:lnTo><a:pt x="22757" y="20572"/></a:lnTo></a:path></a:pathLst></a:custGeom><a:ln w="3175"><a:solidFill><a:srgbClr val="000000"/></a:solidFill></a:ln></p:spPr><p:txBody><a:bodyPr wrap="square" lIns="0" tIns="0" rIns="0" bIns="0" rtlCol="0"/><a:lstStyle/><a:p/></p:txBody></p:sp><p:sp><p:nvSpPr><p:cNvPr id="523" name="object 523"/><p:cNvSpPr/><p:nvPr/></p:nvSpPr><p:spPr><a:xfrm><a:off x="16918372" y="12680135"/><a:ext cx="30480" cy="4445"/></a:xfrm><a:custGeom><a:avLst/><a:gdLst/><a:ahLst/><a:cxnLst/><a:rect l="l" t="t" r="r" b="b"/><a:pathLst><a:path w="30480" h="4445"><a:moveTo><a:pt x="0" y="3190"/></a:moveTo><a:lnTo><a:pt x="2519" y="3694"/></a:lnTo><a:lnTo><a:pt x="8803" y="4419"/></a:lnTo><a:lnTo><a:pt x="15309" y="4189"/></a:lnTo><a:lnTo><a:pt x="21718" y="3039"/></a:lnTo><a:lnTo><a:pt x="27711" y="1007"/></a:lnTo><a:lnTo><a:pt x="3006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4" name="object 524"/><p:cNvSpPr/><p:nvPr/></p:nvSpPr><p:spPr><a:xfrm><a:off x="16898554" y="12658296"/><a:ext cx="27305" cy="4445"/></a:xfrm><a:custGeom><a:avLst/><a:gdLst/><a:ahLst/><a:cxnLst/><a:rect l="l" t="t" r="r" b="b"/><a:pathLst><a:path w="27305" h="4445"><a:moveTo><a:pt x="27123" y="1266"/></a:moveTo><a:lnTo><a:pt x="24436" y="846"/></a:lnTo><a:lnTo><a:pt x="17118" y="0"/></a:lnTo><a:lnTo><a:pt x="9638" y="794"/></a:lnTo><a:lnTo><a:pt x="2603" y="2945"/></a:lnTo><a:lnTo><a:pt x="0" y="3869"/></a:lnTo></a:path></a:pathLst></a:custGeom><a:ln w="3175"><a:solidFill><a:srgbClr val="000000"/></a:solidFill></a:ln></p:spPr><p:txBody><a:bodyPr wrap="square" lIns="0" tIns="0" rIns="0" bIns="0" rtlCol="0"/><a:lstStyle/><a:p/></p:txBody></p:sp><p:sp><p:nvSpPr><p:cNvPr id="525" name="object 525"/><p:cNvSpPr/><p:nvPr/></p:nvSpPr><p:spPr><a:xfrm><a:off x="16927106" y="12656845"/><a:ext cx="27305" cy="5080"/></a:xfrm><a:custGeom><a:avLst/><a:gdLst/><a:ahLst/><a:cxnLst/><a:rect l="l" t="t" r="r" b="b"/><a:pathLst><a:path w="27305" h="5079"><a:moveTo><a:pt x="26787" y="282"/></a:moveTo><a:lnTo><a:pt x="24016" y="114"/></a:lnTo><a:lnTo><a:pt x="16261" y="0"/></a:lnTo><a:lnTo><a:pt x="9746" y="1165"/></a:lnTo><a:lnTo><a:pt x="2519" y="3977"/></a:lnTo><a:lnTo><a:pt x="0" y="5068"/></a:lnTo></a:path></a:pathLst></a:custGeom><a:ln w="3175"><a:solidFill><a:srgbClr val="000000"/></a:solidFill></a:ln></p:spPr><p:txBody><a:bodyPr wrap="square" lIns="0" tIns="0" rIns="0" bIns="0" rtlCol="0"/><a:lstStyle/><a:p/></p:txBody></p:sp><p:sp><p:nvSpPr><p:cNvPr id="526" name="object 526"/><p:cNvSpPr/><p:nvPr/></p:nvSpPr><p:spPr><a:xfrm><a:off x="16953977" y="12657127"/><a:ext cx="24765" cy="19050"/></a:xfrm><a:custGeom><a:avLst/><a:gdLst/><a:ahLst/><a:cxnLst/><a:rect l="l" t="t" r="r" b="b"/><a:pathLst><a:path w="24765" h="19050"><a:moveTo><a:pt x="0" y="0"/></a:moveTo><a:lnTo><a:pt x="24268" y="18725"/></a:lnTo></a:path></a:pathLst></a:custGeom><a:ln w="3175"><a:solidFill><a:srgbClr val="000000"/></a:solidFill></a:ln></p:spPr><p:txBody><a:bodyPr wrap="square" lIns="0" tIns="0" rIns="0" bIns="0" rtlCol="0"/><a:lstStyle/><a:p/></p:txBody></p:sp><p:sp><p:nvSpPr><p:cNvPr id="527" name="object 527"/><p:cNvSpPr/><p:nvPr/></p:nvSpPr><p:spPr><a:xfrm><a:off x="16948603" y="12675853"/><a:ext cx="29845" cy="6350"/></a:xfrm><a:custGeom><a:avLst/><a:gdLst/><a:ahLst/><a:cxnLst/><a:rect l="l" t="t" r="r" b="b"/><a:pathLst><a:path w="29844" h="6350"><a:moveTo><a:pt x="0" y="5541"/></a:moveTo><a:lnTo><a:pt x="2519" y="5877"/></a:lnTo><a:lnTo><a:pt x="8911" y="6122"/></a:lnTo><a:lnTo><a:pt x="15309" y="5363"/></a:lnTo><a:lnTo><a:pt x="21548" y="3706"/></a:lnTo><a:lnTo><a:pt x="27459" y="1259"/></a:lnTo><a:lnTo><a:pt x="2972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8" name="object 528"/><p:cNvSpPr/><p:nvPr/></p:nvSpPr><p:spPr><a:xfrm><a:off x="16955573" y="12652509"/><a:ext cx="26670" cy="6985"/></a:xfrm><a:custGeom><a:avLst/><a:gdLst/><a:ahLst/><a:cxnLst/><a:rect l="l" t="t" r="r" b="b"/><a:pathLst><a:path w="26669" h="6984"><a:moveTo><a:pt x="26368" y="0"/></a:moveTo><a:lnTo><a:pt x="23596" y="83"/></a:lnTo><a:lnTo><a:pt x="16060" y="393"/></a:lnTo><a:lnTo><a:pt x="9153" y="2190"/></a:lnTo><a:lnTo><a:pt x="2435" y="5625"/></a:lnTo><a:lnTo><a:pt x="0" y="6885"/></a:lnTo></a:path></a:pathLst></a:custGeom><a:ln w="3175"><a:solidFill><a:srgbClr val="000000"/></a:solidFill></a:ln></p:spPr><p:txBody><a:bodyPr wrap="square" lIns="0" tIns="0" rIns="0" bIns="0" rtlCol="0"/><a:lstStyle/><a:p/></p:txBody></p:sp><p:sp><p:nvSpPr><p:cNvPr id="529" name="object 529"/><p:cNvSpPr/><p:nvPr/></p:nvSpPr><p:spPr><a:xfrm><a:off x="16763271" y="12379861"/><a:ext cx="15240" cy="31750"/></a:xfrm><a:custGeom><a:avLst/><a:gdLst/><a:ahLst/><a:cxnLst/><a:rect l="l" t="t" r="r" b="b"/><a:pathLst><a:path w="15240" h="31750"><a:moveTo><a:pt x="0" y="31488"/></a:moveTo><a:lnTo><a:pt x="0" y="0"/></a:lnTo><a:lnTo><a:pt x="1469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0" name="object 530"/><p:cNvSpPr/><p:nvPr/></p:nvSpPr><p:spPr><a:xfrm><a:off x="16763271" y="12394891"/><a:ext cx="9525" cy="0"/></a:xfrm><a:custGeom><a:avLst/><a:gdLst/><a:ahLst/><a:cxnLst/><a:rect l="l" t="t" r="r" b="b"/><a:pathLst><a:path w="9525" h="0"><a:moveTo><a:pt x="0" y="0"/></a:moveTo><a:lnTo><a:pt x="906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1" name="object 531"/><p:cNvSpPr/><p:nvPr/></p:nvSpPr><p:spPr><a:xfrm><a:off x="16763271" y="12411349"/><a:ext cx="15240" cy="0"/></a:xfrm><a:custGeom><a:avLst/><a:gdLst/><a:ahLst/><a:cxnLst/><a:rect l="l" t="t" r="r" b="b"/><a:pathLst><a:path w="15240" h="0"><a:moveTo><a:pt x="0" y="0"/></a:moveTo><a:lnTo><a:pt x="1469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2" name="object 532"/><p:cNvSpPr/><p:nvPr/></p:nvSpPr><p:spPr><a:xfrm><a:off x="16783593" y="12379861"/><a:ext cx="15875" cy="31750"/></a:xfrm><a:custGeom><a:avLst/><a:gdLst/><a:ahLst/><a:cxnLst/><a:rect l="l" t="t" r="r" b="b"/><a:pathLst><a:path w="15875" h="31750"><a:moveTo><a:pt x="0" y="0"/></a:moveTo><a:lnTo><a:pt x="15703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533" name="object 533"/><p:cNvSpPr/><p:nvPr/></p:nvSpPr><p:spPr><a:xfrm><a:off x="16783593" y="12379861"/><a:ext cx="15875" cy="31750"/></a:xfrm><a:custGeom><a:avLst/><a:gdLst/><a:ahLst/><a:cxnLst/><a:rect l="l" t="t" r="r" b="b"/><a:pathLst><a:path w="15875" h="31750"><a:moveTo><a:pt x="15703" y="0"/></a:moveTo><a:lnTo><a:pt x="0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534" name="object 534"/><p:cNvSpPr/><p:nvPr/></p:nvSpPr><p:spPr><a:xfrm><a:off x="16807190" y="12379861"/><a:ext cx="15875" cy="31750"/></a:xfrm><a:custGeom><a:avLst/><a:gdLst/><a:ahLst/><a:cxnLst/><a:rect l="l" t="t" r="r" b="b"/><a:pathLst><a:path w="15875" h="31750"><a:moveTo><a:pt x="0" y="31488"/></a:moveTo><a:lnTo><a:pt x="0" y="0"/></a:lnTo><a:lnTo><a:pt x="10160" y="0"/></a:lnTo><a:lnTo><a:pt x="13519" y="1511"/></a:lnTo><a:lnTo><a:pt x="14695" y="3022"/></a:lnTo><a:lnTo><a:pt x="15787" y="5961"/></a:lnTo><a:lnTo><a:pt x="15787" y="10496"/></a:lnTo><a:lnTo><a:pt x="14695" y="13519"/></a:lnTo><a:lnTo><a:pt x="13519" y="15030"/></a:lnTo><a:lnTo><a:pt x="10160" y="16542"/></a:lnTo><a:lnTo><a:pt x="0" y="16542"/></a:lnTo></a:path></a:pathLst></a:custGeom><a:ln w="3175"><a:solidFill><a:srgbClr val="000000"/></a:solidFill></a:ln></p:spPr><p:txBody><a:bodyPr wrap="square" lIns="0" tIns="0" rIns="0" bIns="0" rtlCol="0"/><a:lstStyle/><a:p/></p:txBody></p:sp><p:sp><p:nvSpPr><p:cNvPr id="535" name="object 535"/><p:cNvSpPr/><p:nvPr/></p:nvSpPr><p:spPr><a:xfrm><a:off x="16830871" y="12408410"/><a:ext cx="2540" cy="3175"/></a:xfrm><a:custGeom><a:avLst/><a:gdLst/><a:ahLst/><a:cxnLst/><a:rect l="l" t="t" r="r" b="b"/><a:pathLst><a:path w="2540" h="3175"><a:moveTo><a:pt x="1091" y="0"/></a:moveTo><a:lnTo><a:pt x="0" y="1427"/></a:lnTo><a:lnTo><a:pt x="1091" y="2938"/></a:lnTo><a:lnTo><a:pt x="2267" y="1427"/></a:lnTo><a:lnTo><a:pt x="1091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36" name="object 536"/><p:cNvSpPr/><p:nvPr/></p:nvSpPr><p:spPr><a:xfrm><a:off x="16865804" y="12379861"/><a:ext cx="15240" cy="31750"/></a:xfrm><a:custGeom><a:avLst/><a:gdLst/><a:ahLst/><a:cxnLst/><a:rect l="l" t="t" r="r" b="b"/><a:pathLst><a:path w="15240" h="31750"><a:moveTo><a:pt x="13435" y="4534"/></a:moveTo><a:lnTo><a:pt x="12344" y="1511"/></a:lnTo><a:lnTo><a:pt x="8985" y="0"/></a:lnTo><a:lnTo><a:pt x="6717" y="0"/></a:lnTo><a:lnTo><a:pt x="3358" y="1511"/></a:lnTo><a:lnTo><a:pt x="1091" y="5961"/></a:lnTo><a:lnTo><a:pt x="0" y="13519"/></a:lnTo><a:lnTo><a:pt x="0" y="20992"/></a:lnTo><a:lnTo><a:pt x="1091" y="27038"/></a:lnTo><a:lnTo><a:pt x="3358" y="29977"/></a:lnTo><a:lnTo><a:pt x="6717" y="31488"/></a:lnTo><a:lnTo><a:pt x="7809" y="31488"/></a:lnTo><a:lnTo><a:pt x="11252" y="29977"/></a:lnTo><a:lnTo><a:pt x="13435" y="27038"/></a:lnTo><a:lnTo><a:pt x="14611" y="22503"/></a:lnTo><a:lnTo><a:pt x="14611" y="20992"/></a:lnTo><a:lnTo><a:pt x="0" y="20992"/></a:lnTo></a:path></a:pathLst></a:custGeom><a:ln w="3175"><a:solidFill><a:srgbClr val="000000"/></a:solidFill></a:ln></p:spPr><p:txBody><a:bodyPr wrap="square" lIns="0" tIns="0" rIns="0" bIns="0" rtlCol="0"/><a:lstStyle/><a:p/></p:txBody></p:sp><p:sp><p:nvSpPr><p:cNvPr id="537" name="object 537"/><p:cNvSpPr/><p:nvPr/></p:nvSpPr><p:spPr><a:xfrm><a:off x="16888309" y="12397830"/><a:ext cx="20320" cy="0"/></a:xfrm><a:custGeom><a:avLst/><a:gdLst/><a:ahLst/><a:cxnLst/><a:rect l="l" t="t" r="r" b="b"/><a:pathLst><a:path w="20319" h="0"><a:moveTo><a:pt x="0" y="0"/></a:moveTo><a:lnTo><a:pt x="2023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8" name="object 538"/><p:cNvSpPr/><p:nvPr/></p:nvSpPr><p:spPr><a:xfrm><a:off x="16916441" y="12379861"/><a:ext cx="15875" cy="31750"/></a:xfrm><a:custGeom><a:avLst/><a:gdLst/><a:ahLst/><a:cxnLst/><a:rect l="l" t="t" r="r" b="b"/><a:pathLst><a:path w="15875" h="31750"><a:moveTo><a:pt x="2267" y="0"/></a:moveTo><a:lnTo><a:pt x="14611" y="0"/></a:lnTo><a:lnTo><a:pt x="7893" y="12007"/></a:lnTo><a:lnTo><a:pt x="11252" y="12007"/></a:lnTo><a:lnTo><a:pt x="13519" y="13519"/></a:lnTo><a:lnTo><a:pt x="14611" y="15030"/></a:lnTo><a:lnTo><a:pt x="15787" y="19480"/></a:lnTo><a:lnTo><a:pt x="15787" y="22503"/></a:lnTo><a:lnTo><a:pt x="14611" y="27038"/></a:lnTo><a:lnTo><a:pt x="12344" y="29977"/></a:lnTo><a:lnTo><a:pt x="8985" y="31488"/></a:lnTo><a:lnTo><a:pt x="5626" y="31488"/></a:lnTo><a:lnTo><a:pt x="2267" y="29977"/></a:lnTo><a:lnTo><a:pt x="1091" y="28549"/></a:lnTo><a:lnTo><a:pt x="0" y="25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539" name="object 539"/><p:cNvSpPr/><p:nvPr/></p:nvSpPr><p:spPr><a:xfrm><a:off x="16938946" y="12379861"/><a:ext cx="15875" cy="31750"/></a:xfrm><a:custGeom><a:avLst/><a:gdLst/><a:ahLst/><a:cxnLst/><a:rect l="l" t="t" r="r" b="b"/><a:pathLst><a:path w="15875" h="31750"><a:moveTo><a:pt x="6801" y="0"/></a:moveTo><a:lnTo><a:pt x="3358" y="1511"/></a:lnTo><a:lnTo><a:pt x="1091" y="5961"/></a:lnTo><a:lnTo><a:pt x="0" y="13519"/></a:lnTo><a:lnTo><a:pt x="0" y="17969"/></a:lnTo><a:lnTo><a:pt x="1091" y="25526"/></a:lnTo><a:lnTo><a:pt x="3358" y="29977"/></a:lnTo><a:lnTo><a:pt x="6801" y="31488"/></a:lnTo><a:lnTo><a:pt x="8985" y="31488"/></a:lnTo><a:lnTo><a:pt x="12428" y="29977"/></a:lnTo><a:lnTo><a:pt x="14611" y="25526"/></a:lnTo><a:lnTo><a:pt x="15787" y="17969"/></a:lnTo><a:lnTo><a:pt x="15787" y="13519"/></a:lnTo><a:lnTo><a:pt x="14611" y="5961"/></a:lnTo><a:lnTo><a:pt x="12428" y="1511"/></a:lnTo><a:lnTo><a:pt x="8985" y="0"/></a:lnTo><a:lnTo><a:pt x="6801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40" name="object 540"/><p:cNvSpPr/><p:nvPr/></p:nvSpPr><p:spPr><a:xfrm><a:off x="16962627" y="12397830"/><a:ext cx="20320" cy="0"/></a:xfrm><a:custGeom><a:avLst/><a:gdLst/><a:ahLst/><a:cxnLst/><a:rect l="l" t="t" r="r" b="b"/><a:pathLst><a:path w="20319" h="0"><a:moveTo><a:pt x="0" y="0"/></a:moveTo><a:lnTo><a:pt x="2023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1" name="object 541"/><p:cNvSpPr/><p:nvPr/></p:nvSpPr><p:spPr><a:xfrm><a:off x="16990759" y="12379861"/><a:ext cx="15875" cy="31750"/></a:xfrm><a:custGeom><a:avLst/><a:gdLst/><a:ahLst/><a:cxnLst/><a:rect l="l" t="t" r="r" b="b"/><a:pathLst><a:path w="15875" h="31750"><a:moveTo><a:pt x="1091" y="7473"/></a:moveTo><a:lnTo><a:pt x="1091" y="5961"/></a:lnTo><a:lnTo><a:pt x="2267" y="3022"/></a:lnTo><a:lnTo><a:pt x="3358" y="1511"/></a:lnTo><a:lnTo><a:pt x="5626" y="0"/></a:lnTo><a:lnTo><a:pt x="10160" y="0"/></a:lnTo><a:lnTo><a:pt x="12344" y="1511"/></a:lnTo><a:lnTo><a:pt x="13519" y="3022"/></a:lnTo><a:lnTo><a:pt x="14611" y="5961"/></a:lnTo><a:lnTo><a:pt x="14611" y="8984"/></a:lnTo><a:lnTo><a:pt x="13519" y="12007"/></a:lnTo><a:lnTo><a:pt x="11252" y="16542"/></a:lnTo><a:lnTo><a:pt x="0" y="31488"/></a:lnTo><a:lnTo><a:pt x="15787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542" name="object 542"/><p:cNvSpPr/><p:nvPr/></p:nvSpPr><p:spPr><a:xfrm><a:off x="17013264" y="12379861"/><a:ext cx="15875" cy="31750"/></a:xfrm><a:custGeom><a:avLst/><a:gdLst/><a:ahLst/><a:cxnLst/><a:rect l="l" t="t" r="r" b="b"/><a:pathLst><a:path w="15875" h="31750"><a:moveTo><a:pt x="6717" y="0"/></a:moveTo><a:lnTo><a:pt x="3358" y="1511"/></a:lnTo><a:lnTo><a:pt x="1091" y="5961"/></a:lnTo><a:lnTo><a:pt x="0" y="13519"/></a:lnTo><a:lnTo><a:pt x="0" y="17969"/></a:lnTo><a:lnTo><a:pt x="1091" y="25526"/></a:lnTo><a:lnTo><a:pt x="3358" y="29977"/></a:lnTo><a:lnTo><a:pt x="6717" y="31488"/></a:lnTo><a:lnTo><a:pt x="8985" y="31488"/></a:lnTo><a:lnTo><a:pt x="12428" y="29977"/></a:lnTo><a:lnTo><a:pt x="14611" y="25526"/></a:lnTo><a:lnTo><a:pt x="15787" y="17969"/></a:lnTo><a:lnTo><a:pt x="15787" y="13519"/></a:lnTo><a:lnTo><a:pt x="14611" y="5961"/></a:lnTo><a:lnTo><a:pt x="12428" y="1511"/></a:lnTo><a:lnTo><a:pt x="8985" y="0"/></a:lnTo><a:lnTo><a:pt x="6717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43" name="object 543"/><p:cNvSpPr/><p:nvPr/></p:nvSpPr><p:spPr><a:xfrm><a:off x="17035769" y="12379861"/><a:ext cx="15875" cy="31750"/></a:xfrm><a:custGeom><a:avLst/><a:gdLst/><a:ahLst/><a:cxnLst/><a:rect l="l" t="t" r="r" b="b"/><a:pathLst><a:path w="15875" h="31750"><a:moveTo><a:pt x="1175" y="7473"/></a:moveTo><a:lnTo><a:pt x="1175" y="5961"/></a:lnTo><a:lnTo><a:pt x="2267" y="3022"/></a:lnTo><a:lnTo><a:pt x="3358" y="1511"/></a:lnTo><a:lnTo><a:pt x="5626" y="0"/></a:lnTo><a:lnTo><a:pt x="10160" y="0"/></a:lnTo><a:lnTo><a:pt x="12428" y="1511"/></a:lnTo><a:lnTo><a:pt x="13519" y="3022"/></a:lnTo><a:lnTo><a:pt x="14611" y="5961"/></a:lnTo><a:lnTo><a:pt x="14611" y="8984"/></a:lnTo><a:lnTo><a:pt x="13519" y="12007"/></a:lnTo><a:lnTo><a:pt x="11252" y="16542"/></a:lnTo><a:lnTo><a:pt x="0" y="31488"/></a:lnTo><a:lnTo><a:pt x="15787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544" name="object 544"/><p:cNvSpPr/><p:nvPr/></p:nvSpPr><p:spPr><a:xfrm><a:off x="17058274" y="12379861"/><a:ext cx="15875" cy="31750"/></a:xfrm><a:custGeom><a:avLst/><a:gdLst/><a:ahLst/><a:cxnLst/><a:rect l="l" t="t" r="r" b="b"/><a:pathLst><a:path w="15875" h="31750"><a:moveTo><a:pt x="4534" y="31488"/></a:moveTo><a:lnTo><a:pt x="15787" y="0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5" name="object 545"/><p:cNvSpPr/><p:nvPr/></p:nvSpPr><p:spPr><a:xfrm><a:off x="16769065" y="12281448"/><a:ext cx="22225" cy="43815"/></a:xfrm><a:custGeom><a:avLst/><a:gdLst/><a:ahLst/><a:cxnLst/><a:rect l="l" t="t" r="r" b="b"/><a:pathLst><a:path w="22225" h="43815"><a:moveTo><a:pt x="0" y="43412"/></a:moveTo><a:lnTo><a:pt x="0" y="0"/></a:lnTo><a:lnTo><a:pt x="21749" y="43412"/></a:lnTo><a:lnTo><a:pt x="2174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6" name="object 546"/><p:cNvSpPr/><p:nvPr/></p:nvSpPr><p:spPr><a:xfrm><a:off x="16801647" y="12295975"/><a:ext cx="20320" cy="29209"/></a:xfrm><a:custGeom><a:avLst/><a:gdLst/><a:ahLst/><a:cxnLst/><a:rect l="l" t="t" r="r" b="b"/><a:pathLst><a:path w="20319" h="29209"><a:moveTo><a:pt x="7725" y="0"/></a:moveTo><a:lnTo><a:pt x="4618" y="2015"/></a:lnTo><a:lnTo><a:pt x="1511" y="6129"/></a:lnTo><a:lnTo><a:pt x="0" y="12343"/></a:lnTo><a:lnTo><a:pt x="0" y="16458"/></a:lnTo><a:lnTo><a:pt x="1511" y="22671"/></a:lnTo><a:lnTo><a:pt x="4618" y="26786"/></a:lnTo><a:lnTo><a:pt x="7725" y="28885"/></a:lnTo><a:lnTo><a:pt x="12344" y="28885"/></a:lnTo><a:lnTo><a:pt x="15451" y="26786"/></a:lnTo><a:lnTo><a:pt x="18558" y="22671"/></a:lnTo><a:lnTo><a:pt x="20069" y="16458"/></a:lnTo><a:lnTo><a:pt x="20069" y="12343"/></a:lnTo><a:lnTo><a:pt x="18558" y="6129"/></a:lnTo><a:lnTo><a:pt x="15451" y="2015"/></a:lnTo><a:lnTo><a:pt x="12344" y="0"/></a:lnTo><a:lnTo><a:pt x="7725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47" name="object 547"/><p:cNvSpPr/><p:nvPr/></p:nvSpPr><p:spPr><a:xfrm><a:off x="16832550" y="12320746"/><a:ext cx="3175" cy="4445"/></a:xfrm><a:custGeom><a:avLst/><a:gdLst/><a:ahLst/><a:cxnLst/><a:rect l="l" t="t" r="r" b="b"/><a:pathLst><a:path w="3175" h="4445"><a:moveTo><a:pt x="1595" y="0"/></a:moveTo><a:lnTo><a:pt x="0" y="2015"/></a:lnTo><a:lnTo><a:pt x="1595" y="4114"/></a:lnTo><a:lnTo><a:pt x="3107" y="2015"/></a:lnTo><a:lnTo><a:pt x="1595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48" name="object 548"/><p:cNvSpPr/><p:nvPr/></p:nvSpPr><p:spPr><a:xfrm><a:off x="16880583" y="12281448"/><a:ext cx="20320" cy="43815"/></a:xfrm><a:custGeom><a:avLst/><a:gdLst/><a:ahLst/><a:cxnLst/><a:rect l="l" t="t" r="r" b="b"/><a:pathLst><a:path w="20319" h="43815"><a:moveTo><a:pt x="0" y="43412"/></a:moveTo><a:lnTo><a:pt x="0" y="0"/></a:lnTo><a:lnTo><a:pt x="2006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9" name="object 549"/><p:cNvSpPr/><p:nvPr/></p:nvSpPr><p:spPr><a:xfrm><a:off x="16880583" y="12302105"/><a:ext cx="12700" cy="0"/></a:xfrm><a:custGeom><a:avLst/><a:gdLst/><a:ahLst/><a:cxnLst/><a:rect l="l" t="t" r="r" b="b"/><a:pathLst><a:path w="12700" h="0"><a:moveTo><a:pt x="0" y="0"/></a:moveTo><a:lnTo><a:pt x="1234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50" name="object 550"/><p:cNvSpPr/><p:nvPr/></p:nvSpPr><p:spPr><a:xfrm><a:off x="16880583" y="12324860"/><a:ext cx="20320" cy="0"/></a:xfrm><a:custGeom><a:avLst/><a:gdLst/><a:ahLst/><a:cxnLst/><a:rect l="l" t="t" r="r" b="b"/><a:pathLst><a:path w="20319" h="0"><a:moveTo><a:pt x="0" y="0"/></a:moveTo><a:lnTo><a:pt x="2006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51" name="object 551"/><p:cNvSpPr/><p:nvPr/></p:nvSpPr><p:spPr><a:xfrm><a:off x="16909975" y="12306219"/><a:ext cx="27940" cy="0"/></a:xfrm><a:custGeom><a:avLst/><a:gdLst/><a:ahLst/><a:cxnLst/><a:rect l="l" t="t" r="r" b="b"/><a:pathLst><a:path w="27940" h="0"><a:moveTo><a:pt x="0" y="0"/></a:moveTo><a:lnTo><a:pt x="2787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52" name="object 552"/><p:cNvSpPr/><p:nvPr/></p:nvSpPr><p:spPr><a:xfrm><a:off x="16953306" y="12281448"/><a:ext cx="8255" cy="43815"/></a:xfrm><a:custGeom><a:avLst/><a:gdLst/><a:ahLst/><a:cxnLst/><a:rect l="l" t="t" r="r" b="b"/><a:pathLst><a:path w="8255" h="43815"><a:moveTo><a:pt x="0" y="8312"/></a:moveTo><a:lnTo><a:pt x="3107" y="6213"/></a:lnTo><a:lnTo><a:pt x="7809" y="0"/></a:lnTo><a:lnTo><a:pt x="7809" y="43412"/></a:lnTo></a:path></a:pathLst></a:custGeom><a:ln w="3175"><a:solidFill><a:srgbClr val="000000"/></a:solidFill></a:ln></p:spPr><p:txBody><a:bodyPr wrap="square" lIns="0" tIns="0" rIns="0" bIns="0" rtlCol="0"/><a:lstStyle/><a:p/></p:txBody></p:sp><p:sp><p:nvSpPr><p:cNvPr id="553" name="object 553"/><p:cNvSpPr/><p:nvPr/></p:nvSpPr><p:spPr><a:xfrm><a:off x="16981185" y="12281448"/><a:ext cx="20320" cy="43815"/></a:xfrm><a:custGeom><a:avLst/><a:gdLst/><a:ahLst/><a:cxnLst/><a:rect l="l" t="t" r="r" b="b"/><a:pathLst><a:path w="20319" h="43815"><a:moveTo><a:pt x="18558" y="6213"/></a:moveTo><a:lnTo><a:pt x="17046" y="2099"/></a:lnTo><a:lnTo><a:pt x="12428" y="0"/></a:lnTo><a:lnTo><a:pt x="9321" y="0"/></a:lnTo><a:lnTo><a:pt x="4618" y="2099"/></a:lnTo><a:lnTo><a:pt x="1595" y="8312"/></a:lnTo><a:lnTo><a:pt x="0" y="18641"/></a:lnTo><a:lnTo><a:pt x="0" y="28969"/></a:lnTo><a:lnTo><a:pt x="1595" y="37198"/></a:lnTo><a:lnTo><a:pt x="4618" y="41313"/></a:lnTo><a:lnTo><a:pt x="9321" y="43412"/></a:lnTo><a:lnTo><a:pt x="10832" y="43412"/></a:lnTo><a:lnTo><a:pt x="15535" y="41313"/></a:lnTo><a:lnTo><a:pt x="18558" y="37198"/></a:lnTo><a:lnTo><a:pt x="20153" y="30984"/></a:lnTo><a:lnTo><a:pt x="20153" y="28969"/></a:lnTo><a:lnTo><a:pt x="0" y="28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554" name="object 554"/><p:cNvSpPr/><p:nvPr/></p:nvSpPr><p:spPr><a:xfrm><a:off x="17010577" y="12281448"/><a:ext cx="20320" cy="43815"/></a:xfrm><a:custGeom><a:avLst/><a:gdLst/><a:ahLst/><a:cxnLst/><a:rect l="l" t="t" r="r" b="b"/><a:pathLst><a:path w="20319" h="43815"><a:moveTo><a:pt x="20153" y="14526"/></a:moveTo><a:lnTo><a:pt x="0" y="14526"/></a:lnTo><a:lnTo><a:pt x="0" y="12427"/></a:lnTo><a:lnTo><a:pt x="1595" y="6213"/></a:lnTo><a:lnTo><a:pt x="4702" y="2099"/></a:lnTo><a:lnTo><a:pt x="9321" y="0"/></a:lnTo><a:lnTo><a:pt x="10916" y="0"/></a:lnTo><a:lnTo><a:pt x="15535" y="2099"/></a:lnTo><a:lnTo><a:pt x="18642" y="6213"/></a:lnTo><a:lnTo><a:pt x="20153" y="14526"/></a:lnTo><a:lnTo><a:pt x="20153" y="24771"/></a:lnTo><a:lnTo><a:pt x="18642" y="35099"/></a:lnTo><a:lnTo><a:pt x="15535" y="41313"/></a:lnTo><a:lnTo><a:pt x="10916" y="43412"/></a:lnTo><a:lnTo><a:pt x="7809" y="43412"/></a:lnTo><a:lnTo><a:pt x="3107" y="41313"/></a:lnTo><a:lnTo><a:pt x="1595" y="37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555" name="object 555"/><p:cNvSpPr/><p:nvPr/></p:nvSpPr><p:spPr><a:xfrm><a:off x="17041563" y="12281448"/><a:ext cx="23495" cy="43815"/></a:xfrm><a:custGeom><a:avLst/><a:gdLst/><a:ahLst/><a:cxnLst/><a:rect l="l" t="t" r="r" b="b"/><a:pathLst><a:path w="23494" h="43815"><a:moveTo><a:pt x="15535" y="0"/></a:moveTo><a:lnTo><a:pt x="0" y="28969"/></a:lnTo><a:lnTo><a:pt x="23261" y="28969"/></a:lnTo></a:path><a:path w="23494" h="43815"><a:moveTo><a:pt x="15535" y="0"/></a:moveTo><a:lnTo><a:pt x="15535" y="43412"/></a:lnTo></a:path></a:pathLst></a:custGeom><a:ln w="3175"><a:solidFill><a:srgbClr val="000000"/></a:solidFill></a:ln></p:spPr><p:txBody><a:bodyPr wrap="square" lIns="0" tIns="0" rIns="0" bIns="0" rtlCol="0"/><a:lstStyle/><a:p/></p:txBody></p:sp><p:sp><p:nvSpPr><p:cNvPr id="556" name="object 556"/><p:cNvSpPr/><p:nvPr/></p:nvSpPr><p:spPr><a:xfrm><a:off x="17072550" y="12281448"/><a:ext cx="22225" cy="43815"/></a:xfrm><a:custGeom><a:avLst/><a:gdLst/><a:ahLst/><a:cxnLst/><a:rect l="l" t="t" r="r" b="b"/><a:pathLst><a:path w="22225" h="43815"><a:moveTo><a:pt x="18558" y="0"/></a:moveTo><a:lnTo><a:pt x="3107" y="0"/></a:lnTo><a:lnTo><a:pt x="1511" y="18641"/></a:lnTo><a:lnTo><a:pt x="3107" y="16542"/></a:lnTo><a:lnTo><a:pt x="7725" y="14526"/></a:lnTo><a:lnTo><a:pt x="12344" y="14526"/></a:lnTo><a:lnTo><a:pt x="17046" y="16542"/></a:lnTo><a:lnTo><a:pt x="20153" y="20656"/></a:lnTo><a:lnTo><a:pt x="21665" y="26870"/></a:lnTo><a:lnTo><a:pt x="21665" y="30984"/></a:lnTo><a:lnTo><a:pt x="20153" y="37198"/></a:lnTo><a:lnTo><a:pt x="17046" y="41313"/></a:lnTo><a:lnTo><a:pt x="12344" y="43412"/></a:lnTo><a:lnTo><a:pt x="7725" y="43412"/></a:lnTo><a:lnTo><a:pt x="3107" y="41313"/></a:lnTo><a:lnTo><a:pt x="1511" y="39297"/></a:lnTo><a:lnTo><a:pt x="0" y="35099"/></a:lnTo></a:path></a:pathLst></a:custGeom><a:ln w="3175"><a:solidFill><a:srgbClr val="000000"/></a:solidFill></a:ln></p:spPr><p:txBody><a:bodyPr wrap="square" lIns="0" tIns="0" rIns="0" bIns="0" rtlCol="0"/><a:lstStyle/><a:p/></p:txBody></p:sp><p:sp><p:nvSpPr><p:cNvPr id="557" name="object 557"/><p:cNvSpPr/><p:nvPr/></p:nvSpPr><p:spPr><a:xfrm><a:off x="17254523" y="12434608"/><a:ext cx="10795" cy="28575"/></a:xfrm><a:custGeom><a:avLst/><a:gdLst/><a:ahLst/><a:cxnLst/><a:rect l="l" t="t" r="r" b="b"/><a:pathLst><a:path w="10794" h="28575"><a:moveTo><a:pt x="0" y="28465"/></a:moveTo><a:lnTo><a:pt x="1595" y="26366"/></a:lnTo><a:lnTo><a:pt x="6849" y="19091"/></a:lnTo><a:lnTo><a:pt x="9626" y="11550"/></a:lnTo><a:lnTo><a:pt x="10328" y="2603"/></a:lnTo><a:lnTo><a:pt x="1041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58" name="object 558"/><p:cNvSpPr/><p:nvPr/></p:nvSpPr><p:spPr><a:xfrm><a:off x="17226812" y="12445944"/><a:ext cx="10160" cy="26034"/></a:xfrm><a:custGeom><a:avLst/><a:gdLst/><a:ahLst/><a:cxnLst/><a:rect l="l" t="t" r="r" b="b"/><a:pathLst><a:path w="10159" h="26034"><a:moveTo><a:pt x="9573" y="0"/></a:moveTo><a:lnTo><a:pt x="7389" y="3274"/></a:lnTo><a:lnTo><a:pt x="3885" y="8983"/></a:lnTo><a:lnTo><a:pt x="1706" y="15002"/></a:lnTo><a:lnTo><a:pt x="503" y="21580"/></a:lnTo><a:lnTo><a:pt x="0" y="25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559" name="object 559"/><p:cNvSpPr/><p:nvPr/></p:nvSpPr><p:spPr><a:xfrm><a:off x="17155601" y="12561402"/><a:ext cx="31115" cy="1270"/></a:xfrm><a:custGeom><a:avLst/><a:gdLst/><a:ahLst/><a:cxnLst/><a:rect l="l" t="t" r="r" b="b"/><a:pathLst><a:path w="31115" h="1270"><a:moveTo><a:pt x="0" y="0"/></a:moveTo><a:lnTo><a:pt x="30650" y="671"/></a:lnTo></a:path></a:pathLst></a:custGeom><a:ln w="3175"><a:solidFill><a:srgbClr val="000000"/></a:solidFill></a:ln></p:spPr><p:txBody><a:bodyPr wrap="square" lIns="0" tIns="0" rIns="0" bIns="0" rtlCol="0"/><a:lstStyle/><a:p/></p:txBody></p:sp><p:sp><p:nvSpPr><p:cNvPr id="560" name="object 560"/><p:cNvSpPr/><p:nvPr/></p:nvSpPr><p:spPr><a:xfrm><a:off x="17165678" y="12561990"/><a:ext cx="20955" cy="22225"/></a:xfrm><a:custGeom><a:avLst/><a:gdLst/><a:ahLst/><a:cxnLst/><a:rect l="l" t="t" r="r" b="b"/><a:pathLst><a:path w="20955" h="22225"><a:moveTo><a:pt x="0" y="22167"/></a:moveTo><a:lnTo><a:pt x="2183" y="20908"/></a:lnTo><a:lnTo><a:pt x="9259" y="16936"/></a:lnTo><a:lnTo><a:pt x="15959" y="9636"/></a:lnTo><a:lnTo><a:pt x="19482" y="2351"/></a:lnTo><a:lnTo><a:pt x="2057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1" name="object 561"/><p:cNvSpPr/><p:nvPr/></p:nvSpPr><p:spPr><a:xfrm><a:off x="17175335" y="12539235"/><a:ext cx="31115" cy="1905"/></a:xfrm><a:custGeom><a:avLst/><a:gdLst/><a:ahLst/><a:cxnLst/><a:rect l="l" t="t" r="r" b="b"/><a:pathLst><a:path w="31115" h="1904"><a:moveTo><a:pt x="0" y="1763"/></a:moveTo><a:lnTo><a:pt x="3065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2" name="object 562"/><p:cNvSpPr/><p:nvPr/></p:nvSpPr><p:spPr><a:xfrm><a:off x="17187259" y="12539235"/><a:ext cx="19050" cy="24130"/></a:xfrm><a:custGeom><a:avLst/><a:gdLst/><a:ahLst/><a:cxnLst/><a:rect l="l" t="t" r="r" b="b"/><a:pathLst><a:path w="19050" h="24129"><a:moveTo><a:pt x="0" y="23763"/></a:moveTo><a:lnTo><a:pt x="17886" y="2435"/></a:lnTo><a:lnTo><a:pt x="1872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3" name="object 563"/><p:cNvSpPr/><p:nvPr/></p:nvSpPr><p:spPr><a:xfrm><a:off x="17158204" y="12541082"/><a:ext cx="17145" cy="21590"/></a:xfrm><a:custGeom><a:avLst/><a:gdLst/><a:ahLst/><a:cxnLst/><a:rect l="l" t="t" r="r" b="b"/><a:pathLst><a:path w="17144" h="21590"><a:moveTo><a:pt x="17130" y="0"/></a:moveTo><a:lnTo><a:pt x="14947" y="1679"/></a:lnTo><a:lnTo><a:pt x="8890" y="6563"/></a:lnTo><a:lnTo><a:pt x="4768" y="11848"/></a:lnTo><a:lnTo><a:pt x="1175" y="18725"/></a:lnTo><a:lnTo><a:pt x="0" y="2116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4" name="object 564"/><p:cNvSpPr/><p:nvPr/></p:nvSpPr><p:spPr><a:xfrm><a:off x="17193390" y="12514883"/><a:ext cx="30480" cy="4445"/></a:xfrm><a:custGeom><a:avLst/><a:gdLst/><a:ahLst/><a:cxnLst/><a:rect l="l" t="t" r="r" b="b"/><a:pathLst><a:path w="30480" h="4445"><a:moveTo><a:pt x="0" y="4282"/></a:moveTo><a:lnTo><a:pt x="3039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5" name="object 565"/><p:cNvSpPr/><p:nvPr/></p:nvSpPr><p:spPr><a:xfrm><a:off x="17206993" y="12514883"/><a:ext cx="17145" cy="25400"/></a:xfrm><a:custGeom><a:avLst/><a:gdLst/><a:ahLst/><a:cxnLst/><a:rect l="l" t="t" r="r" b="b"/><a:pathLst><a:path w="17144" h="25400"><a:moveTo><a:pt x="0" y="25190"/></a:moveTo><a:lnTo><a:pt x="2015" y="23595"/></a:lnTo><a:lnTo><a:pt x="8568" y="18078"/></a:lnTo><a:lnTo><a:pt x="13529" y="10683"/></a:lnTo><a:lnTo><a:pt x="16123" y="2519"/></a:lnTo><a:lnTo><a:pt x="1679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6" name="object 566"/><p:cNvSpPr/><p:nvPr/></p:nvSpPr><p:spPr><a:xfrm><a:off x="17178022" y="12519166"/><a:ext cx="15875" cy="22860"/></a:xfrm><a:custGeom><a:avLst/><a:gdLst/><a:ahLst/><a:cxnLst/><a:rect l="l" t="t" r="r" b="b"/><a:pathLst><a:path w="15875" h="22859"><a:moveTo><a:pt x="15367" y="0"/></a:moveTo><a:lnTo><a:pt x="13351" y="1847"/></a:lnTo><a:lnTo><a:pt x="8027" y="6931"/></a:lnTo><a:lnTo><a:pt x="3718" y="13130"/></a:lnTo><a:lnTo><a:pt x="1007" y="19984"/></a:lnTo><a:lnTo><a:pt x="0" y="22503"/></a:lnTo></a:path></a:pathLst></a:custGeom><a:ln w="3175"><a:solidFill><a:srgbClr val="000000"/></a:solidFill></a:ln></p:spPr><p:txBody><a:bodyPr wrap="square" lIns="0" tIns="0" rIns="0" bIns="0" rtlCol="0"/><a:lstStyle/><a:p/></p:txBody></p:sp><p:sp><p:nvSpPr><p:cNvPr id="567" name="object 567"/><p:cNvSpPr/><p:nvPr/></p:nvSpPr><p:spPr><a:xfrm><a:off x="17209597" y="12489272"/><a:ext cx="30480" cy="6985"/></a:xfrm><a:custGeom><a:avLst/><a:gdLst/><a:ahLst/><a:cxnLst/><a:rect l="l" t="t" r="r" b="b"/><a:pathLst><a:path w="30480" h="6984"><a:moveTo><a:pt x="0" y="6633"/></a:moveTo><a:lnTo><a:pt x="3006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8" name="object 568"/><p:cNvSpPr/><p:nvPr/></p:nvSpPr><p:spPr><a:xfrm><a:off x="17224796" y="12489272"/><a:ext cx="15240" cy="26670"/></a:xfrm><a:custGeom><a:avLst/><a:gdLst/><a:ahLst/><a:cxnLst/><a:rect l="l" t="t" r="r" b="b"/><a:pathLst><a:path w="15240" h="26670"><a:moveTo><a:pt x="0" y="26450"/></a:moveTo><a:lnTo><a:pt x="1931" y="24687"/></a:lnTo><a:lnTo><a:pt x="7997" y="18757"/></a:lnTo><a:lnTo><a:pt x="12491" y="10816"/></a:lnTo><a:lnTo><a:pt x="14275" y="2519"/></a:lnTo><a:lnTo><a:pt x="1477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9" name="object 569"/><p:cNvSpPr/><p:nvPr/></p:nvSpPr><p:spPr><a:xfrm><a:off x="17196161" y="12495990"/><a:ext cx="13970" cy="24130"/></a:xfrm><a:custGeom><a:avLst/><a:gdLst/><a:ahLst/><a:cxnLst/><a:rect l="l" t="t" r="r" b="b"/><a:pathLst><a:path w="13969" h="24129"><a:moveTo><a:pt x="13519" y="0"/></a:moveTo><a:lnTo><a:pt x="11588" y="2015"/></a:lnTo><a:lnTo><a:pt x="6699" y="7526"/></a:lnTo><a:lnTo><a:pt x="2997" y="13971"/></a:lnTo><a:lnTo><a:pt x="755" y="20992"/></a:lnTo><a:lnTo><a:pt x="0" y="23595"/></a:lnTo></a:path></a:pathLst></a:custGeom><a:ln w="3175"><a:solidFill><a:srgbClr val="000000"/></a:solidFill></a:ln></p:spPr><p:txBody><a:bodyPr wrap="square" lIns="0" tIns="0" rIns="0" bIns="0" rtlCol="0"/><a:lstStyle/><a:p/></p:txBody></p:sp><p:sp><p:nvSpPr><p:cNvPr id="570" name="object 570"/><p:cNvSpPr/><p:nvPr/></p:nvSpPr><p:spPr><a:xfrm><a:off x="17223956" y="12462486"/><a:ext cx="29845" cy="9525"/></a:xfrm><a:custGeom><a:avLst/><a:gdLst/><a:ahLst/><a:cxnLst/><a:rect l="l" t="t" r="r" b="b"/><a:pathLst><a:path w="29844" h="9525"><a:moveTo><a:pt x="0" y="8984"/></a:moveTo><a:lnTo><a:pt x="2939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71" name="object 571"/><p:cNvSpPr/><p:nvPr/></p:nvSpPr><p:spPr><a:xfrm><a:off x="17240667" y="12462486"/><a:ext cx="12700" cy="27940"/></a:xfrm><a:custGeom><a:avLst/><a:gdLst/><a:ahLst/><a:cxnLst/><a:rect l="l" t="t" r="r" b="b"/><a:pathLst><a:path w="12700" h="27940"><a:moveTo><a:pt x="0" y="27458"/></a:moveTo><a:lnTo><a:pt x="12344" y="2519"/></a:lnTo><a:lnTo><a:pt x="126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72" name="object 572"/><p:cNvSpPr/><p:nvPr/></p:nvSpPr><p:spPr><a:xfrm><a:off x="17212368" y="12471471"/><a:ext cx="12065" cy="24765"/></a:xfrm><a:custGeom><a:avLst/><a:gdLst/><a:ahLst/><a:cxnLst/><a:rect l="l" t="t" r="r" b="b"/><a:pathLst><a:path w="12065" h="24765"><a:moveTo><a:pt x="11588" y="0"/></a:moveTo><a:lnTo><a:pt x="9153" y="3106"/></a:lnTo><a:lnTo><a:pt x="5102" y="8752"/></a:lnTo><a:lnTo><a:pt x="2682" y="14147"/></a:lnTo><a:lnTo><a:pt x="839" y="20824"/></a:lnTo><a:lnTo><a:pt x="0" y="24687"/></a:lnTo></a:path></a:pathLst></a:custGeom><a:ln w="3175"><a:solidFill><a:srgbClr val="000000"/></a:solidFill></a:ln></p:spPr><p:txBody><a:bodyPr wrap="square" lIns="0" tIns="0" rIns="0" bIns="0" rtlCol="0"/><a:lstStyle/><a:p/></p:txBody></p:sp><p:sp><p:nvSpPr><p:cNvPr id="573" name="object 573"/><p:cNvSpPr/><p:nvPr/></p:nvSpPr><p:spPr><a:xfrm><a:off x="17087581" y="12612288"/><a:ext cx="29845" cy="8255"/></a:xfrm><a:custGeom><a:avLst/><a:gdLst/><a:ahLst/><a:cxnLst/><a:rect l="l" t="t" r="r" b="b"/><a:pathLst><a:path w="29844" h="8254"><a:moveTo><a:pt x="0" y="0"/></a:moveTo><a:lnTo><a:pt x="29643" y="7809"/></a:lnTo></a:path></a:pathLst></a:custGeom><a:ln w="3175"><a:solidFill><a:srgbClr val="000000"/></a:solidFill></a:ln></p:spPr><p:txBody><a:bodyPr wrap="square" lIns="0" tIns="0" rIns="0" bIns="0" rtlCol="0"/><a:lstStyle/><a:p/></p:txBody></p:sp><p:sp><p:nvSpPr><p:cNvPr id="574" name="object 574"/><p:cNvSpPr/><p:nvPr/></p:nvSpPr><p:spPr><a:xfrm><a:off x="17092032" y="12620097"/><a:ext cx="25400" cy="17145"/></a:xfrm><a:custGeom><a:avLst/><a:gdLst/><a:ahLst/><a:cxnLst/><a:rect l="l" t="t" r="r" b="b"/><a:pathLst><a:path w="25400" h="17145"><a:moveTo><a:pt x="0" y="16625"/></a:moveTo><a:lnTo><a:pt x="2435" y="15954"/></a:lnTo><a:lnTo><a:pt x="10424" y="13597"/></a:lnTo><a:lnTo><a:pt x="18271" y="8406"/></a:lnTo><a:lnTo><a:pt x="23596" y="2015"/></a:lnTo><a:lnTo><a:pt x="2527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75" name="object 575"/><p:cNvSpPr/><p:nvPr/></p:nvSpPr><p:spPr><a:xfrm><a:off x="17111514" y="12597089"/><a:ext cx="30480" cy="5715"/></a:xfrm><a:custGeom><a:avLst/><a:gdLst/><a:ahLst/><a:cxnLst/><a:rect l="l" t="t" r="r" b="b"/><a:pathLst><a:path w="30480" h="5715"><a:moveTo><a:pt x="0" y="0"/></a:moveTo><a:lnTo><a:pt x="30230" y="5541"/></a:lnTo></a:path></a:pathLst></a:custGeom><a:ln w="3175"><a:solidFill><a:srgbClr val="000000"/></a:solidFill></a:ln></p:spPr><p:txBody><a:bodyPr wrap="square" lIns="0" tIns="0" rIns="0" bIns="0" rtlCol="0"/><a:lstStyle/><a:p/></p:txBody></p:sp><p:sp><p:nvSpPr><p:cNvPr id="576" name="object 576"/><p:cNvSpPr/><p:nvPr/></p:nvSpPr><p:spPr><a:xfrm><a:off x="17117980" y="12602631"/><a:ext cx="24130" cy="19050"/></a:xfrm><a:custGeom><a:avLst/><a:gdLst/><a:ahLst/><a:cxnLst/><a:rect l="l" t="t" r="r" b="b"/><a:pathLst><a:path w="24130" h="19050"><a:moveTo><a:pt x="0" y="18557"/></a:moveTo><a:lnTo><a:pt x="2435" y="17717"/></a:lnTo><a:lnTo><a:pt x="10620" y="14365"/></a:lnTo><a:lnTo><a:pt x="17209" y="9256"/></a:lnTo><a:lnTo><a:pt x="22421" y="2099"/></a:lnTo><a:lnTo><a:pt x="2384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77" name="object 577"/><p:cNvSpPr/><p:nvPr/></p:nvSpPr><p:spPr><a:xfrm><a:off x="17090017" y="12597174"/><a:ext cx="21590" cy="17145"/></a:xfrm><a:custGeom><a:avLst/><a:gdLst/><a:ahLst/><a:cxnLst/><a:rect l="l" t="t" r="r" b="b"/><a:pathLst><a:path w="21590" h="17145"><a:moveTo><a:pt x="21581" y="0"/></a:moveTo><a:lnTo><a:pt x="19062" y="1091"/></a:lnTo><a:lnTo><a:pt x="12258" y="4321"/></a:lnTo><a:lnTo><a:pt x="6636" y="8704"/></a:lnTo><a:lnTo><a:pt x="1679" y="14358"/></a:lnTo><a:lnTo><a:pt x="0" y="16542"/></a:lnTo></a:path></a:pathLst></a:custGeom><a:ln w="3175"><a:solidFill><a:srgbClr val="000000"/></a:solidFill></a:ln></p:spPr><p:txBody><a:bodyPr wrap="square" lIns="0" tIns="0" rIns="0" bIns="0" rtlCol="0"/><a:lstStyle/><a:p/></p:txBody></p:sp><p:sp><p:nvSpPr><p:cNvPr id="578" name="object 578"/><p:cNvSpPr/><p:nvPr/></p:nvSpPr><p:spPr><a:xfrm><a:off x="17114034" y="12580127"/><a:ext cx="20320" cy="18415"/></a:xfrm><a:custGeom><a:avLst/><a:gdLst/><a:ahLst/><a:cxnLst/><a:rect l="l" t="t" r="r" b="b"/><a:pathLst><a:path w="20319" h="18415"><a:moveTo><a:pt x="20237" y="0"/></a:moveTo><a:lnTo><a:pt x="17802" y="1343"/></a:lnTo><a:lnTo><a:pt x="11399" y="4936"/></a:lnTo><a:lnTo><a:pt x="5883" y="10009"/></a:lnTo><a:lnTo><a:pt x="1595" y="15954"/></a:lnTo><a:lnTo><a:pt x="0" y="18221"/></a:lnTo></a:path></a:pathLst></a:custGeom><a:ln w="3175"><a:solidFill><a:srgbClr val="000000"/></a:solidFill></a:ln></p:spPr><p:txBody><a:bodyPr wrap="square" lIns="0" tIns="0" rIns="0" bIns="0" rtlCol="0"/><a:lstStyle/><a:p/></p:txBody></p:sp><p:sp><p:nvSpPr><p:cNvPr id="579" name="object 579"/><p:cNvSpPr/><p:nvPr/></p:nvSpPr><p:spPr><a:xfrm><a:off x="17134271" y="12580127"/><a:ext cx="31115" cy="3175"/></a:xfrm><a:custGeom><a:avLst/><a:gdLst/><a:ahLst/><a:cxnLst/><a:rect l="l" t="t" r="r" b="b"/><a:pathLst><a:path w="31115" h="3175"><a:moveTo><a:pt x="0" y="0"/></a:moveTo><a:lnTo><a:pt x="30566" y="3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580" name="object 580"/><p:cNvSpPr/><p:nvPr/></p:nvSpPr><p:spPr><a:xfrm><a:off x="17142585" y="12583234"/><a:ext cx="22860" cy="20955"/></a:xfrm><a:custGeom><a:avLst/><a:gdLst/><a:ahLst/><a:cxnLst/><a:rect l="l" t="t" r="r" b="b"/><a:pathLst><a:path w="22859" h="20954"><a:moveTo><a:pt x="0" y="20404"/></a:moveTo><a:lnTo><a:pt x="2351" y="19396"/></a:lnTo><a:lnTo><a:pt x="9939" y="15457"/></a:lnTo><a:lnTo><a:pt x="16709" y="9650"/></a:lnTo><a:lnTo><a:pt x="20993" y="2183"/></a:lnTo><a:lnTo><a:pt x="222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81" name="object 581"/><p:cNvSpPr/><p:nvPr/></p:nvSpPr><p:spPr><a:xfrm><a:off x="17136874" y="12561402"/><a:ext cx="19050" cy="20320"/></a:xfrm><a:custGeom><a:avLst/><a:gdLst/><a:ahLst/><a:cxnLst/><a:rect l="l" t="t" r="r" b="b"/><a:pathLst><a:path w="19050" h="20320"><a:moveTo><a:pt x="18726" y="0"/></a:moveTo><a:lnTo><a:pt x="16375" y="1511"/></a:lnTo><a:lnTo><a:pt x="10324" y="5672"/></a:lnTo><a:lnTo><a:pt x="5221" y="11158"/></a:lnTo><a:lnTo><a:pt x="1343" y="17381"/></a:lnTo><a:lnTo><a:pt x="0" y="19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582" name="object 582"/><p:cNvSpPr/><p:nvPr/></p:nvSpPr><p:spPr><a:xfrm><a:off x="17236385" y="12434608"/><a:ext cx="28575" cy="11430"/></a:xfrm><a:custGeom><a:avLst/><a:gdLst/><a:ahLst/><a:cxnLst/><a:rect l="l" t="t" r="r" b="b"/><a:pathLst><a:path w="28575" h="11429"><a:moveTo><a:pt x="0" y="11335"/></a:moveTo><a:lnTo><a:pt x="2855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83" name="object 583"/><p:cNvSpPr/><p:nvPr/></p:nvSpPr><p:spPr><a:xfrm><a:off x="17246713" y="12405974"/><a:ext cx="27940" cy="13970"/></a:xfrm><a:custGeom><a:avLst/><a:gdLst/><a:ahLst/><a:cxnLst/><a:rect l="l" t="t" r="r" b="b"/><a:pathLst><a:path w="27940" h="13970"><a:moveTo><a:pt x="0" y="13519"/></a:moveTo><a:lnTo><a:pt x="2754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84" name="object 584"/><p:cNvSpPr/><p:nvPr/></p:nvSpPr><p:spPr><a:xfrm><a:off x="17254859" y="12376669"/><a:ext cx="26670" cy="15875"/></a:xfrm><a:custGeom><a:avLst/><a:gdLst/><a:ahLst/><a:cxnLst/><a:rect l="l" t="t" r="r" b="b"/><a:pathLst><a:path w="26669" h="15875"><a:moveTo><a:pt x="0" y="15702"/></a:moveTo><a:lnTo><a:pt x="2645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85" name="object 585"/><p:cNvSpPr/><p:nvPr/></p:nvSpPr><p:spPr><a:xfrm><a:off x="17256729" y="12364661"/><a:ext cx="4445" cy="27305"/></a:xfrm><a:custGeom><a:avLst/><a:gdLst/><a:ahLst/><a:cxnLst/><a:rect l="l" t="t" r="r" b="b"/><a:pathLst><a:path w="4444" h="27304"><a:moveTo><a:pt x="4092" y="0"/></a:moveTo><a:lnTo><a:pt x="2748" y="3694"/></a:lnTo><a:lnTo><a:pt x="822" y="10116"/></a:lnTo><a:lnTo><a:pt x="0" y="16389"/></a:lnTo><a:lnTo><a:pt x="397" y="23091"/></a:lnTo><a:lnTo><a:pt x="817" y="27038"/></a:lnTo></a:path></a:pathLst></a:custGeom><a:ln w="3175"><a:solidFill><a:srgbClr val="000000"/></a:solidFill></a:ln></p:spPr><p:txBody><a:bodyPr wrap="square" lIns="0" tIns="0" rIns="0" bIns="0" rtlCol="0"/><a:lstStyle/><a:p/></p:txBody></p:sp><p:sp><p:nvSpPr><p:cNvPr id="586" name="object 586"/><p:cNvSpPr/><p:nvPr/></p:nvSpPr><p:spPr><a:xfrm><a:off x="17257210" y="12223761"/><a:ext cx="7620" cy="26670"/></a:xfrm><a:custGeom><a:avLst/><a:gdLst/><a:ahLst/><a:cxnLst/><a:rect l="l" t="t" r="r" b="b"/><a:pathLst><a:path w="7619" h="26670"><a:moveTo><a:pt x="0" y="0"/></a:moveTo><a:lnTo><a:pt x="251" y="3946"/></a:lnTo><a:lnTo><a:pt x="877" y="10714"/></a:lnTo><a:lnTo><a:pt x="2610" y="16634"/></a:lnTo><a:lnTo><a:pt x="5542" y="22755"/></a:lnTo><a:lnTo><a:pt x="7473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587" name="object 587"/><p:cNvSpPr/><p:nvPr/></p:nvSpPr><p:spPr><a:xfrm><a:off x="17180374" y="12259616"/><a:ext cx="48895" cy="24765"/></a:xfrm><a:custGeom><a:avLst/><a:gdLst/><a:ahLst/><a:cxnLst/><a:rect l="l" t="t" r="r" b="b"/><a:pathLst><a:path w="48894" h="24765"><a:moveTo><a:pt x="0" y="4450"/></a:moveTo><a:lnTo><a:pt x="47109" y="0"/></a:lnTo><a:lnTo><a:pt x="48537" y="15114"/></a:lnTo><a:lnTo><a:pt x="46773" y="20404"/></a:lnTo><a:lnTo><a:pt x="44674" y="22251"/></a:lnTo><a:lnTo><a:pt x="40391" y="24351"/></a:lnTo><a:lnTo><a:pt x="35857" y="24771"/></a:lnTo><a:lnTo><a:pt x="31238" y="23511"/></a:lnTo><a:lnTo><a:pt x="28803" y="22083"/></a:lnTo><a:lnTo><a:pt x="26116" y="17213"/></a:lnTo><a:lnTo><a:pt x="24688" y="2099"/></a:lnTo></a:path></a:pathLst></a:custGeom><a:ln w="3175"><a:solidFill><a:srgbClr val="000000"/></a:solidFill></a:ln></p:spPr><p:txBody><a:bodyPr wrap="square" lIns="0" tIns="0" rIns="0" bIns="0" rtlCol="0"/><a:lstStyle/><a:p/></p:txBody></p:sp><p:sp><p:nvSpPr><p:cNvPr id="588" name="object 588"/><p:cNvSpPr/><p:nvPr/></p:nvSpPr><p:spPr><a:xfrm><a:off x="17182641" y="12273471"/><a:ext cx="24130" cy="14604"/></a:xfrm><a:custGeom><a:avLst/><a:gdLst/><a:ahLst/><a:cxnLst/><a:rect l="l" t="t" r="r" b="b"/><a:pathLst><a:path w="24130" h="14604"><a:moveTo><a:pt x="23512" y="0"/></a:moveTo><a:lnTo><a:pt x="0" y="14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589" name="object 589"/><p:cNvSpPr/><p:nvPr/></p:nvSpPr><p:spPr><a:xfrm><a:off x="17173823" y="12224013"/><a:ext cx="50800" cy="21590"/></a:xfrm><a:custGeom><a:avLst/><a:gdLst/><a:ahLst/><a:cxnLst/><a:rect l="l" t="t" r="r" b="b"/><a:pathLst><a:path w="50800" h="21590"><a:moveTo><a:pt x="0" y="8816"/></a:moveTo><a:lnTo><a:pt x="46438" y="0"/></a:lnTo><a:lnTo><a:pt x="50552" y="21580"/></a:lnTo></a:path></a:pathLst></a:custGeom><a:ln w="3175"><a:solidFill><a:srgbClr val="000000"/></a:solidFill></a:ln></p:spPr><p:txBody><a:bodyPr wrap="square" lIns="0" tIns="0" rIns="0" bIns="0" rtlCol="0"/><a:lstStyle/><a:p/></p:txBody></p:sp><p:sp><p:nvSpPr><p:cNvPr id="590" name="object 590"/><p:cNvSpPr/><p:nvPr/></p:nvSpPr><p:spPr><a:xfrm><a:off x="17198176" y="12228211"/><a:ext cx="2540" cy="13335"/></a:xfrm><a:custGeom><a:avLst/><a:gdLst/><a:ahLst/><a:cxnLst/><a:rect l="l" t="t" r="r" b="b"/><a:pathLst><a:path w="2540" h="13334"><a:moveTo><a:pt x="0" y="0"/></a:moveTo><a:lnTo><a:pt x="2519" y="13267"/></a:lnTo></a:path></a:pathLst></a:custGeom><a:ln w="3175"><a:solidFill><a:srgbClr val="000000"/></a:solidFill></a:ln></p:spPr><p:txBody><a:bodyPr wrap="square" lIns="0" tIns="0" rIns="0" bIns="0" rtlCol="0"/><a:lstStyle/><a:p/></p:txBody></p:sp><p:sp><p:nvSpPr><p:cNvPr id="591" name="object 591"/><p:cNvSpPr/><p:nvPr/></p:nvSpPr><p:spPr><a:xfrm><a:off x="17173823" y="12232829"/><a:ext cx="4445" cy="21590"/></a:xfrm><a:custGeom><a:avLst/><a:gdLst/><a:ahLst/><a:cxnLst/><a:rect l="l" t="t" r="r" b="b"/><a:pathLst><a:path w="4444" h="21590"><a:moveTo><a:pt x="0" y="0"/></a:moveTo><a:lnTo><a:pt x="4114" y="21496"/></a:lnTo></a:path></a:pathLst></a:custGeom><a:ln w="3175"><a:solidFill><a:srgbClr val="000000"/></a:solidFill></a:ln></p:spPr><p:txBody><a:bodyPr wrap="square" lIns="0" tIns="0" rIns="0" bIns="0" rtlCol="0"/><a:lstStyle/><a:p/></p:txBody></p:sp><p:sp><p:nvSpPr><p:cNvPr id="592" name="object 592"/><p:cNvSpPr/><p:nvPr/></p:nvSpPr><p:spPr><a:xfrm><a:off x="17239156" y="12419494"/><a:ext cx="7620" cy="26670"/></a:xfrm><a:custGeom><a:avLst/><a:gdLst/><a:ahLst/><a:cxnLst/><a:rect l="l" t="t" r="r" b="b"/><a:pathLst><a:path w="7619" h="26670"><a:moveTo><a:pt x="7557" y="0"/></a:moveTo><a:lnTo><a:pt x="5626" y="3442"/></a:lnTo><a:lnTo><a:pt x="2755" y="8973"/></a:lnTo><a:lnTo><a:pt x="719" y="16046"/></a:lnTo><a:lnTo><a:pt x="167" y="22251"/></a:lnTo><a:lnTo><a:pt x="0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593" name="object 593"/><p:cNvSpPr/><p:nvPr/></p:nvSpPr><p:spPr><a:xfrm><a:off x="17249257" y="12392371"/><a:ext cx="5715" cy="27305"/></a:xfrm><a:custGeom><a:avLst/><a:gdLst/><a:ahLst/><a:cxnLst/><a:rect l="l" t="t" r="r" b="b"/><a:pathLst><a:path w="5715" h="27304"><a:moveTo><a:pt x="5602" y="0"/></a:moveTo><a:lnTo><a:pt x="4006" y="3610"/></a:lnTo><a:lnTo><a:pt x="1603" y="9050"/></a:lnTo><a:lnTo><a:pt x="0" y="16802"/></a:lnTo><a:lnTo><a:pt x="60" y="22755"/></a:lnTo><a:lnTo><a:pt x="144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594" name="object 594"/><p:cNvSpPr/><p:nvPr/></p:nvSpPr><p:spPr><a:xfrm><a:off x="17266112" y="12405974"/><a:ext cx="8255" cy="29209"/></a:xfrm><a:custGeom><a:avLst/><a:gdLst/><a:ahLst/><a:cxnLst/><a:rect l="l" t="t" r="r" b="b"/><a:pathLst><a:path w="8255" h="29209"><a:moveTo><a:pt x="0" y="29137"/></a:moveTo><a:lnTo><a:pt x="1427" y="26954"/></a:lnTo><a:lnTo><a:pt x="6104" y="19269"/></a:lnTo><a:lnTo><a:pt x="8212" y="11503"/></a:lnTo><a:lnTo><a:pt x="8229" y="2519"/></a:lnTo><a:lnTo><a:pt x="814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95" name="object 595"/><p:cNvSpPr/><p:nvPr/></p:nvSpPr><p:spPr><a:xfrm><a:off x="17275517" y="12376669"/><a:ext cx="6350" cy="29845"/></a:xfrm><a:custGeom><a:avLst/><a:gdLst/><a:ahLst/><a:cxnLst/><a:rect l="l" t="t" r="r" b="b"/><a:pathLst><a:path w="6350" h="29845"><a:moveTo><a:pt x="0" y="29725"/></a:moveTo><a:lnTo><a:pt x="1259" y="27458"/></a:lnTo><a:lnTo><a:pt x="3790" y="21523"/></a:lnTo><a:lnTo><a:pt x="5456" y="15331"/></a:lnTo><a:lnTo><a:pt x="6242" y="8967"/></a:lnTo><a:lnTo><a:pt x="6130" y="2519"/></a:lnTo><a:lnTo><a:pt x="579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96" name="object 596"/><p:cNvSpPr/><p:nvPr/></p:nvSpPr><p:spPr><a:xfrm><a:off x="17260822" y="12346860"/><a:ext cx="25400" cy="18415"/></a:xfrm><a:custGeom><a:avLst/><a:gdLst/><a:ahLst/><a:cxnLst/><a:rect l="l" t="t" r="r" b="b"/><a:pathLst><a:path w="25400" h="18415"><a:moveTo><a:pt x="0" y="17801"/></a:moveTo><a:lnTo><a:pt x="2510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97" name="object 597"/><p:cNvSpPr/><p:nvPr/></p:nvSpPr><p:spPr><a:xfrm><a:off x="17282571" y="12346860"/><a:ext cx="5080" cy="30480"/></a:xfrm><a:custGeom><a:avLst/><a:gdLst/><a:ahLst/><a:cxnLst/><a:rect l="l" t="t" r="r" b="b"/><a:pathLst><a:path w="5080" h="30479"><a:moveTo><a:pt x="0" y="30061"/></a:moveTo><a:lnTo><a:pt x="1007" y="27709"/></a:lnTo><a:lnTo><a:pt x="3085" y="21611"/></a:lnTo><a:lnTo><a:pt x="4247" y="15323"/></a:lnTo><a:lnTo><a:pt x="4503" y="8931"/></a:lnTo><a:lnTo><a:pt x="3862" y="2519"/></a:lnTo><a:lnTo><a:pt x="335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98" name="object 598"/><p:cNvSpPr/><p:nvPr/></p:nvSpPr><p:spPr><a:xfrm><a:off x="17264600" y="12316799"/><a:ext cx="24130" cy="20320"/></a:xfrm><a:custGeom><a:avLst/><a:gdLst/><a:ahLst/><a:cxnLst/><a:rect l="l" t="t" r="r" b="b"/><a:pathLst><a:path w="24130" h="20320"><a:moveTo><a:pt x="0" y="19732"/></a:moveTo><a:lnTo><a:pt x="2359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99" name="object 599"/><p:cNvSpPr/><p:nvPr/></p:nvSpPr><p:spPr><a:xfrm><a:off x="17287273" y="12316883"/><a:ext cx="3175" cy="30480"/></a:xfrm><a:custGeom><a:avLst/><a:gdLst/><a:ahLst/><a:cxnLst/><a:rect l="l" t="t" r="r" b="b"/><a:pathLst><a:path w="3175" h="30479"><a:moveTo><a:pt x="0" y="30229"/></a:moveTo><a:lnTo><a:pt x="839" y="27793"/></a:lnTo><a:lnTo><a:pt x="2425" y="21568"/></a:lnTo><a:lnTo><a:pt x="3090" y="15176"/></a:lnTo><a:lnTo><a:pt x="2840" y="8753"/></a:lnTo><a:lnTo><a:pt x="1679" y="2435"/></a:lnTo><a:lnTo><a:pt x="10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00" name="object 600"/><p:cNvSpPr/><p:nvPr/></p:nvSpPr><p:spPr><a:xfrm><a:off x="17261869" y="12336532"/><a:ext cx="3175" cy="27305"/></a:xfrm><a:custGeom><a:avLst/><a:gdLst/><a:ahLst/><a:cxnLst/><a:rect l="l" t="t" r="r" b="b"/><a:pathLst><a:path w="3175" h="27304"><a:moveTo><a:pt x="2730" y="0"/></a:moveTo><a:lnTo><a:pt x="1722" y="3778"/></a:lnTo><a:lnTo><a:pt x="159" y="10167"/></a:lnTo><a:lnTo><a:pt x="0" y="16842"/></a:lnTo><a:lnTo><a:pt x="883" y="23343"/></a:lnTo><a:lnTo><a:pt x="1638" y="27206"/></a:lnTo></a:path></a:pathLst></a:custGeom><a:ln w="3175"><a:solidFill><a:srgbClr val="000000"/></a:solidFill></a:ln></p:spPr><p:txBody><a:bodyPr wrap="square" lIns="0" tIns="0" rIns="0" bIns="0" rtlCol="0"/><a:lstStyle/><a:p/></p:txBody></p:sp><p:sp><p:nvSpPr><p:cNvPr id="601" name="object 601"/><p:cNvSpPr/><p:nvPr/></p:nvSpPr><p:spPr><a:xfrm><a:off x="17266196" y="12286738"/><a:ext cx="22225" cy="21590"/></a:xfrm><a:custGeom><a:avLst/><a:gdLst/><a:ahLst/><a:cxnLst/><a:rect l="l" t="t" r="r" b="b"/><a:pathLst><a:path w="22225" h="21590"><a:moveTo><a:pt x="0" y="21496"/></a:moveTo><a:lnTo><a:pt x="2191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02" name="object 602"/><p:cNvSpPr/><p:nvPr/></p:nvSpPr><p:spPr><a:xfrm><a:off x="17288113" y="12286738"/><a:ext cx="3810" cy="30480"/></a:xfrm><a:custGeom><a:avLst/><a:gdLst/><a:ahLst/><a:cxnLst/><a:rect l="l" t="t" r="r" b="b"/><a:pathLst><a:path w="3809" h="30479"><a:moveTo><a:pt x="1427" y="30145"/></a:moveTo><a:lnTo><a:pt x="2099" y="27709"/></a:lnTo><a:lnTo><a:pt x="3158" y="21348"/></a:lnTo><a:lnTo><a:pt x="3298" y="14949"/></a:lnTo><a:lnTo><a:pt x="2544" y="8590"/></a:lnTo><a:lnTo><a:pt x="923" y="235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03" name="object 603"/><p:cNvSpPr/><p:nvPr/></p:nvSpPr><p:spPr><a:xfrm><a:off x="17264368" y="12308234"/><a:ext cx="3175" cy="27305"/></a:xfrm><a:custGeom><a:avLst/><a:gdLst/><a:ahLst/><a:cxnLst/><a:rect l="l" t="t" r="r" b="b"/><a:pathLst><a:path w="3175" h="27304"><a:moveTo><a:pt x="1827" y="0"/></a:moveTo><a:lnTo><a:pt x="1072" y="3862"/></a:lnTo><a:lnTo><a:pt x="0" y="10081"/></a:lnTo><a:lnTo><a:pt x="330" y="17296"/></a:lnTo><a:lnTo><a:pt x="1827" y="23427"/></a:lnTo><a:lnTo><a:pt x="2835" y="27206"/></a:lnTo></a:path></a:pathLst></a:custGeom><a:ln w="3175"><a:solidFill><a:srgbClr val="000000"/></a:solidFill></a:ln></p:spPr><p:txBody><a:bodyPr wrap="square" lIns="0" tIns="0" rIns="0" bIns="0" rtlCol="0"/><a:lstStyle/><a:p/></p:txBody></p:sp><p:sp><p:nvSpPr><p:cNvPr id="604" name="object 604"/><p:cNvSpPr/><p:nvPr/></p:nvSpPr><p:spPr><a:xfrm><a:off x="17265440" y="12256677"/><a:ext cx="20320" cy="23495"/></a:xfrm><a:custGeom><a:avLst/><a:gdLst/><a:ahLst/><a:cxnLst/><a:rect l="l" t="t" r="r" b="b"/><a:pathLst><a:path w="20319" h="23495"><a:moveTo><a:pt x="0" y="23175"/></a:moveTo><a:lnTo><a:pt x="201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05" name="object 605"/><p:cNvSpPr/><p:nvPr/></p:nvSpPr><p:spPr><a:xfrm><a:off x="17285594" y="12256677"/><a:ext cx="5080" cy="30480"/></a:xfrm><a:custGeom><a:avLst/><a:gdLst/><a:ahLst/><a:cxnLst/><a:rect l="l" t="t" r="r" b="b"/><a:pathLst><a:path w="5080" h="30479"><a:moveTo><a:pt x="3862" y="29977"/></a:moveTo><a:lnTo><a:pt x="4282" y="27458"/></a:lnTo><a:lnTo><a:pt x="4854" y="21050"/></a:lnTo><a:lnTo><a:pt x="4526" y="14624"/></a:lnTo><a:lnTo><a:pt x="3279" y="8317"/></a:lnTo><a:lnTo><a:pt x="1091" y="22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06" name="object 606"/><p:cNvSpPr/><p:nvPr/></p:nvSpPr><p:spPr><a:xfrm><a:off x="17264428" y="12279853"/><a:ext cx="4445" cy="27305"/></a:xfrm><a:custGeom><a:avLst/><a:gdLst/><a:ahLst/><a:cxnLst/><a:rect l="l" t="t" r="r" b="b"/><a:pathLst><a:path w="4444" h="27304"><a:moveTo><a:pt x="1011" y="0"/></a:moveTo><a:lnTo><a:pt x="592" y="3946"/></a:lnTo><a:lnTo><a:pt x="0" y="10452"/></a:lnTo><a:lnTo><a:pt x="1002" y="17108"/></a:lnTo><a:lnTo><a:pt x="2859" y="23343"/></a:lnTo><a:lnTo><a:pt x="4202" y="27038"/></a:lnTo></a:path></a:pathLst></a:custGeom><a:ln w="3175"><a:solidFill><a:srgbClr val="000000"/></a:solidFill></a:ln></p:spPr><p:txBody><a:bodyPr wrap="square" lIns="0" tIns="0" rIns="0" bIns="0" rtlCol="0"/><a:lstStyle/><a:p/></p:txBody></p:sp><p:sp><p:nvSpPr><p:cNvPr id="607" name="object 607"/><p:cNvSpPr/><p:nvPr/></p:nvSpPr><p:spPr><a:xfrm><a:off x="17262417" y="12226952"/><a:ext cx="18415" cy="24765"/></a:xfrm><a:custGeom><a:avLst/><a:gdLst/><a:ahLst/><a:cxnLst/><a:rect l="l" t="t" r="r" b="b"/><a:pathLst><a:path w="18415" h="24765"><a:moveTo><a:pt x="0" y="24687"/></a:moveTo><a:lnTo><a:pt x="1830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08" name="object 608"/><p:cNvSpPr/><p:nvPr/></p:nvSpPr><p:spPr><a:xfrm><a:off x="17280807" y="12226952"/><a:ext cx="6985" cy="29845"/></a:xfrm><a:custGeom><a:avLst/><a:gdLst/><a:ahLst/><a:cxnLst/><a:rect l="l" t="t" r="r" b="b"/><a:pathLst><a:path w="6984" h="29845"><a:moveTo><a:pt x="6130" y="29641"/></a:moveTo><a:lnTo><a:pt x="6382" y="27038"/></a:lnTo><a:lnTo><a:pt x="6485" y="20630"/></a:lnTo><a:lnTo><a:pt x="5618" y="14287"/></a:lnTo><a:lnTo><a:pt x="3853" y="8127"/></a:lnTo><a:lnTo><a:pt x="1259" y="22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09" name="object 609"/><p:cNvSpPr/><p:nvPr/></p:nvSpPr><p:spPr><a:xfrm><a:off x="17262333" y="12251639"/><a:ext cx="5715" cy="27305"/></a:xfrm><a:custGeom><a:avLst/><a:gdLst/><a:ahLst/><a:cxnLst/><a:rect l="l" t="t" r="r" b="b"/><a:pathLst><a:path w="5715" h="27304"><a:moveTo><a:pt x="83" y="0"/></a:moveTo><a:lnTo><a:pt x="0" y="3946"/></a:lnTo><a:lnTo><a:pt x="26" y="10498"/></a:lnTo><a:lnTo><a:pt x="1389" y="17029"/></a:lnTo><a:lnTo><a:pt x="3862" y="23091"/></a:lnTo><a:lnTo><a:pt x="5458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610" name="object 610"/><p:cNvSpPr/><p:nvPr/></p:nvSpPr><p:spPr><a:xfrm><a:off x="17061885" y="12037348"/><a:ext cx="27940" cy="50800"/></a:xfrm><a:custGeom><a:avLst/><a:gdLst/><a:ahLst/><a:cxnLst/><a:rect l="l" t="t" r="r" b="b"/><a:pathLst><a:path w="27940" h="50800"><a:moveTo><a:pt x="27711" y="0"/></a:moveTo><a:lnTo><a:pt x="0" y="38290"/></a:lnTo><a:lnTo><a:pt x="16459" y="50213"/></a:lnTo></a:path></a:pathLst></a:custGeom><a:ln w="3175"><a:solidFill><a:srgbClr val="000000"/></a:solidFill></a:ln></p:spPr><p:txBody><a:bodyPr wrap="square" lIns="0" tIns="0" rIns="0" bIns="0" rtlCol="0"/><a:lstStyle/><a:p/></p:txBody></p:sp><p:sp><p:nvSpPr><p:cNvPr id="611" name="object 611"/><p:cNvSpPr/><p:nvPr/></p:nvSpPr><p:spPr><a:xfrm><a:off x="17071458" y="11985371"/><a:ext cx="25400" cy="11430"/></a:xfrm><a:custGeom><a:avLst/><a:gdLst/><a:ahLst/><a:cxnLst/><a:rect l="l" t="t" r="r" b="b"/><a:pathLst><a:path w="25400" h="11429"><a:moveTo><a:pt x="0" y="0"/></a:moveTo><a:lnTo><a:pt x="3191" y="2351"/></a:lnTo><a:lnTo><a:pt x="9185" y="6488"/></a:lnTo><a:lnTo><a:pt x="14034" y="8555"/></a:lnTo><a:lnTo><a:pt x="21077" y="10328"/></a:lnTo><a:lnTo><a:pt x="24940" y="11083"/></a:lnTo></a:path></a:pathLst></a:custGeom><a:ln w="3175"><a:solidFill><a:srgbClr val="000000"/></a:solidFill></a:ln></p:spPr><p:txBody><a:bodyPr wrap="square" lIns="0" tIns="0" rIns="0" bIns="0" rtlCol="0"/><a:lstStyle/><a:p/></p:txBody></p:sp><p:sp><p:nvSpPr><p:cNvPr id="612" name="object 612"/><p:cNvSpPr/><p:nvPr/></p:nvSpPr><p:spPr><a:xfrm><a:off x="17061885" y="11956150"/><a:ext cx="27940" cy="12700"/></a:xfrm><a:custGeom><a:avLst/><a:gdLst/><a:ahLst/><a:cxnLst/><a:rect l="l" t="t" r="r" b="b"/><a:pathLst><a:path w="27940" h="12700"><a:moveTo><a:pt x="27795" y="12091"/></a:moveTo><a:lnTo><a:pt x="25864" y="10412"/></a:lnTo><a:lnTo><a:pt x="19325" y="4849"/></a:lnTo><a:lnTo><a:pt x="11088" y="1385"/></a:lnTo><a:lnTo><a:pt x="2603" y="25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13" name="object 613"/><p:cNvSpPr/><p:nvPr/></p:nvSpPr><p:spPr><a:xfrm><a:off x="16823145" y="11949096"/><a:ext cx="26034" cy="8255"/></a:xfrm><a:custGeom><a:avLst/><a:gdLst/><a:ahLst/><a:cxnLst/><a:rect l="l" t="t" r="r" b="b"/><a:pathLst><a:path w="26034" h="8254"><a:moveTo><a:pt x="0" y="7893"/></a:moveTo><a:lnTo><a:pt x="3946" y="7641"/></a:lnTo><a:lnTo><a:pt x="10864" y="6843"/></a:lnTo><a:lnTo><a:pt x="16463" y="5045"/></a:lnTo><a:lnTo><a:pt x="22673" y="1931"/></a:lnTo><a:lnTo><a:pt x="2603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14" name="object 614"/><p:cNvSpPr/><p:nvPr/></p:nvSpPr><p:spPr><a:xfrm><a:off x="17033838" y="11945150"/><a:ext cx="12065" cy="28575"/></a:xfrm><a:custGeom><a:avLst/><a:gdLst/><a:ahLst/><a:cxnLst/><a:rect l="l" t="t" r="r" b="b"/><a:pathLst><a:path w="12065" h="28575"><a:moveTo><a:pt x="11840" y="2829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15" name="object 615"/><p:cNvSpPr/><p:nvPr/></p:nvSpPr><p:spPr><a:xfrm><a:off x="17005034" y="11936417"/><a:ext cx="14604" cy="27305"/></a:xfrm><a:custGeom><a:avLst/><a:gdLst/><a:ahLst/><a:cxnLst/><a:rect l="l" t="t" r="r" b="b"/><a:pathLst><a:path w="14605" h="27304"><a:moveTo><a:pt x="14023" y="2729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16" name="object 616"/><p:cNvSpPr/><p:nvPr/></p:nvSpPr><p:spPr><a:xfrm><a:off x="16991766" y="11956066"/><a:ext cx="27305" cy="5715"/></a:xfrm><a:custGeom><a:avLst/><a:gdLst/><a:ahLst/><a:cxnLst/><a:rect l="l" t="t" r="r" b="b"/><a:pathLst><a:path w="27305" h="5715"><a:moveTo><a:pt x="0" y="0"/></a:moveTo><a:lnTo><a:pt x="3610" y="1511"/></a:lnTo><a:lnTo><a:pt x="9407" y="3963"/></a:lnTo><a:lnTo><a:pt x="16561" y="5136"/></a:lnTo><a:lnTo><a:pt x="22841" y="5038"/></a:lnTo><a:lnTo><a:pt x="26787" y="4870"/></a:lnTo></a:path></a:pathLst></a:custGeom><a:ln w="3175"><a:solidFill><a:srgbClr val="000000"/></a:solidFill></a:ln></p:spPr><p:txBody><a:bodyPr wrap="square" lIns="0" tIns="0" rIns="0" bIns="0" rtlCol="0"/><a:lstStyle/><a:p/></p:txBody></p:sp><p:sp><p:nvSpPr><p:cNvPr id="617" name="object 617"/><p:cNvSpPr/><p:nvPr/></p:nvSpPr><p:spPr><a:xfrm><a:off x="16768393" y="11951363"/><a:ext cx="27940" cy="13970"/></a:xfrm><a:custGeom><a:avLst/><a:gdLst/><a:ahLst/><a:cxnLst/><a:rect l="l" t="t" r="r" b="b"/><a:pathLst><a:path w="27940" h="13970"><a:moveTo><a:pt x="27543" y="1360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18" name="object 618"/><p:cNvSpPr/><p:nvPr/></p:nvSpPr><p:spPr><a:xfrm><a:off x="16740850" y="11950188"/><a:ext cx="27305" cy="13970"/></a:xfrm><a:custGeom><a:avLst/><a:gdLst/><a:ahLst/><a:cxnLst/><a:rect l="l" t="t" r="r" b="b"/><a:pathLst><a:path w="27305" h="13970"><a:moveTo><a:pt x="27039" y="0"/></a:moveTo><a:lnTo><a:pt x="24520" y="419"/></a:lnTo><a:lnTo><a:pt x="15991" y="1922"/></a:lnTo><a:lnTo><a:pt x="8172" y="5831"/></a:lnTo><a:lnTo><a:pt x="1847" y="11755"/></a:lnTo><a:lnTo><a:pt x="0" y="13519"/></a:lnTo></a:path></a:pathLst></a:custGeom><a:ln w="3175"><a:solidFill><a:srgbClr val="000000"/></a:solidFill></a:ln></p:spPr><p:txBody><a:bodyPr wrap="square" lIns="0" tIns="0" rIns="0" bIns="0" rtlCol="0"/><a:lstStyle/><a:p/></p:txBody></p:sp><p:sp><p:nvSpPr><p:cNvPr id="619" name="object 619"/><p:cNvSpPr/><p:nvPr/></p:nvSpPr><p:spPr><a:xfrm><a:off x="16796777" y="11941287"/><a:ext cx="26670" cy="15875"/></a:xfrm><a:custGeom><a:avLst/><a:gdLst/><a:ahLst/><a:cxnLst/><a:rect l="l" t="t" r="r" b="b"/><a:pathLst><a:path w="26669" h="15875"><a:moveTo><a:pt x="26368" y="15702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20" name="object 620"/><p:cNvSpPr/><p:nvPr/></p:nvSpPr><p:spPr><a:xfrm><a:off x="16795937" y="11954974"/><a:ext cx="25400" cy="10160"/></a:xfrm><a:custGeom><a:avLst/><a:gdLst/><a:ahLst/><a:cxnLst/><a:rect l="l" t="t" r="r" b="b"/><a:pathLst><a:path w="25400" h="10159"><a:moveTo><a:pt x="0" y="9992"/></a:moveTo><a:lnTo><a:pt x="3862" y="9404"/></a:lnTo><a:lnTo><a:pt x="10620" y="8234"/></a:lnTo><a:lnTo><a:pt x="16237" y="5764"/></a:lnTo><a:lnTo><a:pt x="22085" y="2267"/></a:lnTo><a:lnTo><a:pt x="2536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21" name="object 621"/><p:cNvSpPr/><p:nvPr/></p:nvSpPr><p:spPr><a:xfrm><a:off x="16886126" y="11982936"/><a:ext cx="22225" cy="47625"/></a:xfrm><a:custGeom><a:avLst/><a:gdLst/><a:ahLst/><a:cxnLst/><a:rect l="l" t="t" r="r" b="b"/><a:pathLst><a:path w="22225" h="47625"><a:moveTo><a:pt x="671" y="47526"/></a:moveTo><a:lnTo><a:pt x="0" y="251"/></a:lnTo><a:lnTo><a:pt x="2200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22" name="object 622"/><p:cNvSpPr/><p:nvPr/></p:nvSpPr><p:spPr><a:xfrm><a:off x="16886462" y="12005524"/><a:ext cx="13970" cy="635"/></a:xfrm><a:custGeom><a:avLst/><a:gdLst/><a:ahLst/><a:cxnLst/><a:rect l="l" t="t" r="r" b="b"/><a:pathLst><a:path w="13969" h="634"><a:moveTo><a:pt x="0" y="167"/></a:moveTo><a:lnTo><a:pt x="13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23" name="object 623"/><p:cNvSpPr/><p:nvPr/></p:nvSpPr><p:spPr><a:xfrm><a:off x="16886798" y="12030211"/><a:ext cx="22225" cy="635"/></a:xfrm><a:custGeom><a:avLst/><a:gdLst/><a:ahLst/><a:cxnLst/><a:rect l="l" t="t" r="r" b="b"/><a:pathLst><a:path w="22225" h="634"><a:moveTo><a:pt x="0" y="251"/></a:moveTo><a:lnTo><a:pt x="2191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24" name="object 624"/><p:cNvSpPr/><p:nvPr/></p:nvSpPr><p:spPr><a:xfrm><a:off x="16849933" y="12096883"/><a:ext cx="17780" cy="32384"/></a:xfrm><a:custGeom><a:avLst/><a:gdLst/><a:ahLst/><a:cxnLst/><a:rect l="l" t="t" r="r" b="b"/><a:pathLst><a:path w="17780" h="32384"><a:moveTo><a:pt x="0" y="1427"/></a:moveTo><a:lnTo><a:pt x="2099" y="23847"/></a:lnTo><a:lnTo><a:pt x="3610" y="28297"/></a:lnTo><a:lnTo><a:pt x="6130" y="31068"/></a:lnTo><a:lnTo><a:pt x="9657" y="32244"/></a:lnTo><a:lnTo><a:pt x="11840" y="31992"/></a:lnTo><a:lnTo><a:pt x="15115" y="30229"/></a:lnTo><a:lnTo><a:pt x="17046" y="27038"/></a:lnTo><a:lnTo><a:pt x="17718" y="22419"/></a:lnTo><a:lnTo><a:pt x="1570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25" name="object 625"/><p:cNvSpPr/><p:nvPr/></p:nvSpPr><p:spPr><a:xfrm><a:off x="16826252" y="11990494"/><a:ext cx="29209" cy="47625"/></a:xfrm><a:custGeom><a:avLst/><a:gdLst/><a:ahLst/><a:cxnLst/><a:rect l="l" t="t" r="r" b="b"/><a:pathLst><a:path w="29209" h="47625"><a:moveTo><a:pt x="5878" y="1427"/></a:moveTo><a:lnTo><a:pt x="3107" y="4366"/></a:lnTo><a:lnTo><a:pt x="839" y="9572"/></a:lnTo><a:lnTo><a:pt x="167" y="14274"/></a:lnTo><a:lnTo><a:pt x="0" y="21244"/></a:lnTo><a:lnTo><a:pt x="2519" y="32244"/></a:lnTo><a:lnTo><a:pt x="5710" y="38458"/></a:lnTo><a:lnTo><a:pt x="8313" y="42488"/></a:lnTo><a:lnTo><a:pt x="12596" y="46099"/></a:lnTo><a:lnTo><a:pt x="16375" y="47610"/></a:lnTo><a:lnTo><a:pt x="23009" y="46099"/></a:lnTo><a:lnTo><a:pt x="25780" y="43160"/></a:lnTo><a:lnTo><a:pt x="28047" y="37954"/></a:lnTo><a:lnTo><a:pt x="28719" y="33251"/></a:lnTo><a:lnTo><a:pt x="28887" y="26282"/></a:lnTo><a:lnTo><a:pt x="26368" y="15282"/></a:lnTo><a:lnTo><a:pt x="23261" y="9068"/></a:lnTo><a:lnTo><a:pt x="20573" y="5038"/></a:lnTo><a:lnTo><a:pt x="16291" y="1427"/></a:lnTo><a:lnTo><a:pt x="12512" y="0"/></a:lnTo><a:lnTo><a:pt x="5878" y="1427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626" name="object 626"/><p:cNvSpPr/><p:nvPr/></p:nvSpPr><p:spPr><a:xfrm><a:off x="16858834" y="11984196"/><a:ext cx="22225" cy="49530"/></a:xfrm><a:custGeom><a:avLst/><a:gdLst/><a:ahLst/><a:cxnLst/><a:rect l="l" t="t" r="r" b="b"/><a:pathLst><a:path w="22225" h="49529"><a:moveTo><a:pt x="4702" y="49206"/></a:moveTo><a:lnTo><a:pt x="0" y="2183"/></a:lnTo><a:lnTo><a:pt x="2183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27" name="object 627"/><p:cNvSpPr/><p:nvPr/></p:nvSpPr><p:spPr><a:xfrm><a:off x="16861101" y="12007455"/><a:ext cx="13970" cy="1905"/></a:xfrm><a:custGeom><a:avLst/><a:gdLst/><a:ahLst/><a:cxnLst/><a:rect l="l" t="t" r="r" b="b"/><a:pathLst><a:path w="13969" h="1904"><a:moveTo><a:pt x="0" y="1343"/></a:moveTo><a:lnTo><a:pt x="1343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28" name="object 628"/><p:cNvSpPr/><p:nvPr/></p:nvSpPr><p:spPr><a:xfrm><a:off x="16824153" y="12105112"/><a:ext cx="11430" cy="29845"/></a:xfrm><a:custGeom><a:avLst/><a:gdLst/><a:ahLst/><a:cxnLst/><a:rect l="l" t="t" r="r" b="b"/><a:pathLst><a:path w="11430" h="29845"><a:moveTo><a:pt x="0" y="0"/></a:moveTo><a:lnTo><a:pt x="10832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629" name="object 629"/><p:cNvSpPr/><p:nvPr/></p:nvSpPr><p:spPr><a:xfrm><a:off x="16838932" y="12099654"/><a:ext cx="11430" cy="29845"/></a:xfrm><a:custGeom><a:avLst/><a:gdLst/><a:ahLst/><a:cxnLst/><a:rect l="l" t="t" r="r" b="b"/><a:pathLst><a:path w="11430" h="29845"><a:moveTo><a:pt x="0" y="0"/></a:moveTo><a:lnTo><a:pt x="10832" y="29641"/></a:lnTo></a:path></a:pathLst></a:custGeom><a:ln w="3175"><a:solidFill><a:srgbClr val="000000"/></a:solidFill></a:ln></p:spPr><p:txBody><a:bodyPr wrap="square" lIns="0" tIns="0" rIns="0" bIns="0" rtlCol="0"/><a:lstStyle/><a:p/></p:txBody></p:sp><p:sp><p:nvSpPr><p:cNvPr id="630" name="object 630"/><p:cNvSpPr/><p:nvPr/></p:nvSpPr><p:spPr><a:xfrm><a:off x="16829275" y="12113760"/><a:ext cx="15240" cy="5715"/></a:xfrm><a:custGeom><a:avLst/><a:gdLst/><a:ahLst/><a:cxnLst/><a:rect l="l" t="t" r="r" b="b"/><a:pathLst><a:path w="15240" h="5715"><a:moveTo><a:pt x="0" y="5458"/></a:moveTo><a:lnTo><a:pt x="148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31" name="object 631"/><p:cNvSpPr/><p:nvPr/></p:nvSpPr><p:spPr><a:xfrm><a:off x="16760584" y="12012746"/><a:ext cx="28575" cy="49530"/></a:xfrm><a:custGeom><a:avLst/><a:gdLst/><a:ahLst/><a:cxnLst/><a:rect l="l" t="t" r="r" b="b"/><a:pathLst><a:path w="28575" h="49529"><a:moveTo><a:pt x="19398" y="49374"/></a:moveTo><a:lnTo><a:pt x="0" y="6213"/></a:lnTo><a:lnTo><a:pt x="13855" y="0"/></a:lnTo><a:lnTo><a:pt x="19482" y="0"/></a:lnTo><a:lnTo><a:pt x="21917" y="1343"/></a:lnTo><a:lnTo><a:pt x="25276" y="4786"/></a:lnTo><a:lnTo><a:pt x="28047" y="10916"/></a:lnTo><a:lnTo><a:pt x="28383" y="15702"/></a:lnTo><a:lnTo><a:pt x="27711" y="18473"/></a:lnTo><a:lnTo><a:pt x="24016" y="22587"/></a:lnTo><a:lnTo><a:pt x="10160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632" name="object 632"/><p:cNvSpPr/><p:nvPr/></p:nvSpPr><p:spPr><a:xfrm><a:off x="16743705" y="12161623"/><a:ext cx="22860" cy="22225"/></a:xfrm><a:custGeom><a:avLst/><a:gdLst/><a:ahLst/><a:cxnLst/><a:rect l="l" t="t" r="r" b="b"/><a:pathLst><a:path w="22859" h="22225"><a:moveTo><a:pt x="0" y="0"/></a:moveTo><a:lnTo><a:pt x="22757" y="21832"/></a:lnTo></a:path></a:pathLst></a:custGeom><a:ln w="3175"><a:solidFill><a:srgbClr val="000000"/></a:solidFill></a:ln></p:spPr><p:txBody><a:bodyPr wrap="square" lIns="0" tIns="0" rIns="0" bIns="0" rtlCol="0"/><a:lstStyle/><a:p/></p:txBody></p:sp><p:sp><p:nvSpPr><p:cNvPr id="633" name="object 633"/><p:cNvSpPr/><p:nvPr/></p:nvSpPr><p:spPr><a:xfrm><a:off x="16729177" y="12179425"/><a:ext cx="25400" cy="19685"/></a:xfrm><a:custGeom><a:avLst/><a:gdLst/><a:ahLst/><a:cxnLst/><a:rect l="l" t="t" r="r" b="b"/><a:pathLst><a:path w="25400" h="19684"><a:moveTo><a:pt x="0" y="0"/></a:moveTo><a:lnTo><a:pt x="25024" y="19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634" name="object 634"/><p:cNvSpPr/><p:nvPr/></p:nvSpPr><p:spPr><a:xfrm><a:off x="16738834" y="12166914"/><a:ext cx="25400" cy="19685"/></a:xfrm><a:custGeom><a:avLst/><a:gdLst/><a:ahLst/><a:cxnLst/><a:rect l="l" t="t" r="r" b="b"/><a:pathLst><a:path w="25400" h="19684"><a:moveTo><a:pt x="0" y="0"/></a:moveTo><a:lnTo><a:pt x="24940" y="19312"/></a:lnTo></a:path></a:pathLst></a:custGeom><a:ln w="3175"><a:solidFill><a:srgbClr val="000000"/></a:solidFill></a:ln></p:spPr><p:txBody><a:bodyPr wrap="square" lIns="0" tIns="0" rIns="0" bIns="0" rtlCol="0"/><a:lstStyle/><a:p/></p:txBody></p:sp><p:sp><p:nvSpPr><p:cNvPr id="635" name="object 635"/><p:cNvSpPr/><p:nvPr/></p:nvSpPr><p:spPr><a:xfrm><a:off x="16741102" y="12176150"/><a:ext cx="10160" cy="12700"/></a:xfrm><a:custGeom><a:avLst/><a:gdLst/><a:ahLst/><a:cxnLst/><a:rect l="l" t="t" r="r" b="b"/><a:pathLst><a:path w="10159" h="12700"><a:moveTo><a:pt x="0" y="12427"/></a:moveTo><a:lnTo><a:pt x="965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36" name="object 636"/><p:cNvSpPr/><p:nvPr/></p:nvSpPr><p:spPr><a:xfrm><a:off x="16770577" y="12137272"/><a:ext cx="26034" cy="31115"/></a:xfrm><a:custGeom><a:avLst/><a:gdLst/><a:ahLst/><a:cxnLst/><a:rect l="l" t="t" r="r" b="b"/><a:pathLst><a:path w="26034" h="31115"><a:moveTo><a:pt x="11168" y="30816"/></a:moveTo><a:lnTo><a:pt x="0" y="0"/></a:lnTo><a:lnTo><a:pt x="25780" y="20320"/></a:lnTo></a:path></a:pathLst></a:custGeom><a:ln w="3175"><a:solidFill><a:srgbClr val="000000"/></a:solidFill></a:ln></p:spPr><p:txBody><a:bodyPr wrap="square" lIns="0" tIns="0" rIns="0" bIns="0" rtlCol="0"/><a:lstStyle/><a:p/></p:txBody></p:sp><p:sp><p:nvSpPr><p:cNvPr id="637" name="object 637"/><p:cNvSpPr/><p:nvPr/></p:nvSpPr><p:spPr><a:xfrm><a:off x="16778303" y="12151043"/><a:ext cx="9525" cy="6985"/></a:xfrm><a:custGeom><a:avLst/><a:gdLst/><a:ahLst/><a:cxnLst/><a:rect l="l" t="t" r="r" b="b"/><a:pathLst><a:path w="9525" h="6984"><a:moveTo><a:pt x="0" y="6549"/></a:moveTo><a:lnTo><a:pt x="91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38" name="object 638"/><p:cNvSpPr/><p:nvPr/></p:nvSpPr><p:spPr><a:xfrm><a:off x="16748827" y="12144745"/><a:ext cx="34925" cy="35560"/></a:xfrm><a:custGeom><a:avLst/><a:gdLst/><a:ahLst/><a:cxnLst/><a:rect l="l" t="t" r="r" b="b"/><a:pathLst><a:path w="34925" h="35559"><a:moveTo><a:pt x="20909" y="35519"/></a:moveTo><a:lnTo><a:pt x="0" y="12007"/></a:lnTo><a:lnTo><a:pt x="27627" y="29473"/></a:lnTo><a:lnTo><a:pt x="13435" y="0"/></a:lnTo><a:lnTo><a:pt x="34429" y="23511"/></a:lnTo></a:path></a:pathLst></a:custGeom><a:ln w="3175"><a:solidFill><a:srgbClr val="000000"/></a:solidFill></a:ln></p:spPr><p:txBody><a:bodyPr wrap="square" lIns="0" tIns="0" rIns="0" bIns="0" rtlCol="0"/><a:lstStyle/><a:p/></p:txBody></p:sp><p:sp><p:nvSpPr><p:cNvPr id="639" name="object 639"/><p:cNvSpPr/><p:nvPr/></p:nvSpPr><p:spPr><a:xfrm><a:off x="16740850" y="11963119"/><a:ext cx="53340" cy="12065"/></a:xfrm><a:custGeom><a:avLst/><a:gdLst/><a:ahLst/><a:cxnLst/><a:rect l="l" t="t" r="r" b="b"/><a:pathLst><a:path w="53340" h="12065"><a:moveTo><a:pt x="0" y="587"/></a:moveTo><a:lnTo><a:pt x="28551" y="11923"/></a:lnTo><a:lnTo><a:pt x="32414" y="11083"/></a:lnTo><a:lnTo><a:pt x="38480" y="9364"/></a:lnTo><a:lnTo><a:pt x="45002" y="6353"/></a:lnTo><a:lnTo><a:pt x="49964" y="2435"/></a:lnTo><a:lnTo><a:pt x="5307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40" name="object 640"/><p:cNvSpPr/><p:nvPr/></p:nvSpPr><p:spPr><a:xfrm><a:off x="16743789" y="11973364"/><a:ext cx="23495" cy="13970"/></a:xfrm><a:custGeom><a:avLst/><a:gdLst/><a:ahLst/><a:cxnLst/><a:rect l="l" t="t" r="r" b="b"/><a:pathLst><a:path w="23494" h="13970"><a:moveTo><a:pt x="0" y="13854"/></a:moveTo><a:lnTo><a:pt x="3778" y="12679"/></a:lnTo><a:lnTo><a:pt x="9910" y="10375"/></a:lnTo><a:lnTo><a:pt x="15718" y="7116"/></a:lnTo><a:lnTo><a:pt x="20573" y="2687"/></a:lnTo><a:lnTo><a:pt x="2342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41" name="object 641"/><p:cNvSpPr/><p:nvPr/></p:nvSpPr><p:spPr><a:xfrm><a:off x="16719184" y="11985707"/><a:ext cx="22860" cy="15875"/></a:xfrm><a:custGeom><a:avLst/><a:gdLst/><a:ahLst/><a:cxnLst/><a:rect l="l" t="t" r="r" b="b"/><a:pathLst><a:path w="22859" h="15875"><a:moveTo><a:pt x="0" y="15702"/></a:moveTo><a:lnTo><a:pt x="3694" y="14190"/></a:lnTo><a:lnTo><a:pt x="9829" y="11424"/></a:lnTo><a:lnTo><a:pt x="14908" y="7686"/></a:lnTo><a:lnTo><a:pt x="19650" y="2938"/></a:lnTo><a:lnTo><a:pt x="222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42" name="object 642"/><p:cNvSpPr/><p:nvPr/></p:nvSpPr><p:spPr><a:xfrm><a:off x="16790395" y="12000486"/><a:ext cx="27305" cy="50165"/></a:xfrm><a:custGeom><a:avLst/><a:gdLst/><a:ahLst/><a:cxnLst/><a:rect l="l" t="t" r="r" b="b"/><a:pathLst><a:path w="27305" h="50165"><a:moveTo><a:pt x="14863" y="49709"/></a:moveTo><a:lnTo><a:pt x="0" y="4786"/></a:lnTo><a:lnTo><a:pt x="14443" y="0"/></a:lnTo><a:lnTo><a:pt x="19902" y="587"/></a:lnTo><a:lnTo><a:pt x="22253" y="2183"/></a:lnTo><a:lnTo><a:pt x="25276" y="5877"/></a:lnTo><a:lnTo><a:pt x="26703" y="10160"/></a:lnTo><a:lnTo><a:pt x="26536" y="15030"/></a:lnTo><a:lnTo><a:pt x="25612" y="17633"/></a:lnTo><a:lnTo><a:pt x="21497" y="21412"/></a:lnTo><a:lnTo><a:pt x="7053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643" name="object 643"/><p:cNvSpPr/><p:nvPr/></p:nvSpPr><p:spPr><a:xfrm><a:off x="16808701" y="12022906"/><a:ext cx="19050" cy="20320"/></a:xfrm><a:custGeom><a:avLst/><a:gdLst/><a:ahLst/><a:cxnLst/><a:rect l="l" t="t" r="r" b="b"/><a:pathLst><a:path w="19050" h="20320"><a:moveTo><a:pt x="0" y="0"/></a:moveTo><a:lnTo><a:pt x="18978" y="19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644" name="object 644"/><p:cNvSpPr/><p:nvPr/></p:nvSpPr><p:spPr><a:xfrm><a:off x="16803831" y="12111493"/><a:ext cx="24130" cy="31115"/></a:xfrm><a:custGeom><a:avLst/><a:gdLst/><a:ahLst/><a:cxnLst/><a:rect l="l" t="t" r="r" b="b"/><a:pathLst><a:path w="24130" h="31115"><a:moveTo><a:pt x="14275" y="1763"/></a:moveTo><a:lnTo><a:pt x="11000" y="0"/></a:lnTo><a:lnTo><a:pt x="7305" y="83"/></a:lnTo><a:lnTo><a:pt x="3191" y="1931"/></a:lnTo><a:lnTo><a:pt x="755" y="4702"/></a:lnTo><a:lnTo><a:pt x="0" y="8396"/></a:lnTo><a:lnTo><a:pt x="1259" y="11167"/></a:lnTo><a:lnTo><a:pt x="3610" y="13351"/></a:lnTo><a:lnTo><a:pt x="5206" y="14274"/></a:lnTo><a:lnTo><a:pt x="7893" y="14694"/></a:lnTo><a:lnTo><a:pt x="15283" y="14526"/></a:lnTo><a:lnTo><a:pt x="17970" y="14946"/></a:lnTo><a:lnTo><a:pt x="19650" y="15870"/></a:lnTo><a:lnTo><a:pt x="21917" y="18053"/></a:lnTo><a:lnTo><a:pt x="23848" y="22167"/></a:lnTo><a:lnTo><a:pt x="23009" y="25862"/></a:lnTo><a:lnTo><a:pt x="20573" y="28633"/></a:lnTo><a:lnTo><a:pt x="16543" y="30564"/></a:lnTo><a:lnTo><a:pt x="12848" y="30564"/></a:lnTo><a:lnTo><a:pt x="9489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645" name="object 645"/><p:cNvSpPr/><p:nvPr/></p:nvSpPr><p:spPr><a:xfrm><a:off x="16783929" y="12118883"/><a:ext cx="29845" cy="35560"/></a:xfrm><a:custGeom><a:avLst/><a:gdLst/><a:ahLst/><a:cxnLst/><a:rect l="l" t="t" r="r" b="b"/><a:pathLst><a:path w="29844" h="35559"><a:moveTo><a:pt x="16123" y="35099"/></a:moveTo><a:lnTo><a:pt x="0" y="8061"/></a:lnTo><a:lnTo><a:pt x="29643" y="27038"/></a:lnTo><a:lnTo><a:pt x="13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46" name="object 646"/><p:cNvSpPr/><p:nvPr/></p:nvSpPr><p:spPr><a:xfrm><a:off x="16984124" y="11997127"/><a:ext cx="30480" cy="46990"/></a:xfrm><a:custGeom><a:avLst/><a:gdLst/><a:ahLst/><a:cxnLst/><a:rect l="l" t="t" r="r" b="b"/><a:pathLst><a:path w="30480" h="46990"><a:moveTo><a:pt x="19818" y="0"/></a:moveTo><a:lnTo><a:pt x="0" y="31152"/></a:lnTo><a:lnTo><a:pt x="83" y="36022"/></a:lnTo><a:lnTo><a:pt x="1763" y="41396"/></a:lnTo><a:lnTo><a:pt x="4198" y="44587"/></a:lnTo><a:lnTo><a:pt x="10580" y="46855"/></a:lnTo><a:lnTo><a:pt x="14527" y="45847"/></a:lnTo><a:lnTo><a:pt x="30482" y="15618"/></a:lnTo><a:lnTo><a:pt x="30314" y="10832"/></a:lnTo><a:lnTo><a:pt x="28635" y="5458"/></a:lnTo><a:lnTo><a:pt x="26200" y="2183"/></a:lnTo><a:lnTo><a:pt x="19818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647" name="object 647"/><p:cNvSpPr/><p:nvPr/></p:nvSpPr><p:spPr><a:xfrm><a:off x="17009233" y="12005860"/><a:ext cx="41910" cy="53340"/></a:xfrm><a:custGeom><a:avLst/><a:gdLst/><a:ahLst/><a:cxnLst/><a:rect l="l" t="t" r="r" b="b"/><a:pathLst><a:path w="41909" h="53340"><a:moveTo><a:pt x="0" y="42572"/></a:moveTo><a:lnTo><a:pt x="20573" y="0"/></a:lnTo><a:lnTo><a:pt x="21245" y="52900"/></a:lnTo><a:lnTo><a:pt x="41819" y="10328"/></a:lnTo></a:path></a:pathLst></a:custGeom><a:ln w="3175"><a:solidFill><a:srgbClr val="000000"/></a:solidFill></a:ln></p:spPr><p:txBody><a:bodyPr wrap="square" lIns="0" tIns="0" rIns="0" bIns="0" rtlCol="0"/><a:lstStyle/><a:p/></p:txBody></p:sp><p:sp><p:nvSpPr><p:cNvPr id="648" name="object 648"/><p:cNvSpPr/><p:nvPr/></p:nvSpPr><p:spPr><a:xfrm><a:off x="17033166" y="12025425"/><a:ext cx="36830" cy="47625"/></a:xfrm><a:custGeom><a:avLst/><a:gdLst/><a:ahLst/><a:cxnLst/><a:rect l="l" t="t" r="r" b="b"/><a:pathLst><a:path w="36830" h="47625"><a:moveTo><a:pt x="0" y="33251"/></a:moveTo><a:lnTo><a:pt x="36277" y="0"/></a:lnTo><a:lnTo><a:pt x="23009" y="47358"/></a:lnTo></a:path></a:pathLst></a:custGeom><a:ln w="3175"><a:solidFill><a:srgbClr val="000000"/></a:solidFill></a:ln></p:spPr><p:txBody><a:bodyPr wrap="square" lIns="0" tIns="0" rIns="0" bIns="0" rtlCol="0"/><a:lstStyle/><a:p/></p:txBody></p:sp><p:sp><p:nvSpPr><p:cNvPr id="649" name="object 649"/><p:cNvSpPr/><p:nvPr/></p:nvSpPr><p:spPr><a:xfrm><a:off x="17045678" y="12047844"/><a:ext cx="14604" cy="9525"/></a:xfrm><a:custGeom><a:avLst/><a:gdLst/><a:ahLst/><a:cxnLst/><a:rect l="l" t="t" r="r" b="b"/><a:pathLst><a:path w="14605" h="9525"><a:moveTo><a:pt x="0" y="0"/></a:moveTo><a:lnTo><a:pt x="14443" y="8900"/></a:lnTo></a:path></a:pathLst></a:custGeom><a:ln w="3175"><a:solidFill><a:srgbClr val="000000"/></a:solidFill></a:ln></p:spPr><p:txBody><a:bodyPr wrap="square" lIns="0" tIns="0" rIns="0" bIns="0" rtlCol="0"/><a:lstStyle/><a:p/></p:txBody></p:sp><p:sp><p:nvSpPr><p:cNvPr id="650" name="object 650"/><p:cNvSpPr/><p:nvPr/></p:nvSpPr><p:spPr><a:xfrm><a:off x="17008393" y="12121318"/><a:ext cx="17780" cy="26670"/></a:xfrm><a:custGeom><a:avLst/><a:gdLst/><a:ahLst/><a:cxnLst/><a:rect l="l" t="t" r="r" b="b"/><a:pathLst><a:path w="17780" h="26670"><a:moveTo><a:pt x="17466" y="0"/></a:moveTo><a:lnTo><a:pt x="0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651" name="object 651"/><p:cNvSpPr/><p:nvPr/></p:nvSpPr><p:spPr><a:xfrm><a:off x="17019394" y="12116952"/><a:ext cx="13335" cy="8890"/></a:xfrm><a:custGeom><a:avLst/><a:gdLst/><a:ahLst/><a:cxnLst/><a:rect l="l" t="t" r="r" b="b"/><a:pathLst><a:path w="13334" h="8890"><a:moveTo><a:pt x="0" y="0"/></a:moveTo><a:lnTo><a:pt x="13016" y="8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652" name="object 652"/><p:cNvSpPr/><p:nvPr/></p:nvSpPr><p:spPr><a:xfrm><a:off x="16986392" y="12107799"/><a:ext cx="26034" cy="28575"/></a:xfrm><a:custGeom><a:avLst/><a:gdLst/><a:ahLst/><a:cxnLst/><a:rect l="l" t="t" r="r" b="b"/><a:pathLst><a:path w="26034" h="28575"><a:moveTo><a:pt x="0" y="28045"/></a:moveTo><a:lnTo><a:pt x="14443" y="0"/></a:lnTo><a:lnTo><a:pt x="23428" y="4618"/></a:lnTo><a:lnTo><a:pt x="25696" y="7557"/></a:lnTo><a:lnTo><a:pt x="26032" y="9404"/></a:lnTo><a:lnTo><a:pt x="25696" y="12595"/></a:lnTo><a:lnTo><a:pt x="7557" y="13351"/></a:lnTo></a:path></a:pathLst></a:custGeom><a:ln w="3175"><a:solidFill><a:srgbClr val="000000"/></a:solidFill></a:ln></p:spPr><p:txBody><a:bodyPr wrap="square" lIns="0" tIns="0" rIns="0" bIns="0" rtlCol="0"/><a:lstStyle/><a:p/></p:txBody></p:sp><p:sp><p:nvSpPr><p:cNvPr id="653" name="object 653"/><p:cNvSpPr/><p:nvPr/></p:nvSpPr><p:spPr><a:xfrm><a:off x="17000332" y="12124761"/><a:ext cx="635" cy="18415"/></a:xfrm><a:custGeom><a:avLst/><a:gdLst/><a:ahLst/><a:cxnLst/><a:rect l="l" t="t" r="r" b="b"/><a:pathLst><a:path w="634" h="18415"><a:moveTo><a:pt x="587" y="0"/></a:moveTo><a:lnTo><a:pt x="0" y="18305"/></a:lnTo></a:path></a:pathLst></a:custGeom><a:ln w="3175"><a:solidFill><a:srgbClr val="000000"/></a:solidFill></a:ln></p:spPr><p:txBody><a:bodyPr wrap="square" lIns="0" tIns="0" rIns="0" bIns="0" rtlCol="0"/><a:lstStyle/><a:p/></p:txBody></p:sp><p:sp><p:nvSpPr><p:cNvPr id="654" name="object 654"/><p:cNvSpPr/><p:nvPr/></p:nvSpPr><p:spPr><a:xfrm><a:off x="17022249" y="12132066"/><a:ext cx="19685" cy="25400"/></a:xfrm><a:custGeom><a:avLst/><a:gdLst/><a:ahLst/><a:cxnLst/><a:rect l="l" t="t" r="r" b="b"/><a:pathLst><a:path w="19684" h="25400"><a:moveTo><a:pt x="19146" y="0"/></a:moveTo><a:lnTo><a:pt x="0" y="25022"/></a:lnTo></a:path></a:pathLst></a:custGeom><a:ln w="3175"><a:solidFill><a:srgbClr val="000000"/></a:solidFill></a:ln></p:spPr><p:txBody><a:bodyPr wrap="square" lIns="0" tIns="0" rIns="0" bIns="0" rtlCol="0"/><a:lstStyle/><a:p/></p:txBody></p:sp><p:sp><p:nvSpPr><p:cNvPr id="655" name="object 655"/><p:cNvSpPr/><p:nvPr/></p:nvSpPr><p:spPr><a:xfrm><a:off x="17038624" y="12154570"/><a:ext cx="29845" cy="28575"/></a:xfrm><a:custGeom><a:avLst/><a:gdLst/><a:ahLst/><a:cxnLst/><a:rect l="l" t="t" r="r" b="b"/><a:pathLst><a:path w="29844" h="28575"><a:moveTo><a:pt x="0" y="14862"/></a:moveTo><a:lnTo><a:pt x="29223" y="0"/></a:lnTo><a:lnTo><a:pt x="12260" y="28045"/></a:lnTo></a:path></a:pathLst></a:custGeom><a:ln w="3175"><a:solidFill><a:srgbClr val="000000"/></a:solidFill></a:ln></p:spPr><p:txBody><a:bodyPr wrap="square" lIns="0" tIns="0" rIns="0" bIns="0" rtlCol="0"/><a:lstStyle/><a:p/></p:txBody></p:sp><p:sp><p:nvSpPr><p:cNvPr id="656" name="object 656"/><p:cNvSpPr/><p:nvPr/></p:nvSpPr><p:spPr><a:xfrm><a:off x="17048617" y="12164730"/><a:ext cx="8255" cy="8255"/></a:xfrm><a:custGeom><a:avLst/><a:gdLst/><a:ahLst/><a:cxnLst/><a:rect l="l" t="t" r="r" b="b"/><a:pathLst><a:path w="8255" h="8254"><a:moveTo><a:pt x="0" y="0"/></a:moveTo><a:lnTo><a:pt x="7641" y="8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657" name="object 657"/><p:cNvSpPr/><p:nvPr/></p:nvSpPr><p:spPr><a:xfrm><a:off x="17029891" y="12133158"/><a:ext cx="14604" cy="29845"/></a:xfrm><a:custGeom><a:avLst/><a:gdLst/><a:ahLst/><a:cxnLst/><a:rect l="l" t="t" r="r" b="b"/><a:pathLst><a:path w="14605" h="29845"><a:moveTo><a:pt x="14191" y="0"/></a:moveTo><a:lnTo><a:pt x="10916" y="17213"/></a:lnTo><a:lnTo><a:pt x="0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658" name="object 658"/><p:cNvSpPr/><p:nvPr/></p:nvSpPr><p:spPr><a:xfrm><a:off x="17040807" y="12145166"/><a:ext cx="17145" cy="5715"/></a:xfrm><a:custGeom><a:avLst/><a:gdLst/><a:ahLst/><a:cxnLst/><a:rect l="l" t="t" r="r" b="b"/><a:pathLst><a:path w="17144" h="5715"><a:moveTo><a:pt x="16710" y="0"/></a:moveTo><a:lnTo><a:pt x="0" y="5206"/></a:lnTo></a:path></a:pathLst></a:custGeom><a:ln w="3175"><a:solidFill><a:srgbClr val="000000"/></a:solidFill></a:ln></p:spPr><p:txBody><a:bodyPr wrap="square" lIns="0" tIns="0" rIns="0" bIns="0" rtlCol="0"/><a:lstStyle/><a:p/></p:txBody></p:sp><p:sp><p:nvSpPr><p:cNvPr id="659" name="object 659"/><p:cNvSpPr/><p:nvPr/></p:nvSpPr><p:spPr><a:xfrm><a:off x="17061885" y="11956150"/><a:ext cx="10160" cy="29845"/></a:xfrm><a:custGeom><a:avLst/><a:gdLst/><a:ahLst/><a:cxnLst/><a:rect l="l" t="t" r="r" b="b"/><a:pathLst><a:path w="10159" h="29845"><a:moveTo><a:pt x="9573" y="29221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60" name="object 660"/><p:cNvSpPr/><p:nvPr/></p:nvSpPr><p:spPr><a:xfrm><a:off x="17045678" y="11973447"/><a:ext cx="26034" cy="9525"/></a:xfrm><a:custGeom><a:avLst/><a:gdLst/><a:ahLst/><a:cxnLst/><a:rect l="l" t="t" r="r" b="b"/><a:pathLst><a:path w="26034" h="9525"><a:moveTo><a:pt x="0" y="0"/></a:moveTo><a:lnTo><a:pt x="3358" y="2099"/></a:lnTo><a:lnTo><a:pt x="8989" y="5652"/></a:lnTo><a:lnTo><a:pt x="15312" y="7554"/></a:lnTo><a:lnTo><a:pt x="21833" y="8648"/></a:lnTo><a:lnTo><a:pt x="25696" y="9152"/></a:lnTo></a:path></a:pathLst></a:custGeom><a:ln w="3175"><a:solidFill><a:srgbClr val="000000"/></a:solidFill></a:ln></p:spPr><p:txBody><a:bodyPr wrap="square" lIns="0" tIns="0" rIns="0" bIns="0" rtlCol="0"/><a:lstStyle/><a:p/></p:txBody></p:sp><p:sp><p:nvSpPr><p:cNvPr id="661" name="object 661"/><p:cNvSpPr/><p:nvPr/></p:nvSpPr><p:spPr><a:xfrm><a:off x="17019058" y="11963707"/><a:ext cx="26670" cy="6985"/></a:xfrm><a:custGeom><a:avLst/><a:gdLst/><a:ahLst/><a:cxnLst/><a:rect l="l" t="t" r="r" b="b"/><a:pathLst><a:path w="26669" h="6984"><a:moveTo><a:pt x="0" y="0"/></a:moveTo><a:lnTo><a:pt x="3526" y="1847"/></a:lnTo><a:lnTo><a:pt x="9081" y="4598"/></a:lnTo><a:lnTo><a:pt x="16235" y="6497"/></a:lnTo><a:lnTo><a:pt x="22421" y="6885"/></a:lnTo><a:lnTo><a:pt x="26368" y="6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662" name="object 662"/><p:cNvSpPr/><p:nvPr/></p:nvSpPr><p:spPr><a:xfrm><a:off x="16913250" y="11982600"/><a:ext cx="26034" cy="47625"/></a:xfrm><a:custGeom><a:avLst/><a:gdLst/><a:ahLst/><a:cxnLst/><a:rect l="l" t="t" r="r" b="b"/><a:pathLst><a:path w="26034" h="47625"><a:moveTo><a:pt x="25696" y="7725"/></a:moveTo><a:lnTo><a:pt x="22589" y="3022"/></a:lnTo><a:lnTo><a:pt x="17634" y="419"/></a:lnTo><a:lnTo><a:pt x="10916" y="0"/></a:lnTo><a:lnTo><a:pt x="5710" y="1931"/></a:lnTo><a:lnTo><a:pt x="2099" y="6297"/></a:lnTo><a:lnTo><a:pt x="1847" y="10748"/></a:lnTo><a:lnTo><a:pt x="3191" y="15366"/></a:lnTo><a:lnTo><a:pt x="4786" y="17717"/></a:lnTo><a:lnTo><a:pt x="7977" y="20152"/></a:lnTo><a:lnTo><a:pt x="17886" y="25274"/></a:lnTo><a:lnTo><a:pt x="21077" y="27709"/></a:lnTo><a:lnTo><a:pt x="22673" y="30061"/></a:lnTo><a:lnTo><a:pt x="24016" y="34679"/></a:lnTo><a:lnTo><a:pt x="23680" y="41396"/></a:lnTo><a:lnTo><a:pt x="19985" y="45679"/></a:lnTo><a:lnTo><a:pt x="14779" y="47610"/></a:lnTo><a:lnTo><a:pt x="8061" y="47190"/></a:lnTo><a:lnTo><a:pt x="3107" y="44671"/></a:lnTo><a:lnTo><a:pt x="0" y="39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663" name="object 663"/><p:cNvSpPr/><p:nvPr/></p:nvSpPr><p:spPr><a:xfrm><a:off x="16944152" y="11986211"/><a:ext cx="29209" cy="48260"/></a:xfrm><a:custGeom><a:avLst/><a:gdLst/><a:ahLst/><a:cxnLst/><a:rect l="l" t="t" r="r" b="b"/><a:pathLst><a:path w="29209" h="48259"><a:moveTo><a:pt x="29055" y="9236"/></a:moveTo><a:lnTo><a:pt x="26452" y="4198"/></a:lnTo><a:lnTo><a:pt x="21917" y="1175"/></a:lnTo><a:lnTo><a:pt x="15199" y="0"/></a:lnTo><a:lnTo><a:pt x="9825" y="1343"/></a:lnTo><a:lnTo><a:pt x="5710" y="5206"/></a:lnTo><a:lnTo><a:pt x="4954" y="9656"/></a:lnTo><a:lnTo><a:pt x="5878" y="14358"/></a:lnTo><a:lnTo><a:pt x="7137" y="16877"/></a:lnTo><a:lnTo><a:pt x="10076" y="19648"/></a:lnTo><a:lnTo><a:pt x="19314" y="25862"/></a:lnTo><a:lnTo><a:pt x="22253" y="28633"/></a:lnTo><a:lnTo><a:pt x="23512" y="31152"/></a:lnTo><a:lnTo><a:pt x="24436" y="35854"/></a:lnTo><a:lnTo><a:pt x="23261" y="42572"/></a:lnTo><a:lnTo><a:pt x="19146" y="46435"/></a:lnTo><a:lnTo><a:pt x="13771" y="47778"/></a:lnTo><a:lnTo><a:pt x="7137" y="46603"/></a:lnTo><a:lnTo><a:pt x="2519" y="43496"/></a:lnTo><a:lnTo><a:pt x="0" y="38458"/></a:lnTo></a:path></a:pathLst></a:custGeom><a:ln w="3175"><a:solidFill><a:srgbClr val="000000"/></a:solidFill></a:ln></p:spPr><p:txBody><a:bodyPr wrap="square" lIns="0" tIns="0" rIns="0" bIns="0" rtlCol="0"/><a:lstStyle/><a:p/></p:txBody></p:sp><p:sp><p:nvSpPr><p:cNvPr id="664" name="object 664"/><p:cNvSpPr/><p:nvPr/></p:nvSpPr><p:spPr><a:xfrm><a:off x="16948855" y="12093608"/><a:ext cx="8890" cy="30480"/></a:xfrm><a:custGeom><a:avLst/><a:gdLst/><a:ahLst/><a:cxnLst/><a:rect l="l" t="t" r="r" b="b"/><a:pathLst><a:path w="8890" h="30479"><a:moveTo><a:pt x="8817" y="0"/></a:moveTo><a:lnTo><a:pt x="0" y="30313"/></a:lnTo></a:path></a:pathLst></a:custGeom><a:ln w="3175"><a:solidFill><a:srgbClr val="000000"/></a:solidFill></a:ln></p:spPr><p:txBody><a:bodyPr wrap="square" lIns="0" tIns="0" rIns="0" bIns="0" rtlCol="0"/><a:lstStyle/><a:p/></p:txBody></p:sp><p:sp><p:nvSpPr><p:cNvPr id="665" name="object 665"/><p:cNvSpPr/><p:nvPr/></p:nvSpPr><p:spPr><a:xfrm><a:off x="16963971" y="12098058"/><a:ext cx="8890" cy="30480"/></a:xfrm><a:custGeom><a:avLst/><a:gdLst/><a:ahLst/><a:cxnLst/><a:rect l="l" t="t" r="r" b="b"/><a:pathLst><a:path w="8890" h="30479"><a:moveTo><a:pt x="8817" y="0"/></a:moveTo><a:lnTo><a:pt x="0" y="30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666" name="object 666"/><p:cNvSpPr/><p:nvPr/></p:nvSpPr><p:spPr><a:xfrm><a:off x="16953474" y="12108051"/><a:ext cx="15240" cy="4445"/></a:xfrm><a:custGeom><a:avLst/><a:gdLst/><a:ahLst/><a:cxnLst/><a:rect l="l" t="t" r="r" b="b"/><a:pathLst><a:path w="15240" h="4445"><a:moveTo><a:pt x="0" y="0"/></a:moveTo><a:lnTo><a:pt x="15115" y="4366"/></a:lnTo></a:path></a:pathLst></a:custGeom><a:ln w="3175"><a:solidFill><a:srgbClr val="000000"/></a:solidFill></a:ln></p:spPr><p:txBody><a:bodyPr wrap="square" lIns="0" tIns="0" rIns="0" bIns="0" rtlCol="0"/><a:lstStyle/><a:p/></p:txBody></p:sp><p:sp><p:nvSpPr><p:cNvPr id="667" name="object 667"/><p:cNvSpPr/><p:nvPr/></p:nvSpPr><p:spPr><a:xfrm><a:off x="16929037" y="12089409"/><a:ext cx="19685" cy="31750"/></a:xfrm><a:custGeom><a:avLst/><a:gdLst/><a:ahLst/><a:cxnLst/><a:rect l="l" t="t" r="r" b="b"/><a:pathLst><a:path w="19684" h="31750"><a:moveTo><a:pt x="0" y="31236"/></a:moveTo><a:lnTo><a:pt x="4534" y="0"/></a:lnTo><a:lnTo><a:pt x="14611" y="1511"/></a:lnTo><a:lnTo><a:pt x="17718" y="3442"/></a:lnTo><a:lnTo><a:pt x="18642" y="5122"/></a:lnTo><a:lnTo><a:pt x="19314" y="8229"/></a:lnTo><a:lnTo><a:pt x="18894" y="11251"/></a:lnTo><a:lnTo><a:pt x="17298" y="14022"/></a:lnTo><a:lnTo><a:pt x="15955" y="15366"/></a:lnTo><a:lnTo><a:pt x="12428" y="16374"/></a:lnTo><a:lnTo><a:pt x="2435" y="14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668" name="object 668"/><p:cNvSpPr/><p:nvPr/></p:nvSpPr><p:spPr><a:xfrm><a:off x="16929037" y="12105783"/><a:ext cx="17145" cy="16510"/></a:xfrm><a:custGeom><a:avLst/><a:gdLst/><a:ahLst/><a:cxnLst/><a:rect l="l" t="t" r="r" b="b"/><a:pathLst><a:path w="17144" h="16509"><a:moveTo><a:pt x="12428" y="0"/></a:moveTo><a:lnTo><a:pt x="15535" y="1931"/></a:lnTo><a:lnTo><a:pt x="16459" y="3610"/></a:lnTo><a:lnTo><a:pt x="17130" y="6717"/></a:lnTo><a:lnTo><a:pt x="16459" y="11167"/></a:lnTo><a:lnTo><a:pt x="14947" y="14022"/></a:lnTo><a:lnTo><a:pt x="13603" y="15282"/></a:lnTo><a:lnTo><a:pt x="10076" y="16290"/></a:lnTo><a:lnTo><a:pt x="0" y="14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669" name="object 669"/><p:cNvSpPr/><p:nvPr/></p:nvSpPr><p:spPr><a:xfrm><a:off x="16972284" y="11990913"/><a:ext cx="12700" cy="45720"/></a:xfrm><a:custGeom><a:avLst/><a:gdLst/><a:ahLst/><a:cxnLst/><a:rect l="l" t="t" r="r" b="b"/><a:pathLst><a:path w="12700" h="45720"><a:moveTo><a:pt x="12344" y="0"/></a:moveTo><a:lnTo><a:pt x="0" y="45679"/></a:lnTo></a:path></a:pathLst></a:custGeom><a:ln w="3175"><a:solidFill><a:srgbClr val="000000"/></a:solidFill></a:ln></p:spPr><p:txBody><a:bodyPr wrap="square" lIns="0" tIns="0" rIns="0" bIns="0" rtlCol="0"/><a:lstStyle/><a:p/></p:txBody></p:sp><p:sp><p:nvSpPr><p:cNvPr id="670" name="object 670"/><p:cNvSpPr/><p:nvPr/></p:nvSpPr><p:spPr><a:xfrm><a:off x="16963719" y="12101585"/><a:ext cx="20320" cy="33020"/></a:xfrm><a:custGeom><a:avLst/><a:gdLst/><a:ahLst/><a:cxnLst/><a:rect l="l" t="t" r="r" b="b"/><a:pathLst><a:path w="20319" h="33020"><a:moveTo><a:pt x="0" y="25778"/></a:moveTo><a:lnTo><a:pt x="20237" y="0"/></a:lnTo><a:lnTo><a:pt x="16710" y="32580"/></a:lnTo></a:path></a:pathLst></a:custGeom><a:ln w="3175"><a:solidFill><a:srgbClr val="000000"/></a:solidFill></a:ln></p:spPr><p:txBody><a:bodyPr wrap="square" lIns="0" tIns="0" rIns="0" bIns="0" rtlCol="0"/><a:lstStyle/><a:p/></p:txBody></p:sp><p:sp><p:nvSpPr><p:cNvPr id="671" name="object 671"/><p:cNvSpPr/><p:nvPr/></p:nvSpPr><p:spPr><a:xfrm><a:off x="16970857" y="12118883"/><a:ext cx="10795" cy="4445"/></a:xfrm><a:custGeom><a:avLst/><a:gdLst/><a:ahLst/><a:cxnLst/><a:rect l="l" t="t" r="r" b="b"/><a:pathLst><a:path w="10794" h="4445"><a:moveTo><a:pt x="0" y="0"/></a:moveTo><a:lnTo><a:pt x="10412" y="4282"/></a:lnTo></a:path></a:pathLst></a:custGeom><a:ln w="3175"><a:solidFill><a:srgbClr val="000000"/></a:solidFill></a:ln></p:spPr><p:txBody><a:bodyPr wrap="square" lIns="0" tIns="0" rIns="0" bIns="0" rtlCol="0"/><a:lstStyle/><a:p/></p:txBody></p:sp><p:sp><p:nvSpPr><p:cNvPr id="672" name="object 672"/><p:cNvSpPr/><p:nvPr/></p:nvSpPr><p:spPr><a:xfrm><a:off x="16885454" y="11924913"/><a:ext cx="22225" cy="21590"/></a:xfrm><a:custGeom><a:avLst/><a:gdLst/><a:ahLst/><a:cxnLst/><a:rect l="l" t="t" r="r" b="b"/><a:pathLst><a:path w="22225" h="21590"><a:moveTo><a:pt x="21917" y="21496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73" name="object 673"/><p:cNvSpPr/><p:nvPr/></p:nvSpPr><p:spPr><a:xfrm><a:off x="16885538" y="11921323"/><a:ext cx="30480" cy="3810"/></a:xfrm><a:custGeom><a:avLst/><a:gdLst/><a:ahLst/><a:cxnLst/><a:rect l="l" t="t" r="r" b="b"/><a:pathLst><a:path w="30480" h="3809"><a:moveTo><a:pt x="30146" y="1575"/></a:moveTo><a:lnTo><a:pt x="27627" y="987"/></a:lnTo><a:lnTo><a:pt x="21283" y="31"/></a:lnTo><a:lnTo><a:pt x="14868" y="0"/></a:lnTo><a:lnTo><a:pt x="8513" y="881"/></a:lnTo><a:lnTo><a:pt x="2351" y="2667"/></a:lnTo><a:lnTo><a:pt x="0" y="3590"/></a:lnTo></a:path></a:pathLst></a:custGeom><a:ln w="3175"><a:solidFill><a:srgbClr val="000000"/></a:solidFill></a:ln></p:spPr><p:txBody><a:bodyPr wrap="square" lIns="0" tIns="0" rIns="0" bIns="0" rtlCol="0"/><a:lstStyle/><a:p/></p:txBody></p:sp><p:sp><p:nvSpPr><p:cNvPr id="674" name="object 674"/><p:cNvSpPr/><p:nvPr/></p:nvSpPr><p:spPr><a:xfrm><a:off x="16855307" y="11926760"/><a:ext cx="50800" cy="21590"/></a:xfrm><a:custGeom><a:avLst/><a:gdLst/><a:ahLst/><a:cxnLst/><a:rect l="l" t="t" r="r" b="b"/><a:pathLst><a:path w="50800" h="21590"><a:moveTo><a:pt x="25192" y="21160"/></a:moveTo><a:lnTo><a:pt x="29559" y="21412"/></a:lnTo><a:lnTo><a:pt x="33841" y="21244"/></a:lnTo><a:lnTo><a:pt x="38208" y="20824"/></a:lnTo><a:lnTo><a:pt x="42491" y="19984"/></a:lnTo><a:lnTo><a:pt x="46689" y="18809"/></a:lnTo><a:lnTo><a:pt x="50720" y="17213"/></a:lnTo></a:path><a:path w="50800" h="21590"><a:moveTo><a:pt x="25192" y="2116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75" name="object 675"/><p:cNvSpPr/><p:nvPr/></p:nvSpPr><p:spPr><a:xfrm><a:off x="16825832" y="11933478"/><a:ext cx="25400" cy="18415"/></a:xfrm><a:custGeom><a:avLst/><a:gdLst/><a:ahLst/><a:cxnLst/><a:rect l="l" t="t" r="r" b="b"/><a:pathLst><a:path w="25400" h="18415"><a:moveTo><a:pt x="25108" y="17801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76" name="object 676"/><p:cNvSpPr/><p:nvPr/></p:nvSpPr><p:spPr><a:xfrm><a:off x="16825832" y="11926508"/><a:ext cx="29845" cy="6985"/></a:xfrm><a:custGeom><a:avLst/><a:gdLst/><a:ahLst/><a:cxnLst/><a:rect l="l" t="t" r="r" b="b"/><a:pathLst><a:path w="29844" h="6984"><a:moveTo><a:pt x="29475" y="251"/></a:moveTo><a:lnTo><a:pt x="26955" y="0"/></a:lnTo><a:lnTo><a:pt x="20525" y="71"/></a:lnTo><a:lnTo><a:pt x="14180" y="1075"/></a:lnTo><a:lnTo><a:pt x="8030" y="2947"/></a:lnTo><a:lnTo><a:pt x="2183" y="5625"/></a:lnTo><a:lnTo><a:pt x="0" y="6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677" name="object 677"/><p:cNvSpPr/><p:nvPr/></p:nvSpPr><p:spPr><a:xfrm><a:off x="16850941" y="11945402"/><a:ext cx="26670" cy="6350"/></a:xfrm><a:custGeom><a:avLst/><a:gdLst/><a:ahLst/><a:cxnLst/><a:rect l="l" t="t" r="r" b="b"/><a:pathLst><a:path w="26669" h="6350"><a:moveTo><a:pt x="0" y="5877"/></a:moveTo><a:lnTo><a:pt x="3946" y="5877"/></a:lnTo><a:lnTo><a:pt x="10494" y="5733"/></a:lnTo><a:lnTo><a:pt x="17004" y="4286"/></a:lnTo><a:lnTo><a:pt x="23009" y="1679"/></a:lnTo><a:lnTo><a:pt x="266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78" name="object 678"/><p:cNvSpPr/><p:nvPr/></p:nvSpPr><p:spPr><a:xfrm><a:off x="16856315" y="11922020"/><a:ext cx="29209" cy="5715"/></a:xfrm><a:custGeom><a:avLst/><a:gdLst/><a:ahLst/><a:cxnLst/><a:rect l="l" t="t" r="r" b="b"/><a:pathLst><a:path w="29209" h="5715"><a:moveTo><a:pt x="29139" y="1549"/></a:moveTo><a:lnTo><a:pt x="26619" y="1129"/></a:lnTo><a:lnTo><a:pt x="18359" y="0"/></a:lnTo><a:lnTo><a:pt x="9907" y="1140"/></a:lnTo><a:lnTo><a:pt x="2267" y="4488"/></a:lnTo><a:lnTo><a:pt x="0" y="5495"/></a:lnTo></a:path></a:pathLst></a:custGeom><a:ln w="3175"><a:solidFill><a:srgbClr val="000000"/></a:solidFill></a:ln></p:spPr><p:txBody><a:bodyPr wrap="square" lIns="0" tIns="0" rIns="0" bIns="0" rtlCol="0"/><a:lstStyle/><a:p/></p:txBody></p:sp><p:sp><p:nvSpPr><p:cNvPr id="679" name="object 679"/><p:cNvSpPr/><p:nvPr/></p:nvSpPr><p:spPr><a:xfrm><a:off x="16768393" y="11940028"/><a:ext cx="28575" cy="11430"/></a:xfrm><a:custGeom><a:avLst/><a:gdLst/><a:ahLst/><a:cxnLst/><a:rect l="l" t="t" r="r" b="b"/><a:pathLst><a:path w="28575" h="11429"><a:moveTo><a:pt x="28047" y="0"/></a:moveTo><a:lnTo><a:pt x="25444" y="251"/></a:lnTo><a:lnTo><a:pt x="16794" y="1118"/></a:lnTo><a:lnTo><a:pt x="8773" y="4384"/></a:lnTo><a:lnTo><a:pt x="1931" y="9740"/></a:lnTo><a:lnTo><a:pt x="0" y="11419"/></a:lnTo></a:path></a:pathLst></a:custGeom><a:ln w="3175"><a:solidFill><a:srgbClr val="000000"/></a:solidFill></a:ln></p:spPr><p:txBody><a:bodyPr wrap="square" lIns="0" tIns="0" rIns="0" bIns="0" rtlCol="0"/><a:lstStyle/><a:p/></p:txBody></p:sp><p:sp><p:nvSpPr><p:cNvPr id="680" name="object 680"/><p:cNvSpPr/><p:nvPr/></p:nvSpPr><p:spPr><a:xfrm><a:off x="16796777" y="11932219"/><a:ext cx="29209" cy="9525"/></a:xfrm><a:custGeom><a:avLst/><a:gdLst/><a:ahLst/><a:cxnLst/><a:rect l="l" t="t" r="r" b="b"/><a:pathLst><a:path w="29209" h="9525"><a:moveTo><a:pt x="28887" y="0"/></a:moveTo><a:lnTo><a:pt x="26284" y="0"/></a:lnTo><a:lnTo><a:pt x="17714" y="228"/></a:lnTo><a:lnTo><a:pt x="9189" y="2790"/></a:lnTo><a:lnTo><a:pt x="2099" y="7641"/></a:lnTo><a:lnTo><a:pt x="0" y="9068"/></a:lnTo></a:path></a:pathLst></a:custGeom><a:ln w="3175"><a:solidFill><a:srgbClr val="000000"/></a:solidFill></a:ln></p:spPr><p:txBody><a:bodyPr wrap="square" lIns="0" tIns="0" rIns="0" bIns="0" rtlCol="0"/><a:lstStyle/><a:p/></p:txBody></p:sp><p:sp><p:nvSpPr><p:cNvPr id="681" name="object 681"/><p:cNvSpPr/><p:nvPr/></p:nvSpPr><p:spPr><a:xfrm><a:off x="17033838" y="11945150"/><a:ext cx="28575" cy="10160"/></a:xfrm><a:custGeom><a:avLst/><a:gdLst/><a:ahLst/><a:cxnLst/><a:rect l="l" t="t" r="r" b="b"/><a:pathLst><a:path w="28575" h="10159"><a:moveTo><a:pt x="28551" y="9824"/></a:moveTo><a:lnTo><a:pt x="26536" y="8312"/></a:lnTo><a:lnTo><a:pt x="19489" y="3258"/></a:lnTo><a:lnTo><a:pt x="11170" y="456"/></a:lnTo><a:lnTo><a:pt x="2519" y="83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82" name="object 682"/><p:cNvSpPr/><p:nvPr/></p:nvSpPr><p:spPr><a:xfrm><a:off x="17005034" y="11936249"/><a:ext cx="29845" cy="8255"/></a:xfrm><a:custGeom><a:avLst/><a:gdLst/><a:ahLst/><a:cxnLst/><a:rect l="l" t="t" r="r" b="b"/><a:pathLst><a:path w="29844" h="8254"><a:moveTo><a:pt x="29307" y="7725"/></a:moveTo><a:lnTo><a:pt x="2519" y="0"/></a:lnTo><a:lnTo><a:pt x="0" y="167"/></a:lnTo></a:path></a:pathLst></a:custGeom><a:ln w="3175"><a:solidFill><a:srgbClr val="000000"/></a:solidFill></a:ln></p:spPr><p:txBody><a:bodyPr wrap="square" lIns="0" tIns="0" rIns="0" bIns="0" rtlCol="0"/><a:lstStyle/><a:p/></p:txBody></p:sp><p:sp><p:nvSpPr><p:cNvPr id="683" name="object 683"/><p:cNvSpPr/><p:nvPr/></p:nvSpPr><p:spPr><a:xfrm><a:off x="16945664" y="11925921"/><a:ext cx="18415" cy="24765"/></a:xfrm><a:custGeom><a:avLst/><a:gdLst/><a:ahLst/><a:cxnLst/><a:rect l="l" t="t" r="r" b="b"/><a:pathLst><a:path w="18415" h="24765"><a:moveTo><a:pt x="18306" y="2468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84" name="object 684"/><p:cNvSpPr/><p:nvPr/></p:nvSpPr><p:spPr><a:xfrm><a:off x="16945748" y="11924550"/><a:ext cx="30480" cy="4445"/></a:xfrm><a:custGeom><a:avLst/><a:gdLst/><a:ahLst/><a:cxnLst/><a:rect l="l" t="t" r="r" b="b"/><a:pathLst><a:path w="30480" h="4445"><a:moveTo><a:pt x="30062" y="4142"/></a:moveTo><a:lnTo><a:pt x="27711" y="3134"/></a:lnTo><a:lnTo><a:pt x="21499" y="1155"/></a:lnTo><a:lnTo><a:pt x="15247" y="117"/></a:lnTo><a:lnTo><a:pt x="8908" y="0"/></a:lnTo><a:lnTo><a:pt x="2435" y="783"/></a:lnTo><a:lnTo><a:pt x="0" y="1371"/></a:lnTo></a:path></a:pathLst></a:custGeom><a:ln w="3175"><a:solidFill><a:srgbClr val="000000"/></a:solidFill></a:ln></p:spPr><p:txBody><a:bodyPr wrap="square" lIns="0" tIns="0" rIns="0" bIns="0" rtlCol="0"/><a:lstStyle/><a:p/></p:txBody></p:sp><p:sp><p:nvSpPr><p:cNvPr id="685" name="object 685"/><p:cNvSpPr/><p:nvPr/></p:nvSpPr><p:spPr><a:xfrm><a:off x="16915601" y="11924157"/><a:ext cx="20320" cy="23495"/></a:xfrm><a:custGeom><a:avLst/><a:gdLst/><a:ahLst/><a:cxnLst/><a:rect l="l" t="t" r="r" b="b"/><a:pathLst><a:path w="20319" h="23495"><a:moveTo><a:pt x="20153" y="23259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86" name="object 686"/><p:cNvSpPr/><p:nvPr/></p:nvSpPr><p:spPr><a:xfrm><a:off x="16915601" y="11921813"/><a:ext cx="30480" cy="3175"/></a:xfrm><a:custGeom><a:avLst/><a:gdLst/><a:ahLst/><a:cxnLst/><a:rect l="l" t="t" r="r" b="b"/><a:pathLst><a:path w="30480" h="3175"><a:moveTo><a:pt x="30230" y="2764"/></a:moveTo><a:lnTo><a:pt x="27795" y="2008"/></a:lnTo><a:lnTo><a:pt x="21540" y="534"/></a:lnTo><a:lnTo><a:pt x="15140" y="0"/></a:lnTo><a:lnTo><a:pt x="8727" y="385"/></a:lnTo><a:lnTo><a:pt x="2435" y="1672"/></a:lnTo><a:lnTo><a:pt x="0" y="2428"/></a:lnTo></a:path></a:pathLst></a:custGeom><a:ln w="3175"><a:solidFill><a:srgbClr val="000000"/></a:solidFill></a:ln></p:spPr><p:txBody><a:bodyPr wrap="square" lIns="0" tIns="0" rIns="0" bIns="0" rtlCol="0"/><a:lstStyle/><a:p/></p:txBody></p:sp><p:sp><p:nvSpPr><p:cNvPr id="687" name="object 687"/><p:cNvSpPr/><p:nvPr/></p:nvSpPr><p:spPr><a:xfrm><a:off x="16935755" y="11947417"/><a:ext cx="27305" cy="2540"/></a:xfrm><a:custGeom><a:avLst/><a:gdLst/><a:ahLst/><a:cxnLst/><a:rect l="l" t="t" r="r" b="b"/><a:pathLst><a:path w="27305" h="2540"><a:moveTo><a:pt x="0" y="0"/></a:moveTo><a:lnTo><a:pt x="3778" y="923"/></a:lnTo><a:lnTo><a:pt x="10650" y="2328"/></a:lnTo><a:lnTo><a:pt x="16417" y="2489"/></a:lnTo><a:lnTo><a:pt x="23344" y="1343"/></a:lnTo><a:lnTo><a:pt x="27207" y="587"/></a:lnTo></a:path></a:pathLst></a:custGeom><a:ln w="3175"><a:solidFill><a:srgbClr val="000000"/></a:solidFill></a:ln></p:spPr><p:txBody><a:bodyPr wrap="square" lIns="0" tIns="0" rIns="0" bIns="0" rtlCol="0"/><a:lstStyle/><a:p/></p:txBody></p:sp><p:sp><p:nvSpPr><p:cNvPr id="688" name="object 688"/><p:cNvSpPr/><p:nvPr/></p:nvSpPr><p:spPr><a:xfrm><a:off x="16907372" y="11944898"/><a:ext cx="27305" cy="3175"/></a:xfrm><a:custGeom><a:avLst/><a:gdLst/><a:ahLst/><a:cxnLst/><a:rect l="l" t="t" r="r" b="b"/><a:pathLst><a:path w="27305" h="3175"><a:moveTo><a:pt x="0" y="1511"/></a:moveTo><a:lnTo><a:pt x="3946" y="2183"/></a:lnTo><a:lnTo><a:pt x="10431" y="3154"/></a:lnTo><a:lnTo><a:pt x="17067" y="2569"/></a:lnTo><a:lnTo><a:pt x="23428" y="1091"/></a:lnTo><a:lnTo><a:pt x="27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89" name="object 689"/><p:cNvSpPr/><p:nvPr/></p:nvSpPr><p:spPr><a:xfrm><a:off x="16975559" y="11929952"/><a:ext cx="16510" cy="26670"/></a:xfrm><a:custGeom><a:avLst/><a:gdLst/><a:ahLst/><a:cxnLst/><a:rect l="l" t="t" r="r" b="b"/><a:pathLst><a:path w="16509" h="26670"><a:moveTo><a:pt x="16207" y="26114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90" name="object 690"/><p:cNvSpPr/><p:nvPr/></p:nvSpPr><p:spPr><a:xfrm><a:off x="16975475" y="11929318"/><a:ext cx="29845" cy="6350"/></a:xfrm><a:custGeom><a:avLst/><a:gdLst/><a:ahLst/><a:cxnLst/><a:rect l="l" t="t" r="r" b="b"/><a:pathLst><a:path w="29844" h="6350"><a:moveTo><a:pt x="29811" y="5755"/></a:moveTo><a:lnTo><a:pt x="27543" y="4580"/></a:lnTo><a:lnTo><a:pt x="21610" y="2161"/></a:lnTo><a:lnTo><a:pt x="15387" y="641"/></a:lnTo><a:lnTo><a:pt x="9006" y="0"/></a:lnTo><a:lnTo><a:pt x="2603" y="213"/></a:lnTo><a:lnTo><a:pt x="0" y="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691" name="object 691"/><p:cNvSpPr/><p:nvPr/></p:nvSpPr><p:spPr><a:xfrm><a:off x="16963971" y="11950608"/><a:ext cx="27305" cy="3810"/></a:xfrm><a:custGeom><a:avLst/><a:gdLst/><a:ahLst/><a:cxnLst/><a:rect l="l" t="t" r="r" b="b"/><a:pathLst><a:path w="27305" h="3809"><a:moveTo><a:pt x="0" y="0"/></a:moveTo><a:lnTo><a:pt x="3694" y="1259"/></a:lnTo><a:lnTo><a:pt x="9974" y="3196"/></a:lnTo><a:lnTo><a:pt x="16636" y="3788"/></a:lnTo><a:lnTo><a:pt x="23177" y="3274"/></a:lnTo><a:lnTo><a:pt x="27039" y="2770"/></a:lnTo></a:path></a:pathLst></a:custGeom><a:ln w="3175"><a:solidFill><a:srgbClr val="000000"/></a:solidFill></a:ln></p:spPr><p:txBody><a:bodyPr wrap="square" lIns="0" tIns="0" rIns="0" bIns="0" rtlCol="0"/><a:lstStyle/><a:p/></p:txBody></p:sp><p:sp><p:nvSpPr><p:cNvPr id="692" name="object 692"/><p:cNvSpPr/><p:nvPr/></p:nvSpPr><p:spPr><a:xfrm><a:off x="17249821" y="12169097"/><a:ext cx="14604" cy="27305"/></a:xfrm><a:custGeom><a:avLst/><a:gdLst/><a:ahLst/><a:cxnLst/><a:rect l="l" t="t" r="r" b="b"/><a:pathLst><a:path w="14605" h="27304"><a:moveTo><a:pt x="0" y="27290"/></a:moveTo><a:lnTo><a:pt x="1419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93" name="object 693"/><p:cNvSpPr/><p:nvPr/></p:nvSpPr><p:spPr><a:xfrm><a:off x="17252172" y="12141387"/><a:ext cx="13335" cy="27305"/></a:xfrm><a:custGeom><a:avLst/><a:gdLst/><a:ahLst/><a:cxnLst/><a:rect l="l" t="t" r="r" b="b"/><a:pathLst><a:path w="13334" h="27304"><a:moveTo><a:pt x="13016" y="27290"/></a:moveTo><a:lnTo><a:pt x="12680" y="24687"/></a:lnTo><a:lnTo><a:pt x="11290" y="16180"/></a:lnTo><a:lnTo><a:pt x="7533" y="8252"/></a:lnTo><a:lnTo><a:pt x="1763" y="184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94" name="object 694"/><p:cNvSpPr/><p:nvPr/></p:nvSpPr><p:spPr><a:xfrm><a:off x="17147707" y="12145501"/><a:ext cx="41910" cy="22860"/></a:xfrm><a:custGeom><a:avLst/><a:gdLst/><a:ahLst/><a:cxnLst/><a:rect l="l" t="t" r="r" b="b"/><a:pathLst><a:path w="41909" h="22859"><a:moveTo><a:pt x="41651" y="0"/></a:moveTo><a:lnTo><a:pt x="0" y="22503"/></a:lnTo></a:path></a:pathLst></a:custGeom><a:ln w="3175"><a:solidFill><a:srgbClr val="000000"/></a:solidFill></a:ln></p:spPr><p:txBody><a:bodyPr wrap="square" lIns="0" tIns="0" rIns="0" bIns="0" rtlCol="0"/><a:lstStyle/><a:p/></p:txBody></p:sp><p:sp><p:nvSpPr><p:cNvPr id="695" name="object 695"/><p:cNvSpPr/><p:nvPr/></p:nvSpPr><p:spPr><a:xfrm><a:off x="17152242" y="12158180"/><a:ext cx="53340" cy="40640"/></a:xfrm><a:custGeom><a:avLst/><a:gdLst/><a:ahLst/><a:cxnLst/><a:rect l="l" t="t" r="r" b="b"/><a:pathLst><a:path w="53340" h="40640"><a:moveTo><a:pt x="0" y="18809"/></a:moveTo><a:lnTo><a:pt x="43414" y="0"/></a:lnTo><a:lnTo><a:pt x="9405" y="40557"/></a:lnTo><a:lnTo><a:pt x="52820" y="21748"/></a:lnTo></a:path></a:pathLst></a:custGeom><a:ln w="3175"><a:solidFill><a:srgbClr val="000000"/></a:solidFill></a:ln></p:spPr><p:txBody><a:bodyPr wrap="square" lIns="0" tIns="0" rIns="0" bIns="0" rtlCol="0"/><a:lstStyle/><a:p/></p:txBody></p:sp><p:sp><p:nvSpPr><p:cNvPr id="696" name="object 696"/><p:cNvSpPr/><p:nvPr/></p:nvSpPr><p:spPr><a:xfrm><a:off x="17240248" y="12141387"/><a:ext cx="12065" cy="53340"/></a:xfrm><a:custGeom><a:avLst/><a:gdLst/><a:ahLst/><a:cxnLst/><a:rect l="l" t="t" r="r" b="b"/><a:pathLst><a:path w="12065" h="53340"><a:moveTo><a:pt x="11924" y="0"/></a:moveTo><a:lnTo><a:pt x="0" y="28297"/></a:lnTo><a:lnTo><a:pt x="839" y="32160"/></a:lnTo><a:lnTo><a:pt x="2222" y="38011"/></a:lnTo><a:lnTo><a:pt x="5535" y="45018"/></a:lnTo><a:lnTo><a:pt x="9069" y="49877"/></a:lnTo><a:lnTo><a:pt x="11504" y="52984"/></a:lnTo></a:path></a:pathLst></a:custGeom><a:ln w="3175"><a:solidFill><a:srgbClr val="000000"/></a:solidFill></a:ln></p:spPr><p:txBody><a:bodyPr wrap="square" lIns="0" tIns="0" rIns="0" bIns="0" rtlCol="0"/><a:lstStyle/><a:p/></p:txBody></p:sp><p:sp><p:nvSpPr><p:cNvPr id="697" name="object 697"/><p:cNvSpPr/><p:nvPr/></p:nvSpPr><p:spPr><a:xfrm><a:off x="17228659" y="12114601"/><a:ext cx="10160" cy="29845"/></a:xfrm><a:custGeom><a:avLst/><a:gdLst/><a:ahLst/><a:cxnLst/><a:rect l="l" t="t" r="r" b="b"/><a:pathLst><a:path w="10159" h="29845"><a:moveTo><a:pt x="0" y="29221"/></a:moveTo><a:lnTo><a:pt x="957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98" name="object 698"/><p:cNvSpPr/><p:nvPr/></p:nvSpPr><p:spPr><a:xfrm><a:off x="17238232" y="12114684"/><a:ext cx="15240" cy="26670"/></a:xfrm><a:custGeom><a:avLst/><a:gdLst/><a:ahLst/><a:cxnLst/><a:rect l="l" t="t" r="r" b="b"/><a:pathLst><a:path w="15240" h="26670"><a:moveTo><a:pt x="15115" y="26114"/></a:moveTo><a:lnTo><a:pt x="14611" y="23679"/></a:lnTo><a:lnTo><a:pt x="12585" y="15328"/></a:lnTo><a:lnTo><a:pt x="8067" y="7676"/></a:lnTo><a:lnTo><a:pt x="1931" y="167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99" name="object 699"/><p:cNvSpPr/><p:nvPr/></p:nvSpPr><p:spPr><a:xfrm><a:off x="17228659" y="12143821"/><a:ext cx="13970" cy="24130"/></a:xfrm><a:custGeom><a:avLst/><a:gdLst/><a:ahLst/><a:cxnLst/><a:rect l="l" t="t" r="r" b="b"/><a:pathLst><a:path w="13969" h="24129"><a:moveTo><a:pt x="0" y="0"/></a:moveTo><a:lnTo><a:pt x="1091" y="3778"/></a:lnTo><a:lnTo><a:pt x="3213" y="9912"/></a:lnTo><a:lnTo><a:pt x="6536" y="15878"/></a:lnTo><a:lnTo><a:pt x="10748" y="20824"/></a:lnTo><a:lnTo><a:pt x="13351" y="23679"/></a:lnTo></a:path></a:pathLst></a:custGeom><a:ln w="3175"><a:solidFill><a:srgbClr val="000000"/></a:solidFill></a:ln></p:spPr><p:txBody><a:bodyPr wrap="square" lIns="0" tIns="0" rIns="0" bIns="0" rtlCol="0"/><a:lstStyle/><a:p/></p:txBody></p:sp><p:sp><p:nvSpPr><p:cNvPr id="700" name="object 700"/><p:cNvSpPr/><p:nvPr/></p:nvSpPr><p:spPr><a:xfrm><a:off x="17214971" y="12089074"/><a:ext cx="7620" cy="30480"/></a:xfrm><a:custGeom><a:avLst/><a:gdLst/><a:ahLst/><a:cxnLst/><a:rect l="l" t="t" r="r" b="b"/><a:pathLst><a:path w="7619" h="30479"><a:moveTo><a:pt x="0" y="29893"/></a:moveTo><a:lnTo><a:pt x="730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01" name="object 701"/><p:cNvSpPr/><p:nvPr/></p:nvSpPr><p:spPr><a:xfrm><a:off x="17222193" y="12089074"/><a:ext cx="17780" cy="25400"/></a:xfrm><a:custGeom><a:avLst/><a:gdLst/><a:ahLst/><a:cxnLst/><a:rect l="l" t="t" r="r" b="b"/><a:pathLst><a:path w="17780" h="25400"><a:moveTo><a:pt x="17214" y="24938"/></a:moveTo><a:lnTo><a:pt x="16459" y="22419"/></a:lnTo><a:lnTo><a:pt x="13630" y="14294"/></a:lnTo><a:lnTo><a:pt x="8855" y="6989"/></a:lnTo><a:lnTo><a:pt x="2099" y="159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02" name="object 702"/><p:cNvSpPr/><p:nvPr/></p:nvSpPr><p:spPr><a:xfrm><a:off x="17214971" y="12118967"/><a:ext cx="15875" cy="22860"/></a:xfrm><a:custGeom><a:avLst/><a:gdLst/><a:ahLst/><a:cxnLst/><a:rect l="l" t="t" r="r" b="b"/><a:pathLst><a:path w="15875" h="22859"><a:moveTo><a:pt x="0" y="0"/></a:moveTo><a:lnTo><a:pt x="1427" y="3694"/></a:lnTo><a:lnTo><a:pt x="4202" y="10037"/></a:lnTo><a:lnTo><a:pt x="7486" y="14961"/></a:lnTo><a:lnTo><a:pt x="12344" y="19900"/></a:lnTo><a:lnTo><a:pt x="15283" y="22587"/></a:lnTo></a:path></a:pathLst></a:custGeom><a:ln w="3175"><a:solidFill><a:srgbClr val="000000"/></a:solidFill></a:ln></p:spPr><p:txBody><a:bodyPr wrap="square" lIns="0" tIns="0" rIns="0" bIns="0" rtlCol="0"/><a:lstStyle/><a:p/></p:txBody></p:sp><p:sp><p:nvSpPr><p:cNvPr id="703" name="object 703"/><p:cNvSpPr/><p:nvPr/></p:nvSpPr><p:spPr><a:xfrm><a:off x="17199352" y="12064891"/><a:ext cx="5080" cy="30480"/></a:xfrm><a:custGeom><a:avLst/><a:gdLst/><a:ahLst/><a:cxnLst/><a:rect l="l" t="t" r="r" b="b"/><a:pathLst><a:path w="5080" h="30479"><a:moveTo><a:pt x="0" y="30396"/></a:moveTo><a:lnTo><a:pt x="487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04" name="object 704"/><p:cNvSpPr/><p:nvPr/></p:nvSpPr><p:spPr><a:xfrm><a:off x="17204306" y="12064891"/><a:ext cx="19685" cy="24130"/></a:xfrm><a:custGeom><a:avLst/><a:gdLst/><a:ahLst/><a:cxnLst/><a:rect l="l" t="t" r="r" b="b"/><a:pathLst><a:path w="19684" h="24129"><a:moveTo><a:pt x="19062" y="23511"/></a:moveTo><a:lnTo><a:pt x="18138" y="21076"/></a:lnTo><a:lnTo><a:pt x="14748" y="13219"/></a:lnTo><a:lnTo><a:pt x="9196" y="6243"/></a:lnTo><a:lnTo><a:pt x="2099" y="142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05" name="object 705"/><p:cNvSpPr/><p:nvPr/></p:nvSpPr><p:spPr><a:xfrm><a:off x="17199352" y="12095203"/><a:ext cx="17145" cy="21590"/></a:xfrm><a:custGeom><a:avLst/><a:gdLst/><a:ahLst/><a:cxnLst/><a:rect l="l" t="t" r="r" b="b"/><a:pathLst><a:path w="17144" h="21590"><a:moveTo><a:pt x="0" y="0"/></a:moveTo><a:lnTo><a:pt x="1175" y="2519"/></a:lnTo><a:lnTo><a:pt x="4782" y="9338"/></a:lnTo><a:lnTo><a:pt x="8855" y="14756"/></a:lnTo><a:lnTo><a:pt x="14863" y="19648"/></a:lnTo><a:lnTo><a:pt x="17046" y="21328"/></a:lnTo></a:path></a:pathLst></a:custGeom><a:ln w="3175"><a:solidFill><a:srgbClr val="000000"/></a:solidFill></a:ln></p:spPr><p:txBody><a:bodyPr wrap="square" lIns="0" tIns="0" rIns="0" bIns="0" rtlCol="0"/><a:lstStyle/><a:p/></p:txBody></p:sp><p:sp><p:nvSpPr><p:cNvPr id="706" name="object 706"/><p:cNvSpPr/><p:nvPr/></p:nvSpPr><p:spPr><a:xfrm><a:off x="17181885" y="12042218"/><a:ext cx="2540" cy="31115"/></a:xfrm><a:custGeom><a:avLst/><a:gdLst/><a:ahLst/><a:cxnLst/><a:rect l="l" t="t" r="r" b="b"/><a:pathLst><a:path w="2540" h="31115"><a:moveTo><a:pt x="0" y="30648"/></a:moveTo><a:lnTo><a:pt x="2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07" name="object 707"/><p:cNvSpPr/><p:nvPr/></p:nvSpPr><p:spPr><a:xfrm><a:off x="17184320" y="12042303"/><a:ext cx="20955" cy="22225"/></a:xfrm><a:custGeom><a:avLst/><a:gdLst/><a:ahLst/><a:cxnLst/><a:rect l="l" t="t" r="r" b="b"/><a:pathLst><a:path w="20955" h="22225"><a:moveTo><a:pt x="20909" y="21832"/></a:moveTo><a:lnTo><a:pt x="2267" y="117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08" name="object 708"/><p:cNvSpPr/><p:nvPr/></p:nvSpPr><p:spPr><a:xfrm><a:off x="17181969" y="12072868"/><a:ext cx="19050" cy="20320"/></a:xfrm><a:custGeom><a:avLst/><a:gdLst/><a:ahLst/><a:cxnLst/><a:rect l="l" t="t" r="r" b="b"/><a:pathLst><a:path w="19050" h="20320"><a:moveTo><a:pt x="0" y="0"/></a:moveTo><a:lnTo><a:pt x="1343" y="2351"/></a:lnTo><a:lnTo><a:pt x="5202" y="8751"/></a:lnTo><a:lnTo><a:pt x="10137" y="14057"/></a:lnTo><a:lnTo><a:pt x="16291" y="18305"/></a:lnTo><a:lnTo><a:pt x="18642" y="19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709" name="object 709"/><p:cNvSpPr/><p:nvPr/></p:nvSpPr><p:spPr><a:xfrm><a:off x="17162739" y="12021227"/><a:ext cx="635" cy="31115"/></a:xfrm><a:custGeom><a:avLst/><a:gdLst/><a:ahLst/><a:cxnLst/><a:rect l="l" t="t" r="r" b="b"/><a:pathLst><a:path w="634" h="31115"><a:moveTo><a:pt x="0" y="30732"/></a:moveTo><a:lnTo><a:pt x="8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10" name="object 710"/><p:cNvSpPr/><p:nvPr/></p:nvSpPr><p:spPr><a:xfrm><a:off x="17162739" y="12021227"/><a:ext cx="22860" cy="20320"/></a:xfrm><a:custGeom><a:avLst/><a:gdLst/><a:ahLst/><a:cxnLst/><a:rect l="l" t="t" r="r" b="b"/><a:pathLst><a:path w="22859" h="20320"><a:moveTo><a:pt x="22589" y="20152"/></a:moveTo><a:lnTo><a:pt x="21329" y="17885"/></a:lnTo><a:lnTo><a:pt x="16740" y="10647"/></a:lnTo><a:lnTo><a:pt x="10092" y="4688"/></a:lnTo><a:lnTo><a:pt x="2351" y="100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11" name="object 711"/><p:cNvSpPr/><p:nvPr/></p:nvSpPr><p:spPr><a:xfrm><a:off x="17162823" y="12051875"/><a:ext cx="20320" cy="18415"/></a:xfrm><a:custGeom><a:avLst/><a:gdLst/><a:ahLst/><a:cxnLst/><a:rect l="l" t="t" r="r" b="b"/><a:pathLst><a:path w="20319" h="18415"><a:moveTo><a:pt x="0" y="0"/></a:moveTo><a:lnTo><a:pt x="1511" y="2351"/></a:lnTo><a:lnTo><a:pt x="5904" y="8364"/></a:lnTo><a:lnTo><a:pt x="11255" y="13323"/></a:lnTo><a:lnTo><a:pt x="17718" y="17045"/></a:lnTo><a:lnTo><a:pt x="20153" y="18389"/></a:lnTo></a:path></a:pathLst></a:custGeom><a:ln w="3175"><a:solidFill><a:srgbClr val="000000"/></a:solidFill></a:ln></p:spPr><p:txBody><a:bodyPr wrap="square" lIns="0" tIns="0" rIns="0" bIns="0" rtlCol="0"/><a:lstStyle/><a:p/></p:txBody></p:sp><p:sp><p:nvSpPr><p:cNvPr id="712" name="object 712"/><p:cNvSpPr/><p:nvPr/></p:nvSpPr><p:spPr><a:xfrm><a:off x="17088757" y="12063547"/><a:ext cx="49530" cy="33020"/></a:xfrm><a:custGeom><a:avLst/><a:gdLst/><a:ahLst/><a:cxnLst/><a:rect l="l" t="t" r="r" b="b"/><a:pathLst><a:path w="49530" h="33020"><a:moveTo><a:pt x="0" y="33000"/></a:moveTo><a:lnTo><a:pt x="33841" y="0"/></a:lnTo><a:lnTo><a:pt x="49125" y="15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713" name="object 713"/><p:cNvSpPr/><p:nvPr/></p:nvSpPr><p:spPr><a:xfrm><a:off x="17106476" y="12079249"/><a:ext cx="9525" cy="10160"/></a:xfrm><a:custGeom><a:avLst/><a:gdLst/><a:ahLst/><a:cxnLst/><a:rect l="l" t="t" r="r" b="b"/><a:pathLst><a:path w="9525" h="10159"><a:moveTo><a:pt x="0" y="0"/></a:moveTo><a:lnTo><a:pt x="9405" y="9740"/></a:lnTo></a:path></a:pathLst></a:custGeom><a:ln w="3175"><a:solidFill><a:srgbClr val="000000"/></a:solidFill></a:ln></p:spPr><p:txBody><a:bodyPr wrap="square" lIns="0" tIns="0" rIns="0" bIns="0" rtlCol="0"/><a:lstStyle/><a:p/></p:txBody></p:sp><p:sp><p:nvSpPr><p:cNvPr id="714" name="object 714"/><p:cNvSpPr/><p:nvPr/></p:nvSpPr><p:spPr><a:xfrm><a:off x="17088757" y="12096547"/><a:ext cx="15875" cy="15875"/></a:xfrm><a:custGeom><a:avLst/><a:gdLst/><a:ahLst/><a:cxnLst/><a:rect l="l" t="t" r="r" b="b"/><a:pathLst><a:path w="15875" h="15875"><a:moveTo><a:pt x="0" y="0"/></a:moveTo><a:lnTo><a:pt x="15283" y="15786"/></a:lnTo></a:path></a:pathLst></a:custGeom><a:ln w="3175"><a:solidFill><a:srgbClr val="000000"/></a:solidFill></a:ln></p:spPr><p:txBody><a:bodyPr wrap="square" lIns="0" tIns="0" rIns="0" bIns="0" rtlCol="0"/><a:lstStyle/><a:p/></p:txBody></p:sp><p:sp><p:nvSpPr><p:cNvPr id="715" name="object 715"/><p:cNvSpPr/><p:nvPr/></p:nvSpPr><p:spPr><a:xfrm><a:off x="17139562" y="12001998"/><a:ext cx="2540" cy="31115"/></a:xfrm><a:custGeom><a:avLst/><a:gdLst/><a:ahLst/><a:cxnLst/><a:rect l="l" t="t" r="r" b="b"/><a:pathLst><a:path w="2540" h="31115"><a:moveTo><a:pt x="2435" y="30648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16" name="object 716"/><p:cNvSpPr/><p:nvPr/></p:nvSpPr><p:spPr><a:xfrm><a:off x="17114957" y="11984699"/><a:ext cx="5080" cy="30480"/></a:xfrm><a:custGeom><a:avLst/><a:gdLst/><a:ahLst/><a:cxnLst/><a:rect l="l" t="t" r="r" b="b"/><a:pathLst><a:path w="5080" h="30479"><a:moveTo><a:pt x="4786" y="3031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17" name="object 717"/><p:cNvSpPr/><p:nvPr/></p:nvSpPr><p:spPr><a:xfrm><a:off x="17114957" y="11984699"/><a:ext cx="26034" cy="16510"/></a:xfrm><a:custGeom><a:avLst/><a:gdLst/><a:ahLst/><a:cxnLst/><a:rect l="l" t="t" r="r" b="b"/><a:pathLst><a:path w="26034" h="16509"><a:moveTo><a:pt x="25444" y="16290"/></a:moveTo><a:lnTo><a:pt x="23848" y="14358"/></a:lnTo><a:lnTo><a:pt x="18244" y="7891"/></a:lnTo><a:lnTo><a:pt x="10752" y="3031"/></a:lnTo><a:lnTo><a:pt x="2519" y="67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18" name="object 718"/><p:cNvSpPr/><p:nvPr/></p:nvSpPr><p:spPr><a:xfrm><a:off x="17119744" y="12015012"/><a:ext cx="22860" cy="15240"/></a:xfrm><a:custGeom><a:avLst/><a:gdLst/><a:ahLst/><a:cxnLst/><a:rect l="l" t="t" r="r" b="b"/><a:pathLst><a:path w="22859" h="15240"><a:moveTo><a:pt x="0" y="0"/></a:moveTo><a:lnTo><a:pt x="1931" y="2015"/></a:lnTo><a:lnTo><a:pt x="7280" y="7434"/></a:lnTo><a:lnTo><a:pt x="13181" y="11200"/></a:lnTo><a:lnTo><a:pt x="20237" y="14022"/></a:lnTo><a:lnTo><a:pt x="22841" y="14946"/></a:lnTo></a:path></a:pathLst></a:custGeom><a:ln w="3175"><a:solidFill><a:srgbClr val="000000"/></a:solidFill></a:ln></p:spPr><p:txBody><a:bodyPr wrap="square" lIns="0" tIns="0" rIns="0" bIns="0" rtlCol="0"/><a:lstStyle/><a:p/></p:txBody></p:sp><p:sp><p:nvSpPr><p:cNvPr id="719" name="object 719"/><p:cNvSpPr/><p:nvPr/></p:nvSpPr><p:spPr><a:xfrm><a:off x="17089009" y="11969333"/><a:ext cx="7620" cy="30480"/></a:xfrm><a:custGeom><a:avLst/><a:gdLst/><a:ahLst/><a:cxnLst/><a:rect l="l" t="t" r="r" b="b"/><a:pathLst><a:path w="7619" h="30479"><a:moveTo><a:pt x="7221" y="2989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20" name="object 720"/><p:cNvSpPr/><p:nvPr/></p:nvSpPr><p:spPr><a:xfrm><a:off x="17089009" y="11969333"/><a:ext cx="27305" cy="14604"/></a:xfrm><a:custGeom><a:avLst/><a:gdLst/><a:ahLst/><a:cxnLst/><a:rect l="l" t="t" r="r" b="b"/><a:pathLst><a:path w="27305" h="14604"><a:moveTo><a:pt x="26703" y="14274"/></a:moveTo><a:lnTo><a:pt x="24856" y="12427"/></a:lnTo><a:lnTo><a:pt x="19112" y="6499"/></a:lnTo><a:lnTo><a:pt x="10572" y="2086"/></a:lnTo><a:lnTo><a:pt x="2519" y="41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21" name="object 721"/><p:cNvSpPr/><p:nvPr/></p:nvSpPr><p:spPr><a:xfrm><a:off x="17096231" y="11999226"/><a:ext cx="24130" cy="13335"/></a:xfrm><a:custGeom><a:avLst/><a:gdLst/><a:ahLst/><a:cxnLst/><a:rect l="l" t="t" r="r" b="b"/><a:pathLst><a:path w="24130" h="13334"><a:moveTo><a:pt x="0" y="0"/></a:moveTo><a:lnTo><a:pt x="2939" y="2603"/></a:lnTo><a:lnTo><a:pt x="7899" y="6683"/></a:lnTo><a:lnTo><a:pt x="14041" y="10038"/></a:lnTo><a:lnTo><a:pt x="20153" y="12007"/></a:lnTo><a:lnTo><a:pt x="23932" y="13015"/></a:lnTo></a:path></a:pathLst></a:custGeom><a:ln w="3175"><a:solidFill><a:srgbClr val="000000"/></a:solidFill></a:ln></p:spPr><p:txBody><a:bodyPr wrap="square" lIns="0" tIns="0" rIns="0" bIns="0" rtlCol="0"/><a:lstStyle/><a:p/></p:txBody></p:sp><p:sp><p:nvSpPr><p:cNvPr id="722" name="object 722"/><p:cNvSpPr/><p:nvPr/></p:nvSpPr><p:spPr><a:xfrm><a:off x="17110003" y="12086639"/><a:ext cx="52069" cy="48895"/></a:xfrm><a:custGeom><a:avLst/><a:gdLst/><a:ahLst/><a:cxnLst/><a:rect l="l" t="t" r="r" b="b"/><a:pathLst><a:path w="52069" h="48895"><a:moveTo><a:pt x="0" y="30229"/></a:moveTo><a:lnTo><a:pt x="36361" y="0"/></a:lnTo><a:lnTo><a:pt x="15115" y="48450"/></a:lnTo><a:lnTo><a:pt x="51476" y="18221"/></a:lnTo></a:path></a:pathLst></a:custGeom><a:ln w="3175"><a:solidFill><a:srgbClr val="000000"/></a:solidFill></a:ln></p:spPr><p:txBody><a:bodyPr wrap="square" lIns="0" tIns="0" rIns="0" bIns="0" rtlCol="0"/><a:lstStyle/><a:p/></p:txBody></p:sp><p:sp><p:nvSpPr><p:cNvPr id="723" name="object 723"/><p:cNvSpPr/><p:nvPr/></p:nvSpPr><p:spPr><a:xfrm><a:off x="17134691" y="12120562"/><a:ext cx="43815" cy="35560"/></a:xfrm><a:custGeom><a:avLst/><a:gdLst/><a:ahLst/><a:cxnLst/><a:rect l="l" t="t" r="r" b="b"/><a:pathLst><a:path w="43815" h="35559"><a:moveTo><a:pt x="38544" y="20908"/></a:moveTo><a:lnTo><a:pt x="41399" y="17045"/></a:lnTo><a:lnTo><a:pt x="43330" y="11755"/></a:lnTo><a:lnTo><a:pt x="43330" y="7725"/></a:lnTo><a:lnTo><a:pt x="39720" y="2015"/></a:lnTo><a:lnTo><a:pt x="35941" y="419"/></a:lnTo><a:lnTo><a:pt x="30314" y="0"/></a:lnTo><a:lnTo><a:pt x="25612" y="1091"/></a:lnTo><a:lnTo><a:pt x="0" y="27793"/></a:lnTo><a:lnTo><a:pt x="3694" y="33419"/></a:lnTo><a:lnTo><a:pt x="7389" y="35015"/></a:lnTo><a:lnTo><a:pt x="13016" y="35435"/></a:lnTo><a:lnTo><a:pt x="17718" y="34427"/></a:lnTo><a:lnTo><a:pt x="23428" y="30732"/></a:lnTo><a:lnTo><a:pt x="18810" y="23595"/></a:lnTo></a:path></a:pathLst></a:custGeom><a:ln w="3175"><a:solidFill><a:srgbClr val="000000"/></a:solidFill></a:ln></p:spPr><p:txBody><a:bodyPr wrap="square" lIns="0" tIns="0" rIns="0" bIns="0" rtlCol="0"/><a:lstStyle/><a:p/></p:txBody></p:sp><p:sp><p:nvSpPr><p:cNvPr id="724" name="object 724"/><p:cNvSpPr/><p:nvPr/></p:nvSpPr><p:spPr><a:xfrm><a:off x="17139562" y="12001998"/><a:ext cx="24130" cy="18415"/></a:xfrm><a:custGeom><a:avLst/><a:gdLst/><a:ahLst/><a:cxnLst/><a:rect l="l" t="t" r="r" b="b"/><a:pathLst><a:path w="24130" h="18415"><a:moveTo><a:pt x="24100" y="18305"/></a:moveTo><a:lnTo><a:pt x="2435" y="83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25" name="object 725"/><p:cNvSpPr/><p:nvPr/></p:nvSpPr><p:spPr><a:xfrm><a:off x="17141997" y="12032646"/><a:ext cx="21590" cy="17145"/></a:xfrm><a:custGeom><a:avLst/><a:gdLst/><a:ahLst/><a:cxnLst/><a:rect l="l" t="t" r="r" b="b"/><a:pathLst><a:path w="21590" h="17145"><a:moveTo><a:pt x="0" y="0"/></a:moveTo><a:lnTo><a:pt x="1763" y="2183"/></a:lnTo><a:lnTo><a:pt x="6260" y="7600"/></a:lnTo><a:lnTo><a:pt x="12652" y="12602"/></a:lnTo><a:lnTo><a:pt x="19062" y="15534"/></a:lnTo><a:lnTo><a:pt x="21581" y="16625"/></a:lnTo></a:path></a:pathLst></a:custGeom><a:ln w="3175"><a:solidFill><a:srgbClr val="000000"/></a:solidFill></a:ln></p:spPr><p:txBody><a:bodyPr wrap="square" lIns="0" tIns="0" rIns="0" bIns="0" rtlCol="0"/><a:lstStyle/><a:p/></p:txBody></p:sp><p:sp><p:nvSpPr><p:cNvPr id="726" name="object 726"/><p:cNvSpPr/><p:nvPr/></p:nvSpPr><p:spPr><a:xfrm><a:off x="17263928" y="12169097"/><a:ext cx="11430" cy="28575"/></a:xfrm><a:custGeom><a:avLst/><a:gdLst/><a:ahLst/><a:cxnLst/><a:rect l="l" t="t" r="r" b="b"/><a:pathLst><a:path w="11430" h="28575"><a:moveTo><a:pt x="10832" y="28297"/></a:moveTo><a:lnTo><a:pt x="10664" y="25694"/></a:lnTo><a:lnTo><a:pt x="9976" y="16821"/></a:lnTo><a:lnTo><a:pt x="6957" y="9154"/></a:lnTo><a:lnTo><a:pt x="1679" y="201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27" name="object 727"/><p:cNvSpPr/><p:nvPr/></p:nvSpPr><p:spPr><a:xfrm><a:off x="16591953" y="12339057"/><a:ext cx="636905" cy="53340"/></a:xfrm><a:custGeom><a:avLst/><a:gdLst/><a:ahLst/><a:cxnLst/><a:rect l="l" t="t" r="r" b="b"/><a:pathLst><a:path w="636905" h="53340"><a:moveTo><a:pt x="48958" y="9829"/></a:moveTo><a:lnTo><a:pt x="30264" y="15925"/></a:lnTo><a:lnTo><a:pt x="18732" y="0"/></a:lnTo><a:lnTo><a:pt x="18732" y="19685"/></a:lnTo><a:lnTo><a:pt x="0" y="25781"/></a:lnTo><a:lnTo><a:pt x="18732" y="31826"/></a:lnTo><a:lnTo><a:pt x="18732" y="51562"/></a:lnTo><a:lnTo><a:pt x="30238" y="35598"/></a:lnTo><a:lnTo><a:pt x="48958" y="41732"/></a:lnTo><a:lnTo><a:pt x="37414" y="25793"/></a:lnTo><a:lnTo><a:pt x="48958" y="9829"/></a:lnTo><a:close/></a:path><a:path w="636905" h="53340"><a:moveTo><a:pt x="636447" y="27203"/></a:moveTo><a:lnTo><a:pt x="617728" y="21120"/></a:lnTo><a:lnTo><a:pt x="617728" y="1422"/></a:lnTo><a:lnTo><a:pt x="606132" y="17348"/></a:lnTo><a:lnTo><a:pt x="587413" y="11252"/></a:lnTo><a:lnTo><a:pt x="598970" y="27190"/></a:lnTo><a:lnTo><a:pt x="587413" y="43078"/></a:lnTo><a:lnTo><a:pt x="606132" y="37033"/></a:lnTo><a:lnTo><a:pt x="608342" y="30226"/></a:lnTo><a:lnTo><a:pt x="606132" y="37033"/></a:lnTo><a:lnTo><a:pt x="617728" y="52984"/></a:lnTo><a:lnTo><a:pt x="617728" y="33248"/></a:lnTo><a:lnTo><a:pt x="636447" y="27203"/></a:lnTo><a:close/></a:path></a:pathLst></a:custGeom><a:solidFill><a:srgbClr val="000000"/></a:solidFill></p:spPr><p:txBody><a:bodyPr wrap="square" lIns="0" tIns="0" rIns="0" bIns="0" rtlCol="0"/><a:lstStyle/><a:p/></p:txBody></p:sp><p:sp><p:nvSpPr><p:cNvPr id="728" name="object 728"/><p:cNvSpPr/><p:nvPr/></p:nvSpPr><p:spPr><a:xfrm><a:off x="17124026" y="12456692"/><a:ext cx="52705" cy="46990"/></a:xfrm><a:custGeom><a:avLst/><a:gdLst/><a:ahLst/><a:cxnLst/><a:rect l="l" t="t" r="r" b="b"/><a:pathLst><a:path w="52705" h="46990"><a:moveTo><a:pt x="38796" y="46435"/></a:moveTo><a:lnTo><a:pt x="0" y="19396"/></a:lnTo><a:lnTo><a:pt x="52316" y="27038"/></a:lnTo><a:lnTo><a:pt x="13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29" name="object 729"/><p:cNvSpPr/><p:nvPr/></p:nvSpPr><p:spPr><a:xfrm><a:off x="17146448" y="12443761"/><a:ext cx="42545" cy="21590"/></a:xfrm><a:custGeom><a:avLst/><a:gdLst/><a:ahLst/><a:cxnLst/><a:rect l="l" t="t" r="r" b="b"/><a:pathLst><a:path w="42544" h="21590"><a:moveTo><a:pt x="0" y="0"/></a:moveTo><a:lnTo><a:pt x="42239" y="21244"/></a:lnTo></a:path></a:pathLst></a:custGeom><a:ln w="3175"><a:solidFill><a:srgbClr val="000000"/></a:solidFill></a:ln></p:spPr><p:txBody><a:bodyPr wrap="square" lIns="0" tIns="0" rIns="0" bIns="0" rtlCol="0"/><a:lstStyle/><a:p/></p:txBody></p:sp><p:sp><p:nvSpPr><p:cNvPr id="730" name="object 730"/><p:cNvSpPr/><p:nvPr/></p:nvSpPr><p:spPr><a:xfrm><a:off x="17097238" y="12491540"/><a:ext cx="34925" cy="45720"/></a:xfrm><a:custGeom><a:avLst/><a:gdLst/><a:ahLst/><a:cxnLst/><a:rect l="l" t="t" r="r" b="b"/><a:pathLst><a:path w="34925" h="45720"><a:moveTo><a:pt x="34513" y="45595"/></a:moveTo><a:lnTo><a:pt x="0" y="13267"/></a:lnTo><a:lnTo><a:pt x="10412" y="2183"/></a:lnTo><a:lnTo><a:pt x="15535" y="0"/></a:lnTo><a:lnTo><a:pt x="16459" y="28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731" name="object 731"/><p:cNvSpPr/><p:nvPr/></p:nvSpPr><p:spPr><a:xfrm><a:off x="17121759" y="12511608"/><a:ext cx="26670" cy="8255"/></a:xfrm><a:custGeom><a:avLst/><a:gdLst/><a:ahLst/><a:cxnLst/><a:rect l="l" t="t" r="r" b="b"/><a:pathLst><a:path w="26669" h="8254"><a:moveTo><a:pt x="0" y="0"/></a:moveTo><a:lnTo><a:pt x="26200" y="8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732" name="object 732"/><p:cNvSpPr/><p:nvPr/></p:nvSpPr><p:spPr><a:xfrm><a:off x="17071962" y="12519670"/><a:ext cx="37465" cy="41910"/></a:xfrm><a:custGeom><a:avLst/><a:gdLst/><a:ahLst/><a:cxnLst/><a:rect l="l" t="t" r="r" b="b"/><a:pathLst><a:path w="37465" h="41909"><a:moveTo><a:pt x="1259" y="4534"/></a:moveTo><a:lnTo><a:pt x="0" y="8396"/></a:lnTo><a:lnTo><a:pt x="251" y="14022"/></a:lnTo><a:lnTo><a:pt x="1679" y="18641"/></a:lnTo><a:lnTo><a:pt x="26787" y="41816"/></a:lnTo><a:lnTo><a:pt x="30818" y="41480"/></a:lnTo><a:lnTo><a:pt x="36109" y="37198"/></a:lnTo><a:lnTo><a:pt x="37368" y="33335"/></a:lnTo><a:lnTo><a:pt x="37200" y="27709"/></a:lnTo><a:lnTo><a:pt x="10580" y="0"/></a:lnTo><a:lnTo><a:pt x="6550" y="335"/></a:lnTo><a:lnTo><a:pt x="1259" y="4534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733" name="object 733"/><p:cNvSpPr/><p:nvPr/></p:nvSpPr><p:spPr><a:xfrm><a:off x="17032830" y="12538395"/><a:ext cx="24130" cy="52069"/></a:xfrm><a:custGeom><a:avLst/><a:gdLst/><a:ahLst/><a:cxnLst/><a:rect l="l" t="t" r="r" b="b"/><a:pathLst><a:path w="24130" h="52070"><a:moveTo><a:pt x="24016" y="51893"/></a:moveTo><a:lnTo><a:pt x="0" y="11167"/></a:lnTo><a:lnTo><a:pt x="1889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34" name="object 734"/><p:cNvSpPr/><p:nvPr/></p:nvSpPr><p:spPr><a:xfrm><a:off x="17044251" y="12562074"/><a:ext cx="12065" cy="6985"/></a:xfrm><a:custGeom><a:avLst/><a:gdLst/><a:ahLst/><a:cxnLst/><a:rect l="l" t="t" r="r" b="b"/><a:pathLst><a:path w="12065" h="6984"><a:moveTo><a:pt x="0" y="6885"/></a:moveTo><a:lnTo><a:pt x="1167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35" name="object 735"/><p:cNvSpPr/><p:nvPr/></p:nvSpPr><p:spPr><a:xfrm><a:off x="17012928" y="12558547"/><a:ext cx="20955" cy="42545"/></a:xfrm><a:custGeom><a:avLst/><a:gdLst/><a:ahLst/><a:cxnLst/><a:rect l="l" t="t" r="r" b="b"/><a:pathLst><a:path w="20955" h="42545"><a:moveTo><a:pt x="0" y="0"/></a:moveTo><a:lnTo><a:pt x="20741" y="42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736" name="object 736"/><p:cNvSpPr/><p:nvPr/></p:nvSpPr><p:spPr><a:xfrm><a:off x="16975559" y="12570723"/><a:ext cx="34290" cy="45085"/></a:xfrm><a:custGeom><a:avLst/><a:gdLst/><a:ahLst/><a:cxnLst/><a:rect l="l" t="t" r="r" b="b"/><a:pathLst><a:path w="34290" h="45084"><a:moveTo><a:pt x="0" y="0"/></a:moveTo><a:lnTo><a:pt x="14443" y="45007"/></a:lnTo><a:lnTo><a:pt x="33757" y="38793"/></a:lnTo></a:path></a:pathLst></a:custGeom><a:ln w="3175"><a:solidFill><a:srgbClr val="000000"/></a:solidFill></a:ln></p:spPr><p:txBody><a:bodyPr wrap="square" lIns="0" tIns="0" rIns="0" bIns="0" rtlCol="0"/><a:lstStyle/><a:p/></p:txBody></p:sp><p:sp><p:nvSpPr><p:cNvPr id="737" name="object 737"/><p:cNvSpPr/><p:nvPr/></p:nvSpPr><p:spPr><a:xfrm><a:off x="16939702" y="12575929"/><a:ext cx="27305" cy="48895"/></a:xfrm><a:custGeom><a:avLst/><a:gdLst/><a:ahLst/><a:cxnLst/><a:rect l="l" t="t" r="r" b="b"/><a:pathLst><a:path w="27305" h="48895"><a:moveTo><a:pt x="0" y="48870"/></a:moveTo><a:lnTo><a:pt x="5458" y="0"/></a:lnTo><a:lnTo><a:pt x="26703" y="44335"/></a:lnTo></a:path></a:pathLst></a:custGeom><a:ln w="3175"><a:solidFill><a:srgbClr val="000000"/></a:solidFill></a:ln></p:spPr><p:txBody><a:bodyPr wrap="square" lIns="0" tIns="0" rIns="0" bIns="0" rtlCol="0"/><a:lstStyle/><a:p/></p:txBody></p:sp><p:sp><p:nvSpPr><p:cNvPr id="738" name="object 738"/><p:cNvSpPr/><p:nvPr/></p:nvSpPr><p:spPr><a:xfrm><a:off x="16942053" y="12605654"/><a:ext cx="17145" cy="3175"/></a:xfrm><a:custGeom><a:avLst/><a:gdLst/><a:ahLst/><a:cxnLst/><a:rect l="l" t="t" r="r" b="b"/><a:pathLst><a:path w="17144" h="3175"><a:moveTo><a:pt x="0" y="2770"/></a:moveTo><a:lnTo><a:pt x="1671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39" name="object 739"/><p:cNvSpPr/><p:nvPr/></p:nvSpPr><p:spPr><a:xfrm><a:off x="16896287" y="12578112"/><a:ext cx="26034" cy="47625"/></a:xfrm><a:custGeom><a:avLst/><a:gdLst/><a:ahLst/><a:cxnLst/><a:rect l="l" t="t" r="r" b="b"/><a:pathLst><a:path w="26034" h="47625"><a:moveTo><a:pt x="25108" y="11000"/></a:moveTo><a:lnTo><a:pt x="23344" y="6549"/></a:lnTo><a:lnTo><a:pt x="19818" y="2099"/></a:lnTo><a:lnTo><a:pt x="16375" y="0"/></a:lnTo><a:lnTo><a:pt x="9657" y="167"/></a:lnTo><a:lnTo><a:pt x="6298" y="2519"/></a:lnTo><a:lnTo><a:pt x="3107" y="7053"/></a:lnTo><a:lnTo><a:pt x="1511" y="11587"/></a:lnTo><a:lnTo><a:pt x="0" y="18389"/></a:lnTo><a:lnTo><a:pt x="251" y="29641"/></a:lnTo><a:lnTo><a:pt x="2099" y="36358"/></a:lnTo><a:lnTo><a:pt x="3946" y="40809"/></a:lnTo><a:lnTo><a:pt x="7473" y="45259"/></a:lnTo><a:lnTo><a:pt x="10832" y="47442"/></a:lnTo><a:lnTo><a:pt x="17634" y="47274"/></a:lnTo><a:lnTo><a:pt x="20909" y="44923"/></a:lnTo><a:lnTo><a:pt x="24184" y="40305"/></a:lnTo><a:lnTo><a:pt x="25780" y="35771"/></a:lnTo></a:path></a:pathLst></a:custGeom><a:ln w="3175"><a:solidFill><a:srgbClr val="000000"/></a:solidFill></a:ln></p:spPr><p:txBody><a:bodyPr wrap="square" lIns="0" tIns="0" rIns="0" bIns="0" rtlCol="0"/><a:lstStyle/><a:p/></p:txBody></p:sp><p:sp><p:nvSpPr><p:cNvPr id="740" name="object 740"/><p:cNvSpPr/><p:nvPr/></p:nvSpPr><p:spPr><a:xfrm><a:off x="16615392" y="12410341"/><a:ext cx="46355" cy="36195"/></a:xfrm><a:custGeom><a:avLst/><a:gdLst/><a:ahLst/><a:cxnLst/><a:rect l="l" t="t" r="r" b="b"/><a:pathLst><a:path w="46355" h="36195"><a:moveTo><a:pt x="43246" y="21160"/></a:moveTo><a:lnTo><a:pt x="45850" y="16122"/></a:lnTo><a:lnTo><a:pt x="45598" y="10580"/></a:lnTo><a:lnTo><a:pt x="42575" y="4534"/></a:lnTo><a:lnTo><a:pt x="38292" y="1007"/></a:lnTo><a:lnTo><a:pt x="32750" y="0"/></a:lnTo><a:lnTo><a:pt x="28719" y="2015"/></a:lnTo><a:lnTo><a:pt x="25444" y="5458"/></a:lnTo><a:lnTo><a:pt x="24184" y="7977"/></a:lnTo><a:lnTo><a:pt x="23680" y="12007"/></a:lnTo><a:lnTo><a:pt x="24184" y="23091"/></a:lnTo><a:lnTo><a:pt x="23680" y="27122"/></a:lnTo><a:lnTo><a:pt x="22421" y="29641"/></a:lnTo><a:lnTo><a:pt x="19062" y="33167"/></a:lnTo><a:lnTo><a:pt x="13016" y="36190"/></a:lnTo><a:lnTo><a:pt x="7557" y="35183"/></a:lnTo><a:lnTo><a:pt x="3275" y="31656"/></a:lnTo><a:lnTo><a:pt x="251" y="25610"/></a:lnTo><a:lnTo><a:pt x="0" y="20068"/></a:lnTo><a:lnTo><a:pt x="2519" y="15030"/></a:lnTo></a:path></a:pathLst></a:custGeom><a:ln w="3175"><a:solidFill><a:srgbClr val="000000"/></a:solidFill></a:ln></p:spPr><p:txBody><a:bodyPr wrap="square" lIns="0" tIns="0" rIns="0" bIns="0" rtlCol="0"/><a:lstStyle/><a:p/></p:txBody></p:sp><p:sp><p:nvSpPr><p:cNvPr id="741" name="object 741"/><p:cNvSpPr/><p:nvPr/></p:nvSpPr><p:spPr><a:xfrm><a:off x="16637477" y="12449471"/><a:ext cx="39370" cy="27305"/></a:xfrm><a:custGeom><a:avLst/><a:gdLst/><a:ahLst/><a:cxnLst/><a:rect l="l" t="t" r="r" b="b"/><a:pathLst><a:path w="39369" h="27304"><a:moveTo><a:pt x="38880" y="0"/></a:moveTo><a:lnTo><a:pt x="0" y="26954"/></a:lnTo></a:path></a:pathLst></a:custGeom><a:ln w="3175"><a:solidFill><a:srgbClr val="000000"/></a:solidFill></a:ln></p:spPr><p:txBody><a:bodyPr wrap="square" lIns="0" tIns="0" rIns="0" bIns="0" rtlCol="0"/><a:lstStyle/><a:p/></p:txBody></p:sp><p:sp><p:nvSpPr><p:cNvPr id="742" name="object 742"/><p:cNvSpPr/><p:nvPr/></p:nvSpPr><p:spPr><a:xfrm><a:off x="16669639" y="12439814"/><a:ext cx="13970" cy="19685"/></a:xfrm><a:custGeom><a:avLst/><a:gdLst/><a:ahLst/><a:cxnLst/><a:rect l="l" t="t" r="r" b="b"/><a:pathLst><a:path w="13969" h="19684"><a:moveTo><a:pt x="0" y="0"/></a:moveTo><a:lnTo><a:pt x="13519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743" name="object 743"/><p:cNvSpPr/><p:nvPr/></p:nvSpPr><p:spPr><a:xfrm><a:off x="16656875" y="12482387"/><a:ext cx="44450" cy="42545"/></a:xfrm><a:custGeom><a:avLst/><a:gdLst/><a:ahLst/><a:cxnLst/><a:rect l="l" t="t" r="r" b="b"/><a:pathLst><a:path w="44450" h="42545"><a:moveTo><a:pt x="0" y="22335"/></a:moveTo><a:lnTo><a:pt x="43834" y="0"/></a:lnTo><a:lnTo><a:pt x="18390" y="42068"/></a:lnTo></a:path></a:pathLst></a:custGeom><a:ln w="3175"><a:solidFill><a:srgbClr val="000000"/></a:solidFill></a:ln></p:spPr><p:txBody><a:bodyPr wrap="square" lIns="0" tIns="0" rIns="0" bIns="0" rtlCol="0"/><a:lstStyle/><a:p/></p:txBody></p:sp><p:sp><p:nvSpPr><p:cNvPr id="744" name="object 744"/><p:cNvSpPr/><p:nvPr/></p:nvSpPr><p:spPr><a:xfrm><a:off x="16671906" y="12497670"/><a:ext cx="12065" cy="12700"/></a:xfrm><a:custGeom><a:avLst/><a:gdLst/><a:ahLst/><a:cxnLst/><a:rect l="l" t="t" r="r" b="b"/><a:pathLst><a:path w="12065" h="12700"><a:moveTo><a:pt x="0" y="0"/></a:moveTo><a:lnTo><a:pt x="11504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745" name="object 745"/><p:cNvSpPr/><p:nvPr/></p:nvSpPr><p:spPr><a:xfrm><a:off x="16697351" y="12509257"/><a:ext cx="29845" cy="36830"/></a:xfrm><a:custGeom><a:avLst/><a:gdLst/><a:ahLst/><a:cxnLst/><a:rect l="l" t="t" r="r" b="b"/><a:pathLst><a:path w="29844" h="36829"><a:moveTo><a:pt x="29727" y="0"/></a:moveTo><a:lnTo><a:pt x="0" y="36778"/></a:lnTo></a:path></a:pathLst></a:custGeom><a:ln w="3175"><a:solidFill><a:srgbClr val="000000"/></a:solidFill></a:ln></p:spPr><p:txBody><a:bodyPr wrap="square" lIns="0" tIns="0" rIns="0" bIns="0" rtlCol="0"/><a:lstStyle/><a:p/></p:txBody></p:sp><p:sp><p:nvSpPr><p:cNvPr id="746" name="object 746"/><p:cNvSpPr/><p:nvPr/></p:nvSpPr><p:spPr><a:xfrm><a:off x="16717841" y="12501784"/><a:ext cx="18415" cy="15240"/></a:xfrm><a:custGeom><a:avLst/><a:gdLst/><a:ahLst/><a:cxnLst/><a:rect l="l" t="t" r="r" b="b"/><a:pathLst><a:path w="18415" h="15240"><a:moveTo><a:pt x="0" y="0"/></a:moveTo><a:lnTo><a:pt x="18390" y="14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747" name="object 747"/><p:cNvSpPr/><p:nvPr/></p:nvSpPr><p:spPr><a:xfrm><a:off x="16711626" y="12519166"/><a:ext cx="45085" cy="39370"/></a:xfrm><a:custGeom><a:avLst/><a:gdLst/><a:ahLst/><a:cxnLst/><a:rect l="l" t="t" r="r" b="b"/><a:pathLst><a:path w="45084" h="39370"><a:moveTo><a:pt x="0" y="39045"/></a:moveTo><a:lnTo><a:pt x="26703" y="0"/></a:lnTo><a:lnTo><a:pt x="44842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748" name="object 748"/><p:cNvSpPr/><p:nvPr/></p:nvSpPr><p:spPr><a:xfrm><a:off x="16725650" y="12537807"/><a:ext cx="11430" cy="7620"/></a:xfrm><a:custGeom><a:avLst/><a:gdLst/><a:ahLst/><a:cxnLst/><a:rect l="l" t="t" r="r" b="b"/><a:pathLst><a:path w="11430" h="7620"><a:moveTo><a:pt x="0" y="0"/></a:moveTo><a:lnTo><a:pt x="11168" y="7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749" name="object 749"/><p:cNvSpPr/><p:nvPr/></p:nvSpPr><p:spPr><a:xfrm><a:off x="16711626" y="12558212"/><a:ext cx="18415" cy="12700"/></a:xfrm><a:custGeom><a:avLst/><a:gdLst/><a:ahLst/><a:cxnLst/><a:rect l="l" t="t" r="r" b="b"/><a:pathLst><a:path w="18415" h="12700"><a:moveTo><a:pt x="0" y="0"/></a:moveTo><a:lnTo><a:pt x="18138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750" name="object 750"/><p:cNvSpPr/><p:nvPr/></p:nvSpPr><p:spPr><a:xfrm><a:off x="16781241" y="12556364"/><a:ext cx="31115" cy="46990"/></a:xfrm><a:custGeom><a:avLst/><a:gdLst/><a:ahLst/><a:cxnLst/><a:rect l="l" t="t" r="r" b="b"/><a:pathLst><a:path w="31115" h="46990"><a:moveTo><a:pt x="20657" y="0"/></a:moveTo><a:lnTo><a:pt x="0" y="30732"/></a:lnTo><a:lnTo><a:pt x="0" y="35519"/></a:lnTo><a:lnTo><a:pt x="1511" y="40977"/></a:lnTo><a:lnTo><a:pt x="3862" y="44251"/></a:lnTo><a:lnTo><a:pt x="10244" y="46603"/></a:lnTo><a:lnTo><a:pt x="14191" y="45763"/></a:lnTo><a:lnTo><a:pt x="30902" y="15954"/></a:lnTo><a:lnTo><a:pt x="30902" y="11167"/></a:lnTo><a:lnTo><a:pt x="29391" y="5709"/></a:lnTo><a:lnTo><a:pt x="27039" y="2435"/></a:lnTo><a:lnTo><a:pt x="20657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751" name="object 751"/><p:cNvSpPr/><p:nvPr/></p:nvSpPr><p:spPr><a:xfrm><a:off x="16820542" y="12567280"/><a:ext cx="31750" cy="46355"/></a:xfrm><a:custGeom><a:avLst/><a:gdLst/><a:ahLst/><a:cxnLst/><a:rect l="l" t="t" r="r" b="b"/><a:pathLst><a:path w="31750" h="46354"><a:moveTo><a:pt x="0" y="46183"/></a:moveTo><a:lnTo><a:pt x="10328" y="0"/></a:lnTo><a:lnTo><a:pt x="31742" y="4786"/></a:lnTo></a:path></a:pathLst></a:custGeom><a:ln w="3175"><a:solidFill><a:srgbClr val="000000"/></a:solidFill></a:ln></p:spPr><p:txBody><a:bodyPr wrap="square" lIns="0" tIns="0" rIns="0" bIns="0" rtlCol="0"/><a:lstStyle/><a:p/></p:txBody></p:sp><p:sp><p:nvSpPr><p:cNvPr id="752" name="object 752"/><p:cNvSpPr/><p:nvPr/></p:nvSpPr><p:spPr><a:xfrm><a:off x="16825916" y="12589280"/><a:ext cx="13335" cy="3175"/></a:xfrm><a:custGeom><a:avLst/><a:gdLst/><a:ahLst/><a:cxnLst/><a:rect l="l" t="t" r="r" b="b"/><a:pathLst><a:path w="13334" h="3175"><a:moveTo><a:pt x="0" y="0"/></a:moveTo><a:lnTo><a:pt x="13184" y="2938"/></a:lnTo></a:path></a:pathLst></a:custGeom><a:ln w="3175"><a:solidFill><a:srgbClr val="000000"/></a:solidFill></a:ln></p:spPr><p:txBody><a:bodyPr wrap="square" lIns="0" tIns="0" rIns="0" bIns="0" rtlCol="0"/><a:lstStyle/><a:p/></p:txBody></p:sp><p:sp><p:nvSpPr><p:cNvPr id="753" name="object 753"/><p:cNvSpPr/><p:nvPr/></p:nvSpPr><p:spPr><a:xfrm><a:off x="17157952" y="12421173"/><a:ext cx="48895" cy="31115"/></a:xfrm><a:custGeom><a:avLst/><a:gdLst/><a:ahLst/><a:cxnLst/><a:rect l="l" t="t" r="r" b="b"/><a:pathLst><a:path w="48894" h="31115"><a:moveTo><a:pt x="38208" y="31068"/></a:moveTo><a:lnTo><a:pt x="0" y="0"/></a:lnTo><a:lnTo><a:pt x="48789" y="6213"/></a:lnTo></a:path></a:pathLst></a:custGeom><a:ln w="3175"><a:solidFill><a:srgbClr val="000000"/></a:solidFill></a:ln></p:spPr><p:txBody><a:bodyPr wrap="square" lIns="0" tIns="0" rIns="0" bIns="0" rtlCol="0"/><a:lstStyle/><a:p/></p:txBody></p:sp><p:sp><p:nvSpPr><p:cNvPr id="754" name="object 754"/><p:cNvSpPr/><p:nvPr/></p:nvSpPr><p:spPr><a:xfrm><a:off x="17183649" y="12425876"/><a:ext cx="6985" cy="15875"/></a:xfrm><a:custGeom><a:avLst/><a:gdLst/><a:ahLst/><a:cxnLst/><a:rect l="l" t="t" r="r" b="b"/><a:pathLst><a:path w="6984" h="15875"><a:moveTo><a:pt x="0" y="15450"/></a:moveTo><a:lnTo><a:pt x="663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55" name="object 755"/><p:cNvSpPr/><p:nvPr/></p:nvSpPr><p:spPr><a:xfrm><a:off x="16887965" y="12063721"/><a:ext cx="24130" cy="5080"/></a:xfrm><a:custGeom><a:avLst/><a:gdLst/><a:ahLst/><a:cxnLst/><a:rect l="l" t="t" r="r" b="b"/><a:pathLst><a:path w="24130" h="5079"><a:moveTo><a:pt x="2108" y="1092"/></a:moveTo><a:lnTo><a:pt x="1765" y="927"/></a:lnTo><a:lnTo><a:pt x="1257" y="838"/></a:lnTo><a:lnTo><a:pt x="838" y="838"/></a:lnTo><a:lnTo><a:pt x="419" y="927"/></a:lnTo><a:lnTo><a:pt x="0" y="1092"/></a:lnTo><a:lnTo><a:pt x="2108" y="1092"/></a:lnTo><a:close/></a:path><a:path w="24130" h="5079"><a:moveTo><a:pt x="23761" y="1841"/></a:moveTo><a:lnTo><a:pt x="23596" y="1422"/></a:lnTo><a:lnTo><a:pt x="23431" y="1003"/></a:lnTo><a:lnTo><a:pt x="23177" y="673"/></a:lnTo><a:lnTo><a:pt x="22847" y="419"/></a:lnTo><a:lnTo><a:pt x="22504" y="165"/></a:lnTo><a:lnTo><a:pt x="22085" y="88"/></a:lnTo><a:lnTo><a:pt x="21666" y="0"/></a:lnTo><a:lnTo><a:pt x="21247" y="0"/></a:lnTo><a:lnTo><a:pt x="20916" y="88"/></a:lnTo><a:lnTo><a:pt x="19405" y="1422"/></a:lnTo><a:lnTo><a:pt x="19227" y="1841"/></a:lnTo><a:lnTo><a:pt x="19227" y="2273"/></a:lnTo><a:lnTo><a:pt x="19227" y="2692"/></a:lnTo><a:lnTo><a:pt x="19405" y="3111"/></a:lnTo><a:lnTo><a:pt x="21082" y="4445"/></a:lnTo><a:lnTo><a:pt x="21501" y="4533"/></a:lnTo><a:lnTo><a:pt x="21920" y="4445"/></a:lnTo><a:lnTo><a:pt x="22339" y="4368"/></a:lnTo><a:lnTo><a:pt x="22758" y="4114"/></a:lnTo><a:lnTo><a:pt x="23101" y="3860"/></a:lnTo><a:lnTo><a:pt x="23342" y="3530"/></a:lnTo><a:lnTo><a:pt x="23596" y="3111"/></a:lnTo><a:lnTo><a:pt x="23685" y="2692"/></a:lnTo><a:lnTo><a:pt x="23761" y="2273"/></a:lnTo><a:lnTo><a:pt x="23761" y="1841"/></a:lnTo><a:close/></a:path></a:pathLst></a:custGeom><a:solidFill><a:srgbClr val="000000"/></a:solidFill></p:spPr><p:txBody><a:bodyPr wrap="square" lIns="0" tIns="0" rIns="0" bIns="0" rtlCol="0"/><a:lstStyle/><a:p/></p:txBody></p:sp><p:sp><p:nvSpPr><p:cNvPr id="756" name="object 756"/><p:cNvSpPr/><p:nvPr/></p:nvSpPr><p:spPr><a:xfrm><a:off x="16866972" y="12064813"/><a:ext cx="24765" cy="4445"/></a:xfrm><a:custGeom><a:avLst/><a:gdLst/><a:ahLst/><a:cxnLst/><a:rect l="l" t="t" r="r" b="b"/><a:pathLst><a:path w="24765" h="4445"><a:moveTo><a:pt x="3441" y="3022"/></a:moveTo><a:lnTo><a:pt x="3111" y="2768"/></a:lnTo><a:lnTo><a:pt x="2768" y="2514"/></a:lnTo><a:lnTo><a:pt x="2438" y="2349"/></a:lnTo><a:lnTo><a:pt x="2273" y="2349"/></a:lnTo><a:lnTo><a:pt x="2019" y="2260"/></a:lnTo><a:lnTo><a:pt x="1511" y="2260"/></a:lnTo><a:lnTo><a:pt x="1181" y="2349"/></a:lnTo><a:lnTo><a:pt x="762" y="2438"/></a:lnTo><a:lnTo><a:pt x="419" y="2692"/></a:lnTo><a:lnTo><a:pt x="88" y="2933"/></a:lnTo><a:lnTo><a:pt x="3441" y="3022"/></a:lnTo><a:close/></a:path><a:path w="24765" h="4445"><a:moveTo><a:pt x="24269" y="1346"/></a:moveTo><a:lnTo><a:pt x="24104" y="927"/></a:lnTo><a:lnTo><a:pt x="23850" y="584"/></a:lnTo><a:lnTo><a:pt x="23520" y="254"/></a:lnTo><a:lnTo><a:pt x="23177" y="0"/></a:lnTo><a:lnTo><a:pt x="20916" y="0"/></a:lnTo><a:lnTo><a:pt x="20662" y="254"/></a:lnTo><a:lnTo><a:pt x="20320" y="508"/></a:lnTo><a:lnTo><a:pt x="20066" y="927"/></a:lnTo><a:lnTo><a:pt x="19900" y="1346"/></a:lnTo><a:lnTo><a:pt x="19824" y="1765"/></a:lnTo><a:lnTo><a:pt x="19735" y="2184"/></a:lnTo><a:lnTo><a:pt x="19824" y="2603"/></a:lnTo><a:lnTo><a:pt x="19989" y="3022"/></a:lnTo><a:lnTo><a:pt x="20243" y="3352"/></a:lnTo><a:lnTo><a:pt x="20497" y="3695"/></a:lnTo><a:lnTo><a:pt x="20828" y="3949"/></a:lnTo><a:lnTo><a:pt x="21158" y="4114"/></a:lnTo><a:lnTo><a:pt x="21590" y="4203"/></a:lnTo><a:lnTo><a:pt x="22009" y="4279"/></a:lnTo><a:lnTo><a:pt x="22428" y="4203"/></a:lnTo><a:lnTo><a:pt x="22847" y="4114"/></a:lnTo><a:lnTo><a:pt x="23266" y="3949"/></a:lnTo><a:lnTo><a:pt x="23596" y="3695"/></a:lnTo><a:lnTo><a:pt x="23850" y="3352"/></a:lnTo><a:lnTo><a:pt x="24104" y="3022"/></a:lnTo><a:lnTo><a:pt x="24180" y="2603"/></a:lnTo><a:lnTo><a:pt x="24269" y="2184"/></a:lnTo><a:lnTo><a:pt x="24269" y="1765"/></a:lnTo><a:lnTo><a:pt x="24269" y="1346"/></a:lnTo><a:close/></a:path></a:pathLst></a:custGeom><a:solidFill><a:srgbClr val="000000"/></a:solidFill></p:spPr><p:txBody><a:bodyPr wrap="square" lIns="0" tIns="0" rIns="0" bIns="0" rtlCol="0"/><a:lstStyle/><a:p/></p:txBody></p:sp><p:sp><p:nvSpPr><p:cNvPr id="757" name="object 757"/><p:cNvSpPr/><p:nvPr/></p:nvSpPr><p:spPr><a:xfrm><a:off x="16846487" y="12067747"/><a:ext cx="24765" cy="5715"/></a:xfrm><a:custGeom><a:avLst/><a:gdLst/><a:ahLst/><a:cxnLst/><a:rect l="l" t="t" r="r" b="b"/><a:pathLst><a:path w="24765" h="5715"><a:moveTo><a:pt x="4368" y="5130"/></a:moveTo><a:lnTo><a:pt x="4279" y="4787"/></a:lnTo><a:lnTo><a:pt x="4025" y="4457"/></a:lnTo><a:lnTo><a:pt x="3771" y="4114"/></a:lnTo><a:lnTo><a:pt x="3441" y="3873"/></a:lnTo><a:lnTo><a:pt x="3098" y="3695"/></a:lnTo><a:lnTo><a:pt x="2933" y="3619"/></a:lnTo><a:lnTo><a:pt x="2679" y="3530"/></a:lnTo><a:lnTo><a:pt x="1765" y="3530"/></a:lnTo><a:lnTo><a:pt x="1422" y="3619"/></a:lnTo><a:lnTo><a:pt x="1092" y="3784"/></a:lnTo><a:lnTo><a:pt x="927" y="3873"/></a:lnTo><a:lnTo><a:pt x="749" y="4038"/></a:lnTo><a:lnTo><a:pt x="419" y="4368"/></a:lnTo><a:lnTo><a:pt x="165" y="4711"/></a:lnTo><a:lnTo><a:pt x="0" y="5130"/></a:lnTo><a:lnTo><a:pt x="4368" y="5130"/></a:lnTo><a:close/></a:path><a:path w="24765" h="5715"><a:moveTo><a:pt x="23926" y="88"/></a:moveTo><a:lnTo><a:pt x="20574" y="0"/></a:lnTo><a:lnTo><a:pt x="23926" y="88"/></a:lnTo><a:close/></a:path><a:path w="24765" h="5715"><a:moveTo><a:pt x="24523" y="1511"/></a:moveTo><a:lnTo><a:pt x="24434" y="1181"/></a:lnTo><a:lnTo><a:pt x="24345" y="850"/></a:lnTo><a:lnTo><a:pt x="24180" y="419"/></a:lnTo><a:lnTo><a:pt x="23926" y="88"/></a:lnTo><a:lnTo><a:pt x="20485" y="88"/></a:lnTo><a:lnTo><a:pt x="20320" y="342"/></a:lnTo><a:lnTo><a:pt x="20154" y="762"/></a:lnTo><a:lnTo><a:pt x="19989" y="1092"/></a:lnTo><a:lnTo><a:pt x="19989" y="2108"/></a:lnTo><a:lnTo><a:pt x="20066" y="2438"/></a:lnTo><a:lnTo><a:pt x="20320" y="2781"/></a:lnTo><a:lnTo><a:pt x="20408" y="2946"/></a:lnTo><a:lnTo><a:pt x="20574" y="3111"/></a:lnTo><a:lnTo><a:pt x="20650" y="3276"/></a:lnTo><a:lnTo><a:pt x="20904" y="3441"/></a:lnTo><a:lnTo><a:pt x="21069" y="3530"/></a:lnTo><a:lnTo><a:pt x="21323" y="3695"/></a:lnTo><a:lnTo><a:pt x="21742" y="3784"/></a:lnTo><a:lnTo><a:pt x="21920" y="3873"/></a:lnTo><a:lnTo><a:pt x="22580" y="3873"/></a:lnTo><a:lnTo><a:pt x="23012" y="3695"/></a:lnTo><a:lnTo><a:pt x="23177" y="3695"/></a:lnTo><a:lnTo><a:pt x="23431" y="3530"/></a:lnTo><a:lnTo><a:pt x="23761" y="3276"/></a:lnTo><a:lnTo><a:pt x="23850" y="3111"/></a:lnTo><a:lnTo><a:pt x="24104" y="2946"/></a:lnTo><a:lnTo><a:pt x="24180" y="2781"/></a:lnTo><a:lnTo><a:pt x="24269" y="2527"/></a:lnTo><a:lnTo><a:pt x="24434" y="2108"/></a:lnTo><a:lnTo><a:pt x="24434" y="1930"/></a:lnTo><a:lnTo><a:pt x="24523" y="1689"/></a:lnTo><a:lnTo><a:pt x="24523" y="1511"/></a:lnTo><a:close/></a:path></a:pathLst></a:custGeom><a:solidFill><a:srgbClr val="000000"/></a:solidFill></p:spPr><p:txBody><a:bodyPr wrap="square" lIns="0" tIns="0" rIns="0" bIns="0" rtlCol="0"/><a:lstStyle/><a:p/></p:txBody></p:sp><p:sp><p:nvSpPr><p:cNvPr id="758" name="object 758"/><p:cNvSpPr/><p:nvPr/></p:nvSpPr><p:spPr><a:xfrm><a:off x="16826840" y="12072535"/><a:ext cx="24130" cy="6985"/></a:xfrm><a:custGeom><a:avLst/><a:gdLst/><a:ahLst/><a:cxnLst/><a:rect l="l" t="t" r="r" b="b"/><a:pathLst><a:path w="24130" h="6984"><a:moveTo><a:pt x="4533" y="6718"/></a:moveTo><a:lnTo><a:pt x="4445" y="6464"/></a:lnTo><a:lnTo><a:pt x="4445" y="6299"/></a:lnTo><a:lnTo><a:pt x="4356" y="6134"/></a:lnTo><a:lnTo><a:pt x="4279" y="5969"/></a:lnTo><a:lnTo><a:pt x="4191" y="5715"/></a:lnTo><a:lnTo><a:pt x="4114" y="5549"/></a:lnTo><a:lnTo><a:pt x="3937" y="5372"/></a:lnTo><a:lnTo><a:pt x="3860" y="5207"/></a:lnTo><a:lnTo><a:pt x="3683" y="5041"/></a:lnTo><a:lnTo><a:pt x="3517" y="4953"/></a:lnTo><a:lnTo><a:pt x="3352" y="4876"/></a:lnTo><a:lnTo><a:pt x="3187" y="4787"/></a:lnTo><a:lnTo><a:pt x="2933" y="4711"/></a:lnTo><a:lnTo><a:pt x="2768" y="4622"/></a:lnTo><a:lnTo><a:pt x="2514" y="4622"/></a:lnTo><a:lnTo><a:pt x="2095" y="4533"/></a:lnTo><a:lnTo><a:pt x="1676" y="4622"/></a:lnTo><a:lnTo><a:pt x="1333" y="4787"/></a:lnTo><a:lnTo><a:pt x="1168" y="4876"/></a:lnTo><a:lnTo><a:pt x="914" y="4953"/></a:lnTo><a:lnTo><a:pt x="584" y="5207"/></a:lnTo><a:lnTo><a:pt x="495" y="5372"/></a:lnTo><a:lnTo><a:pt x="330" y="5549"/></a:lnTo><a:lnTo><a:pt x="241" y="5715"/></a:lnTo><a:lnTo><a:pt x="165" y="5969"/></a:lnTo><a:lnTo><a:pt x="76" y="6134"/></a:lnTo><a:lnTo><a:pt x="0" y="6299"/></a:lnTo><a:lnTo><a:pt x="0" y="6464"/></a:lnTo><a:lnTo><a:pt x="0" y="6718"/></a:lnTo><a:lnTo><a:pt x="0" y="6883"/></a:lnTo><a:lnTo><a:pt x="4533" y="6883"/></a:lnTo><a:lnTo><a:pt x="4533" y="6718"/></a:lnTo><a:close/></a:path><a:path w="24130" h="6984"><a:moveTo><a:pt x="24015" y="342"/></a:moveTo><a:lnTo><a:pt x="23926" y="0"/></a:lnTo><a:lnTo><a:pt x="19812" y="0"/></a:lnTo><a:lnTo><a:pt x="24015" y="342"/></a:lnTo><a:close/></a:path><a:path w="24130" h="6984"><a:moveTo><a:pt x="24091" y="762"/></a:moveTo><a:lnTo><a:pt x="24015" y="419"/></a:lnTo><a:lnTo><a:pt x="19646" y="342"/></a:lnTo><a:lnTo><a:pt x="19558" y="762"/></a:lnTo><a:lnTo><a:pt x="19558" y="1181"/></a:lnTo><a:lnTo><a:pt x="19646" y="1346"/></a:lnTo><a:lnTo><a:pt x="19646" y="1600"/></a:lnTo><a:lnTo><a:pt x="19723" y="1765"/></a:lnTo><a:lnTo><a:pt x="19812" y="2019"/></a:lnTo><a:lnTo><a:pt x="19900" y="2184"/></a:lnTo><a:lnTo><a:pt x="20066" y="2349"/></a:lnTo><a:lnTo><a:pt x="20142" y="2527"/></a:lnTo><a:lnTo><a:pt x="20320" y="2692"/></a:lnTo><a:lnTo><a:pt x="20485" y="2857"/></a:lnTo><a:lnTo><a:pt x="20650" y="2946"/></a:lnTo><a:lnTo><a:pt x="20904" y="3022"/></a:lnTo><a:lnTo><a:pt x="21069" y="3111"/></a:lnTo><a:lnTo><a:pt x="21323" y="3200"/></a:lnTo><a:lnTo><a:pt x="21488" y="3276"/></a:lnTo><a:lnTo><a:pt x="22085" y="3276"/></a:lnTo><a:lnTo><a:pt x="22415" y="3200"/></a:lnTo><a:lnTo><a:pt x="22580" y="3111"/></a:lnTo><a:lnTo><a:pt x="22834" y="3022"/></a:lnTo><a:lnTo><a:pt x="22999" y="2946"/></a:lnTo><a:lnTo><a:pt x="23177" y="2857"/></a:lnTo><a:lnTo><a:pt x="23342" y="2692"/></a:lnTo><a:lnTo><a:pt x="23507" y="2527"/></a:lnTo><a:lnTo><a:pt x="23672" y="2349"/></a:lnTo><a:lnTo><a:pt x="23837" y="2184"/></a:lnTo><a:lnTo><a:pt x="23926" y="2019"/></a:lnTo><a:lnTo><a:pt x="24015" y="1765"/></a:lnTo><a:lnTo><a:pt x="24015" y="1600"/></a:lnTo><a:lnTo><a:pt x="24091" y="1346"/></a:lnTo><a:lnTo><a:pt x="24091" y="1181"/></a:lnTo><a:lnTo><a:pt x="24091" y="838"/></a:lnTo><a:close/></a:path></a:pathLst></a:custGeom><a:solidFill><a:srgbClr val="000000"/></a:solidFill></p:spPr><p:txBody><a:bodyPr wrap="square" lIns="0" tIns="0" rIns="0" bIns="0" rtlCol="0"/><a:lstStyle/><a:p/></p:txBody></p:sp><p:sp><p:nvSpPr><p:cNvPr id="759" name="object 759"/><p:cNvSpPr/><p:nvPr/></p:nvSpPr><p:spPr><a:xfrm><a:off x="16807777" y="12079253"/><a:ext cx="24130" cy="8890"/></a:xfrm><a:custGeom><a:avLst/><a:gdLst/><a:ahLst/><a:cxnLst/><a:rect l="l" t="t" r="r" b="b"/><a:pathLst><a:path w="24130" h="8890"><a:moveTo><a:pt x="4533" y="7480"/></a:moveTo><a:lnTo><a:pt x="4445" y="7226"/></a:lnTo><a:lnTo><a:pt x="4445" y="7061"/></a:lnTo><a:lnTo><a:pt x="4356" y="6807"/></a:lnTo><a:lnTo><a:pt x="4356" y="6642"/></a:lnTo><a:lnTo><a:pt x="4191" y="6464"/></a:lnTo><a:lnTo><a:pt x="4114" y="6299"/></a:lnTo><a:lnTo><a:pt x="3937" y="6134"/></a:lnTo><a:lnTo><a:pt x="3860" y="5969"/></a:lnTo><a:lnTo><a:pt x="3695" y="5791"/></a:lnTo><a:lnTo><a:pt x="3517" y="5715"/></a:lnTo><a:lnTo><a:pt x="3352" y="5549"/></a:lnTo><a:lnTo><a:pt x="3187" y="5461"/></a:lnTo><a:lnTo><a:pt x="2933" y="5372"/></a:lnTo><a:lnTo><a:pt x="2768" y="5372"/></a:lnTo><a:lnTo><a:pt x="2514" y="5295"/></a:lnTo><a:lnTo><a:pt x="1930" y="5295"/></a:lnTo><a:lnTo><a:pt x="1752" y="5372"/></a:lnTo><a:lnTo><a:pt x="1511" y="5372"/></a:lnTo><a:lnTo><a:pt x="1333" y="5461"/></a:lnTo><a:lnTo><a:pt x="1168" y="5549"/></a:lnTo><a:lnTo><a:pt x="1003" y="5715"/></a:lnTo><a:lnTo><a:pt x="749" y="5791"/></a:lnTo><a:lnTo><a:pt x="660" y="5969"/></a:lnTo><a:lnTo><a:pt x="495" y="6134"/></a:lnTo><a:lnTo><a:pt x="330" y="6299"/></a:lnTo><a:lnTo><a:pt x="241" y="6464"/></a:lnTo><a:lnTo><a:pt x="165" y="6642"/></a:lnTo><a:lnTo><a:pt x="76" y="6807"/></a:lnTo><a:lnTo><a:pt x="0" y="7061"/></a:lnTo><a:lnTo><a:pt x="0" y="7226"/></a:lnTo><a:lnTo><a:pt x="0" y="7480"/></a:lnTo><a:lnTo><a:pt x="0" y="7645"/></a:lnTo><a:lnTo><a:pt x="0" y="7975"/></a:lnTo><a:lnTo><a:pt x="165" y="8394"/></a:lnTo><a:lnTo><a:pt x="4356" y="8394"/></a:lnTo><a:lnTo><a:pt x="4445" y="8064"/></a:lnTo><a:lnTo><a:pt x="4533" y="7645"/></a:lnTo><a:lnTo><a:pt x="4533" y="7480"/></a:lnTo><a:close/></a:path><a:path w="24130" h="8890"><a:moveTo><a:pt x="23596" y="165"/></a:moveTo><a:lnTo><a:pt x="19062" y="165"/></a:lnTo><a:lnTo><a:pt x="19062" y="419"/></a:lnTo><a:lnTo><a:pt x="19062" y="584"/></a:lnTo><a:lnTo><a:pt x="19138" y="838"/></a:lnTo><a:lnTo><a:pt x="19227" y="1016"/></a:lnTo><a:lnTo><a:pt x="19304" y="1257"/></a:lnTo><a:lnTo><a:pt x="19392" y="1435"/></a:lnTo><a:lnTo><a:pt x="19558" y="1600"/></a:lnTo><a:lnTo><a:pt x="19723" y="1676"/></a:lnTo><a:lnTo><a:pt x="19900" y="1854"/></a:lnTo><a:lnTo><a:pt x="19977" y="2019"/></a:lnTo><a:lnTo><a:pt x="20231" y="2095"/></a:lnTo><a:lnTo><a:pt x="20396" y="2184"/></a:lnTo><a:lnTo><a:pt x="20574" y="2273"/></a:lnTo><a:lnTo><a:pt x="20815" y="2349"/></a:lnTo><a:lnTo><a:pt x="20993" y="2349"/></a:lnTo><a:lnTo><a:pt x="21488" y="2349"/></a:lnTo><a:lnTo><a:pt x="21831" y="2349"/></a:lnTo><a:lnTo><a:pt x="21996" y="2273"/></a:lnTo><a:lnTo><a:pt x="22250" y="2184"/></a:lnTo><a:lnTo><a:pt x="22580" y="2019"/></a:lnTo><a:lnTo><a:pt x="22745" y="1854"/></a:lnTo><a:lnTo><a:pt x="22923" y="1676"/></a:lnTo><a:lnTo><a:pt x="23177" y="1435"/></a:lnTo><a:lnTo><a:pt x="23253" y="1257"/></a:lnTo><a:lnTo><a:pt x="23418" y="1016"/></a:lnTo><a:lnTo><a:pt x="23418" y="838"/></a:lnTo><a:lnTo><a:pt x="23507" y="584"/></a:lnTo><a:lnTo><a:pt x="23507" y="419"/></a:lnTo><a:lnTo><a:pt x="23596" y="165"/></a:lnTo><a:close/></a:path><a:path w="24130" h="8890"><a:moveTo><a:pt x="23596" y="0"/></a:moveTo><a:lnTo><a:pt x="19062" y="0"/></a:lnTo><a:lnTo><a:pt x="23596" y="165"/></a:lnTo><a:lnTo><a:pt x="23596" y="0"/></a:lnTo><a:close/></a:path></a:pathLst></a:custGeom><a:solidFill><a:srgbClr val="000000"/></a:solidFill></p:spPr><p:txBody><a:bodyPr wrap="square" lIns="0" tIns="0" rIns="0" bIns="0" rtlCol="0"/><a:lstStyle/><a:p/></p:txBody></p:sp><p:sp><p:nvSpPr><p:cNvPr id="760" name="object 760"/><p:cNvSpPr/><p:nvPr/></p:nvSpPr><p:spPr><a:xfrm><a:off x="16789387" y="12087318"/><a:ext cx="22860" cy="10160"/></a:xfrm><a:custGeom><a:avLst/><a:gdLst/><a:ahLst/><a:cxnLst/><a:rect l="l" t="t" r="r" b="b"/><a:pathLst><a:path w="22859" h="10159"><a:moveTo><a:pt x="4533" y="8229"/></a:moveTo><a:lnTo><a:pt x="4445" y="7975"/></a:lnTo><a:lnTo><a:pt x="4445" y="7810"/></a:lnTo><a:lnTo><a:pt x="4279" y="7556"/></a:lnTo><a:lnTo><a:pt x="4279" y="7391"/></a:lnTo><a:lnTo><a:pt x="4114" y="7137"/></a:lnTo><a:lnTo><a:pt x="3860" y="6883"/></a:lnTo><a:lnTo><a:pt x="3683" y="6718"/></a:lnTo><a:lnTo><a:pt x="3517" y="6553"/></a:lnTo><a:lnTo><a:pt x="3352" y="6464"/></a:lnTo><a:lnTo><a:pt x="3098" y="6375"/></a:lnTo><a:lnTo><a:pt x="2679" y="6299"/></a:lnTo><a:lnTo><a:pt x="2006" y="6210"/></a:lnTo><a:lnTo><a:pt x="1752" y="6299"/></a:lnTo><a:lnTo><a:pt x="1511" y="6299"/></a:lnTo><a:lnTo><a:pt x="1333" y="6375"/></a:lnTo><a:lnTo><a:pt x="1168" y="6464"/></a:lnTo><a:lnTo><a:pt x="1003" y="6553"/></a:lnTo><a:lnTo><a:pt x="749" y="6718"/></a:lnTo><a:lnTo><a:pt x="660" y="6883"/></a:lnTo><a:lnTo><a:pt x="495" y="7048"/></a:lnTo><a:lnTo><a:pt x="241" y="7391"/></a:lnTo><a:lnTo><a:pt x="165" y="7556"/></a:lnTo><a:lnTo><a:pt x="76" y="7810"/></a:lnTo><a:lnTo><a:pt x="0" y="7975"/></a:lnTo><a:lnTo><a:pt x="0" y="8229"/></a:lnTo><a:lnTo><a:pt x="0" y="8648"/></a:lnTo><a:lnTo><a:pt x="76" y="8978"/></a:lnTo><a:lnTo><a:pt x="76" y="9156"/></a:lnTo><a:lnTo><a:pt x="165" y="9398"/></a:lnTo><a:lnTo><a:pt x="241" y="9575"/></a:lnTo><a:lnTo><a:pt x="419" y="9829"/></a:lnTo><a:lnTo><a:pt x="4025" y="9906"/></a:lnTo><a:lnTo><a:pt x="4191" y="9575"/></a:lnTo><a:lnTo><a:pt x="4279" y="9398"/></a:lnTo><a:lnTo><a:pt x="4356" y="9156"/></a:lnTo><a:lnTo><a:pt x="4445" y="8978"/></a:lnTo><a:lnTo><a:pt x="4533" y="8737"/></a:lnTo><a:lnTo><a:pt x="4533" y="8305"/></a:lnTo><a:close/></a:path><a:path w="22859" h="10159"><a:moveTo><a:pt x="22745" y="330"/></a:moveTo><a:lnTo><a:pt x="18554" y="330"/></a:lnTo><a:lnTo><a:pt x="18719" y="749"/></a:lnTo><a:lnTo><a:pt x="18973" y="1092"/></a:lnTo><a:lnTo><a:pt x="19304" y="1346"/></a:lnTo><a:lnTo><a:pt x="19723" y="1600"/></a:lnTo><a:lnTo><a:pt x="20142" y="1676"/></a:lnTo><a:lnTo><a:pt x="20993" y="1765"/></a:lnTo><a:lnTo><a:pt x="21158" y="1676"/></a:lnTo><a:lnTo><a:pt x="21412" y="1600"/></a:lnTo><a:lnTo><a:pt x="21577" y="1600"/></a:lnTo><a:lnTo><a:pt x="21831" y="1422"/></a:lnTo><a:lnTo><a:pt x="22161" y="1168"/></a:lnTo><a:lnTo><a:pt x="22504" y="838"/></a:lnTo><a:lnTo><a:pt x="22669" y="419"/></a:lnTo><a:close/></a:path><a:path w="22859" h="10159"><a:moveTo><a:pt x="22834" y="0"/></a:moveTo><a:lnTo><a:pt x="18389" y="0"/></a:lnTo><a:lnTo><a:pt x="22745" y="330"/></a:lnTo><a:lnTo><a:pt x="22834" y="0"/></a:lnTo><a:close/></a:path></a:pathLst></a:custGeom><a:solidFill><a:srgbClr val="000000"/></a:solidFill></p:spPr><p:txBody><a:bodyPr wrap="square" lIns="0" tIns="0" rIns="0" bIns="0" rtlCol="0"/><a:lstStyle/><a:p/></p:txBody></p:sp><p:sp><p:nvSpPr><p:cNvPr id="761" name="object 761"/><p:cNvSpPr/><p:nvPr/></p:nvSpPr><p:spPr><a:xfrm><a:off x="16771747" y="12097148"/><a:ext cx="22225" cy="11430"/></a:xfrm><a:custGeom><a:avLst/><a:gdLst/><a:ahLst/><a:cxnLst/><a:rect l="l" t="t" r="r" b="b"/><a:pathLst><a:path w="22225" h="11429"><a:moveTo><a:pt x="4622" y="9144"/></a:moveTo><a:lnTo><a:pt x="4533" y="8724"/></a:lnTo><a:lnTo><a:pt x="4445" y="8394"/></a:lnTo><a:lnTo><a:pt x="4279" y="7975"/></a:lnTo><a:lnTo><a:pt x="4025" y="7632"/></a:lnTo><a:lnTo><a:pt x="3695" y="7378"/></a:lnTo><a:lnTo><a:pt x="3352" y="7137"/></a:lnTo><a:lnTo><a:pt x="2933" y="6959"/></a:lnTo><a:lnTo><a:pt x="1765" y="6883"/></a:lnTo><a:lnTo><a:pt x="1600" y="6959"/></a:lnTo><a:lnTo><a:pt x="1346" y="7048"/></a:lnTo><a:lnTo><a:pt x="1003" y="7302"/></a:lnTo><a:lnTo><a:pt x="673" y="7556"/></a:lnTo><a:lnTo><a:pt x="419" y="7886"/></a:lnTo><a:lnTo><a:pt x="165" y="8305"/></a:lnTo><a:lnTo><a:pt x="88" y="8724"/></a:lnTo><a:lnTo><a:pt x="0" y="9144"/></a:lnTo><a:lnTo><a:pt x="88" y="9563"/></a:lnTo><a:lnTo><a:pt x="165" y="9982"/></a:lnTo><a:lnTo><a:pt x="419" y="10401"/></a:lnTo><a:lnTo><a:pt x="673" y="10744"/></a:lnTo><a:lnTo><a:pt x="1003" y="10998"/></a:lnTo><a:lnTo><a:pt x="3530" y="10998"/></a:lnTo><a:lnTo><a:pt x="3860" y="10744"/></a:lnTo><a:lnTo><a:pt x="4203" y="10401"/></a:lnTo><a:lnTo><a:pt x="4368" y="9982"/></a:lnTo><a:lnTo><a:pt x="4533" y="9563"/></a:lnTo><a:lnTo><a:pt x="4622" y="9144"/></a:lnTo><a:close/></a:path><a:path w="22225" h="11429"><a:moveTo><a:pt x="21666" y="76"/></a:moveTo><a:lnTo><a:pt x="18135" y="76"/></a:lnTo><a:lnTo><a:pt x="18300" y="241"/></a:lnTo><a:lnTo><a:pt x="18389" y="419"/></a:lnTo><a:lnTo><a:pt x="18643" y="584"/></a:lnTo><a:lnTo><a:pt x="18973" y="749"/></a:lnTo><a:lnTo><a:pt x="19151" y="838"/></a:lnTo><a:lnTo><a:pt x="19392" y="838"/></a:lnTo><a:lnTo><a:pt x="19570" y="914"/></a:lnTo><a:lnTo><a:pt x="20154" y="914"/></a:lnTo><a:lnTo><a:pt x="20408" y="838"/></a:lnTo><a:lnTo><a:pt x="20574" y="838"/></a:lnTo><a:lnTo><a:pt x="20828" y="749"/></a:lnTo><a:lnTo><a:pt x="20993" y="660"/></a:lnTo><a:lnTo><a:pt x="21158" y="584"/></a:lnTo><a:lnTo><a:pt x="21323" y="419"/></a:lnTo><a:lnTo><a:pt x="21501" y="241"/></a:lnTo><a:lnTo><a:pt x="21666" y="76"/></a:lnTo><a:close/></a:path><a:path w="22225" h="11429"><a:moveTo><a:pt x="21755" y="0"/></a:moveTo><a:lnTo><a:pt x="18059" y="0"/></a:lnTo><a:lnTo><a:pt x="21666" y="76"/></a:lnTo><a:close/></a:path></a:pathLst></a:custGeom><a:solidFill><a:srgbClr val="000000"/></a:solidFill></p:spPr><p:txBody><a:bodyPr wrap="square" lIns="0" tIns="0" rIns="0" bIns="0" rtlCol="0"/><a:lstStyle/><a:p/></p:txBody></p:sp><p:sp><p:nvSpPr><p:cNvPr id="762" name="object 762"/><p:cNvSpPr/><p:nvPr/></p:nvSpPr><p:spPr><a:xfrm><a:off x="16755123" y="12108145"/><a:ext cx="20320" cy="12700"/></a:xfrm><a:custGeom><a:avLst/><a:gdLst/><a:ahLst/><a:cxnLst/><a:rect l="l" t="t" r="r" b="b"/><a:pathLst><a:path w="20319" h="12700"><a:moveTo><a:pt x="4533" y="9740"/></a:moveTo><a:lnTo><a:pt x="4445" y="9398"/></a:lnTo><a:lnTo><a:pt x="4368" y="9067"/></a:lnTo><a:lnTo><a:pt x="4114" y="8648"/></a:lnTo><a:lnTo><a:pt x="3860" y="8394"/></a:lnTo><a:lnTo><a:pt x="3517" y="8140"/></a:lnTo><a:lnTo><a:pt x="3098" y="7886"/></a:lnTo><a:lnTo><a:pt x="2679" y="7810"/></a:lnTo><a:lnTo><a:pt x="2260" y="7721"/></a:lnTo><a:lnTo><a:pt x="1930" y="7810"/></a:lnTo><a:lnTo><a:pt x="1511" y="7886"/></a:lnTo><a:lnTo><a:pt x="1092" y="8051"/></a:lnTo><a:lnTo><a:pt x="749" y="8305"/></a:lnTo><a:lnTo><a:pt x="495" y="8648"/></a:lnTo><a:lnTo><a:pt x="254" y="8978"/></a:lnTo><a:lnTo><a:pt x="76" y="9321"/></a:lnTo><a:lnTo><a:pt x="0" y="9740"/></a:lnTo><a:lnTo><a:pt x="0" y="10160"/></a:lnTo><a:lnTo><a:pt x="76" y="10579"/></a:lnTo><a:lnTo><a:pt x="254" y="10998"/></a:lnTo><a:lnTo><a:pt x="419" y="11328"/></a:lnTo><a:lnTo><a:pt x="749" y="11671"/></a:lnTo><a:lnTo><a:pt x="1092" y="11925"/></a:lnTo><a:lnTo><a:pt x="1422" y="12090"/></a:lnTo><a:lnTo><a:pt x="1841" y="12255"/></a:lnTo><a:lnTo><a:pt x="2768" y="12255"/></a:lnTo><a:lnTo><a:pt x="3022" y="12166"/></a:lnTo><a:lnTo><a:pt x="3441" y="12001"/></a:lnTo><a:lnTo><a:pt x="3771" y="11747"/></a:lnTo><a:lnTo><a:pt x="4025" y="11417"/></a:lnTo><a:lnTo><a:pt x="4279" y="11074"/></a:lnTo><a:lnTo><a:pt x="4445" y="10655"/></a:lnTo><a:lnTo><a:pt x="4533" y="10236"/></a:lnTo><a:lnTo><a:pt x="4533" y="9817"/></a:lnTo><a:close/></a:path><a:path w="20319" h="12700"><a:moveTo><a:pt x="20154" y="0"/></a:moveTo><a:lnTo><a:pt x="17716" y="0"/></a:lnTo><a:lnTo><a:pt x="18046" y="241"/></a:lnTo><a:lnTo><a:pt x="18465" y="330"/></a:lnTo><a:lnTo><a:pt x="18884" y="419"/></a:lnTo><a:lnTo><a:pt x="19392" y="330"/></a:lnTo><a:lnTo><a:pt x="19812" y="241"/></a:lnTo><a:lnTo><a:pt x="20154" y="0"/></a:lnTo><a:close/></a:path></a:pathLst></a:custGeom><a:solidFill><a:srgbClr val="000000"/></a:solidFill></p:spPr><p:txBody><a:bodyPr wrap="square" lIns="0" tIns="0" rIns="0" bIns="0" rtlCol="0"/><a:lstStyle/><a:p/></p:txBody></p:sp><p:sp><p:nvSpPr><p:cNvPr id="763" name="object 763"/><p:cNvSpPr/><p:nvPr/></p:nvSpPr><p:spPr><a:xfrm><a:off x="16726573" y="12120312"/><a:ext cx="31750" cy="23495"/></a:xfrm><a:custGeom><a:avLst/><a:gdLst/><a:ahLst/><a:cxnLst/><a:rect l="l" t="t" r="r" b="b"/><a:pathLst><a:path w="31750" h="23495"><a:moveTo><a:pt x="1511" y="23431"/></a:moveTo><a:lnTo><a:pt x="1257" y="23342"/></a:lnTo><a:lnTo><a:pt x="1092" y="23266"/></a:lnTo><a:lnTo><a:pt x="495" y="23266"/></a:lnTo><a:lnTo><a:pt x="241" y="23342"/></a:lnTo><a:lnTo><a:pt x="0" y="23431"/></a:lnTo><a:lnTo><a:pt x="1511" y="23431"/></a:lnTo><a:close/></a:path><a:path w="31750" h="23495"><a:moveTo><a:pt x="17462" y="10502"/></a:moveTo><a:lnTo><a:pt x="17297" y="10248"/></a:lnTo><a:lnTo><a:pt x="17297" y="10083"/></a:lnTo><a:lnTo><a:pt x="17119" y="9829"/></a:lnTo><a:lnTo><a:pt x="16878" y="9486"/></a:lnTo><a:lnTo><a:pt x="16700" y="9410"/></a:lnTo><a:lnTo><a:pt x="16535" y="9245"/></a:lnTo><a:lnTo><a:pt x="16370" y="9156"/></a:lnTo><a:lnTo><a:pt x="16205" y="8991"/></a:lnTo><a:lnTo><a:pt x="15951" y="8902"/></a:lnTo><a:lnTo><a:pt x="15786" y="8826"/></a:lnTo><a:lnTo><a:pt x="14693" y="8826"/></a:lnTo><a:lnTo><a:pt x="14439" y="8902"/></a:lnTo><a:lnTo><a:pt x="14274" y="8991"/></a:lnTo><a:lnTo><a:pt x="14020" y="9156"/></a:lnTo><a:lnTo><a:pt x="13677" y="9410"/></a:lnTo><a:lnTo><a:pt x="13347" y="9740"/></a:lnTo><a:lnTo><a:pt x="13182" y="10083"/></a:lnTo><a:lnTo><a:pt x="13093" y="10248"/></a:lnTo><a:lnTo><a:pt x="13004" y="10502"/></a:lnTo><a:lnTo><a:pt x="13004" y="10668"/></a:lnTo><a:lnTo><a:pt x="12928" y="10998"/></a:lnTo><a:lnTo><a:pt x="13004" y="11430"/></a:lnTo><a:lnTo><a:pt x="13093" y="11849"/></a:lnTo><a:lnTo><a:pt x="13258" y="12268"/></a:lnTo><a:lnTo><a:pt x="13512" y="12598"/></a:lnTo><a:lnTo><a:pt x="13855" y="12852"/></a:lnTo><a:lnTo><a:pt x="14185" y="13106"/></a:lnTo><a:lnTo><a:pt x="14605" y="13271"/></a:lnTo><a:lnTo><a:pt x="15024" y="13360"/></a:lnTo><a:lnTo><a:pt x="15443" y="13360"/></a:lnTo><a:lnTo><a:pt x="15786" y="13271"/></a:lnTo><a:lnTo><a:pt x="16205" y="13106"/></a:lnTo><a:lnTo><a:pt x="16535" y="12941"/></a:lnTo><a:lnTo><a:pt x="16878" y="12598"/></a:lnTo><a:lnTo><a:pt x="17119" y="12268"/></a:lnTo><a:lnTo><a:pt x="17373" y="11849"/></a:lnTo><a:lnTo><a:pt x="17462" y="11506"/></a:lnTo><a:lnTo><a:pt x="17462" y="11087"/></a:lnTo><a:lnTo><a:pt x="17462" y="10668"/></a:lnTo><a:lnTo><a:pt x="17462" y="10502"/></a:lnTo><a:close/></a:path><a:path w="31750" h="23495"><a:moveTo><a:pt x="31572" y="0"/></a:moveTo><a:lnTo><a:pt x="30060" y="0"/></a:lnTo><a:lnTo><a:pt x="31153" y="88"/></a:lnTo><a:lnTo><a:pt x="31318" y="88"/></a:lnTo><a:lnTo><a:pt x="31572" y="0"/></a:lnTo><a:close/></a:path></a:pathLst></a:custGeom><a:solidFill><a:srgbClr val="000000"/></a:solidFill></p:spPr><p:txBody><a:bodyPr wrap="square" lIns="0" tIns="0" rIns="0" bIns="0" rtlCol="0"/><a:lstStyle/><a:p/></p:txBody></p:sp><p:sp><p:nvSpPr><p:cNvPr id="764" name="object 764"/><p:cNvSpPr/><p:nvPr/></p:nvSpPr><p:spPr><a:xfrm><a:off x="16712629" y="12143655"/><a:ext cx="17145" cy="16510"/></a:xfrm><a:custGeom><a:avLst/><a:gdLst/><a:ahLst/><a:cxnLst/><a:rect l="l" t="t" r="r" b="b"/><a:pathLst><a:path w="17144" h="16509"><a:moveTo><a:pt x="2933" y="16129"/></a:moveTo><a:lnTo><a:pt x="2603" y="15786"/></a:lnTo><a:lnTo><a:pt x="2184" y="15621"/></a:lnTo><a:lnTo><a:pt x="1676" y="15544"/></a:lnTo><a:lnTo><a:pt x="1181" y="15544"/></a:lnTo><a:lnTo><a:pt x="927" y="15621"/></a:lnTo><a:lnTo><a:pt x="749" y="15621"/></a:lnTo><a:lnTo><a:pt x="508" y="15786"/></a:lnTo><a:lnTo><a:pt x="330" y="15786"/></a:lnTo><a:lnTo><a:pt x="88" y="16040"/></a:lnTo><a:lnTo><a:pt x="2933" y="16129"/></a:lnTo><a:close/></a:path><a:path w="17144" h="16509"><a:moveTo><a:pt x="15455" y="88"/></a:moveTo><a:lnTo><a:pt x="15201" y="0"/></a:lnTo><a:lnTo><a:pt x="14185" y="0"/></a:lnTo><a:lnTo><a:pt x="15455" y="88"/></a:lnTo><a:close/></a:path><a:path w="17144" h="16509"><a:moveTo><a:pt x="16967" y="1854"/></a:moveTo><a:lnTo><a:pt x="16878" y="1600"/></a:lnTo><a:lnTo><a:pt x="16789" y="1435"/></a:lnTo><a:lnTo><a:pt x="16713" y="1181"/></a:lnTo><a:lnTo><a:pt x="16624" y="1016"/></a:lnTo><a:lnTo><a:pt x="16548" y="850"/></a:lnTo><a:lnTo><a:pt x="16370" y="673"/></a:lnTo><a:lnTo><a:pt x="16205" y="508"/></a:lnTo><a:lnTo><a:pt x="16040" y="342"/></a:lnTo><a:lnTo><a:pt x="15875" y="254"/></a:lnTo><a:lnTo><a:pt x="15621" y="177"/></a:lnTo><a:lnTo><a:pt x="15455" y="88"/></a:lnTo><a:lnTo><a:pt x="13944" y="88"/></a:lnTo><a:lnTo><a:pt x="13766" y="177"/></a:lnTo><a:lnTo><a:pt x="13525" y="254"/></a:lnTo><a:lnTo><a:pt x="13347" y="342"/></a:lnTo><a:lnTo><a:pt x="13182" y="508"/></a:lnTo><a:lnTo><a:pt x="13017" y="673"/></a:lnTo><a:lnTo><a:pt x="12852" y="850"/></a:lnTo><a:lnTo><a:pt x="12763" y="1016"/></a:lnTo><a:lnTo><a:pt x="12674" y="1181"/></a:lnTo><a:lnTo><a:pt x="12598" y="1435"/></a:lnTo><a:lnTo><a:pt x="12509" y="1600"/></a:lnTo><a:lnTo><a:pt x="12433" y="1854"/></a:lnTo><a:lnTo><a:pt x="12433" y="2019"/></a:lnTo><a:lnTo><a:pt x="12433" y="2273"/></a:lnTo><a:lnTo><a:pt x="12433" y="2438"/></a:lnTo><a:lnTo><a:pt x="12509" y="2781"/></a:lnTo><a:lnTo><a:pt x="12598" y="3200"/></a:lnTo><a:lnTo><a:pt x="12852" y="3530"/></a:lnTo><a:lnTo><a:pt x="13182" y="3873"/></a:lnTo><a:lnTo><a:pt x="13525" y="4114"/></a:lnTo><a:lnTo><a:pt x="13855" y="4292"/></a:lnTo><a:lnTo><a:pt x="14274" y="4457"/></a:lnTo><a:lnTo><a:pt x="15113" y="4457"/></a:lnTo><a:lnTo><a:pt x="16878" y="2857"/></a:lnTo><a:lnTo><a:pt x="16967" y="2438"/></a:lnTo><a:lnTo><a:pt x="16967" y="2273"/></a:lnTo><a:lnTo><a:pt x="16967" y="2019"/></a:lnTo><a:lnTo><a:pt x="16967" y="1854"/></a:lnTo><a:close/></a:path></a:pathLst></a:custGeom><a:solidFill><a:srgbClr val="000000"/></a:solidFill></p:spPr><p:txBody><a:bodyPr wrap="square" lIns="0" tIns="0" rIns="0" bIns="0" rtlCol="0"/><a:lstStyle/><a:p/></p:txBody></p:sp><p:sp><p:nvSpPr><p:cNvPr id="765" name="object 765"/><p:cNvSpPr/><p:nvPr/></p:nvSpPr><p:spPr><a:xfrm><a:off x="16700196" y="12159695"/><a:ext cx="16510" cy="17780"/></a:xfrm><a:custGeom><a:avLst/><a:gdLst/><a:ahLst/><a:cxnLst/><a:rect l="l" t="t" r="r" b="b"/><a:pathLst><a:path w="16509" h="17779"><a:moveTo><a:pt x="4038" y="17386"/></a:moveTo><a:lnTo><a:pt x="3873" y="17132"/></a:lnTo><a:lnTo><a:pt x="3619" y="16802"/></a:lnTo><a:lnTo><a:pt x="3276" y="16548"/></a:lnTo><a:lnTo><a:pt x="3111" y="16459"/></a:lnTo><a:lnTo><a:pt x="2857" y="16294"/></a:lnTo><a:lnTo><a:pt x="2527" y="16205"/></a:lnTo><a:lnTo><a:pt x="2362" y="16205"/></a:lnTo><a:lnTo><a:pt x="2108" y="16129"/></a:lnTo><a:lnTo><a:pt x="1689" y="16205"/></a:lnTo><a:lnTo><a:pt x="1270" y="16294"/></a:lnTo><a:lnTo><a:pt x="850" y="16459"/></a:lnTo><a:lnTo><a:pt x="508" y="16713"/></a:lnTo><a:lnTo><a:pt x="254" y="17043"/></a:lnTo><a:lnTo><a:pt x="0" y="17386"/></a:lnTo><a:lnTo><a:pt x="4038" y="17386"/></a:lnTo><a:close/></a:path><a:path w="16509" h="17779"><a:moveTo><a:pt x="15367" y="88"/></a:moveTo><a:lnTo><a:pt x="12522" y="0"/></a:lnTo><a:lnTo><a:pt x="15367" y="88"/></a:lnTo><a:close/></a:path><a:path w="16509" h="17779"><a:moveTo><a:pt x="16217" y="1765"/></a:moveTo><a:lnTo><a:pt x="16129" y="1600"/></a:lnTo><a:lnTo><a:pt x="16129" y="1346"/></a:lnTo><a:lnTo><a:pt x="16129" y="1181"/></a:lnTo><a:lnTo><a:pt x="16040" y="1016"/></a:lnTo><a:lnTo><a:pt x="15963" y="762"/></a:lnTo><a:lnTo><a:pt x="15875" y="596"/></a:lnTo><a:lnTo><a:pt x="15709" y="342"/></a:lnTo><a:lnTo><a:pt x="15367" y="88"/></a:lnTo><a:lnTo><a:pt x="12433" y="88"/></a:lnTo><a:lnTo><a:pt x="11760" y="1016"/></a:lnTo><a:lnTo><a:pt x="11671" y="1181"/></a:lnTo><a:lnTo><a:pt x="11671" y="1346"/></a:lnTo><a:lnTo><a:pt x="11595" y="1600"/></a:lnTo><a:lnTo><a:pt x="11671" y="1765"/></a:lnTo><a:lnTo><a:pt x="11671" y="2019"/></a:lnTo><a:lnTo><a:pt x="11671" y="2184"/></a:lnTo><a:lnTo><a:pt x="11760" y="2527"/></a:lnTo><a:lnTo><a:pt x="11925" y="2857"/></a:lnTo><a:lnTo><a:pt x="12014" y="3022"/></a:lnTo><a:lnTo><a:pt x="12179" y="3276"/></a:lnTo><a:lnTo><a:pt x="12522" y="3530"/></a:lnTo><a:lnTo><a:pt x="12852" y="3784"/></a:lnTo><a:lnTo><a:pt x="13271" y="3949"/></a:lnTo><a:lnTo><a:pt x="13690" y="4038"/></a:lnTo><a:lnTo><a:pt x="14109" y="4038"/></a:lnTo><a:lnTo><a:pt x="14528" y="3949"/></a:lnTo><a:lnTo><a:pt x="14871" y="3784"/></a:lnTo><a:lnTo><a:pt x="15290" y="3619"/></a:lnTo><a:lnTo><a:pt x="15544" y="3365"/></a:lnTo><a:lnTo><a:pt x="15786" y="3022"/></a:lnTo><a:lnTo><a:pt x="15875" y="2857"/></a:lnTo><a:lnTo><a:pt x="16040" y="2603"/></a:lnTo><a:lnTo><a:pt x="16129" y="2184"/></a:lnTo><a:lnTo><a:pt x="16129" y="2019"/></a:lnTo><a:lnTo><a:pt x="16217" y="1765"/></a:lnTo><a:close/></a:path></a:pathLst></a:custGeom><a:solidFill><a:srgbClr val="000000"/></a:solidFill></p:spPr><p:txBody><a:bodyPr wrap="square" lIns="0" tIns="0" rIns="0" bIns="0" rtlCol="0"/><a:lstStyle/><a:p/></p:txBody></p:sp><p:sp><p:nvSpPr><p:cNvPr id="766" name="object 766"/><p:cNvSpPr/><p:nvPr/></p:nvSpPr><p:spPr><a:xfrm><a:off x="16689451" y="12176827"/><a:ext cx="15240" cy="19050"/></a:xfrm><a:custGeom><a:avLst/><a:gdLst/><a:ahLst/><a:cxnLst/><a:rect l="l" t="t" r="r" b="b"/><a:pathLst><a:path w="15240" h="19050"><a:moveTo><a:pt x="4533" y="18554"/></a:moveTo><a:lnTo><a:pt x="4445" y="18224"/></a:lnTo><a:lnTo><a:pt x="4279" y="17805"/></a:lnTo><a:lnTo><a:pt x="4025" y="17386"/></a:lnTo><a:lnTo><a:pt x="3695" y="17132"/></a:lnTo><a:lnTo><a:pt x="3365" y="16878"/></a:lnTo><a:lnTo><a:pt x="2933" y="16713"/></a:lnTo><a:lnTo><a:pt x="2514" y="16624"/></a:lnTo><a:lnTo><a:pt x="2095" y="16624"/></a:lnTo><a:lnTo><a:pt x="1600" y="16713"/></a:lnTo><a:lnTo><a:pt x="1257" y="16878"/></a:lnTo><a:lnTo><a:pt x="838" y="17132"/></a:lnTo><a:lnTo><a:pt x="584" y="17386"/></a:lnTo><a:lnTo><a:pt x="330" y="17716"/></a:lnTo><a:lnTo><a:pt x="165" y="18135"/></a:lnTo><a:lnTo><a:pt x="88" y="18554"/></a:lnTo><a:lnTo><a:pt x="4533" y="18643"/></a:lnTo><a:close/></a:path><a:path w="15240" h="19050"><a:moveTo><a:pt x="14782" y="254"/></a:moveTo><a:lnTo><a:pt x="14617" y="0"/></a:lnTo><a:lnTo><a:pt x="10922" y="0"/></a:lnTo><a:lnTo><a:pt x="14782" y="254"/></a:lnTo><a:close/></a:path><a:path w="15240" h="19050"><a:moveTo><a:pt x="15036" y="1003"/></a:moveTo><a:lnTo><a:pt x="14947" y="838"/></a:lnTo><a:lnTo><a:pt x="14947" y="584"/></a:lnTo><a:lnTo><a:pt x="14859" y="419"/></a:lnTo><a:lnTo><a:pt x="14782" y="254"/></a:lnTo><a:lnTo><a:pt x="10744" y="254"/></a:lnTo><a:lnTo><a:pt x="10668" y="419"/></a:lnTo><a:lnTo><a:pt x="10579" y="584"/></a:lnTo><a:lnTo><a:pt x="10579" y="838"/></a:lnTo><a:lnTo><a:pt x="10502" y="1003"/></a:lnTo><a:lnTo><a:pt x="10502" y="1257"/></a:lnTo><a:lnTo><a:pt x="10502" y="1422"/></a:lnTo><a:lnTo><a:pt x="10502" y="1676"/></a:lnTo><a:lnTo><a:pt x="10579" y="1854"/></a:lnTo><a:lnTo><a:pt x="10668" y="2095"/></a:lnTo><a:lnTo><a:pt x="10668" y="2273"/></a:lnTo><a:lnTo><a:pt x="10833" y="2514"/></a:lnTo><a:lnTo><a:pt x="11163" y="2857"/></a:lnTo><a:lnTo><a:pt x="11506" y="3187"/></a:lnTo><a:lnTo><a:pt x="11836" y="3365"/></a:lnTo><a:lnTo><a:pt x="12344" y="3530"/></a:lnTo><a:lnTo><a:pt x="13106" y="3530"/></a:lnTo><a:lnTo><a:pt x="13271" y="3530"/></a:lnTo><a:lnTo><a:pt x="13601" y="3365"/></a:lnTo><a:lnTo><a:pt x="14020" y="3187"/></a:lnTo><a:lnTo><a:pt x="14363" y="2933"/></a:lnTo><a:lnTo><a:pt x="14617" y="2603"/></a:lnTo><a:lnTo><a:pt x="14782" y="2273"/></a:lnTo><a:lnTo><a:pt x="14859" y="2095"/></a:lnTo><a:lnTo><a:pt x="14947" y="1854"/></a:lnTo><a:lnTo><a:pt x="15036" y="1676"/></a:lnTo><a:lnTo><a:pt x="15036" y="1422"/></a:lnTo><a:lnTo><a:pt x="15036" y="1257"/></a:lnTo><a:lnTo><a:pt x="15036" y="1003"/></a:lnTo><a:close/></a:path></a:pathLst></a:custGeom><a:solidFill><a:srgbClr val="000000"/></a:solidFill></p:spPr><p:txBody><a:bodyPr wrap="square" lIns="0" tIns="0" rIns="0" bIns="0" rtlCol="0"/><a:lstStyle/><a:p/></p:txBody></p:sp><p:sp><p:nvSpPr><p:cNvPr id="767" name="object 767"/><p:cNvSpPr/><p:nvPr/></p:nvSpPr><p:spPr><a:xfrm><a:off x="16680472" y="12195382"/><a:ext cx="13970" cy="19685"/></a:xfrm><a:custGeom><a:avLst/><a:gdLst/><a:ahLst/><a:cxnLst/><a:rect l="l" t="t" r="r" b="b"/><a:pathLst><a:path w="13969" h="19684"><a:moveTo><a:pt x="4533" y="18135"/></a:moveTo><a:lnTo><a:pt x="4356" y="17805"/></a:lnTo><a:lnTo><a:pt x="4114" y="17386"/></a:lnTo><a:lnTo><a:pt x="3860" y="17043"/></a:lnTo><a:lnTo><a:pt x="3517" y="16802"/></a:lnTo><a:lnTo><a:pt x="3187" y="16624"/></a:lnTo><a:lnTo><a:pt x="2768" y="16459"/></a:lnTo><a:lnTo><a:pt x="2590" y="16459"/></a:lnTo><a:lnTo><a:pt x="2349" y="16383"/></a:lnTo><a:lnTo><a:pt x="1841" y="16459"/></a:lnTo><a:lnTo><a:pt x="1422" y="16548"/></a:lnTo><a:lnTo><a:pt x="1079" y="16802"/></a:lnTo><a:lnTo><a:pt x="660" y="17043"/></a:lnTo><a:lnTo><a:pt x="419" y="17386"/></a:lnTo><a:lnTo><a:pt x="165" y="17716"/></a:lnTo><a:lnTo><a:pt x="76" y="18135"/></a:lnTo><a:lnTo><a:pt x="0" y="18554"/></a:lnTo><a:lnTo><a:pt x="0" y="18986"/></a:lnTo><a:lnTo><a:pt x="165" y="19405"/></a:lnTo><a:lnTo><a:pt x="4445" y="19405"/></a:lnTo><a:lnTo><a:pt x="4533" y="19062"/></a:lnTo><a:lnTo><a:pt x="4533" y="18643"/></a:lnTo><a:lnTo><a:pt x="4533" y="18224"/></a:lnTo><a:close/></a:path><a:path w="13969" h="19684"><a:moveTo><a:pt x="13512" y="88"/></a:moveTo><a:lnTo><a:pt x="8978" y="88"/></a:lnTo><a:lnTo><a:pt x="8978" y="419"/></a:lnTo><a:lnTo><a:pt x="9067" y="762"/></a:lnTo><a:lnTo><a:pt x="9067" y="927"/></a:lnTo><a:lnTo><a:pt x="9144" y="1181"/></a:lnTo><a:lnTo><a:pt x="9232" y="1346"/></a:lnTo><a:lnTo><a:pt x="9398" y="1600"/></a:lnTo><a:lnTo><a:pt x="9486" y="1765"/></a:lnTo><a:lnTo><a:pt x="9652" y="1930"/></a:lnTo><a:lnTo><a:pt x="9817" y="2108"/></a:lnTo><a:lnTo><a:pt x="9982" y="2184"/></a:lnTo><a:lnTo><a:pt x="10160" y="2349"/></a:lnTo><a:lnTo><a:pt x="10325" y="2349"/></a:lnTo><a:lnTo><a:pt x="10579" y="2438"/></a:lnTo><a:lnTo><a:pt x="10744" y="2527"/></a:lnTo><a:lnTo><a:pt x="10998" y="2603"/></a:lnTo><a:lnTo><a:pt x="11493" y="2603"/></a:lnTo><a:lnTo><a:pt x="11836" y="2527"/></a:lnTo><a:lnTo><a:pt x="12166" y="2349"/></a:lnTo><a:lnTo><a:pt x="12344" y="2349"/></a:lnTo><a:lnTo><a:pt x="12585" y="2184"/></a:lnTo><a:lnTo><a:pt x="12928" y="1930"/></a:lnTo><a:lnTo><a:pt x="13004" y="1765"/></a:lnTo><a:lnTo><a:pt x="13182" y="1600"/></a:lnTo><a:lnTo><a:pt x="13258" y="1346"/></a:lnTo><a:lnTo><a:pt x="13347" y="1181"/></a:lnTo><a:lnTo><a:pt x="13423" y="927"/></a:lnTo><a:lnTo><a:pt x="13512" y="762"/></a:lnTo><a:lnTo><a:pt x="13512" y="508"/></a:lnTo><a:lnTo><a:pt x="13512" y="88"/></a:lnTo><a:close/></a:path><a:path w="13969" h="19684"><a:moveTo><a:pt x="13512" y="0"/></a:moveTo><a:lnTo><a:pt x="9067" y="0"/></a:lnTo><a:lnTo><a:pt x="13512" y="88"/></a:lnTo><a:close/></a:path></a:pathLst></a:custGeom><a:solidFill><a:srgbClr val="000000"/></a:solidFill></p:spPr><p:txBody><a:bodyPr wrap="square" lIns="0" tIns="0" rIns="0" bIns="0" rtlCol="0"/><a:lstStyle/><a:p/></p:txBody></p:sp><p:sp><p:nvSpPr><p:cNvPr id="768" name="object 768"/><p:cNvSpPr/><p:nvPr/></p:nvSpPr><p:spPr><a:xfrm><a:off x="16673081" y="12214444"/><a:ext cx="12065" cy="20320"/></a:xfrm><a:custGeom><a:avLst/><a:gdLst/><a:ahLst/><a:cxnLst/><a:rect l="l" t="t" r="r" b="b"/><a:pathLst><a:path w="12065" h="20320"><a:moveTo><a:pt x="4533" y="18808"/></a:moveTo><a:lnTo><a:pt x="4445" y="18389"/></a:lnTo><a:lnTo><a:pt x="4356" y="17970"/></a:lnTo><a:lnTo><a:pt x="4191" y="17551"/></a:lnTo><a:lnTo><a:pt x="4025" y="17221"/></a:lnTo><a:lnTo><a:pt x="3695" y="16967"/></a:lnTo><a:lnTo><a:pt x="3352" y="16713"/></a:lnTo><a:lnTo><a:pt x="3187" y="16624"/></a:lnTo><a:lnTo><a:pt x="2933" y="16548"/></a:lnTo><a:lnTo><a:pt x="2768" y="16459"/></a:lnTo><a:lnTo><a:pt x="2514" y="16459"/></a:lnTo><a:lnTo><a:pt x="2095" y="16370"/></a:lnTo><a:lnTo><a:pt x="1676" y="16459"/></a:lnTo><a:lnTo><a:pt x="1511" y="16548"/></a:lnTo><a:lnTo><a:pt x="1257" y="16624"/></a:lnTo><a:lnTo><a:pt x="838" y="16878"/></a:lnTo><a:lnTo><a:pt x="495" y="17221"/></a:lnTo><a:lnTo><a:pt x="241" y="17551"/></a:lnTo><a:lnTo><a:pt x="76" y="17970"/></a:lnTo><a:lnTo><a:pt x="0" y="18389"/></a:lnTo><a:lnTo><a:pt x="0" y="18808"/></a:lnTo><a:lnTo><a:pt x="0" y="19227"/></a:lnTo><a:lnTo><a:pt x="165" y="19646"/></a:lnTo><a:lnTo><a:pt x="330" y="19989"/></a:lnTo><a:lnTo><a:pt x="4025" y="20066"/></a:lnTo><a:lnTo><a:pt x="4279" y="19646"/></a:lnTo><a:lnTo><a:pt x="4445" y="19316"/></a:lnTo><a:lnTo><a:pt x="4533" y="18808"/></a:lnTo><a:close/></a:path><a:path w="12065" h="20320"><a:moveTo><a:pt x="11836" y="342"/></a:moveTo><a:lnTo><a:pt x="7556" y="342"/></a:lnTo><a:lnTo><a:pt x="7721" y="762"/></a:lnTo><a:lnTo><a:pt x="7886" y="1092"/></a:lnTo><a:lnTo><a:pt x="8051" y="1181"/></a:lnTo><a:lnTo><a:pt x="8229" y="1346"/></a:lnTo><a:lnTo><a:pt x="8394" y="1511"/></a:lnTo><a:lnTo><a:pt x="8559" y="1600"/></a:lnTo><a:lnTo><a:pt x="8724" y="1676"/></a:lnTo><a:lnTo><a:pt x="8978" y="1765"/></a:lnTo><a:lnTo><a:pt x="9144" y="1854"/></a:lnTo><a:lnTo><a:pt x="9398" y="1854"/></a:lnTo><a:lnTo><a:pt x="9563" y="1930"/></a:lnTo><a:lnTo><a:pt x="9982" y="1854"/></a:lnTo><a:lnTo><a:pt x="10160" y="1854"/></a:lnTo><a:lnTo><a:pt x="10414" y="1765"/></a:lnTo><a:lnTo><a:pt x="10579" y="1676"/></a:lnTo><a:lnTo><a:pt x="10744" y="1600"/></a:lnTo><a:lnTo><a:pt x="10909" y="1511"/></a:lnTo><a:lnTo><a:pt x="11163" y="1346"/></a:lnTo><a:lnTo><a:pt x="11328" y="1181"/></a:lnTo><a:lnTo><a:pt x="11582" y="838"/></a:lnTo><a:lnTo><a:pt x="11747" y="419"/></a:lnTo><a:close/></a:path><a:path w="12065" h="20320"><a:moveTo><a:pt x="11925" y="0"/></a:moveTo><a:lnTo><a:pt x="7467" y="0"/></a:lnTo><a:lnTo><a:pt x="11836" y="342"/></a:lnTo><a:lnTo><a:pt x="11925" y="0"/></a:lnTo><a:close/></a:path></a:pathLst></a:custGeom><a:solidFill><a:srgbClr val="000000"/></a:solidFill></p:spPr><p:txBody><a:bodyPr wrap="square" lIns="0" tIns="0" rIns="0" bIns="0" rtlCol="0"/><a:lstStyle/><a:p/></p:txBody></p:sp><p:sp><p:nvSpPr><p:cNvPr id="769" name="object 769"/><p:cNvSpPr/><p:nvPr/></p:nvSpPr><p:spPr><a:xfrm><a:off x="16667201" y="12234435"/><a:ext cx="10160" cy="20320"/></a:xfrm><a:custGeom><a:avLst/><a:gdLst/><a:ahLst/><a:cxnLst/><a:rect l="l" t="t" r="r" b="b"/><a:pathLst><a:path w="10159" h="20320"><a:moveTo><a:pt x="4533" y="17792"/></a:moveTo><a:lnTo><a:pt x="4368" y="17373"/></a:lnTo><a:lnTo><a:pt x="4191" y="17043"/></a:lnTo><a:lnTo><a:pt x="3949" y="16713"/></a:lnTo><a:lnTo><a:pt x="3771" y="16624"/></a:lnTo><a:lnTo><a:pt x="3606" y="16459"/></a:lnTo><a:lnTo><a:pt x="3441" y="16370"/></a:lnTo><a:lnTo><a:pt x="3187" y="16205"/></a:lnTo><a:lnTo><a:pt x="3022" y="16205"/></a:lnTo><a:lnTo><a:pt x="2857" y="16116"/></a:lnTo><a:lnTo><a:pt x="2514" y="16040"/></a:lnTo><a:lnTo><a:pt x="1930" y="16040"/></a:lnTo><a:lnTo><a:pt x="1765" y="16116"/></a:lnTo><a:lnTo><a:pt x="1511" y="16205"/></a:lnTo><a:lnTo><a:pt x="1346" y="16205"/></a:lnTo><a:lnTo><a:pt x="1092" y="16370"/></a:lnTo><a:lnTo><a:pt x="749" y="16624"/></a:lnTo><a:lnTo><a:pt x="419" y="16954"/></a:lnTo><a:lnTo><a:pt x="254" y="17297"/></a:lnTo><a:lnTo><a:pt x="76" y="17716"/></a:lnTo><a:lnTo><a:pt x="0" y="18224"/></a:lnTo><a:lnTo><a:pt x="0" y="18643"/></a:lnTo><a:lnTo><a:pt x="165" y="19062"/></a:lnTo><a:lnTo><a:pt x="330" y="19481"/></a:lnTo><a:lnTo><a:pt x="584" y="19812"/></a:lnTo><a:lnTo><a:pt x="838" y="20066"/></a:lnTo><a:lnTo><a:pt x="1168" y="20320"/></a:lnTo><a:lnTo><a:pt x="3352" y="20320"/></a:lnTo><a:lnTo><a:pt x="3606" y="20154"/></a:lnTo><a:lnTo><a:pt x="3949" y="19812"/></a:lnTo><a:lnTo><a:pt x="4191" y="19481"/></a:lnTo><a:lnTo><a:pt x="4445" y="19062"/></a:lnTo><a:lnTo><a:pt x="4533" y="18643"/></a:lnTo><a:lnTo><a:pt x="4533" y="18224"/></a:lnTo><a:lnTo><a:pt x="4533" y="17792"/></a:lnTo><a:close/></a:path><a:path w="10159" h="20320"><a:moveTo><a:pt x="9906" y="76"/></a:moveTo><a:lnTo><a:pt x="6299" y="76"/></a:lnTo><a:lnTo><a:pt x="6553" y="330"/></a:lnTo><a:lnTo><a:pt x="6883" y="584"/></a:lnTo><a:lnTo><a:pt x="7213" y="749"/></a:lnTo><a:lnTo><a:pt x="7391" y="838"/></a:lnTo><a:lnTo><a:pt x="7632" y="914"/></a:lnTo><a:lnTo><a:pt x="7810" y="914"/></a:lnTo><a:lnTo><a:pt x="8229" y="1003"/></a:lnTo><a:lnTo><a:pt x="8394" y="914"/></a:lnTo><a:lnTo><a:pt x="8648" y="914"/></a:lnTo><a:lnTo><a:pt x="8813" y="838"/></a:lnTo><a:lnTo><a:pt x="8978" y="749"/></a:lnTo><a:lnTo><a:pt x="9232" y="673"/></a:lnTo><a:lnTo><a:pt x="9398" y="584"/></a:lnTo><a:lnTo><a:pt x="9575" y="419"/></a:lnTo><a:lnTo><a:pt x="9740" y="330"/></a:lnTo><a:lnTo><a:pt x="9906" y="76"/></a:lnTo><a:close/></a:path><a:path w="10159" h="20320"><a:moveTo><a:pt x="9994" y="0"/></a:moveTo><a:lnTo><a:pt x="6210" y="0"/></a:lnTo><a:lnTo><a:pt x="9906" y="76"/></a:lnTo><a:close/></a:path></a:pathLst></a:custGeom><a:solidFill><a:srgbClr val="000000"/></a:solidFill></p:spPr><p:txBody><a:bodyPr wrap="square" lIns="0" tIns="0" rIns="0" bIns="0" rtlCol="0"/><a:lstStyle/><a:p/></p:txBody></p:sp><p:sp><p:nvSpPr><p:cNvPr id="770" name="object 770"/><p:cNvSpPr/><p:nvPr/></p:nvSpPr><p:spPr><a:xfrm><a:off x="16662997" y="12254589"/><a:ext cx="8255" cy="20955"/></a:xfrm><a:custGeom><a:avLst/><a:gdLst/><a:ahLst/><a:cxnLst/><a:rect l="l" t="t" r="r" b="b"/><a:pathLst><a:path w="8255" h="20954"><a:moveTo><a:pt x="4533" y="17881"/></a:moveTo><a:lnTo><a:pt x="4457" y="17627"/></a:lnTo><a:lnTo><a:pt x="4368" y="17208"/></a:lnTo><a:lnTo><a:pt x="4114" y="16878"/></a:lnTo><a:lnTo><a:pt x="3860" y="16535"/></a:lnTo><a:lnTo><a:pt x="3530" y="16281"/></a:lnTo><a:lnTo><a:pt x="3111" y="16027"/></a:lnTo><a:lnTo><a:pt x="2692" y="15951"/></a:lnTo><a:lnTo><a:pt x="2273" y="15862"/></a:lnTo><a:lnTo><a:pt x="1930" y="15951"/></a:lnTo><a:lnTo><a:pt x="1511" y="16027"/></a:lnTo><a:lnTo><a:pt x="1181" y="16205"/></a:lnTo><a:lnTo><a:pt x="1016" y="16281"/></a:lnTo><a:lnTo><a:pt x="762" y="16446"/></a:lnTo><a:lnTo><a:pt x="508" y="16789"/></a:lnTo><a:lnTo><a:pt x="254" y="17119"/></a:lnTo><a:lnTo><a:pt x="88" y="17538"/></a:lnTo><a:lnTo><a:pt x="0" y="17881"/></a:lnTo><a:lnTo><a:pt x="0" y="18046"/></a:lnTo><a:lnTo><a:pt x="0" y="18300"/></a:lnTo><a:lnTo><a:pt x="0" y="18465"/></a:lnTo><a:lnTo><a:pt x="88" y="18719"/></a:lnTo><a:lnTo><a:pt x="88" y="18884"/></a:lnTo><a:lnTo><a:pt x="254" y="19138"/></a:lnTo><a:lnTo><a:pt x="419" y="19481"/></a:lnTo><a:lnTo><a:pt x="762" y="19812"/></a:lnTo><a:lnTo><a:pt x="1016" y="20066"/></a:lnTo><a:lnTo><a:pt x="1435" y="20320"/></a:lnTo><a:lnTo><a:pt x="1854" y="20396"/></a:lnTo><a:lnTo><a:pt x="2768" y="20396"/></a:lnTo><a:lnTo><a:pt x="3022" y="20320"/></a:lnTo><a:lnTo><a:pt x="3441" y="20142"/></a:lnTo><a:lnTo><a:pt x="3784" y="19900"/></a:lnTo><a:lnTo><a:pt x="4038" y="19558"/></a:lnTo><a:lnTo><a:pt x="4279" y="19227"/></a:lnTo><a:lnTo><a:pt x="4457" y="18884"/></a:lnTo><a:lnTo><a:pt x="4457" y="18719"/></a:lnTo><a:lnTo><a:pt x="4533" y="18465"/></a:lnTo><a:lnTo><a:pt x="4533" y="18300"/></a:lnTo><a:lnTo><a:pt x="4533" y="18046"/></a:lnTo><a:lnTo><a:pt x="4533" y="17881"/></a:lnTo><a:close/></a:path><a:path w="8255" h="20954"><a:moveTo><a:pt x="7556" y="165"/></a:moveTo><a:lnTo><a:pt x="5372" y="165"/></a:lnTo><a:lnTo><a:pt x="5791" y="330"/></a:lnTo><a:lnTo><a:pt x="6210" y="419"/></a:lnTo><a:lnTo><a:pt x="6718" y="419"/></a:lnTo><a:lnTo><a:pt x="6972" y="330"/></a:lnTo><a:lnTo><a:pt x="7137" y="330"/></a:lnTo><a:lnTo><a:pt x="7391" y="241"/></a:lnTo><a:lnTo><a:pt x="7556" y="165"/></a:lnTo><a:close/></a:path><a:path w="8255" h="20954"><a:moveTo><a:pt x="7810" y="0"/></a:moveTo><a:lnTo><a:pt x="5130" y="0"/></a:lnTo><a:lnTo><a:pt x="7556" y="165"/></a:lnTo><a:lnTo><a:pt x="7810" y="0"/></a:lnTo><a:close/></a:path></a:pathLst></a:custGeom><a:solidFill><a:srgbClr val="000000"/></a:solidFill></p:spPr><p:txBody><a:bodyPr wrap="square" lIns="0" tIns="0" rIns="0" bIns="0" rtlCol="0"/><a:lstStyle/><a:p/></p:txBody></p:sp><p:sp><p:nvSpPr><p:cNvPr id="771" name="object 771"/><p:cNvSpPr/><p:nvPr/></p:nvSpPr><p:spPr><a:xfrm><a:off x="16660483" y="12274910"/><a:ext cx="5715" cy="36830"/></a:xfrm><a:custGeom><a:avLst/><a:gdLst/><a:ahLst/><a:cxnLst/><a:rect l="l" t="t" r="r" b="b"/><a:pathLst><a:path w="5715" h="36829"><a:moveTo><a:pt x="2260" y="36525"/></a:moveTo><a:lnTo><a:pt x="1841" y="36360"/></a:lnTo><a:lnTo><a:pt x="1003" y="36360"/></a:lnTo><a:lnTo><a:pt x="584" y="36525"/></a:lnTo><a:lnTo><a:pt x="2260" y="36525"/></a:lnTo><a:close/></a:path><a:path w="5715" h="36829"><a:moveTo><a:pt x="4533" y="17792"/></a:moveTo><a:lnTo><a:pt x="4445" y="17462"/></a:lnTo><a:lnTo><a:pt x="4279" y="17043"/></a:lnTo><a:lnTo><a:pt x="4025" y="16700"/></a:lnTo><a:lnTo><a:pt x="3695" y="16370"/></a:lnTo><a:lnTo><a:pt x="3276" y="16116"/></a:lnTo><a:lnTo><a:pt x="2933" y="15951"/></a:lnTo><a:lnTo><a:pt x="2438" y="15862"/></a:lnTo><a:lnTo><a:pt x="2019" y="15862"/></a:lnTo><a:lnTo><a:pt x="1676" y="15951"/></a:lnTo><a:lnTo><a:pt x="1257" y="16116"/></a:lnTo><a:lnTo><a:pt x="838" y="16370"/></a:lnTo><a:lnTo><a:pt x="584" y="16624"/></a:lnTo><a:lnTo><a:pt x="330" y="16954"/></a:lnTo><a:lnTo><a:pt x="165" y="17373"/></a:lnTo><a:lnTo><a:pt x="0" y="17792"/></a:lnTo><a:lnTo><a:pt x="0" y="18211"/></a:lnTo><a:lnTo><a:pt x="0" y="18389"/></a:lnTo><a:lnTo><a:pt x="0" y="18630"/></a:lnTo><a:lnTo><a:pt x="76" y="18808"/></a:lnTo><a:lnTo><a:pt x="165" y="18973"/></a:lnTo><a:lnTo><a:pt x="254" y="19227"/></a:lnTo><a:lnTo><a:pt x="330" y="19392"/></a:lnTo><a:lnTo><a:pt x="495" y="19558"/></a:lnTo><a:lnTo><a:pt x="584" y="19723"/></a:lnTo><a:lnTo><a:pt x="838" y="19900"/></a:lnTo><a:lnTo><a:pt x="1168" y="20142"/></a:lnTo><a:lnTo><a:pt x="1587" y="20320"/></a:lnTo><a:lnTo><a:pt x="2019" y="20396"/></a:lnTo><a:lnTo><a:pt x="2514" y="20396"/></a:lnTo><a:lnTo><a:pt x="2857" y="20320"/></a:lnTo><a:lnTo><a:pt x="3187" y="20231"/></a:lnTo><a:lnTo><a:pt x="3352" y="20142"/></a:lnTo><a:lnTo><a:pt x="3606" y="19977"/></a:lnTo><a:lnTo><a:pt x="3771" y="19900"/></a:lnTo><a:lnTo><a:pt x="3949" y="19723"/></a:lnTo><a:lnTo><a:pt x="4025" y="19558"/></a:lnTo><a:lnTo><a:pt x="4191" y="19392"/></a:lnTo><a:lnTo><a:pt x="4279" y="19227"/></a:lnTo><a:lnTo><a:pt x="4368" y="18973"/></a:lnTo><a:lnTo><a:pt x="4445" y="18808"/></a:lnTo><a:lnTo><a:pt x="4445" y="18630"/></a:lnTo><a:lnTo><a:pt x="4533" y="18389"/></a:lnTo><a:lnTo><a:pt x="4533" y="18211"/></a:lnTo><a:lnTo><a:pt x="4533" y="17881"/></a:lnTo><a:close/></a:path><a:path w="5715" h="36829"><a:moveTo><a:pt x="5118" y="76"/></a:moveTo><a:lnTo><a:pt x="4445" y="76"/></a:lnTo><a:lnTo><a:pt x="4864" y="165"/></a:lnTo><a:lnTo><a:pt x="5118" y="76"/></a:lnTo><a:close/></a:path><a:path w="5715" h="36829"><a:moveTo><a:pt x="5537" y="0"/></a:moveTo><a:lnTo><a:pt x="4025" y="0"/></a:lnTo><a:lnTo><a:pt x="5118" y="76"/></a:lnTo><a:lnTo><a:pt x="5283" y="76"/></a:lnTo><a:lnTo><a:pt x="5537" y="0"/></a:lnTo><a:close/></a:path></a:pathLst></a:custGeom><a:solidFill><a:srgbClr val="000000"/></a:solidFill></p:spPr><p:txBody><a:bodyPr wrap="square" lIns="0" tIns="0" rIns="0" bIns="0" rtlCol="0"/><a:lstStyle/><a:p/></p:txBody></p:sp><p:sp><p:nvSpPr><p:cNvPr id="772" name="object 772"/><p:cNvSpPr/><p:nvPr/></p:nvSpPr><p:spPr><a:xfrm><a:off x="16659644" y="12311434"/><a:ext cx="5080" cy="21590"/></a:xfrm><a:custGeom><a:avLst/><a:gdLst/><a:ahLst/><a:cxnLst/><a:rect l="l" t="t" r="r" b="b"/><a:pathLst><a:path w="5080" h="21590"><a:moveTo><a:pt x="4533" y="1841"/></a:moveTo><a:lnTo><a:pt x="4445" y="1587"/></a:lnTo><a:lnTo><a:pt x="4445" y="1422"/></a:lnTo><a:lnTo><a:pt x="4368" y="1168"/></a:lnTo><a:lnTo><a:pt x="4114" y="838"/></a:lnTo><a:lnTo><a:pt x="4025" y="673"/></a:lnTo><a:lnTo><a:pt x="3860" y="495"/></a:lnTo><a:lnTo><a:pt x="3517" y="165"/></a:lnTo><a:lnTo><a:pt x="3098" y="0"/></a:lnTo><a:lnTo><a:pt x="1422" y="0"/></a:lnTo><a:lnTo><a:pt x="1092" y="165"/></a:lnTo><a:lnTo><a:pt x="749" y="419"/></a:lnTo><a:lnTo><a:pt x="419" y="673"/></a:lnTo><a:lnTo><a:pt x="330" y="838"/></a:lnTo><a:lnTo><a:pt x="254" y="1092"/></a:lnTo><a:lnTo><a:pt x="76" y="1422"/></a:lnTo><a:lnTo><a:pt x="0" y="1587"/></a:lnTo><a:lnTo><a:pt x="0" y="1841"/></a:lnTo><a:lnTo><a:pt x="0" y="2095"/></a:lnTo><a:lnTo><a:pt x="0" y="2260"/></a:lnTo><a:lnTo><a:pt x="0" y="2514"/></a:lnTo><a:lnTo><a:pt x="76" y="2679"/></a:lnTo><a:lnTo><a:pt x="165" y="2933"/></a:lnTo><a:lnTo><a:pt x="254" y="3098"/></a:lnTo><a:lnTo><a:pt x="330" y="3352"/></a:lnTo><a:lnTo><a:pt x="673" y="3695"/></a:lnTo><a:lnTo><a:pt x="1003" y="3949"/></a:lnTo><a:lnTo><a:pt x="1422" y="4191"/></a:lnTo><a:lnTo><a:pt x="1841" y="4279"/></a:lnTo><a:lnTo><a:pt x="2260" y="4368"/></a:lnTo><a:lnTo><a:pt x="2603" y="4279"/></a:lnTo><a:lnTo><a:pt x="3022" y="4191"/></a:lnTo><a:lnTo><a:pt x="3441" y="4025"/></a:lnTo><a:lnTo><a:pt x="3771" y="3771"/></a:lnTo><a:lnTo><a:pt x="4025" y="3441"/></a:lnTo><a:lnTo><a:pt x="4279" y="3098"/></a:lnTo><a:lnTo><a:pt x="4368" y="2933"/></a:lnTo><a:lnTo><a:pt x="4445" y="2679"/></a:lnTo><a:lnTo><a:pt x="4445" y="2514"/></a:lnTo><a:lnTo><a:pt x="4533" y="2260"/></a:lnTo><a:lnTo><a:pt x="4533" y="2095"/></a:lnTo><a:lnTo><a:pt x="4533" y="1841"/></a:lnTo><a:close/></a:path><a:path w="5080" h="21590"><a:moveTo><a:pt x="4787" y="20993"/></a:moveTo><a:lnTo><a:pt x="4533" y="20739"/></a:lnTo><a:lnTo><a:pt x="4114" y="20485"/></a:lnTo><a:lnTo><a:pt x="3771" y="20320"/></a:lnTo><a:lnTo><a:pt x="3352" y="20231"/></a:lnTo><a:lnTo><a:pt x="2857" y="20231"/></a:lnTo><a:lnTo><a:pt x="2425" y="20320"/></a:lnTo><a:lnTo><a:pt x="2095" y="20485"/></a:lnTo><a:lnTo><a:pt x="1765" y="20739"/></a:lnTo><a:lnTo><a:pt x="1422" y="20993"/></a:lnTo><a:lnTo><a:pt x="4787" y="20993"/></a:lnTo><a:close/></a:path></a:pathLst></a:custGeom><a:solidFill><a:srgbClr val="000000"/></a:solidFill></p:spPr><p:txBody><a:bodyPr wrap="square" lIns="0" tIns="0" rIns="0" bIns="0" rtlCol="0"/><a:lstStyle/><a:p/></p:txBody></p:sp><p:sp><p:nvSpPr><p:cNvPr id="773" name="object 773"/><p:cNvSpPr/><p:nvPr/></p:nvSpPr><p:spPr><a:xfrm><a:off x="16660483" y="12332174"/><a:ext cx="6985" cy="21590"/></a:xfrm><a:custGeom><a:avLst/><a:gdLst/><a:ahLst/><a:cxnLst/><a:rect l="l" t="t" r="r" b="b"/><a:pathLst><a:path w="6984" h="21590"><a:moveTo><a:pt x="3949" y="254"/></a:moveTo><a:lnTo><a:pt x="3695" y="0"/></a:lnTo><a:lnTo><a:pt x="838" y="0"/></a:lnTo><a:lnTo><a:pt x="3949" y="254"/></a:lnTo><a:close/></a:path><a:path w="6984" h="21590"><a:moveTo><a:pt x="4533" y="1346"/></a:moveTo><a:lnTo><a:pt x="4445" y="1092"/></a:lnTo><a:lnTo><a:pt x="4279" y="673"/></a:lnTo><a:lnTo><a:pt x="4025" y="330"/></a:lnTo><a:lnTo><a:pt x="584" y="254"/></a:lnTo><a:lnTo><a:pt x="330" y="584"/></a:lnTo><a:lnTo><a:pt x="165" y="1003"/></a:lnTo><a:lnTo><a:pt x="0" y="1346"/></a:lnTo><a:lnTo><a:pt x="0" y="1511"/></a:lnTo><a:lnTo><a:pt x="0" y="1765"/></a:lnTo><a:lnTo><a:pt x="0" y="2019"/></a:lnTo><a:lnTo><a:pt x="0" y="2184"/></a:lnTo><a:lnTo><a:pt x="76" y="2438"/></a:lnTo><a:lnTo><a:pt x="165" y="2603"/></a:lnTo><a:lnTo><a:pt x="254" y="2857"/></a:lnTo><a:lnTo><a:pt x="330" y="3022"/></a:lnTo><a:lnTo><a:pt x="495" y="3187"/></a:lnTo><a:lnTo><a:pt x="584" y="3352"/></a:lnTo><a:lnTo><a:pt x="749" y="3530"/></a:lnTo><a:lnTo><a:pt x="927" y="3606"/></a:lnTo><a:lnTo><a:pt x="1168" y="3771"/></a:lnTo><a:lnTo><a:pt x="1587" y="3949"/></a:lnTo><a:lnTo><a:pt x="2019" y="4025"/></a:lnTo><a:lnTo><a:pt x="2514" y="4025"/></a:lnTo><a:lnTo><a:pt x="2857" y="3949"/></a:lnTo><a:lnTo><a:pt x="3276" y="3860"/></a:lnTo><a:lnTo><a:pt x="3606" y="3606"/></a:lnTo><a:lnTo><a:pt x="3949" y="3352"/></a:lnTo><a:lnTo><a:pt x="4025" y="3187"/></a:lnTo><a:lnTo><a:pt x="4191" y="3022"/></a:lnTo><a:lnTo><a:pt x="4279" y="2857"/></a:lnTo><a:lnTo><a:pt x="4368" y="2603"/></a:lnTo><a:lnTo><a:pt x="4445" y="2438"/></a:lnTo><a:lnTo><a:pt x="4533" y="2184"/></a:lnTo><a:lnTo><a:pt x="4533" y="2019"/></a:lnTo><a:lnTo><a:pt x="4533" y="1765"/></a:lnTo><a:lnTo><a:pt x="4533" y="1511"/></a:lnTo><a:lnTo><a:pt x="4533" y="1346"/></a:lnTo><a:close/></a:path><a:path w="6984" h="21590"><a:moveTo><a:pt x="6883" y="21069"/></a:moveTo><a:lnTo><a:pt x="6629" y="20739"/></a:lnTo><a:lnTo><a:pt x="6375" y="20408"/></a:lnTo><a:lnTo><a:pt x="6045" y="20154"/></a:lnTo><a:lnTo><a:pt x="5626" y="19977"/></a:lnTo><a:lnTo><a:pt x="5283" y="19812"/></a:lnTo><a:lnTo><a:pt x="4368" y="19812"/></a:lnTo><a:lnTo><a:pt x="3949" y="19977"/></a:lnTo><a:lnTo><a:pt x="3606" y="20154"/></a:lnTo><a:lnTo><a:pt x="3276" y="20408"/></a:lnTo><a:lnTo><a:pt x="2933" y="20739"/></a:lnTo><a:lnTo><a:pt x="2768" y="21069"/></a:lnTo><a:lnTo><a:pt x="6883" y="21158"/></a:lnTo><a:close/></a:path></a:pathLst></a:custGeom><a:solidFill><a:srgbClr val="000000"/></a:solidFill></p:spPr><p:txBody><a:bodyPr wrap="square" lIns="0" tIns="0" rIns="0" bIns="0" rtlCol="0"/><a:lstStyle/><a:p/></p:txBody></p:sp><p:sp><p:nvSpPr><p:cNvPr id="774" name="object 774"/><p:cNvSpPr/><p:nvPr/></p:nvSpPr><p:spPr><a:xfrm><a:off x="16662997" y="12353243"/><a:ext cx="8890" cy="21590"/></a:xfrm><a:custGeom><a:avLst/><a:gdLst/><a:ahLst/><a:cxnLst/><a:rect l="l" t="t" r="r" b="b"/><a:pathLst><a:path w="8890" h="21590"><a:moveTo><a:pt x="4368" y="0"/></a:moveTo><a:lnTo><a:pt x="254" y="0"/></a:lnTo><a:lnTo><a:pt x="4368" y="88"/></a:lnTo><a:close/></a:path><a:path w="8890" h="21590"><a:moveTo><a:pt x="4533" y="850"/></a:moveTo><a:lnTo><a:pt x="4457" y="508"/></a:lnTo><a:lnTo><a:pt x="4368" y="88"/></a:lnTo><a:lnTo><a:pt x="165" y="88"/></a:lnTo><a:lnTo><a:pt x="88" y="419"/></a:lnTo><a:lnTo><a:pt x="0" y="850"/></a:lnTo><a:lnTo><a:pt x="0" y="1270"/></a:lnTo><a:lnTo><a:pt x="0" y="1435"/></a:lnTo><a:lnTo><a:pt x="88" y="1689"/></a:lnTo><a:lnTo><a:pt x="165" y="1854"/></a:lnTo><a:lnTo><a:pt x="254" y="2108"/></a:lnTo><a:lnTo><a:pt x="508" y="2438"/></a:lnTo><a:lnTo><a:pt x="584" y="2603"/></a:lnTo><a:lnTo><a:pt x="762" y="2692"/></a:lnTo><a:lnTo><a:pt x="927" y="2857"/></a:lnTo><a:lnTo><a:pt x="1092" y="2946"/></a:lnTo><a:lnTo><a:pt x="1346" y="3111"/></a:lnTo><a:lnTo><a:pt x="1511" y="3111"/></a:lnTo><a:lnTo><a:pt x="1765" y="3200"/></a:lnTo><a:lnTo><a:pt x="1930" y="3276"/></a:lnTo><a:lnTo><a:pt x="2692" y="3276"/></a:lnTo><a:lnTo><a:pt x="3022" y="3111"/></a:lnTo><a:lnTo><a:pt x="3187" y="3111"/></a:lnTo><a:lnTo><a:pt x="3441" y="2946"/></a:lnTo><a:lnTo><a:pt x="3619" y="2857"/></a:lnTo><a:lnTo><a:pt x="3784" y="2692"/></a:lnTo><a:lnTo><a:pt x="3949" y="2603"/></a:lnTo><a:lnTo><a:pt x="4038" y="2438"/></a:lnTo><a:lnTo><a:pt x="4203" y="2184"/></a:lnTo><a:lnTo><a:pt x="4368" y="1854"/></a:lnTo><a:lnTo><a:pt x="4457" y="1689"/></a:lnTo><a:lnTo><a:pt x="4533" y="1435"/></a:lnTo><a:lnTo><a:pt x="4533" y="1270"/></a:lnTo><a:lnTo><a:pt x="4533" y="927"/></a:lnTo><a:close/></a:path><a:path w="8890" h="21590"><a:moveTo><a:pt x="8737" y="20662"/></a:moveTo><a:lnTo><a:pt x="8648" y="20243"/></a:lnTo><a:lnTo><a:pt x="8483" y="19900"/></a:lnTo><a:lnTo><a:pt x="8229" y="19570"/></a:lnTo><a:lnTo><a:pt x="8064" y="19481"/></a:lnTo><a:lnTo><a:pt x="7899" y="19240"/></a:lnTo><a:lnTo><a:pt x="7556" y="19062"/></a:lnTo><a:lnTo><a:pt x="7391" y="18986"/></a:lnTo><a:lnTo><a:pt x="7137" y="18897"/></a:lnTo><a:lnTo><a:pt x="6972" y="18808"/></a:lnTo><a:lnTo><a:pt x="6718" y="18808"/></a:lnTo><a:lnTo><a:pt x="6299" y="18732"/></a:lnTo><a:lnTo><a:pt x="5880" y="18808"/></a:lnTo><a:lnTo><a:pt x="5549" y="18986"/></a:lnTo><a:lnTo><a:pt x="5130" y="19151"/></a:lnTo><a:lnTo><a:pt x="4876" y="19481"/></a:lnTo><a:lnTo><a:pt x="4533" y="19824"/></a:lnTo><a:lnTo><a:pt x="4368" y="20154"/></a:lnTo><a:lnTo><a:pt x="4279" y="20574"/></a:lnTo><a:lnTo><a:pt x="4203" y="20993"/></a:lnTo><a:lnTo><a:pt x="8737" y="20993"/></a:lnTo><a:lnTo><a:pt x="8737" y="20662"/></a:lnTo><a:close/></a:path></a:pathLst></a:custGeom><a:solidFill><a:srgbClr val="000000"/></a:solidFill></p:spPr><p:txBody><a:bodyPr wrap="square" lIns="0" tIns="0" rIns="0" bIns="0" rtlCol="0"/><a:lstStyle/><a:p/></p:txBody></p:sp><p:sp><p:nvSpPr><p:cNvPr id="775" name="object 775"/><p:cNvSpPr/><p:nvPr/></p:nvSpPr><p:spPr><a:xfrm><a:off x="16667201" y="12373906"/><a:ext cx="10795" cy="20955"/></a:xfrm><a:custGeom><a:avLst/><a:gdLst/><a:ahLst/><a:cxnLst/><a:rect l="l" t="t" r="r" b="b"/><a:pathLst><a:path w="10794" h="20954"><a:moveTo><a:pt x="4533" y="330"/></a:moveTo><a:lnTo><a:pt x="0" y="330"/></a:lnTo><a:lnTo><a:pt x="0" y="749"/></a:lnTo><a:lnTo><a:pt x="165" y="1168"/></a:lnTo><a:lnTo><a:pt x="330" y="1511"/></a:lnTo><a:lnTo><a:pt x="584" y="1841"/></a:lnTo><a:lnTo><a:pt x="838" y="2184"/></a:lnTo><a:lnTo><a:pt x="1003" y="2260"/></a:lnTo><a:lnTo><a:pt x="1168" y="2349"/></a:lnTo><a:lnTo><a:pt x="1346" y="2438"/></a:lnTo><a:lnTo><a:pt x="1587" y="2514"/></a:lnTo><a:lnTo><a:pt x="1765" y="2603"/></a:lnTo><a:lnTo><a:pt x="2006" y="2603"/></a:lnTo><a:lnTo><a:pt x="2438" y="2679"/></a:lnTo><a:lnTo><a:pt x="2857" y="2603"/></a:lnTo><a:lnTo><a:pt x="3276" y="2438"/></a:lnTo><a:lnTo><a:pt x="3606" y="2260"/></a:lnTo><a:lnTo><a:pt x="3949" y="1930"/></a:lnTo><a:lnTo><a:pt x="4191" y="1600"/></a:lnTo><a:lnTo><a:pt x="4368" y="1257"/></a:lnTo><a:lnTo><a:pt x="4533" y="838"/></a:lnTo><a:lnTo><a:pt x="4533" y="419"/></a:lnTo><a:close/></a:path><a:path w="10794" h="20954"><a:moveTo><a:pt x="4533" y="0"/></a:moveTo><a:lnTo><a:pt x="0" y="0"/></a:lnTo><a:lnTo><a:pt x="4533" y="330"/></a:lnTo><a:lnTo><a:pt x="4533" y="0"/></a:lnTo><a:close/></a:path><a:path w="10794" h="20954"><a:moveTo><a:pt x="10414" y="19900"/></a:moveTo><a:lnTo><a:pt x="10325" y="19735"/></a:lnTo><a:lnTo><a:pt x="10325" y="19481"/></a:lnTo><a:lnTo><a:pt x="10236" y="19316"/></a:lnTo><a:lnTo><a:pt x="10160" y="19062"/></a:lnTo><a:lnTo><a:pt x="10071" y="18897"/></a:lnTo><a:lnTo><a:pt x="9994" y="18719"/></a:lnTo><a:lnTo><a:pt x="9817" y="18554"/></a:lnTo><a:lnTo><a:pt x="9740" y="18389"/></a:lnTo><a:lnTo><a:pt x="9575" y="18224"/></a:lnTo><a:lnTo><a:pt x="9398" y="18135"/></a:lnTo><a:lnTo><a:pt x="9232" y="17970"/></a:lnTo><a:lnTo><a:pt x="8978" y="17881"/></a:lnTo><a:lnTo><a:pt x="8813" y="17805"/></a:lnTo><a:lnTo><a:pt x="8648" y="17805"/></a:lnTo><a:lnTo><a:pt x="8394" y="17716"/></a:lnTo><a:lnTo><a:pt x="7810" y="17716"/></a:lnTo><a:lnTo><a:pt x="7632" y="17805"/></a:lnTo><a:lnTo><a:pt x="7391" y="17805"/></a:lnTo><a:lnTo><a:pt x="7213" y="17881"/></a:lnTo><a:lnTo><a:pt x="6972" y="17970"/></a:lnTo><a:lnTo><a:pt x="6883" y="18135"/></a:lnTo><a:lnTo><a:pt x="6629" y="18224"/></a:lnTo><a:lnTo><a:pt x="6553" y="18389"/></a:lnTo><a:lnTo><a:pt x="6375" y="18554"/></a:lnTo><a:lnTo><a:pt x="6299" y="18719"/></a:lnTo><a:lnTo><a:pt x="6121" y="18897"/></a:lnTo><a:lnTo><a:pt x="6045" y="19062"/></a:lnTo><a:lnTo><a:pt x="5956" y="19316"/></a:lnTo><a:lnTo><a:pt x="5880" y="19481"/></a:lnTo><a:lnTo><a:pt x="5880" y="19735"/></a:lnTo><a:lnTo><a:pt x="5880" y="19900"/></a:lnTo><a:lnTo><a:pt x="5880" y="20154"/></a:lnTo><a:lnTo><a:pt x="5880" y="20320"/></a:lnTo><a:lnTo><a:pt x="5880" y="20485"/></a:lnTo><a:lnTo><a:pt x="10325" y="20485"/></a:lnTo><a:lnTo><a:pt x="10325" y="20320"/></a:lnTo><a:lnTo><a:pt x="10414" y="20154"/></a:lnTo><a:lnTo><a:pt x="10414" y="19900"/></a:lnTo><a:close/></a:path></a:pathLst></a:custGeom><a:solidFill><a:srgbClr val="000000"/></a:solidFill></p:spPr><p:txBody><a:bodyPr wrap="square" lIns="0" tIns="0" rIns="0" bIns="0" rtlCol="0"/><a:lstStyle/><a:p/></p:txBody></p:sp><p:sp><p:nvSpPr><p:cNvPr id="776" name="object 776"/><p:cNvSpPr/><p:nvPr/></p:nvSpPr><p:spPr><a:xfrm><a:off x="16673081" y="12394226"/><a:ext cx="12065" cy="20320"/></a:xfrm><a:custGeom><a:avLst/><a:gdLst/><a:ahLst/><a:cxnLst/><a:rect l="l" t="t" r="r" b="b"/><a:pathLst><a:path w="12065" h="20320"><a:moveTo><a:pt x="4445" y="165"/></a:moveTo><a:lnTo><a:pt x="0" y="165"/></a:lnTo><a:lnTo><a:pt x="76" y="330"/></a:lnTo><a:lnTo><a:pt x="165" y="584"/></a:lnTo><a:lnTo><a:pt x="241" y="749"/></a:lnTo><a:lnTo><a:pt x="330" y="1003"/></a:lnTo><a:lnTo><a:pt x="495" y="1092"/></a:lnTo><a:lnTo><a:pt x="673" y="1257"/></a:lnTo><a:lnTo><a:pt x="749" y="1422"/></a:lnTo><a:lnTo><a:pt x="1003" y="1600"/></a:lnTo><a:lnTo><a:pt x="1333" y="1765"/></a:lnTo><a:lnTo><a:pt x="1511" y="1841"/></a:lnTo><a:lnTo><a:pt x="1752" y="1841"/></a:lnTo><a:lnTo><a:pt x="1930" y="1930"/></a:lnTo><a:lnTo><a:pt x="2603" y="1930"/></a:lnTo><a:lnTo><a:pt x="2933" y="1841"/></a:lnTo><a:lnTo><a:pt x="3098" y="1765"/></a:lnTo><a:lnTo><a:pt x="3352" y="1676"/></a:lnTo><a:lnTo><a:pt x="3517" y="1600"/></a:lnTo><a:lnTo><a:pt x="3695" y="1422"/></a:lnTo><a:lnTo><a:pt x="3771" y="1257"/></a:lnTo><a:lnTo><a:pt x="4025" y="1092"/></a:lnTo><a:lnTo><a:pt x="4191" y="749"/></a:lnTo><a:lnTo><a:pt x="4279" y="584"/></a:lnTo><a:lnTo><a:pt x="4356" y="330"/></a:lnTo><a:lnTo><a:pt x="4445" y="165"/></a:lnTo><a:close/></a:path><a:path w="12065" h="20320"><a:moveTo><a:pt x="4445" y="0"/></a:moveTo><a:lnTo><a:pt x="0" y="0"/></a:lnTo><a:lnTo><a:pt x="4445" y="165"/></a:lnTo><a:lnTo><a:pt x="4445" y="0"/></a:lnTo><a:close/></a:path><a:path w="12065" h="20320"><a:moveTo><a:pt x="11925" y="18224"/></a:moveTo><a:lnTo><a:pt x="11747" y="17805"/></a:lnTo><a:lnTo><a:pt x="11582" y="17462"/></a:lnTo><a:lnTo><a:pt x="11252" y="17132"/></a:lnTo><a:lnTo><a:pt x="10909" y="16878"/></a:lnTo><a:lnTo><a:pt x="10579" y="16624"/></a:lnTo><a:lnTo><a:pt x="10160" y="16535"/></a:lnTo><a:lnTo><a:pt x="9321" y="16459"/></a:lnTo><a:lnTo><a:pt x="9144" y="16535"/></a:lnTo><a:lnTo><a:pt x="8902" y="16624"/></a:lnTo><a:lnTo><a:pt x="8724" y="16624"/></a:lnTo><a:lnTo><a:pt x="8470" y="16789"/></a:lnTo><a:lnTo><a:pt x="8140" y="17043"/></a:lnTo><a:lnTo><a:pt x="7810" y="17386"/></a:lnTo><a:lnTo><a:pt x="7556" y="17805"/></a:lnTo><a:lnTo><a:pt x="7467" y="18224"/></a:lnTo><a:lnTo><a:pt x="7391" y="18643"/></a:lnTo><a:lnTo><a:pt x="7391" y="19062"/></a:lnTo><a:lnTo><a:pt x="7467" y="19481"/></a:lnTo><a:lnTo><a:pt x="7721" y="19812"/></a:lnTo><a:lnTo><a:pt x="7721" y="19989"/></a:lnTo><a:lnTo><a:pt x="11582" y="19989"/></a:lnTo><a:lnTo><a:pt x="11671" y="19812"/></a:lnTo><a:lnTo><a:pt x="11747" y="19570"/></a:lnTo><a:lnTo><a:pt x="11925" y="19138"/></a:lnTo><a:lnTo><a:pt x="11925" y="18643"/></a:lnTo><a:lnTo><a:pt x="11925" y="18224"/></a:lnTo><a:close/></a:path></a:pathLst></a:custGeom><a:solidFill><a:srgbClr val="000000"/></a:solidFill></p:spPr><p:txBody><a:bodyPr wrap="square" lIns="0" tIns="0" rIns="0" bIns="0" rtlCol="0"/><a:lstStyle/><a:p/></p:txBody></p:sp><p:sp><p:nvSpPr><p:cNvPr id="777" name="object 777"/><p:cNvSpPr/><p:nvPr/></p:nvSpPr><p:spPr><a:xfrm><a:off x="16680803" y="12414037"/><a:ext cx="13335" cy="19685"/></a:xfrm><a:custGeom><a:avLst/><a:gdLst/><a:ahLst/><a:cxnLst/><a:rect l="l" t="t" r="r" b="b"/><a:pathLst><a:path w="13334" h="19684"><a:moveTo><a:pt x="3860" y="177"/></a:moveTo><a:lnTo><a:pt x="0" y="177"/></a:lnTo><a:lnTo><a:pt x="165" y="342"/></a:lnTo><a:lnTo><a:pt x="330" y="508"/></a:lnTo><a:lnTo><a:pt x="508" y="673"/></a:lnTo><a:lnTo><a:pt x="673" y="762"/></a:lnTo><a:lnTo><a:pt x="838" y="927"/></a:lnTo><a:lnTo><a:pt x="1092" y="1016"/></a:lnTo><a:lnTo><a:pt x="1257" y="1092"/></a:lnTo><a:lnTo><a:pt x="1511" y="1092"/></a:lnTo><a:lnTo><a:pt x="2184" y="1181"/></a:lnTo><a:lnTo><a:pt x="2438" y="1092"/></a:lnTo><a:lnTo><a:pt x="2603" y="1092"/></a:lnTo><a:lnTo><a:pt x="2857" y="1016"/></a:lnTo><a:lnTo><a:pt x="3022" y="927"/></a:lnTo><a:lnTo><a:pt x="3276" y="762"/></a:lnTo><a:lnTo><a:pt x="3606" y="508"/></a:lnTo><a:lnTo><a:pt x="3695" y="342"/></a:lnTo><a:lnTo><a:pt x="3860" y="177"/></a:lnTo><a:close/></a:path><a:path w="13334" h="19684"><a:moveTo><a:pt x="3949" y="0"/></a:moveTo><a:lnTo><a:pt x="0" y="0"/></a:lnTo><a:lnTo><a:pt x="3860" y="177"/></a:lnTo><a:lnTo><a:pt x="3949" y="0"/></a:lnTo><a:close/></a:path><a:path w="13334" h="19684"><a:moveTo><a:pt x="13182" y="16802"/></a:moveTo><a:lnTo><a:pt x="13093" y="16624"/></a:lnTo><a:lnTo><a:pt x="13017" y="16383"/></a:lnTo><a:lnTo><a:pt x="12928" y="16205"/></a:lnTo><a:lnTo><a:pt x="12852" y="16040"/></a:lnTo><a:lnTo><a:pt x="12674" y="15875"/></a:lnTo><a:lnTo><a:pt x="12598" y="15709"/></a:lnTo><a:lnTo><a:pt x="12344" y="15544"/></a:lnTo><a:lnTo><a:pt x="12014" y="15290"/></a:lnTo><a:lnTo><a:pt x="11836" y="15201"/></a:lnTo><a:lnTo><a:pt x="11582" y="15113"/></a:lnTo><a:lnTo><a:pt x="11163" y="15036"/></a:lnTo><a:lnTo><a:pt x="10668" y="15036"/></a:lnTo><a:lnTo><a:pt x="10414" y="15113"/></a:lnTo><a:lnTo><a:pt x="10248" y="15113"/></a:lnTo><a:lnTo><a:pt x="9994" y="15201"/></a:lnTo><a:lnTo><a:pt x="9829" y="15290"/></a:lnTo><a:lnTo><a:pt x="9652" y="15455"/></a:lnTo><a:lnTo><a:pt x="9486" y="15544"/></a:lnTo><a:lnTo><a:pt x="9321" y="15709"/></a:lnTo><a:lnTo><a:pt x="9156" y="15875"/></a:lnTo><a:lnTo><a:pt x="9067" y="16040"/></a:lnTo><a:lnTo><a:pt x="8902" y="16205"/></a:lnTo><a:lnTo><a:pt x="8813" y="16383"/></a:lnTo><a:lnTo><a:pt x="8737" y="16624"/></a:lnTo><a:lnTo><a:pt x="8737" y="16802"/></a:lnTo><a:lnTo><a:pt x="8648" y="17056"/></a:lnTo><a:lnTo><a:pt x="8648" y="17221"/></a:lnTo><a:lnTo><a:pt x="8648" y="17551"/></a:lnTo><a:lnTo><a:pt x="8737" y="17970"/></a:lnTo><a:lnTo><a:pt x="8902" y="18389"/></a:lnTo><a:lnTo><a:pt x="9156" y="18732"/></a:lnTo><a:lnTo><a:pt x="9486" y="19062"/></a:lnTo><a:lnTo><a:pt x="12344" y="19062"/></a:lnTo><a:lnTo><a:pt x="12674" y="18732"/></a:lnTo><a:lnTo><a:pt x="12928" y="18389"/></a:lnTo><a:lnTo><a:pt x="13093" y="18059"/></a:lnTo><a:lnTo><a:pt x="13182" y="17640"/></a:lnTo><a:lnTo><a:pt x="13182" y="17221"/></a:lnTo><a:lnTo><a:pt x="13182" y="17056"/></a:lnTo><a:lnTo><a:pt x="13182" y="16802"/></a:lnTo><a:close/></a:path></a:pathLst></a:custGeom><a:solidFill><a:srgbClr val="000000"/></a:solidFill></p:spPr><p:txBody><a:bodyPr wrap="square" lIns="0" tIns="0" rIns="0" bIns="0" rtlCol="0"/><a:lstStyle/><a:p/></p:txBody></p:sp><p:sp><p:nvSpPr><p:cNvPr id="778" name="object 778"/><p:cNvSpPr/><p:nvPr/></p:nvSpPr><p:spPr><a:xfrm><a:off x="16690290" y="12433101"/><a:ext cx="14604" cy="18415"/></a:xfrm><a:custGeom><a:avLst/><a:gdLst/><a:ahLst/><a:cxnLst/><a:rect l="l" t="t" r="r" b="b"/><a:pathLst><a:path w="14605" h="18415"><a:moveTo><a:pt x="2857" y="0"/></a:moveTo><a:lnTo><a:pt x="0" y="0"/></a:lnTo><a:lnTo><a:pt x="342" y="254"/></a:lnTo><a:lnTo><a:pt x="762" y="419"/></a:lnTo><a:lnTo><a:pt x="1257" y="508"/></a:lnTo><a:lnTo><a:pt x="1676" y="508"/></a:lnTo><a:lnTo><a:pt x="2095" y="419"/></a:lnTo><a:lnTo><a:pt x="2527" y="254"/></a:lnTo><a:lnTo><a:pt x="2857" y="0"/></a:lnTo><a:close/></a:path><a:path w="14605" h="18415"><a:moveTo><a:pt x="14198" y="15532"/></a:moveTo><a:lnTo><a:pt x="14109" y="15367"/></a:lnTo><a:lnTo><a:pt x="14109" y="15113"/></a:lnTo><a:lnTo><a:pt x="14020" y="14947"/></a:lnTo><a:lnTo><a:pt x="13944" y="14782"/></a:lnTo><a:lnTo><a:pt x="13779" y="14528"/></a:lnTo><a:lnTo><a:pt x="13690" y="14363"/></a:lnTo><a:lnTo><a:pt x="13525" y="14198"/></a:lnTo><a:lnTo><a:pt x="13182" y="13944"/></a:lnTo><a:lnTo><a:pt x="12763" y="13690"/></a:lnTo><a:lnTo><a:pt x="12344" y="13601"/></a:lnTo><a:lnTo><a:pt x="11595" y="13525"/></a:lnTo><a:lnTo><a:pt x="11417" y="13601"/></a:lnTo><a:lnTo><a:pt x="11176" y="13690"/></a:lnTo><a:lnTo><a:pt x="10998" y="13690"/></a:lnTo><a:lnTo><a:pt x="10756" y="13855"/></a:lnTo><a:lnTo><a:pt x="10414" y="14109"/></a:lnTo><a:lnTo><a:pt x="10160" y="14363"/></a:lnTo><a:lnTo><a:pt x="10083" y="14528"/></a:lnTo><a:lnTo><a:pt x="9906" y="14782"/></a:lnTo><a:lnTo><a:pt x="9829" y="14947"/></a:lnTo><a:lnTo><a:pt x="9740" y="15113"/></a:lnTo><a:lnTo><a:pt x="9664" y="15367"/></a:lnTo><a:lnTo><a:pt x="9664" y="15532"/></a:lnTo><a:lnTo><a:pt x="9664" y="15786"/></a:lnTo><a:lnTo><a:pt x="9664" y="15951"/></a:lnTo><a:lnTo><a:pt x="9664" y="16205"/></a:lnTo><a:lnTo><a:pt x="9740" y="16383"/></a:lnTo><a:lnTo><a:pt x="9829" y="16624"/></a:lnTo><a:lnTo><a:pt x="9829" y="16802"/></a:lnTo><a:lnTo><a:pt x="9994" y="17043"/></a:lnTo><a:lnTo><a:pt x="10325" y="17386"/></a:lnTo><a:lnTo><a:pt x="10668" y="17716"/></a:lnTo><a:lnTo><a:pt x="10998" y="17894"/></a:lnTo><a:lnTo><a:pt x="11417" y="18059"/></a:lnTo><a:lnTo><a:pt x="12344" y="18059"/></a:lnTo><a:lnTo><a:pt x="12763" y="17894"/></a:lnTo><a:lnTo><a:pt x="13182" y="17716"/></a:lnTo><a:lnTo><a:pt x="13525" y="17462"/></a:lnTo><a:lnTo><a:pt x="13779" y="17132"/></a:lnTo><a:lnTo><a:pt x="13944" y="16802"/></a:lnTo><a:lnTo><a:pt x="14020" y="16624"/></a:lnTo><a:lnTo><a:pt x="14109" y="16383"/></a:lnTo><a:lnTo><a:pt x="14109" y="16205"/></a:lnTo><a:lnTo><a:pt x="14198" y="15951"/></a:lnTo><a:lnTo><a:pt x="14198" y="15786"/></a:lnTo><a:lnTo><a:pt x="14198" y="15532"/></a:lnTo><a:close/></a:path></a:pathLst></a:custGeom><a:solidFill><a:srgbClr val="000000"/></a:solidFill></p:spPr><p:txBody><a:bodyPr wrap="square" lIns="0" tIns="0" rIns="0" bIns="0" rtlCol="0"/><a:lstStyle/><a:p/></p:txBody></p:sp><p:sp><p:nvSpPr><p:cNvPr id="779" name="object 779"/><p:cNvSpPr/><p:nvPr/></p:nvSpPr><p:spPr><a:xfrm><a:off x="16701377" y="12450995"/><a:ext cx="27305" cy="28575"/></a:xfrm><a:custGeom><a:avLst/><a:gdLst/><a:ahLst/><a:cxnLst/><a:rect l="l" t="t" r="r" b="b"/><a:pathLst><a:path w="27305" h="28575"><a:moveTo><a:pt x="1676" y="0"/></a:moveTo><a:lnTo><a:pt x="0" y="0"/></a:lnTo><a:lnTo><a:pt x="1257" y="165"/></a:lnTo><a:lnTo><a:pt x="1676" y="0"/></a:lnTo><a:close/></a:path><a:path w="27305" h="28575"><a:moveTo><a:pt x="15036" y="14439"/></a:moveTo><a:lnTo><a:pt x="14947" y="14185"/></a:lnTo><a:lnTo><a:pt x="14947" y="13931"/></a:lnTo><a:lnTo><a:pt x="14859" y="13766"/></a:lnTo><a:lnTo><a:pt x="14782" y="13512"/></a:lnTo><a:lnTo><a:pt x="14528" y="13182"/></a:lnTo><a:lnTo><a:pt x="14185" y="12839"/></a:lnTo><a:lnTo><a:pt x="13855" y="12585"/></a:lnTo><a:lnTo><a:pt x="13690" y="12509"/></a:lnTo><a:lnTo><a:pt x="13436" y="12420"/></a:lnTo><a:lnTo><a:pt x="13271" y="12331"/></a:lnTo><a:lnTo><a:pt x="12090" y="12331"/></a:lnTo><a:lnTo><a:pt x="11671" y="12509"/></a:lnTo><a:lnTo><a:pt x="11341" y="12763"/></a:lnTo><a:lnTo><a:pt x="10998" y="13093"/></a:lnTo><a:lnTo><a:pt x="10744" y="13423"/></a:lnTo><a:lnTo><a:pt x="10579" y="13766"/></a:lnTo><a:lnTo><a:pt x="10579" y="13931"/></a:lnTo><a:lnTo><a:pt x="10490" y="14185"/></a:lnTo><a:lnTo><a:pt x="10490" y="14439"/></a:lnTo><a:lnTo><a:pt x="10414" y="14605"/></a:lnTo><a:lnTo><a:pt x="10490" y="14859"/></a:lnTo><a:lnTo><a:pt x="10490" y="15024"/></a:lnTo><a:lnTo><a:pt x="10579" y="15278"/></a:lnTo><a:lnTo><a:pt x="10579" y="15443"/></a:lnTo><a:lnTo><a:pt x="10744" y="15697"/></a:lnTo><a:lnTo><a:pt x="10998" y="16027"/></a:lnTo><a:lnTo><a:pt x="11341" y="16370"/></a:lnTo><a:lnTo><a:pt x="11671" y="16624"/></a:lnTo><a:lnTo><a:pt x="12090" y="16700"/></a:lnTo><a:lnTo><a:pt x="12509" y="16789"/></a:lnTo><a:lnTo><a:pt x="12928" y="16789"/></a:lnTo><a:lnTo><a:pt x="13271" y="16789"/></a:lnTo><a:lnTo><a:pt x="13690" y="16624"/></a:lnTo><a:lnTo><a:pt x="14020" y="16370"/></a:lnTo><a:lnTo><a:pt x="14363" y="16116"/></a:lnTo><a:lnTo><a:pt x="14605" y="15786"/></a:lnTo><a:lnTo><a:pt x="14782" y="15443"/></a:lnTo><a:lnTo><a:pt x="14859" y="15278"/></a:lnTo><a:lnTo><a:pt x="14947" y="15024"/></a:lnTo><a:lnTo><a:pt x="14947" y="14859"/></a:lnTo><a:lnTo><a:pt x="14947" y="14605"/></a:lnTo><a:lnTo><a:pt x="15036" y="14439"/></a:lnTo><a:close/></a:path><a:path w="27305" h="28575"><a:moveTo><a:pt x="26784" y="28041"/></a:moveTo><a:lnTo><a:pt x="26365" y="27952"/></a:lnTo><a:lnTo><a:pt x="25946" y="27876"/></a:lnTo><a:lnTo><a:pt x="25527" y="27952"/></a:lnTo><a:lnTo><a:pt x="25107" y="28041"/></a:lnTo><a:lnTo><a:pt x="26784" y="28041"/></a:lnTo><a:close/></a:path></a:pathLst></a:custGeom><a:solidFill><a:srgbClr val="000000"/></a:solidFill></p:spPr><p:txBody><a:bodyPr wrap="square" lIns="0" tIns="0" rIns="0" bIns="0" rtlCol="0"/><a:lstStyle/><a:p/></p:txBody></p:sp><p:sp><p:nvSpPr><p:cNvPr id="780" name="object 780"/><p:cNvSpPr/><p:nvPr/></p:nvSpPr><p:spPr><a:xfrm><a:off x="16725062" y="12478947"/><a:ext cx="18415" cy="15240"/></a:xfrm><a:custGeom><a:avLst/><a:gdLst/><a:ahLst/><a:cxnLst/><a:rect l="l" t="t" r="r" b="b"/><a:pathLst><a:path w="18415" h="15240"><a:moveTo><a:pt x="3098" y="88"/></a:moveTo><a:lnTo><a:pt x="2679" y="0"/></a:lnTo><a:lnTo><a:pt x="1841" y="0"/></a:lnTo><a:lnTo><a:pt x="3098" y="88"/></a:lnTo><a:close/></a:path><a:path w="18415" h="15240"><a:moveTo><a:pt x="4533" y="2019"/></a:moveTo><a:lnTo><a:pt x="4445" y="1676"/></a:lnTo><a:lnTo><a:pt x="4356" y="1257"/></a:lnTo><a:lnTo><a:pt x="4114" y="927"/></a:lnTo><a:lnTo><a:pt x="3771" y="596"/></a:lnTo><a:lnTo><a:pt x="3441" y="342"/></a:lnTo><a:lnTo><a:pt x="3098" y="88"/></a:lnTo><a:lnTo><a:pt x="1422" y="88"/></a:lnTo><a:lnTo><a:pt x="1092" y="254"/></a:lnTo><a:lnTo><a:pt x="749" y="508"/></a:lnTo><a:lnTo><a:pt x="495" y="838"/></a:lnTo><a:lnTo><a:pt x="241" y="1181"/></a:lnTo><a:lnTo><a:pt x="76" y="1600"/></a:lnTo><a:lnTo><a:pt x="0" y="2019"/></a:lnTo><a:lnTo><a:pt x="0" y="2438"/></a:lnTo><a:lnTo><a:pt x="0" y="2603"/></a:lnTo><a:lnTo><a:pt x="76" y="2857"/></a:lnTo><a:lnTo><a:pt x="165" y="3022"/></a:lnTo><a:lnTo><a:pt x="241" y="3187"/></a:lnTo><a:lnTo><a:pt x="330" y="3441"/></a:lnTo><a:lnTo><a:pt x="419" y="3619"/></a:lnTo><a:lnTo><a:pt x="584" y="3784"/></a:lnTo><a:lnTo><a:pt x="749" y="3860"/></a:lnTo><a:lnTo><a:pt x="914" y="4038"/></a:lnTo><a:lnTo><a:pt x="1092" y="4203"/></a:lnTo><a:lnTo><a:pt x="1333" y="4279"/></a:lnTo><a:lnTo><a:pt x="1511" y="4368"/></a:lnTo><a:lnTo><a:pt x="1752" y="4457"/></a:lnTo><a:lnTo><a:pt x="2006" y="4457"/></a:lnTo><a:lnTo><a:pt x="2184" y="4533"/></a:lnTo><a:lnTo><a:pt x="2603" y="4457"/></a:lnTo><a:lnTo><a:pt x="2768" y="4457"/></a:lnTo><a:lnTo><a:pt x="3022" y="4368"/></a:lnTo><a:lnTo><a:pt x="3187" y="4279"/></a:lnTo><a:lnTo><a:pt x="3441" y="4203"/></a:lnTo><a:lnTo><a:pt x="3606" y="4038"/></a:lnTo><a:lnTo><a:pt x="3771" y="3860"/></a:lnTo><a:lnTo><a:pt x="3937" y="3784"/></a:lnTo><a:lnTo><a:pt x="4114" y="3619"/></a:lnTo><a:lnTo><a:pt x="4191" y="3441"/></a:lnTo><a:lnTo><a:pt x="4279" y="3187"/></a:lnTo><a:lnTo><a:pt x="4356" y="3022"/></a:lnTo><a:lnTo><a:pt x="4445" y="2857"/></a:lnTo><a:lnTo><a:pt x="4533" y="2603"/></a:lnTo><a:lnTo><a:pt x="4533" y="2438"/></a:lnTo><a:lnTo><a:pt x="4533" y="2108"/></a:lnTo><a:close/></a:path><a:path w="18415" h="15240"><a:moveTo><a:pt x="18300" y="15036"/></a:moveTo><a:lnTo><a:pt x="18046" y="14871"/></a:lnTo><a:lnTo><a:pt x="17881" y="14782"/></a:lnTo><a:lnTo><a:pt x="17627" y="14617"/></a:lnTo><a:lnTo><a:pt x="17208" y="14439"/></a:lnTo><a:lnTo><a:pt x="16205" y="14439"/></a:lnTo><a:lnTo><a:pt x="15951" y="14528"/></a:lnTo><a:lnTo><a:pt x="15786" y="14617"/></a:lnTo><a:lnTo><a:pt x="15532" y="14782"/></a:lnTo><a:lnTo><a:pt x="15367" y="14871"/></a:lnTo><a:lnTo><a:pt x="15189" y="15036"/></a:lnTo><a:lnTo><a:pt x="18300" y="15036"/></a:lnTo><a:close/></a:path></a:pathLst></a:custGeom><a:solidFill><a:srgbClr val="000000"/></a:solidFill></p:spPr><p:txBody><a:bodyPr wrap="square" lIns="0" tIns="0" rIns="0" bIns="0" rtlCol="0"/><a:lstStyle/><a:p/></p:txBody></p:sp><p:sp><p:nvSpPr><p:cNvPr id="781" name="object 781"/><p:cNvSpPr/><p:nvPr/></p:nvSpPr><p:spPr><a:xfrm><a:off x="16739502" y="12493819"/><a:ext cx="20320" cy="14604"/></a:xfrm><a:custGeom><a:avLst/><a:gdLst/><a:ahLst/><a:cxnLst/><a:rect l="l" t="t" r="r" b="b"/><a:pathLst><a:path w="20319" h="14604"><a:moveTo><a:pt x="3860" y="165"/></a:moveTo><a:lnTo><a:pt x="3606" y="0"/></a:lnTo><a:lnTo><a:pt x="927" y="0"/></a:lnTo><a:lnTo><a:pt x="3860" y="165"/></a:lnTo><a:close/></a:path><a:path w="20319" h="14604"><a:moveTo><a:pt x="4533" y="1257"/></a:moveTo><a:lnTo><a:pt x="4368" y="1003"/></a:lnTo><a:lnTo><a:pt x="4368" y="838"/></a:lnTo><a:lnTo><a:pt x="4191" y="584"/></a:lnTo><a:lnTo><a:pt x="3949" y="241"/></a:lnTo><a:lnTo><a:pt x="749" y="165"/></a:lnTo><a:lnTo><a:pt x="584" y="241"/></a:lnTo><a:lnTo><a:pt x="508" y="495"/></a:lnTo><a:lnTo><a:pt x="330" y="584"/></a:lnTo><a:lnTo><a:pt x="254" y="838"/></a:lnTo><a:lnTo><a:pt x="165" y="1003"/></a:lnTo><a:lnTo><a:pt x="76" y="1257"/></a:lnTo><a:lnTo><a:pt x="76" y="1422"/></a:lnTo><a:lnTo><a:pt x="0" y="1752"/></a:lnTo><a:lnTo><a:pt x="76" y="2171"/></a:lnTo><a:lnTo><a:pt x="165" y="2590"/></a:lnTo><a:lnTo><a:pt x="330" y="3022"/></a:lnTo><a:lnTo><a:pt x="584" y="3352"/></a:lnTo><a:lnTo><a:pt x="927" y="3606"/></a:lnTo><a:lnTo><a:pt x="1257" y="3860"/></a:lnTo><a:lnTo><a:pt x="1676" y="4025"/></a:lnTo><a:lnTo><a:pt x="2095" y="4114"/></a:lnTo><a:lnTo><a:pt x="2514" y="4114"/></a:lnTo><a:lnTo><a:pt x="4533" y="2260"/></a:lnTo><a:lnTo><a:pt x="4533" y="1841"/></a:lnTo><a:lnTo><a:pt x="4533" y="1422"/></a:lnTo><a:lnTo><a:pt x="4533" y="1257"/></a:lnTo><a:close/></a:path><a:path w="20319" h="14604"><a:moveTo><a:pt x="19900" y="13931"/></a:moveTo><a:lnTo><a:pt x="19646" y="13677"/></a:lnTo><a:lnTo><a:pt x="19646" y="13512"/></a:lnTo><a:lnTo><a:pt x="19392" y="13347"/></a:lnTo><a:lnTo><a:pt x="18973" y="13093"/></a:lnTo><a:lnTo><a:pt x="18554" y="12928"/></a:lnTo><a:lnTo><a:pt x="18135" y="12763"/></a:lnTo><a:lnTo><a:pt x="17627" y="12763"/></a:lnTo><a:lnTo><a:pt x="17386" y="12839"/></a:lnTo><a:lnTo><a:pt x="17208" y="12928"/></a:lnTo><a:lnTo><a:pt x="16878" y="13004"/></a:lnTo><a:lnTo><a:pt x="16535" y="13258"/></a:lnTo><a:lnTo><a:pt x="16370" y="13347"/></a:lnTo><a:lnTo><a:pt x="16205" y="13512"/></a:lnTo><a:lnTo><a:pt x="16116" y="13677"/></a:lnTo><a:lnTo><a:pt x="15951" y="13931"/></a:lnTo><a:lnTo><a:pt x="19900" y="14020"/></a:lnTo><a:close/></a:path></a:pathLst></a:custGeom><a:solidFill><a:srgbClr val="000000"/></a:solidFill></p:spPr><p:txBody><a:bodyPr wrap="square" lIns="0" tIns="0" rIns="0" bIns="0" rtlCol="0"/><a:lstStyle/><a:p/></p:txBody></p:sp><p:sp><p:nvSpPr><p:cNvPr id="782" name="object 782"/><p:cNvSpPr/><p:nvPr/></p:nvSpPr><p:spPr><a:xfrm><a:off x="16755123" y="12507751"/><a:ext cx="21590" cy="13335"/></a:xfrm><a:custGeom><a:avLst/><a:gdLst/><a:ahLst/><a:cxnLst/><a:rect l="l" t="t" r="r" b="b"/><a:pathLst><a:path w="21590" h="13334"><a:moveTo><a:pt x="4279" y="0"/></a:moveTo><a:lnTo><a:pt x="330" y="0"/></a:lnTo><a:lnTo><a:pt x="4279" y="88"/></a:lnTo><a:close/></a:path><a:path w="21590" h="13334"><a:moveTo><a:pt x="4533" y="838"/></a:moveTo><a:lnTo><a:pt x="4445" y="419"/></a:lnTo><a:lnTo><a:pt x="4279" y="88"/></a:lnTo><a:lnTo><a:pt x="254" y="88"/></a:lnTo><a:lnTo><a:pt x="165" y="419"/></a:lnTo><a:lnTo><a:pt x="0" y="838"/></a:lnTo><a:lnTo><a:pt x="0" y="1257"/></a:lnTo><a:lnTo><a:pt x="76" y="1676"/></a:lnTo><a:lnTo><a:pt x="254" y="2095"/></a:lnTo><a:lnTo><a:pt x="419" y="2438"/></a:lnTo><a:lnTo><a:pt x="749" y="2768"/></a:lnTo><a:lnTo><a:pt x="1092" y="3022"/></a:lnTo><a:lnTo><a:pt x="1422" y="3187"/></a:lnTo><a:lnTo><a:pt x="1841" y="3365"/></a:lnTo><a:lnTo><a:pt x="2679" y="3365"/></a:lnTo><a:lnTo><a:pt x="3098" y="3276"/></a:lnTo><a:lnTo><a:pt x="3441" y="3022"/></a:lnTo><a:lnTo><a:pt x="3771" y="2857"/></a:lnTo><a:lnTo><a:pt x="4114" y="2514"/></a:lnTo><a:lnTo><a:pt x="4279" y="2095"/></a:lnTo><a:lnTo><a:pt x="4445" y="1676"/></a:lnTo><a:lnTo><a:pt x="4533" y="1257"/></a:lnTo><a:lnTo><a:pt x="4533" y="838"/></a:lnTo><a:close/></a:path><a:path w="21590" h="13334"><a:moveTo><a:pt x="21247" y="12928"/></a:moveTo><a:lnTo><a:pt x="21158" y="12509"/></a:lnTo><a:lnTo><a:pt x="21069" y="12090"/></a:lnTo><a:lnTo><a:pt x="20828" y="11760"/></a:lnTo><a:lnTo><a:pt x="20574" y="11417"/></a:lnTo><a:lnTo><a:pt x="20231" y="11087"/></a:lnTo><a:lnTo><a:pt x="19812" y="10922"/></a:lnTo><a:lnTo><a:pt x="19392" y="10744"/></a:lnTo><a:lnTo><a:pt x="18465" y="10744"/></a:lnTo><a:lnTo><a:pt x="18135" y="10922"/></a:lnTo><a:lnTo><a:pt x="17716" y="11087"/></a:lnTo><a:lnTo><a:pt x="17373" y="11341"/></a:lnTo><a:lnTo><a:pt x="17043" y="11671"/></a:lnTo><a:lnTo><a:pt x="16878" y="12090"/></a:lnTo><a:lnTo><a:pt x="16713" y="12509"/></a:lnTo><a:lnTo><a:pt x="16624" y="12928"/></a:lnTo><a:lnTo><a:pt x="21247" y="12928"/></a:lnTo><a:close/></a:path></a:pathLst></a:custGeom><a:solidFill><a:srgbClr val="000000"/></a:solidFill></p:spPr><p:txBody><a:bodyPr wrap="square" lIns="0" tIns="0" rIns="0" bIns="0" rtlCol="0"/><a:lstStyle/><a:p/></p:txBody></p:sp><p:sp><p:nvSpPr><p:cNvPr id="783" name="object 783"/><p:cNvSpPr/><p:nvPr/></p:nvSpPr><p:spPr><a:xfrm><a:off x="16771747" y="12520260"/><a:ext cx="22225" cy="12065"/></a:xfrm><a:custGeom><a:avLst/><a:gdLst/><a:ahLst/><a:cxnLst/><a:rect l="l" t="t" r="r" b="b"/><a:pathLst><a:path w="22225" h="12065"><a:moveTo><a:pt x="4622" y="419"/></a:moveTo><a:lnTo><a:pt x="4533" y="0"/></a:lnTo><a:lnTo><a:pt x="88" y="0"/></a:lnTo><a:lnTo><a:pt x="4622" y="419"/></a:lnTo><a:close/></a:path><a:path w="22225" h="12065"><a:moveTo><a:pt x="4622" y="419"/></a:moveTo><a:lnTo><a:pt x="0" y="419"/></a:lnTo><a:lnTo><a:pt x="88" y="838"/></a:lnTo><a:lnTo><a:pt x="165" y="1257"/></a:lnTo><a:lnTo><a:pt x="330" y="1676"/></a:lnTo><a:lnTo><a:pt x="584" y="2019"/></a:lnTo><a:lnTo><a:pt x="927" y="2273"/></a:lnTo><a:lnTo><a:pt x="1257" y="2527"/></a:lnTo><a:lnTo><a:pt x="1600" y="2692"/></a:lnTo><a:lnTo><a:pt x="1765" y="2692"/></a:lnTo><a:lnTo><a:pt x="2019" y="2768"/></a:lnTo><a:lnTo><a:pt x="2514" y="2768"/></a:lnTo><a:lnTo><a:pt x="2857" y="2692"/></a:lnTo><a:lnTo><a:pt x="3276" y="2527"/></a:lnTo><a:lnTo><a:pt x="3606" y="2349"/></a:lnTo><a:lnTo><a:pt x="3949" y="2108"/></a:lnTo><a:lnTo><a:pt x="4203" y="1765"/></a:lnTo><a:lnTo><a:pt x="4445" y="1346"/></a:lnTo><a:lnTo><a:pt x="4533" y="927"/></a:lnTo><a:lnTo><a:pt x="4622" y="419"/></a:lnTo><a:close/></a:path><a:path w="22225" h="12065"><a:moveTo><a:pt x="22174" y="10668"/></a:moveTo><a:lnTo><a:pt x="22085" y="10325"/></a:lnTo><a:lnTo><a:pt x="21920" y="9906"/></a:lnTo><a:lnTo><a:pt x="21666" y="9486"/></a:lnTo><a:lnTo><a:pt x="21323" y="9245"/></a:lnTo><a:lnTo><a:pt x="20993" y="8991"/></a:lnTo><a:lnTo><a:pt x="20574" y="8813"/></a:lnTo><a:lnTo><a:pt x="20154" y="8737"/></a:lnTo><a:lnTo><a:pt x="19646" y="8737"/></a:lnTo><a:lnTo><a:pt x="19227" y="8813"/></a:lnTo><a:lnTo><a:pt x="18808" y="8991"/></a:lnTo><a:lnTo><a:pt x="18478" y="9245"/></a:lnTo><a:lnTo><a:pt x="18135" y="9486"/></a:lnTo><a:lnTo><a:pt x="17881" y="9906"/></a:lnTo><a:lnTo><a:pt x="17716" y="10248"/></a:lnTo><a:lnTo><a:pt x="17640" y="10668"/></a:lnTo><a:lnTo><a:pt x="17640" y="11087"/></a:lnTo><a:lnTo><a:pt x="17716" y="11506"/></a:lnTo><a:lnTo><a:pt x="17716" y="11671"/></a:lnTo><a:lnTo><a:pt x="22085" y="11671"/></a:lnTo><a:lnTo><a:pt x="22085" y="11506"/></a:lnTo><a:lnTo><a:pt x="22174" y="11176"/></a:lnTo><a:lnTo><a:pt x="22174" y="10756"/></a:lnTo><a:close/></a:path></a:pathLst></a:custGeom><a:solidFill><a:srgbClr val="000000"/></a:solidFill></p:spPr><p:txBody><a:bodyPr wrap="square" lIns="0" tIns="0" rIns="0" bIns="0" rtlCol="0"/><a:lstStyle/><a:p/></p:txBody></p:sp><p:sp><p:nvSpPr><p:cNvPr id="784" name="object 784"/><p:cNvSpPr/><p:nvPr/></p:nvSpPr><p:spPr><a:xfrm><a:off x="16789464" y="12531767"/><a:ext cx="22860" cy="10160"/></a:xfrm><a:custGeom><a:avLst/><a:gdLst/><a:ahLst/><a:cxnLst/><a:rect l="l" t="t" r="r" b="b"/><a:pathLst><a:path w="22859" h="10159"><a:moveTo><a:pt x="4368" y="165"/></a:moveTo><a:lnTo><a:pt x="0" y="165"/></a:lnTo><a:lnTo><a:pt x="88" y="419"/></a:lnTo><a:lnTo><a:pt x="342" y="762"/></a:lnTo><a:lnTo><a:pt x="419" y="927"/></a:lnTo><a:lnTo><a:pt x="584" y="1092"/></a:lnTo><a:lnTo><a:pt x="927" y="1346"/></a:lnTo><a:lnTo><a:pt x="1092" y="1422"/></a:lnTo><a:lnTo><a:pt x="1257" y="1511"/></a:lnTo><a:lnTo><a:pt x="1435" y="1600"/></a:lnTo><a:lnTo><a:pt x="1676" y="1676"/></a:lnTo><a:lnTo><a:pt x="1930" y="1676"/></a:lnTo><a:lnTo><a:pt x="2095" y="1765"/></a:lnTo><a:lnTo><a:pt x="2514" y="1676"/></a:lnTo><a:lnTo><a:pt x="2946" y="1600"/></a:lnTo><a:lnTo><a:pt x="3276" y="1422"/></a:lnTo><a:lnTo><a:pt x="3441" y="1346"/></a:lnTo><a:lnTo><a:pt x="3606" y="1181"/></a:lnTo><a:lnTo><a:pt x="3784" y="1092"/></a:lnTo><a:lnTo><a:pt x="3949" y="927"/></a:lnTo><a:lnTo><a:pt x="4038" y="762"/></a:lnTo><a:lnTo><a:pt x="4203" y="508"/></a:lnTo><a:lnTo><a:pt x="4368" y="165"/></a:lnTo><a:close/></a:path><a:path w="22859" h="10159"><a:moveTo><a:pt x="4368" y="0"/></a:moveTo><a:lnTo><a:pt x="0" y="0"/></a:lnTo><a:lnTo><a:pt x="4368" y="165"/></a:lnTo><a:lnTo><a:pt x="4368" y="0"/></a:lnTo><a:close/></a:path><a:path w="22859" h="10159"><a:moveTo><a:pt x="22847" y="8140"/></a:moveTo><a:lnTo><a:pt x="22758" y="7975"/></a:lnTo><a:lnTo><a:pt x="22669" y="7721"/></a:lnTo><a:lnTo><a:pt x="22593" y="7556"/></a:lnTo><a:lnTo><a:pt x="22504" y="7302"/></a:lnTo><a:lnTo><a:pt x="22428" y="7137"/></a:lnTo><a:lnTo><a:pt x="22250" y="6972"/></a:lnTo><a:lnTo><a:pt x="22174" y="6807"/></a:lnTo><a:lnTo><a:pt x="22009" y="6718"/></a:lnTo><a:lnTo><a:pt x="21831" y="6553"/></a:lnTo><a:lnTo><a:pt x="21666" y="6464"/></a:lnTo><a:lnTo><a:pt x="21412" y="6388"/></a:lnTo><a:lnTo><a:pt x="21247" y="6299"/></a:lnTo><a:lnTo><a:pt x="21082" y="6210"/></a:lnTo><a:lnTo><a:pt x="20828" y="6210"/></a:lnTo><a:lnTo><a:pt x="20408" y="6134"/></a:lnTo><a:lnTo><a:pt x="19989" y="6210"/></a:lnTo><a:lnTo><a:pt x="19646" y="6388"/></a:lnTo><a:lnTo><a:pt x="19481" y="6464"/></a:lnTo><a:lnTo><a:pt x="19227" y="6553"/></a:lnTo><a:lnTo><a:pt x="19151" y="6718"/></a:lnTo><a:lnTo><a:pt x="18897" y="6807"/></a:lnTo><a:lnTo><a:pt x="18808" y="6972"/></a:lnTo><a:lnTo><a:pt x="18643" y="7137"/></a:lnTo><a:lnTo><a:pt x="18554" y="7302"/></a:lnTo><a:lnTo><a:pt x="18478" y="7556"/></a:lnTo><a:lnTo><a:pt x="18389" y="7721"/></a:lnTo><a:lnTo><a:pt x="18313" y="7975"/></a:lnTo><a:lnTo><a:pt x="18313" y="8140"/></a:lnTo><a:lnTo><a:pt x="18313" y="8394"/></a:lnTo><a:lnTo><a:pt x="18313" y="8559"/></a:lnTo><a:lnTo><a:pt x="18313" y="8813"/></a:lnTo><a:lnTo><a:pt x="18313" y="8991"/></a:lnTo><a:lnTo><a:pt x="18389" y="9232"/></a:lnTo><a:lnTo><a:pt x="18643" y="9652"/></a:lnTo><a:lnTo><a:pt x="22428" y="9740"/></a:lnTo><a:lnTo><a:pt x="22669" y="9321"/></a:lnTo><a:lnTo><a:pt x="22758" y="8991"/></a:lnTo><a:lnTo><a:pt x="22758" y="8813"/></a:lnTo><a:lnTo><a:pt x="22847" y="8559"/></a:lnTo><a:lnTo><a:pt x="22847" y="8394"/></a:lnTo><a:lnTo><a:pt x="22847" y="8140"/></a:lnTo><a:close/></a:path></a:pathLst></a:custGeom><a:solidFill><a:srgbClr val="000000"/></a:solidFill></p:spPr><p:txBody><a:bodyPr wrap="square" lIns="0" tIns="0" rIns="0" bIns="0" rtlCol="0"/><a:lstStyle/><a:p/></p:txBody></p:sp><p:sp><p:nvSpPr><p:cNvPr id="785" name="object 785"/><p:cNvSpPr/><p:nvPr/></p:nvSpPr><p:spPr><a:xfrm><a:off x="16808107" y="12541419"/><a:ext cx="23495" cy="8255"/></a:xfrm><a:custGeom><a:avLst/><a:gdLst/><a:ahLst/><a:cxnLst/><a:rect l="l" t="t" r="r" b="b"/><a:pathLst><a:path w="23494" h="8254"><a:moveTo><a:pt x="3784" y="88"/></a:moveTo><a:lnTo><a:pt x="88" y="88"/></a:lnTo><a:lnTo><a:pt x="254" y="342"/></a:lnTo><a:lnTo><a:pt x="584" y="673"/></a:lnTo><a:lnTo><a:pt x="1003" y="850"/></a:lnTo><a:lnTo><a:pt x="1422" y="1016"/></a:lnTo><a:lnTo><a:pt x="1600" y="1016"/></a:lnTo><a:lnTo><a:pt x="1854" y="1092"/></a:lnTo><a:lnTo><a:pt x="2273" y="1016"/></a:lnTo><a:lnTo><a:pt x="2768" y="927"/></a:lnTo><a:lnTo><a:pt x="3111" y="673"/></a:lnTo><a:lnTo><a:pt x="3530" y="419"/></a:lnTo><a:lnTo><a:pt x="3784" y="88"/></a:lnTo><a:close/></a:path><a:path w="23494" h="8254"><a:moveTo><a:pt x="3784" y="0"/></a:moveTo><a:lnTo><a:pt x="0" y="0"/></a:lnTo><a:lnTo><a:pt x="3784" y="88"/></a:lnTo><a:close/></a:path><a:path w="23494" h="8254"><a:moveTo><a:pt x="23266" y="6134"/></a:moveTo><a:lnTo><a:pt x="23177" y="5969"/></a:lnTo><a:lnTo><a:pt x="23177" y="5715"/></a:lnTo><a:lnTo><a:pt x="23088" y="5461"/></a:lnTo><a:lnTo><a:pt x="23088" y="5295"/></a:lnTo><a:lnTo><a:pt x="22923" y="5130"/></a:lnTo><a:lnTo><a:pt x="22847" y="4965"/></a:lnTo><a:lnTo><a:pt x="22669" y="4787"/></a:lnTo><a:lnTo><a:pt x="22593" y="4622"/></a:lnTo><a:lnTo><a:pt x="22415" y="4457"/></a:lnTo><a:lnTo><a:pt x="22250" y="4368"/></a:lnTo><a:lnTo><a:pt x="22085" y="4203"/></a:lnTo><a:lnTo><a:pt x="21920" y="4114"/></a:lnTo><a:lnTo><a:pt x="21666" y="4038"/></a:lnTo><a:lnTo><a:pt x="21501" y="4038"/></a:lnTo><a:lnTo><a:pt x="21158" y="3949"/></a:lnTo><a:lnTo><a:pt x="20662" y="3949"/></a:lnTo><a:lnTo><a:pt x="20485" y="4038"/></a:lnTo><a:lnTo><a:pt x="20243" y="4038"/></a:lnTo><a:lnTo><a:pt x="20066" y="4114"/></a:lnTo><a:lnTo><a:pt x="19900" y="4203"/></a:lnTo><a:lnTo><a:pt x="19646" y="4368"/></a:lnTo><a:lnTo><a:pt x="19481" y="4457"/></a:lnTo><a:lnTo><a:pt x="19392" y="4622"/></a:lnTo><a:lnTo><a:pt x="19227" y="4787"/></a:lnTo><a:lnTo><a:pt x="19062" y="4965"/></a:lnTo><a:lnTo><a:pt x="18973" y="5130"/></a:lnTo><a:lnTo><a:pt x="18897" y="5295"/></a:lnTo><a:lnTo><a:pt x="18808" y="5461"/></a:lnTo><a:lnTo><a:pt x="18732" y="5715"/></a:lnTo><a:lnTo><a:pt x="18732" y="5969"/></a:lnTo><a:lnTo><a:pt x="18732" y="6134"/></a:lnTo><a:lnTo><a:pt x="18732" y="6388"/></a:lnTo><a:lnTo><a:pt x="18732" y="6553"/></a:lnTo><a:lnTo><a:pt x="18808" y="6807"/></a:lnTo><a:lnTo><a:pt x="18808" y="6972"/></a:lnTo><a:lnTo><a:pt x="18897" y="7226"/></a:lnTo><a:lnTo><a:pt x="18973" y="7391"/></a:lnTo><a:lnTo><a:pt x="19151" y="7645"/></a:lnTo><a:lnTo><a:pt x="19316" y="7734"/></a:lnTo><a:lnTo><a:pt x="19481" y="7899"/></a:lnTo><a:lnTo><a:pt x="19570" y="8064"/></a:lnTo><a:lnTo><a:pt x="19824" y="8229"/></a:lnTo><a:lnTo><a:pt x="22085" y="8229"/></a:lnTo><a:lnTo><a:pt x="22339" y="8064"/></a:lnTo><a:lnTo><a:pt x="22415" y="7899"/></a:lnTo><a:lnTo><a:pt x="22669" y="7734"/></a:lnTo><a:lnTo><a:pt x="22923" y="7391"/></a:lnTo><a:lnTo><a:pt x="23012" y="7226"/></a:lnTo><a:lnTo><a:pt x="23088" y="6972"/></a:lnTo><a:lnTo><a:pt x="23177" y="6807"/></a:lnTo><a:lnTo><a:pt x="23266" y="6553"/></a:lnTo><a:lnTo><a:pt x="23266" y="6388"/></a:lnTo><a:lnTo><a:pt x="23266" y="6134"/></a:lnTo><a:close/></a:path></a:pathLst></a:custGeom><a:solidFill><a:srgbClr val="000000"/></a:solidFill></p:spPr><p:txBody><a:bodyPr wrap="square" lIns="0" tIns="0" rIns="0" bIns="0" rtlCol="0"/><a:lstStyle/><a:p/></p:txBody></p:sp><p:sp><p:nvSpPr><p:cNvPr id="786" name="object 786"/><p:cNvSpPr/><p:nvPr/></p:nvSpPr><p:spPr><a:xfrm><a:off x="16827678" y="12549483"/><a:ext cx="23495" cy="6350"/></a:xfrm><a:custGeom><a:avLst/><a:gdLst/><a:ahLst/><a:cxnLst/><a:rect l="l" t="t" r="r" b="b"/><a:pathLst><a:path w="23494" h="6350"><a:moveTo><a:pt x="2425" y="165"/></a:moveTo><a:lnTo><a:pt x="419" y="165"/></a:lnTo><a:lnTo><a:pt x="673" y="342"/></a:lnTo><a:lnTo><a:pt x="838" y="342"/></a:lnTo><a:lnTo><a:pt x="1092" y="419"/></a:lnTo><a:lnTo><a:pt x="1676" y="419"/></a:lnTo><a:lnTo><a:pt x="2006" y="342"/></a:lnTo><a:lnTo><a:pt x="2425" y="165"/></a:lnTo><a:close/></a:path><a:path w="23494" h="6350"><a:moveTo><a:pt x="2768" y="0"/></a:moveTo><a:lnTo><a:pt x="0" y="0"/></a:lnTo><a:lnTo><a:pt x="2425" y="165"/></a:lnTo><a:lnTo><a:pt x="2768" y="0"/></a:lnTo><a:close/></a:path><a:path w="23494" h="6350"><a:moveTo><a:pt x="23253" y="3695"/></a:moveTo><a:lnTo><a:pt x="23177" y="3441"/></a:lnTo><a:lnTo><a:pt x="23177" y="3276"/></a:lnTo><a:lnTo><a:pt x="23088" y="3022"/></a:lnTo><a:lnTo><a:pt x="22923" y="2857"/></a:lnTo><a:lnTo><a:pt x="22834" y="2692"/></a:lnTo><a:lnTo><a:pt x="22669" y="2438"/></a:lnTo><a:lnTo><a:pt x="22504" y="2349"/></a:lnTo><a:lnTo><a:pt x="22339" y="2184"/></a:lnTo><a:lnTo><a:pt x="22161" y="2019"/></a:lnTo><a:lnTo><a:pt x="21996" y="1930"/></a:lnTo><a:lnTo><a:pt x="21742" y="1854"/></a:lnTo><a:lnTo><a:pt x="21577" y="1765"/></a:lnTo><a:lnTo><a:pt x="20485" y="1765"/></a:lnTo><a:lnTo><a:pt x="20231" y="1854"/></a:lnTo><a:lnTo><a:pt x="20066" y="1930"/></a:lnTo><a:lnTo><a:pt x="19812" y="2019"/></a:lnTo><a:lnTo><a:pt x="19646" y="2184"/></a:lnTo><a:lnTo><a:pt x="19481" y="2349"/></a:lnTo><a:lnTo><a:pt x="19304" y="2438"/></a:lnTo><a:lnTo><a:pt x="19138" y="2692"/></a:lnTo><a:lnTo><a:pt x="19062" y="2857"/></a:lnTo><a:lnTo><a:pt x="18973" y="3022"/></a:lnTo><a:lnTo><a:pt x="18884" y="3276"/></a:lnTo><a:lnTo><a:pt x="18808" y="3441"/></a:lnTo><a:lnTo><a:pt x="18808" y="3695"/></a:lnTo><a:lnTo><a:pt x="18719" y="3860"/></a:lnTo><a:lnTo><a:pt x="18719" y="4114"/></a:lnTo><a:lnTo><a:pt x="18719" y="4279"/></a:lnTo><a:lnTo><a:pt x="18808" y="4533"/></a:lnTo><a:lnTo><a:pt x="18808" y="4699"/></a:lnTo><a:lnTo><a:pt x="18973" y="4953"/></a:lnTo><a:lnTo><a:pt x="19138" y="5295"/></a:lnTo><a:lnTo><a:pt x="19227" y="5461"/></a:lnTo><a:lnTo><a:pt x="19392" y="5626"/></a:lnTo><a:lnTo><a:pt x="19558" y="5715"/></a:lnTo><a:lnTo><a:pt x="19735" y="5880"/></a:lnTo><a:lnTo><a:pt x="19900" y="5969"/></a:lnTo><a:lnTo><a:pt x="20154" y="6134"/></a:lnTo><a:lnTo><a:pt x="20574" y="6210"/></a:lnTo><a:lnTo><a:pt x="21069" y="6299"/></a:lnTo><a:lnTo><a:pt x="21323" y="6210"/></a:lnTo><a:lnTo><a:pt x="21488" y="6210"/></a:lnTo><a:lnTo><a:pt x="21742" y="6134"/></a:lnTo><a:lnTo><a:pt x="21907" y="6134"/></a:lnTo><a:lnTo><a:pt x="22161" y="5969"/></a:lnTo><a:lnTo><a:pt x="22504" y="5715"/></a:lnTo><a:lnTo><a:pt x="22758" y="5461"/></a:lnTo><a:lnTo><a:pt x="22834" y="5295"/></a:lnTo><a:lnTo><a:pt x="22999" y="5041"/></a:lnTo><a:lnTo><a:pt x="23177" y="4699"/></a:lnTo><a:lnTo><a:pt x="23253" y="4533"/></a:lnTo><a:lnTo><a:pt x="23253" y="4279"/></a:lnTo><a:lnTo><a:pt x="23253" y="4114"/></a:lnTo><a:lnTo><a:pt x="23253" y="3860"/></a:lnTo><a:lnTo><a:pt x="23253" y="3695"/></a:lnTo><a:close/></a:path></a:pathLst></a:custGeom><a:solidFill><a:srgbClr val="000000"/></a:solidFill></p:spPr><p:txBody><a:bodyPr wrap="square" lIns="0" tIns="0" rIns="0" bIns="0" rtlCol="0"/><a:lstStyle/><a:p/></p:txBody></p:sp><p:sp><p:nvSpPr><p:cNvPr id="787" name="object 787"/><p:cNvSpPr/><p:nvPr/></p:nvSpPr><p:spPr><a:xfrm><a:off x="16866477" y="12555452"/><a:ext cx="23495" cy="5080"/></a:xfrm><a:custGeom><a:avLst/><a:gdLst/><a:ahLst/><a:cxnLst/><a:rect l="l" t="t" r="r" b="b"/><a:pathLst><a:path w="23494" h="5079"><a:moveTo><a:pt x="4533" y="2171"/></a:moveTo><a:lnTo><a:pt x="4445" y="1841"/></a:lnTo><a:lnTo><a:pt x="4356" y="1422"/></a:lnTo><a:lnTo><a:pt x="4191" y="1092"/></a:lnTo><a:lnTo><a:pt x="3937" y="749"/></a:lnTo><a:lnTo><a:pt x="3606" y="419"/></a:lnTo><a:lnTo><a:pt x="3263" y="241"/></a:lnTo><a:lnTo><a:pt x="2844" y="76"/></a:lnTo><a:lnTo><a:pt x="1676" y="0"/></a:lnTo><a:lnTo><a:pt x="1257" y="165"/></a:lnTo><a:lnTo><a:pt x="914" y="419"/></a:lnTo><a:lnTo><a:pt x="584" y="660"/></a:lnTo><a:lnTo><a:pt x="330" y="1003"/></a:lnTo><a:lnTo><a:pt x="165" y="1333"/></a:lnTo><a:lnTo><a:pt x="0" y="1752"/></a:lnTo><a:lnTo><a:pt x="0" y="2768"/></a:lnTo><a:lnTo><a:pt x="76" y="3022"/></a:lnTo><a:lnTo><a:pt x="165" y="3187"/></a:lnTo><a:lnTo><a:pt x="330" y="3441"/></a:lnTo><a:lnTo><a:pt x="584" y="3771"/></a:lnTo><a:lnTo><a:pt x="914" y="4114"/></a:lnTo><a:lnTo><a:pt x="1333" y="4279"/></a:lnTo><a:lnTo><a:pt x="1752" y="4445"/></a:lnTo><a:lnTo><a:pt x="2349" y="4533"/></a:lnTo><a:lnTo><a:pt x="2514" y="4445"/></a:lnTo><a:lnTo><a:pt x="2768" y="4445"/></a:lnTo><a:lnTo><a:pt x="3022" y="4356"/></a:lnTo><a:lnTo><a:pt x="3187" y="4279"/></a:lnTo><a:lnTo><a:pt x="3441" y="4191"/></a:lnTo><a:lnTo><a:pt x="3771" y="3860"/></a:lnTo><a:lnTo><a:pt x="4114" y="3517"/></a:lnTo><a:lnTo><a:pt x="4279" y="3187"/></a:lnTo><a:lnTo><a:pt x="4356" y="3022"/></a:lnTo><a:lnTo><a:pt x="4445" y="2768"/></a:lnTo><a:lnTo><a:pt x="4445" y="2603"/></a:lnTo><a:lnTo><a:pt x="4533" y="2349"/></a:lnTo><a:lnTo><a:pt x="4533" y="2171"/></a:lnTo><a:close/></a:path><a:path w="23494" h="5079"><a:moveTo><a:pt x="23342" y="2603"/></a:moveTo><a:lnTo><a:pt x="22999" y="2514"/></a:lnTo><a:lnTo><a:pt x="22085" y="2514"/></a:lnTo><a:lnTo><a:pt x="21742" y="2603"/></a:lnTo><a:lnTo><a:pt x="23342" y="2679"/></a:lnTo><a:close/></a:path></a:pathLst></a:custGeom><a:solidFill><a:srgbClr val="000000"/></a:solidFill></p:spPr><p:txBody><a:bodyPr wrap="square" lIns="0" tIns="0" rIns="0" bIns="0" rtlCol="0"/><a:lstStyle/><a:p/></p:txBody></p:sp><p:sp><p:nvSpPr><p:cNvPr id="788" name="object 788"/><p:cNvSpPr/><p:nvPr/></p:nvSpPr><p:spPr><a:xfrm><a:off x="16886708" y="12558056"/><a:ext cx="24765" cy="4445"/></a:xfrm><a:custGeom><a:avLst/><a:gdLst/><a:ahLst/><a:cxnLst/><a:rect l="l" t="t" r="r" b="b"/><a:pathLst><a:path w="24765" h="4445"><a:moveTo><a:pt x="3111" y="0"/></a:moveTo><a:lnTo><a:pt x="1511" y="0"/></a:lnTo><a:lnTo><a:pt x="3111" y="76"/></a:lnTo><a:close/></a:path><a:path w="24765" h="4445"><a:moveTo><a:pt x="4533" y="1587"/></a:moveTo><a:lnTo><a:pt x="4368" y="1168"/></a:lnTo><a:lnTo><a:pt x="4114" y="838"/></a:lnTo><a:lnTo><a:pt x="3860" y="495"/></a:lnTo><a:lnTo><a:pt x="3530" y="241"/></a:lnTo><a:lnTo><a:pt x="3111" y="76"/></a:lnTo><a:lnTo><a:pt x="1422" y="76"/></a:lnTo><a:lnTo><a:pt x="1181" y="241"/></a:lnTo><a:lnTo><a:pt x="838" y="495"/></a:lnTo><a:lnTo><a:pt x="508" y="749"/></a:lnTo><a:lnTo><a:pt x="254" y="1079"/></a:lnTo><a:lnTo><a:pt x="165" y="1511"/></a:lnTo><a:lnTo><a:pt x="88" y="1930"/></a:lnTo><a:lnTo><a:pt x="88" y="2349"/></a:lnTo><a:lnTo><a:pt x="88" y="2768"/></a:lnTo><a:lnTo><a:pt x="254" y="3187"/></a:lnTo><a:lnTo><a:pt x="508" y="3606"/></a:lnTo><a:lnTo><a:pt x="838" y="3860"/></a:lnTo><a:lnTo><a:pt x="1181" y="4114"/></a:lnTo><a:lnTo><a:pt x="1600" y="4356"/></a:lnTo><a:lnTo><a:pt x="2095" y="4445"/></a:lnTo><a:lnTo><a:pt x="2603" y="4445"/></a:lnTo><a:lnTo><a:pt x="2933" y="4356"/></a:lnTo><a:lnTo><a:pt x="3365" y="4191"/></a:lnTo><a:lnTo><a:pt x="3695" y="3937"/></a:lnTo><a:lnTo><a:pt x="4025" y="3606"/></a:lnTo><a:lnTo><a:pt x="4279" y="3263"/></a:lnTo><a:lnTo><a:pt x="4445" y="2844"/></a:lnTo><a:lnTo><a:pt x="4533" y="2425"/></a:lnTo><a:lnTo><a:pt x="4533" y="2006"/></a:lnTo><a:lnTo><a:pt x="4533" y="1587"/></a:lnTo><a:close/></a:path><a:path w="24765" h="4445"><a:moveTo><a:pt x="24434" y="1511"/></a:moveTo><a:lnTo><a:pt x="24104" y="1168"/></a:lnTo><a:lnTo><a:pt x="23761" y="1003"/></a:lnTo><a:lnTo><a:pt x="23342" y="838"/></a:lnTo><a:lnTo><a:pt x="22923" y="749"/></a:lnTo><a:lnTo><a:pt x="22504" y="749"/></a:lnTo><a:lnTo><a:pt x="22174" y="838"/></a:lnTo><a:lnTo><a:pt x="21755" y="1003"/></a:lnTo><a:lnTo><a:pt x="21412" y="1168"/></a:lnTo><a:lnTo><a:pt x="21082" y="1511"/></a:lnTo><a:lnTo><a:pt x="24434" y="1511"/></a:lnTo><a:close/></a:path></a:pathLst></a:custGeom><a:solidFill><a:srgbClr val="000000"/></a:solidFill></p:spPr><p:txBody><a:bodyPr wrap="square" lIns="0" tIns="0" rIns="0" bIns="0" rtlCol="0"/><a:lstStyle/><a:p/></p:txBody></p:sp><p:sp><p:nvSpPr><p:cNvPr id="789" name="object 789"/><p:cNvSpPr/><p:nvPr/></p:nvSpPr><p:spPr><a:xfrm><a:off x="16907193" y="12557967"/><a:ext cx="25400" cy="5715"/></a:xfrm><a:custGeom><a:avLst/><a:gdLst/><a:ahLst/><a:cxnLst/><a:rect l="l" t="t" r="r" b="b"/><a:pathLst><a:path w="25400" h="5715"><a:moveTo><a:pt x="3949" y="1600"/></a:moveTo><a:lnTo><a:pt x="3619" y="1257"/></a:lnTo><a:lnTo><a:pt x="927" y="1257"/></a:lnTo><a:lnTo><a:pt x="3949" y="1600"/></a:lnTo><a:close/></a:path><a:path w="25400" h="5715"><a:moveTo><a:pt x="4533" y="2692"/></a:moveTo><a:lnTo><a:pt x="4368" y="2260"/></a:lnTo><a:lnTo><a:pt x="4203" y="1930"/></a:lnTo><a:lnTo><a:pt x="3949" y="1600"/></a:lnTo><a:lnTo><a:pt x="596" y="1600"/></a:lnTo><a:lnTo><a:pt x="342" y="1930"/></a:lnTo><a:lnTo><a:pt x="177" y="2260"/></a:lnTo><a:lnTo><a:pt x="0" y="2692"/></a:lnTo><a:lnTo><a:pt x="0" y="3111"/></a:lnTo><a:lnTo><a:pt x="0" y="3530"/></a:lnTo><a:lnTo><a:pt x="177" y="3949"/></a:lnTo><a:lnTo><a:pt x="342" y="4368"/></a:lnTo><a:lnTo><a:pt x="673" y="4699"/></a:lnTo><a:lnTo><a:pt x="1016" y="4953"/></a:lnTo><a:lnTo><a:pt x="1435" y="5207"/></a:lnTo><a:lnTo><a:pt x="1854" y="5283"/></a:lnTo><a:lnTo><a:pt x="2273" y="5372"/></a:lnTo><a:lnTo><a:pt x="2692" y="5283"/></a:lnTo><a:lnTo><a:pt x="3111" y="5207"/></a:lnTo><a:lnTo><a:pt x="3530" y="4953"/></a:lnTo><a:lnTo><a:pt x="3873" y="4699"/></a:lnTo><a:lnTo><a:pt x="4114" y="4368"/></a:lnTo><a:lnTo><a:pt x="4368" y="3949"/></a:lnTo><a:lnTo><a:pt x="4457" y="3530"/></a:lnTo><a:lnTo><a:pt x="4533" y="3111"/></a:lnTo><a:lnTo><a:pt x="4533" y="2692"/></a:lnTo><a:close/></a:path><a:path w="25400" h="5715"><a:moveTo><a:pt x="24866" y="1600"/></a:moveTo><a:lnTo><a:pt x="24688" y="1168"/></a:lnTo><a:lnTo><a:pt x="24523" y="838"/></a:lnTo><a:lnTo><a:pt x="24193" y="508"/></a:lnTo><a:lnTo><a:pt x="23774" y="254"/></a:lnTo><a:lnTo><a:pt x="23431" y="88"/></a:lnTo><a:lnTo><a:pt x="22936" y="0"/></a:lnTo><a:lnTo><a:pt x="22504" y="0"/></a:lnTo><a:lnTo><a:pt x="22085" y="88"/></a:lnTo><a:lnTo><a:pt x="21666" y="254"/></a:lnTo><a:lnTo><a:pt x="21247" y="508"/></a:lnTo><a:lnTo><a:pt x="20993" y="749"/></a:lnTo><a:lnTo><a:pt x="20751" y="1168"/></a:lnTo><a:lnTo><a:pt x="20574" y="1600"/></a:lnTo><a:lnTo><a:pt x="24866" y="1600"/></a:lnTo><a:close/></a:path></a:pathLst></a:custGeom><a:solidFill><a:srgbClr val="000000"/></a:solidFill></p:spPr><p:txBody><a:bodyPr wrap="square" lIns="0" tIns="0" rIns="0" bIns="0" rtlCol="0"/><a:lstStyle/><a:p/></p:txBody></p:sp><p:sp><p:nvSpPr><p:cNvPr id="790" name="object 790"/><p:cNvSpPr/><p:nvPr/></p:nvSpPr><p:spPr><a:xfrm><a:off x="16927602" y="12555452"/><a:ext cx="25400" cy="7620"/></a:xfrm><a:custGeom><a:avLst/><a:gdLst/><a:ahLst/><a:cxnLst/><a:rect l="l" t="t" r="r" b="b"/><a:pathLst><a:path w="25400" h="7620"><a:moveTo><a:pt x="4457" y="4114"/></a:moveTo><a:lnTo><a:pt x="4279" y="3683"/></a:lnTo><a:lnTo><a:pt x="254" y="3683"/></a:lnTo><a:lnTo><a:pt x="4457" y="4114"/></a:lnTo><a:close/></a:path><a:path w="25400" h="7620"><a:moveTo><a:pt x="4533" y="4533"/></a:moveTo><a:lnTo><a:pt x="4457" y="4114"/></a:lnTo><a:lnTo><a:pt x="88" y="4114"/></a:lnTo><a:lnTo><a:pt x="0" y="4533"/></a:lnTo><a:lnTo><a:pt x="0" y="4953"/></a:lnTo><a:lnTo><a:pt x="88" y="5372"/></a:lnTo><a:lnTo><a:pt x="254" y="5791"/></a:lnTo><a:lnTo><a:pt x="508" y="6121"/></a:lnTo><a:lnTo><a:pt x="762" y="6464"/></a:lnTo><a:lnTo><a:pt x="1092" y="6718"/></a:lnTo><a:lnTo><a:pt x="1435" y="6883"/></a:lnTo><a:lnTo><a:pt x="1854" y="6959"/></a:lnTo><a:lnTo><a:pt x="2273" y="7048"/></a:lnTo><a:lnTo><a:pt x="2692" y="6959"/></a:lnTo><a:lnTo><a:pt x="3111" y="6883"/></a:lnTo><a:lnTo><a:pt x="3441" y="6718"/></a:lnTo><a:lnTo><a:pt x="3784" y="6464"/></a:lnTo><a:lnTo><a:pt x="4114" y="6121"/></a:lnTo><a:lnTo><a:pt x="4368" y="5791"/></a:lnTo><a:lnTo><a:pt x="4457" y="5372"/></a:lnTo><a:lnTo><a:pt x="4533" y="5029"/></a:lnTo><a:lnTo><a:pt x="4533" y="4610"/></a:lnTo><a:close/></a:path><a:path w="25400" h="7620"><a:moveTo><a:pt x="24853" y="1752"/></a:moveTo><a:lnTo><a:pt x="24777" y="1422"/></a:lnTo><a:lnTo><a:pt x="24523" y="1092"/></a:lnTo><a:lnTo><a:pt x="24269" y="749"/></a:lnTo><a:lnTo><a:pt x="24015" y="419"/></a:lnTo><a:lnTo><a:pt x="23685" y="241"/></a:lnTo><a:lnTo><a:pt x="23266" y="76"/></a:lnTo><a:lnTo><a:pt x="22009" y="0"/></a:lnTo><a:lnTo><a:pt x="21590" y="165"/></a:lnTo><a:lnTo><a:pt x="21247" y="419"/></a:lnTo><a:lnTo><a:pt x="20916" y="660"/></a:lnTo><a:lnTo><a:pt x="20662" y="1003"/></a:lnTo><a:lnTo><a:pt x="20497" y="1333"/></a:lnTo><a:lnTo><a:pt x="20408" y="1752"/></a:lnTo><a:lnTo><a:pt x="20320" y="2171"/></a:lnTo><a:lnTo><a:pt x="24853" y="2171"/></a:lnTo><a:lnTo><a:pt x="24853" y="1841"/></a:lnTo><a:close/></a:path></a:pathLst></a:custGeom><a:solidFill><a:srgbClr val="000000"/></a:solidFill></p:spPr><p:txBody><a:bodyPr wrap="square" lIns="0" tIns="0" rIns="0" bIns="0" rtlCol="0"/><a:lstStyle/><a:p/></p:txBody></p:sp><p:sp><p:nvSpPr><p:cNvPr id="791" name="object 791"/><p:cNvSpPr/><p:nvPr/></p:nvSpPr><p:spPr><a:xfrm><a:off x="16947922" y="12551249"/><a:ext cx="24765" cy="8890"/></a:xfrm><a:custGeom><a:avLst/><a:gdLst/><a:ahLst/><a:cxnLst/><a:rect l="l" t="t" r="r" b="b"/><a:pathLst><a:path w="24765" h="8890"><a:moveTo><a:pt x="4533" y="6375"/></a:moveTo><a:lnTo><a:pt x="0" y="6375"/></a:lnTo><a:lnTo><a:pt x="0" y="6807"/></a:lnTo><a:lnTo><a:pt x="177" y="7226"/></a:lnTo><a:lnTo><a:pt x="342" y="7645"/></a:lnTo><a:lnTo><a:pt x="596" y="7975"/></a:lnTo><a:lnTo><a:pt x="838" y="8229"/></a:lnTo><a:lnTo><a:pt x="1270" y="8483"/></a:lnTo><a:lnTo><a:pt x="1600" y="8648"/></a:lnTo><a:lnTo><a:pt x="1765" y="8648"/></a:lnTo><a:lnTo><a:pt x="2019" y="8737"/></a:lnTo><a:lnTo><a:pt x="2527" y="8737"/></a:lnTo><a:lnTo><a:pt x="2857" y="8648"/></a:lnTo><a:lnTo><a:pt x="3276" y="8483"/></a:lnTo><a:lnTo><a:pt x="3619" y="8318"/></a:lnTo><a:lnTo><a:pt x="3949" y="7975"/></a:lnTo><a:lnTo><a:pt x="4203" y="7645"/></a:lnTo><a:lnTo><a:pt x="4368" y="7302"/></a:lnTo><a:lnTo><a:pt x="4533" y="6883"/></a:lnTo><a:lnTo><a:pt x="4533" y="6464"/></a:lnTo><a:close/></a:path><a:path w="24765" h="8890"><a:moveTo><a:pt x="4533" y="6045"/></a:moveTo><a:lnTo><a:pt x="0" y="6045"/></a:lnTo><a:lnTo><a:pt x="4533" y="6375"/></a:lnTo><a:lnTo><a:pt x="4533" y="6045"/></a:lnTo><a:close/></a:path><a:path w="24765" h="8890"><a:moveTo><a:pt x="24612" y="2095"/></a:moveTo><a:lnTo><a:pt x="24523" y="1930"/></a:lnTo><a:lnTo><a:pt x="24523" y="1676"/></a:lnTo><a:lnTo><a:pt x="24358" y="1257"/></a:lnTo><a:lnTo><a:pt x="24193" y="927"/></a:lnTo><a:lnTo><a:pt x="23850" y="584"/></a:lnTo><a:lnTo><a:pt x="23596" y="330"/></a:lnTo><a:lnTo><a:pt x="23431" y="254"/></a:lnTo><a:lnTo><a:pt x="23177" y="165"/></a:lnTo><a:lnTo><a:pt x="23012" y="88"/></a:lnTo><a:lnTo><a:pt x="22758" y="0"/></a:lnTo><a:lnTo><a:pt x="21831" y="0"/></a:lnTo><a:lnTo><a:pt x="21590" y="88"/></a:lnTo><a:lnTo><a:pt x="21412" y="165"/></a:lnTo><a:lnTo><a:pt x="21170" y="254"/></a:lnTo><a:lnTo><a:pt x="20828" y="508"/></a:lnTo><a:lnTo><a:pt x="20497" y="838"/></a:lnTo><a:lnTo><a:pt x="20320" y="1181"/></a:lnTo><a:lnTo><a:pt x="20154" y="1600"/></a:lnTo><a:lnTo><a:pt x="20078" y="1676"/></a:lnTo><a:lnTo><a:pt x="20078" y="2768"/></a:lnTo><a:lnTo><a:pt x="24523" y="2768"/></a:lnTo><a:lnTo><a:pt x="24612" y="2514"/></a:lnTo><a:lnTo><a:pt x="24612" y="2349"/></a:lnTo><a:lnTo><a:pt x="24612" y="2095"/></a:lnTo><a:close/></a:path></a:pathLst></a:custGeom><a:solidFill><a:srgbClr val="000000"/></a:solidFill></p:spPr><p:txBody><a:bodyPr wrap="square" lIns="0" tIns="0" rIns="0" bIns="0" rtlCol="0"/><a:lstStyle/><a:p/></p:txBody></p:sp><p:sp><p:nvSpPr><p:cNvPr id="792" name="object 792"/><p:cNvSpPr/><p:nvPr/></p:nvSpPr><p:spPr><a:xfrm><a:off x="16968001" y="12545368"/><a:ext cx="24130" cy="10795"/></a:xfrm><a:custGeom><a:avLst/><a:gdLst/><a:ahLst/><a:cxnLst/><a:rect l="l" t="t" r="r" b="b"/><a:pathLst><a:path w="24130" h="10795"><a:moveTo><a:pt x="4445" y="8648"/></a:moveTo><a:lnTo><a:pt x="0" y="8648"/></a:lnTo><a:lnTo><a:pt x="76" y="8813"/></a:lnTo><a:lnTo><a:pt x="165" y="9067"/></a:lnTo><a:lnTo><a:pt x="419" y="9410"/></a:lnTo><a:lnTo><a:pt x="495" y="9575"/></a:lnTo><a:lnTo><a:pt x="673" y="9740"/></a:lnTo><a:lnTo><a:pt x="1003" y="9994"/></a:lnTo><a:lnTo><a:pt x="1333" y="10248"/></a:lnTo><a:lnTo><a:pt x="1511" y="10248"/></a:lnTo><a:lnTo><a:pt x="1752" y="10325"/></a:lnTo><a:lnTo><a:pt x="1930" y="10325"/></a:lnTo><a:lnTo><a:pt x="2184" y="10414"/></a:lnTo><a:lnTo><a:pt x="2603" y="10325"/></a:lnTo><a:lnTo><a:pt x="3022" y="10248"/></a:lnTo><a:lnTo><a:pt x="3352" y="10083"/></a:lnTo><a:lnTo><a:pt x="3695" y="9829"/></a:lnTo><a:lnTo><a:pt x="4025" y="9575"/></a:lnTo><a:lnTo><a:pt x="4114" y="9410"/></a:lnTo><a:lnTo><a:pt x="4279" y="9156"/></a:lnTo><a:lnTo><a:pt x="4356" y="8813"/></a:lnTo><a:lnTo><a:pt x="4445" y="8648"/></a:lnTo><a:close/></a:path><a:path w="24130" h="10795"><a:moveTo><a:pt x="4533" y="8394"/></a:moveTo><a:lnTo><a:pt x="0" y="8394"/></a:lnTo><a:lnTo><a:pt x="4445" y="8648"/></a:lnTo><a:lnTo><a:pt x="4533" y="8394"/></a:lnTo><a:close/></a:path><a:path w="24130" h="10795"><a:moveTo><a:pt x="24091" y="1930"/></a:moveTo><a:lnTo><a:pt x="24015" y="1676"/></a:lnTo><a:lnTo><a:pt x="24015" y="1511"/></a:lnTo><a:lnTo><a:pt x="23837" y="1257"/></a:lnTo><a:lnTo><a:pt x="23837" y="1092"/></a:lnTo><a:lnTo><a:pt x="23672" y="927"/></a:lnTo><a:lnTo><a:pt x="23507" y="762"/></a:lnTo><a:lnTo><a:pt x="22580" y="165"/></a:lnTo><a:lnTo><a:pt x="22415" y="88"/></a:lnTo><a:lnTo><a:pt x="22085" y="0"/></a:lnTo><a:lnTo><a:pt x="21488" y="0"/></a:lnTo><a:lnTo><a:pt x="21323" y="88"/></a:lnTo><a:lnTo><a:pt x="21069" y="165"/></a:lnTo><a:lnTo><a:pt x="20904" y="254"/></a:lnTo><a:lnTo><a:pt x="20650" y="342"/></a:lnTo><a:lnTo><a:pt x="20485" y="508"/></a:lnTo><a:lnTo><a:pt x="20320" y="584"/></a:lnTo><a:lnTo><a:pt x="20154" y="762"/></a:lnTo><a:lnTo><a:pt x="20066" y="927"/></a:lnTo><a:lnTo><a:pt x="19900" y="1092"/></a:lnTo><a:lnTo><a:pt x="19812" y="1257"/></a:lnTo><a:lnTo><a:pt x="19735" y="1511"/></a:lnTo><a:lnTo><a:pt x="19646" y="1676"/></a:lnTo><a:lnTo><a:pt x="19558" y="1930"/></a:lnTo><a:lnTo><a:pt x="19558" y="2184"/></a:lnTo><a:lnTo><a:pt x="19558" y="2349"/></a:lnTo><a:lnTo><a:pt x="19558" y="2603"/></a:lnTo><a:lnTo><a:pt x="19646" y="2768"/></a:lnTo><a:lnTo><a:pt x="19735" y="3022"/></a:lnTo><a:lnTo><a:pt x="19735" y="3187"/></a:lnTo><a:lnTo><a:pt x="19900" y="3441"/></a:lnTo><a:lnTo><a:pt x="23761" y="3530"/></a:lnTo><a:lnTo><a:pt x="23926" y="3187"/></a:lnTo><a:lnTo><a:pt x="24015" y="3022"/></a:lnTo><a:lnTo><a:pt x="24091" y="2768"/></a:lnTo><a:lnTo><a:pt x="24091" y="2603"/></a:lnTo><a:lnTo><a:pt x="24091" y="2349"/></a:lnTo><a:lnTo><a:pt x="24091" y="2184"/></a:lnTo><a:lnTo><a:pt x="24091" y="1930"/></a:lnTo><a:close/></a:path></a:pathLst></a:custGeom><a:solidFill><a:srgbClr val="000000"/></a:solidFill></p:spPr><p:txBody><a:bodyPr wrap="square" lIns="0" tIns="0" rIns="0" bIns="0" rtlCol="0"/><a:lstStyle/><a:p/></p:txBody></p:sp><p:sp><p:nvSpPr><p:cNvPr id="793" name="object 793"/><p:cNvSpPr/><p:nvPr/></p:nvSpPr><p:spPr><a:xfrm><a:off x="16987901" y="12537900"/><a:ext cx="23495" cy="12065"/></a:xfrm><a:custGeom><a:avLst/><a:gdLst/><a:ahLst/><a:cxnLst/><a:rect l="l" t="t" r="r" b="b"/><a:pathLst><a:path w="23494" h="12065"><a:moveTo><a:pt x="3860" y="10998"/></a:moveTo><a:lnTo><a:pt x="76" y="10998"/></a:lnTo><a:lnTo><a:pt x="165" y="11252"/></a:lnTo><a:lnTo><a:pt x="330" y="11328"/></a:lnTo><a:lnTo><a:pt x="495" y="11506"/></a:lnTo><a:lnTo><a:pt x="673" y="11582"/></a:lnTo><a:lnTo><a:pt x="838" y="11747"/></a:lnTo><a:lnTo><a:pt x="1003" y="11836"/></a:lnTo><a:lnTo><a:pt x="1257" y="11925"/></a:lnTo><a:lnTo><a:pt x="1422" y="11925"/></a:lnTo><a:lnTo><a:pt x="1676" y="12001"/></a:lnTo><a:lnTo><a:pt x="2184" y="12001"/></a:lnTo><a:lnTo><a:pt x="2514" y="11925"/></a:lnTo><a:lnTo><a:pt x="3517" y="11328"/></a:lnTo><a:lnTo><a:pt x="3695" y="11252"/></a:lnTo><a:lnTo><a:pt x="3860" y="10998"/></a:lnTo><a:close/></a:path><a:path w="23494" h="12065"><a:moveTo><a:pt x="3937" y="10909"/></a:moveTo><a:lnTo><a:pt x="0" y="10909"/></a:lnTo><a:lnTo><a:pt x="3860" y="10998"/></a:lnTo><a:close/></a:path><a:path w="23494" h="12065"><a:moveTo><a:pt x="23253" y="1765"/></a:moveTo><a:lnTo><a:pt x="23088" y="1511"/></a:lnTo><a:lnTo><a:pt x="22923" y="1092"/></a:lnTo><a:lnTo><a:pt x="22669" y="749"/></a:lnTo><a:lnTo><a:pt x="22339" y="419"/></a:lnTo><a:lnTo><a:pt x="21920" y="254"/></a:lnTo><a:lnTo><a:pt x="21488" y="76"/></a:lnTo><a:lnTo><a:pt x="20993" y="0"/></a:lnTo><a:lnTo><a:pt x="20650" y="76"/></a:lnTo><a:lnTo><a:pt x="20485" y="76"/></a:lnTo><a:lnTo><a:pt x="20231" y="165"/></a:lnTo><a:lnTo><a:pt x="20066" y="254"/></a:lnTo><a:lnTo><a:pt x="19812" y="419"/></a:lnTo><a:lnTo><a:pt x="19481" y="673"/></a:lnTo><a:lnTo><a:pt x="19138" y="1003"/></a:lnTo><a:lnTo><a:pt x="18884" y="1422"/></a:lnTo><a:lnTo><a:pt x="18808" y="1765"/></a:lnTo><a:lnTo><a:pt x="18719" y="1930"/></a:lnTo><a:lnTo><a:pt x="18719" y="2184"/></a:lnTo><a:lnTo><a:pt x="18719" y="2349"/></a:lnTo><a:lnTo><a:pt x="18719" y="2603"/></a:lnTo><a:lnTo><a:pt x="18808" y="2768"/></a:lnTo><a:lnTo><a:pt x="18884" y="3022"/></a:lnTo><a:lnTo><a:pt x="18884" y="3187"/></a:lnTo><a:lnTo><a:pt x="19062" y="3441"/></a:lnTo><a:lnTo><a:pt x="19138" y="3606"/></a:lnTo><a:lnTo><a:pt x="19227" y="3771"/></a:lnTo><a:lnTo><a:pt x="19392" y="3937"/></a:lnTo><a:lnTo><a:pt x="19558" y="4025"/></a:lnTo><a:lnTo><a:pt x="19735" y="4191"/></a:lnTo><a:lnTo><a:pt x="22250" y="4191"/></a:lnTo><a:lnTo><a:pt x="22415" y="4025"/></a:lnTo><a:lnTo><a:pt x="22580" y="3937"/></a:lnTo><a:lnTo><a:pt x="22758" y="3771"/></a:lnTo><a:lnTo><a:pt x="22834" y="3606"/></a:lnTo><a:lnTo><a:pt x="22999" y="3441"/></a:lnTo><a:lnTo><a:pt x="23088" y="3187"/></a:lnTo><a:lnTo><a:pt x="23177" y="3022"/></a:lnTo><a:lnTo><a:pt x="23177" y="2768"/></a:lnTo><a:lnTo><a:pt x="23253" y="2603"/></a:lnTo><a:lnTo><a:pt x="23253" y="2349"/></a:lnTo><a:lnTo><a:pt x="23253" y="2184"/></a:lnTo><a:lnTo><a:pt x="23253" y="1930"/></a:lnTo><a:lnTo><a:pt x="23253" y="1765"/></a:lnTo><a:close/></a:path></a:pathLst></a:custGeom><a:solidFill><a:srgbClr val="000000"/></a:solidFill></p:spPr><p:txBody><a:bodyPr wrap="square" lIns="0" tIns="0" rIns="0" bIns="0" rtlCol="0"/><a:lstStyle/><a:p/></p:txBody></p:sp><p:sp><p:nvSpPr><p:cNvPr id="794" name="object 794"/><p:cNvSpPr/><p:nvPr/></p:nvSpPr><p:spPr><a:xfrm><a:off x="17007459" y="12528910"/><a:ext cx="22225" cy="13970"/></a:xfrm><a:custGeom><a:avLst/><a:gdLst/><a:ahLst/><a:cxnLst/><a:rect l="l" t="t" r="r" b="b"/><a:pathLst><a:path w="22225" h="13970"><a:moveTo><a:pt x="2692" y="13182"/></a:moveTo><a:lnTo><a:pt x="177" y="13182"/></a:lnTo><a:lnTo><a:pt x="342" y="13271"/></a:lnTo><a:lnTo><a:pt x="508" y="13360"/></a:lnTo><a:lnTo><a:pt x="762" y="13436"/></a:lnTo><a:lnTo><a:pt x="927" y="13525"/></a:lnTo><a:lnTo><a:pt x="1181" y="13525"/></a:lnTo><a:lnTo><a:pt x="1346" y="13601"/></a:lnTo><a:lnTo><a:pt x="1765" y="13525"/></a:lnTo><a:lnTo><a:pt x="1930" y="13525"/></a:lnTo><a:lnTo><a:pt x="2184" y="13436"/></a:lnTo><a:lnTo><a:pt x="2362" y="13360"/></a:lnTo><a:lnTo><a:pt x="2527" y="13271"/></a:lnTo><a:lnTo><a:pt x="2692" y="13182"/></a:lnTo><a:close/></a:path><a:path w="22225" h="13970"><a:moveTo><a:pt x="2857" y="13017"/></a:moveTo><a:lnTo><a:pt x="0" y="13017"/></a:lnTo><a:lnTo><a:pt x="2692" y="13182"/></a:lnTo><a:lnTo><a:pt x="2857" y="13017"/></a:lnTo><a:close/></a:path><a:path w="22225" h="13970"><a:moveTo><a:pt x="22085" y="2019"/></a:moveTo><a:lnTo><a:pt x="22009" y="1765"/></a:lnTo><a:lnTo><a:pt x="22009" y="1600"/></a:lnTo><a:lnTo><a:pt x="21920" y="1346"/></a:lnTo><a:lnTo><a:pt x="21666" y="1016"/></a:lnTo><a:lnTo><a:pt x="21590" y="838"/></a:lnTo><a:lnTo><a:pt x="21412" y="673"/></a:lnTo><a:lnTo><a:pt x="21082" y="419"/></a:lnTo><a:lnTo><a:pt x="20916" y="342"/></a:lnTo><a:lnTo><a:pt x="20662" y="254"/></a:lnTo><a:lnTo><a:pt x="20243" y="88"/></a:lnTo><a:lnTo><a:pt x="19735" y="0"/></a:lnTo><a:lnTo><a:pt x="19570" y="88"/></a:lnTo><a:lnTo><a:pt x="19316" y="88"/></a:lnTo><a:lnTo><a:pt x="19151" y="165"/></a:lnTo><a:lnTo><a:pt x="18897" y="254"/></a:lnTo><a:lnTo><a:pt x="18732" y="342"/></a:lnTo><a:lnTo><a:pt x="18567" y="419"/></a:lnTo><a:lnTo><a:pt x="18389" y="596"/></a:lnTo><a:lnTo><a:pt x="18224" y="673"/></a:lnTo><a:lnTo><a:pt x="18059" y="838"/></a:lnTo><a:lnTo><a:pt x="17970" y="1016"/></a:lnTo><a:lnTo><a:pt x="17805" y="1257"/></a:lnTo><a:lnTo><a:pt x="17640" y="1600"/></a:lnTo><a:lnTo><a:pt x="17640" y="1765"/></a:lnTo><a:lnTo><a:pt x="17551" y="2019"/></a:lnTo><a:lnTo><a:pt x="17551" y="2184"/></a:lnTo><a:lnTo><a:pt x="17551" y="2438"/></a:lnTo><a:lnTo><a:pt x="17551" y="2603"/></a:lnTo><a:lnTo><a:pt x="17640" y="2857"/></a:lnTo><a:lnTo><a:pt x="17640" y="3022"/></a:lnTo><a:lnTo><a:pt x="17729" y="3276"/></a:lnTo><a:lnTo><a:pt x="17970" y="3619"/></a:lnTo><a:lnTo><a:pt x="18059" y="3784"/></a:lnTo><a:lnTo><a:pt x="18224" y="3949"/></a:lnTo><a:lnTo><a:pt x="18567" y="4203"/></a:lnTo><a:lnTo><a:pt x="18732" y="4279"/></a:lnTo><a:lnTo><a:pt x="18986" y="4368"/></a:lnTo><a:lnTo><a:pt x="20574" y="4457"/></a:lnTo><a:lnTo><a:pt x="20751" y="4368"/></a:lnTo><a:lnTo><a:pt x="20916" y="4279"/></a:lnTo><a:lnTo><a:pt x="21082" y="4203"/></a:lnTo><a:lnTo><a:pt x="21247" y="4038"/></a:lnTo><a:lnTo><a:pt x="21412" y="3949"/></a:lnTo><a:lnTo><a:pt x="21590" y="3784"/></a:lnTo><a:lnTo><a:pt x="21666" y="3619"/></a:lnTo><a:lnTo><a:pt x="21844" y="3365"/></a:lnTo><a:lnTo><a:pt x="22009" y="3022"/></a:lnTo><a:lnTo><a:pt x="22009" y="2857"/></a:lnTo><a:lnTo><a:pt x="22085" y="2603"/></a:lnTo><a:lnTo><a:pt x="22085" y="2438"/></a:lnTo><a:lnTo><a:pt x="22085" y="2184"/></a:lnTo><a:lnTo><a:pt x="22085" y="2019"/></a:lnTo><a:close/></a:path></a:pathLst></a:custGeom><a:solidFill><a:srgbClr val="000000"/></a:solidFill></p:spPr><p:txBody><a:bodyPr wrap="square" lIns="0" tIns="0" rIns="0" bIns="0" rtlCol="0"/><a:lstStyle/><a:p/></p:txBody></p:sp><p:sp><p:nvSpPr><p:cNvPr id="795" name="object 795"/><p:cNvSpPr/><p:nvPr/></p:nvSpPr><p:spPr><a:xfrm><a:off x="17026446" y="12506583"/><a:ext cx="35560" cy="27305"/></a:xfrm><a:custGeom><a:avLst/><a:gdLst/><a:ahLst/><a:cxnLst/><a:rect l="l" t="t" r="r" b="b"/><a:pathLst><a:path w="35559" h="27304"><a:moveTo><a:pt x="1587" y="26784"/></a:moveTo><a:lnTo><a:pt x="76" y="26784"/></a:lnTo><a:lnTo><a:pt x="419" y="26860"/></a:lnTo><a:lnTo><a:pt x="914" y="26949"/></a:lnTo><a:lnTo><a:pt x="1092" y="26860"/></a:lnTo><a:lnTo><a:pt x="1346" y="26860"/></a:lnTo><a:lnTo><a:pt x="1587" y="26784"/></a:lnTo><a:close/></a:path><a:path w="35559" h="27304"><a:moveTo><a:pt x="1765" y="26695"/></a:moveTo><a:lnTo><a:pt x="0" y="26695"/></a:lnTo><a:lnTo><a:pt x="1587" y="26784"/></a:lnTo><a:lnTo><a:pt x="1765" y="26695"/></a:lnTo><a:close/></a:path><a:path w="35559" h="27304"><a:moveTo><a:pt x="20650" y="13677"/></a:moveTo><a:lnTo><a:pt x="20574" y="13423"/></a:lnTo><a:lnTo><a:pt x="20485" y="13258"/></a:lnTo><a:lnTo><a:pt x="20396" y="13004"/></a:lnTo><a:lnTo><a:pt x="20154" y="12674"/></a:lnTo><a:lnTo><a:pt x="19812" y="12420"/></a:lnTo><a:lnTo><a:pt x="19481" y="12166"/></a:lnTo><a:lnTo><a:pt x="19062" y="12001"/></a:lnTo><a:lnTo><a:pt x="18643" y="11912"/></a:lnTo><a:lnTo><a:pt x="18135" y="11912"/></a:lnTo><a:lnTo><a:pt x="17881" y="12001"/></a:lnTo><a:lnTo><a:pt x="17716" y="12001"/></a:lnTo><a:lnTo><a:pt x="17462" y="12090"/></a:lnTo><a:lnTo><a:pt x="17132" y="12331"/></a:lnTo><a:lnTo><a:pt x="16954" y="12420"/></a:lnTo><a:lnTo><a:pt x="16789" y="12585"/></a:lnTo><a:lnTo><a:pt x="16535" y="12928"/></a:lnTo><a:lnTo><a:pt x="16281" y="13258"/></a:lnTo><a:lnTo><a:pt x="16281" y="13423"/></a:lnTo><a:lnTo><a:pt x="16205" y="13677"/></a:lnTo><a:lnTo><a:pt x="16205" y="13843"/></a:lnTo><a:lnTo><a:pt x="16116" y="14097"/></a:lnTo><a:lnTo><a:pt x="16116" y="14274"/></a:lnTo><a:lnTo><a:pt x="16205" y="14516"/></a:lnTo><a:lnTo><a:pt x="16205" y="14693"/></a:lnTo><a:lnTo><a:pt x="16281" y="14935"/></a:lnTo><a:lnTo><a:pt x="16459" y="15278"/></a:lnTo><a:lnTo><a:pt x="16535" y="15443"/></a:lnTo><a:lnTo><a:pt x="16713" y="15697"/></a:lnTo><a:lnTo><a:pt x="17043" y="15951"/></a:lnTo><a:lnTo><a:pt x="17373" y="16205"/></a:lnTo><a:lnTo><a:pt x="17805" y="16370"/></a:lnTo><a:lnTo><a:pt x="18224" y="16446"/></a:lnTo><a:lnTo><a:pt x="18719" y="16446"/></a:lnTo><a:lnTo><a:pt x="18973" y="16370"/></a:lnTo><a:lnTo><a:pt x="19392" y="16205"/></a:lnTo><a:lnTo><a:pt x="19735" y="16027"/></a:lnTo><a:lnTo><a:pt x="20066" y="15786"/></a:lnTo><a:lnTo><a:pt x="20320" y="15443"/></a:lnTo><a:lnTo><a:pt x="20396" y="15278"/></a:lnTo><a:lnTo><a:pt x="20485" y="15024"/></a:lnTo><a:lnTo><a:pt x="20650" y="14693"/></a:lnTo><a:lnTo><a:pt x="20650" y="14516"/></a:lnTo><a:lnTo><a:pt x="20650" y="14274"/></a:lnTo><a:lnTo><a:pt x="20650" y="14097"/></a:lnTo><a:lnTo><a:pt x="20650" y="13843"/></a:lnTo><a:lnTo><a:pt x="20650" y="13677"/></a:lnTo><a:close/></a:path><a:path w="35559" h="27304"><a:moveTo><a:pt x="35433" y="76"/></a:moveTo><a:lnTo><a:pt x="35013" y="0"/></a:lnTo><a:lnTo><a:pt x="34759" y="76"/></a:lnTo><a:lnTo><a:pt x="35433" y="76"/></a:lnTo><a:close/></a:path></a:pathLst></a:custGeom><a:solidFill><a:srgbClr val="000000"/></a:solidFill></p:spPr><p:txBody><a:bodyPr wrap="square" lIns="0" tIns="0" rIns="0" bIns="0" rtlCol="0"/><a:lstStyle/><a:p/></p:txBody></p:sp><p:sp><p:nvSpPr><p:cNvPr id="796" name="object 796"/><p:cNvSpPr/><p:nvPr/></p:nvSpPr><p:spPr><a:xfrm><a:off x="17059275" y="12493388"/><a:ext cx="19050" cy="17780"/></a:xfrm><a:custGeom><a:avLst/><a:gdLst/><a:ahLst/><a:cxnLst/><a:rect l="l" t="t" r="r" b="b"/><a:pathLst><a:path w="19050" h="17779"><a:moveTo><a:pt x="4533" y="15201"/></a:moveTo><a:lnTo><a:pt x="4457" y="14871"/></a:lnTo><a:lnTo><a:pt x="4279" y="14528"/></a:lnTo><a:lnTo><a:pt x="4025" y="14109"/></a:lnTo><a:lnTo><a:pt x="3784" y="13855"/></a:lnTo><a:lnTo><a:pt x="3441" y="13525"/></a:lnTo><a:lnTo><a:pt x="3111" y="13360"/></a:lnTo><a:lnTo><a:pt x="2692" y="13271"/></a:lnTo><a:lnTo><a:pt x="2184" y="13195"/></a:lnTo><a:lnTo><a:pt x="1930" y="13271"/></a:lnTo><a:lnTo><a:pt x="1765" y="13271"/></a:lnTo><a:lnTo><a:pt x="1422" y="13360"/></a:lnTo><a:lnTo><a:pt x="1092" y="13525"/></a:lnTo><a:lnTo><a:pt x="762" y="13779"/></a:lnTo><a:lnTo><a:pt x="419" y="14109"/></a:lnTo><a:lnTo><a:pt x="254" y="14452"/></a:lnTo><a:lnTo><a:pt x="88" y="14782"/></a:lnTo><a:lnTo><a:pt x="0" y="15201"/></a:lnTo><a:lnTo><a:pt x="0" y="15621"/></a:lnTo><a:lnTo><a:pt x="88" y="16040"/></a:lnTo><a:lnTo><a:pt x="165" y="16459"/></a:lnTo><a:lnTo><a:pt x="419" y="16802"/></a:lnTo><a:lnTo><a:pt x="673" y="17132"/></a:lnTo><a:lnTo><a:pt x="1003" y="17386"/></a:lnTo><a:lnTo><a:pt x="1422" y="17551"/></a:lnTo><a:lnTo><a:pt x="1765" y="17729"/></a:lnTo><a:lnTo><a:pt x="2603" y="17729"/></a:lnTo><a:lnTo><a:pt x="3022" y="17640"/></a:lnTo><a:lnTo><a:pt x="3365" y="17475"/></a:lnTo><a:lnTo><a:pt x="3695" y="17221"/></a:lnTo><a:lnTo><a:pt x="4025" y="16878"/></a:lnTo><a:lnTo><a:pt x="4279" y="16548"/></a:lnTo><a:lnTo><a:pt x="4457" y="16129"/></a:lnTo><a:lnTo><a:pt x="4533" y="15709"/></a:lnTo><a:lnTo><a:pt x="4533" y="15290"/></a:lnTo><a:close/></a:path><a:path w="19050" h="17779"><a:moveTo><a:pt x="18808" y="177"/></a:moveTo><a:lnTo><a:pt x="18478" y="88"/></a:lnTo><a:lnTo><a:pt x="18059" y="0"/></a:lnTo><a:lnTo><a:pt x="17640" y="0"/></a:lnTo><a:lnTo><a:pt x="17221" y="88"/></a:lnTo><a:lnTo><a:pt x="16878" y="177"/></a:lnTo><a:lnTo><a:pt x="18808" y="177"/></a:lnTo><a:close/></a:path></a:pathLst></a:custGeom><a:solidFill><a:srgbClr val="000000"/></a:solidFill></p:spPr><p:txBody><a:bodyPr wrap="square" lIns="0" tIns="0" rIns="0" bIns="0" rtlCol="0"/><a:lstStyle/><a:p/></p:txBody></p:sp><p:sp><p:nvSpPr><p:cNvPr id="797" name="object 797"/><p:cNvSpPr/><p:nvPr/></p:nvSpPr><p:spPr><a:xfrm><a:off x="17074807" y="12478872"/><a:ext cx="18415" cy="19685"/></a:xfrm><a:custGeom><a:avLst/><a:gdLst/><a:ahLst/><a:cxnLst/><a:rect l="l" t="t" r="r" b="b"/><a:pathLst><a:path w="18415" h="19684"><a:moveTo><a:pt x="3276" y="14693"/></a:moveTo><a:lnTo><a:pt x="2946" y="14605"/></a:lnTo><a:lnTo><a:pt x="1689" y="14605"/></a:lnTo><a:lnTo><a:pt x="3276" y="14693"/></a:lnTo><a:close/></a:path><a:path w="18415" h="19684"><a:moveTo><a:pt x="4622" y="16789"/></a:moveTo><a:lnTo><a:pt x="4533" y="16370"/></a:lnTo><a:lnTo><a:pt x="4457" y="15951"/></a:lnTo><a:lnTo><a:pt x="4292" y="15608"/></a:lnTo><a:lnTo><a:pt x="4038" y="15278"/></a:lnTo><a:lnTo><a:pt x="3695" y="14947"/></a:lnTo><a:lnTo><a:pt x="3365" y="14770"/></a:lnTo><a:lnTo><a:pt x="1346" y="14693"/></a:lnTo><a:lnTo><a:pt x="927" y="14947"/></a:lnTo><a:lnTo><a:pt x="673" y="15189"/></a:lnTo><a:lnTo><a:pt x="419" y="15532"/></a:lnTo><a:lnTo><a:pt x="177" y="15951"/></a:lnTo><a:lnTo><a:pt x="88" y="16370"/></a:lnTo><a:lnTo><a:pt x="0" y="16789"/></a:lnTo><a:lnTo><a:pt x="88" y="17208"/></a:lnTo><a:lnTo><a:pt x="177" y="17538"/></a:lnTo><a:lnTo><a:pt x="342" y="17970"/></a:lnTo><a:lnTo><a:pt x="596" y="18300"/></a:lnTo><a:lnTo><a:pt x="927" y="18554"/></a:lnTo><a:lnTo><a:pt x="1270" y="18808"/></a:lnTo><a:lnTo><a:pt x="1689" y="18973"/></a:lnTo><a:lnTo><a:pt x="2108" y="19062"/></a:lnTo><a:lnTo><a:pt x="2527" y="19062"/></a:lnTo><a:lnTo><a:pt x="2946" y="18973"/></a:lnTo><a:lnTo><a:pt x="3276" y="18808"/></a:lnTo><a:lnTo><a:pt x="3695" y="18554"/></a:lnTo><a:lnTo><a:pt x="3949" y="18300"/></a:lnTo><a:lnTo><a:pt x="4203" y="17970"/></a:lnTo><a:lnTo><a:pt x="4457" y="17627"/></a:lnTo><a:lnTo><a:pt x="4533" y="17208"/></a:lnTo><a:lnTo><a:pt x="4622" y="16789"/></a:lnTo><a:close/></a:path><a:path w="18415" h="19684"><a:moveTo><a:pt x="18313" y="584"/></a:moveTo><a:lnTo><a:pt x="17970" y="330"/></a:lnTo><a:lnTo><a:pt x="17640" y="165"/></a:lnTo><a:lnTo><a:pt x="17221" y="76"/></a:lnTo><a:lnTo><a:pt x="16802" y="0"/></a:lnTo><a:lnTo><a:pt x="16383" y="76"/></a:lnTo><a:lnTo><a:pt x="15963" y="165"/></a:lnTo><a:lnTo><a:pt x="15621" y="330"/></a:lnTo><a:lnTo><a:pt x="15290" y="584"/></a:lnTo><a:lnTo><a:pt x="18313" y="584"/></a:lnTo><a:close/></a:path></a:pathLst></a:custGeom><a:solidFill><a:srgbClr val="000000"/></a:solidFill></p:spPr><p:txBody><a:bodyPr wrap="square" lIns="0" tIns="0" rIns="0" bIns="0" rtlCol="0"/><a:lstStyle/><a:p/></p:txBody></p:sp><p:sp><p:nvSpPr><p:cNvPr id="798" name="object 798"/><p:cNvSpPr/><p:nvPr/></p:nvSpPr><p:spPr><a:xfrm><a:off x="17089336" y="12463327"/><a:ext cx="17780" cy="20320"/></a:xfrm><a:custGeom><a:avLst/><a:gdLst/><a:ahLst/><a:cxnLst/><a:rect l="l" t="t" r="r" b="b"/><a:pathLst><a:path w="17780" h="20320"><a:moveTo><a:pt x="3784" y="16129"/></a:moveTo><a:lnTo><a:pt x="3441" y="15875"/></a:lnTo><a:lnTo><a:pt x="1092" y="15875"/></a:lnTo><a:lnTo><a:pt x="3784" y="16129"/></a:lnTo><a:close/></a:path><a:path w="17780" h="20320"><a:moveTo><a:pt x="4533" y="17640"/></a:moveTo><a:lnTo><a:pt x="4457" y="17221"/></a:lnTo><a:lnTo><a:pt x="4279" y="16802"/></a:lnTo><a:lnTo><a:pt x="4114" y="16459"/></a:lnTo><a:lnTo><a:pt x="3784" y="16129"/></a:lnTo><a:lnTo><a:pt x="762" y="16129"/></a:lnTo><a:lnTo><a:pt x="419" y="16459"/></a:lnTo><a:lnTo><a:pt x="254" y="16802"/></a:lnTo><a:lnTo><a:pt x="88" y="17221"/></a:lnTo><a:lnTo><a:pt x="0" y="17640"/></a:lnTo><a:lnTo><a:pt x="0" y="18059"/></a:lnTo><a:lnTo><a:pt x="88" y="18478"/></a:lnTo><a:lnTo><a:pt x="254" y="18808"/></a:lnTo><a:lnTo><a:pt x="419" y="19240"/></a:lnTo><a:lnTo><a:pt x="762" y="19481"/></a:lnTo><a:lnTo><a:pt x="1092" y="19735"/></a:lnTo><a:lnTo><a:pt x="1435" y="19989"/></a:lnTo><a:lnTo><a:pt x="1854" y="20078"/></a:lnTo><a:lnTo><a:pt x="2273" y="20154"/></a:lnTo><a:lnTo><a:pt x="2692" y="20078"/></a:lnTo><a:lnTo><a:pt x="3111" y="19989"/></a:lnTo><a:lnTo><a:pt x="3441" y="19824"/></a:lnTo><a:lnTo><a:pt x="3784" y="19570"/></a:lnTo><a:lnTo><a:pt x="4038" y="19240"/></a:lnTo><a:lnTo><a:pt x="4279" y="18897"/></a:lnTo><a:lnTo><a:pt x="4457" y="18478"/></a:lnTo><a:lnTo><a:pt x="4533" y="18059"/></a:lnTo><a:lnTo><a:pt x="4533" y="17640"/></a:lnTo><a:close/></a:path><a:path w="17780" h="20320"><a:moveTo><a:pt x="17475" y="1092"/></a:moveTo><a:lnTo><a:pt x="16205" y="88"/></a:lnTo><a:lnTo><a:pt x="16040" y="0"/></a:lnTo><a:lnTo><a:pt x="14947" y="0"/></a:lnTo><a:lnTo><a:pt x="14782" y="88"/></a:lnTo><a:lnTo><a:pt x="14452" y="177"/></a:lnTo><a:lnTo><a:pt x="14109" y="431"/></a:lnTo><a:lnTo><a:pt x="13779" y="762"/></a:lnTo><a:lnTo><a:pt x="13525" y="1092"/></a:lnTo><a:lnTo><a:pt x="17475" y="1092"/></a:lnTo><a:close/></a:path></a:pathLst></a:custGeom><a:solidFill><a:srgbClr val="000000"/></a:solidFill></p:spPr><p:txBody><a:bodyPr wrap="square" lIns="0" tIns="0" rIns="0" bIns="0" rtlCol="0"/><a:lstStyle/><a:p/></p:txBody></p:sp><p:sp><p:nvSpPr><p:cNvPr id="799" name="object 799"/><p:cNvSpPr/><p:nvPr/></p:nvSpPr><p:spPr><a:xfrm><a:off x="17102519" y="12446626"/><a:ext cx="16510" cy="21590"/></a:xfrm><a:custGeom><a:avLst/><a:gdLst/><a:ahLst/><a:cxnLst/><a:rect l="l" t="t" r="r" b="b"/><a:pathLst><a:path w="16509" h="21590"><a:moveTo><a:pt x="4292" y="17792"/></a:moveTo><a:lnTo><a:pt x="4114" y="17551"/></a:lnTo><a:lnTo><a:pt x="508" y="17551"/></a:lnTo><a:lnTo><a:pt x="4292" y="17792"/></a:lnTo><a:close/></a:path><a:path w="16509" h="21590"><a:moveTo><a:pt x="4533" y="18554"/></a:moveTo><a:lnTo><a:pt x="4457" y="18300"/></a:lnTo><a:lnTo><a:pt x="4457" y="18135"/></a:lnTo><a:lnTo><a:pt x="4292" y="17881"/></a:lnTo><a:lnTo><a:pt x="342" y="17792"/></a:lnTo><a:lnTo><a:pt x="177" y="18135"/></a:lnTo><a:lnTo><a:pt x="88" y="18300"/></a:lnTo><a:lnTo><a:pt x="88" y="18554"/></a:lnTo><a:lnTo><a:pt x="0" y="18808"/></a:lnTo><a:lnTo><a:pt x="0" y="18973"/></a:lnTo><a:lnTo><a:pt x="0" y="19227"/></a:lnTo><a:lnTo><a:pt x="88" y="19392"/></a:lnTo><a:lnTo><a:pt x="177" y="19646"/></a:lnTo><a:lnTo><a:pt x="177" y="19812"/></a:lnTo><a:lnTo><a:pt x="342" y="20066"/></a:lnTo><a:lnTo><a:pt x="596" y="20396"/></a:lnTo><a:lnTo><a:pt x="927" y="20739"/></a:lnTo><a:lnTo><a:pt x="1270" y="20993"/></a:lnTo><a:lnTo><a:pt x="1689" y="21158"/></a:lnTo><a:lnTo><a:pt x="2019" y="21158"/></a:lnTo><a:lnTo><a:pt x="2438" y="21234"/></a:lnTo><a:lnTo><a:pt x="2857" y="21158"/></a:lnTo><a:lnTo><a:pt x="3276" y="20993"/></a:lnTo><a:lnTo><a:pt x="3619" y="20739"/></a:lnTo><a:lnTo><a:pt x="3949" y="20485"/></a:lnTo><a:lnTo><a:pt x="4203" y="20154"/></a:lnTo><a:lnTo><a:pt x="4368" y="19812"/></a:lnTo><a:lnTo><a:pt x="4457" y="19646"/></a:lnTo><a:lnTo><a:pt x="4533" y="19392"/></a:lnTo><a:lnTo><a:pt x="4533" y="19227"/></a:lnTo><a:lnTo><a:pt x="4533" y="18973"/></a:lnTo><a:lnTo><a:pt x="4533" y="18808"/></a:lnTo><a:lnTo><a:pt x="4533" y="18554"/></a:lnTo><a:close/></a:path><a:path w="16509" h="21590"><a:moveTo><a:pt x="16383" y="1587"/></a:moveTo><a:lnTo><a:pt x="16217" y="1346"/></a:lnTo><a:lnTo><a:pt x="16040" y="914"/></a:lnTo><a:lnTo><a:pt x="15786" y="673"/></a:lnTo><a:lnTo><a:pt x="15455" y="419"/></a:lnTo><a:lnTo><a:pt x="15290" y="330"/></a:lnTo><a:lnTo><a:pt x="15036" y="165"/></a:lnTo><a:lnTo><a:pt x="14617" y="76"/></a:lnTo><a:lnTo><a:pt x="13855" y="0"/></a:lnTo><a:lnTo><a:pt x="13436" y="165"/></a:lnTo><a:lnTo><a:pt x="13017" y="330"/></a:lnTo><a:lnTo><a:pt x="12687" y="584"/></a:lnTo><a:lnTo><a:pt x="12433" y="838"/></a:lnTo><a:lnTo><a:pt x="12179" y="1257"/></a:lnTo><a:lnTo><a:pt x="12014" y="1587"/></a:lnTo><a:lnTo><a:pt x="16383" y="1676"/></a:lnTo><a:close/></a:path></a:pathLst></a:custGeom><a:solidFill><a:srgbClr val="000000"/></a:solidFill></p:spPr><p:txBody><a:bodyPr wrap="square" lIns="0" tIns="0" rIns="0" bIns="0" rtlCol="0"/><a:lstStyle/><a:p/></p:txBody></p:sp><p:sp><p:nvSpPr><p:cNvPr id="800" name="object 800"/><p:cNvSpPr/><p:nvPr/></p:nvSpPr><p:spPr><a:xfrm><a:off x="17114444" y="12429075"/><a:ext cx="15240" cy="22225"/></a:xfrm><a:custGeom><a:avLst/><a:gdLst/><a:ahLst/><a:cxnLst/><a:rect l="l" t="t" r="r" b="b"/><a:pathLst><a:path w="15240" h="22225"><a:moveTo><a:pt x="4457" y="19138"/></a:moveTo><a:lnTo><a:pt x="88" y="19138"/></a:lnTo><a:lnTo><a:pt x="4457" y="19227"/></a:lnTo><a:close/></a:path><a:path w="15240" h="22225"><a:moveTo><a:pt x="4533" y="19558"/></a:moveTo><a:lnTo><a:pt x="4457" y="19227"/></a:lnTo><a:lnTo><a:pt x="88" y="19227"/></a:lnTo><a:lnTo><a:pt x="0" y="19558"/></a:lnTo><a:lnTo><a:pt x="0" y="19977"/></a:lnTo><a:lnTo><a:pt x="88" y="20408"/></a:lnTo><a:lnTo><a:pt x="177" y="20828"/></a:lnTo><a:lnTo><a:pt x="419" y="21158"/></a:lnTo><a:lnTo><a:pt x="673" y="21488"/></a:lnTo><a:lnTo><a:pt x="1016" y="21742"/></a:lnTo><a:lnTo><a:pt x="1435" y="21920"/></a:lnTo><a:lnTo><a:pt x="1765" y="22085"/></a:lnTo><a:lnTo><a:pt x="1930" y="22085"/></a:lnTo><a:lnTo><a:pt x="2603" y="22085"/></a:lnTo><a:lnTo><a:pt x="3022" y="21996"/></a:lnTo><a:lnTo><a:pt x="3441" y="21831"/></a:lnTo><a:lnTo><a:pt x="3784" y="21577"/></a:lnTo><a:lnTo><a:pt x="4038" y="21247"/></a:lnTo><a:lnTo><a:pt x="4292" y="20904"/></a:lnTo><a:lnTo><a:pt x="4457" y="20485"/></a:lnTo><a:lnTo><a:pt x="4533" y="20066"/></a:lnTo><a:lnTo><a:pt x="4533" y="19646"/></a:lnTo><a:close/></a:path><a:path w="15240" h="22225"><a:moveTo><a:pt x="15036" y="2349"/></a:moveTo><a:lnTo><a:pt x="14947" y="2019"/></a:lnTo><a:lnTo><a:pt x="14871" y="1587"/></a:lnTo><a:lnTo><a:pt x="14693" y="1168"/></a:lnTo><a:lnTo><a:pt x="14452" y="838"/></a:lnTo><a:lnTo><a:pt x="14198" y="508"/></a:lnTo><a:lnTo><a:pt x="13779" y="254"/></a:lnTo><a:lnTo><a:pt x="13436" y="76"/></a:lnTo><a:lnTo><a:pt x="12941" y="0"/></a:lnTo><a:lnTo><a:pt x="12522" y="0"/></a:lnTo><a:lnTo><a:pt x="12090" y="76"/></a:lnTo><a:lnTo><a:pt x="11671" y="254"/></a:lnTo><a:lnTo><a:pt x="11341" y="508"/></a:lnTo><a:lnTo><a:pt x="10998" y="749"/></a:lnTo><a:lnTo><a:pt x="10756" y="1092"/></a:lnTo><a:lnTo><a:pt x="10579" y="1511"/></a:lnTo><a:lnTo><a:pt x="10502" y="1930"/></a:lnTo><a:lnTo><a:pt x="10502" y="2349"/></a:lnTo><a:lnTo><a:pt x="15036" y="2438"/></a:lnTo><a:close/></a:path></a:pathLst></a:custGeom><a:solidFill><a:srgbClr val="000000"/></a:solidFill></p:spPr><p:txBody><a:bodyPr wrap="square" lIns="0" tIns="0" rIns="0" bIns="0" rtlCol="0"/><a:lstStyle/><a:p/></p:txBody></p:sp><p:sp><p:nvSpPr><p:cNvPr id="801" name="object 801"/><p:cNvSpPr/><p:nvPr/></p:nvSpPr><p:spPr><a:xfrm><a:off x="17124947" y="12410685"/><a:ext cx="13970" cy="23495"/></a:xfrm><a:custGeom><a:avLst/><a:gdLst/><a:ahLst/><a:cxnLst/><a:rect l="l" t="t" r="r" b="b"/><a:pathLst><a:path w="13969" h="23495"><a:moveTo><a:pt x="4533" y="20828"/></a:moveTo><a:lnTo><a:pt x="0" y="20828"/></a:lnTo><a:lnTo><a:pt x="0" y="21158"/></a:lnTo><a:lnTo><a:pt x="76" y="21323"/></a:lnTo><a:lnTo><a:pt x="165" y="21577"/></a:lnTo><a:lnTo><a:pt x="254" y="21742"/></a:lnTo><a:lnTo><a:pt x="330" y="21920"/></a:lnTo><a:lnTo><a:pt x="495" y="22085"/></a:lnTo><a:lnTo><a:pt x="584" y="22250"/></a:lnTo><a:lnTo><a:pt x="749" y="22415"/></a:lnTo><a:lnTo><a:pt x="927" y="22504"/></a:lnTo><a:lnTo><a:pt x="1168" y="22669"/></a:lnTo><a:lnTo><a:pt x="1346" y="22758"/></a:lnTo><a:lnTo><a:pt x="1511" y="22834"/></a:lnTo><a:lnTo><a:pt x="1765" y="22834"/></a:lnTo><a:lnTo><a:pt x="1930" y="22923"/></a:lnTo><a:lnTo><a:pt x="2438" y="22923"/></a:lnTo><a:lnTo><a:pt x="2768" y="22834"/></a:lnTo><a:lnTo><a:pt x="2933" y="22834"/></a:lnTo><a:lnTo><a:pt x="3187" y="22758"/></a:lnTo><a:lnTo><a:pt x="3530" y="22504"/></a:lnTo><a:lnTo><a:pt x="3695" y="22415"/></a:lnTo><a:lnTo><a:pt x="3860" y="22250"/></a:lnTo><a:lnTo><a:pt x="3949" y="22085"/></a:lnTo><a:lnTo><a:pt x="4114" y="21920"/></a:lnTo><a:lnTo><a:pt x="4191" y="21742"/></a:lnTo><a:lnTo><a:pt x="4368" y="21577"/></a:lnTo><a:lnTo><a:pt x="4368" y="21323"/></a:lnTo><a:lnTo><a:pt x="4445" y="21158"/></a:lnTo><a:lnTo><a:pt x="4533" y="20828"/></a:lnTo><a:close/></a:path><a:path w="13969" h="23495"><a:moveTo><a:pt x="4533" y="20739"/></a:moveTo><a:lnTo><a:pt x="0" y="20739"/></a:lnTo><a:lnTo><a:pt x="4533" y="20828"/></a:lnTo><a:close/></a:path><a:path w="13969" h="23495"><a:moveTo><a:pt x="13512" y="2184"/></a:moveTo><a:lnTo><a:pt x="13436" y="1930"/></a:lnTo><a:lnTo><a:pt x="13436" y="1765"/></a:lnTo><a:lnTo><a:pt x="13347" y="1587"/></a:lnTo><a:lnTo><a:pt x="13271" y="1346"/></a:lnTo><a:lnTo><a:pt x="13182" y="1168"/></a:lnTo><a:lnTo><a:pt x="13093" y="1003"/></a:lnTo><a:lnTo><a:pt x="12928" y="838"/></a:lnTo><a:lnTo><a:pt x="12839" y="673"/></a:lnTo><a:lnTo><a:pt x="12674" y="508"/></a:lnTo><a:lnTo><a:pt x="12509" y="419"/></a:lnTo><a:lnTo><a:pt x="12344" y="254"/></a:lnTo><a:lnTo><a:pt x="12090" y="165"/></a:lnTo><a:lnTo><a:pt x="11925" y="76"/></a:lnTo><a:lnTo><a:pt x="11760" y="76"/></a:lnTo><a:lnTo><a:pt x="11506" y="0"/></a:lnTo><a:lnTo><a:pt x="10909" y="0"/></a:lnTo><a:lnTo><a:pt x="10744" y="76"/></a:lnTo><a:lnTo><a:pt x="10490" y="76"/></a:lnTo><a:lnTo><a:pt x="10325" y="165"/></a:lnTo><a:lnTo><a:pt x="10071" y="254"/></a:lnTo><a:lnTo><a:pt x="9994" y="419"/></a:lnTo><a:lnTo><a:pt x="9740" y="508"/></a:lnTo><a:lnTo><a:pt x="9652" y="673"/></a:lnTo><a:lnTo><a:pt x="9486" y="838"/></a:lnTo><a:lnTo><a:pt x="9321" y="1003"/></a:lnTo><a:lnTo><a:pt x="9232" y="1168"/></a:lnTo><a:lnTo><a:pt x="9156" y="1346"/></a:lnTo><a:lnTo><a:pt x="9067" y="1587"/></a:lnTo><a:lnTo><a:pt x="8978" y="1765"/></a:lnTo><a:lnTo><a:pt x="8978" y="2768"/></a:lnTo><a:lnTo><a:pt x="9067" y="3022"/></a:lnTo><a:lnTo><a:pt x="9156" y="3187"/></a:lnTo><a:lnTo><a:pt x="13271" y="3187"/></a:lnTo><a:lnTo><a:pt x="13347" y="3022"/></a:lnTo><a:lnTo><a:pt x="13436" y="2768"/></a:lnTo><a:lnTo><a:pt x="13436" y="2603"/></a:lnTo><a:lnTo><a:pt x="13512" y="2349"/></a:lnTo><a:lnTo><a:pt x="13512" y="2184"/></a:lnTo><a:close/></a:path></a:pathLst></a:custGeom><a:solidFill><a:srgbClr val="000000"/></a:solidFill></p:spPr><p:txBody><a:bodyPr wrap="square" lIns="0" tIns="0" rIns="0" bIns="0" rtlCol="0"/><a:lstStyle/><a:p/></p:txBody></p:sp><p:sp><p:nvSpPr><p:cNvPr id="802" name="object 802"/><p:cNvSpPr/><p:nvPr/></p:nvSpPr><p:spPr><a:xfrm><a:off x="17134015" y="12391623"/><a:ext cx="12065" cy="24130"/></a:xfrm><a:custGeom><a:avLst/><a:gdLst/><a:ahLst/><a:cxnLst/><a:rect l="l" t="t" r="r" b="b"/><a:pathLst><a:path w="12065" h="24129"><a:moveTo><a:pt x="4203" y="22250"/></a:moveTo><a:lnTo><a:pt x="88" y="22250"/></a:lnTo><a:lnTo><a:pt x="165" y="22415"/></a:lnTo><a:lnTo><a:pt x="254" y="22593"/></a:lnTo><a:lnTo><a:pt x="419" y="22758"/></a:lnTo><a:lnTo><a:pt x="584" y="22923"/></a:lnTo><a:lnTo><a:pt x="673" y="23088"/></a:lnTo><a:lnTo><a:pt x="838" y="23177"/></a:lnTo><a:lnTo><a:pt x="1092" y="23342"/></a:lnTo><a:lnTo><a:pt x="1257" y="23431"/></a:lnTo><a:lnTo><a:pt x="1422" y="23507"/></a:lnTo><a:lnTo><a:pt x="1676" y="23507"/></a:lnTo><a:lnTo><a:pt x="1930" y="23596"/></a:lnTo><a:lnTo><a:pt x="2438" y="23596"/></a:lnTo><a:lnTo><a:pt x="2603" y="23507"/></a:lnTo><a:lnTo><a:pt x="2857" y="23507"/></a:lnTo><a:lnTo><a:pt x="3022" y="23431"/></a:lnTo><a:lnTo><a:pt x="3276" y="23342"/></a:lnTo><a:lnTo><a:pt x="3441" y="23177"/></a:lnTo><a:lnTo><a:pt x="3606" y="23088"/></a:lnTo><a:lnTo><a:pt x="3771" y="22923"/></a:lnTo><a:lnTo><a:pt x="3949" y="22758"/></a:lnTo><a:lnTo><a:pt x="4025" y="22593"/></a:lnTo><a:lnTo><a:pt x="4114" y="22415"/></a:lnTo><a:lnTo><a:pt x="4203" y="22250"/></a:lnTo><a:close/></a:path><a:path w="12065" h="24129"><a:moveTo><a:pt x="4279" y="22085"/></a:moveTo><a:lnTo><a:pt x="0" y="22085"/></a:lnTo><a:lnTo><a:pt x="4203" y="22250"/></a:lnTo><a:lnTo><a:pt x="4279" y="22085"/></a:lnTo><a:close/></a:path><a:path w="12065" h="24129"><a:moveTo><a:pt x="11836" y="1765"/></a:moveTo><a:lnTo><a:pt x="11671" y="1346"/></a:lnTo><a:lnTo><a:pt x="11417" y="1003"/></a:lnTo><a:lnTo><a:pt x="11163" y="673"/></a:lnTo><a:lnTo><a:pt x="10833" y="419"/></a:lnTo><a:lnTo><a:pt x="10490" y="165"/></a:lnTo><a:lnTo><a:pt x="10325" y="88"/></a:lnTo><a:lnTo><a:pt x="10071" y="88"/></a:lnTo><a:lnTo><a:pt x="9906" y="0"/></a:lnTo><a:lnTo><a:pt x="9321" y="0"/></a:lnTo><a:lnTo><a:pt x="9067" y="88"/></a:lnTo><a:lnTo><a:pt x="8902" y="88"/></a:lnTo><a:lnTo><a:pt x="8648" y="165"/></a:lnTo><a:lnTo><a:pt x="8483" y="330"/></a:lnTo><a:lnTo><a:pt x="8318" y="419"/></a:lnTo><a:lnTo><a:pt x="8064" y="584"/></a:lnTo><a:lnTo><a:pt x="7810" y="927"/></a:lnTo><a:lnTo><a:pt x="7556" y="1257"/></a:lnTo><a:lnTo><a:pt x="7391" y="1676"/></a:lnTo><a:lnTo><a:pt x="7302" y="2095"/></a:lnTo><a:lnTo><a:pt x="7302" y="2603"/></a:lnTo><a:lnTo><a:pt x="7391" y="2933"/></a:lnTo><a:lnTo><a:pt x="7556" y="3352"/></a:lnTo><a:lnTo><a:pt x="7810" y="3695"/></a:lnTo><a:lnTo><a:pt x="11341" y="3784"/></a:lnTo><a:lnTo><a:pt x="11582" y="3441"/></a:lnTo><a:lnTo><a:pt x="11760" y="3022"/></a:lnTo><a:lnTo><a:pt x="11836" y="2603"/></a:lnTo><a:lnTo><a:pt x="11836" y="2184"/></a:lnTo><a:lnTo><a:pt x="11836" y="1765"/></a:lnTo><a:close/></a:path></a:pathLst></a:custGeom><a:solidFill><a:srgbClr val="000000"/></a:solidFill></p:spPr><p:txBody><a:bodyPr wrap="square" lIns="0" tIns="0" rIns="0" bIns="0" rtlCol="0"/><a:lstStyle/><a:p/></p:txBody></p:sp><p:sp><p:nvSpPr><p:cNvPr id="803" name="object 803"/><p:cNvSpPr/><p:nvPr/></p:nvSpPr><p:spPr><a:xfrm><a:off x="17141825" y="12371975"/><a:ext cx="10160" cy="24765"/></a:xfrm><a:custGeom><a:avLst/><a:gdLst/><a:ahLst/><a:cxnLst/><a:rect l="l" t="t" r="r" b="b"/><a:pathLst><a:path w="10159" h="24765"><a:moveTo><a:pt x="3530" y="23431"/></a:moveTo><a:lnTo><a:pt x="76" y="23431"/></a:lnTo><a:lnTo><a:pt x="330" y="23672"/></a:lnTo><a:lnTo><a:pt x="673" y="23926"/></a:lnTo><a:lnTo><a:pt x="838" y="23926"/></a:lnTo><a:lnTo><a:pt x="1003" y="24091"/></a:lnTo><a:lnTo><a:pt x="1257" y="24091"/></a:lnTo><a:lnTo><a:pt x="1511" y="24180"/></a:lnTo><a:lnTo><a:pt x="2019" y="24180"/></a:lnTo><a:lnTo><a:pt x="2349" y="24091"/></a:lnTo><a:lnTo><a:pt x="2514" y="24091"/></a:lnTo><a:lnTo><a:pt x="2768" y="23926"/></a:lnTo><a:lnTo><a:pt x="3187" y="23761"/></a:lnTo><a:lnTo><a:pt x="3530" y="23431"/></a:lnTo><a:close/></a:path><a:path w="10159" h="24765"><a:moveTo><a:pt x="3530" y="23342"/></a:moveTo><a:lnTo><a:pt x="0" y="23342"/></a:lnTo><a:lnTo><a:pt x="3530" y="23431"/></a:lnTo><a:close/></a:path><a:path w="10159" h="24765"><a:moveTo><a:pt x="9906" y="2184"/></a:moveTo><a:lnTo><a:pt x="9817" y="1841"/></a:lnTo><a:lnTo><a:pt x="9740" y="1422"/></a:lnTo><a:lnTo><a:pt x="9486" y="1092"/></a:lnTo><a:lnTo><a:pt x="9398" y="927"/></a:lnTo><a:lnTo><a:pt x="9232" y="749"/></a:lnTo><a:lnTo><a:pt x="8305" y="165"/></a:lnTo><a:lnTo><a:pt x="8140" y="76"/></a:lnTo><a:lnTo><a:pt x="7886" y="76"/></a:lnTo><a:lnTo><a:pt x="7721" y="0"/></a:lnTo><a:lnTo><a:pt x="7302" y="76"/></a:lnTo><a:lnTo><a:pt x="7137" y="76"/></a:lnTo><a:lnTo><a:pt x="6883" y="165"/></a:lnTo><a:lnTo><a:pt x="6718" y="254"/></a:lnTo><a:lnTo><a:pt x="6464" y="330"/></a:lnTo><a:lnTo><a:pt x="6299" y="419"/></a:lnTo><a:lnTo><a:pt x="6134" y="584"/></a:lnTo><a:lnTo><a:pt x="5956" y="749"/></a:lnTo><a:lnTo><a:pt x="5791" y="927"/></a:lnTo><a:lnTo><a:pt x="5702" y="1092"/></a:lnTo><a:lnTo><a:pt x="5537" y="1346"/></a:lnTo><a:lnTo><a:pt x="5372" y="1765"/></a:lnTo><a:lnTo><a:pt x="5372" y="2184"/></a:lnTo><a:lnTo><a:pt x="5372" y="2603"/></a:lnTo><a:lnTo><a:pt x="5461" y="3022"/></a:lnTo><a:lnTo><a:pt x="5626" y="3441"/></a:lnTo><a:lnTo><a:pt x="5880" y="3771"/></a:lnTo><a:lnTo><a:pt x="6210" y="4114"/></a:lnTo><a:lnTo><a:pt x="6553" y="4279"/></a:lnTo><a:lnTo><a:pt x="8559" y="4368"/></a:lnTo><a:lnTo><a:pt x="8737" y="4279"/></a:lnTo><a:lnTo><a:pt x="8978" y="4114"/></a:lnTo><a:lnTo><a:pt x="9321" y="3860"/></a:lnTo><a:lnTo><a:pt x="9575" y="3441"/></a:lnTo><a:lnTo><a:pt x="9740" y="3098"/></a:lnTo><a:lnTo><a:pt x="9906" y="2679"/></a:lnTo><a:lnTo><a:pt x="9906" y="2260"/></a:lnTo><a:close/></a:path></a:pathLst></a:custGeom><a:solidFill><a:srgbClr val="000000"/></a:solidFill></p:spPr><p:txBody><a:bodyPr wrap="square" lIns="0" tIns="0" rIns="0" bIns="0" rtlCol="0"/><a:lstStyle/><a:p/></p:txBody></p:sp><p:sp><p:nvSpPr><p:cNvPr id="804" name="object 804"/><p:cNvSpPr/><p:nvPr/></p:nvSpPr><p:spPr><a:xfrm><a:off x="17148378" y="12351985"/><a:ext cx="7620" cy="24765"/></a:xfrm><a:custGeom><a:avLst/><a:gdLst/><a:ahLst/><a:cxnLst/><a:rect l="l" t="t" r="r" b="b"/><a:pathLst><a:path w="7619" h="24765"><a:moveTo><a:pt x="2006" y="24358"/></a:moveTo><a:lnTo><a:pt x="76" y="24358"/></a:lnTo><a:lnTo><a:pt x="419" y="24434"/></a:lnTo><a:lnTo><a:pt x="838" y="24523"/></a:lnTo><a:lnTo><a:pt x="1333" y="24523"/></a:lnTo><a:lnTo><a:pt x="1587" y="24523"/></a:lnTo><a:lnTo><a:pt x="1752" y="24434"/></a:lnTo><a:lnTo><a:pt x="2006" y="24358"/></a:lnTo><a:close/></a:path><a:path w="7619" h="24765"><a:moveTo><a:pt x="2184" y="24269"/></a:moveTo><a:lnTo><a:pt x="0" y="24269"/></a:lnTo><a:lnTo><a:pt x="2006" y="24358"/></a:lnTo><a:lnTo><a:pt x="2184" y="24269"/></a:lnTo><a:close/></a:path><a:path w="7619" h="24765"><a:moveTo><a:pt x="7556" y="2019"/></a:moveTo><a:lnTo><a:pt x="7467" y="1600"/></a:lnTo><a:lnTo><a:pt x="7378" y="1435"/></a:lnTo><a:lnTo><a:pt x="7302" y="1181"/></a:lnTo><a:lnTo><a:pt x="7048" y="838"/></a:lnTo><a:lnTo><a:pt x="6883" y="673"/></a:lnTo><a:lnTo><a:pt x="6540" y="419"/></a:lnTo><a:lnTo><a:pt x="6210" y="165"/></a:lnTo><a:lnTo><a:pt x="6045" y="165"/></a:lnTo><a:lnTo><a:pt x="5702" y="88"/></a:lnTo><a:lnTo><a:pt x="4953" y="0"/></a:lnTo><a:lnTo><a:pt x="4787" y="88"/></a:lnTo><a:lnTo><a:pt x="4533" y="165"/></a:lnTo><a:lnTo><a:pt x="4356" y="165"/></a:lnTo><a:lnTo><a:pt x="4114" y="342"/></a:lnTo><a:lnTo><a:pt x="3937" y="419"/></a:lnTo><a:lnTo><a:pt x="3771" y="596"/></a:lnTo><a:lnTo><a:pt x="3606" y="673"/></a:lnTo><a:lnTo><a:pt x="3517" y="838"/></a:lnTo><a:lnTo><a:pt x="3352" y="1092"/></a:lnTo><a:lnTo><a:pt x="3098" y="1435"/></a:lnTo><a:lnTo><a:pt x="3098" y="1600"/></a:lnTo><a:lnTo><a:pt x="3022" y="1930"/></a:lnTo><a:lnTo><a:pt x="3022" y="2349"/></a:lnTo><a:lnTo><a:pt x="3022" y="2768"/></a:lnTo><a:lnTo><a:pt x="3187" y="3187"/></a:lnTo><a:lnTo><a:pt x="3441" y="3619"/></a:lnTo><a:lnTo><a:pt x="3695" y="3949"/></a:lnTo><a:lnTo><a:pt x="4025" y="4203"/></a:lnTo><a:lnTo><a:pt x="4445" y="4368"/></a:lnTo><a:lnTo><a:pt x="4864" y="4533"/></a:lnTo><a:lnTo><a:pt x="5537" y="4533"/></a:lnTo><a:lnTo><a:pt x="5702" y="4533"/></a:lnTo><a:lnTo><a:pt x="6045" y="4368"/></a:lnTo><a:lnTo><a:pt x="6464" y="4203"/></a:lnTo><a:lnTo><a:pt x="6794" y="3949"/></a:lnTo><a:lnTo><a:pt x="7137" y="3619"/></a:lnTo><a:lnTo><a:pt x="7302" y="3276"/></a:lnTo><a:lnTo><a:pt x="7467" y="2857"/></a:lnTo><a:lnTo><a:pt x="7556" y="2438"/></a:lnTo><a:lnTo><a:pt x="7556" y="2019"/></a:lnTo><a:close/></a:path></a:pathLst></a:custGeom><a:solidFill><a:srgbClr val="000000"/></a:solidFill></p:spPr><p:txBody><a:bodyPr wrap="square" lIns="0" tIns="0" rIns="0" bIns="0" rtlCol="0"/><a:lstStyle/><a:p/></p:txBody></p:sp><p:sp><p:nvSpPr><p:cNvPr id="805" name="object 805"/><p:cNvSpPr/><p:nvPr/></p:nvSpPr><p:spPr><a:xfrm><a:off x="17153916" y="12311269"/><a:ext cx="5080" cy="25400"/></a:xfrm><a:custGeom><a:avLst/><a:gdLst/><a:ahLst/><a:cxnLst/><a:rect l="l" t="t" r="r" b="b"/><a:pathLst><a:path w="5080" h="25400"><a:moveTo><a:pt x="4279" y="330"/></a:moveTo><a:lnTo><a:pt x="3949" y="165"/></a:lnTo><a:lnTo><a:pt x="3530" y="0"/></a:lnTo><a:lnTo><a:pt x="2692" y="0"/></a:lnTo><a:lnTo><a:pt x="2273" y="76"/></a:lnTo><a:lnTo><a:pt x="1930" y="330"/></a:lnTo><a:lnTo><a:pt x="4279" y="330"/></a:lnTo><a:close/></a:path><a:path w="5080" h="25400"><a:moveTo><a:pt x="4533" y="22491"/></a:moveTo><a:lnTo><a:pt x="4445" y="22250"/></a:lnTo><a:lnTo><a:pt x="4445" y="22072"/></a:lnTo><a:lnTo><a:pt x="4368" y="21831"/></a:lnTo><a:lnTo><a:pt x="4279" y="21653"/></a:lnTo><a:lnTo><a:pt x="4203" y="21488"/></a:lnTo><a:lnTo><a:pt x="4025" y="21234"/></a:lnTo><a:lnTo><a:pt x="3695" y="20980"/></a:lnTo><a:lnTo><a:pt x="3606" y="20815"/></a:lnTo><a:lnTo><a:pt x="3365" y="20739"/></a:lnTo><a:lnTo><a:pt x="2933" y="20485"/></a:lnTo><a:lnTo><a:pt x="2514" y="20396"/></a:lnTo><a:lnTo><a:pt x="2019" y="20396"/></a:lnTo><a:lnTo><a:pt x="1676" y="20485"/></a:lnTo><a:lnTo><a:pt x="1257" y="20650"/></a:lnTo><a:lnTo><a:pt x="927" y="20815"/></a:lnTo><a:lnTo><a:pt x="762" y="20980"/></a:lnTo><a:lnTo><a:pt x="584" y="21158"/></a:lnTo><a:lnTo><a:pt x="330" y="21488"/></a:lnTo><a:lnTo><a:pt x="254" y="21653"/></a:lnTo><a:lnTo><a:pt x="165" y="21831"/></a:lnTo><a:lnTo><a:pt x="88" y="22072"/></a:lnTo><a:lnTo><a:pt x="0" y="22250"/></a:lnTo><a:lnTo><a:pt x="0" y="22491"/></a:lnTo><a:lnTo><a:pt x="0" y="22669"/></a:lnTo><a:lnTo><a:pt x="0" y="22923"/></a:lnTo><a:lnTo><a:pt x="0" y="23088"/></a:lnTo><a:lnTo><a:pt x="88" y="23418"/></a:lnTo><a:lnTo><a:pt x="254" y="23761"/></a:lnTo><a:lnTo><a:pt x="508" y="24180"/></a:lnTo><a:lnTo><a:pt x="838" y="24434"/></a:lnTo><a:lnTo><a:pt x="1257" y="24676"/></a:lnTo><a:lnTo><a:pt x="1600" y="24853"/></a:lnTo><a:lnTo><a:pt x="2019" y="24930"/></a:lnTo><a:lnTo><a:pt x="2514" y="24930"/></a:lnTo><a:lnTo><a:pt x="2857" y="24853"/></a:lnTo><a:lnTo><a:pt x="3276" y="24676"/></a:lnTo><a:lnTo><a:pt x="3606" y="24511"/></a:lnTo><a:lnTo><a:pt x="3949" y="24180"/></a:lnTo><a:lnTo><a:pt x="4203" y="23837"/></a:lnTo><a:lnTo><a:pt x="4368" y="23507"/></a:lnTo><a:lnTo><a:pt x="4533" y="23088"/></a:lnTo><a:lnTo><a:pt x="4533" y="22923"/></a:lnTo><a:lnTo><a:pt x="4533" y="22669"/></a:lnTo><a:lnTo><a:pt x="4533" y="22491"/></a:lnTo><a:close/></a:path></a:pathLst></a:custGeom><a:solidFill><a:srgbClr val="000000"/></a:solidFill></p:spPr><p:txBody><a:bodyPr wrap="square" lIns="0" tIns="0" rIns="0" bIns="0" rtlCol="0"/><a:lstStyle/><a:p/></p:txBody></p:sp><p:sp><p:nvSpPr><p:cNvPr id="806" name="object 806"/><p:cNvSpPr/><p:nvPr/></p:nvSpPr><p:spPr><a:xfrm><a:off x="17154246" y="12290771"/><a:ext cx="5080" cy="25400"/></a:xfrm><a:custGeom><a:avLst/><a:gdLst/><a:ahLst/><a:cxnLst/><a:rect l="l" t="t" r="r" b="b"/><a:pathLst><a:path w="5080" h="25400"><a:moveTo><a:pt x="3873" y="1092"/></a:moveTo><a:lnTo><a:pt x="3695" y="838"/></a:lnTo><a:lnTo><a:pt x="3365" y="596"/></a:lnTo><a:lnTo><a:pt x="3035" y="342"/></a:lnTo><a:lnTo><a:pt x="2603" y="165"/></a:lnTo><a:lnTo><a:pt x="2184" y="0"/></a:lnTo><a:lnTo><a:pt x="1689" y="0"/></a:lnTo><a:lnTo><a:pt x="1346" y="88"/></a:lnTo><a:lnTo><a:pt x="927" y="254"/></a:lnTo><a:lnTo><a:pt x="596" y="508"/></a:lnTo><a:lnTo><a:pt x="254" y="762"/></a:lnTo><a:lnTo><a:pt x="0" y="1092"/></a:lnTo><a:lnTo><a:pt x="3873" y="1092"/></a:lnTo><a:close/></a:path><a:path w="5080" h="25400"><a:moveTo><a:pt x="5041" y="22504"/></a:moveTo><a:lnTo><a:pt x="4965" y="22339"/></a:lnTo><a:lnTo><a:pt x="4965" y="22085"/></a:lnTo><a:lnTo><a:pt x="4876" y="21831"/></a:lnTo><a:lnTo><a:pt x="4622" y="21501"/></a:lnTo><a:lnTo><a:pt x="4622" y="21336"/></a:lnTo><a:lnTo><a:pt x="4368" y="21158"/></a:lnTo><a:lnTo><a:pt x="4038" y="20828"/></a:lnTo><a:lnTo><a:pt x="1511" y="20828"/></a:lnTo><a:lnTo><a:pt x="1270" y="21082"/></a:lnTo><a:lnTo><a:pt x="927" y="21336"/></a:lnTo><a:lnTo><a:pt x="850" y="21501"/></a:lnTo><a:lnTo><a:pt x="762" y="21755"/></a:lnTo><a:lnTo><a:pt x="596" y="22085"/></a:lnTo><a:lnTo><a:pt x="508" y="22339"/></a:lnTo><a:lnTo><a:pt x="508" y="22504"/></a:lnTo><a:lnTo><a:pt x="508" y="22758"/></a:lnTo><a:lnTo><a:pt x="508" y="22923"/></a:lnTo><a:lnTo><a:pt x="508" y="23177"/></a:lnTo><a:lnTo><a:pt x="596" y="23342"/></a:lnTo><a:lnTo><a:pt x="673" y="23596"/></a:lnTo><a:lnTo><a:pt x="762" y="23761"/></a:lnTo><a:lnTo><a:pt x="850" y="24015"/></a:lnTo><a:lnTo><a:pt x="1181" y="24358"/></a:lnTo><a:lnTo><a:pt x="1511" y="24612"/></a:lnTo><a:lnTo><a:pt x="1943" y="24853"/></a:lnTo><a:lnTo><a:pt x="2362" y="24942"/></a:lnTo><a:lnTo><a:pt x="2781" y="25031"/></a:lnTo><a:lnTo><a:pt x="3200" y="24942"/></a:lnTo><a:lnTo><a:pt x="3619" y="24853"/></a:lnTo><a:lnTo><a:pt x="3949" y="24688"/></a:lnTo><a:lnTo><a:pt x="4292" y="24434"/></a:lnTo><a:lnTo><a:pt x="4622" y="24104"/></a:lnTo><a:lnTo><a:pt x="4787" y="23761"/></a:lnTo><a:lnTo><a:pt x="4876" y="23596"/></a:lnTo><a:lnTo><a:pt x="4965" y="23342"/></a:lnTo><a:lnTo><a:pt x="4965" y="23177"/></a:lnTo><a:lnTo><a:pt x="5041" y="22923"/></a:lnTo><a:lnTo><a:pt x="5041" y="22758"/></a:lnTo><a:lnTo><a:pt x="5041" y="22504"/></a:lnTo><a:close/></a:path></a:pathLst></a:custGeom><a:solidFill><a:srgbClr val="000000"/></a:solidFill></p:spPr><p:txBody><a:bodyPr wrap="square" lIns="0" tIns="0" rIns="0" bIns="0" rtlCol="0"/><a:lstStyle/><a:p/></p:txBody></p:sp><p:sp><p:nvSpPr><p:cNvPr id="807" name="object 807"/><p:cNvSpPr/><p:nvPr/></p:nvSpPr><p:spPr><a:xfrm><a:off x="17151477" y="12270452"/><a:ext cx="6985" cy="25400"/></a:xfrm><a:custGeom><a:avLst/><a:gdLst/><a:ahLst/><a:cxnLst/><a:rect l="l" t="t" r="r" b="b"/><a:pathLst><a:path w="6984" h="25400"><a:moveTo><a:pt x="4368" y="1676"/></a:moveTo><a:lnTo><a:pt x="4203" y="1346"/></a:lnTo><a:lnTo><a:pt x="4038" y="1016"/></a:lnTo><a:lnTo><a:pt x="3695" y="673"/></a:lnTo><a:lnTo><a:pt x="3365" y="419"/></a:lnTo><a:lnTo><a:pt x="3022" y="165"/></a:lnTo><a:lnTo><a:pt x="2603" y="88"/></a:lnTo><a:lnTo><a:pt x="2184" y="0"/></a:lnTo><a:lnTo><a:pt x="1765" y="88"/></a:lnTo><a:lnTo><a:pt x="1346" y="165"/></a:lnTo><a:lnTo><a:pt x="1016" y="342"/></a:lnTo><a:lnTo><a:pt x="673" y="584"/></a:lnTo><a:lnTo><a:pt x="342" y="927"/></a:lnTo><a:lnTo><a:pt x="165" y="1257"/></a:lnTo><a:lnTo><a:pt x="0" y="1676"/></a:lnTo><a:lnTo><a:pt x="4368" y="1765"/></a:lnTo><a:close/></a:path><a:path w="6984" h="25400"><a:moveTo><a:pt x="6642" y="21412"/></a:moveTo><a:lnTo><a:pt x="6464" y="21158"/></a:lnTo><a:lnTo><a:pt x="2946" y="21158"/></a:lnTo><a:lnTo><a:pt x="6642" y="21412"/></a:lnTo><a:close/></a:path><a:path w="6984" h="25400"><a:moveTo><a:pt x="6972" y="22428"/></a:moveTo><a:lnTo><a:pt x="6883" y="22174"/></a:lnTo><a:lnTo><a:pt x="6883" y="21996"/></a:lnTo><a:lnTo><a:pt x="6807" y="21755"/></a:lnTo><a:lnTo><a:pt x="6718" y="21577"/></a:lnTo><a:lnTo><a:pt x="6642" y="21412"/></a:lnTo><a:lnTo><a:pt x="2768" y="21412"/></a:lnTo><a:lnTo><a:pt x="2692" y="21577"/></a:lnTo><a:lnTo><a:pt x="2603" y="21755"/></a:lnTo><a:lnTo><a:pt x="2527" y="21996"/></a:lnTo><a:lnTo><a:pt x="2438" y="22174"/></a:lnTo><a:lnTo><a:pt x="2438" y="22428"/></a:lnTo><a:lnTo><a:pt x="2438" y="22593"/></a:lnTo><a:lnTo><a:pt x="2438" y="22847"/></a:lnTo><a:lnTo><a:pt x="2438" y="23012"/></a:lnTo><a:lnTo><a:pt x="2527" y="23342"/></a:lnTo><a:lnTo><a:pt x="2692" y="23685"/></a:lnTo><a:lnTo><a:pt x="2946" y="24104"/></a:lnTo><a:lnTo><a:pt x="3276" y="24434"/></a:lnTo><a:lnTo><a:pt x="3619" y="24599"/></a:lnTo><a:lnTo><a:pt x="4038" y="24777"/></a:lnTo><a:lnTo><a:pt x="4457" y="24853"/></a:lnTo><a:lnTo><a:pt x="4876" y="24853"/></a:lnTo><a:lnTo><a:pt x="5295" y="24777"/></a:lnTo><a:lnTo><a:pt x="5715" y="24599"/></a:lnTo><a:lnTo><a:pt x="6045" y="24434"/></a:lnTo><a:lnTo><a:pt x="6388" y="24104"/></a:lnTo><a:lnTo><a:pt x="6642" y="23761"/></a:lnTo><a:lnTo><a:pt x="6807" y="23431"/></a:lnTo><a:lnTo><a:pt x="6883" y="23012"/></a:lnTo><a:lnTo><a:pt x="6972" y="22847"/></a:lnTo><a:lnTo><a:pt x="6972" y="22593"/></a:lnTo><a:lnTo><a:pt x="6972" y="22428"/></a:lnTo><a:close/></a:path></a:pathLst></a:custGeom><a:solidFill><a:srgbClr val="000000"/></a:solidFill></p:spPr><p:txBody><a:bodyPr wrap="square" lIns="0" tIns="0" rIns="0" bIns="0" rtlCol="0"/><a:lstStyle/><a:p/></p:txBody></p:sp><p:sp><p:nvSpPr><p:cNvPr id="808" name="object 808"/><p:cNvSpPr/><p:nvPr/></p:nvSpPr><p:spPr><a:xfrm><a:off x="17147197" y="12250475"/><a:ext cx="8890" cy="24765"/></a:xfrm><a:custGeom><a:avLst/><a:gdLst/><a:ahLst/><a:cxnLst/><a:rect l="l" t="t" r="r" b="b"/><a:pathLst><a:path w="8890" h="24765"><a:moveTo><a:pt x="4533" y="1930"/></a:moveTo><a:lnTo><a:pt x="4368" y="1511"/></a:lnTo><a:lnTo><a:pt x="4203" y="1092"/></a:lnTo><a:lnTo><a:pt x="3949" y="749"/></a:lnTo><a:lnTo><a:pt x="3695" y="495"/></a:lnTo><a:lnTo><a:pt x="3276" y="241"/></a:lnTo><a:lnTo><a:pt x="2933" y="76"/></a:lnTo><a:lnTo><a:pt x="2768" y="76"/></a:lnTo><a:lnTo><a:pt x="2514" y="0"/></a:lnTo><a:lnTo><a:pt x="2019" y="0"/></a:lnTo><a:lnTo><a:pt x="1676" y="76"/></a:lnTo><a:lnTo><a:pt x="1257" y="241"/></a:lnTo><a:lnTo><a:pt x="838" y="419"/></a:lnTo><a:lnTo><a:pt x="584" y="749"/></a:lnTo><a:lnTo><a:pt x="254" y="1092"/></a:lnTo><a:lnTo><a:pt x="88" y="1511"/></a:lnTo><a:lnTo><a:pt x="0" y="1930"/></a:lnTo><a:lnTo><a:pt x="0" y="2349"/></a:lnTo><a:lnTo><a:pt x="4533" y="2425"/></a:lnTo><a:lnTo><a:pt x="4533" y="1930"/></a:lnTo><a:close/></a:path><a:path w="8890" h="24765"><a:moveTo><a:pt x="8648" y="21653"/></a:moveTo><a:lnTo><a:pt x="4279" y="21653"/></a:lnTo><a:lnTo><a:pt x="8648" y="21742"/></a:lnTo><a:close/></a:path><a:path w="8890" h="24765"><a:moveTo><a:pt x="8737" y="22085"/></a:moveTo><a:lnTo><a:pt x="8648" y="21742"/></a:lnTo><a:lnTo><a:pt x="4279" y="21742"/></a:lnTo><a:lnTo><a:pt x="4203" y="22085"/></a:lnTo><a:lnTo><a:pt x="4203" y="22504"/></a:lnTo><a:lnTo><a:pt x="4279" y="22834"/></a:lnTo><a:lnTo><a:pt x="4368" y="23253"/></a:lnTo><a:lnTo><a:pt x="4622" y="23596"/></a:lnTo><a:lnTo><a:pt x="4876" y="23926"/></a:lnTo><a:lnTo><a:pt x="5207" y="24180"/></a:lnTo><a:lnTo><a:pt x="5626" y="24434"/></a:lnTo><a:lnTo><a:pt x="5969" y="24511"/></a:lnTo><a:lnTo><a:pt x="6134" y="24511"/></a:lnTo><a:lnTo><a:pt x="6388" y="24599"/></a:lnTo><a:lnTo><a:pt x="6807" y="24511"/></a:lnTo><a:lnTo><a:pt x="7226" y="24434"/></a:lnTo><a:lnTo><a:pt x="7645" y="24257"/></a:lnTo><a:lnTo><a:pt x="7975" y="24015"/></a:lnTo><a:lnTo><a:pt x="8229" y="23672"/></a:lnTo><a:lnTo><a:pt x="8483" y="23342"/></a:lnTo><a:lnTo><a:pt x="8648" y="22923"/></a:lnTo><a:lnTo><a:pt x="8737" y="22580"/></a:lnTo><a:lnTo><a:pt x="8737" y="22161"/></a:lnTo><a:close/></a:path></a:pathLst></a:custGeom><a:solidFill><a:srgbClr val="000000"/></a:solidFill></p:spPr><p:txBody><a:bodyPr wrap="square" lIns="0" tIns="0" rIns="0" bIns="0" rtlCol="0"/><a:lstStyle/><a:p/></p:txBody></p:sp><p:sp><p:nvSpPr><p:cNvPr id="809" name="object 809"/><p:cNvSpPr/><p:nvPr/></p:nvSpPr><p:spPr><a:xfrm><a:off x="17141317" y="12230815"/><a:ext cx="10795" cy="24765"/></a:xfrm><a:custGeom><a:avLst/><a:gdLst/><a:ahLst/><a:cxnLst/><a:rect l="l" t="t" r="r" b="b"/><a:pathLst><a:path w="10794" h="24765"><a:moveTo><a:pt x="4533" y="1765"/></a:moveTo><a:lnTo><a:pt x="4457" y="1600"/></a:lnTo><a:lnTo><a:pt x="4368" y="1346"/></a:lnTo><a:lnTo><a:pt x="4114" y="1016"/></a:lnTo><a:lnTo><a:pt x="4038" y="850"/></a:lnTo><a:lnTo><a:pt x="3860" y="673"/></a:lnTo><a:lnTo><a:pt x="2768" y="88"/></a:lnTo><a:lnTo><a:pt x="2527" y="88"/></a:lnTo><a:lnTo><a:pt x="2349" y="0"/></a:lnTo><a:lnTo><a:pt x="1930" y="88"/></a:lnTo><a:lnTo><a:pt x="1511" y="177"/></a:lnTo><a:lnTo><a:pt x="1181" y="342"/></a:lnTo><a:lnTo><a:pt x="1016" y="431"/></a:lnTo><a:lnTo><a:pt x="838" y="596"/></a:lnTo><a:lnTo><a:pt x="673" y="673"/></a:lnTo><a:lnTo><a:pt x="508" y="850"/></a:lnTo><a:lnTo><a:pt x="419" y="1016"/></a:lnTo><a:lnTo><a:pt x="254" y="1270"/></a:lnTo><a:lnTo><a:pt x="88" y="1600"/></a:lnTo><a:lnTo><a:pt x="88" y="1765"/></a:lnTo><a:lnTo><a:pt x="0" y="2019"/></a:lnTo><a:lnTo><a:pt x="0" y="2184"/></a:lnTo><a:lnTo><a:pt x="0" y="2438"/></a:lnTo><a:lnTo><a:pt x="0" y="2603"/></a:lnTo><a:lnTo><a:pt x="88" y="2857"/></a:lnTo><a:lnTo><a:pt x="165" y="3022"/></a:lnTo><a:lnTo><a:pt x="254" y="3276"/></a:lnTo><a:lnTo><a:pt x="4368" y="3276"/></a:lnTo><a:lnTo><a:pt x="4457" y="3022"/></a:lnTo><a:lnTo><a:pt x="4457" y="2857"/></a:lnTo><a:lnTo><a:pt x="4533" y="2603"/></a:lnTo><a:lnTo><a:pt x="4533" y="2438"/></a:lnTo><a:lnTo><a:pt x="4533" y="2184"/></a:lnTo><a:lnTo><a:pt x="4533" y="2019"/></a:lnTo><a:lnTo><a:pt x="4533" y="1765"/></a:lnTo><a:close/></a:path><a:path w="10794" h="24765"><a:moveTo><a:pt x="10414" y="22085"/></a:moveTo><a:lnTo><a:pt x="5880" y="22085"/></a:lnTo><a:lnTo><a:pt x="5880" y="22428"/></a:lnTo><a:lnTo><a:pt x="6045" y="22847"/></a:lnTo><a:lnTo><a:pt x="6210" y="23177"/></a:lnTo><a:lnTo><a:pt x="6464" y="23520"/></a:lnTo><a:lnTo><a:pt x="6642" y="23596"/></a:lnTo><a:lnTo><a:pt x="6807" y="23774"/></a:lnTo><a:lnTo><a:pt x="6972" y="23850"/></a:lnTo><a:lnTo><a:pt x="7226" y="24015"/></a:lnTo><a:lnTo><a:pt x="7391" y="24104"/></a:lnTo><a:lnTo><a:pt x="7645" y="24104"/></a:lnTo><a:lnTo><a:pt x="7810" y="24193"/></a:lnTo><a:lnTo><a:pt x="8394" y="24193"/></a:lnTo><a:lnTo><a:pt x="8648" y="24104"/></a:lnTo><a:lnTo><a:pt x="8813" y="24104"/></a:lnTo><a:lnTo><a:pt x="9067" y="24015"/></a:lnTo><a:lnTo><a:pt x="9245" y="23850"/></a:lnTo><a:lnTo><a:pt x="9410" y="23774"/></a:lnTo><a:lnTo><a:pt x="9664" y="23596"/></a:lnTo><a:lnTo><a:pt x="9906" y="23266"/></a:lnTo><a:lnTo><a:pt x="10160" y="22923"/></a:lnTo><a:lnTo><a:pt x="10325" y="22504"/></a:lnTo><a:lnTo><a:pt x="10414" y="22085"/></a:lnTo><a:close/></a:path><a:path w="10794" h="24765"><a:moveTo><a:pt x="10414" y="22009"/></a:moveTo><a:lnTo><a:pt x="5880" y="22009"/></a:lnTo><a:lnTo><a:pt x="10414" y="22085"/></a:lnTo><a:close/></a:path></a:pathLst></a:custGeom><a:solidFill><a:srgbClr val="000000"/></a:solidFill></p:spPr><p:txBody><a:bodyPr wrap="square" lIns="0" tIns="0" rIns="0" bIns="0" rtlCol="0"/><a:lstStyle/><a:p/></p:txBody></p:sp><p:sp><p:nvSpPr><p:cNvPr id="810" name="object 810"/><p:cNvSpPr/><p:nvPr/></p:nvSpPr><p:spPr><a:xfrm><a:off x="17133926" y="12211765"/><a:ext cx="12065" cy="24130"/></a:xfrm><a:custGeom><a:avLst/><a:gdLst/><a:ahLst/><a:cxnLst/><a:rect l="l" t="t" r="r" b="b"/><a:pathLst><a:path w="12065" h="24129"><a:moveTo><a:pt x="4533" y="2171"/></a:moveTo><a:lnTo><a:pt x="4457" y="1841"/></a:lnTo><a:lnTo><a:pt x="4292" y="1422"/></a:lnTo><a:lnTo><a:pt x="4114" y="1003"/></a:lnTo><a:lnTo><a:pt x="3860" y="660"/></a:lnTo><a:lnTo><a:pt x="3530" y="419"/></a:lnTo><a:lnTo><a:pt x="3111" y="241"/></a:lnTo><a:lnTo><a:pt x="2692" y="76"/></a:lnTo><a:lnTo><a:pt x="2184" y="0"/></a:lnTo><a:lnTo><a:pt x="1930" y="76"/></a:lnTo><a:lnTo><a:pt x="1765" y="76"/></a:lnTo><a:lnTo><a:pt x="1435" y="165"/></a:lnTo><a:lnTo><a:pt x="1016" y="419"/></a:lnTo><a:lnTo><a:pt x="673" y="660"/></a:lnTo><a:lnTo><a:pt x="342" y="1003"/></a:lnTo><a:lnTo><a:pt x="177" y="1422"/></a:lnTo><a:lnTo><a:pt x="0" y="1752"/></a:lnTo><a:lnTo><a:pt x="0" y="2679"/></a:lnTo><a:lnTo><a:pt x="88" y="3022"/></a:lnTo><a:lnTo><a:pt x="254" y="3441"/></a:lnTo><a:lnTo><a:pt x="508" y="3771"/></a:lnTo><a:lnTo><a:pt x="3860" y="3860"/></a:lnTo><a:lnTo><a:pt x="4203" y="3517"/></a:lnTo><a:lnTo><a:pt x="4368" y="3098"/></a:lnTo><a:lnTo><a:pt x="4457" y="2679"/></a:lnTo><a:lnTo><a:pt x="4533" y="2260"/></a:lnTo><a:close/></a:path><a:path w="12065" h="24129"><a:moveTo><a:pt x="11760" y="22326"/></a:moveTo><a:lnTo><a:pt x="7645" y="22326"/></a:lnTo><a:lnTo><a:pt x="7734" y="22504"/></a:lnTo><a:lnTo><a:pt x="7810" y="22669"/></a:lnTo><a:lnTo><a:pt x="7899" y="22834"/></a:lnTo><a:lnTo><a:pt x="8064" y="22999"/></a:lnTo><a:lnTo><a:pt x="8229" y="23088"/></a:lnTo><a:lnTo><a:pt x="8407" y="23253"/></a:lnTo><a:lnTo><a:pt x="8572" y="23342"/></a:lnTo><a:lnTo><a:pt x="8737" y="23418"/></a:lnTo><a:lnTo><a:pt x="8991" y="23507"/></a:lnTo><a:lnTo><a:pt x="9156" y="23583"/></a:lnTo><a:lnTo><a:pt x="9410" y="23583"/></a:lnTo><a:lnTo><a:pt x="9575" y="23672"/></a:lnTo><a:lnTo><a:pt x="9994" y="23583"/></a:lnTo><a:lnTo><a:pt x="10160" y="23583"/></a:lnTo><a:lnTo><a:pt x="10414" y="23507"/></a:lnTo><a:lnTo><a:pt x="10579" y="23418"/></a:lnTo><a:lnTo><a:pt x="10833" y="23342"/></a:lnTo><a:lnTo><a:pt x="11176" y="23088"/></a:lnTo><a:lnTo><a:pt x="11430" y="22834"/></a:lnTo><a:lnTo><a:pt x="11506" y="22669"/></a:lnTo><a:lnTo><a:pt x="11671" y="22504"/></a:lnTo><a:lnTo><a:pt x="11760" y="22326"/></a:lnTo><a:close/></a:path><a:path w="12065" h="24129"><a:moveTo><a:pt x="11849" y="22072"/></a:moveTo><a:lnTo><a:pt x="7556" y="22072"/></a:lnTo><a:lnTo><a:pt x="11760" y="22326"/></a:lnTo><a:lnTo><a:pt x="11849" y="22072"/></a:lnTo><a:close/></a:path></a:pathLst></a:custGeom><a:solidFill><a:srgbClr val="000000"/></a:solidFill></p:spPr><p:txBody><a:bodyPr wrap="square" lIns="0" tIns="0" rIns="0" bIns="0" rtlCol="0"/><a:lstStyle/><a:p/></p:txBody></p:sp><p:sp><p:nvSpPr><p:cNvPr id="811" name="object 811"/><p:cNvSpPr/><p:nvPr/></p:nvSpPr><p:spPr><a:xfrm><a:off x="17124947" y="12193452"/><a:ext cx="13335" cy="23495"/></a:xfrm><a:custGeom><a:avLst/><a:gdLst/><a:ahLst/><a:cxnLst/><a:rect l="l" t="t" r="r" b="b"/><a:pathLst><a:path w="13334" h="23495"><a:moveTo><a:pt x="4533" y="2019"/></a:moveTo><a:lnTo><a:pt x="4445" y="1600"/></a:lnTo><a:lnTo><a:pt x="4191" y="1181"/></a:lnTo><a:lnTo><a:pt x="3949" y="762"/></a:lnTo><a:lnTo><a:pt x="3695" y="508"/></a:lnTo><a:lnTo><a:pt x="3352" y="254"/></a:lnTo><a:lnTo><a:pt x="2933" y="88"/></a:lnTo><a:lnTo><a:pt x="2438" y="0"/></a:lnTo><a:lnTo><a:pt x="2019" y="0"/></a:lnTo><a:lnTo><a:pt x="1587" y="88"/></a:lnTo><a:lnTo><a:pt x="1168" y="254"/></a:lnTo><a:lnTo><a:pt x="838" y="508"/></a:lnTo><a:lnTo><a:pt x="495" y="762"/></a:lnTo><a:lnTo><a:pt x="254" y="1092"/></a:lnTo><a:lnTo><a:pt x="76" y="1511"/></a:lnTo><a:lnTo><a:pt x="0" y="1930"/></a:lnTo><a:lnTo><a:pt x="0" y="2349"/></a:lnTo><a:lnTo><a:pt x="0" y="2768"/></a:lnTo><a:lnTo><a:pt x="165" y="3111"/></a:lnTo><a:lnTo><a:pt x="254" y="3276"/></a:lnTo><a:lnTo><a:pt x="330" y="3530"/></a:lnTo><a:lnTo><a:pt x="495" y="3695"/></a:lnTo><a:lnTo><a:pt x="584" y="3860"/></a:lnTo><a:lnTo><a:pt x="749" y="3949"/></a:lnTo><a:lnTo><a:pt x="927" y="4114"/></a:lnTo><a:lnTo><a:pt x="1168" y="4203"/></a:lnTo><a:lnTo><a:pt x="3187" y="4279"/></a:lnTo><a:lnTo><a:pt x="3352" y="4203"/></a:lnTo><a:lnTo><a:pt x="3530" y="4114"/></a:lnTo><a:lnTo><a:pt x="3695" y="3949"/></a:lnTo><a:lnTo><a:pt x="3860" y="3860"/></a:lnTo><a:lnTo><a:pt x="4025" y="3695"/></a:lnTo><a:lnTo><a:pt x="4114" y="3530"/></a:lnTo><a:lnTo><a:pt x="4279" y="3276"/></a:lnTo><a:lnTo><a:pt x="4279" y="3111"/></a:lnTo><a:lnTo><a:pt x="4445" y="2857"/></a:lnTo><a:lnTo><a:pt x="4533" y="2438"/></a:lnTo><a:lnTo><a:pt x="4533" y="2019"/></a:lnTo><a:close/></a:path><a:path w="13334" h="23495"><a:moveTo><a:pt x="12839" y="22174"/></a:moveTo><a:lnTo><a:pt x="9575" y="22174"/></a:lnTo><a:lnTo><a:pt x="9740" y="22339"/></a:lnTo><a:lnTo><a:pt x="9906" y="22504"/></a:lnTo><a:lnTo><a:pt x="10071" y="22593"/></a:lnTo><a:lnTo><a:pt x="10325" y="22669"/></a:lnTo><a:lnTo><a:pt x="10490" y="22758"/></a:lnTo><a:lnTo><a:pt x="10744" y="22847"/></a:lnTo><a:lnTo><a:pt x="10909" y="22847"/></a:lnTo><a:lnTo><a:pt x="11328" y="22923"/></a:lnTo><a:lnTo><a:pt x="11506" y="22847"/></a:lnTo><a:lnTo><a:pt x="11760" y="22847"/></a:lnTo><a:lnTo><a:pt x="11925" y="22758"/></a:lnTo><a:lnTo><a:pt x="12179" y="22669"/></a:lnTo><a:lnTo><a:pt x="12344" y="22593"/></a:lnTo><a:lnTo><a:pt x="12509" y="22504"/></a:lnTo><a:lnTo><a:pt x="12674" y="22339"/></a:lnTo><a:lnTo><a:pt x="12839" y="22174"/></a:lnTo><a:close/></a:path><a:path w="13334" h="23495"><a:moveTo><a:pt x="12928" y="22085"/></a:moveTo><a:lnTo><a:pt x="9486" y="22085"/></a:lnTo><a:lnTo><a:pt x="12839" y="22174"/></a:lnTo><a:close/></a:path></a:pathLst></a:custGeom><a:solidFill><a:srgbClr val="000000"/></a:solidFill></p:spPr><p:txBody><a:bodyPr wrap="square" lIns="0" tIns="0" rIns="0" bIns="0" rtlCol="0"/><a:lstStyle/><a:p/></p:txBody></p:sp><p:sp><p:nvSpPr><p:cNvPr id="812" name="object 812"/><p:cNvSpPr/><p:nvPr/></p:nvSpPr><p:spPr><a:xfrm><a:off x="17114444" y="12175824"/><a:ext cx="13970" cy="22225"/></a:xfrm><a:custGeom><a:avLst/><a:gdLst/><a:ahLst/><a:cxnLst/><a:rect l="l" t="t" r="r" b="b"/><a:pathLst><a:path w="13969" h="22225"><a:moveTo><a:pt x="4533" y="2006"/></a:moveTo><a:lnTo><a:pt x="4457" y="1765"/></a:lnTo><a:lnTo><a:pt x="4457" y="1587"/></a:lnTo><a:lnTo><a:pt x="4292" y="1346"/></a:lnTo><a:lnTo><a:pt x="4114" y="1003"/></a:lnTo><a:lnTo><a:pt x="4038" y="838"/></a:lnTo><a:lnTo><a:pt x="3860" y="673"/></a:lnTo><a:lnTo><a:pt x="3530" y="419"/></a:lnTo><a:lnTo><a:pt x="3111" y="165"/></a:lnTo><a:lnTo><a:pt x="2692" y="76"/></a:lnTo><a:lnTo><a:pt x="2184" y="0"/></a:lnTo><a:lnTo><a:pt x="1930" y="76"/></a:lnTo><a:lnTo><a:pt x="1765" y="76"/></a:lnTo><a:lnTo><a:pt x="1511" y="165"/></a:lnTo><a:lnTo><a:pt x="1346" y="165"/></a:lnTo><a:lnTo><a:pt x="1092" y="330"/></a:lnTo><a:lnTo><a:pt x="762" y="584"/></a:lnTo><a:lnTo><a:pt x="508" y="838"/></a:lnTo><a:lnTo><a:pt x="419" y="1003"/></a:lnTo><a:lnTo><a:pt x="254" y="1257"/></a:lnTo><a:lnTo><a:pt x="88" y="1587"/></a:lnTo><a:lnTo><a:pt x="88" y="1765"/></a:lnTo><a:lnTo><a:pt x="0" y="2006"/></a:lnTo><a:lnTo><a:pt x="0" y="2184"/></a:lnTo><a:lnTo><a:pt x="0" y="2425"/></a:lnTo><a:lnTo><a:pt x="0" y="2603"/></a:lnTo><a:lnTo><a:pt x="88" y="2857"/></a:lnTo><a:lnTo><a:pt x="177" y="3276"/></a:lnTo><a:lnTo><a:pt x="419" y="3606"/></a:lnTo><a:lnTo><a:pt x="673" y="3937"/></a:lnTo><a:lnTo><a:pt x="1016" y="4191"/></a:lnTo><a:lnTo><a:pt x="1435" y="4368"/></a:lnTo><a:lnTo><a:pt x="1854" y="4533"/></a:lnTo><a:lnTo><a:pt x="2527" y="4533"/></a:lnTo><a:lnTo><a:pt x="2768" y="4533"/></a:lnTo><a:lnTo><a:pt x="3022" y="4445"/></a:lnTo><a:lnTo><a:pt x="3365" y="4279"/></a:lnTo><a:lnTo><a:pt x="3530" y="4191"/></a:lnTo><a:lnTo><a:pt x="3695" y="4025"/></a:lnTo><a:lnTo><a:pt x="3860" y="3937"/></a:lnTo><a:lnTo><a:pt x="4038" y="3695"/></a:lnTo><a:lnTo><a:pt x="4292" y="3352"/></a:lnTo><a:lnTo><a:pt x="4457" y="2933"/></a:lnTo><a:lnTo><a:pt x="4533" y="2603"/></a:lnTo><a:lnTo><a:pt x="4533" y="2425"/></a:lnTo><a:lnTo><a:pt x="4533" y="2184"/></a:lnTo><a:lnTo><a:pt x="4533" y="2006"/></a:lnTo><a:close/></a:path><a:path w="13969" h="22225"><a:moveTo><a:pt x="13690" y="21907"/></a:moveTo><a:lnTo><a:pt x="11760" y="21907"/></a:lnTo><a:lnTo><a:pt x="12090" y="21996"/></a:lnTo><a:lnTo><a:pt x="12522" y="22161"/></a:lnTo><a:lnTo><a:pt x="13017" y="22161"/></a:lnTo><a:lnTo><a:pt x="13271" y="22085"/></a:lnTo><a:lnTo><a:pt x="13436" y="21996"/></a:lnTo><a:lnTo><a:pt x="13690" y="21907"/></a:lnTo><a:close/></a:path><a:path w="13969" h="22225"><a:moveTo><a:pt x="13855" y="21831"/></a:moveTo><a:lnTo><a:pt x="11671" y="21831"/></a:lnTo><a:lnTo><a:pt x="13690" y="21907"/></a:lnTo><a:lnTo><a:pt x="13855" y="21831"/></a:lnTo><a:close/></a:path></a:pathLst></a:custGeom><a:solidFill><a:srgbClr val="000000"/></a:solidFill></p:spPr><p:txBody><a:bodyPr wrap="square" lIns="0" tIns="0" rIns="0" bIns="0" rtlCol="0"/><a:lstStyle/><a:p/></p:txBody></p:sp><p:sp><p:nvSpPr><p:cNvPr id="813" name="object 813"/><p:cNvSpPr/><p:nvPr/></p:nvSpPr><p:spPr><a:xfrm><a:off x="17090771" y="12143579"/><a:ext cx="16510" cy="20320"/></a:xfrm><a:custGeom><a:avLst/><a:gdLst/><a:ahLst/><a:cxnLst/><a:rect l="l" t="t" r="r" b="b"/><a:pathLst><a:path w="16509" h="20320"><a:moveTo><a:pt x="1587" y="165"/></a:moveTo><a:lnTo><a:pt x="1333" y="76"/></a:lnTo><a:lnTo><a:pt x="1092" y="0"/></a:lnTo><a:lnTo><a:pt x="495" y="0"/></a:lnTo><a:lnTo><a:pt x="330" y="76"/></a:lnTo><a:lnTo><a:pt x="0" y="165"/></a:lnTo><a:lnTo><a:pt x="1587" y="165"/></a:lnTo><a:close/></a:path><a:path w="16509" h="20320"><a:moveTo><a:pt x="16281" y="17462"/></a:moveTo><a:lnTo><a:pt x="16205" y="17297"/></a:lnTo><a:lnTo><a:pt x="16205" y="17132"/></a:lnTo><a:lnTo><a:pt x="16116" y="16878"/></a:lnTo><a:lnTo><a:pt x="15951" y="16713"/></a:lnTo><a:lnTo><a:pt x="15862" y="16459"/></a:lnTo><a:lnTo><a:pt x="15697" y="16370"/></a:lnTo><a:lnTo><a:pt x="15532" y="16116"/></a:lnTo><a:lnTo><a:pt x="15189" y="15862"/></a:lnTo><a:lnTo><a:pt x="15024" y="15862"/></a:lnTo><a:lnTo><a:pt x="14770" y="15697"/></a:lnTo><a:lnTo><a:pt x="14605" y="15697"/></a:lnTo><a:lnTo><a:pt x="14351" y="15621"/></a:lnTo><a:lnTo><a:pt x="13855" y="15621"/></a:lnTo><a:lnTo><a:pt x="13436" y="15697"/></a:lnTo><a:lnTo><a:pt x="13017" y="15862"/></a:lnTo><a:lnTo><a:pt x="12674" y="16116"/></a:lnTo><a:lnTo><a:pt x="12344" y="16370"/></a:lnTo><a:lnTo><a:pt x="12090" y="16713"/></a:lnTo><a:lnTo><a:pt x="12001" y="16878"/></a:lnTo><a:lnTo><a:pt x="11925" y="17132"/></a:lnTo><a:lnTo><a:pt x="11836" y="17297"/></a:lnTo><a:lnTo><a:pt x="11836" y="17462"/></a:lnTo><a:lnTo><a:pt x="11747" y="17716"/></a:lnTo><a:lnTo><a:pt x="11747" y="17881"/></a:lnTo><a:lnTo><a:pt x="11836" y="18135"/></a:lnTo><a:lnTo><a:pt x="11836" y="18300"/></a:lnTo><a:lnTo><a:pt x="11925" y="18643"/></a:lnTo><a:lnTo><a:pt x="12090" y="18973"/></a:lnTo><a:lnTo><a:pt x="12166" y="19138"/></a:lnTo><a:lnTo><a:pt x="12344" y="19392"/></a:lnTo><a:lnTo><a:pt x="12674" y="19646"/></a:lnTo><a:lnTo><a:pt x="13017" y="19900"/></a:lnTo><a:lnTo><a:pt x="13436" y="20066"/></a:lnTo><a:lnTo><a:pt x="13855" y="20154"/></a:lnTo><a:lnTo><a:pt x="14274" y="20154"/></a:lnTo><a:lnTo><a:pt x="14605" y="20066"/></a:lnTo><a:lnTo><a:pt x="15024" y="19900"/></a:lnTo><a:lnTo><a:pt x="15367" y="19735"/></a:lnTo><a:lnTo><a:pt x="15697" y="19481"/></a:lnTo><a:lnTo><a:pt x="15951" y="19138"/></a:lnTo><a:lnTo><a:pt x="16040" y="18973"/></a:lnTo><a:lnTo><a:pt x="16116" y="18719"/></a:lnTo><a:lnTo><a:pt x="16281" y="18300"/></a:lnTo><a:lnTo><a:pt x="16281" y="18135"/></a:lnTo><a:lnTo><a:pt x="16281" y="17881"/></a:lnTo><a:lnTo><a:pt x="16281" y="17716"/></a:lnTo><a:lnTo><a:pt x="16281" y="17462"/></a:lnTo><a:close/></a:path></a:pathLst></a:custGeom><a:solidFill><a:srgbClr val="000000"/></a:solidFill></p:spPr><p:txBody><a:bodyPr wrap="square" lIns="0" tIns="0" rIns="0" bIns="0" rtlCol="0"/><a:lstStyle/><a:p/></p:txBody></p:sp><p:sp><p:nvSpPr><p:cNvPr id="814" name="object 814"/><p:cNvSpPr/><p:nvPr/></p:nvSpPr><p:spPr><a:xfrm><a:off x="17075480" y="12129139"/><a:ext cx="18415" cy="19050"/></a:xfrm><a:custGeom><a:avLst/><a:gdLst/><a:ahLst/><a:cxnLst/><a:rect l="l" t="t" r="r" b="b"/><a:pathLst><a:path w="18415" h="19050"><a:moveTo><a:pt x="3365" y="660"/></a:moveTo><a:lnTo><a:pt x="3022" y="419"/></a:lnTo><a:lnTo><a:pt x="2692" y="241"/></a:lnTo><a:lnTo><a:pt x="2273" y="76"/></a:lnTo><a:lnTo><a:pt x="1854" y="0"/></a:lnTo><a:lnTo><a:pt x="1435" y="0"/></a:lnTo><a:lnTo><a:pt x="1016" y="76"/></a:lnTo><a:lnTo><a:pt x="673" y="165"/></a:lnTo><a:lnTo><a:pt x="254" y="419"/></a:lnTo><a:lnTo><a:pt x="0" y="660"/></a:lnTo><a:lnTo><a:pt x="3365" y="660"/></a:lnTo><a:close/></a:path><a:path w="18415" h="19050"><a:moveTo><a:pt x="18389" y="16370"/></a:moveTo><a:lnTo><a:pt x="18313" y="16116"/></a:lnTo><a:lnTo><a:pt x="18224" y="15951"/></a:lnTo><a:lnTo><a:pt x="18135" y="15697"/></a:lnTo><a:lnTo><a:pt x="18059" y="15532"/></a:lnTo><a:lnTo><a:pt x="17894" y="15367"/></a:lnTo><a:lnTo><a:pt x="17805" y="15189"/></a:lnTo><a:lnTo><a:pt x="17640" y="15024"/></a:lnTo><a:lnTo><a:pt x="17475" y="14859"/></a:lnTo><a:lnTo><a:pt x="17297" y="14770"/></a:lnTo><a:lnTo><a:pt x="17056" y="14605"/></a:lnTo><a:lnTo><a:pt x="15201" y="14605"/></a:lnTo><a:lnTo><a:pt x="14947" y="14770"/></a:lnTo><a:lnTo><a:pt x="14782" y="14859"/></a:lnTo><a:lnTo><a:pt x="14528" y="15024"/></a:lnTo><a:lnTo><a:pt x="14452" y="15189"/></a:lnTo><a:lnTo><a:pt x="14274" y="15367"/></a:lnTo><a:lnTo><a:pt x="14198" y="15532"/></a:lnTo><a:lnTo><a:pt x="14109" y="15697"/></a:lnTo><a:lnTo><a:pt x="14020" y="15951"/></a:lnTo><a:lnTo><a:pt x="13944" y="16116"/></a:lnTo><a:lnTo><a:pt x="13855" y="16370"/></a:lnTo><a:lnTo><a:pt x="13855" y="16535"/></a:lnTo><a:lnTo><a:pt x="13855" y="16789"/></a:lnTo><a:lnTo><a:pt x="13855" y="16954"/></a:lnTo><a:lnTo><a:pt x="13944" y="17208"/></a:lnTo><a:lnTo><a:pt x="13944" y="17373"/></a:lnTo><a:lnTo><a:pt x="14020" y="17627"/></a:lnTo><a:lnTo><a:pt x="14274" y="18046"/></a:lnTo><a:lnTo><a:pt x="14528" y="18389"/></a:lnTo><a:lnTo><a:pt x="14871" y="18630"/></a:lnTo><a:lnTo><a:pt x="15290" y="18808"/></a:lnTo><a:lnTo><a:pt x="15709" y="18973"/></a:lnTo><a:lnTo><a:pt x="16459" y="18973"/></a:lnTo><a:lnTo><a:pt x="16878" y="18808"/></a:lnTo><a:lnTo><a:pt x="17297" y="18630"/></a:lnTo><a:lnTo><a:pt x="17640" y="18389"/></a:lnTo><a:lnTo><a:pt x="17894" y="18135"/></a:lnTo><a:lnTo><a:pt x="18135" y="17716"/></a:lnTo><a:lnTo><a:pt x="18313" y="17373"/></a:lnTo><a:lnTo><a:pt x="18313" y="17208"/></a:lnTo><a:lnTo><a:pt x="18389" y="16954"/></a:lnTo><a:lnTo><a:pt x="18389" y="16789"/></a:lnTo><a:lnTo><a:pt x="18389" y="16535"/></a:lnTo><a:lnTo><a:pt x="18389" y="16370"/></a:lnTo><a:close/></a:path></a:pathLst></a:custGeom><a:solidFill><a:srgbClr val="000000"/></a:solidFill></p:spPr><p:txBody><a:bodyPr wrap="square" lIns="0" tIns="0" rIns="0" bIns="0" rtlCol="0"/><a:lstStyle/><a:p/></p:txBody></p:sp><p:sp><p:nvSpPr><p:cNvPr id="815" name="object 815"/><p:cNvSpPr/><p:nvPr/></p:nvSpPr><p:spPr><a:xfrm><a:off x="17059440" y="12115867"/><a:ext cx="20320" cy="18415"/></a:xfrm><a:custGeom><a:avLst/><a:gdLst/><a:ahLst/><a:cxnLst/><a:rect l="l" t="t" r="r" b="b"/><a:pathLst><a:path w="20319" h="18415"><a:moveTo><a:pt x="4114" y="1257"/></a:moveTo><a:lnTo><a:pt x="3860" y="927"/></a:lnTo><a:lnTo><a:pt x="3619" y="673"/></a:lnTo><a:lnTo><a:pt x="3276" y="330"/></a:lnTo><a:lnTo><a:pt x="2946" y="165"/></a:lnTo><a:lnTo><a:pt x="2527" y="88"/></a:lnTo><a:lnTo><a:pt x="2108" y="0"/></a:lnTo><a:lnTo><a:pt x="1689" y="88"/></a:lnTo><a:lnTo><a:pt x="1257" y="165"/></a:lnTo><a:lnTo><a:pt x="927" y="330"/></a:lnTo><a:lnTo><a:pt x="596" y="584"/></a:lnTo><a:lnTo><a:pt x="254" y="927"/></a:lnTo><a:lnTo><a:pt x="0" y="1257"/></a:lnTo><a:lnTo><a:pt x="4114" y="1346"/></a:lnTo><a:close/></a:path><a:path w="20319" h="18415"><a:moveTo><a:pt x="19405" y="13931"/></a:moveTo><a:lnTo><a:pt x="19062" y="13690"/></a:lnTo><a:lnTo><a:pt x="16294" y="13690"/></a:lnTo><a:lnTo><a:pt x="19405" y="13931"/></a:lnTo><a:close/></a:path><a:path w="20319" h="18415"><a:moveTo><a:pt x="19989" y="15532"/></a:moveTo><a:lnTo><a:pt x="19900" y="15201"/></a:lnTo><a:lnTo><a:pt x="19824" y="14782"/></a:lnTo><a:lnTo><a:pt x="19659" y="14363"/></a:lnTo><a:lnTo><a:pt x="19405" y="14020"/></a:lnTo><a:lnTo><a:pt x="16040" y="13931"/></a:lnTo><a:lnTo><a:pt x="15709" y="14363"/></a:lnTo><a:lnTo><a:pt x="15544" y="14693"/></a:lnTo><a:lnTo><a:pt x="15455" y="15113"/></a:lnTo><a:lnTo><a:pt x="15455" y="15532"/></a:lnTo><a:lnTo><a:pt x="15455" y="15951"/></a:lnTo><a:lnTo><a:pt x="15544" y="16370"/></a:lnTo><a:lnTo><a:pt x="15786" y="16713"/></a:lnTo><a:lnTo><a:pt x="15875" y="16878"/></a:lnTo><a:lnTo><a:pt x="16040" y="17043"/></a:lnTo><a:lnTo><a:pt x="16129" y="17208"/></a:lnTo><a:lnTo><a:pt x="16383" y="17386"/></a:lnTo><a:lnTo><a:pt x="16713" y="17551"/></a:lnTo><a:lnTo><a:pt x="16878" y="17627"/></a:lnTo><a:lnTo><a:pt x="17221" y="17716"/></a:lnTo><a:lnTo><a:pt x="17970" y="17805"/></a:lnTo><a:lnTo><a:pt x="18224" y="17716"/></a:lnTo><a:lnTo><a:pt x="18389" y="17627"/></a:lnTo><a:lnTo><a:pt x="18643" y="17551"/></a:lnTo><a:lnTo><a:pt x="18808" y="17462"/></a:lnTo><a:lnTo><a:pt x="19062" y="17386"/></a:lnTo><a:lnTo><a:pt x="19227" y="17208"/></a:lnTo><a:lnTo><a:pt x="19405" y="17043"/></a:lnTo><a:lnTo><a:pt x="19481" y="16878"/></a:lnTo><a:lnTo><a:pt x="19659" y="16713"/></a:lnTo><a:lnTo><a:pt x="19735" y="16459"/></a:lnTo><a:lnTo><a:pt x="19900" y="16040"/></a:lnTo><a:lnTo><a:pt x="19989" y="15621"/></a:lnTo><a:close/></a:path></a:pathLst></a:custGeom><a:solidFill><a:srgbClr val="000000"/></a:solidFill></p:spPr><p:txBody><a:bodyPr wrap="square" lIns="0" tIns="0" rIns="0" bIns="0" rtlCol="0"/><a:lstStyle/><a:p/></p:txBody></p:sp><p:sp><p:nvSpPr><p:cNvPr id="816" name="object 816"/><p:cNvSpPr/><p:nvPr/></p:nvSpPr><p:spPr><a:xfrm><a:off x="17042562" y="12104031"/><a:ext cx="21590" cy="16510"/></a:xfrm><a:custGeom><a:avLst/><a:gdLst/><a:ahLst/><a:cxnLst/><a:rect l="l" t="t" r="r" b="b"/><a:pathLst><a:path w="21590" h="16509"><a:moveTo><a:pt x="4533" y="1765"/></a:moveTo><a:lnTo><a:pt x="4457" y="1511"/></a:lnTo><a:lnTo><a:pt x="4368" y="1333"/></a:lnTo><a:lnTo><a:pt x="4279" y="1092"/></a:lnTo><a:lnTo><a:pt x="4038" y="749"/></a:lnTo><a:lnTo><a:pt x="3695" y="419"/></a:lnTo><a:lnTo><a:pt x="3365" y="254"/></a:lnTo><a:lnTo><a:pt x="2946" y="76"/></a:lnTo><a:lnTo><a:pt x="2527" y="0"/></a:lnTo><a:lnTo><a:pt x="2108" y="0"/></a:lnTo><a:lnTo><a:pt x="1765" y="76"/></a:lnTo><a:lnTo><a:pt x="1346" y="165"/></a:lnTo><a:lnTo><a:pt x="927" y="419"/></a:lnTo><a:lnTo><a:pt x="673" y="673"/></a:lnTo><a:lnTo><a:pt x="419" y="1003"/></a:lnTo><a:lnTo><a:pt x="165" y="1333"/></a:lnTo><a:lnTo><a:pt x="165" y="1511"/></a:lnTo><a:lnTo><a:pt x="88" y="1765"/></a:lnTo><a:lnTo><a:pt x="0" y="2184"/></a:lnTo><a:lnTo><a:pt x="4533" y="2184"/></a:lnTo><a:lnTo><a:pt x="4533" y="1841"/></a:lnTo><a:close/></a:path><a:path w="21590" h="16509"><a:moveTo><a:pt x="20993" y="13093"/></a:moveTo><a:lnTo><a:pt x="16878" y="13093"/></a:lnTo><a:lnTo><a:pt x="20993" y="13182"/></a:lnTo><a:close/></a:path><a:path w="21590" h="16509"><a:moveTo><a:pt x="21247" y="13931"/></a:moveTo><a:lnTo><a:pt x="21170" y="13512"/></a:lnTo><a:lnTo><a:pt x="20993" y="13182"/></a:lnTo><a:lnTo><a:pt x="16878" y="13182"/></a:lnTo><a:lnTo><a:pt x="16713" y="13512"/></a:lnTo><a:lnTo><a:pt x="16713" y="13931"/></a:lnTo><a:lnTo><a:pt x="16713" y="14351"/></a:lnTo><a:lnTo><a:pt x="16802" y="14770"/></a:lnTo><a:lnTo><a:pt x="16967" y="15189"/></a:lnTo><a:lnTo><a:pt x="17132" y="15532"/></a:lnTo><a:lnTo><a:pt x="17475" y="15862"/></a:lnTo><a:lnTo><a:pt x="17805" y="16116"/></a:lnTo><a:lnTo><a:pt x="17970" y="16205"/></a:lnTo><a:lnTo><a:pt x="18224" y="16281"/></a:lnTo><a:lnTo><a:pt x="18732" y="16370"/></a:lnTo><a:lnTo><a:pt x="19227" y="16370"/></a:lnTo><a:lnTo><a:pt x="19481" y="16281"/></a:lnTo><a:lnTo><a:pt x="19659" y="16281"/></a:lnTo><a:lnTo><a:pt x="19900" y="16205"/></a:lnTo><a:lnTo><a:pt x="20078" y="16116"/></a:lnTo><a:lnTo><a:pt x="20320" y="15951"/></a:lnTo><a:lnTo><a:pt x="20662" y="15608"/></a:lnTo><a:lnTo><a:pt x="20916" y="15278"/></a:lnTo><a:lnTo><a:pt x="21082" y="14859"/></a:lnTo><a:lnTo><a:pt x="21170" y="14439"/></a:lnTo><a:lnTo><a:pt x="21247" y="13931"/></a:lnTo><a:close/></a:path></a:pathLst></a:custGeom><a:solidFill><a:srgbClr val="000000"/></a:solidFill></p:spPr><p:txBody><a:bodyPr wrap="square" lIns="0" tIns="0" rIns="0" bIns="0" rtlCol="0"/><a:lstStyle/><a:p/></p:txBody></p:sp><p:sp><p:nvSpPr><p:cNvPr id="817" name="object 817"/><p:cNvSpPr/><p:nvPr/></p:nvSpPr><p:spPr><a:xfrm><a:off x="17025011" y="12093528"/><a:ext cx="22225" cy="15240"/></a:xfrm><a:custGeom><a:avLst/><a:gdLst/><a:ahLst/><a:cxnLst/><a:rect l="l" t="t" r="r" b="b"/><a:pathLst><a:path w="22225" h="15240"><a:moveTo><a:pt x="4533" y="2019"/></a:moveTo><a:lnTo><a:pt x="4457" y="1676"/></a:lnTo><a:lnTo><a:pt x="4368" y="1346"/></a:lnTo><a:lnTo><a:pt x="4292" y="1181"/></a:lnTo><a:lnTo><a:pt x="4114" y="927"/></a:lnTo><a:lnTo><a:pt x="3860" y="673"/></a:lnTo><a:lnTo><a:pt x="3695" y="508"/></a:lnTo><a:lnTo><a:pt x="3530" y="342"/></a:lnTo><a:lnTo><a:pt x="3365" y="342"/></a:lnTo><a:lnTo><a:pt x="3200" y="165"/></a:lnTo><a:lnTo><a:pt x="3022" y="88"/></a:lnTo><a:lnTo><a:pt x="2781" y="88"/></a:lnTo><a:lnTo><a:pt x="2527" y="0"/></a:lnTo><a:lnTo><a:pt x="1930" y="0"/></a:lnTo><a:lnTo><a:pt x="1511" y="88"/></a:lnTo><a:lnTo><a:pt x="1181" y="342"/></a:lnTo><a:lnTo><a:pt x="1016" y="342"/></a:lnTo><a:lnTo><a:pt x="762" y="508"/></a:lnTo><a:lnTo><a:pt x="673" y="673"/></a:lnTo><a:lnTo><a:pt x="508" y="838"/></a:lnTo><a:lnTo><a:pt x="254" y="1181"/></a:lnTo><a:lnTo><a:pt x="254" y="1346"/></a:lnTo><a:lnTo><a:pt x="88" y="1600"/></a:lnTo><a:lnTo><a:pt x="0" y="2019"/></a:lnTo><a:lnTo><a:pt x="0" y="2527"/></a:lnTo><a:lnTo><a:pt x="88" y="2946"/></a:lnTo><a:lnTo><a:pt x="4457" y="2946"/></a:lnTo><a:lnTo><a:pt x="4533" y="2527"/></a:lnTo><a:lnTo><a:pt x="4533" y="2095"/></a:lnTo><a:close/></a:path><a:path w="22225" h="15240"><a:moveTo><a:pt x="22085" y="12687"/></a:moveTo><a:lnTo><a:pt x="17551" y="12687"/></a:lnTo><a:lnTo><a:pt x="17640" y="13106"/></a:lnTo><a:lnTo><a:pt x="17716" y="13525"/></a:lnTo><a:lnTo><a:pt x="17894" y="13855"/></a:lnTo><a:lnTo><a:pt x="17970" y="14020"/></a:lnTo><a:lnTo><a:pt x="18148" y="14274"/></a:lnTo><a:lnTo><a:pt x="18478" y="14528"/></a:lnTo><a:lnTo><a:pt x="18808" y="14782"/></a:lnTo><a:lnTo><a:pt x="19151" y="14947"/></a:lnTo><a:lnTo><a:pt x="19316" y="14947"/></a:lnTo><a:lnTo><a:pt x="19570" y="15036"/></a:lnTo><a:lnTo><a:pt x="20078" y="15036"/></a:lnTo><a:lnTo><a:pt x="20408" y="14947"/></a:lnTo><a:lnTo><a:pt x="20828" y="14782"/></a:lnTo><a:lnTo><a:pt x="21170" y="14617"/></a:lnTo><a:lnTo><a:pt x="21501" y="14274"/></a:lnTo><a:lnTo><a:pt x="21755" y="14020"/></a:lnTo><a:lnTo><a:pt x="21831" y="13855"/></a:lnTo><a:lnTo><a:pt x="21920" y="13601"/></a:lnTo><a:lnTo><a:pt x="22085" y="13182"/></a:lnTo><a:lnTo><a:pt x="22085" y="12763"/></a:lnTo><a:close/></a:path><a:path w="22225" h="15240"><a:moveTo><a:pt x="22085" y="12344"/></a:moveTo><a:lnTo><a:pt x="17640" y="12344"/></a:lnTo><a:lnTo><a:pt x="22085" y="12687"/></a:lnTo><a:lnTo><a:pt x="22085" y="12344"/></a:lnTo><a:close/></a:path></a:pathLst></a:custGeom><a:solidFill><a:srgbClr val="000000"/></a:solidFill></p:spPr><p:txBody><a:bodyPr wrap="square" lIns="0" tIns="0" rIns="0" bIns="0" rtlCol="0"/><a:lstStyle/><a:p/></p:txBody></p:sp><p:sp><p:nvSpPr><p:cNvPr id="818" name="object 818"/><p:cNvSpPr/><p:nvPr/></p:nvSpPr><p:spPr><a:xfrm><a:off x="17006621" y="12084549"/><a:ext cx="23495" cy="13970"/></a:xfrm><a:custGeom><a:avLst/><a:gdLst/><a:ahLst/><a:cxnLst/><a:rect l="l" t="t" r="r" b="b"/><a:pathLst><a:path w="23494" h="13970"><a:moveTo><a:pt x="4533" y="1841"/></a:moveTo><a:lnTo><a:pt x="4368" y="1422"/></a:lnTo><a:lnTo><a:pt x="4203" y="1003"/></a:lnTo><a:lnTo><a:pt x="3949" y="673"/></a:lnTo><a:lnTo><a:pt x="3619" y="419"/></a:lnTo><a:lnTo><a:pt x="3200" y="165"/></a:lnTo><a:lnTo><a:pt x="2768" y="76"/></a:lnTo><a:lnTo><a:pt x="2603" y="0"/></a:lnTo><a:lnTo><a:pt x="1854" y="0"/></a:lnTo><a:lnTo><a:pt x="1435" y="165"/></a:lnTo><a:lnTo><a:pt x="1016" y="330"/></a:lnTo><a:lnTo><a:pt x="673" y="584"/></a:lnTo><a:lnTo><a:pt x="419" y="1003"/></a:lnTo><a:lnTo><a:pt x="165" y="1346"/></a:lnTo><a:lnTo><a:pt x="88" y="1765"/></a:lnTo><a:lnTo><a:pt x="0" y="2184"/></a:lnTo><a:lnTo><a:pt x="0" y="2349"/></a:lnTo><a:lnTo><a:pt x="0" y="2603"/></a:lnTo><a:lnTo><a:pt x="88" y="2768"/></a:lnTo><a:lnTo><a:pt x="88" y="3022"/></a:lnTo><a:lnTo><a:pt x="165" y="3187"/></a:lnTo><a:lnTo><a:pt x="342" y="3352"/></a:lnTo><a:lnTo><a:pt x="419" y="3517"/></a:lnTo><a:lnTo><a:pt x="508" y="3695"/></a:lnTo><a:lnTo><a:pt x="4038" y="3695"/></a:lnTo><a:lnTo><a:pt x="4203" y="3517"/></a:lnTo><a:lnTo><a:pt x="4279" y="3352"/></a:lnTo><a:lnTo><a:pt x="4368" y="3187"/></a:lnTo><a:lnTo><a:pt x="4457" y="3022"/></a:lnTo><a:lnTo><a:pt x="4533" y="2768"/></a:lnTo><a:lnTo><a:pt x="4533" y="2603"/></a:lnTo><a:lnTo><a:pt x="4533" y="2349"/></a:lnTo><a:lnTo><a:pt x="4533" y="2184"/></a:lnTo><a:lnTo><a:pt x="4533" y="1841"/></a:lnTo><a:close/></a:path><a:path w="23494" h="13970"><a:moveTo><a:pt x="22847" y="11925"/></a:moveTo><a:lnTo><a:pt x="18478" y="11925"/></a:lnTo><a:lnTo><a:pt x="18643" y="12344"/></a:lnTo><a:lnTo><a:pt x="20408" y="13512"/></a:lnTo><a:lnTo><a:pt x="20916" y="13512"/></a:lnTo><a:lnTo><a:pt x="22847" y="11925"/></a:lnTo><a:close/></a:path><a:path w="23494" h="13970"><a:moveTo><a:pt x="22923" y="11506"/></a:moveTo><a:lnTo><a:pt x="18389" y="11506"/></a:lnTo><a:lnTo><a:pt x="22847" y="11925"/></a:lnTo><a:lnTo><a:pt x="22923" y="11506"/></a:lnTo><a:close/></a:path></a:pathLst></a:custGeom><a:solidFill><a:srgbClr val="000000"/></a:solidFill></p:spPr><p:txBody><a:bodyPr wrap="square" lIns="0" tIns="0" rIns="0" bIns="0" rtlCol="0"/><a:lstStyle/><a:p/></p:txBody></p:sp><p:sp><p:nvSpPr><p:cNvPr id="819" name="object 819"/><p:cNvSpPr/><p:nvPr/></p:nvSpPr><p:spPr><a:xfrm><a:off x="16987558" y="12077069"/><a:ext cx="23495" cy="12065"/></a:xfrm><a:custGeom><a:avLst/><a:gdLst/><a:ahLst/><a:cxnLst/><a:rect l="l" t="t" r="r" b="b"/><a:pathLst><a:path w="23494" h="12065"><a:moveTo><a:pt x="4533" y="1765"/></a:moveTo><a:lnTo><a:pt x="4457" y="1600"/></a:lnTo><a:lnTo><a:pt x="4368" y="1435"/></a:lnTo><a:lnTo><a:pt x="4279" y="1181"/></a:lnTo><a:lnTo><a:pt x="4203" y="1016"/></a:lnTo><a:lnTo><a:pt x="4038" y="838"/></a:lnTo><a:lnTo><a:pt x="3860" y="673"/></a:lnTo><a:lnTo><a:pt x="3695" y="508"/></a:lnTo><a:lnTo><a:pt x="3365" y="342"/></a:lnTo><a:lnTo><a:pt x="3200" y="254"/></a:lnTo><a:lnTo><a:pt x="2946" y="177"/></a:lnTo><a:lnTo><a:pt x="2768" y="88"/></a:lnTo><a:lnTo><a:pt x="2527" y="88"/></a:lnTo><a:lnTo><a:pt x="2019" y="88"/></a:lnTo><a:lnTo><a:pt x="1765" y="88"/></a:lnTo><a:lnTo><a:pt x="1600" y="177"/></a:lnTo><a:lnTo><a:pt x="1346" y="254"/></a:lnTo><a:lnTo><a:pt x="1181" y="342"/></a:lnTo><a:lnTo><a:pt x="1016" y="419"/></a:lnTo><a:lnTo><a:pt x="838" y="508"/></a:lnTo><a:lnTo><a:pt x="673" y="673"/></a:lnTo><a:lnTo><a:pt x="508" y="838"/></a:lnTo><a:lnTo><a:pt x="419" y="1016"/></a:lnTo><a:lnTo><a:pt x="342" y="1181"/></a:lnTo><a:lnTo><a:pt x="177" y="1435"/></a:lnTo><a:lnTo><a:pt x="88" y="1600"/></a:lnTo><a:lnTo><a:pt x="88" y="1765"/></a:lnTo><a:lnTo><a:pt x="0" y="2019"/></a:lnTo><a:lnTo><a:pt x="0" y="2184"/></a:lnTo><a:lnTo><a:pt x="0" y="2438"/></a:lnTo><a:lnTo><a:pt x="0" y="2603"/></a:lnTo><a:lnTo><a:pt x="88" y="2857"/></a:lnTo><a:lnTo><a:pt x="177" y="3022"/></a:lnTo><a:lnTo><a:pt x="254" y="3276"/></a:lnTo><a:lnTo><a:pt x="342" y="3441"/></a:lnTo><a:lnTo><a:pt x="508" y="3695"/></a:lnTo><a:lnTo><a:pt x="762" y="4038"/></a:lnTo><a:lnTo><a:pt x="927" y="4114"/></a:lnTo><a:lnTo><a:pt x="1181" y="4279"/></a:lnTo><a:lnTo><a:pt x="3441" y="4279"/></a:lnTo><a:lnTo><a:pt x="3695" y="4114"/></a:lnTo><a:lnTo><a:pt x="3949" y="3784"/></a:lnTo><a:lnTo><a:pt x="4114" y="3695"/></a:lnTo><a:lnTo><a:pt x="4279" y="3441"/></a:lnTo><a:lnTo><a:pt x="4279" y="3276"/></a:lnTo><a:lnTo><a:pt x="4457" y="3022"/></a:lnTo><a:lnTo><a:pt x="4457" y="2857"/></a:lnTo><a:lnTo><a:pt x="4533" y="2603"/></a:lnTo><a:lnTo><a:pt x="4533" y="2438"/></a:lnTo><a:lnTo><a:pt x="4533" y="2184"/></a:lnTo><a:lnTo><a:pt x="4533" y="2019"/></a:lnTo><a:lnTo><a:pt x="4533" y="1765"/></a:lnTo><a:close/></a:path><a:path w="23494" h="12065"><a:moveTo><a:pt x="23101" y="11176"/></a:moveTo><a:lnTo><a:pt x="19570" y="11176"/></a:lnTo><a:lnTo><a:pt x="19735" y="11341"/></a:lnTo><a:lnTo><a:pt x="19900" y="11506"/></a:lnTo><a:lnTo><a:pt x="20078" y="11595"/></a:lnTo><a:lnTo><a:pt x="20243" y="11760"/></a:lnTo><a:lnTo><a:pt x="20408" y="11849"/></a:lnTo><a:lnTo><a:pt x="20662" y="11925"/></a:lnTo><a:lnTo><a:pt x="20828" y="11925"/></a:lnTo><a:lnTo><a:pt x="20993" y="12014"/></a:lnTo><a:lnTo><a:pt x="21590" y="12014"/></a:lnTo><a:lnTo><a:pt x="21831" y="11925"/></a:lnTo><a:lnTo><a:pt x="22009" y="11925"/></a:lnTo><a:lnTo><a:pt x="22263" y="11849"/></a:lnTo><a:lnTo><a:pt x="22428" y="11760"/></a:lnTo><a:lnTo><a:pt x="22682" y="11595"/></a:lnTo><a:lnTo><a:pt x="22923" y="11341"/></a:lnTo><a:lnTo><a:pt x="23101" y="11176"/></a:lnTo><a:close/></a:path><a:path w="23494" h="12065"><a:moveTo><a:pt x="23266" y="10998"/></a:moveTo><a:lnTo><a:pt x="19481" y="10998"/></a:lnTo><a:lnTo><a:pt x="23101" y="11176"/></a:lnTo><a:lnTo><a:pt x="23266" y="10998"/></a:lnTo><a:close/></a:path></a:pathLst></a:custGeom><a:solidFill><a:srgbClr val="000000"/></a:solidFill></p:spPr><p:txBody><a:bodyPr wrap="square" lIns="0" tIns="0" rIns="0" bIns="0" rtlCol="0"/><a:lstStyle/><a:p/></p:txBody></p:sp><p:sp><p:nvSpPr><p:cNvPr id="820" name="object 820"/><p:cNvSpPr/><p:nvPr/></p:nvSpPr><p:spPr><a:xfrm><a:off x="16968001" y="12071278"/><a:ext cx="23495" cy="10795"/></a:xfrm><a:custGeom><a:avLst/><a:gdLst/><a:ahLst/><a:cxnLst/><a:rect l="l" t="t" r="r" b="b"/><a:pathLst><a:path w="23494" h="10795"><a:moveTo><a:pt x="2514" y="4533"/></a:moveTo><a:lnTo><a:pt x="1752" y="4457"/></a:lnTo><a:lnTo><a:pt x="2514" y="4533"/></a:lnTo><a:close/></a:path><a:path w="23494" h="10795"><a:moveTo><a:pt x="4533" y="2095"/></a:moveTo><a:lnTo><a:pt x="4445" y="1930"/></a:lnTo><a:lnTo><a:pt x="4445" y="1676"/></a:lnTo><a:lnTo><a:pt x="4356" y="1511"/></a:lnTo><a:lnTo><a:pt x="4279" y="1257"/></a:lnTo><a:lnTo><a:pt x="4191" y="1092"/></a:lnTo><a:lnTo><a:pt x="4025" y="927"/></a:lnTo><a:lnTo><a:pt x="3937" y="762"/></a:lnTo><a:lnTo><a:pt x="3771" y="584"/></a:lnTo><a:lnTo><a:pt x="3606" y="419"/></a:lnTo><a:lnTo><a:pt x="3352" y="342"/></a:lnTo><a:lnTo><a:pt x="3187" y="165"/></a:lnTo><a:lnTo><a:pt x="2933" y="88"/></a:lnTo><a:lnTo><a:pt x="2768" y="88"/></a:lnTo><a:lnTo><a:pt x="2514" y="0"/></a:lnTo><a:lnTo><a:pt x="1930" y="0"/></a:lnTo><a:lnTo><a:pt x="1752" y="88"/></a:lnTo><a:lnTo><a:pt x="1511" y="88"/></a:lnTo><a:lnTo><a:pt x="1257" y="165"/></a:lnTo><a:lnTo><a:pt x="1092" y="342"/></a:lnTo><a:lnTo><a:pt x="914" y="419"/></a:lnTo><a:lnTo><a:pt x="673" y="584"/></a:lnTo><a:lnTo><a:pt x="584" y="762"/></a:lnTo><a:lnTo><a:pt x="419" y="927"/></a:lnTo><a:lnTo><a:pt x="330" y="1092"/></a:lnTo><a:lnTo><a:pt x="165" y="1257"/></a:lnTo><a:lnTo><a:pt x="76" y="1511"/></a:lnTo><a:lnTo><a:pt x="0" y="1676"/></a:lnTo><a:lnTo><a:pt x="0" y="1930"/></a:lnTo><a:lnTo><a:pt x="0" y="2095"/></a:lnTo><a:lnTo><a:pt x="0" y="2349"/></a:lnTo><a:lnTo><a:pt x="0" y="2514"/></a:lnTo><a:lnTo><a:pt x="0" y="2857"/></a:lnTo><a:lnTo><a:pt x="673" y="3860"/></a:lnTo><a:lnTo><a:pt x="1003" y="4114"/></a:lnTo><a:lnTo><a:pt x="1333" y="4368"/></a:lnTo><a:lnTo><a:pt x="1511" y="4368"/></a:lnTo><a:lnTo><a:pt x="1752" y="4457"/></a:lnTo><a:lnTo><a:pt x="2679" y="4457"/></a:lnTo><a:lnTo><a:pt x="2933" y="4368"/></a:lnTo><a:lnTo><a:pt x="3098" y="4368"/></a:lnTo><a:lnTo><a:pt x="3352" y="4203"/></a:lnTo><a:lnTo><a:pt x="3517" y="4114"/></a:lnTo><a:lnTo><a:pt x="3695" y="3949"/></a:lnTo><a:lnTo><a:pt x="4025" y="3695"/></a:lnTo><a:lnTo><a:pt x="4191" y="3365"/></a:lnTo><a:lnTo><a:pt x="4279" y="3187"/></a:lnTo><a:lnTo><a:pt x="4356" y="2933"/></a:lnTo><a:lnTo><a:pt x="4445" y="2514"/></a:lnTo><a:lnTo><a:pt x="4533" y="2349"/></a:lnTo><a:lnTo><a:pt x="4533" y="2095"/></a:lnTo><a:close/></a:path><a:path w="23494" h="10795"><a:moveTo><a:pt x="22999" y="10071"/></a:moveTo><a:lnTo><a:pt x="20739" y="10071"/></a:lnTo><a:lnTo><a:pt x="21069" y="10248"/></a:lnTo><a:lnTo><a:pt x="21323" y="10325"/></a:lnTo><a:lnTo><a:pt x="21577" y="10325"/></a:lnTo><a:lnTo><a:pt x="22085" y="10325"/></a:lnTo><a:lnTo><a:pt x="22415" y="10325"/></a:lnTo><a:lnTo><a:pt x="22580" y="10248"/></a:lnTo><a:lnTo><a:pt x="22834" y="10160"/></a:lnTo><a:lnTo><a:pt x="22999" y="10071"/></a:lnTo><a:close/></a:path><a:path w="23494" h="10795"><a:moveTo><a:pt x="23253" y="9906"/></a:moveTo><a:lnTo><a:pt x="20485" y="9906"/></a:lnTo><a:lnTo><a:pt x="22999" y="10071"/></a:lnTo><a:lnTo><a:pt x="23253" y="9906"/></a:lnTo><a:close/></a:path></a:pathLst></a:custGeom><a:solidFill><a:srgbClr val="000000"/></a:solidFill></p:spPr><p:txBody><a:bodyPr wrap="square" lIns="0" tIns="0" rIns="0" bIns="0" rtlCol="0"/><a:lstStyle/><a:p/></p:txBody></p:sp><p:sp><p:nvSpPr><p:cNvPr id="821" name="object 821"/><p:cNvSpPr/><p:nvPr/></p:nvSpPr><p:spPr><a:xfrm><a:off x="16929037" y="12064559"/><a:ext cx="41910" cy="11430"/></a:xfrm><a:custGeom><a:avLst/><a:gdLst/><a:ahLst/><a:cxnLst/><a:rect l="l" t="t" r="r" b="b"/><a:pathLst><a:path w="41909" h="11429"><a:moveTo><a:pt x="1676" y="88"/></a:moveTo><a:lnTo><a:pt x="1257" y="0"/></a:lnTo><a:lnTo><a:pt x="419" y="0"/></a:lnTo><a:lnTo><a:pt x="76" y="88"/></a:lnTo><a:lnTo><a:pt x="1676" y="165"/></a:lnTo><a:close/></a:path><a:path w="41909" h="11429"><a:moveTo><a:pt x="23418" y="4279"/></a:moveTo><a:lnTo><a:pt x="23342" y="4038"/></a:lnTo><a:lnTo><a:pt x="23088" y="3606"/></a:lnTo><a:lnTo><a:pt x="22834" y="3276"/></a:lnTo><a:lnTo><a:pt x="22580" y="3022"/></a:lnTo><a:lnTo><a:pt x="22250" y="2768"/></a:lnTo><a:lnTo><a:pt x="21831" y="2603"/></a:lnTo><a:lnTo><a:pt x="21412" y="2514"/></a:lnTo><a:lnTo><a:pt x="20904" y="2514"/></a:lnTo><a:lnTo><a:pt x="20650" y="2603"/></a:lnTo><a:lnTo><a:pt x="20485" y="2603"/></a:lnTo><a:lnTo><a:pt x="20231" y="2692"/></a:lnTo><a:lnTo><a:pt x="19812" y="2946"/></a:lnTo><a:lnTo><a:pt x="19558" y="3187"/></a:lnTo><a:lnTo><a:pt x="19304" y="3530"/></a:lnTo><a:lnTo><a:pt x="19062" y="3949"/></a:lnTo><a:lnTo><a:pt x="18973" y="4279"/></a:lnTo><a:lnTo><a:pt x="18884" y="4699"/></a:lnTo><a:lnTo><a:pt x="18884" y="4876"/></a:lnTo><a:lnTo><a:pt x="18973" y="5118"/></a:lnTo><a:lnTo><a:pt x="18973" y="5295"/></a:lnTo><a:lnTo><a:pt x="19062" y="5549"/></a:lnTo><a:lnTo><a:pt x="19062" y="5715"/></a:lnTo><a:lnTo><a:pt x="19227" y="5969"/></a:lnTo><a:lnTo><a:pt x="19304" y="6134"/></a:lnTo><a:lnTo><a:pt x="19558" y="6299"/></a:lnTo><a:lnTo><a:pt x="19646" y="6464"/></a:lnTo><a:lnTo><a:pt x="19900" y="6629"/></a:lnTo><a:lnTo><a:pt x="20231" y="6883"/></a:lnTo><a:lnTo><a:pt x="20396" y="6883"/></a:lnTo><a:lnTo><a:pt x="20650" y="6972"/></a:lnTo><a:lnTo><a:pt x="20815" y="7061"/></a:lnTo><a:lnTo><a:pt x="21488" y="7061"/></a:lnTo><a:lnTo><a:pt x="21666" y="6972"/></a:lnTo><a:lnTo><a:pt x="21907" y="6883"/></a:lnTo><a:lnTo><a:pt x="22085" y="6883"/></a:lnTo><a:lnTo><a:pt x="22326" y="6718"/></a:lnTo><a:lnTo><a:pt x="22504" y="6629"/></a:lnTo><a:lnTo><a:pt x="22669" y="6464"/></a:lnTo><a:lnTo><a:pt x="22834" y="6299"/></a:lnTo><a:lnTo><a:pt x="22999" y="6134"/></a:lnTo><a:lnTo><a:pt x="23088" y="5969"/></a:lnTo><a:lnTo><a:pt x="23253" y="5715"/></a:lnTo><a:lnTo><a:pt x="23342" y="5549"/></a:lnTo><a:lnTo><a:pt x="23342" y="5295"/></a:lnTo><a:lnTo><a:pt x="23418" y="5118"/></a:lnTo><a:lnTo><a:pt x="23418" y="4876"/></a:lnTo><a:lnTo><a:pt x="23418" y="4699"/></a:lnTo><a:lnTo><a:pt x="23418" y="4368"/></a:lnTo><a:close/></a:path><a:path w="41909" h="11429"><a:moveTo><a:pt x="41643" y="11176"/></a:moveTo><a:lnTo><a:pt x="40716" y="11176"/></a:lnTo><a:lnTo><a:pt x="41478" y="11252"/></a:lnTo><a:lnTo><a:pt x="41643" y="11176"/></a:lnTo><a:close/></a:path></a:pathLst></a:custGeom><a:solidFill><a:srgbClr val="000000"/></a:solidFill></p:spPr><p:txBody><a:bodyPr wrap="square" lIns="0" tIns="0" rIns="0" bIns="0" rtlCol="0"/><a:lstStyle/><a:p/></p:txBody></p:sp><p:sp><p:nvSpPr><p:cNvPr id="822" name="object 822"/><p:cNvSpPr/><p:nvPr/></p:nvSpPr><p:spPr><a:xfrm><a:off x="16927602" y="12064648"/><a:ext cx="5080" cy="4445"/></a:xfrm><a:custGeom><a:avLst/><a:gdLst/><a:ahLst/><a:cxnLst/><a:rect l="l" t="t" r="r" b="b"/><a:pathLst><a:path w="5080" h="4445"><a:moveTo><a:pt x="3111" y="0"/></a:moveTo><a:lnTo><a:pt x="1511" y="0"/></a:lnTo><a:lnTo><a:pt x="3111" y="76"/></a:lnTo><a:close/></a:path><a:path w="5080" h="4445"><a:moveTo><a:pt x="4533" y="1930"/></a:moveTo><a:lnTo><a:pt x="4457" y="1587"/></a:lnTo><a:lnTo><a:pt x="4368" y="1168"/></a:lnTo><a:lnTo><a:pt x="4114" y="838"/></a:lnTo><a:lnTo><a:pt x="3860" y="495"/></a:lnTo><a:lnTo><a:pt x="3530" y="254"/></a:lnTo><a:lnTo><a:pt x="3111" y="76"/></a:lnTo><a:lnTo><a:pt x="1435" y="76"/></a:lnTo><a:lnTo><a:pt x="1092" y="254"/></a:lnTo><a:lnTo><a:pt x="762" y="495"/></a:lnTo><a:lnTo><a:pt x="508" y="749"/></a:lnTo><a:lnTo><a:pt x="254" y="1092"/></a:lnTo><a:lnTo><a:pt x="88" y="1511"/></a:lnTo><a:lnTo><a:pt x="0" y="1930"/></a:lnTo><a:lnTo><a:pt x="0" y="2349"/></a:lnTo><a:lnTo><a:pt x="88" y="2768"/></a:lnTo><a:lnTo><a:pt x="254" y="3187"/></a:lnTo><a:lnTo><a:pt x="508" y="3606"/></a:lnTo><a:lnTo><a:pt x="838" y="3860"/></a:lnTo><a:lnTo><a:pt x="1181" y="4114"/></a:lnTo><a:lnTo><a:pt x="1600" y="4368"/></a:lnTo><a:lnTo><a:pt x="2095" y="4445"/></a:lnTo><a:lnTo><a:pt x="2527" y="4445"/></a:lnTo><a:lnTo><a:pt x="2857" y="4368"/></a:lnTo><a:lnTo><a:pt x="3022" y="4368"/></a:lnTo><a:lnTo><a:pt x="3365" y="4191"/></a:lnTo><a:lnTo><a:pt x="3695" y="3949"/></a:lnTo><a:lnTo><a:pt x="4038" y="3606"/></a:lnTo><a:lnTo><a:pt x="4279" y="3276"/></a:lnTo><a:lnTo><a:pt x="4457" y="2857"/></a:lnTo><a:lnTo><a:pt x="4533" y="2425"/></a:lnTo><a:lnTo><a:pt x="4533" y="2006"/></a:lnTo><a:close/></a:path></a:pathLst></a:custGeom><a:solidFill><a:srgbClr val="000000"/></a:solidFill></p:spPr><p:txBody><a:bodyPr wrap="square" lIns="0" tIns="0" rIns="0" bIns="0" rtlCol="0"/><a:lstStyle/><a:p/></p:txBody></p:sp><p:sp><p:nvSpPr><p:cNvPr id="823" name="object 823"/><p:cNvSpPr/><p:nvPr/></p:nvSpPr><p:spPr><a:xfrm><a:off x="16607582" y="12311929"/><a:ext cx="378460" cy="497840"/></a:xfrm><a:custGeom><a:avLst/><a:gdLst/><a:ahLst/><a:cxnLst/><a:rect l="l" t="t" r="r" b="b"/><a:pathLst><a:path w="378459" h="497840"><a:moveTo><a:pt x="67599" y="66503"/></a:moveTo><a:lnTo><a:pt x="59191" y="28464"/></a:lnTo><a:lnTo><a:pt x="58530" y="16122"/></a:lnTo><a:lnTo><a:pt x="58446" y="14442"/></a:lnTo><a:lnTo><a:pt x="58004" y="10325"/></a:lnTo><a:lnTo><a:pt x="57977" y="5274"/></a:lnTo><a:lnTo><a:pt x="56934" y="1259"/></a:lnTo><a:lnTo><a:pt x="56682" y="503"/></a:lnTo><a:lnTo><a:pt x="56515" y="83"/></a:lnTo><a:lnTo><a:pt x="56179" y="0"/></a:lnTo><a:lnTo><a:pt x="55927" y="167"/></a:lnTo><a:lnTo><a:pt x="52678" y="22046"/></a:lnTo><a:lnTo><a:pt x="52064" y="28465"/></a:lnTo><a:lnTo><a:pt x="48561" y="75064"/></a:lnTo><a:lnTo><a:pt x="47697" y="87916"/></a:lnTo><a:lnTo><a:pt x="47277" y="93961"/></a:lnTo><a:lnTo><a:pt x="46857" y="100091"/></a:lnTo><a:lnTo><a:pt x="46522" y="106389"/></a:lnTo><a:lnTo><a:pt x="43170" y="158666"/></a:lnTo><a:lnTo><a:pt x="39885" y="210957"/></a:lnTo><a:lnTo><a:pt x="36470" y="263240"/></a:lnTo><a:lnTo><a:pt x="32730" y="315496"/></a:lnTo><a:lnTo><a:pt x="28467" y="367702"/></a:lnTo><a:lnTo><a:pt x="27963" y="373916"/></a:lnTo><a:lnTo><a:pt x="27375" y="379962"/></a:lnTo><a:lnTo><a:pt x="26787" y="385924"/></a:lnTo><a:lnTo><a:pt x="26200" y="391717"/></a:lnTo><a:lnTo><a:pt x="25696" y="397343"/></a:lnTo><a:lnTo><a:pt x="19818" y="443946"/></a:lnTo><a:lnTo><a:pt x="19146" y="447473"/></a:lnTo><a:lnTo><a:pt x="18558" y="450832"/></a:lnTo><a:lnTo><a:pt x="17655" y="455044"/></a:lnTo><a:lnTo><a:pt x="15703" y="466771"/></a:lnTo><a:lnTo><a:pt x="12344" y="469725"/></a:lnTo><a:lnTo><a:pt x="11756" y="470061"/></a:lnTo><a:lnTo><a:pt x="11084" y="470061"/></a:lnTo><a:lnTo><a:pt x="10412" y="469725"/></a:lnTo><a:lnTo><a:pt x="9825" y="469137"/></a:lnTo><a:lnTo><a:pt x="6293" y="463942"/></a:lnTo><a:lnTo><a:pt x="4839" y="452940"/></a:lnTo><a:lnTo><a:pt x="3778" y="446801"/></a:lnTo><a:lnTo><a:pt x="124" y="400729"/></a:lnTo><a:lnTo><a:pt x="0" y="387855"/></a:lnTo><a:lnTo><a:pt x="0" y="382565"/></a:lnTo><a:lnTo><a:pt x="2939" y="339572"/></a:lnTo><a:lnTo><a:pt x="16935" y="284074"/></a:lnTo><a:lnTo><a:pt x="52652" y="249893"/></a:lnTo><a:lnTo><a:pt x="74072" y="247570"/></a:lnTo><a:lnTo><a:pt x="84545" y="248321"/></a:lnTo><a:lnTo><a:pt x="137803" y="261501"/></a:lnTo><a:lnTo><a:pt x="161073" y="269409"/></a:lnTo><a:lnTo><a:pt x="184338" y="277300"/></a:lnTo><a:lnTo><a:pt x="225304" y="288351"/></a:lnTo><a:lnTo><a:pt x="273187" y="284923"/></a:lnTo><a:lnTo><a:pt x="300545" y="250901"/></a:lnTo><a:lnTo><a:pt x="311988" y="202083"/></a:lnTo><a:lnTo><a:pt x="314423" y="155462"/></a:lnTo><a:lnTo><a:pt x="313780" y="131773"/></a:lnTo><a:lnTo><a:pt x="309279" y="84641"/></a:lnTo><a:lnTo><a:pt x="290581" y="19722"/></a:lnTo><a:lnTo><a:pt x="280799" y="28364"/></a:lnTo><a:lnTo><a:pt x="269474" y="83129"/></a:lnTo><a:lnTo><a:pt x="262444" y="145531"/></a:lnTo><a:lnTo><a:pt x="257726" y="198736"/></a:lnTo><a:lnTo><a:pt x="253805" y="252084"/></a:lnTo><a:lnTo><a:pt x="250422" y="305510"/></a:lnTo><a:lnTo><a:pt x="247319" y="358950"/></a:lnTo><a:lnTo><a:pt x="244239" y="412339"/></a:lnTo><a:lnTo><a:pt x="240923" y="465611"/></a:lnTo><a:lnTo><a:pt x="240671" y="468969"/></a:lnTo><a:lnTo><a:pt x="240419" y="472160"/></a:lnTo><a:lnTo><a:pt x="240167" y="475183"/></a:lnTo><a:lnTo><a:pt x="239915" y="478038"/></a:lnTo><a:lnTo><a:pt x="239747" y="480725"/></a:lnTo><a:lnTo><a:pt x="239331" y="485106"/></a:lnTo><a:lnTo><a:pt x="238480" y="492783"/></a:lnTo><a:lnTo><a:pt x="237360" y="497476"/></a:lnTo><a:lnTo><a:pt x="236137" y="492901"/></a:lnTo><a:lnTo><a:pt x="236053" y="491473"/></a:lnTo><a:lnTo><a:pt x="235885" y="489710"/></a:lnTo><a:lnTo><a:pt x="235471" y="473718"/></a:lnTo><a:lnTo><a:pt x="235646" y="457662"/></a:lnTo><a:lnTo><a:pt x="236255" y="441613"/></a:lnTo><a:lnTo><a:pt x="237144" y="425641"/></a:lnTo><a:lnTo><a:pt x="237480" y="420855"/></a:lnTo><a:lnTo><a:pt x="237816" y="416069"/></a:lnTo><a:lnTo><a:pt x="238236" y="411114"/></a:lnTo><a:lnTo><a:pt x="238656" y="406076"/></a:lnTo><a:lnTo><a:pt x="244216" y="357093"/></a:lnTo><a:lnTo><a:pt x="252536" y="308598"/></a:lnTo><a:lnTo><a:pt x="263993" y="260769"/></a:lnTo><a:lnTo><a:pt x="278964" y="213786"/></a:lnTo><a:lnTo><a:pt x="303728" y="153278"/></a:lnTo><a:lnTo><a:pt x="322199" y="116358"/></a:lnTo><a:lnTo><a:pt x="343195" y="80836"/></a:lnTo><a:lnTo><a:pt x="366885" y="47694"/></a:lnTo><a:lnTo><a:pt x="375283" y="37702"/></a:lnTo><a:lnTo><a:pt x="378054" y="34595"/></a:lnTo></a:path></a:pathLst></a:custGeom><a:ln w="3175"><a:solidFill><a:srgbClr val="003EFF"/></a:solidFill></a:ln></p:spPr><p:txBody><a:bodyPr wrap="square" lIns="0" tIns="0" rIns="0" bIns="0" rtlCol="0"/><a:lstStyle/><a:p/></p:txBody></p:sp><p:sp><p:nvSpPr><p:cNvPr id="824" name="object 824"/><p:cNvSpPr/><p:nvPr/></p:nvSpPr><p:spPr><a:xfrm><a:off x="16849681" y="12420781"/><a:ext cx="449580" cy="602615"/></a:xfrm><a:custGeom><a:avLst/><a:gdLst/><a:ahLst/><a:cxnLst/><a:rect l="l" t="t" r="r" b="b"/><a:pathLst><a:path w="449580" h="602615"><a:moveTo><a:pt x="0" y="338873"/></a:moveTo><a:lnTo><a:pt x="57261" y="390438"/></a:lnTo><a:lnTo><a:pt x="84328" y="396889"/></a:lnTo><a:lnTo><a:pt x="99793" y="380244"/></a:lnTo><a:lnTo><a:pt x="106298" y="345057"/></a:lnTo><a:lnTo><a:pt x="106479" y="295880"/></a:lnTo><a:lnTo><a:pt x="106144" y="288071"/></a:lnTo><a:lnTo><a:pt x="105724" y="280178"/></a:lnTo><a:lnTo><a:pt x="105220" y="272117"/></a:lnTo><a:lnTo><a:pt x="104716" y="263888"/></a:lnTo><a:lnTo><a:pt x="101924" y="225772"/></a:lnTo><a:lnTo><a:pt x="99015" y="187642"/></a:lnTo><a:lnTo><a:pt x="96605" y="149492"/></a:lnTo><a:lnTo><a:pt x="95311" y="111315"/></a:lnTo><a:lnTo><a:pt x="95311" y="103506"/></a:lnTo><a:lnTo><a:pt x="97121" y="64834"/></a:lnTo><a:lnTo><a:pt x="105304" y="27010"/></a:lnTo><a:lnTo><a:pt x="136756" y="0"/></a:lnTo><a:lnTo><a:pt x="153085" y="1819"/></a:lnTo><a:lnTo><a:pt x="196986" y="25067"/></a:lnTo><a:lnTo><a:pt x="242567" y="78989"/></a:lnTo><a:lnTo><a:pt x="255367" y="117445"/></a:lnTo><a:lnTo><a:pt x="256007" y="139427"/></a:lnTo><a:lnTo><a:pt x="251160" y="161028"/></a:lnTo><a:lnTo><a:pt x="222785" y="193185"/></a:lnTo><a:lnTo><a:pt x="180645" y="199481"/></a:lnTo><a:lnTo><a:pt x="167406" y="198677"/></a:lnTo><a:lnTo><a:pt x="154261" y="197468"/></a:lnTo><a:lnTo><a:pt x="151238" y="197132"/></a:lnTo><a:lnTo><a:pt x="148299" y="196880"/></a:lnTo><a:lnTo><a:pt x="145528" y="196544"/></a:lnTo><a:lnTo><a:pt x="143009" y="196376"/></a:lnTo><a:lnTo><a:pt x="140573" y="196208"/></a:lnTo><a:lnTo><a:pt x="138390" y="196040"/></a:lnTo><a:lnTo><a:pt x="134527" y="196040"/></a:lnTo><a:lnTo><a:pt x="129237" y="198224"/></a:lnTo><a:lnTo><a:pt x="129321" y="198979"/></a:lnTo><a:lnTo><a:pt x="148177" y="217707"/></a:lnTo><a:lnTo><a:pt x="154009" y="222659"/></a:lnTo><a:lnTo><a:pt x="186566" y="252749"/></a:lnTo><a:lnTo><a:pt x="208425" y="286308"/></a:lnTo><a:lnTo><a:pt x="211112" y="301590"/></a:lnTo><a:lnTo><a:pt x="211028" y="304613"/></a:lnTo><a:lnTo><a:pt x="190129" y="345728"/></a:lnTo><a:lnTo><a:pt x="150818" y="366163"/></a:lnTo><a:lnTo><a:pt x="128351" y="369616"/></a:lnTo><a:lnTo><a:pt x="112498" y="367912"/></a:lnTo><a:lnTo><a:pt x="100375" y="360253"/></a:lnTo><a:lnTo><a:pt x="95311" y="344331"/></a:lnTo><a:lnTo><a:pt x="95395" y="342063"/></a:lnTo><a:lnTo><a:pt x="95479" y="339712"/></a:lnTo><a:lnTo><a:pt x="109251" y="297476"/></a:lnTo><a:lnTo><a:pt x="139643" y="247717"/></a:lnTo><a:lnTo><a:pt x="170972" y="207376"/></a:lnTo><a:lnTo><a:pt x="209583" y="165582"/></a:lnTo><a:lnTo><a:pt x="240989" y="137169"/></a:lnTo><a:lnTo><a:pt x="276883" y="112811"/></a:lnTo><a:lnTo><a:pt x="297690" y="106109"/></a:lnTo><a:lnTo><a:pt x="301217" y="106109"/></a:lnTo><a:lnTo><a:pt x="302896" y="106361"/></a:lnTo><a:lnTo><a:pt x="304492" y="106613"/></a:lnTo><a:lnTo><a:pt x="315131" y="116011"/></a:lnTo><a:lnTo><a:pt x="318932" y="133254"/></a:lnTo><a:lnTo><a:pt x="318684" y="152269"/></a:lnTo><a:lnTo><a:pt x="304691" y="230854"/></a:lnTo><a:lnTo><a:pt x="291926" y="279451"/></a:lnTo><a:lnTo><a:pt x="278244" y="327802"/></a:lnTo><a:lnTo><a:pt x="265192" y="376239"/></a:lnTo><a:lnTo><a:pt x="264688" y="378590"/></a:lnTo><a:lnTo><a:pt x="264184" y="380857"/></a:lnTo><a:lnTo><a:pt x="263680" y="382957"/></a:lnTo><a:lnTo><a:pt x="263344" y="384972"/></a:lnTo><a:lnTo><a:pt x="262471" y="397576"/></a:lnTo><a:lnTo><a:pt x="266587" y="396870"/></a:lnTo><a:lnTo><a:pt x="273008" y="389144"/></a:lnTo><a:lnTo><a:pt x="279048" y="380689"/></a:lnTo><a:lnTo><a:pt x="280643" y="378338"/></a:lnTo><a:lnTo><a:pt x="282323" y="375987"/></a:lnTo><a:lnTo><a:pt x="319405" y="324434"/></a:lnTo><a:lnTo><a:pt x="367557" y="286811"/></a:lnTo><a:lnTo><a:pt x="369656" y="286727"/></a:lnTo><a:lnTo><a:pt x="371756" y="286811"/></a:lnTo><a:lnTo><a:pt x="402970" y="322941"/></a:lnTo><a:lnTo><a:pt x="410552" y="363644"/></a:lnTo><a:lnTo><a:pt x="410804" y="367506"/></a:lnTo><a:lnTo><a:pt x="409407" y="396643"/></a:lnTo><a:lnTo><a:pt x="391918" y="449827"/></a:lnTo><a:lnTo><a:pt x="366549" y="486491"/></a:lnTo><a:lnTo><a:pt x="324253" y="526410"/></a:lnTo><a:lnTo><a:pt x="288320" y="551320"/></a:lnTo><a:lnTo><a:pt x="249913" y="572429"/></a:lnTo><a:lnTo><a:pt x="210692" y="589522"/></a:lnTo><a:lnTo><a:pt x="169461" y="601529"/></a:lnTo><a:lnTo><a:pt x="164758" y="602033"/></a:lnTo><a:lnTo><a:pt x="162911" y="602033"/></a:lnTo><a:lnTo><a:pt x="159552" y="600438"/></a:lnTo><a:lnTo><a:pt x="159636" y="600018"/></a:lnTo><a:lnTo><a:pt x="161399" y="597499"/></a:lnTo><a:lnTo><a:pt x="161987" y="596827"/></a:lnTo><a:lnTo><a:pt x="165953" y="593318"/></a:lnTo><a:lnTo><a:pt x="170493" y="590550"/></a:lnTo><a:lnTo><a:pt x="174919" y="587674"/></a:lnTo><a:lnTo><a:pt x="219195" y="562360"/></a:lnTo><a:lnTo><a:pt x="237732" y="552239"/></a:lnTo><a:lnTo><a:pt x="243778" y="548880"/></a:lnTo><a:lnTo><a:pt x="282852" y="527337"/></a:lnTo><a:lnTo><a:pt x="335340" y="497185"/></a:lnTo><a:lnTo><a:pt x="373099" y="473560"/></a:lnTo><a:lnTo><a:pt x="413532" y="444002"/></a:lnTo><a:lnTo><a:pt x="440027" y="416208"/></a:lnTo><a:lnTo><a:pt x="449023" y="396768"/></a:lnTo><a:lnTo><a:pt x="448590" y="379393"/></a:lnTo><a:lnTo><a:pt x="423904" y="349873"/></a:lnTo><a:lnTo><a:pt x="380130" y="327806"/></a:lnTo><a:lnTo><a:pt x="340997" y="314451"/></a:lnTo><a:lnTo><a:pt x="289544" y="300414"/></a:lnTo><a:lnTo><a:pt x="261413" y="293697"/></a:lnTo><a:lnTo><a:pt x="254107" y="292018"/></a:lnTo></a:path></a:pathLst></a:custGeom><a:ln w="3175"><a:solidFill><a:srgbClr val="003EFF"/></a:solidFill></a:ln></p:spPr><p:txBody><a:bodyPr wrap="square" lIns="0" tIns="0" rIns="0" bIns="0" rtlCol="0"/><a:lstStyle/><a:p/></p:txBody></p:sp><p:sp><p:nvSpPr><p:cNvPr id="825" name="object 825"/><p:cNvSpPr/><p:nvPr/></p:nvSpPr><p:spPr><a:xfrm><a:off x="16547204" y="12724891"/><a:ext cx="19050" cy="37465"/></a:xfrm><a:custGeom><a:avLst/><a:gdLst/><a:ahLst/><a:cxnLst/><a:rect l="l" t="t" r="r" b="b"/><a:pathLst><a:path w="19050" h="37465"><a:moveTo><a:pt x="0" y="36862"/></a:moveTo><a:lnTo><a:pt x="0" y="0"/></a:lnTo><a:lnTo><a:pt x="9237" y="0"/></a:lnTo><a:lnTo><a:pt x="13184" y="1679"/></a:lnTo><a:lnTo><a:pt x="15787" y="5206"/></a:lnTo><a:lnTo><a:pt x="17130" y="8732"/></a:lnTo><a:lnTo><a:pt x="18474" y="14022"/></a:lnTo><a:lnTo><a:pt x="18474" y="22839"/></a:lnTo><a:lnTo><a:pt x="17130" y="28129"/></a:lnTo><a:lnTo><a:pt x="15787" y="31656"/></a:lnTo><a:lnTo><a:pt x="13184" y="35183"/></a:lnTo><a:lnTo><a:pt x="9237" y="36862"/></a:lnTo><a:lnTo><a:pt x="0" y="36862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826" name="object 826"/><p:cNvSpPr/><p:nvPr/></p:nvSpPr><p:spPr><a:xfrm><a:off x="16589359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827" name="object 827"/><p:cNvSpPr/><p:nvPr/></p:nvSpPr><p:spPr><a:xfrm><a:off x="16573572" y="12737150"/><a:ext cx="15875" cy="24765"/></a:xfrm><a:custGeom><a:avLst/><a:gdLst/><a:ahLst/><a:cxnLst/><a:rect l="l" t="t" r="r" b="b"/><a:pathLst><a:path w="15875" h="24765"><a:moveTo><a:pt x="15787" y="5290"/></a:moveTo><a:lnTo><a:pt x="13184" y="1763"/></a:lnTo><a:lnTo><a:pt x="10580" y="0"/></a:lnTo><a:lnTo><a:pt x="6550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550" y="24603"/></a:lnTo><a:lnTo><a:pt x="10580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828" name="object 828"/><p:cNvSpPr/><p:nvPr/></p:nvSpPr><p:spPr><a:xfrm><a:off x="16601283" y="12724891"/><a:ext cx="6985" cy="37465"/></a:xfrm><a:custGeom><a:avLst/><a:gdLst/><a:ahLst/><a:cxnLst/><a:rect l="l" t="t" r="r" b="b"/><a:pathLst><a:path w="6984" h="37465"><a:moveTo><a:pt x="0" y="0"/></a:moveTo><a:lnTo><a:pt x="0" y="29893"/></a:lnTo><a:lnTo><a:pt x="1343" y="35183"/></a:lnTo><a:lnTo><a:pt x="3946" y="36862"/></a:lnTo><a:lnTo><a:pt x="655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829" name="object 829"/><p:cNvSpPr/><p:nvPr/></p:nvSpPr><p:spPr><a:xfrm><a:off x="16597337" y="12737150"/><a:ext cx="9525" cy="0"/></a:xfrm><a:custGeom><a:avLst/><a:gdLst/><a:ahLst/><a:cxnLst/><a:rect l="l" t="t" r="r" b="b"/><a:pathLst><a:path w="9525" h="0"><a:moveTo><a:pt x="0" y="0"/></a:moveTo><a:lnTo><a:pt x="923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830" name="object 830"/><p:cNvSpPr/><p:nvPr/></p:nvSpPr><p:spPr><a:xfrm><a:off x="16614468" y="12737150"/><a:ext cx="15875" cy="24765"/></a:xfrm><a:custGeom><a:avLst/><a:gdLst/><a:ahLst/><a:cxnLst/><a:rect l="l" t="t" r="r" b="b"/><a:pathLst><a:path w="15875" h="24765"><a:moveTo><a:pt x="0" y="10580"/></a:moveTo><a:lnTo><a:pt x="15871" y="10580"/></a:lnTo><a:lnTo><a:pt x="15871" y="7053"/></a:lnTo><a:lnTo><a:pt x="14527" y="3526"/></a:lnTo><a:lnTo><a:pt x="13184" y="1763"/></a:lnTo><a:lnTo><a:pt x="10580" y="0"/></a:lnTo><a:lnTo><a:pt x="6634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634" y="24603"/></a:lnTo><a:lnTo><a:pt x="10580" y="24603"/></a:lnTo><a:lnTo><a:pt x="13184" y="22923"/></a:lnTo><a:lnTo><a:pt x="15871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831" name="object 831"/><p:cNvSpPr/><p:nvPr/></p:nvSpPr><p:spPr><a:xfrm><a:off x="16665944" y="12724891"/><a:ext cx="19050" cy="37465"/></a:xfrm><a:custGeom><a:avLst/><a:gdLst/><a:ahLst/><a:cxnLst/><a:rect l="l" t="t" r="r" b="b"/><a:pathLst><a:path w="19050" h="37465"><a:moveTo><a:pt x="18474" y="5206"/></a:moveTo><a:lnTo><a:pt x="15787" y="1679"/></a:lnTo><a:lnTo><a:pt x="11840" y="0"/></a:lnTo><a:lnTo><a:pt x="6550" y="0"/></a:lnTo><a:lnTo><a:pt x="2603" y="1679"/></a:lnTo><a:lnTo><a:pt x="0" y="5206"/></a:lnTo><a:lnTo><a:pt x="0" y="8732"/></a:lnTo><a:lnTo><a:pt x="1343" y="12259"/></a:lnTo><a:lnTo><a:pt x="2603" y="14022"/></a:lnTo><a:lnTo><a:pt x="5290" y="15786"/></a:lnTo><a:lnTo><a:pt x="13184" y="19312"/></a:lnTo><a:lnTo><a:pt x="15787" y="21076"/></a:lnTo><a:lnTo><a:pt x="17130" y="22839"/></a:lnTo><a:lnTo><a:pt x="18474" y="26366"/></a:lnTo><a:lnTo><a:pt x="18474" y="31656"/></a:lnTo><a:lnTo><a:pt x="15787" y="35183"/></a:lnTo><a:lnTo><a:pt x="11840" y="36862"/></a:lnTo><a:lnTo><a:pt x="6550" y="36862"/></a:lnTo><a:lnTo><a:pt x="2603" y="35183"/></a:lnTo><a:lnTo><a:pt x="0" y="31656"/></a:lnTo></a:path></a:pathLst></a:custGeom><a:ln w="3175"><a:solidFill><a:srgbClr val="000000"/></a:solidFill></a:ln></p:spPr><p:txBody><a:bodyPr wrap="square" lIns="0" tIns="0" rIns="0" bIns="0" rtlCol="0"/><a:lstStyle/><a:p/></p:txBody></p:sp><p:sp><p:nvSpPr><p:cNvPr id="832" name="object 832"/><p:cNvSpPr/><p:nvPr/></p:nvSpPr><p:spPr><a:xfrm><a:off x="16692312" y="12723128"/><a:ext cx="3175" cy="3810"/></a:xfrm><a:custGeom><a:avLst/><a:gdLst/><a:ahLst/><a:cxnLst/><a:rect l="l" t="t" r="r" b="b"/><a:pathLst><a:path w="3175" h="3809"><a:moveTo><a:pt x="0" y="1763"/></a:moveTo><a:lnTo><a:pt x="1343" y="3442"/></a:lnTo><a:lnTo><a:pt x="2603" y="1763"/></a:lnTo><a:lnTo><a:pt x="1343" y="0"/></a:lnTo><a:lnTo><a:pt x="0" y="1763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833" name="object 833"/><p:cNvSpPr/><p:nvPr/></p:nvSpPr><p:spPr><a:xfrm><a:off x="16693656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834" name="object 834"/><p:cNvSpPr/><p:nvPr/></p:nvSpPr><p:spPr><a:xfrm><a:off x="16706840" y="12737150"/><a:ext cx="12065" cy="37465"/></a:xfrm><a:custGeom><a:avLst/><a:gdLst/><a:ahLst/><a:cxnLst/><a:rect l="l" t="t" r="r" b="b"/><a:pathLst><a:path w="12065" h="37465"><a:moveTo><a:pt x="11840" y="0"/></a:moveTo><a:lnTo><a:pt x="11840" y="28129"/></a:lnTo><a:lnTo><a:pt x="10580" y="33419"/></a:lnTo><a:lnTo><a:pt x="9237" y="35183"/></a:lnTo><a:lnTo><a:pt x="6550" y="36946"/></a:lnTo><a:lnTo><a:pt x="2603" y="36946"/></a:lnTo><a:lnTo><a:pt x="0" y="35183"/></a:lnTo></a:path></a:pathLst></a:custGeom><a:ln w="3175"><a:solidFill><a:srgbClr val="000000"/></a:solidFill></a:ln></p:spPr><p:txBody><a:bodyPr wrap="square" lIns="0" tIns="0" rIns="0" bIns="0" rtlCol="0"/><a:lstStyle/><a:p/></p:txBody></p:sp><p:sp><p:nvSpPr><p:cNvPr id="835" name="object 835"/><p:cNvSpPr/><p:nvPr/></p:nvSpPr><p:spPr><a:xfrm><a:off x="16702893" y="12737150"/><a:ext cx="15875" cy="24765"/></a:xfrm><a:custGeom><a:avLst/><a:gdLst/><a:ahLst/><a:cxnLst/><a:rect l="l" t="t" r="r" b="b"/><a:pathLst><a:path w="15875" h="24765"><a:moveTo><a:pt x="15787" y="5290"/></a:moveTo><a:lnTo><a:pt x="13184" y="1763"/></a:lnTo><a:lnTo><a:pt x="10496" y="0"/></a:lnTo><a:lnTo><a:pt x="6550" y="0"/></a:lnTo><a:lnTo><a:pt x="3946" y="1763"/></a:lnTo><a:lnTo><a:pt x="1259" y="5290"/></a:lnTo><a:lnTo><a:pt x="0" y="10580"/></a:lnTo><a:lnTo><a:pt x="0" y="14106"/></a:lnTo><a:lnTo><a:pt x="1259" y="19396"/></a:lnTo><a:lnTo><a:pt x="3946" y="22923"/></a:lnTo><a:lnTo><a:pt x="6550" y="24603"/></a:lnTo><a:lnTo><a:pt x="10496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836" name="object 836"/><p:cNvSpPr/><p:nvPr/></p:nvSpPr><p:spPr><a:xfrm><a:off x="16729261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837" name="object 837"/><p:cNvSpPr/><p:nvPr/></p:nvSpPr><p:spPr><a:xfrm><a:off x="16729261" y="12737150"/><a:ext cx="14604" cy="24765"/></a:xfrm><a:custGeom><a:avLst/><a:gdLst/><a:ahLst/><a:cxnLst/><a:rect l="l" t="t" r="r" b="b"/><a:pathLst><a:path w="14605" h="24765"><a:moveTo><a:pt x="0" y="7053"/></a:moveTo><a:lnTo><a:pt x="3946" y="1763"/></a:lnTo><a:lnTo><a:pt x="6634" y="0"/></a:lnTo><a:lnTo><a:pt x="10580" y="0"/></a:lnTo><a:lnTo><a:pt x="13184" y="1763"/></a:lnTo><a:lnTo><a:pt x="14527" y="7053"/></a:lnTo><a:lnTo><a:pt x="14527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838" name="object 838"/><p:cNvSpPr/><p:nvPr/></p:nvSpPr><p:spPr><a:xfrm><a:off x="16753026" y="12737150"/><a:ext cx="15875" cy="24765"/></a:xfrm><a:custGeom><a:avLst/><a:gdLst/><a:ahLst/><a:cxnLst/><a:rect l="l" t="t" r="r" b="b"/><a:pathLst><a:path w="15875" h="24765"><a:moveTo><a:pt x="0" y="10580"/></a:moveTo><a:lnTo><a:pt x="15787" y="10580"/></a:lnTo><a:lnTo><a:pt x="15787" y="7053"/></a:lnTo><a:lnTo><a:pt x="14527" y="3526"/></a:lnTo><a:lnTo><a:pt x="13184" y="1763"/></a:lnTo><a:lnTo><a:pt x="10580" y="0"/></a:lnTo><a:lnTo><a:pt x="6550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550" y="24603"/></a:lnTo><a:lnTo><a:pt x="10580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839" name="object 839"/><p:cNvSpPr/><p:nvPr/></p:nvSpPr><p:spPr><a:xfrm><a:off x="16792578" y="12724891"/><a:ext cx="0" cy="37465"/></a:xfrm><a:custGeom><a:avLst/><a:gdLst/><a:ahLst/><a:cxnLst/><a:rect l="l" t="t" r="r" b="b"/><a:pathLst><a:path w="0" h="37465"><a:moveTo><a:pt x="0" y="0"/></a:moveTo><a:lnTo><a:pt x="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840" name="object 840"/><p:cNvSpPr/><p:nvPr/></p:nvSpPr><p:spPr><a:xfrm><a:off x="16776791" y="12737150"/><a:ext cx="15875" cy="24765"/></a:xfrm><a:custGeom><a:avLst/><a:gdLst/><a:ahLst/><a:cxnLst/><a:rect l="l" t="t" r="r" b="b"/><a:pathLst><a:path w="15875" h="24765"><a:moveTo><a:pt x="15787" y="5290"/></a:moveTo><a:lnTo><a:pt x="13184" y="1763"/></a:lnTo><a:lnTo><a:pt x="10496" y="0"/></a:lnTo><a:lnTo><a:pt x="6550" y="0"/></a:lnTo><a:lnTo><a:pt x="3946" y="1763"/></a:lnTo><a:lnTo><a:pt x="1259" y="5290"/></a:lnTo><a:lnTo><a:pt x="0" y="10580"/></a:lnTo><a:lnTo><a:pt x="0" y="14106"/></a:lnTo><a:lnTo><a:pt x="1259" y="19396"/></a:lnTo><a:lnTo><a:pt x="3946" y="22923"/></a:lnTo><a:lnTo><a:pt x="6550" y="24603"/></a:lnTo><a:lnTo><a:pt x="10496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841" name="object 841"/><p:cNvSpPr/><p:nvPr/></p:nvSpPr><p:spPr><a:xfrm><a:off x="16803159" y="12737150"/><a:ext cx="3175" cy="3810"/></a:xfrm><a:custGeom><a:avLst/><a:gdLst/><a:ahLst/><a:cxnLst/><a:rect l="l" t="t" r="r" b="b"/><a:pathLst><a:path w="3175" h="3809"><a:moveTo><a:pt x="1343" y="0"/></a:moveTo><a:lnTo><a:pt x="0" y="1763"/></a:lnTo><a:lnTo><a:pt x="1343" y="3526"/></a:lnTo><a:lnTo><a:pt x="2603" y="1763"/></a:lnTo><a:lnTo><a:pt x="1343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842" name="object 842"/><p:cNvSpPr/><p:nvPr/></p:nvSpPr><p:spPr><a:xfrm><a:off x="16803159" y="12758311"/><a:ext cx="3175" cy="3810"/></a:xfrm><a:custGeom><a:avLst/><a:gdLst/><a:ahLst/><a:cxnLst/><a:rect l="l" t="t" r="r" b="b"/><a:pathLst><a:path w="3175" h="3809"><a:moveTo><a:pt x="1343" y="0"/></a:moveTo><a:lnTo><a:pt x="0" y="1763"/></a:lnTo><a:lnTo><a:pt x="1343" y="3442"/></a:lnTo><a:lnTo><a:pt x="2603" y="1763"/></a:lnTo><a:lnTo><a:pt x="1343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843" name="object 843"/><p:cNvSpPr/><p:nvPr/></p:nvSpPr><p:spPr><a:xfrm><a:off x="16844055" y="12724891"/><a:ext cx="19050" cy="37465"/></a:xfrm><a:custGeom><a:avLst/><a:gdLst/><a:ahLst/><a:cxnLst/><a:rect l="l" t="t" r="r" b="b"/><a:pathLst><a:path w="19050" h="37465"><a:moveTo><a:pt x="0" y="36862"/></a:moveTo><a:lnTo><a:pt x="0" y="0"/></a:lnTo><a:lnTo><a:pt x="9237" y="0"/></a:lnTo><a:lnTo><a:pt x="13184" y="1679"/></a:lnTo><a:lnTo><a:pt x="15871" y="5206"/></a:lnTo><a:lnTo><a:pt x="17130" y="8732"/></a:lnTo><a:lnTo><a:pt x="18474" y="14022"/></a:lnTo><a:lnTo><a:pt x="18474" y="22839"/></a:lnTo><a:lnTo><a:pt x="17130" y="28129"/></a:lnTo><a:lnTo><a:pt x="15871" y="31656"/></a:lnTo><a:lnTo><a:pt x="13184" y="35183"/></a:lnTo><a:lnTo><a:pt x="9237" y="36862"/></a:lnTo><a:lnTo><a:pt x="0" y="36862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844" name="object 844"/><p:cNvSpPr/><p:nvPr/></p:nvSpPr><p:spPr><a:xfrm><a:off x="16870423" y="12737150"/><a:ext cx="15875" cy="24765"/></a:xfrm><a:custGeom><a:avLst/><a:gdLst/><a:ahLst/><a:cxnLst/><a:rect l="l" t="t" r="r" b="b"/><a:pathLst><a:path w="15875" h="24765"><a:moveTo><a:pt x="0" y="10580"/></a:moveTo><a:lnTo><a:pt x="15871" y="10580"/></a:lnTo><a:lnTo><a:pt x="15871" y="7053"/></a:lnTo><a:lnTo><a:pt x="14527" y="3526"/></a:lnTo><a:lnTo><a:pt x="13184" y="1763"/></a:lnTo><a:lnTo><a:pt x="10580" y="0"/></a:lnTo><a:lnTo><a:pt x="6634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634" y="24603"/></a:lnTo><a:lnTo><a:pt x="10580" y="24603"/></a:lnTo><a:lnTo><a:pt x="13184" y="22923"/></a:lnTo><a:lnTo><a:pt x="15871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845" name="object 845"/><p:cNvSpPr/><p:nvPr/></p:nvSpPr><p:spPr><a:xfrm><a:off x="16894188" y="12737150"/><a:ext cx="15875" cy="24765"/></a:xfrm><a:custGeom><a:avLst/><a:gdLst/><a:ahLst/><a:cxnLst/><a:rect l="l" t="t" r="r" b="b"/><a:pathLst><a:path w="15875" h="24765"><a:moveTo><a:pt x="15871" y="5290"/></a:moveTo><a:lnTo><a:pt x="13184" y="1763"/></a:lnTo><a:lnTo><a:pt x="10580" y="0"/></a:lnTo><a:lnTo><a:pt x="6634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634" y="24603"/></a:lnTo><a:lnTo><a:pt x="10580" y="24603"/></a:lnTo><a:lnTo><a:pt x="13184" y="22923"/></a:lnTo><a:lnTo><a:pt x="15871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846" name="object 846"/><p:cNvSpPr/><p:nvPr/></p:nvSpPr><p:spPr><a:xfrm><a:off x="16917953" y="12737150"/><a:ext cx="15875" cy="24765"/></a:xfrm><a:custGeom><a:avLst/><a:gdLst/><a:ahLst/><a:cxnLst/><a:rect l="l" t="t" r="r" b="b"/><a:pathLst><a:path w="15875" h="24765"><a:moveTo><a:pt x="0" y="10580"/></a:moveTo><a:lnTo><a:pt x="15787" y="10580"/></a:lnTo><a:lnTo><a:pt x="15787" y="7053"/></a:lnTo><a:lnTo><a:pt x="14527" y="3526"/></a:lnTo><a:lnTo><a:pt x="13184" y="1763"/></a:lnTo><a:lnTo><a:pt x="10580" y="0"/></a:lnTo><a:lnTo><a:pt x="6550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550" y="24603"/></a:lnTo><a:lnTo><a:pt x="10580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847" name="object 847"/><p:cNvSpPr/><p:nvPr/></p:nvSpPr><p:spPr><a:xfrm><a:off x="16942977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848" name="object 848"/><p:cNvSpPr/><p:nvPr/></p:nvSpPr><p:spPr><a:xfrm><a:off x="16942977" y="12737150"/><a:ext cx="14604" cy="24765"/></a:xfrm><a:custGeom><a:avLst/><a:gdLst/><a:ahLst/><a:cxnLst/><a:rect l="l" t="t" r="r" b="b"/><a:pathLst><a:path w="14605" h="24765"><a:moveTo><a:pt x="0" y="7053"/></a:moveTo><a:lnTo><a:pt x="4030" y="1763"/></a:lnTo><a:lnTo><a:pt x="6634" y="0"/></a:lnTo><a:lnTo><a:pt x="10580" y="0"/></a:lnTo><a:lnTo><a:pt x="13268" y="1763"/></a:lnTo><a:lnTo><a:pt x="14527" y="7053"/></a:lnTo><a:lnTo><a:pt x="14527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849" name="object 849"/><p:cNvSpPr/><p:nvPr/></p:nvSpPr><p:spPr><a:xfrm><a:off x="16957504" y="12737150"/><a:ext cx="14604" cy="24765"/></a:xfrm><a:custGeom><a:avLst/><a:gdLst/><a:ahLst/><a:cxnLst/><a:rect l="l" t="t" r="r" b="b"/><a:pathLst><a:path w="14605" h="24765"><a:moveTo><a:pt x="0" y="7053"/></a:moveTo><a:lnTo><a:pt x="3946" y="1763"/></a:lnTo><a:lnTo><a:pt x="6634" y="0"/></a:lnTo><a:lnTo><a:pt x="10580" y="0"/></a:lnTo><a:lnTo><a:pt x="13184" y="1763"/></a:lnTo><a:lnTo><a:pt x="14527" y="7053"/></a:lnTo><a:lnTo><a:pt x="14527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850" name="object 850"/><p:cNvSpPr/><p:nvPr/></p:nvSpPr><p:spPr><a:xfrm><a:off x="16982613" y="12724891"/><a:ext cx="0" cy="37465"/></a:xfrm><a:custGeom><a:avLst/><a:gdLst/><a:ahLst/><a:cxnLst/><a:rect l="l" t="t" r="r" b="b"/><a:pathLst><a:path w="0" h="37465"><a:moveTo><a:pt x="0" y="0"/></a:moveTo><a:lnTo><a:pt x="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851" name="object 851"/><p:cNvSpPr/><p:nvPr/></p:nvSpPr><p:spPr><a:xfrm><a:off x="16982613" y="12737150"/><a:ext cx="15875" cy="24765"/></a:xfrm><a:custGeom><a:avLst/><a:gdLst/><a:ahLst/><a:cxnLst/><a:rect l="l" t="t" r="r" b="b"/><a:pathLst><a:path w="15875" h="24765"><a:moveTo><a:pt x="0" y="5290"/></a:moveTo><a:lnTo><a:pt x="2603" y="1763"/></a:lnTo><a:lnTo><a:pt x="5290" y="0"/></a:lnTo><a:lnTo><a:pt x="9237" y="0"/></a:lnTo><a:lnTo><a:pt x="11840" y="1763"/></a:lnTo><a:lnTo><a:pt x="14527" y="5290"/></a:lnTo><a:lnTo><a:pt x="15787" y="10580"/></a:lnTo><a:lnTo><a:pt x="15787" y="14106"/></a:lnTo><a:lnTo><a:pt x="14527" y="19396"/></a:lnTo><a:lnTo><a:pt x="11840" y="22923"/></a:lnTo><a:lnTo><a:pt x="9237" y="24603"/></a:lnTo><a:lnTo><a:pt x="5290" y="24603"/></a:lnTo><a:lnTo><a:pt x="2603" y="22923"/></a:lnTo><a:lnTo><a:pt x="0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852" name="object 852"/><p:cNvSpPr/><p:nvPr/></p:nvSpPr><p:spPr><a:xfrm><a:off x="17006378" y="12737150"/><a:ext cx="15875" cy="24765"/></a:xfrm><a:custGeom><a:avLst/><a:gdLst/><a:ahLst/><a:cxnLst/><a:rect l="l" t="t" r="r" b="b"/><a:pathLst><a:path w="15875" h="24765"><a:moveTo><a:pt x="0" y="10580"/></a:moveTo><a:lnTo><a:pt x="15787" y="10580"/></a:lnTo><a:lnTo><a:pt x="15787" y="7053"/></a:lnTo><a:lnTo><a:pt x="14527" y="3526"/></a:lnTo><a:lnTo><a:pt x="13184" y="1763"/></a:lnTo><a:lnTo><a:pt x="10496" y="0"/></a:lnTo><a:lnTo><a:pt x="6550" y="0"/></a:lnTo><a:lnTo><a:pt x="3946" y="1763"/></a:lnTo><a:lnTo><a:pt x="1259" y="5290"/></a:lnTo><a:lnTo><a:pt x="0" y="10580"/></a:lnTo><a:lnTo><a:pt x="0" y="14106"/></a:lnTo><a:lnTo><a:pt x="1259" y="19396"/></a:lnTo><a:lnTo><a:pt x="3946" y="22923"/></a:lnTo><a:lnTo><a:pt x="6550" y="24603"/></a:lnTo><a:lnTo><a:pt x="10496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853" name="object 853"/><p:cNvSpPr/><p:nvPr/></p:nvSpPr><p:spPr><a:xfrm><a:off x="17031402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854" name="object 854"/><p:cNvSpPr/><p:nvPr/></p:nvSpPr><p:spPr><a:xfrm><a:off x="17031402" y="12737150"/><a:ext cx="10795" cy="10795"/></a:xfrm><a:custGeom><a:avLst/><a:gdLst/><a:ahLst/><a:cxnLst/><a:rect l="l" t="t" r="r" b="b"/><a:pathLst><a:path w="10794" h="10795"><a:moveTo><a:pt x="0" y="10580"/></a:moveTo><a:lnTo><a:pt x="1343" y="5290"/></a:lnTo><a:lnTo><a:pt x="3946" y="1763"/></a:lnTo><a:lnTo><a:pt x="6634" y="0"/></a:lnTo><a:lnTo><a:pt x="105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855" name="object 855"/><p:cNvSpPr/><p:nvPr/></p:nvSpPr><p:spPr><a:xfrm><a:off x="17078932" y="12724891"/><a:ext cx="6985" cy="37465"/></a:xfrm><a:custGeom><a:avLst/><a:gdLst/><a:ahLst/><a:cxnLst/><a:rect l="l" t="t" r="r" b="b"/><a:pathLst><a:path w="6984" h="37465"><a:moveTo><a:pt x="0" y="6969"/></a:moveTo><a:lnTo><a:pt x="2603" y="5206"/></a:lnTo><a:lnTo><a:pt x="6550" y="0"/></a:lnTo><a:lnTo><a:pt x="655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856" name="object 856"/><p:cNvSpPr/><p:nvPr/></p:nvSpPr><p:spPr><a:xfrm><a:off x="17101353" y="12724891"/><a:ext cx="17145" cy="37465"/></a:xfrm><a:custGeom><a:avLst/><a:gdLst/><a:ahLst/><a:cxnLst/><a:rect l="l" t="t" r="r" b="b"/><a:pathLst><a:path w="17144" h="37465"><a:moveTo><a:pt x="17130" y="12259"/></a:moveTo><a:lnTo><a:pt x="0" y="12259"/></a:lnTo><a:lnTo><a:pt x="0" y="10496"/></a:lnTo><a:lnTo><a:pt x="1343" y="5206"/></a:lnTo><a:lnTo><a:pt x="3946" y="1679"/></a:lnTo><a:lnTo><a:pt x="7893" y="0"/></a:lnTo><a:lnTo><a:pt x="9237" y="0"/></a:lnTo><a:lnTo><a:pt x="13184" y="1679"/></a:lnTo><a:lnTo><a:pt x="15871" y="5206"/></a:lnTo><a:lnTo><a:pt x="17130" y="12259"/></a:lnTo><a:lnTo><a:pt x="17130" y="21076"/></a:lnTo><a:lnTo><a:pt x="15871" y="29893"/></a:lnTo><a:lnTo><a:pt x="13184" y="35183"/></a:lnTo><a:lnTo><a:pt x="9237" y="36862"/></a:lnTo><a:lnTo><a:pt x="6634" y="36862"/></a:lnTo><a:lnTo><a:pt x="2603" y="35183"/></a:lnTo><a:lnTo><a:pt x="1343" y="31656"/></a:lnTo></a:path></a:pathLst></a:custGeom><a:ln w="3175"><a:solidFill><a:srgbClr val="000000"/></a:solidFill></a:ln></p:spPr><p:txBody><a:bodyPr wrap="square" lIns="0" tIns="0" rIns="0" bIns="0" rtlCol="0"/><a:lstStyle/><a:p/></p:txBody></p:sp><p:sp><p:nvSpPr><p:cNvPr id="857" name="object 857"/><p:cNvSpPr/><p:nvPr/></p:nvSpPr><p:spPr><a:xfrm><a:off x="17129065" y="12758311"/><a:ext cx="3175" cy="10795"/></a:xfrm><a:custGeom><a:avLst/><a:gdLst/><a:ahLst/><a:cxnLst/><a:rect l="l" t="t" r="r" b="b"/><a:pathLst><a:path w="3175" h="10795"><a:moveTo><a:pt x="2603" y="1763"/></a:moveTo><a:lnTo><a:pt x="1343" y="3442"/></a:lnTo><a:lnTo><a:pt x="0" y="1763"/></a:lnTo><a:lnTo><a:pt x="1343" y="0"/></a:lnTo><a:lnTo><a:pt x="2603" y="1763"/></a:lnTo><a:lnTo><a:pt x="2603" y="5206"/></a:lnTo><a:lnTo><a:pt x="1343" y="8732"/></a:lnTo><a:lnTo><a:pt x="0" y="10496"/></a:lnTo></a:path></a:pathLst></a:custGeom><a:ln w="3175"><a:solidFill><a:srgbClr val="000000"/></a:solidFill></a:ln></p:spPr><p:txBody><a:bodyPr wrap="square" lIns="0" tIns="0" rIns="0" bIns="0" rtlCol="0"/><a:lstStyle/><a:p/></p:txBody></p:sp><p:sp><p:nvSpPr><p:cNvPr id="858" name="object 858"/><p:cNvSpPr/><p:nvPr/></p:nvSpPr><p:spPr><a:xfrm><a:off x="17168617" y="12724891"/><a:ext cx="19050" cy="37465"/></a:xfrm><a:custGeom><a:avLst/><a:gdLst/><a:ahLst/><a:cxnLst/><a:rect l="l" t="t" r="r" b="b"/><a:pathLst><a:path w="19050" h="37465"><a:moveTo><a:pt x="1343" y="8732"/></a:moveTo><a:lnTo><a:pt x="1343" y="6969"/></a:lnTo><a:lnTo><a:pt x="2687" y="3442"/></a:lnTo><a:lnTo><a:pt x="3946" y="1679"/></a:lnTo><a:lnTo><a:pt x="6634" y="0"/></a:lnTo><a:lnTo><a:pt x="11924" y="0"/></a:lnTo><a:lnTo><a:pt x="14527" y="1679"/></a:lnTo><a:lnTo><a:pt x="15871" y="3442"/></a:lnTo><a:lnTo><a:pt x="17214" y="6969"/></a:lnTo><a:lnTo><a:pt x="17214" y="10496"/></a:lnTo><a:lnTo><a:pt x="15871" y="14022"/></a:lnTo><a:lnTo><a:pt x="13184" y="19312"/></a:lnTo><a:lnTo><a:pt x="0" y="36862"/></a:lnTo><a:lnTo><a:pt x="18474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859" name="object 859"/><p:cNvSpPr/><p:nvPr/></p:nvSpPr><p:spPr><a:xfrm><a:off x="17195069" y="12724891"/><a:ext cx="19050" cy="37465"/></a:xfrm><a:custGeom><a:avLst/><a:gdLst/><a:ahLst/><a:cxnLst/><a:rect l="l" t="t" r="r" b="b"/><a:pathLst><a:path w="19050" h="37465"><a:moveTo><a:pt x="7893" y="0"/></a:moveTo><a:lnTo><a:pt x="3946" y="1679"/></a:lnTo><a:lnTo><a:pt x="1259" y="6969"/></a:lnTo><a:lnTo><a:pt x="0" y="15786"/></a:lnTo><a:lnTo><a:pt x="0" y="21076"/></a:lnTo><a:lnTo><a:pt x="1259" y="29893"/></a:lnTo><a:lnTo><a:pt x="3946" y="35183"/></a:lnTo><a:lnTo><a:pt x="7893" y="36862"/></a:lnTo><a:lnTo><a:pt x="10496" y="36862"/></a:lnTo><a:lnTo><a:pt x="14443" y="35183"/></a:lnTo><a:lnTo><a:pt x="17130" y="29893"/></a:lnTo><a:lnTo><a:pt x="18474" y="21076"/></a:lnTo><a:lnTo><a:pt x="18474" y="15786"/></a:lnTo><a:lnTo><a:pt x="17130" y="6969"/></a:lnTo><a:lnTo><a:pt x="14443" y="1679"/></a:lnTo><a:lnTo><a:pt x="10496" y="0"/></a:lnTo><a:lnTo><a:pt x="7893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860" name="object 860"/><p:cNvSpPr/><p:nvPr/></p:nvSpPr><p:spPr><a:xfrm><a:off x="17221437" y="12724891"/><a:ext cx="19050" cy="37465"/></a:xfrm><a:custGeom><a:avLst/><a:gdLst/><a:ahLst/><a:cxnLst/><a:rect l="l" t="t" r="r" b="b"/><a:pathLst><a:path w="19050" h="37465"><a:moveTo><a:pt x="1343" y="8732"/></a:moveTo><a:lnTo><a:pt x="1343" y="6969"/></a:lnTo><a:lnTo><a:pt x="2603" y="3442"/></a:lnTo><a:lnTo><a:pt x="3946" y="1679"/></a:lnTo><a:lnTo><a:pt x="6550" y="0"/></a:lnTo><a:lnTo><a:pt x="11840" y="0"/></a:lnTo><a:lnTo><a:pt x="14527" y="1679"/></a:lnTo><a:lnTo><a:pt x="15787" y="3442"/></a:lnTo><a:lnTo><a:pt x="17130" y="6969"/></a:lnTo><a:lnTo><a:pt x="17130" y="10496"/></a:lnTo><a:lnTo><a:pt x="15787" y="14022"/></a:lnTo><a:lnTo><a:pt x="13184" y="19312"/></a:lnTo><a:lnTo><a:pt x="0" y="36862"/></a:lnTo><a:lnTo><a:pt x="18474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861" name="object 861"/><p:cNvSpPr/><p:nvPr/></p:nvSpPr><p:spPr><a:xfrm><a:off x="17247805" y="12724891"/><a:ext cx="19050" cy="37465"/></a:xfrm><a:custGeom><a:avLst/><a:gdLst/><a:ahLst/><a:cxnLst/><a:rect l="l" t="t" r="r" b="b"/><a:pathLst><a:path w="19050" h="37465"><a:moveTo><a:pt x="15871" y="0"/></a:moveTo><a:lnTo><a:pt x="2687" y="0"/></a:lnTo><a:lnTo><a:pt x="1343" y="15786"/></a:lnTo><a:lnTo><a:pt x="2687" y="14022"/></a:lnTo><a:lnTo><a:pt x="6634" y="12259"/></a:lnTo><a:lnTo><a:pt x="10580" y="12259"/></a:lnTo><a:lnTo><a:pt x="14527" y="14022"/></a:lnTo><a:lnTo><a:pt x="17130" y="17549"/></a:lnTo><a:lnTo><a:pt x="18474" y="22839"/></a:lnTo><a:lnTo><a:pt x="18474" y="26366"/></a:lnTo><a:lnTo><a:pt x="17130" y="31656"/></a:lnTo><a:lnTo><a:pt x="14527" y="35183"/></a:lnTo><a:lnTo><a:pt x="10580" y="36862"/></a:lnTo><a:lnTo><a:pt x="6634" y="36862"/></a:lnTo><a:lnTo><a:pt x="2687" y="35183"/></a:lnTo><a:lnTo><a:pt x="1343" y="33419"/></a:lnTo><a:lnTo><a:pt x="0" y="29893"/></a:lnTo></a:path></a:pathLst></a:custGeom><a:ln w="3175"><a:solidFill><a:srgbClr val="000000"/></a:solidFill></a:ln></p:spPr><p:txBody><a:bodyPr wrap="square" lIns="0" tIns="0" rIns="0" bIns="0" rtlCol="0"/><a:lstStyle/><a:p/></p:txBody></p:sp><p:sp><p:nvSpPr><p:cNvPr id="862" name="object 862"/><p:cNvSpPr/><p:nvPr/></p:nvSpPr><p:spPr><a:xfrm><a:off x="11357412" y="3750717"/><a:ext cx="1923414" cy="380365"/></a:xfrm><a:custGeom><a:avLst/><a:gdLst/><a:ahLst/><a:cxnLst/><a:rect l="l" t="t" r="r" b="b"/><a:pathLst><a:path w="1923415" h="380364"><a:moveTo><a:pt x="1922881" y="0"/></a:moveTo><a:lnTo><a:pt x="0" y="0"/></a:lnTo><a:lnTo><a:pt x="0" y="379969"/></a:lnTo><a:lnTo><a:pt x="1922881" y="379969"/></a:lnTo><a:lnTo><a:pt x="1922881" y="0"/></a:lnTo><a:close/></a:path></a:pathLst></a:custGeom><a:solidFill><a:srgbClr val="FFFFFF"/></a:solidFill></p:spPr><p:txBody><a:bodyPr wrap="square" lIns="0" tIns="0" rIns="0" bIns="0" rtlCol="0"/><a:lstStyle/><a:p/></p:txBody></p:sp></p:grpSp><p:sp><p:nvSpPr><p:cNvPr id="863" name="object 863"/><p:cNvSpPr txBox="1"/><p:nvPr/></p:nvSpPr><p:spPr><a:xfrm><a:off x="11369830" y="3748216"/><a:ext cx="1922780" cy="137160"/></a:xfrm><a:prstGeom prst="rect"><a:avLst/></a:prstGeom></p:spPr><p:txBody><a:bodyPr wrap="square" lIns="0" tIns="16510" rIns="0" bIns="0" rtlCol="0" vert="horz"><a:spAutoFit/></a:bodyPr><a:lstStyle/><a:p><a:pPr marL="18415"><a:lnSpc><a:spcPct val="100000"/></a:lnSpc><a:spcBef><a:spcPts val="130"/></a:spcBef></a:pPr><a:r><a:rPr dirty="0" sz="700" b="1"><a:solidFill><a:srgbClr val="FF0000"/></a:solidFill><a:latin typeface="Arial"/><a:cs typeface="Arial"/></a:rPr><a:t>2025</a:t></a:r><a:r><a:rPr dirty="0" sz="700" spc="60" b="1"><a:solidFill><a:srgbClr val="FF0000"/></a:solidFill><a:latin typeface="Arial"/><a:cs typeface="Arial"/></a:rPr><a:t> </a:t></a:r><a:r><a:rPr dirty="0" sz="700" b="1"><a:solidFill><a:srgbClr val="FF0000"/></a:solidFill><a:latin typeface="Arial"/><a:cs typeface="Arial"/></a:rPr><a:t>CFC</a:t></a:r><a:r><a:rPr dirty="0" sz="700" spc="65" b="1"><a:solidFill><a:srgbClr val="FF0000"/></a:solidFill><a:latin typeface="Arial"/><a:cs typeface="Arial"/></a:rPr><a:t> </a:t></a:r><a:r><a:rPr dirty="0" sz="700" b="1"><a:solidFill><a:srgbClr val="FF0000"/></a:solidFill><a:latin typeface="Arial"/><a:cs typeface="Arial"/></a:rPr><a:t>312</a:t></a:r><a:r><a:rPr dirty="0" sz="700" spc="60" b="1"><a:solidFill><a:srgbClr val="FF0000"/></a:solidFill><a:latin typeface="Arial"/><a:cs typeface="Arial"/></a:rPr><a:t> </a:t></a:r><a:r><a:rPr dirty="0" sz="700" b="1"><a:solidFill><a:srgbClr val="FF0000"/></a:solidFill><a:latin typeface="Arial"/><a:cs typeface="Arial"/></a:rPr><a:t>shall</a:t></a:r><a:r><a:rPr dirty="0" sz="700" spc="65" b="1"><a:solidFill><a:srgbClr val="FF0000"/></a:solidFill><a:latin typeface="Arial"/><a:cs typeface="Arial"/></a:rPr><a:t> </a:t></a:r><a:r><a:rPr dirty="0" sz="700" b="1"><a:solidFill><a:srgbClr val="FF0000"/></a:solidFill><a:latin typeface="Arial"/><a:cs typeface="Arial"/></a:rPr><a:t>apply</a:t></a:r><a:r><a:rPr dirty="0" sz="700" spc="65" b="1"><a:solidFill><a:srgbClr val="FF0000"/></a:solidFill><a:latin typeface="Arial"/><a:cs typeface="Arial"/></a:rPr><a:t> </a:t></a:r><a:r><a:rPr dirty="0" sz="700" b="1"><a:solidFill><a:srgbClr val="FF0000"/></a:solidFill><a:latin typeface="Arial"/><a:cs typeface="Arial"/></a:rPr><a:t>-</a:t></a:r><a:r><a:rPr dirty="0" sz="700" spc="60" b="1"><a:solidFill><a:srgbClr val="FF0000"/></a:solidFill><a:latin typeface="Arial"/><a:cs typeface="Arial"/></a:rPr><a:t> </a:t></a:r><a:r><a:rPr dirty="0" sz="700" spc="-20" b="1"><a:solidFill><a:srgbClr val="FF0000"/></a:solidFill><a:latin typeface="Arial"/><a:cs typeface="Arial"/></a:rPr><a:t>typ.</a:t></a:r><a:endParaRPr sz="700"><a:latin typeface="Arial"/><a:cs typeface="Arial"/></a:endParaRPr></a:p></p:txBody></p:sp><p:sp><p:nvSpPr><p:cNvPr id="865" name="object 865"/><p:cNvSpPr txBox="1"/><p:nvPr/></p:nvSpPr><p:spPr><a:xfrm><a:off x="19268078" y="12694577"/><a:ext cx="480695" cy="139065"/></a:xfrm><a:prstGeom prst="rect"><a:avLst/></a:prstGeom></p:spPr><p:txBody><a:bodyPr wrap="square" lIns="0" tIns="17145" rIns="0" bIns="0" rtlCol="0" vert="horz"><a:spAutoFit/></a:bodyPr><a:lstStyle/><a:p><a:pPr marL="12700"><a:lnSpc><a:spcPct val="100000"/></a:lnSpc><a:spcBef><a:spcPts val="135"/></a:spcBef></a:pPr><a:endParaRPr sz="700"><a:latin typeface="Verdana"/><a:cs typeface="Verdana"/></a:endParaRPr><a:r><a:rPr dirty="0" sz="700" spc="-10"><a:latin typeface="Verdana"/><a:t>{{CHECKED_BY}}</a:t></a:r></a:p></p:txBody></p:sp><p:sp><p:nvSpPr><p:cNvPr id="866" name="object 866"/><p:cNvSpPr txBox="1"/><p:nvPr/></p:nvSpPr><p:spPr><a:xfrm><a:off x="18642849" y="12708725"/><a:ext cx="513080" cy="110489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r><a:rPr dirty="0" sz="550"><a:latin typeface="Verdana"/><a:cs typeface="Verdana"/></a:rPr><a:t>CHECKED</a:t></a:r><a:r><a:rPr dirty="0" sz="550" spc="-30"><a:latin typeface="Verdana"/><a:cs typeface="Verdana"/></a:rPr><a:t> </a:t></a:r><a:r><a:rPr dirty="0" sz="550" spc="-25"><a:latin typeface="Verdana"/><a:cs typeface="Verdana"/></a:rPr><a:t>BY:</a:t></a:r><a:endParaRPr sz="550"><a:latin typeface="Verdana"/><a:cs typeface="Verdana"/></a:endParaRPr></a:p></p:txBody></p:sp><p:sp><p:nvSpPr><p:cNvPr id="867" name="object 867"/><p:cNvSpPr txBox="1"/><p:nvPr/></p:nvSpPr><p:spPr><a:xfrm><a:off x="17918031" y="12833602"/><a:ext cx="231775" cy="64769"/></a:xfrm><a:prstGeom prst="rect"><a:avLst/></a:prstGeom></p:spPr><p:txBody><a:bodyPr wrap="square" lIns="0" tIns="3810" rIns="0" bIns="0" rtlCol="0" vert="horz"><a:spAutoFit/></a:bodyPr><a:lstStyle/><a:p><a:pPr marL="12700"><a:lnSpc><a:spcPct val="100000"/></a:lnSpc><a:spcBef><a:spcPts val="30"/></a:spcBef></a:pPr><a:endParaRPr sz="300"><a:latin typeface="Calibri"/><a:cs typeface="Calibri"/></a:endParaRPr><a:r><a:rPr dirty="0" sz="300"><a:latin typeface="Calibri"/><a:t>{{SE_EXP}}</a:t></a:r></a:p></p:txBody></p:sp><p:sp><p:nvSpPr><p:cNvPr id="868" name="object 868"/><p:cNvSpPr txBox="1"/><p:nvPr/></p:nvSpPr><p:spPr><a:xfrm><a:off x="18628495" y="12928603"/><a:ext cx="492759" cy="147955"/></a:xfrm><a:prstGeom prst="rect"><a:avLst/></a:prstGeom></p:spPr><p:txBody><a:bodyPr wrap="square" lIns="0" tIns="12065" rIns="0" bIns="0" rtlCol="0" vert="horz"><a:spAutoFit/></a:bodyPr><a:lstStyle/><a:p><a:pPr marL="12700"><a:lnSpc><a:spcPct val="100000"/></a:lnSpc><a:spcBef><a:spcPts val="95"/></a:spcBef></a:pPr><a:r><a:rPr dirty="0" sz="800"><a:latin typeface="Verdana"/><a:cs typeface="Verdana"/></a:rPr><a:t>JOB</a:t></a:r><a:r><a:rPr dirty="0" sz="800" spc="-25"><a:latin typeface="Verdana"/><a:cs typeface="Verdana"/></a:rPr><a:t> </a:t></a:r><a:r><a:rPr dirty="0" sz="800" spc="-20"><a:latin typeface="Verdana"/><a:cs typeface="Verdana"/></a:rPr><a:t>NO.:</a:t></a:r><a:endParaRPr sz="800"><a:latin typeface="Verdana"/><a:cs typeface="Verdana"/></a:endParaRPr></a:p></p:txBody></p:sp><p:sp><p:nvSpPr><p:cNvPr id="869" name="object 869"/><p:cNvSpPr txBox="1"/><p:nvPr/></p:nvSpPr><p:spPr><a:xfrm><a:off x="19378215" y="12942703"/><a:ext cx="258445" cy="120014"/></a:xfrm><a:prstGeom prst="rect"><a:avLst/></a:prstGeom></p:spPr><p:txBody><a:bodyPr wrap="square" lIns="0" tIns="14605" rIns="0" bIns="0" rtlCol="0" vert="horz"><a:spAutoFit/></a:bodyPr><a:lstStyle/><a:p><a:pPr marL="12700"><a:lnSpc><a:spcPct val="100000"/></a:lnSpc><a:spcBef><a:spcPts val="115"/></a:spcBef></a:pPr><a:endParaRPr sz="600"><a:latin typeface="Verdana"/><a:cs typeface="Verdana"/></a:endParaRPr><a:r><a:rPr dirty="0" sz="600"><a:latin typeface="Verdana"/><a:t>{{JOB_NO}}</a:t></a:r></a:p></p:txBody></p:sp><p:sp><p:nvSpPr><p:cNvPr id="864" name="object 864"/><p:cNvSpPr txBox="1"/><p:nvPr/></p:nvSpPr><p:spPr><a:xfrm><a:off x="15949862" y="8485348"/><a:ext cx="1727835" cy="1189355"/></a:xfrm><a:prstGeom prst="rect"><a:avLst/></a:prstGeom></p:spPr><p:txBody><a:bodyPr wrap="square" lIns="0" tIns="19050" rIns="0" bIns="0" rtlCol="0" vert="horz"><a:spAutoFit/></a:bodyPr><a:lstStyle/><a:p><a:pPr marL="12700" marR="474345"><a:lnSpc><a:spcPts val="700"/></a:lnSpc><a:spcBef><a:spcPts val="150"/></a:spcBef></a:pPr><a:endParaRPr sz="600"><a:latin typeface="Arial"/><a:cs typeface="Arial"/></a:endParaRPr><a:r><a:rPr dirty="0" sz="600" b="1"><a:solidFill><a:srgbClr val="FF0000"/><a:t>SUBMITTED FOR REVIEW SUBJECT TO FIELD INSPECTION</a:t></a:r></a:p><a:p><a:pPr marL="12700" marR="655320"><a:lnSpc><a:spcPts val="700"/></a:lnSpc><a:spcBef><a:spcPts val="5"/></a:spcBef></a:pPr><a:endParaRPr sz="600"><a:latin typeface="Arial"/><a:cs typeface="Arial"/></a:endParaRPr><a:r><a:rPr dirty="0" sz="600" b="1"><a:solidFill><a:srgbClr val="FF0000"/><a:t> </a:t></a:r></a:p><a:p><a:pPr marL="12700" marR="771525"><a:lnSpc><a:spcPts val="700"/></a:lnSpc><a:spcBef><a:spcPts val="5"/></a:spcBef></a:pPr><a:endParaRPr sz="600"><a:latin typeface="Arial"/><a:cs typeface="Arial"/></a:endParaRPr><a:r><a:rPr dirty="0" sz="600" b="1"><a:solidFill><a:srgbClr val="FF0000"/><a:t> </a:t></a:r></a:p><a:p><a:pPr marL="12700"><a:lnSpc><a:spcPts val="710"/></a:lnSpc><a:spcBef><a:spcPts val="670"/></a:spcBef></a:pPr><a:r><a:rPr dirty="0" sz="600" b="1"><a:solidFill><a:srgbClr val="FF0000"/></a:solidFill><a:latin typeface="Arial"/><a:cs typeface="Arial"/></a:rPr><a:t>OFD</a:t></a:r><a:r><a:rPr dirty="0" sz="600" spc="25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NOTES:</a:t></a:r><a:endParaRPr sz="600"><a:latin typeface="Arial"/><a:cs typeface="Arial"/></a:endParaRPr></a:p><a:p><a:pPr marL="12700"><a:lnSpc><a:spcPts val="700"/></a:lnSpc></a:pPr><a:r><a:rPr dirty="0" sz="600" spc="-25" b="1"><a:solidFill><a:srgbClr val="FF0000"/></a:solidFill><a:latin typeface="Arial"/><a:cs typeface="Arial"/></a:rPr><a:t>1.</a:t></a:r><a:endParaRPr sz="600"><a:latin typeface="Arial"/><a:cs typeface="Arial"/></a:endParaRPr></a:p><a:p><a:pPr algn="just" marL="12700" marR="5080"><a:lnSpc><a:spcPts val="700"/></a:lnSpc><a:spcBef><a:spcPts val="30"/></a:spcBef></a:pPr><a:r><a:rPr dirty="0" sz="600" b="1"><a:solidFill><a:srgbClr val="FF0000"/></a:solidFill><a:latin typeface="Arial"/><a:cs typeface="Arial"/></a:rPr><a:t>Provide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required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minimum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5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feet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setback</a:t></a:r><a:r><a:rPr dirty="0" sz="600" spc="20" b="1"><a:solidFill><a:srgbClr val="FF0000"/></a:solidFill><a:latin typeface="Arial"/><a:cs typeface="Arial"/></a:rPr><a:t> </a:t></a:r><a:r><a:rPr dirty="0" sz="600" spc="-20" b="1"><a:solidFill><a:srgbClr val="FF0000"/></a:solidFill><a:latin typeface="Arial"/><a:cs typeface="Arial"/></a:rPr><a:t>with</a:t></a:r><a:r><a:rPr dirty="0" sz="600" spc="50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non-combustible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vegetation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or</a:t></a:r><a:r><a:rPr dirty="0" sz="600" spc="3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structure.</a:t></a:r><a:r><a:rPr dirty="0" sz="600" spc="229" b="1"><a:solidFill><a:srgbClr val="FF0000"/></a:solidFill><a:latin typeface="Arial"/><a:cs typeface="Arial"/></a:rPr><a:t> </a:t></a:r><a:r><a:rPr dirty="0" sz="600" spc="-20" b="1"><a:solidFill><a:srgbClr val="FF0000"/></a:solidFill><a:latin typeface="Arial"/><a:cs typeface="Arial"/></a:rPr><a:t>Ref.</a:t></a:r><a:r><a:rPr dirty="0" sz="600" spc="50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CA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Wildland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Urban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Interface</a:t></a:r><a:r><a:rPr dirty="0" sz="600" spc="25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Code.</a:t></a:r><a:endParaRPr sz="600"><a:latin typeface="Arial"/><a:cs typeface="Arial"/></a:endParaRPr></a:p></p:txBody></p:sp></p:spTree></p:cSld><p:clrMapOvr><a:masterClrMapping/></p:clrMapOvr></p:sld >

</file>

<file path=ppt/slides/slide4.xml><?xml version="1.0" encoding="UTF-8" standalone="yes"?>
<p:sld  showMasterSp="0"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object 2"/><p:cNvSpPr/><p:nvPr/></p:nvSpPr><p:spPr><a:xfrm><a:off x="19195071" y="12887566"/><a:ext cx="624205" cy="230504"/></a:xfrm><a:custGeom><a:avLst/><a:gdLst/><a:ahLst/><a:cxnLst/><a:rect l="l" t="t" r="r" b="b"/><a:pathLst><a:path w="624205" h="230505"><a:moveTo><a:pt x="0" y="0"/></a:moveTo><a:lnTo><a:pt x="623987" y="0"/></a:lnTo><a:lnTo><a:pt x="623987" y="230281"/></a:lnTo><a:lnTo><a:pt x="0" y="230281"/></a:lnTo><a:lnTo><a:pt x="0" y="0"/></a:lnTo><a:close/></a:path></a:pathLst></a:custGeom><a:ln w="7756"><a:solidFill><a:srgbClr val="05FF12"/></a:solidFill></a:ln></p:spPr><p:txBody><a:bodyPr wrap="square" lIns="0" tIns="0" rIns="0" bIns="0" rtlCol="0"/><a:lstStyle/><a:p/></p:txBody></p:sp><p:sp><p:nvSpPr><p:cNvPr id="3" name="object 3"/><p:cNvSpPr txBox="1"/><p:nvPr/></p:nvSpPr><p:spPr><a:xfrm><a:off x="19378215" y="12943120"/><a:ext cx="258445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endParaRPr sz="600"><a:latin typeface="Verdana"/><a:cs typeface="Verdana"/></a:endParaRPr><a:r><a:rPr dirty="0" sz="600"><a:latin typeface="Verdana"/><a:t>{{JOB_NO}}</a:t></a:r></a:p></p:txBody></p:sp><p:grpSp><p:nvGrpSpPr><p:cNvPr id="4" name="object 4"/><p:cNvGrpSpPr/><p:nvPr/></p:nvGrpSpPr><p:grpSpPr><a:xfrm><a:off x="276692" y="269432"/><a:ext cx="19550380" cy="12856845"/><a:chOff x="276692" y="269432"/><a:chExt cx="19550380" cy="12856845"/></a:xfrm></p:grpSpPr><p:sp><p:nvSpPr><p:cNvPr id="5" name="object 5"/><p:cNvSpPr/><p:nvPr/></p:nvSpPr><p:spPr><a:xfrm><a:off x="19195072" y="12887566"/><a:ext cx="624205" cy="230504"/></a:xfrm><a:custGeom><a:avLst/><a:gdLst/><a:ahLst/><a:cxnLst/><a:rect l="l" t="t" r="r" b="b"/><a:pathLst><a:path w="624205" h="230505"><a:moveTo><a:pt x="0" y="0"/></a:moveTo><a:lnTo><a:pt x="623987" y="0"/></a:lnTo><a:lnTo><a:pt x="623987" y="230281"/></a:lnTo><a:lnTo><a:pt x="0" y="230281"/></a:lnTo><a:lnTo><a:pt x="0" y="0"/></a:lnTo><a:close/></a:path></a:pathLst></a:custGeom><a:ln w="7756"><a:solidFill><a:srgbClr val="05FF12"/></a:solidFill></a:ln></p:spPr><p:txBody><a:bodyPr wrap="square" lIns="0" tIns="0" rIns="0" bIns="0" rtlCol="0"/><a:lstStyle/><a:p/></p:txBody></p:sp><p:sp><p:nvSpPr><p:cNvPr id="6" name="object 6"/><p:cNvSpPr/><p:nvPr/></p:nvSpPr><p:spPr><a:xfrm><a:off x="284629" y="277369"/><a:ext cx="19534505" cy="12840970"/></a:xfrm><a:custGeom><a:avLst/><a:gdLst/><a:ahLst/><a:cxnLst/><a:rect l="l" t="t" r="r" b="b"/><a:pathLst><a:path w="19534505" h="12840969"><a:moveTo><a:pt x="0" y="263"/></a:moveTo><a:lnTo><a:pt x="19534273" y="0"/></a:lnTo><a:lnTo><a:pt x="19534428" y="12840554"/></a:lnTo><a:lnTo><a:pt x="170" y="12840787"/></a:lnTo><a:lnTo><a:pt x="0" y="263"/></a:lnTo><a:close/></a:path></a:pathLst></a:custGeom><a:ln w="15512"><a:solidFill><a:srgbClr val="000000"/></a:solidFill></a:ln></p:spPr><p:txBody><a:bodyPr wrap="square" lIns="0" tIns="0" rIns="0" bIns="0" rtlCol="0"/><a:lstStyle/><a:p/></p:txBody></p:sp><p:sp><p:nvSpPr><p:cNvPr id="7" name="object 7"/><p:cNvSpPr/><p:nvPr/></p:nvSpPr><p:spPr><a:xfrm><a:off x="18600713" y="277400"/><a:ext cx="1218565" cy="12840970"/></a:xfrm><a:custGeom><a:avLst/><a:gdLst/><a:ahLst/><a:cxnLst/><a:rect l="l" t="t" r="r" b="b"/><a:pathLst><a:path w="1218565" h="12840969"><a:moveTo><a:pt x="0" y="0"/></a:moveTo><a:lnTo><a:pt x="1218190" y="0"/></a:lnTo><a:lnTo><a:pt x="1218190" y="12840485"/></a:lnTo><a:lnTo><a:pt x="0" y="12840485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8" name="object 8"/><p:cNvSpPr/><p:nvPr/></p:nvSpPr><p:spPr><a:xfrm><a:off x="18600945" y="12887488"/><a:ext cx="594360" cy="230504"/></a:xfrm><a:custGeom><a:avLst/><a:gdLst/><a:ahLst/><a:cxnLst/><a:rect l="l" t="t" r="r" b="b"/><a:pathLst><a:path w="594359" h="230505"><a:moveTo><a:pt x="0" y="0"/></a:moveTo><a:lnTo><a:pt x="594048" y="0"/></a:lnTo><a:lnTo><a:pt x="594048" y="230281"/></a:lnTo><a:lnTo><a:pt x="0" y="230281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9" name="object 9"/><p:cNvSpPr/><p:nvPr/></p:nvSpPr><p:spPr><a:xfrm><a:off x="18600868" y="11104180"/><a:ext cx="1218565" cy="1041400"/></a:xfrm><a:custGeom><a:avLst/><a:gdLst/><a:ahLst/><a:cxnLst/><a:rect l="l" t="t" r="r" b="b"/><a:pathLst><a:path w="1218565" h="1041400"><a:moveTo><a:pt x="0" y="0"/></a:moveTo><a:lnTo><a:pt x="1218190" y="0"/></a:lnTo><a:lnTo><a:pt x="1218190" y="1041038"/></a:lnTo><a:lnTo><a:pt x="0" y="1041038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0" name="object 10"/><p:cNvSpPr/><p:nvPr/></p:nvSpPr><p:spPr><a:xfrm><a:off x="18600790" y="6399099"/><a:ext cx="1218565" cy="4705350"/></a:xfrm><a:custGeom><a:avLst/><a:gdLst/><a:ahLst/><a:cxnLst/><a:rect l="l" t="t" r="r" b="b"/><a:pathLst><a:path w="1218565" h="4705350"><a:moveTo><a:pt x="0" y="0"/></a:moveTo><a:lnTo><a:pt x="1218190" y="0"/></a:lnTo><a:lnTo><a:pt x="1218190" y="4705072"/></a:lnTo><a:lnTo><a:pt x="0" y="4705072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1" name="object 11"/><p:cNvSpPr/><p:nvPr/></p:nvSpPr><p:spPr><a:xfrm><a:off x="19717840" y="277338"/><a:ext cx="101600" cy="4413885"/></a:xfrm><a:custGeom><a:avLst/><a:gdLst/><a:ahLst/><a:cxnLst/><a:rect l="l" t="t" r="r" b="b"/><a:pathLst><a:path w="101600" h="4413885"><a:moveTo><a:pt x="0" y="0"/></a:moveTo><a:lnTo><a:pt x="101063" y="3"/></a:lnTo><a:lnTo><a:pt x="101141" y="4413776"/></a:lnTo><a:lnTo><a:pt x="0" y="4413768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2" name="object 12"/><p:cNvSpPr/><p:nvPr/></p:nvSpPr><p:spPr><a:xfrm><a:off x="18600945" y="275723"/><a:ext cx="111760" cy="4415790"/></a:xfrm><a:custGeom><a:avLst/><a:gdLst/><a:ahLst/><a:cxnLst/><a:rect l="l" t="t" r="r" b="b"/><a:pathLst><a:path w="111759" h="4415790"><a:moveTo><a:pt x="0" y="1"/></a:moveTo><a:lnTo><a:pt x="111690" y="0"/></a:lnTo><a:lnTo><a:pt x="111690" y="4415440"/></a:lnTo><a:lnTo><a:pt x="0" y="4415440"/></a:lnTo><a:lnTo><a:pt x="0" y="1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3" name="object 13"/><p:cNvSpPr/><p:nvPr/></p:nvSpPr><p:spPr><a:xfrm><a:off x="18601567" y="3875600"/><a:ext cx="1218565" cy="490855"/></a:xfrm><a:custGeom><a:avLst/><a:gdLst/><a:ahLst/><a:cxnLst/><a:rect l="l" t="t" r="r" b="b"/><a:pathLst><a:path w="1218565" h="490854"><a:moveTo><a:pt x="0" y="0"/></a:moveTo><a:lnTo><a:pt x="1217957" y="0"/></a:lnTo><a:lnTo><a:pt x="1217957" y="490657"/></a:lnTo><a:lnTo><a:pt x="0" y="490657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4" name="object 14"/><p:cNvSpPr/><p:nvPr/></p:nvSpPr><p:spPr><a:xfrm><a:off x="18600945" y="277391"/><a:ext cx="1218565" cy="297180"/></a:xfrm><a:custGeom><a:avLst/><a:gdLst/><a:ahLst/><a:cxnLst/><a:rect l="l" t="t" r="r" b="b"/><a:pathLst><a:path w="1218565" h="297180"><a:moveTo><a:pt x="0" y="17"/></a:moveTo><a:lnTo><a:pt x="1217957" y="0"/></a:lnTo><a:lnTo><a:pt x="1217957" y="297035"/></a:lnTo><a:lnTo><a:pt x="0" y="297052"/></a:lnTo><a:lnTo><a:pt x="0" y="17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15" name="object 15"/><p:cNvSpPr txBox="1"/><p:nvPr/></p:nvSpPr><p:spPr><a:xfrm><a:off x="18624346" y="12929151"/><a:ext cx="224154" cy="146685"/></a:xfrm><a:prstGeom prst="rect"><a:avLst/></a:prstGeom></p:spPr><p:txBody><a:bodyPr wrap="square" lIns="0" tIns="11430" rIns="0" bIns="0" rtlCol="0" vert="horz"><a:spAutoFit/></a:bodyPr><a:lstStyle/><a:p><a:pPr marL="12700"><a:lnSpc><a:spcPct val="100000"/></a:lnSpc><a:spcBef><a:spcPts val="90"/></a:spcBef></a:pPr><a:r><a:rPr dirty="0" sz="800" spc="-120"><a:latin typeface="Verdana"/><a:cs typeface="Verdana"/></a:rPr><a:t>.J:OB</a:t></a:r><a:endParaRPr sz="800"><a:latin typeface="Verdana"/><a:cs typeface="Verdana"/></a:endParaRPr></a:p></p:txBody></p:sp><p:sp><p:nvSpPr><p:cNvPr id="16" name="object 16"/><p:cNvSpPr/><p:nvPr/></p:nvSpPr><p:spPr><a:xfrm><a:off x="19238506" y="4691111"/><a:ext cx="582295" cy="1708150"/></a:xfrm><a:custGeom><a:avLst/><a:gdLst/><a:ahLst/><a:cxnLst/><a:rect l="l" t="t" r="r" b="b"/><a:pathLst><a:path w="582294" h="1708150"><a:moveTo><a:pt x="77" y="1707972"/></a:moveTo><a:lnTo><a:pt x="0" y="7"/></a:lnTo><a:lnTo><a:pt x="582026" y="0"/></a:lnTo><a:lnTo><a:pt x="582104" y="1707956"/></a:lnTo><a:lnTo><a:pt x="77" y="1707972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7" name="object 17"/><p:cNvSpPr txBox="1"/><p:nvPr/></p:nvSpPr><p:spPr><a:xfrm><a:off x="19225519" y="5682586"/><a:ext cx="364490" cy="739775"/></a:xfrm><a:prstGeom prst="rect"><a:avLst/></a:prstGeom></p:spPr><p:txBody><a:bodyPr wrap="square" lIns="0" tIns="11430" rIns="0" bIns="0" rtlCol="0" vert="vert270"><a:spAutoFit/></a:bodyPr><a:lstStyle/><a:p><a:pPr marL="12700" marR="5080" indent="38735"><a:lnSpc><a:spcPct val="100899"/></a:lnSpc><a:spcBef><a:spcPts val="90"/></a:spcBef></a:pPr><a:endParaRPr sz="1100"><a:latin typeface="Verdana"/><a:cs typeface="Verdana"/></a:endParaRPr><a:r><a:rPr dirty="0" sz="1100" spc="-10"><a:latin typeface="Verdana"/><a:t>06B3O7PXO A81 CLINTON,</a:t></a:r></a:p></p:txBody></p:sp><p:sp><p:nvSpPr><p:cNvPr id="18" name="object 18"/><p:cNvSpPr txBox="1"/><p:nvPr/></p:nvSpPr><p:spPr><a:xfrm><a:off x="19563681" y="5313271"/><a:ext cx="195580" cy="1103630"/></a:xfrm><a:prstGeom prst="rect"><a:avLst/></a:prstGeom></p:spPr><p:txBody><a:bodyPr wrap="square" lIns="0" tIns="13335" rIns="0" bIns="0" rtlCol="0" vert="vert270"><a:spAutoFit/></a:bodyPr><a:lstStyle/><a:p><a:pPr marL="12700"><a:lnSpc><a:spcPct val="100000"/></a:lnSpc><a:spcBef><a:spcPts val="105"/></a:spcBef></a:pPr><a:r><a:rPr dirty="0" sz="1100" spc="-10"><a:latin typeface="Verdana"/><a:cs typeface="Verdana"/></a:rPr><a:t>7</a:t></a:r><a:r><a:rPr dirty="0" sz="1100" spc="-315"><a:latin typeface="Verdana"/><a:cs typeface="Verdana"/></a:rPr><a:t>0</a:t></a:r><a:r><a:rPr dirty="0" sz="1100" spc="-380"><a:latin typeface="Verdana"/><a:cs typeface="Verdana"/></a:rPr><a:t>P</a:t></a:r><a:r><a:rPr dirty="0" sz="1100" spc="-350"><a:latin typeface="Verdana"/><a:cs typeface="Verdana"/></a:rPr><a:t>7</a:t></a:r><a:r><a:rPr dirty="0" sz="1100" spc="-505"><a:latin typeface="Verdana"/><a:cs typeface="Verdana"/></a:rPr><a:t>H</a:t></a:r><a:r><a:rPr dirty="0" sz="1100" spc="-25"><a:latin typeface="Verdana"/><a:cs typeface="Verdana"/></a:rPr><a:t>)</a:t></a:r><a:r><a:rPr dirty="0" sz="1100" spc="-509"><a:latin typeface="Verdana"/><a:cs typeface="Verdana"/></a:rPr><a:t>:</a:t></a:r><a:r><a:rPr dirty="0" sz="1100" spc="-10"><a:latin typeface="Verdana"/><a:cs typeface="Verdana"/></a:rPr><a:t>-252-</a:t></a:r><a:r><a:rPr dirty="0" sz="1100" spc="-20"><a:latin typeface="Verdana"/><a:cs typeface="Verdana"/></a:rPr><a:t>9990</a:t></a:r><a:endParaRPr sz="1100"><a:latin typeface="Verdana"/><a:cs typeface="Verdana"/></a:endParaRPr></a:p></p:txBody></p:sp><p:sp><p:nvSpPr><p:cNvPr id="19" name="object 19"/><p:cNvSpPr txBox="1"/><p:nvPr/></p:nvSpPr><p:spPr><a:xfrm><a:off x="19704332" y="4462051"/><a:ext cx="120014" cy="226695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20" b="1"><a:latin typeface="Verdana"/><a:cs typeface="Verdana"/></a:rPr><a:t>REV.</a:t></a:r><a:endParaRPr sz="600"><a:latin typeface="Verdana"/><a:cs typeface="Verdana"/></a:endParaRPr></a:p></p:txBody></p:sp><p:sp><p:nvSpPr><p:cNvPr id="20" name="object 20"/><p:cNvSpPr txBox="1"/><p:nvPr/></p:nvSpPr><p:spPr><a:xfrm><a:off x="19713019" y="4135670"/><a:ext cx="120014" cy="226695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75" b="1"><a:latin typeface="Verdana"/><a:cs typeface="Verdana"/></a:rPr><a:t>REEV.</a:t></a:r><a:endParaRPr sz="600"><a:latin typeface="Verdana"/><a:cs typeface="Verdana"/></a:endParaRPr></a:p></p:txBody></p:sp><p:sp><p:nvSpPr><p:cNvPr id="21" name="object 21"/><p:cNvSpPr txBox="1"/><p:nvPr/></p:nvSpPr><p:spPr><a:xfrm><a:off x="19708291" y="355184"/><a:ext cx="120014" cy="142240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25" b="1"><a:latin typeface="Verdana"/><a:cs typeface="Verdana"/></a:rPr><a:t>BY</a:t></a:r><a:endParaRPr sz="600"><a:latin typeface="Verdana"/><a:cs typeface="Verdana"/></a:endParaRPr></a:p></p:txBody></p:sp><p:grpSp><p:nvGrpSpPr><p:cNvPr id="22" name="object 22"/><p:cNvGrpSpPr/><p:nvPr/></p:nvGrpSpPr><p:grpSpPr><a:xfrm><a:off x="18596740" y="4687007"/><a:ext cx="646430" cy="7710170"/><a:chOff x="18596740" y="4687007"/><a:chExt cx="646430" cy="7710170"/></a:xfrm></p:grpSpPr><p:pic><p:nvPicPr><p:cNvPr id="23" name="object 23"/><p:cNvPicPr/><p:nvPr/></p:nvPicPr><p:blipFill><a:blip r:embed="rId2" cstate="print"/><a:stretch><a:fillRect/></a:stretch></p:blipFill><p:spPr><a:xfrm><a:off x="18597145" y="4687256"/><a:ext cx="645316" cy="1715712"/></a:xfrm><a:prstGeom prst="rect"><a:avLst/></a:prstGeom></p:spPr></p:pic><p:sp><p:nvSpPr><p:cNvPr id="24" name="object 24"/><p:cNvSpPr/><p:nvPr/></p:nvSpPr><p:spPr><a:xfrm><a:off x="18601023" y="4691134"/><a:ext cx="638175" cy="1708150"/></a:xfrm><a:custGeom><a:avLst/><a:gdLst/><a:ahLst/><a:cxnLst/><a:rect l="l" t="t" r="r" b="b"/><a:pathLst><a:path w="638175" h="1708150"><a:moveTo><a:pt x="0" y="1707956"/></a:moveTo><a:lnTo><a:pt x="0" y="8"/></a:lnTo><a:lnTo><a:pt x="637482" y="0"/></a:lnTo><a:lnTo><a:pt x="637560" y="1707949"/></a:lnTo><a:lnTo><a:pt x="0" y="1707956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5" name="object 25"/><p:cNvSpPr/><p:nvPr/></p:nvSpPr><p:spPr><a:xfrm><a:off x="18600868" y="12145218"/><a:ext cx="594360" cy="247650"/></a:xfrm><a:custGeom><a:avLst/><a:gdLst/><a:ahLst/><a:cxnLst/><a:rect l="l" t="t" r="r" b="b"/><a:pathLst><a:path w="594359" h="247650"><a:moveTo><a:pt x="0" y="0"/></a:moveTo><a:lnTo><a:pt x="594048" y="0"/></a:lnTo><a:lnTo><a:pt x="594048" y="247345"/></a:lnTo><a:lnTo><a:pt x="0" y="247345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26" name="object 26"/><p:cNvSpPr txBox="1"/><p:nvPr/></p:nvSpPr><p:spPr><a:xfrm><a:off x="18588513" y="12172084"/><a:ext cx="294005" cy="109220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r><a:rPr dirty="0" sz="550" spc="-40"><a:latin typeface="Verdana"/><a:cs typeface="Verdana"/></a:rPr><a:t>UEFIRST</a:t></a:r><a:endParaRPr sz="550"><a:latin typeface="Verdana"/><a:cs typeface="Verdana"/></a:endParaRPr></a:p></p:txBody></p:sp><p:sp><p:nvSpPr><p:cNvPr id="27" name="object 27"/><p:cNvSpPr txBox="1"/><p:nvPr/></p:nvSpPr><p:spPr><a:xfrm><a:off x="18775867" y="12256230"/><a:ext cx="246379" cy="109220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r><a:rPr dirty="0" sz="550" spc="-10"><a:latin typeface="Verdana"/><a:cs typeface="Verdana"/></a:rPr><a:t>DATE:</a:t></a:r><a:endParaRPr sz="550"><a:latin typeface="Verdana"/><a:cs typeface="Verdana"/></a:endParaRPr></a:p></p:txBody></p:sp><p:sp><p:nvSpPr><p:cNvPr id="28" name="object 28"/><p:cNvSpPr/><p:nvPr/></p:nvSpPr><p:spPr><a:xfrm><a:off x="18600869" y="12392642"/><a:ext cx="594360" cy="247650"/></a:xfrm><a:custGeom><a:avLst/><a:gdLst/><a:ahLst/><a:cxnLst/><a:rect l="l" t="t" r="r" b="b"/><a:pathLst><a:path w="594359" h="247650"><a:moveTo><a:pt x="0" y="77"/></a:moveTo><a:lnTo><a:pt x="594118" y="0"/></a:lnTo><a:lnTo><a:pt x="594203" y="247492"/></a:lnTo><a:lnTo><a:pt x="0" y="247492"/></a:lnTo><a:lnTo><a:pt x="0" y="77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9" name="object 29"/><p:cNvSpPr txBox="1"/><p:nvPr/></p:nvSpPr><p:spPr><a:xfrm><a:off x="18623458" y="12461622"/><a:ext cx="405130" cy="109220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r><a:rPr dirty="0" sz="550" spc="-10"><a:latin typeface="Verdana"/><a:cs typeface="Verdana"/></a:rPr><a:t>DESIGNED</a:t></a:r><a:endParaRPr sz="550"><a:latin typeface="Verdana"/><a:cs typeface="Verdana"/></a:endParaRPr></a:p></p:txBody></p:sp><p:sp><p:nvSpPr><p:cNvPr id="30" name="object 30"/><p:cNvSpPr/><p:nvPr/></p:nvSpPr><p:spPr><a:xfrm><a:off x="18600869" y="12640142"/><a:ext cx="594360" cy="247650"/></a:xfrm><a:custGeom><a:avLst/><a:gdLst/><a:ahLst/><a:cxnLst/><a:rect l="l" t="t" r="r" b="b"/><a:pathLst><a:path w="594359" h="247650"><a:moveTo><a:pt x="0" y="0"/></a:moveTo><a:lnTo><a:pt x="594202" y="0"/></a:lnTo><a:lnTo><a:pt x="594202" y="247422"/></a:lnTo><a:lnTo><a:pt x="76" y="247422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31" name="object 31"/><p:cNvSpPr txBox="1"/><p:nvPr/></p:nvSpPr><p:spPr><a:xfrm><a:off x="18642848" y="12709107"/><a:ext cx="365760" cy="109220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r><a:rPr dirty="0" sz="550" spc="-10"><a:latin typeface="Verdana"/><a:cs typeface="Verdana"/></a:rPr><a:t>CHECKED</a:t></a:r><a:endParaRPr sz="550"><a:latin typeface="Verdana"/><a:cs typeface="Verdana"/></a:endParaRPr></a:p></p:txBody></p:sp><p:grpSp><p:nvGrpSpPr><p:cNvPr id="32" name="object 32"/><p:cNvGrpSpPr/><p:nvPr/></p:nvGrpSpPr><p:grpSpPr><a:xfrm><a:off x="18708507" y="271549"/><a:ext cx="1115060" cy="12851130"/><a:chOff x="18708507" y="271549"/><a:chExt cx="1115060" cy="12851130"/></a:xfrm></p:grpSpPr><p:sp><p:nvSpPr><p:cNvPr id="33" name="object 33"/><p:cNvSpPr/><p:nvPr/></p:nvSpPr><p:spPr><a:xfrm><a:off x="18712635" y="275724"/><a:ext cx="111760" cy="4415790"/></a:xfrm><a:custGeom><a:avLst/><a:gdLst/><a:ahLst/><a:cxnLst/><a:rect l="l" t="t" r="r" b="b"/><a:pathLst><a:path w="111759" h="4415790"><a:moveTo><a:pt x="0" y="1"/></a:moveTo><a:lnTo><a:pt x="111688" y="0"/></a:lnTo><a:lnTo><a:pt x="111688" y="4415442"/></a:lnTo><a:lnTo><a:pt x="0" y="4415442"/></a:lnTo><a:lnTo><a:pt x="0" y="1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34" name="object 34"/><p:cNvSpPr/><p:nvPr/></p:nvSpPr><p:spPr><a:xfrm><a:off x="18824324" y="275724"/><a:ext cx="111760" cy="4415790"/></a:xfrm><a:custGeom><a:avLst/><a:gdLst/><a:ahLst/><a:cxnLst/><a:rect l="l" t="t" r="r" b="b"/><a:pathLst><a:path w="111759" h="4415790"><a:moveTo><a:pt x="0" y="0"/></a:moveTo><a:lnTo><a:pt x="111688" y="0"/></a:lnTo><a:lnTo><a:pt x="111688" y="4415436"/></a:lnTo><a:lnTo><a:pt x="0" y="4415444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35" name="object 35"/><p:cNvSpPr/><p:nvPr/></p:nvSpPr><p:spPr><a:xfrm><a:off x="18935936" y="275724"/><a:ext cx="111760" cy="4415790"/></a:xfrm><a:custGeom><a:avLst/><a:gdLst/><a:ahLst/><a:cxnLst/><a:rect l="l" t="t" r="r" b="b"/><a:pathLst><a:path w="111759" h="4415790"><a:moveTo><a:pt x="0" y="0"/></a:moveTo><a:lnTo><a:pt x="111688" y="0"/></a:lnTo><a:lnTo><a:pt x="111766" y="4415436"/></a:lnTo><a:lnTo><a:pt x="75" y="4415444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36" name="object 36"/><p:cNvSpPr/><p:nvPr/></p:nvSpPr><p:spPr><a:xfrm><a:off x="19047625" y="275724"/><a:ext cx="111760" cy="4415790"/></a:xfrm><a:custGeom><a:avLst/><a:gdLst/><a:ahLst/><a:cxnLst/><a:rect l="l" t="t" r="r" b="b"/><a:pathLst><a:path w="111759" h="4415790"><a:moveTo><a:pt x="0" y="0"/></a:moveTo><a:lnTo><a:pt x="111690" y="0"/></a:lnTo><a:lnTo><a:pt x="111766" y="4415436"/></a:lnTo><a:lnTo><a:pt x="77" y="4415444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37" name="object 37"/><p:cNvSpPr/><p:nvPr/></p:nvSpPr><p:spPr><a:xfrm><a:off x="19159315" y="275700"/><a:ext cx="111760" cy="4415790"/></a:xfrm><a:custGeom><a:avLst/><a:gdLst/><a:ahLst/><a:cxnLst/><a:rect l="l" t="t" r="r" b="b"/><a:pathLst><a:path w="111759" h="4415790"><a:moveTo><a:pt x="0" y="1"/></a:moveTo><a:lnTo><a:pt x="111688" y="0"/></a:lnTo><a:lnTo><a:pt x="111766" y="4415442"/></a:lnTo><a:lnTo><a:pt x="75" y="4415442"/></a:lnTo><a:lnTo><a:pt x="0" y="1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38" name="object 38"/><p:cNvSpPr/><p:nvPr/></p:nvSpPr><p:spPr><a:xfrm><a:off x="19271004" y="275701"/><a:ext cx="111760" cy="4415790"/></a:xfrm><a:custGeom><a:avLst/><a:gdLst/><a:ahLst/><a:cxnLst/><a:rect l="l" t="t" r="r" b="b"/><a:pathLst><a:path w="111759" h="4415790"><a:moveTo><a:pt x="0" y="0"/></a:moveTo><a:lnTo><a:pt x="111688" y="0"/></a:lnTo><a:lnTo><a:pt x="111766" y="4415440"/></a:lnTo><a:lnTo><a:pt x="77" y="4415440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39" name="object 39"/><p:cNvSpPr/><p:nvPr/></p:nvSpPr><p:spPr><a:xfrm><a:off x="19382694" y="275692"/><a:ext cx="111760" cy="4415790"/></a:xfrm><a:custGeom><a:avLst/><a:gdLst/><a:ahLst/><a:cxnLst/><a:rect l="l" t="t" r="r" b="b"/><a:pathLst><a:path w="111759" h="4415790"><a:moveTo><a:pt x="0" y="1"/></a:moveTo><a:lnTo><a:pt x="111690" y="0"/></a:lnTo><a:lnTo><a:pt x="111766" y="4415443"/></a:lnTo><a:lnTo><a:pt x="77" y="4415443"/></a:lnTo><a:lnTo><a:pt x="0" y="1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40" name="object 40"/><p:cNvSpPr/><p:nvPr/></p:nvSpPr><p:spPr><a:xfrm><a:off x="19494383" y="275677"/><a:ext cx="111760" cy="4415790"/></a:xfrm><a:custGeom><a:avLst/><a:gdLst/><a:ahLst/><a:cxnLst/><a:rect l="l" t="t" r="r" b="b"/><a:pathLst><a:path w="111759" h="4415790"><a:moveTo><a:pt x="0" y="1"/></a:moveTo><a:lnTo><a:pt x="111688" y="0"/></a:lnTo><a:lnTo><a:pt x="111766" y="4415437"/></a:lnTo><a:lnTo><a:pt x="75" y="4415444"/></a:lnTo><a:lnTo><a:pt x="0" y="1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41" name="object 41"/><p:cNvSpPr/><p:nvPr/></p:nvSpPr><p:spPr><a:xfrm><a:off x="19606073" y="275678"/><a:ext cx="111760" cy="4415790"/></a:xfrm><a:custGeom><a:avLst/><a:gdLst/><a:ahLst/><a:cxnLst/><a:rect l="l" t="t" r="r" b="b"/><a:pathLst><a:path w="111759" h="4415790"><a:moveTo><a:pt x="0" y="0"/></a:moveTo><a:lnTo><a:pt x="111690" y="0"/></a:lnTo><a:lnTo><a:pt x="111766" y="4415442"/></a:lnTo><a:lnTo><a:pt x="77" y="4415442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42" name="object 42"/><p:cNvSpPr/><p:nvPr/></p:nvSpPr><p:spPr><a:xfrm><a:off x="19195071" y="12887488"/><a:ext cx="624205" cy="230504"/></a:xfrm><a:custGeom><a:avLst/><a:gdLst/><a:ahLst/><a:cxnLst/><a:rect l="l" t="t" r="r" b="b"/><a:pathLst><a:path w="624205" h="230505"><a:moveTo><a:pt x="0" y="230437"/></a:moveTo><a:lnTo><a:pt x="0" y="85"/></a:lnTo><a:lnTo><a:pt x="623987" y="0"/></a:lnTo><a:lnTo><a:pt x="623987" y="230437"/></a:lnTo><a:lnTo><a:pt x="0" y="230437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43" name="object 43"/><p:cNvSpPr/><p:nvPr/></p:nvSpPr><p:spPr><a:xfrm><a:off x="19195071" y="12640142"/><a:ext cx="624205" cy="247650"/></a:xfrm><a:custGeom><a:avLst/><a:gdLst/><a:ahLst/><a:cxnLst/><a:rect l="l" t="t" r="r" b="b"/><a:pathLst><a:path w="624205" h="247650"><a:moveTo><a:pt x="0" y="247345"/></a:moveTo><a:lnTo><a:pt x="623987" y="247345"/></a:lnTo><a:lnTo><a:pt x="623987" y="0"/></a:lnTo><a:lnTo><a:pt x="0" y="0"/></a:lnTo><a:lnTo><a:pt x="0" y="247345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44" name="object 44"/><p:cNvSpPr/><p:nvPr/></p:nvSpPr><p:spPr><a:xfrm><a:off x="19195071" y="12392796"/><a:ext cx="624205" cy="247650"/></a:xfrm><a:custGeom><a:avLst/><a:gdLst/><a:ahLst/><a:cxnLst/><a:rect l="l" t="t" r="r" b="b"/><a:pathLst><a:path w="624205" h="247650"><a:moveTo><a:pt x="0" y="247345"/></a:moveTo><a:lnTo><a:pt x="623987" y="247345"/></a:lnTo><a:lnTo><a:pt x="623987" y="0"/></a:lnTo><a:lnTo><a:pt x="0" y="0"/></a:lnTo><a:lnTo><a:pt x="0" y="247345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45" name="object 45"/><p:cNvSpPr/><p:nvPr/></p:nvSpPr><p:spPr><a:xfrm><a:off x="19194993" y="12145296"/><a:ext cx="624205" cy="495300"/></a:xfrm><a:custGeom><a:avLst/><a:gdLst/><a:ahLst/><a:cxnLst/><a:rect l="l" t="t" r="r" b="b"/><a:pathLst><a:path w="624205" h="495300"><a:moveTo><a:pt x="0" y="247345"/></a:moveTo><a:lnTo><a:pt x="624064" y="247345"/></a:lnTo><a:lnTo><a:pt x="624064" y="0"/></a:lnTo><a:lnTo><a:pt x="0" y="0"/></a:lnTo><a:lnTo><a:pt x="0" y="247345"/></a:lnTo><a:close/></a:path><a:path w="624205" h="495300"><a:moveTo><a:pt x="0" y="247345"/></a:moveTo><a:lnTo><a:pt x="624064" y="247345"/></a:lnTo><a:lnTo><a:pt x="624064" y="494846"/></a:lnTo><a:lnTo><a:pt x="0" y="494846"/></a:lnTo><a:lnTo><a:pt x="0" y="247345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46" name="object 46"/><p:cNvSpPr txBox="1"/><p:nvPr/></p:nvSpPr><p:spPr><a:xfrm><a:off x="19397141" y="12447653"/><a:ext cx="220979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700"><a:latin typeface="Verdana"/><a:cs typeface="Verdana"/></a:endParaRPr><a:r><a:rPr dirty="0" sz="700" spc="-20"><a:latin typeface="Verdana"/><a:t>{{DESIGNED_BY}}</a:t></a:r></a:p></p:txBody></p:sp><p:sp><p:nvSpPr><p:cNvPr id="47" name="object 47"/><p:cNvSpPr/><p:nvPr/></p:nvSpPr><p:spPr><a:xfrm><a:off x="19195071" y="12640142"/><a:ext cx="624205" cy="247650"/></a:xfrm><a:custGeom><a:avLst/><a:gdLst/><a:ahLst/><a:cxnLst/><a:rect l="l" t="t" r="r" b="b"/><a:pathLst><a:path w="624205" h="247650"><a:moveTo><a:pt x="0" y="0"/></a:moveTo><a:lnTo><a:pt x="624064" y="0"/></a:lnTo><a:lnTo><a:pt x="624064" y="247345"/></a:lnTo><a:lnTo><a:pt x="0" y="247345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48" name="object 48"/><p:cNvSpPr txBox="1"/><p:nvPr/></p:nvSpPr><p:spPr><a:xfrm><a:off x="19268078" y="12695077"/><a:ext cx="48069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700"><a:latin typeface="Verdana"/><a:cs typeface="Verdana"/></a:endParaRPr><a:r><a:rPr dirty="0" sz="700" spc="-10"><a:latin typeface="Verdana"/><a:t>{{CHECKED_BY}}</a:t></a:r></a:p></p:txBody></p:sp><p:grpSp><p:nvGrpSpPr><p:cNvPr id="49" name="object 49"/><p:cNvGrpSpPr/><p:nvPr/></p:nvGrpSpPr><p:grpSpPr><a:xfrm><a:off x="18596818" y="271629"/><a:ext cx="120014" cy="4097654"/><a:chOff x="18596818" y="271629"/><a:chExt cx="120014" cy="4097654"/></a:xfrm></p:grpSpPr><p:sp><p:nvSpPr><p:cNvPr id="50" name="object 50"/><p:cNvSpPr/><p:nvPr/></p:nvSpPr><p:spPr><a:xfrm><a:off x="18600945" y="3873870"/><a:ext cx="111760" cy="490855"/></a:xfrm><a:custGeom><a:avLst/><a:gdLst/><a:ahLst/><a:cxnLst/><a:rect l="l" t="t" r="r" b="b"/><a:pathLst><a:path w="111759" h="490854"><a:moveTo><a:pt x="0" y="490735"/></a:moveTo><a:lnTo><a:pt x="111611" y="490735"/></a:lnTo><a:lnTo><a:pt x="111611" y="0"/></a:lnTo><a:lnTo><a:pt x="0" y="0"/></a:lnTo><a:lnTo><a:pt x="0" y="490735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51" name="object 51"/><p:cNvSpPr/><p:nvPr/></p:nvSpPr><p:spPr><a:xfrm><a:off x="18600945" y="275756"/><a:ext cx="111760" cy="297180"/></a:xfrm><a:custGeom><a:avLst/><a:gdLst/><a:ahLst/><a:cxnLst/><a:rect l="l" t="t" r="r" b="b"/><a:pathLst><a:path w="111759" h="297180"><a:moveTo><a:pt x="0" y="296985"/></a:moveTo><a:lnTo><a:pt x="111611" y="296985"/></a:lnTo><a:lnTo><a:pt x="111611" y="0"/></a:lnTo><a:lnTo><a:pt x="0" y="0"/></a:lnTo><a:lnTo><a:pt x="0" y="296985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52" name="object 52"/><p:cNvSpPr txBox="1"/><p:nvPr/></p:nvSpPr><p:spPr><a:xfrm><a:off x="18596748" y="360140"/><a:ext cx="120014" cy="128905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25"><a:latin typeface="Verdana"/><a:cs typeface="Verdana"/></a:rPr><a:t>ER</a:t></a:r><a:endParaRPr sz="600"><a:latin typeface="Verdana"/><a:cs typeface="Verdana"/></a:endParaRPr></a:p></p:txBody></p:sp><p:sp><p:nvSpPr><p:cNvPr id="53" name="object 53"/><p:cNvSpPr/><p:nvPr/></p:nvSpPr><p:spPr><a:xfrm><a:off x="18600946" y="572773"/><a:ext cx="111760" cy="3301365"/></a:xfrm><a:custGeom><a:avLst/><a:gdLst/><a:ahLst/><a:cxnLst/><a:rect l="l" t="t" r="r" b="b"/><a:pathLst><a:path w="111759" h="3301365"><a:moveTo><a:pt x="0" y="3301121"/></a:moveTo><a:lnTo><a:pt x="111611" y="3301121"/></a:lnTo><a:lnTo><a:pt x="111611" y="0"/></a:lnTo><a:lnTo><a:pt x="0" y="0"/></a:lnTo><a:lnTo><a:pt x="0" y="3301121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54" name="object 54"/><p:cNvSpPr txBox="1"/><p:nvPr/></p:nvSpPr><p:spPr><a:xfrm><a:off x="18596671" y="3472736"/><a:ext cx="120014" cy="868044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endParaRPr sz="600"><a:latin typeface="Verdana"/><a:cs typeface="Verdana"/></a:endParaRPr><a:r><a:rPr dirty="0" sz="550"><a:latin typeface="Verdana"/><a:t>{{ISSUE_DATE}} UPDATED</a:t></a:r></a:p></p:txBody></p:sp><p:grpSp><p:nvGrpSpPr><p:cNvPr id="55" name="object 55"/><p:cNvGrpSpPr/><p:nvPr/></p:nvGrpSpPr><p:grpSpPr><a:xfrm><a:off x="18596818" y="4362115"/><a:ext cx="120014" cy="333375"/><a:chOff x="18596818" y="4362115"/><a:chExt cx="120014" cy="333375"/></a:xfrm></p:grpSpPr><p:sp><p:nvSpPr><p:cNvPr id="56" name="object 56"/><p:cNvSpPr/><p:nvPr/></p:nvSpPr><p:spPr><a:xfrm><a:off x="18608004" y="4488752"/><a:ext cx="95885" cy="110489"/></a:xfrm><a:custGeom><a:avLst/><a:gdLst/><a:ahLst/><a:cxnLst/><a:rect l="l" t="t" r="r" b="b"/><a:pathLst><a:path w="95884" h="110489"><a:moveTo><a:pt x="0" y="54789"/></a:moveTo><a:lnTo><a:pt x="95789" y="0"/></a:lnTo><a:lnTo><a:pt x="95393" y="110378"/></a:lnTo><a:lnTo><a:pt x="0" y="54789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57" name="object 57"/><p:cNvSpPr/><p:nvPr/></p:nvSpPr><p:spPr><a:xfrm><a:off x="18600945" y="4366243"/><a:ext cx="111760" cy="325120"/></a:xfrm><a:custGeom><a:avLst/><a:gdLst/><a:ahLst/><a:cxnLst/><a:rect l="l" t="t" r="r" b="b"/><a:pathLst><a:path w="111759" h="325120"><a:moveTo><a:pt x="0" y="324830"/></a:moveTo><a:lnTo><a:pt x="111611" y="324830"/></a:lnTo><a:lnTo><a:pt x="111611" y="0"/></a:lnTo><a:lnTo><a:pt x="0" y="0"/></a:lnTo><a:lnTo><a:pt x="0" y="324830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58" name="object 58"/><p:cNvSpPr txBox="1"/><p:nvPr/></p:nvSpPr><p:spPr><a:xfrm><a:off x="18596748" y="4491429"/><a:ext cx="120014" cy="74930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50"><a:latin typeface="Verdana"/><a:cs typeface="Verdana"/></a:rPr><a:t>1</a:t></a:r><a:endParaRPr sz="600"><a:latin typeface="Verdana"/><a:cs typeface="Verdana"/></a:endParaRPr></a:p></p:txBody></p:sp><p:sp><p:nvSpPr><p:cNvPr id="59" name="object 59"/><p:cNvSpPr/><p:nvPr/></p:nvSpPr><p:spPr><a:xfrm><a:off x="19194994" y="12145219"/><a:ext cx="624205" cy="247650"/></a:xfrm><a:custGeom><a:avLst/><a:gdLst/><a:ahLst/><a:cxnLst/><a:rect l="l" t="t" r="r" b="b"/><a:pathLst><a:path w="624205" h="247650"><a:moveTo><a:pt x="0" y="0"/></a:moveTo><a:lnTo><a:pt x="624064" y="0"/></a:lnTo><a:lnTo><a:pt x="624064" y="247345"/></a:lnTo><a:lnTo><a:pt x="0" y="247345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60" name="object 60"/><p:cNvSpPr txBox="1"/><p:nvPr/></p:nvSpPr><p:spPr><a:xfrm><a:off x="19216033" y="12200230"/><a:ext cx="58356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700"><a:latin typeface="Verdana"/><a:cs typeface="Verdana"/></a:endParaRPr><a:r><a:rPr dirty="0" sz="700" spc="-10"><a:latin typeface="Verdana"/><a:t>{{ISSUE_DATE}}</a:t></a:r></a:p></p:txBody></p:sp><p:sp><p:nvSpPr><p:cNvPr id="61" name="object 61"/><p:cNvSpPr txBox="1"/><p:nvPr/></p:nvSpPr><p:spPr><a:xfrm><a:off x="18640225" y="10153953"/><a:ext cx="1083945" cy="926465"/></a:xfrm><a:prstGeom prst="rect"><a:avLst/></a:prstGeom></p:spPr><p:txBody><a:bodyPr wrap="square" lIns="0" tIns="0" rIns="0" bIns="0" rtlCol="0" vert="vert270"><a:spAutoFit/></a:bodyPr><a:lstStyle/><a:p><a:pPr marL="43180"><a:lnSpc><a:spcPts val="1989"/></a:lnSpc></a:pPr><a:r><a:rPr dirty="0" sz="1700" spc="-680" b="1"><a:latin typeface="Arial"/><a:cs typeface="Arial"/></a:rPr><a:t>a</a:t></a:r><a:r><a:rPr dirty="0" sz="1700" spc="-484" b="1"><a:latin typeface="Arial"/><a:cs typeface="Arial"/></a:rPr><a:t>P</a:t></a:r><a:r><a:rPr dirty="0" sz="1700" spc="-204" b="1"><a:latin typeface="Arial"/><a:cs typeface="Arial"/></a:rPr><a:t>r</a:t></a:r><a:r><a:rPr dirty="0" sz="1700" spc="-1055" b="1"><a:latin typeface="Arial"/><a:cs typeface="Arial"/></a:rPr><a:t>N</a:t></a:r><a:r><a:rPr dirty="0" sz="1700" spc="-10" b="1"><a:latin typeface="Arial"/><a:cs typeface="Arial"/></a:rPr><a:t>emont</a:t></a:r><a:endParaRPr sz="1700"><a:latin typeface="Arial"/><a:cs typeface="Arial"/></a:endParaRPr></a:p><a:p><a:pPr marL="79375" marR="127635" indent="-38100"><a:lnSpc><a:spcPct val="134400"/></a:lnSpc><a:spcBef><a:spcPts val="5"/></a:spcBef></a:pPr><a:endParaRPr sz="1350"><a:latin typeface="Arial"/><a:cs typeface="Arial"/></a:endParaRPr><a:r><a:rPr dirty="0" sz="1350" spc="-90"><a:latin typeface="Arial"/><a:t>u4n1nel {{CITY_SHORT}},</a:t></a:r></a:p><a:p><a:pPr marL="12700"><a:lnSpc><a:spcPct val="100000"/></a:lnSpc><a:spcBef><a:spcPts val="445"/></a:spcBef></a:pPr><a:r><a:rPr dirty="0" sz="1350" spc="-310"><a:latin typeface="Arial"/><a:cs typeface="Arial"/></a:rPr><a:t>HA-</a:t></a:r><a:r><a:rPr dirty="0" sz="1350" spc="-765"><a:latin typeface="Arial"/><a:cs typeface="Arial"/></a:rPr><a:t>7</a:t></a:r><a:r><a:rPr dirty="0" sz="1350" spc="-160"><a:latin typeface="Arial"/><a:cs typeface="Arial"/></a:rPr><a:t>P</a:t></a:r><a:r><a:rPr dirty="0" sz="1350" spc="-615"><a:latin typeface="Arial"/><a:cs typeface="Arial"/></a:rPr><a:t>6</a:t></a:r><a:r><a:rPr dirty="0" sz="1350" spc="-385"><a:latin typeface="Arial"/><a:cs typeface="Arial"/></a:rPr><a:t>N7</a:t></a:r><a:r><a:rPr dirty="0" sz="1350" spc="-5"><a:latin typeface="Arial"/><a:cs typeface="Arial"/></a:rPr><a:t>:0-</a:t></a:r><a:r><a:rPr dirty="0" sz="1350" spc="-25"><a:latin typeface="Arial"/><a:cs typeface="Arial"/></a:rPr><a:t>027</a:t></a:r><a:endParaRPr sz="1350"><a:latin typeface="Arial"/><a:cs typeface="Arial"/></a:endParaRPr></a:p></p:txBody></p:sp><p:grpSp><p:nvGrpSpPr><p:cNvPr id="62" name="object 62"/><p:cNvGrpSpPr/><p:nvPr/></p:nvGrpSpPr><p:grpSpPr><a:xfrm><a:off x="17635281" y="12210121"/><a:ext cx="810260" cy="810260"/><a:chOff x="17635281" y="12210121"/><a:chExt cx="810260" cy="810260"/></a:xfrm></p:grpSpPr><p:pic><p:nvPicPr><p:cNvPr id="63" name="object 63"/><p:cNvPicPr/><p:nvPr/></p:nvPicPr><p:blipFill><a:blip r:embed="rId3" cstate="print"/><a:stretch><a:fillRect/></a:stretch></p:blipFill><p:spPr><a:xfrm><a:off x="17639408" y="12214248"/><a:ext cx="801837" cy="801914"/></a:xfrm><a:prstGeom prst="rect"><a:avLst/></a:prstGeom></p:spPr></p:pic><p:sp><p:nvSpPr><p:cNvPr id="64" name="object 64"/><p:cNvSpPr/><p:nvPr/></p:nvSpPr><p:spPr><a:xfrm><a:off x="17639409" y="12214248"/><a:ext cx="802005" cy="802005"/></a:xfrm><a:custGeom><a:avLst/><a:gdLst/><a:ahLst/><a:cxnLst/><a:rect l="l" t="t" r="r" b="b"/><a:pathLst><a:path w="802005" h="802005"><a:moveTo><a:pt x="0" y="400918"/></a:moveTo><a:lnTo><a:pt x="2700" y="354202"/></a:lnTo><a:lnTo><a:pt x="10599" y="309059"/></a:lnTo><a:lnTo><a:pt x="23396" y="265790"/></a:lnTo><a:lnTo><a:pt x="40787" y="224698"/></a:lnTo><a:lnTo><a:pt x="62470" y="186085"/></a:lnTo><a:lnTo><a:pt x="88144" y="150254"/></a:lnTo><a:lnTo><a:pt x="117506" y="117506"/></a:lnTo><a:lnTo><a:pt x="150254" y="88144"/></a:lnTo><a:lnTo><a:pt x="186085" y="62470"/></a:lnTo><a:lnTo><a:pt x="224698" y="40787"/></a:lnTo><a:lnTo><a:pt x="265790" y="23396"/></a:lnTo><a:lnTo><a:pt x="309059" y="10599"/></a:lnTo><a:lnTo><a:pt x="354202" y="2700"/></a:lnTo><a:lnTo><a:pt x="400918" y="0"/></a:lnTo><a:lnTo><a:pt x="447634" y="2700"/></a:lnTo><a:lnTo><a:pt x="492778" y="10599"/></a:lnTo><a:lnTo><a:pt x="536046" y="23396"/></a:lnTo><a:lnTo><a:pt x="577138" y="40787"/></a:lnTo><a:lnTo><a:pt x="615751" y="62470"/></a:lnTo><a:lnTo><a:pt x="651582" y="88144"/></a:lnTo><a:lnTo><a:pt x="684330" y="117506"/></a:lnTo><a:lnTo><a:pt x="713692" y="150254"/></a:lnTo><a:lnTo><a:pt x="739366" y="186085"/></a:lnTo><a:lnTo><a:pt x="761049" y="224698"/></a:lnTo><a:lnTo><a:pt x="778440" y="265790"/></a:lnTo><a:lnTo><a:pt x="791237" y="309059"/></a:lnTo><a:lnTo><a:pt x="799136" y="354202"/></a:lnTo><a:lnTo><a:pt x="801837" y="400918"/></a:lnTo><a:lnTo><a:pt x="799136" y="447648"/></a:lnTo><a:lnTo><a:pt x="791237" y="492802"/></a:lnTo><a:lnTo><a:pt x="778440" y="536077"/></a:lnTo><a:lnTo><a:pt x="761049" y="577172"/></a:lnTo><a:lnTo><a:pt x="739366" y="615785"/></a:lnTo><a:lnTo><a:pt x="713692" y="651615"/></a:lnTo><a:lnTo><a:pt x="684330" y="684359"/></a:lnTo><a:lnTo><a:pt x="651582" y="713716"/></a:lnTo><a:lnTo><a:pt x="615751" y="739385"/></a:lnTo><a:lnTo><a:pt x="577138" y="761063"/></a:lnTo><a:lnTo><a:pt x="536046" y="778449"/></a:lnTo><a:lnTo><a:pt x="492778" y="791241"/></a:lnTo><a:lnTo><a:pt x="447634" y="799137"/></a:lnTo><a:lnTo><a:pt x="400918" y="801837"/></a:lnTo><a:lnTo><a:pt x="354202" y="799137"/></a:lnTo><a:lnTo><a:pt x="309059" y="791241"/></a:lnTo><a:lnTo><a:pt x="265790" y="778449"/></a:lnTo><a:lnTo><a:pt x="224698" y="761063"/></a:lnTo><a:lnTo><a:pt x="186085" y="739385"/></a:lnTo><a:lnTo><a:pt x="150254" y="713716"/></a:lnTo><a:lnTo><a:pt x="117506" y="684359"/></a:lnTo><a:lnTo><a:pt x="88144" y="651615"/></a:lnTo><a:lnTo><a:pt x="62470" y="615785"/></a:lnTo><a:lnTo><a:pt x="40787" y="577172"/></a:lnTo><a:lnTo><a:pt x="23396" y="536077"/></a:lnTo><a:lnTo><a:pt x="10599" y="492802"/></a:lnTo><a:lnTo><a:pt x="2700" y="447648"/></a:lnTo><a:lnTo><a:pt x="0" y="400918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65" name="object 65"/><p:cNvSpPr txBox="1"/><p:nvPr/></p:nvSpPr><p:spPr><a:xfrm><a:off x="17892583" y="12823907"/><a:ext cx="120014" cy="72390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300" spc="-55"><a:latin typeface="Calibri"/><a:cs typeface="Calibri"/></a:rPr><a:t>31E/X2P1.</a:t></a:r><a:endParaRPr sz="300"><a:latin typeface="Calibri"/><a:cs typeface="Calibri"/></a:endParaRPr></a:p></p:txBody></p:sp><p:pic><p:nvPicPr><p:cNvPr id="66" name="object 66"/><p:cNvPicPr/><p:nvPr/></p:nvPicPr><p:blipFill><a:blip r:embed="rId4" cstate="print"/><a:stretch><a:fillRect/></a:stretch></p:blipFill><p:spPr><a:xfrm><a:off x="17725035" y="12562425"/><a:ext cx="697748" cy="225938"/></a:xfrm><a:prstGeom prst="rect"><a:avLst/></a:prstGeom></p:spPr></p:pic><p:sp><p:nvSpPr><p:cNvPr id="67" name="object 67"/><p:cNvSpPr txBox="1"/><p:nvPr/></p:nvSpPr><p:spPr><a:xfrm><a:off x="18682019" y="11405839"/><a:ext cx="828040" cy="437515"/></a:xfrm><a:prstGeom prst="rect"><a:avLst/></a:prstGeom></p:spPr><p:txBody><a:bodyPr wrap="square" lIns="0" tIns="16510" rIns="0" bIns="0" rtlCol="0" vert="horz"><a:spAutoFit/></a:bodyPr><a:lstStyle/><a:p><a:pPr marL="241300"><a:lnSpc><a:spcPct val="100000"/></a:lnSpc><a:spcBef><a:spcPts val="130"/></a:spcBef></a:pPr><a:r><a:rPr dirty="0" sz="1800" spc="-20" b="1"><a:latin typeface="Verdana"/><a:cs typeface="Verdana"/></a:rPr><a:t>E1.2</a:t></a:r><a:endParaRPr sz="1800"><a:latin typeface="Verdana"/><a:cs typeface="Verdana"/></a:endParaRPr></a:p><a:p><a:pPr marL="12700"><a:lnSpc><a:spcPct val="100000"/></a:lnSpc><a:spcBef><a:spcPts val="30"/></a:spcBef></a:pPr><a:r><a:rPr dirty="0" sz="850" spc="-10"><a:latin typeface="Verdana"/><a:cs typeface="Verdana"/></a:rPr><a:t>DEMOLITION</a:t></a:r><a:endParaRPr sz="850"><a:latin typeface="Verdana"/><a:cs typeface="Verdana"/></a:endParaRPr></a:p></p:txBody></p:sp><p:sp><p:nvSpPr><p:cNvPr id="68" name="object 68"/><p:cNvSpPr txBox="1"/><p:nvPr/></p:nvSpPr><p:spPr><a:xfrm><a:off x="7966657" y="12083732"/><a:ext cx="57277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10"><a:latin typeface="Calibri"/><a:cs typeface="Calibri"/></a:rPr><a:t>ENLARGED</a:t></a:r><a:endParaRPr sz="950"><a:latin typeface="Calibri"/><a:cs typeface="Calibri"/></a:endParaRPr></a:p></p:txBody></p:sp><p:sp><p:nvSpPr><p:cNvPr id="69" name="object 69"/><p:cNvSpPr txBox="1"/><p:nvPr/></p:nvSpPr><p:spPr><a:xfrm><a:off x="7657727" y="12122357"/><a:ext cx="8890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50"><a:latin typeface="Calibri"/><a:cs typeface="Calibri"/></a:rPr><a:t>1</a:t></a:r><a:endParaRPr sz="950"><a:latin typeface="Calibri"/><a:cs typeface="Calibri"/></a:endParaRPr></a:p></p:txBody></p:sp><p:sp><p:nvSpPr><p:cNvPr id="70" name="object 70"/><p:cNvSpPr txBox="1"/><p:nvPr/></p:nvSpPr><p:spPr><a:xfrm><a:off x="7580165" y="12273604"/><a:ext cx="243204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0"><a:latin typeface="Calibri"/><a:cs typeface="Calibri"/></a:rPr><a:t>E1.1</a:t></a:r><a:endParaRPr sz="950"><a:latin typeface="Calibri"/><a:cs typeface="Calibri"/></a:endParaRPr></a:p></p:txBody></p:sp><p:grpSp><p:nvGrpSpPr><p:cNvPr id="71" name="object 71"/><p:cNvGrpSpPr/><p:nvPr/></p:nvGrpSpPr><p:grpSpPr><a:xfrm><a:off x="1633621" y="1665103"/><a:ext cx="13898244" cy="11045190"/><a:chOff x="1633621" y="1665103"/><a:chExt cx="13898244" cy="11045190"/></a:xfrm></p:grpSpPr><p:sp><p:nvSpPr><p:cNvPr id="72" name="object 72"/><p:cNvSpPr/><p:nvPr/></p:nvSpPr><p:spPr><a:xfrm><a:off x="7482743" y="12292508"/><a:ext cx="3281679" cy="0"/></a:xfrm><a:custGeom><a:avLst/><a:gdLst/><a:ahLst/><a:cxnLst/><a:rect l="l" t="t" r="r" b="b"/><a:pathLst><a:path w="3281679" h="0"><a:moveTo><a:pt x="0" y="0"/></a:moveTo><a:lnTo><a:pt x="328142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73" name="object 73"/><p:cNvSpPr/><p:nvPr/></p:nvSpPr><p:spPr><a:xfrm><a:off x="10347236" y="12364521"/><a:ext cx="339725" cy="339725"/></a:xfrm><a:custGeom><a:avLst/><a:gdLst/><a:ahLst/><a:cxnLst/><a:rect l="l" t="t" r="r" b="b"/><a:pathLst><a:path w="339725" h="339725"><a:moveTo><a:pt x="112712" y="329991"/></a:moveTo><a:lnTo><a:pt x="72149" y="309104"/></a:lnTo><a:lnTo><a:pt x="39614" y="279317"/></a:lnTo><a:lnTo><a:pt x="16089" y="242705"/></a:lnTo><a:lnTo><a:pt x="2557" y="201341"/></a:lnTo><a:lnTo><a:pt x="0" y="157302"/></a:lnTo><a:lnTo><a:pt x="9400" y="112662"/></a:lnTo><a:lnTo><a:pt x="30287" y="72127"/></a:lnTo><a:lnTo><a:pt x="60076" y="39601"/></a:lnTo><a:lnTo><a:pt x="96696" y="16078"/></a:lnTo><a:lnTo><a:pt x="138072" y="2547"/></a:lnTo><a:lnTo><a:pt x="182133" y="0"/></a:lnTo><a:lnTo><a:pt x="226806" y="9427"/></a:lnTo><a:lnTo><a:pt x="267342" y="30287"/></a:lnTo><a:lnTo><a:pt x="299867" y="60066"/></a:lnTo><a:lnTo><a:pt x="323390" y="96684"/></a:lnTo><a:lnTo><a:pt x="336921" y="138059"/></a:lnTo><a:lnTo><a:pt x="339469" y="182110"/></a:lnTo><a:lnTo><a:pt x="330041" y="226756"/></a:lnTo><a:lnTo><a:pt x="309144" y="267291"/></a:lnTo><a:lnTo><a:pt x="279333" y="299817"/></a:lnTo><a:lnTo><a:pt x="242697" y="323340"/></a:lnTo><a:lnTo><a:pt x="201323" y="336871"/></a:lnTo><a:lnTo><a:pt x="157299" y="339418"/></a:lnTo><a:lnTo><a:pt x="112712" y="329991"/></a:lnTo><a:close/></a:path></a:pathLst></a:custGeom><a:ln w="11634"><a:solidFill><a:srgbClr val="000000"/></a:solidFill></a:ln></p:spPr><p:txBody><a:bodyPr wrap="square" lIns="0" tIns="0" rIns="0" bIns="0" rtlCol="0"/><a:lstStyle/><a:p/></p:txBody></p:sp><p:sp><p:nvSpPr><p:cNvPr id="74" name="object 74"/><p:cNvSpPr/><p:nvPr/></p:nvSpPr><p:spPr><a:xfrm><a:off x="10356636" y="12373949"/><a:ext cx="320675" cy="320675"/></a:xfrm><a:custGeom><a:avLst/><a:gdLst/><a:ahLst/><a:cxnLst/><a:rect l="l" t="t" r="r" b="b"/><a:pathLst><a:path w="320675" h="320675"><a:moveTo><a:pt x="320641" y="217329"/></a:moveTo><a:lnTo><a:pt x="0" y="103235"/></a:lnTo><a:lnTo><a:pt x="125688" y="43552"/></a:lnTo><a:lnTo><a:pt x="190230" y="12904"/></a:lnTo><a:lnTo><a:pt x="214009" y="1613"/></a:lnTo><a:lnTo><a:pt x="217406" y="0"/></a:lnTo><a:lnTo><a:pt x="151446" y="185326"/></a:lnTo><a:lnTo><a:pt x="117574" y="280493"/></a:lnTo><a:lnTo><a:pt x="105095" y="315555"/></a:lnTo><a:lnTo><a:pt x="103312" y="320564"/></a:lnTo><a:lnTo><a:pt x="0" y="103235"/></a:lnTo></a:path></a:pathLst></a:custGeom><a:ln w="11634"><a:solidFill><a:srgbClr val="000000"/></a:solidFill></a:ln></p:spPr><p:txBody><a:bodyPr wrap="square" lIns="0" tIns="0" rIns="0" bIns="0" rtlCol="0"/><a:lstStyle/><a:p/></p:txBody></p:sp><p:sp><p:nvSpPr><p:cNvPr id="75" name="object 75"/><p:cNvSpPr/><p:nvPr/></p:nvSpPr><p:spPr><a:xfrm><a:off x="7482750" y="12075878"/><a:ext cx="433705" cy="433705"/></a:xfrm><a:custGeom><a:avLst/><a:gdLst/><a:ahLst/><a:cxnLst/><a:rect l="l" t="t" r="r" b="b"/><a:pathLst><a:path w="433704" h="433704"><a:moveTo><a:pt x="0" y="216630"/></a:moveTo><a:lnTo><a:pt x="5715" y="166972"/></a:lnTo><a:lnTo><a:pt x="21998" y="121380"/></a:lnTo><a:lnTo><a:pt x="47555" y="81156"/></a:lnTo><a:lnTo><a:pt x="81091" y="47604"/></a:lnTo><a:lnTo><a:pt x="121312" y="22025"/></a:lnTo><a:lnTo><a:pt x="166923" y="5723"/></a:lnTo><a:lnTo><a:pt x="216630" y="0"/></a:lnTo><a:lnTo><a:pt x="266313" y="5723"/></a:lnTo><a:lnTo><a:pt x="311915" y="22025"/></a:lnTo><a:lnTo><a:pt x="352137" y="47604"/></a:lnTo><a:lnTo><a:pt x="385682" y="81156"/></a:lnTo><a:lnTo><a:pt x="411249" y="121380"/></a:lnTo><a:lnTo><a:pt x="427542" y="166972"/></a:lnTo><a:lnTo><a:pt x="433261" y="216630"/></a:lnTo><a:lnTo><a:pt x="427542" y="266313"/></a:lnTo><a:lnTo><a:pt x="411249" y="311915"/></a:lnTo><a:lnTo><a:pt x="385682" y="352137"/></a:lnTo><a:lnTo><a:pt x="352137" y="385682"/></a:lnTo><a:lnTo><a:pt x="311915" y="411249"/></a:lnTo><a:lnTo><a:pt x="266313" y="427542"/></a:lnTo><a:lnTo><a:pt x="216630" y="433261"/></a:lnTo><a:lnTo><a:pt x="166923" y="427542"/></a:lnTo><a:lnTo><a:pt x="121312" y="411249"/></a:lnTo><a:lnTo><a:pt x="81091" y="385682"/></a:lnTo><a:lnTo><a:pt x="47555" y="352137"/></a:lnTo><a:lnTo><a:pt x="21998" y="311915"/></a:lnTo><a:lnTo><a:pt x="5715" y="266313"/></a:lnTo><a:lnTo><a:pt x="0" y="216630"/></a:lnTo></a:path></a:pathLst></a:custGeom><a:ln w="15512"><a:solidFill><a:srgbClr val="000000"/></a:solidFill></a:ln></p:spPr><p:txBody><a:bodyPr wrap="square" lIns="0" tIns="0" rIns="0" bIns="0" rtlCol="0"/><a:lstStyle/><a:p/></p:txBody></p:sp><p:pic><p:nvPicPr><p:cNvPr id="76" name="object 76"/><p:cNvPicPr/><p:nvPr/></p:nvPicPr><p:blipFill><a:blip r:embed="rId5" cstate="print"/><a:stretch><a:fillRect/></a:stretch></p:blipFill><p:spPr><a:xfrm><a:off x="1633621" y="1665103"/><a:ext cx="13897812" cy="9964172"/></a:xfrm><a:prstGeom prst="rect"><a:avLst/></a:prstGeom></p:spPr></p:pic><p:sp><p:nvSpPr><p:cNvPr id="77" name="object 77"/><p:cNvSpPr/><p:nvPr/></p:nvSpPr><p:spPr><a:xfrm><a:off x="8410292" y="6662058"/><a:ext cx="55880" cy="6350"/></a:xfrm><a:custGeom><a:avLst/><a:gdLst/><a:ahLst/><a:cxnLst/><a:rect l="l" t="t" r="r" b="b"/><a:pathLst><a:path w="55879" h="6350"><a:moveTo><a:pt x="0" y="0"/></a:moveTo><a:lnTo><a:pt x="55534" y="5817"/></a:lnTo></a:path></a:pathLst></a:custGeom><a:ln w="3878"><a:solidFill><a:srgbClr val="E2E2E2"/></a:solidFill></a:ln></p:spPr><p:txBody><a:bodyPr wrap="square" lIns="0" tIns="0" rIns="0" bIns="0" rtlCol="0"/><a:lstStyle/><a:p/></p:txBody></p:sp><p:sp><p:nvSpPr><p:cNvPr id="78" name="object 78"/><p:cNvSpPr/><p:nvPr/></p:nvSpPr><p:spPr><a:xfrm><a:off x="8020465" y="6796163"/><a:ext cx="6350" cy="55880"/></a:xfrm><a:custGeom><a:avLst/><a:gdLst/><a:ahLst/><a:cxnLst/><a:rect l="l" t="t" r="r" b="b"/><a:pathLst><a:path w="6350" h="55879"><a:moveTo><a:pt x="0" y="55534"/></a:moveTo><a:lnTo><a:pt x="5817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79" name="object 79"/><p:cNvSpPr/><p:nvPr/></p:nvSpPr><p:spPr><a:xfrm><a:off x="8887842" y="7061441"/><a:ext cx="4445" cy="635"/></a:xfrm><a:custGeom><a:avLst/><a:gdLst/><a:ahLst/><a:cxnLst/><a:rect l="l" t="t" r="r" b="b"/><a:pathLst><a:path w="4445" h="634"><a:moveTo><a:pt x="0" y="0"/></a:moveTo><a:lnTo><a:pt x="4421" y="473"/></a:lnTo></a:path></a:pathLst></a:custGeom><a:ln w="3878"><a:solidFill><a:srgbClr val="E2E2E2"/></a:solidFill></a:ln></p:spPr><p:txBody><a:bodyPr wrap="square" lIns="0" tIns="0" rIns="0" bIns="0" rtlCol="0"/><a:lstStyle/><a:p/></p:txBody></p:sp><p:sp><p:nvSpPr><p:cNvPr id="80" name="object 80"/><p:cNvSpPr/><p:nvPr/></p:nvSpPr><p:spPr><a:xfrm><a:off x="7996188" y="6816468"/><a:ext cx="1270" cy="2540"/></a:xfrm><a:custGeom><a:avLst/><a:gdLst/><a:ahLst/><a:cxnLst/><a:rect l="l" t="t" r="r" b="b"/><a:pathLst><a:path w="1270" h="2540"><a:moveTo><a:pt x="0" y="2171"/></a:moveTo><a:lnTo><a:pt x="1163" y="0"/></a:lnTo></a:path></a:pathLst></a:custGeom><a:ln w="3878"><a:solidFill><a:srgbClr val="FF00FF"/></a:solidFill></a:ln></p:spPr><p:txBody><a:bodyPr wrap="square" lIns="0" tIns="0" rIns="0" bIns="0" rtlCol="0"/><a:lstStyle/><a:p/></p:txBody></p:sp><p:sp><p:nvSpPr><p:cNvPr id="81" name="object 81"/><p:cNvSpPr/><p:nvPr/></p:nvSpPr><p:spPr><a:xfrm><a:off x="7998980" y="6813505"/><a:ext cx="2540" cy="1270"/></a:xfrm><a:custGeom><a:avLst/><a:gdLst/><a:ahLst/><a:cxnLst/><a:rect l="l" t="t" r="r" b="b"/><a:pathLst><a:path w="2540" h="1270"><a:moveTo><a:pt x="0" y="1240"/></a:moveTo><a:lnTo><a:pt x="2094" y="0"/></a:lnTo></a:path></a:pathLst></a:custGeom><a:ln w="3878"><a:solidFill><a:srgbClr val="FF00FF"/></a:solidFill></a:ln></p:spPr><p:txBody><a:bodyPr wrap="square" lIns="0" tIns="0" rIns="0" bIns="0" rtlCol="0"/><a:lstStyle/><a:p/></p:txBody></p:sp><p:sp><p:nvSpPr><p:cNvPr id="82" name="object 82"/><p:cNvSpPr/><p:nvPr/></p:nvSpPr><p:spPr><a:xfrm><a:off x="8012399" y="6825318"/><a:ext cx="1270" cy="2540"/></a:xfrm><a:custGeom><a:avLst/><a:gdLst/><a:ahLst/><a:cxnLst/><a:rect l="l" t="t" r="r" b="b"/><a:pathLst><a:path w="1270" h="2540"><a:moveTo><a:pt x="1163" y="0"/></a:moveTo><a:lnTo><a:pt x="0" y="2094"/></a:lnTo></a:path></a:pathLst></a:custGeom><a:ln w="3878"><a:solidFill><a:srgbClr val="FF00FF"/></a:solidFill></a:ln></p:spPr><p:txBody><a:bodyPr wrap="square" lIns="0" tIns="0" rIns="0" bIns="0" rtlCol="0"/><a:lstStyle/><a:p/></p:txBody></p:sp><p:sp><p:nvSpPr><p:cNvPr id="83" name="object 83"/><p:cNvSpPr/><p:nvPr/></p:nvSpPr><p:spPr><a:xfrm><a:off x="7995567" y="6818640"/><a:ext cx="635" cy="2540"/></a:xfrm><a:custGeom><a:avLst/><a:gdLst/><a:ahLst/><a:cxnLst/><a:rect l="l" t="t" r="r" b="b"/><a:pathLst><a:path w="634" h="2540"><a:moveTo><a:pt x="0" y="2365"/></a:moveTo><a:lnTo><a:pt x="620" y="0"/></a:lnTo></a:path></a:pathLst></a:custGeom><a:ln w="3878"><a:solidFill><a:srgbClr val="FF00FF"/></a:solidFill></a:ln></p:spPr><p:txBody><a:bodyPr wrap="square" lIns="0" tIns="0" rIns="0" bIns="0" rtlCol="0"/><a:lstStyle/><a:p/></p:txBody></p:sp><p:sp><p:nvSpPr><p:cNvPr id="84" name="object 84"/><p:cNvSpPr/><p:nvPr/></p:nvSpPr><p:spPr><a:xfrm><a:off x="8005806" y="6812722"/><a:ext cx="2540" cy="635"/></a:xfrm><a:custGeom><a:avLst/><a:gdLst/><a:ahLst/><a:cxnLst/><a:rect l="l" t="t" r="r" b="b"/><a:pathLst><a:path w="2540" h="634"><a:moveTo><a:pt x="0" y="0"/></a:moveTo><a:lnTo><a:pt x="2404" y="573"/></a:lnTo></a:path></a:pathLst></a:custGeom><a:ln w="3878"><a:solidFill><a:srgbClr val="FF00FF"/></a:solidFill></a:ln></p:spPr><p:txBody><a:bodyPr wrap="square" lIns="0" tIns="0" rIns="0" bIns="0" rtlCol="0"/><a:lstStyle/><a:p/></p:txBody></p:sp><p:sp><p:nvSpPr><p:cNvPr id="85" name="object 85"/><p:cNvSpPr/><p:nvPr/></p:nvSpPr><p:spPr><a:xfrm><a:off x="7996343" y="6825745"/><a:ext cx="1905" cy="2540"/></a:xfrm><a:custGeom><a:avLst/><a:gdLst/><a:ahLst/><a:cxnLst/><a:rect l="l" t="t" r="r" b="b"/><a:pathLst><a:path w="1904" h="2540"><a:moveTo><a:pt x="1318" y="2094"/></a:moveTo><a:lnTo><a:pt x="0" y="0"/></a:lnTo></a:path></a:pathLst></a:custGeom><a:ln w="3878"><a:solidFill><a:srgbClr val="FF00FF"/></a:solidFill></a:ln></p:spPr><p:txBody><a:bodyPr wrap="square" lIns="0" tIns="0" rIns="0" bIns="0" rtlCol="0"/><a:lstStyle/><a:p/></p:txBody></p:sp><p:sp><p:nvSpPr><p:cNvPr id="86" name="object 86"/><p:cNvSpPr/><p:nvPr/></p:nvSpPr><p:spPr><a:xfrm><a:off x="7997351" y="6814723"/><a:ext cx="1905" cy="1905"/></a:xfrm><a:custGeom><a:avLst/><a:gdLst/><a:ahLst/><a:cxnLst/><a:rect l="l" t="t" r="r" b="b"/><a:pathLst><a:path w="1904" h="1904"><a:moveTo><a:pt x="0" y="1783"/></a:moveTo><a:lnTo><a:pt x="1628" y="0"/></a:lnTo></a:path></a:pathLst></a:custGeom><a:ln w="3878"><a:solidFill><a:srgbClr val="FF00FF"/></a:solidFill></a:ln></p:spPr><p:txBody><a:bodyPr wrap="square" lIns="0" tIns="0" rIns="0" bIns="0" rtlCol="0"/><a:lstStyle/><a:p/></p:txBody></p:sp><p:sp><p:nvSpPr><p:cNvPr id="87" name="object 87"/><p:cNvSpPr/><p:nvPr/></p:nvSpPr><p:spPr><a:xfrm><a:off x="8013562" y="6822952"/><a:ext cx="635" cy="2540"/></a:xfrm><a:custGeom><a:avLst/><a:gdLst/><a:ahLst/><a:cxnLst/><a:rect l="l" t="t" r="r" b="b"/><a:pathLst><a:path w="634" h="2540"><a:moveTo><a:pt x="542" y="0"/></a:moveTo><a:lnTo><a:pt x="0" y="2365"/></a:lnTo></a:path></a:pathLst></a:custGeom><a:ln w="3878"><a:solidFill><a:srgbClr val="FF00FF"/></a:solidFill></a:ln></p:spPr><p:txBody><a:bodyPr wrap="square" lIns="0" tIns="0" rIns="0" bIns="0" rtlCol="0"/><a:lstStyle/><a:p/></p:txBody></p:sp><p:sp><p:nvSpPr><p:cNvPr id="88" name="object 88"/><p:cNvSpPr/><p:nvPr/></p:nvSpPr><p:spPr><a:xfrm><a:off x="8010692" y="6827451"/><a:ext cx="1905" cy="1905"/></a:xfrm><a:custGeom><a:avLst/><a:gdLst/><a:ahLst/><a:cxnLst/><a:rect l="l" t="t" r="r" b="b"/><a:pathLst><a:path w="1904" h="1904"><a:moveTo><a:pt x="1706" y="0"/></a:moveTo><a:lnTo><a:pt x="0" y="1783"/></a:lnTo></a:path></a:pathLst></a:custGeom><a:ln w="3878"><a:solidFill><a:srgbClr val="FF00FF"/></a:solidFill></a:ln></p:spPr><p:txBody><a:bodyPr wrap="square" lIns="0" tIns="0" rIns="0" bIns="0" rtlCol="0"/><a:lstStyle/><a:p/></p:txBody></p:sp><p:sp><p:nvSpPr><p:cNvPr id="89" name="object 89"/><p:cNvSpPr/><p:nvPr/></p:nvSpPr><p:spPr><a:xfrm><a:off x="8003868" y="6831174"/><a:ext cx="2540" cy="635"/></a:xfrm><a:custGeom><a:avLst/><a:gdLst/><a:ahLst/><a:cxnLst/><a:rect l="l" t="t" r="r" b="b"/><a:pathLst><a:path w="2540" h="634"><a:moveTo><a:pt x="2481" y="0"/></a:moveTo><a:lnTo><a:pt x="0" y="62"/></a:lnTo></a:path></a:pathLst></a:custGeom><a:ln w="3878"><a:solidFill><a:srgbClr val="FF00FF"/></a:solidFill></a:ln></p:spPr><p:txBody><a:bodyPr wrap="square" lIns="0" tIns="0" rIns="0" bIns="0" rtlCol="0"/><a:lstStyle/><a:p/></p:txBody></p:sp><p:sp><p:nvSpPr><p:cNvPr id="90" name="object 90"/><p:cNvSpPr/><p:nvPr/></p:nvSpPr><p:spPr><a:xfrm><a:off x="8001074" y="6812792"/><a:ext cx="2540" cy="1270"/></a:xfrm><a:custGeom><a:avLst/><a:gdLst/><a:ahLst/><a:cxnLst/><a:rect l="l" t="t" r="r" b="b"/><a:pathLst><a:path w="2540" h="1270"><a:moveTo><a:pt x="0" y="682"/></a:moveTo><a:lnTo><a:pt x="2319" y="0"/></a:lnTo></a:path></a:pathLst></a:custGeom><a:ln w="3878"><a:solidFill><a:srgbClr val="FF00FF"/></a:solidFill></a:ln></p:spPr><p:txBody><a:bodyPr wrap="square" lIns="0" tIns="0" rIns="0" bIns="0" rtlCol="0"/><a:lstStyle/><a:p/></p:txBody></p:sp><p:sp><p:nvSpPr><p:cNvPr id="91" name="object 91"/><p:cNvSpPr/><p:nvPr/></p:nvSpPr><p:spPr><a:xfrm><a:off x="7995568" y="6821006"/><a:ext cx="1270" cy="5080"/></a:xfrm><a:custGeom><a:avLst/><a:gdLst/><a:ahLst/><a:cxnLst/><a:rect l="l" t="t" r="r" b="b"/><a:pathLst><a:path w="1270" h="5079"><a:moveTo><a:pt x="774" y="4762"/></a:moveTo><a:lnTo><a:pt x="76" y="2427"/></a:lnTo><a:lnTo><a:pt x="0" y="0"/></a:lnTo></a:path></a:pathLst></a:custGeom><a:ln w="3878"><a:solidFill><a:srgbClr val="FF00FF"/></a:solidFill></a:ln></p:spPr><p:txBody><a:bodyPr wrap="square" lIns="0" tIns="0" rIns="0" bIns="0" rtlCol="0"/><a:lstStyle/><a:p/></p:txBody></p:sp><p:sp><p:nvSpPr><p:cNvPr id="92" name="object 92"/><p:cNvSpPr/><p:nvPr/></p:nvSpPr><p:spPr><a:xfrm><a:off x="8013329" y="6818198"/><a:ext cx="1270" cy="2540"/></a:xfrm><a:custGeom><a:avLst/><a:gdLst/><a:ahLst/><a:cxnLst/><a:rect l="l" t="t" r="r" b="b"/><a:pathLst><a:path w="1270" h="2540"><a:moveTo><a:pt x="0" y="0"/></a:moveTo><a:lnTo><a:pt x="698" y="2319"/></a:lnTo></a:path></a:pathLst></a:custGeom><a:ln w="3878"><a:solidFill><a:srgbClr val="FF00FF"/></a:solidFill></a:ln></p:spPr><p:txBody><a:bodyPr wrap="square" lIns="0" tIns="0" rIns="0" bIns="0" rtlCol="0"/><a:lstStyle/><a:p/></p:txBody></p:sp><p:sp><p:nvSpPr><p:cNvPr id="93" name="object 93"/><p:cNvSpPr/><p:nvPr/></p:nvSpPr><p:spPr><a:xfrm><a:off x="8010305" y="6814452"/><a:ext cx="1905" cy="1905"/></a:xfrm><a:custGeom><a:avLst/><a:gdLst/><a:ahLst/><a:cxnLst/><a:rect l="l" t="t" r="r" b="b"/><a:pathLst><a:path w="1904" h="1904"><a:moveTo><a:pt x="0" y="0"/></a:moveTo><a:lnTo><a:pt x="1783" y="1706"/></a:lnTo></a:path></a:pathLst></a:custGeom><a:ln w="3878"><a:solidFill><a:srgbClr val="FF00FF"/></a:solidFill></a:ln></p:spPr><p:txBody><a:bodyPr wrap="square" lIns="0" tIns="0" rIns="0" bIns="0" rtlCol="0"/><a:lstStyle/><a:p/></p:txBody></p:sp><p:sp><p:nvSpPr><p:cNvPr id="94" name="object 94"/><p:cNvSpPr/><p:nvPr/></p:nvSpPr><p:spPr><a:xfrm><a:off x="7997662" y="6827800"/><a:ext cx="1905" cy="1905"/></a:xfrm><a:custGeom><a:avLst/><a:gdLst/><a:ahLst/><a:cxnLst/><a:rect l="l" t="t" r="r" b="b"/><a:pathLst><a:path w="1904" h="1904"><a:moveTo><a:pt x="1706" y="1706"/></a:moveTo><a:lnTo><a:pt x="0" y="0"/></a:lnTo></a:path></a:pathLst></a:custGeom><a:ln w="3878"><a:solidFill><a:srgbClr val="FF00FF"/></a:solidFill></a:ln></p:spPr><p:txBody><a:bodyPr wrap="square" lIns="0" tIns="0" rIns="0" bIns="0" rtlCol="0"/><a:lstStyle/><a:p/></p:txBody></p:sp><p:sp><p:nvSpPr><p:cNvPr id="95" name="object 95"/><p:cNvSpPr/><p:nvPr/></p:nvSpPr><p:spPr><a:xfrm><a:off x="8012088" y="6816127"/><a:ext cx="1270" cy="2540"/></a:xfrm><a:custGeom><a:avLst/><a:gdLst/><a:ahLst/><a:cxnLst/><a:rect l="l" t="t" r="r" b="b"/><a:pathLst><a:path w="1270" h="2540"><a:moveTo><a:pt x="0" y="0"/></a:moveTo><a:lnTo><a:pt x="1240" y="2094"/></a:lnTo></a:path></a:pathLst></a:custGeom><a:ln w="3878"><a:solidFill><a:srgbClr val="FF00FF"/></a:solidFill></a:ln></p:spPr><p:txBody><a:bodyPr wrap="square" lIns="0" tIns="0" rIns="0" bIns="0" rtlCol="0"/><a:lstStyle/><a:p/></p:txBody></p:sp><p:sp><p:nvSpPr><p:cNvPr id="96" name="object 96"/><p:cNvSpPr/><p:nvPr/></p:nvSpPr><p:spPr><a:xfrm><a:off x="7999368" y="6829506"/><a:ext cx="2540" cy="1270"/></a:xfrm><a:custGeom><a:avLst/><a:gdLst/><a:ahLst/><a:cxnLst/><a:rect l="l" t="t" r="r" b="b"/><a:pathLst><a:path w="2540" h="1270"><a:moveTo><a:pt x="2171" y="1163"/></a:moveTo><a:lnTo><a:pt x="0" y="0"/></a:lnTo></a:path></a:pathLst></a:custGeom><a:ln w="3878"><a:solidFill><a:srgbClr val="FF00FF"/></a:solidFill></a:ln></p:spPr><p:txBody><a:bodyPr wrap="square" lIns="0" tIns="0" rIns="0" bIns="0" rtlCol="0"/><a:lstStyle/><a:p/></p:txBody></p:sp><p:sp><p:nvSpPr><p:cNvPr id="97" name="object 97"/><p:cNvSpPr/><p:nvPr/></p:nvSpPr><p:spPr><a:xfrm><a:off x="8014028" y="6820525"/><a:ext cx="635" cy="2540"/></a:xfrm><a:custGeom><a:avLst/><a:gdLst/><a:ahLst/><a:cxnLst/><a:rect l="l" t="t" r="r" b="b"/><a:pathLst><a:path w="634" h="2540"><a:moveTo><a:pt x="0" y="0"/></a:moveTo><a:lnTo><a:pt x="77" y="2427"/></a:lnTo></a:path></a:pathLst></a:custGeom><a:ln w="3878"><a:solidFill><a:srgbClr val="FF00FF"/></a:solidFill></a:ln></p:spPr><p:txBody><a:bodyPr wrap="square" lIns="0" tIns="0" rIns="0" bIns="0" rtlCol="0"/><a:lstStyle/><a:p/></p:txBody></p:sp><p:sp><p:nvSpPr><p:cNvPr id="98" name="object 98"/><p:cNvSpPr/><p:nvPr/></p:nvSpPr><p:spPr><a:xfrm><a:off x="8006349" y="6829219"/><a:ext cx="4445" cy="2540"/></a:xfrm><a:custGeom><a:avLst/><a:gdLst/><a:ahLst/><a:cxnLst/><a:rect l="l" t="t" r="r" b="b"/><a:pathLst><a:path w="4445" h="2540"><a:moveTo><a:pt x="4343" y="0"/></a:moveTo><a:lnTo><a:pt x="2326" y="1264"/></a:lnTo><a:lnTo><a:pt x="0" y="1954"/></a:lnTo></a:path></a:pathLst></a:custGeom><a:ln w="3878"><a:solidFill><a:srgbClr val="FF00FF"/></a:solidFill></a:ln></p:spPr><p:txBody><a:bodyPr wrap="square" lIns="0" tIns="0" rIns="0" bIns="0" rtlCol="0"/><a:lstStyle/><a:p/></p:txBody></p:sp><p:sp><p:nvSpPr><p:cNvPr id="99" name="object 99"/><p:cNvSpPr/><p:nvPr/></p:nvSpPr><p:spPr><a:xfrm><a:off x="8001548" y="6830670"/><a:ext cx="2540" cy="635"/></a:xfrm><a:custGeom><a:avLst/><a:gdLst/><a:ahLst/><a:cxnLst/><a:rect l="l" t="t" r="r" b="b"/><a:pathLst><a:path w="2540" h="634"><a:moveTo><a:pt x="2319" y="566"/></a:moveTo><a:lnTo><a:pt x="0" y="0"/></a:lnTo></a:path></a:pathLst></a:custGeom><a:ln w="3878"><a:solidFill><a:srgbClr val="FF00FF"/></a:solidFill></a:ln></p:spPr><p:txBody><a:bodyPr wrap="square" lIns="0" tIns="0" rIns="0" bIns="0" rtlCol="0"/><a:lstStyle/><a:p/></p:txBody></p:sp><p:sp><p:nvSpPr><p:cNvPr id="100" name="object 100"/><p:cNvSpPr/><p:nvPr/></p:nvSpPr><p:spPr><a:xfrm><a:off x="8003401" y="6812722"/><a:ext cx="2540" cy="635"/></a:xfrm><a:custGeom><a:avLst/><a:gdLst/><a:ahLst/><a:cxnLst/><a:rect l="l" t="t" r="r" b="b"/><a:pathLst><a:path w="2540" h="634"><a:moveTo><a:pt x="0" y="69"/></a:moveTo><a:lnTo><a:pt x="2403" y="0"/></a:lnTo></a:path></a:pathLst></a:custGeom><a:ln w="3878"><a:solidFill><a:srgbClr val="FF00FF"/></a:solidFill></a:ln></p:spPr><p:txBody><a:bodyPr wrap="square" lIns="0" tIns="0" rIns="0" bIns="0" rtlCol="0"/><a:lstStyle/><a:p/></p:txBody></p:sp><p:sp><p:nvSpPr><p:cNvPr id="101" name="object 101"/><p:cNvSpPr/><p:nvPr/></p:nvSpPr><p:spPr><a:xfrm><a:off x="8008210" y="6813296"/><a:ext cx="2540" cy="1270"/></a:xfrm><a:custGeom><a:avLst/><a:gdLst/><a:ahLst/><a:cxnLst/><a:rect l="l" t="t" r="r" b="b"/><a:pathLst><a:path w="2540" h="1270"><a:moveTo><a:pt x="0" y="0"/></a:moveTo><a:lnTo><a:pt x="2094" y="1163"/></a:lnTo></a:path></a:pathLst></a:custGeom><a:ln w="3878"><a:solidFill><a:srgbClr val="FF00FF"/></a:solidFill></a:ln></p:spPr><p:txBody><a:bodyPr wrap="square" lIns="0" tIns="0" rIns="0" bIns="0" rtlCol="0"/><a:lstStyle/><a:p/></p:txBody></p:sp><p:sp><p:nvSpPr><p:cNvPr id="102" name="object 102"/><p:cNvSpPr/><p:nvPr/></p:nvSpPr><p:spPr><a:xfrm><a:off x="8430768" y="6637215"/><a:ext cx="19050" cy="19050"/></a:xfrm><a:custGeom><a:avLst/><a:gdLst/><a:ahLst/><a:cxnLst/><a:rect l="l" t="t" r="r" b="b"/><a:pathLst><a:path w="19050" h="19050"><a:moveTo><a:pt x="77" y="10711"/></a:moveTo><a:lnTo><a:pt x="10237" y="0"/></a:lnTo><a:lnTo><a:pt x="12565" y="566"/></a:lnTo><a:lnTo><a:pt x="14736" y="1729"/></a:lnTo><a:lnTo><a:pt x="16443" y="3404"/></a:lnTo><a:lnTo><a:pt x="17761" y="5476"/></a:lnTo><a:lnTo><a:pt x="18460" y="7803"/></a:lnTo><a:lnTo><a:pt x="18460" y="10230"/></a:lnTo><a:lnTo><a:pt x="8299" y="18514"/></a:lnTo><a:lnTo><a:pt x="5894" y="17947"/></a:lnTo><a:lnTo><a:pt x="3801" y="16784"/></a:lnTo><a:lnTo><a:pt x="2016" y="15116"/></a:lnTo><a:lnTo><a:pt x="698" y="13037"/></a:lnTo><a:lnTo><a:pt x="77" y="10711"/></a:lnTo></a:path></a:pathLst></a:custGeom><a:ln w="3878"><a:solidFill><a:srgbClr val="FF00FF"/></a:solidFill></a:ln></p:spPr><p:txBody><a:bodyPr wrap="square" lIns="0" tIns="0" rIns="0" bIns="0" rtlCol="0"/><a:lstStyle/><a:p/></p:txBody></p:sp><p:sp><p:nvSpPr><p:cNvPr id="103" name="object 103"/><p:cNvSpPr/><p:nvPr/></p:nvSpPr><p:spPr><a:xfrm><a:off x="8384619" y="7075037"/><a:ext cx="19050" cy="19050"/></a:xfrm><a:custGeom><a:avLst/><a:gdLst/><a:ahLst/><a:cxnLst/><a:rect l="l" t="t" r="r" b="b"/><a:pathLst><a:path w="19050" h="19050"><a:moveTo><a:pt x="77" y="10711"/></a:moveTo><a:lnTo><a:pt x="10238" y="0"/></a:lnTo><a:lnTo><a:pt x="12642" y="566"/></a:lnTo><a:lnTo><a:pt x="18537" y="10230"/></a:lnTo><a:lnTo><a:pt x="17995" y="12596"/></a:lnTo><a:lnTo><a:pt x="8298" y="18514"/></a:lnTo><a:lnTo><a:pt x="5971" y="17947"/></a:lnTo><a:lnTo><a:pt x="3800" y="16784"/></a:lnTo><a:lnTo><a:pt x="2015" y="15109"/></a:lnTo><a:lnTo><a:pt x="775" y="13037"/></a:lnTo><a:lnTo><a:pt x="77" y="10711"/></a:lnTo></a:path></a:pathLst></a:custGeom><a:ln w="3878"><a:solidFill><a:srgbClr val="FF00FF"/></a:solidFill></a:ln></p:spPr><p:txBody><a:bodyPr wrap="square" lIns="0" tIns="0" rIns="0" bIns="0" rtlCol="0"/><a:lstStyle/><a:p/></p:txBody></p:sp><p:sp><p:nvSpPr><p:cNvPr id="104" name="object 104"/><p:cNvSpPr/><p:nvPr/></p:nvSpPr><p:spPr><a:xfrm><a:off x="8819742" y="6899529"/><a:ext cx="19050" cy="19050"/></a:xfrm><a:custGeom><a:avLst/><a:gdLst/><a:ahLst/><a:cxnLst/><a:rect l="l" t="t" r="r" b="b"/><a:pathLst><a:path w="19050" h="19050"><a:moveTo><a:pt x="0" y="8284"/></a:moveTo><a:lnTo><a:pt x="10238" y="0"/></a:lnTo><a:lnTo><a:pt x="12642" y="566"/></a:lnTo><a:lnTo><a:pt x="18537" y="10231"/></a:lnTo><a:lnTo><a:pt x="17995" y="12589"/></a:lnTo><a:lnTo><a:pt x="8298" y="18514"/></a:lnTo><a:lnTo><a:pt x="5972" y="17940"/></a:lnTo><a:lnTo><a:pt x="0" y="8284"/></a:lnTo></a:path></a:pathLst></a:custGeom><a:ln w="3878"><a:solidFill><a:srgbClr val="FF00FF"/></a:solidFill></a:ln></p:spPr><p:txBody><a:bodyPr wrap="square" lIns="0" tIns="0" rIns="0" bIns="0" rtlCol="0"/><a:lstStyle/><a:p/></p:txBody></p:sp><p:sp><p:nvSpPr><p:cNvPr id="105" name="object 105"/><p:cNvSpPr/><p:nvPr/></p:nvSpPr><p:spPr><a:xfrm><a:off x="8831066" y="6706439"/><a:ext cx="635" cy="5715"/></a:xfrm><a:custGeom><a:avLst/><a:gdLst/><a:ahLst/><a:cxnLst/><a:rect l="l" t="t" r="r" b="b"/><a:pathLst><a:path w="634" h="5715"><a:moveTo><a:pt x="542" y="0"/></a:moveTo><a:lnTo><a:pt x="0" y="5196"/></a:lnTo></a:path></a:pathLst></a:custGeom><a:ln w="3878"><a:solidFill><a:srgbClr val="E2E2E2"/></a:solidFill></a:ln></p:spPr><p:txBody><a:bodyPr wrap="square" lIns="0" tIns="0" rIns="0" bIns="0" rtlCol="0"/><a:lstStyle/><a:p/></p:txBody></p:sp><p:sp><p:nvSpPr><p:cNvPr id="106" name="object 106"/><p:cNvSpPr/><p:nvPr/></p:nvSpPr><p:spPr><a:xfrm><a:off x="8002238" y="6851674"/><a:ext cx="18415" cy="172720"/></a:xfrm><a:custGeom><a:avLst/><a:gdLst/><a:ahLst/><a:cxnLst/><a:rect l="l" t="t" r="r" b="b"/><a:pathLst><a:path w="18415" h="172720"><a:moveTo><a:pt x="0" y="172653"/></a:moveTo><a:lnTo><a:pt x="18227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107" name="object 107"/><p:cNvSpPr/><p:nvPr/></p:nvSpPr><p:spPr><a:xfrm><a:off x="8044509" y="6623532"/><a:ext cx="366395" cy="38735"/></a:xfrm><a:custGeom><a:avLst/><a:gdLst/><a:ahLst/><a:cxnLst/><a:rect l="l" t="t" r="r" b="b"/><a:pathLst><a:path w="366395" h="38734"><a:moveTo><a:pt x="0" y="0"/></a:moveTo><a:lnTo><a:pt x="365782" y="38548"/></a:lnTo></a:path></a:pathLst></a:custGeom><a:ln w="3878"><a:solidFill><a:srgbClr val="E2E2E2"/></a:solidFill></a:ln></p:spPr><p:txBody><a:bodyPr wrap="square" lIns="0" tIns="0" rIns="0" bIns="0" rtlCol="0"/><a:lstStyle/><a:p/></p:txBody></p:sp><p:sp><p:nvSpPr><p:cNvPr id="108" name="object 108"/><p:cNvSpPr/><p:nvPr/></p:nvSpPr><p:spPr><a:xfrm><a:off x="8364143" y="7069941"/><a:ext cx="59055" cy="36195"/></a:xfrm><a:custGeom><a:avLst/><a:gdLst/><a:ahLst/><a:cxnLst/><a:rect l="l" t="t" r="r" b="b"/><a:pathLst><a:path w="59054" h="36195"><a:moveTo><a:pt x="58714" y="5817"/></a:moveTo><a:lnTo><a:pt x="55534" y="35756"/></a:lnTo><a:lnTo><a:pt x="0" y="29938"/></a:lnTo><a:lnTo><a:pt x="3180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109" name="object 109"/><p:cNvSpPr/><p:nvPr/></p:nvSpPr><p:spPr><a:xfrm><a:off x="8002238" y="7024327"/><a:ext cx="4445" cy="635"/></a:xfrm><a:custGeom><a:avLst/><a:gdLst/><a:ahLst/><a:cxnLst/><a:rect l="l" t="t" r="r" b="b"/><a:pathLst><a:path w="4445" h="634"><a:moveTo><a:pt x="4343" y="457"/></a:moveTo><a:lnTo><a:pt x="0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110" name="object 110"/><p:cNvSpPr/><p:nvPr/></p:nvSpPr><p:spPr><a:xfrm><a:off x="8410292" y="6625061"/><a:ext cx="3810" cy="37465"/></a:xfrm><a:custGeom><a:avLst/><a:gdLst/><a:ahLst/><a:cxnLst/><a:rect l="l" t="t" r="r" b="b"/><a:pathLst><a:path w="3809" h="37465"><a:moveTo><a:pt x="0" y="36997"/></a:moveTo><a:lnTo><a:pt x="3800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111" name="object 111"/><p:cNvSpPr/><p:nvPr/></p:nvSpPr><p:spPr><a:xfrm><a:off x="8414170" y="6625037"/><a:ext cx="55880" cy="43180"/></a:xfrm><a:custGeom><a:avLst/><a:gdLst/><a:ahLst/><a:cxnLst/><a:rect l="l" t="t" r="r" b="b"/><a:pathLst><a:path w="55879" h="43179"><a:moveTo><a:pt x="0" y="0"/></a:moveTo><a:lnTo><a:pt x="55534" y="5817"/></a:lnTo><a:lnTo><a:pt x="51656" y="42891"/></a:lnTo></a:path></a:pathLst></a:custGeom><a:ln w="3878"><a:solidFill><a:srgbClr val="E2E2E2"/></a:solidFill></a:ln></p:spPr><p:txBody><a:bodyPr wrap="square" lIns="0" tIns="0" rIns="0" bIns="0" rtlCol="0"/><a:lstStyle/><a:p/></p:txBody></p:sp><p:sp><p:nvSpPr><p:cNvPr id="112" name="object 112"/><p:cNvSpPr/><p:nvPr/></p:nvSpPr><p:spPr><a:xfrm><a:off x="8465827" y="6667906"/><a:ext cx="366395" cy="38735"/></a:xfrm><a:custGeom><a:avLst/><a:gdLst/><a:ahLst/><a:cxnLst/><a:rect l="l" t="t" r="r" b="b"/><a:pathLst><a:path w="366395" h="38734"><a:moveTo><a:pt x="0" y="0"/></a:moveTo><a:lnTo><a:pt x="365782" y="38548"/></a:lnTo></a:path></a:pathLst></a:custGeom><a:ln w="3878"><a:solidFill><a:srgbClr val="E2E2E2"/></a:solidFill></a:ln></p:spPr><p:txBody><a:bodyPr wrap="square" lIns="0" tIns="0" rIns="0" bIns="0" rtlCol="0"/><a:lstStyle/><a:p/></p:txBody></p:sp><p:sp><p:nvSpPr><p:cNvPr id="113" name="object 113"/><p:cNvSpPr/><p:nvPr/></p:nvSpPr><p:spPr><a:xfrm><a:off x="7989285" y="6792261"/><a:ext cx="37465" cy="3810"/></a:xfrm><a:custGeom><a:avLst/><a:gdLst/><a:ahLst/><a:cxnLst/><a:rect l="l" t="t" r="r" b="b"/><a:pathLst><a:path w="37465" h="3809"><a:moveTo><a:pt x="0" y="0"/></a:moveTo><a:lnTo><a:pt x="36997" y="3800"/></a:lnTo></a:path></a:pathLst></a:custGeom><a:ln w="3878"><a:solidFill><a:srgbClr val="E2E2E2"/></a:solidFill></a:ln></p:spPr><p:txBody><a:bodyPr wrap="square" lIns="0" tIns="0" rIns="0" bIns="0" rtlCol="0"/><a:lstStyle/><a:p/></p:txBody></p:sp><p:sp><p:nvSpPr><p:cNvPr id="114" name="object 114"/><p:cNvSpPr/><p:nvPr/></p:nvSpPr><p:spPr><a:xfrm><a:off x="7983390" y="6792285"/><a:ext cx="37465" cy="59690"/></a:xfrm><a:custGeom><a:avLst/><a:gdLst/><a:ahLst/><a:cxnLst/><a:rect l="l" t="t" r="r" b="b"/><a:pathLst><a:path w="37465" h="59690"><a:moveTo><a:pt x="37074" y="59412"/></a:moveTo><a:lnTo><a:pt x="0" y="55612"/></a:lnTo><a:lnTo><a:pt x="5894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115" name="object 115"/><p:cNvSpPr/><p:nvPr/></p:nvSpPr><p:spPr><a:xfrm><a:off x="8026282" y="6623509"/><a:ext cx="18415" cy="172720"/></a:xfrm><a:custGeom><a:avLst/><a:gdLst/><a:ahLst/><a:cxnLst/><a:rect l="l" t="t" r="r" b="b"/><a:pathLst><a:path w="18415" h="172720"><a:moveTo><a:pt x="0" y="172653"/></a:moveTo><a:lnTo><a:pt x="18227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116" name="object 116"/><p:cNvSpPr/><p:nvPr/></p:nvSpPr><p:spPr><a:xfrm><a:off x="8811521" y="6935014"/><a:ext cx="33655" cy="3810"/></a:xfrm><a:custGeom><a:avLst/><a:gdLst/><a:ahLst/><a:cxnLst/><a:rect l="l" t="t" r="r" b="b"/><a:pathLst><a:path w="33654" h="3809"><a:moveTo><a:pt x="33119" y="3490"/></a:moveTo><a:lnTo><a:pt x="0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117" name="object 117"/><p:cNvSpPr/><p:nvPr/></p:nvSpPr><p:spPr><a:xfrm><a:off x="8817338" y="6879480"/><a:ext cx="33655" cy="59055"/></a:xfrm><a:custGeom><a:avLst/><a:gdLst/><a:ahLst/><a:cxnLst/><a:rect l="l" t="t" r="r" b="b"/><a:pathLst><a:path w="33654" h="59054"><a:moveTo><a:pt x="0" y="0"/></a:moveTo><a:lnTo><a:pt x="33119" y="3490"/></a:lnTo><a:lnTo><a:pt x="27301" y="59024"/></a:lnTo></a:path></a:pathLst></a:custGeom><a:ln w="3878"><a:solidFill><a:srgbClr val="E2E2E2"/></a:solidFill></a:ln></p:spPr><p:txBody><a:bodyPr wrap="square" lIns="0" tIns="0" rIns="0" bIns="0" rtlCol="0"/><a:lstStyle/><a:p/></p:txBody></p:sp><p:sp><p:nvSpPr><p:cNvPr id="118" name="object 118"/><p:cNvSpPr/><p:nvPr/></p:nvSpPr><p:spPr><a:xfrm><a:off x="9939662" y="6928996"/><a:ext cx="1270" cy="9525"/></a:xfrm><a:custGeom><a:avLst/><a:gdLst/><a:ahLst/><a:cxnLst/><a:rect l="l" t="t" r="r" b="b"/><a:pathLst><a:path w="1270" h="9525"><a:moveTo><a:pt x="930" y="0"/></a:moveTo><a:lnTo><a:pt x="0" y="9229"/></a:lnTo></a:path></a:pathLst></a:custGeom><a:ln w="3878"><a:solidFill><a:srgbClr val="E2E2E2"/></a:solidFill></a:ln></p:spPr><p:txBody><a:bodyPr wrap="square" lIns="0" tIns="0" rIns="0" bIns="0" rtlCol="0"/><a:lstStyle/><a:p/></p:txBody></p:sp><p:sp><p:nvSpPr><p:cNvPr id="119" name="object 119"/><p:cNvSpPr/><p:nvPr/></p:nvSpPr><p:spPr><a:xfrm><a:off x="9572328" y="7227121"/><a:ext cx="4445" cy="635"/></a:xfrm><a:custGeom><a:avLst/><a:gdLst/><a:ahLst/><a:cxnLst/><a:rect l="l" t="t" r="r" b="b"/><a:pathLst><a:path w="4445" h="634"><a:moveTo><a:pt x="4421" y="465"/></a:moveTo><a:lnTo><a:pt x="0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120" name="object 120"/><p:cNvSpPr/><p:nvPr/></p:nvSpPr><p:spPr><a:xfrm><a:off x="9572328" y="6893914"/><a:ext cx="368300" cy="333375"/></a:xfrm><a:custGeom><a:avLst/><a:gdLst/><a:ahLst/><a:cxnLst/><a:rect l="l" t="t" r="r" b="b"/><a:pathLst><a:path w="368300" h="333375"><a:moveTo><a:pt x="0" y="333206"/></a:moveTo><a:lnTo><a:pt x="35058" y="0"/></a:lnTo><a:lnTo><a:pt x="368264" y="35058"/></a:lnTo></a:path></a:pathLst></a:custGeom><a:ln w="3878"><a:solidFill><a:srgbClr val="E2E2E2"/></a:solidFill></a:ln></p:spPr><p:txBody><a:bodyPr wrap="square" lIns="0" tIns="0" rIns="0" bIns="0" rtlCol="0"/><a:lstStyle/><a:p/></p:txBody></p:sp><p:sp><p:nvSpPr><p:cNvPr id="121" name="object 121"/><p:cNvSpPr/><p:nvPr/></p:nvSpPr><p:spPr><a:xfrm><a:off x="8878069" y="6589374"/><a:ext cx="59690" cy="565150"/></a:xfrm><a:custGeom><a:avLst/><a:gdLst/><a:ahLst/><a:cxnLst/><a:rect l="l" t="t" r="r" b="b"/><a:pathLst><a:path w="59690" h="565150"><a:moveTo><a:pt x="59490" y="0"/></a:moveTo><a:lnTo><a:pt x="9772" y="472043"/></a:lnTo><a:lnTo><a:pt x="0" y="564574"/></a:lnTo></a:path></a:pathLst></a:custGeom><a:ln w="3878"><a:solidFill><a:srgbClr val="E2E2E2"/></a:solidFill></a:ln></p:spPr><p:txBody><a:bodyPr wrap="square" lIns="0" tIns="0" rIns="0" bIns="0" rtlCol="0"/><a:lstStyle/><a:p/></p:txBody></p:sp><p:sp><p:nvSpPr><p:cNvPr id="122" name="object 122"/><p:cNvSpPr/><p:nvPr/></p:nvSpPr><p:spPr><a:xfrm><a:off x="8937559" y="6589374"/><a:ext cx="601980" cy="64135"/></a:xfrm><a:custGeom><a:avLst/><a:gdLst/><a:ahLst/><a:cxnLst/><a:rect l="l" t="t" r="r" b="b"/><a:pathLst><a:path w="601979" h="64134"><a:moveTo><a:pt x="601649" y="63701"/></a:moveTo><a:lnTo><a:pt x="601649" y="63368"/></a:lnTo><a:lnTo><a:pt x="0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123" name="object 123"/><p:cNvSpPr/><p:nvPr/></p:nvSpPr><p:spPr><a:xfrm><a:off x="8878069" y="7154003"/><a:ext cx="5080" cy="635"/></a:xfrm><a:custGeom><a:avLst/><a:gdLst/><a:ahLst/><a:cxnLst/><a:rect l="l" t="t" r="r" b="b"/><a:pathLst><a:path w="5079" h="634"><a:moveTo><a:pt x="4498" y="473"/></a:moveTo><a:lnTo><a:pt x="0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124" name="object 124"/><p:cNvSpPr/><p:nvPr/></p:nvSpPr><p:spPr><a:xfrm><a:off x="8248032" y="6438686"/><a:ext cx="1832610" cy="194945"/></a:xfrm><a:custGeom><a:avLst/><a:gdLst/><a:ahLst/><a:cxnLst/><a:rect l="l" t="t" r="r" b="b"/><a:pathLst><a:path w="1832609" h="194945"><a:moveTo><a:pt x="0" y="0"/></a:moveTo><a:lnTo><a:pt x="1832559" y="194758"/></a:lnTo></a:path></a:pathLst></a:custGeom><a:ln w="3878"><a:solidFill><a:srgbClr val="797873"/></a:solidFill></a:ln></p:spPr><p:txBody><a:bodyPr wrap="square" lIns="0" tIns="0" rIns="0" bIns="0" rtlCol="0"/><a:lstStyle/><a:p/></p:txBody></p:sp><p:sp><p:nvSpPr><p:cNvPr id="125" name="object 125"/><p:cNvSpPr/><p:nvPr/></p:nvSpPr><p:spPr><a:xfrm><a:off x="8248032" y="3495476"/><a:ext cx="2145665" cy="3138170"/></a:xfrm><a:custGeom><a:avLst/><a:gdLst/><a:ahLst/><a:cxnLst/><a:rect l="l" t="t" r="r" b="b"/><a:pathLst><a:path w="2145665" h="3138170"><a:moveTo><a:pt x="1832559" y="3137930"/></a:moveTo><a:lnTo><a:pt x="2145290" y="194758"/></a:lnTo><a:lnTo><a:pt x="312730" y="0"/></a:lnTo><a:lnTo><a:pt x="0" y="2943171"/></a:lnTo></a:path></a:pathLst></a:custGeom><a:ln w="3878"><a:solidFill><a:srgbClr val="797873"/></a:solidFill></a:ln></p:spPr><p:txBody><a:bodyPr wrap="square" lIns="0" tIns="0" rIns="0" bIns="0" rtlCol="0"/><a:lstStyle/><a:p/></p:txBody></p:sp><p:sp><p:nvSpPr><p:cNvPr id="126" name="object 126"/><p:cNvSpPr/><p:nvPr/></p:nvSpPr><p:spPr><a:xfrm><a:off x="8658646" y="6106915"/><a:ext cx="2540" cy="635"/></a:xfrm><a:custGeom><a:avLst/><a:gdLst/><a:ahLst/><a:cxnLst/><a:rect l="l" t="t" r="r" b="b"/><a:pathLst><a:path w="2540" h="635"><a:moveTo><a:pt x="0" y="0"/></a:moveTo><a:lnTo><a:pt x="2249" y="232"/></a:lnTo></a:path></a:pathLst></a:custGeom><a:ln w="3878"><a:solidFill><a:srgbClr val="E2E2E2"/></a:solidFill></a:ln></p:spPr><p:txBody><a:bodyPr wrap="square" lIns="0" tIns="0" rIns="0" bIns="0" rtlCol="0"/><a:lstStyle/><a:p/></p:txBody></p:sp><p:sp><p:nvSpPr><p:cNvPr id="127" name="object 127"/><p:cNvSpPr/><p:nvPr/></p:nvSpPr><p:spPr><a:xfrm><a:off x="9547198" y="6136551"/><a:ext cx="6985" cy="64769"/></a:xfrm><a:custGeom><a:avLst/><a:gdLst/><a:ahLst/><a:cxnLst/><a:rect l="l" t="t" r="r" b="b"/><a:pathLst><a:path w="6984" h="64770"><a:moveTo><a:pt x="0" y="64764"/></a:moveTo><a:lnTo><a:pt x="6903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128" name="object 128"/><p:cNvSpPr/><p:nvPr/></p:nvSpPr><p:spPr><a:xfrm><a:off x="8658646" y="6042127"/><a:ext cx="6985" cy="64769"/></a:xfrm><a:custGeom><a:avLst/><a:gdLst/><a:ahLst/><a:cxnLst/><a:rect l="l" t="t" r="r" b="b"/><a:pathLst><a:path w="6984" h="64770"><a:moveTo><a:pt x="6903" y="0"/></a:moveTo><a:lnTo><a:pt x="0" y="64764"/></a:lnTo></a:path></a:pathLst></a:custGeom><a:ln w="3878"><a:solidFill><a:srgbClr val="E2E2E2"/></a:solidFill></a:ln></p:spPr><p:txBody><a:bodyPr wrap="square" lIns="0" tIns="0" rIns="0" bIns="0" rtlCol="0"/><a:lstStyle/><a:p/></p:txBody></p:sp><p:sp><p:nvSpPr><p:cNvPr id="129" name="object 129"/><p:cNvSpPr/><p:nvPr/></p:nvSpPr><p:spPr><a:xfrm><a:off x="8885593" y="3906144"/><a:ext cx="6985" cy="64769"/></a:xfrm><a:custGeom><a:avLst/><a:gdLst/><a:ahLst/><a:cxnLst/><a:rect l="l" t="t" r="r" b="b"/><a:pathLst><a:path w="6984" h="64770"><a:moveTo><a:pt x="6903" y="0"/></a:moveTo><a:lnTo><a:pt x="0" y="64764"/></a:lnTo></a:path></a:pathLst></a:custGeom><a:ln w="3878"><a:solidFill><a:srgbClr val="E2E2E2"/></a:solidFill></a:ln></p:spPr><p:txBody><a:bodyPr wrap="square" lIns="0" tIns="0" rIns="0" bIns="0" rtlCol="0"/><a:lstStyle/><a:p/></p:txBody></p:sp><p:sp><p:nvSpPr><p:cNvPr id="130" name="object 130"/><p:cNvSpPr/><p:nvPr/></p:nvSpPr><p:spPr><a:xfrm><a:off x="9772205" y="4065131"/><a:ext cx="2540" cy="635"/></a:xfrm><a:custGeom><a:avLst/><a:gdLst/><a:ahLst/><a:cxnLst/><a:rect l="l" t="t" r="r" b="b"/><a:pathLst><a:path w="2540" h="635"><a:moveTo><a:pt x="0" y="0"/></a:moveTo><a:lnTo><a:pt x="1939" y="209"/></a:lnTo></a:path></a:pathLst></a:custGeom><a:ln w="3878"><a:solidFill><a:srgbClr val="E2E2E2"/></a:solidFill></a:ln></p:spPr><p:txBody><a:bodyPr wrap="square" lIns="0" tIns="0" rIns="0" bIns="0" rtlCol="0"/><a:lstStyle/><a:p/></p:txBody></p:sp><p:sp><p:nvSpPr><p:cNvPr id="131" name="object 131"/><p:cNvSpPr/><p:nvPr/></p:nvSpPr><p:spPr><a:xfrm><a:off x="9554023" y="6136528"/><a:ext cx="635" cy="0"/></a:xfrm><a:custGeom><a:avLst/><a:gdLst/><a:ahLst/><a:cxnLst/><a:rect l="l" t="t" r="r" b="b"/><a:pathLst><a:path w="634" h="0"><a:moveTo><a:pt x="77" y="0"/></a:moveTo><a:lnTo><a:pt x="0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132" name="object 132"/><p:cNvSpPr/><p:nvPr/></p:nvSpPr><p:spPr><a:xfrm><a:off x="9779031" y="4000343"/><a:ext cx="2540" cy="635"/></a:xfrm><a:custGeom><a:avLst/><a:gdLst/><a:ahLst/><a:cxnLst/><a:rect l="l" t="t" r="r" b="b"/><a:pathLst><a:path w="2540" h="635"><a:moveTo><a:pt x="2016" y="209"/></a:moveTo><a:lnTo><a:pt x="0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133" name="object 133"/><p:cNvSpPr/><p:nvPr/></p:nvSpPr><p:spPr><a:xfrm><a:off x="8665549" y="6042127"/><a:ext cx="2540" cy="635"/></a:xfrm><a:custGeom><a:avLst/><a:gdLst/><a:ahLst/><a:cxnLst/><a:rect l="l" t="t" r="r" b="b"/><a:pathLst><a:path w="2540" h="635"><a:moveTo><a:pt x="2171" y="224"/></a:moveTo><a:lnTo><a:pt x="0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134" name="object 134"/><p:cNvSpPr/><p:nvPr/></p:nvSpPr><p:spPr><a:xfrm><a:off x="9774145" y="4000576"/><a:ext cx="6985" cy="64769"/></a:xfrm><a:custGeom><a:avLst/><a:gdLst/><a:ahLst/><a:cxnLst/><a:rect l="l" t="t" r="r" b="b"/><a:pathLst><a:path w="6984" h="64770"><a:moveTo><a:pt x="0" y="64764"/></a:moveTo><a:lnTo><a:pt x="6903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135" name="object 135"/><p:cNvSpPr/><p:nvPr/></p:nvSpPr><p:spPr><a:xfrm><a:off x="8885593" y="3970932"/><a:ext cx="635" cy="635"/></a:xfrm><a:custGeom><a:avLst/><a:gdLst/><a:ahLst/><a:cxnLst/><a:rect l="l" t="t" r="r" b="b"/><a:pathLst><a:path w="634" h="635"><a:moveTo><a:pt x="0" y="0"/></a:moveTo><a:lnTo><a:pt x="310" y="31"/></a:lnTo></a:path></a:pathLst></a:custGeom><a:ln w="3878"><a:solidFill><a:srgbClr val="E2E2E2"/></a:solidFill></a:ln></p:spPr><p:txBody><a:bodyPr wrap="square" lIns="0" tIns="0" rIns="0" bIns="0" rtlCol="0"/><a:lstStyle/><a:p/></p:txBody></p:sp><p:sp><p:nvSpPr><p:cNvPr id="136" name="object 136"/><p:cNvSpPr/><p:nvPr/></p:nvSpPr><p:spPr><a:xfrm><a:off x="8892496" y="3906144"/><a:ext cx="635" cy="635"/></a:xfrm><a:custGeom><a:avLst/><a:gdLst/><a:ahLst/><a:cxnLst/><a:rect l="l" t="t" r="r" b="b"/><a:pathLst><a:path w="634" h="635"><a:moveTo><a:pt x="232" y="23"/></a:moveTo><a:lnTo><a:pt x="0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137" name="object 137"/><p:cNvSpPr/><p:nvPr/></p:nvSpPr><p:spPr><a:xfrm><a:off x="7975712" y="6448048"/><a:ext cx="2110740" cy="229870"/></a:xfrm><a:custGeom><a:avLst/><a:gdLst/><a:ahLst/><a:cxnLst/><a:rect l="l" t="t" r="r" b="b"/><a:pathLst><a:path w="2110740" h="229870"><a:moveTo><a:pt x="2110232" y="229738"/></a:moveTo><a:lnTo><a:pt x="0" y="0"/></a:lnTo></a:path></a:pathLst></a:custGeom><a:ln w="3878"><a:solidFill><a:srgbClr val="797873"/></a:solidFill></a:ln></p:spPr><p:txBody><a:bodyPr wrap="square" lIns="0" tIns="0" rIns="0" bIns="0" rtlCol="0"/><a:lstStyle/><a:p/></p:txBody></p:sp><p:sp><p:nvSpPr><p:cNvPr id="138" name="object 138"/><p:cNvSpPr/><p:nvPr/></p:nvSpPr><p:spPr><a:xfrm><a:off x="7903191" y="6448087"/><a:ext cx="2183130" cy="895985"/></a:xfrm><a:custGeom><a:avLst/><a:gdLst/><a:ahLst/><a:cxnLst/><a:rect l="l" t="t" r="r" b="b"/><a:pathLst><a:path w="2183129" h="895984"><a:moveTo><a:pt x="72520" y="0"/></a:moveTo><a:lnTo><a:pt x="0" y="666180"/></a:lnTo><a:lnTo><a:pt x="2110232" y="895919"/></a:lnTo><a:lnTo><a:pt x="2182752" y="229738"/></a:lnTo></a:path></a:pathLst></a:custGeom><a:ln w="3878"><a:solidFill><a:srgbClr val="797873"/></a:solidFill></a:ln></p:spPr><p:txBody><a:bodyPr wrap="square" lIns="0" tIns="0" rIns="0" bIns="0" rtlCol="0"/><a:lstStyle/><a:p/></p:txBody></p:sp><p:sp><p:nvSpPr><p:cNvPr id="139" name="object 139"/><p:cNvSpPr/><p:nvPr/></p:nvSpPr><p:spPr><a:xfrm><a:off x="9576749" y="6903648"/><a:ext cx="363220" cy="358775"/></a:xfrm><a:custGeom><a:avLst/><a:gdLst/><a:ahLst/><a:cxnLst/><a:rect l="l" t="t" r="r" b="b"/><a:pathLst><a:path w="363220" h="358775"><a:moveTo><a:pt x="328785" y="358569"/></a:moveTo><a:lnTo><a:pt x="362835" y="34592"/></a:lnTo><a:lnTo><a:pt x="34127" y="0"/></a:lnTo><a:lnTo><a:pt x="0" y="323899"/></a:lnTo><a:lnTo><a:pt x="328785" y="358569"/></a:lnTo></a:path></a:pathLst></a:custGeom><a:ln w="3878"><a:solidFill><a:srgbClr val="838383"/></a:solidFill></a:ln></p:spPr><p:txBody><a:bodyPr wrap="square" lIns="0" tIns="0" rIns="0" bIns="0" rtlCol="0"/><a:lstStyle/><a:p/></p:txBody></p:sp><p:sp><p:nvSpPr><p:cNvPr id="140" name="object 140"/><p:cNvSpPr/><p:nvPr/></p:nvSpPr><p:spPr><a:xfrm><a:off x="8660818" y="6107962"/><a:ext cx="886460" cy="93980"/></a:xfrm><a:custGeom><a:avLst/><a:gdLst/><a:ahLst/><a:cxnLst/><a:rect l="l" t="t" r="r" b="b"/><a:pathLst><a:path w="886459" h="93979"><a:moveTo><a:pt x="0" y="0"/></a:moveTo><a:lnTo><a:pt x="886379" y="93384"/></a:lnTo></a:path></a:pathLst></a:custGeom><a:ln w="3878"><a:solidFill><a:srgbClr val="838383"/></a:solidFill></a:ln></p:spPr><p:txBody><a:bodyPr wrap="square" lIns="0" tIns="0" rIns="0" bIns="0" rtlCol="0"/><a:lstStyle/><a:p/></p:txBody></p:sp><p:sp><p:nvSpPr><p:cNvPr id="141" name="object 141"/><p:cNvSpPr/><p:nvPr/></p:nvSpPr><p:spPr><a:xfrm><a:off x="8892806" y="3904973"/><a:ext cx="886460" cy="93980"/></a:xfrm><a:custGeom><a:avLst/><a:gdLst/><a:ahLst/><a:cxnLst/><a:rect l="l" t="t" r="r" b="b"/><a:pathLst><a:path w="886459" h="93979"><a:moveTo><a:pt x="0" y="0"/></a:moveTo><a:lnTo><a:pt x="886379" y="93384"/></a:lnTo></a:path></a:pathLst></a:custGeom><a:ln w="3878"><a:solidFill><a:srgbClr val="838383"/></a:solidFill></a:ln></p:spPr><p:txBody><a:bodyPr wrap="square" lIns="0" tIns="0" rIns="0" bIns="0" rtlCol="0"/><a:lstStyle/><a:p/></p:txBody></p:sp><p:sp><p:nvSpPr><p:cNvPr id="142" name="object 142"/><p:cNvSpPr/><p:nvPr/></p:nvSpPr><p:spPr><a:xfrm><a:off x="8882180" y="6653541"/><a:ext cx="661670" cy="567690"/></a:xfrm><a:custGeom><a:avLst/><a:gdLst/><a:ahLst/><a:cxnLst/><a:rect l="l" t="t" r="r" b="b"/><a:pathLst><a:path w="661670" h="567690"><a:moveTo><a:pt x="661449" y="0"/></a:moveTo><a:lnTo><a:pt x="601649" y="567444"/></a:lnTo><a:lnTo><a:pt x="0" y="504076"/></a:lnTo></a:path></a:pathLst></a:custGeom><a:ln w="3878"><a:solidFill><a:srgbClr val="838383"/></a:solidFill></a:ln></p:spPr><p:txBody><a:bodyPr wrap="square" lIns="0" tIns="0" rIns="0" bIns="0" rtlCol="0"/><a:lstStyle/><a:p/></p:txBody></p:sp><p:pic><p:nvPicPr><p:cNvPr id="143" name="object 143"/><p:cNvPicPr/><p:nvPr/></p:nvPicPr><p:blipFill><a:blip r:embed="rId6" cstate="print"/><a:stretch><a:fillRect/></a:stretch></p:blipFill><p:spPr><a:xfrm><a:off x="10230365" y="7557528"/><a:ext cx="167921" cy="167921"/></a:xfrm><a:prstGeom prst="rect"><a:avLst/></a:prstGeom></p:spPr></p:pic><p:pic><p:nvPicPr><p:cNvPr id="144" name="object 144"/><p:cNvPicPr/><p:nvPr/></p:nvPicPr><p:blipFill><a:blip r:embed="rId7" cstate="print"/><a:stretch><a:fillRect/></a:stretch></p:blipFill><p:spPr><a:xfrm><a:off x="10286519" y="7001896"/><a:ext cx="167921" cy="167921"/></a:xfrm><a:prstGeom prst="rect"><a:avLst/></a:prstGeom></p:spPr></p:pic><p:pic><p:nvPicPr><p:cNvPr id="145" name="object 145"/><p:cNvPicPr/><p:nvPr/></p:nvPicPr><p:blipFill><a:blip r:embed="rId8" cstate="print"/><a:stretch><a:fillRect/></a:stretch></p:blipFill><p:spPr><a:xfrm><a:off x="10345312" y="6446559"/><a:ext cx="167921" cy="167921"/></a:xfrm><a:prstGeom prst="rect"><a:avLst/></a:prstGeom></p:spPr></p:pic><p:pic><p:nvPicPr><p:cNvPr id="146" name="object 146"/><p:cNvPicPr/><p:nvPr/></p:nvPicPr><p:blipFill><a:blip r:embed="rId9" cstate="print"/><a:stretch><a:fillRect/></a:stretch></p:blipFill><p:spPr><a:xfrm><a:off x="10404104" y="5891222"/><a:ext cx="167999" cy="167921"/></a:xfrm><a:prstGeom prst="rect"><a:avLst/></a:prstGeom></p:spPr></p:pic><p:pic><p:nvPicPr><p:cNvPr id="147" name="object 147"/><p:cNvPicPr/><p:nvPr/></p:nvPicPr><p:blipFill><a:blip r:embed="rId10" cstate="print"/><a:stretch><a:fillRect/></a:stretch></p:blipFill><p:spPr><a:xfrm><a:off x="10462974" y="5335877"/><a:ext cx="167921" cy="167921"/></a:xfrm><a:prstGeom prst="rect"><a:avLst/></a:prstGeom></p:spPr></p:pic><p:pic><p:nvPicPr><p:cNvPr id="148" name="object 148"/><p:cNvPicPr/><p:nvPr/></p:nvPicPr><p:blipFill><a:blip r:embed="rId11" cstate="print"/><a:stretch><a:fillRect/></a:stretch></p:blipFill><p:spPr><a:xfrm><a:off x="10521766" y="4780540"/><a:ext cx="167921" cy="167921"/></a:xfrm><a:prstGeom prst="rect"><a:avLst/></a:prstGeom></p:spPr></p:pic><p:pic><p:nvPicPr><p:cNvPr id="149" name="object 149"/><p:cNvPicPr/><p:nvPr/></p:nvPicPr><p:blipFill><a:blip r:embed="rId12" cstate="print"/><a:stretch><a:fillRect/></a:stretch></p:blipFill><p:spPr><a:xfrm><a:off x="10580558" y="4225196"/><a:ext cx="167999" cy="167921"/></a:xfrm><a:prstGeom prst="rect"><a:avLst/></a:prstGeom></p:spPr></p:pic><p:pic><p:nvPicPr><p:cNvPr id="150" name="object 150"/><p:cNvPicPr/><p:nvPr/></p:nvPicPr><p:blipFill><a:blip r:embed="rId13" cstate="print"/><a:stretch><a:fillRect/></a:stretch></p:blipFill><p:spPr><a:xfrm><a:off x="10639427" y="3669859"/><a:ext cx="167921" cy="167921"/></a:xfrm><a:prstGeom prst="rect"><a:avLst/></a:prstGeom></p:spPr></p:pic><p:pic><p:nvPicPr><p:cNvPr id="151" name="object 151"/><p:cNvPicPr/><p:nvPr/></p:nvPicPr><p:blipFill><a:blip r:embed="rId14" cstate="print"/><a:stretch><a:fillRect/></a:stretch></p:blipFill><p:spPr><a:xfrm><a:off x="9675020" y="7498705"/><a:ext cx="167921" cy="167921"/></a:xfrm><a:prstGeom prst="rect"><a:avLst/></a:prstGeom></p:spPr></p:pic><p:pic><p:nvPicPr><p:cNvPr id="152" name="object 152"/><p:cNvPicPr/><p:nvPr/></p:nvPicPr><p:blipFill><a:blip r:embed="rId15" cstate="print"/><a:stretch><a:fillRect/></a:stretch></p:blipFill><p:spPr><a:xfrm><a:off x="9119675" y="7439889"/><a:ext cx="167921" cy="167921"/></a:xfrm><a:prstGeom prst="rect"><a:avLst/></a:prstGeom></p:spPr></p:pic><p:pic><p:nvPicPr><p:cNvPr id="153" name="object 153"/><p:cNvPicPr/><p:nvPr/></p:nvPicPr><p:blipFill><a:blip r:embed="rId16" cstate="print"/><a:stretch><a:fillRect/></a:stretch></p:blipFill><p:spPr><a:xfrm><a:off x="8564331" y="7381074"/><a:ext cx="167921" cy="167921"/></a:xfrm><a:prstGeom prst="rect"><a:avLst/></a:prstGeom></p:spPr></p:pic><p:sp><p:nvSpPr><p:cNvPr id="154" name="object 154"/><p:cNvSpPr/><p:nvPr/></p:nvSpPr><p:spPr><a:xfrm><a:off x="9547198" y="6136551"/><a:ext cx="6985" cy="64769"/></a:xfrm><a:custGeom><a:avLst/><a:gdLst/><a:ahLst/><a:cxnLst/><a:rect l="l" t="t" r="r" b="b"/><a:pathLst><a:path w="6984" h="64770"><a:moveTo><a:pt x="0" y="64764"/></a:moveTo><a:lnTo><a:pt x="6825" y="0"/></a:lnTo></a:path></a:pathLst></a:custGeom><a:ln w="3878"><a:solidFill><a:srgbClr val="838383"/></a:solidFill></a:ln></p:spPr><p:txBody><a:bodyPr wrap="square" lIns="0" tIns="0" rIns="0" bIns="0" rtlCol="0"/><a:lstStyle/><a:p/></p:txBody></p:sp><p:sp><p:nvSpPr><p:cNvPr id="155" name="object 155"/><p:cNvSpPr/><p:nvPr/></p:nvSpPr><p:spPr><a:xfrm><a:off x="8660818" y="6107147"/><a:ext cx="635" cy="1270"/></a:xfrm><a:custGeom><a:avLst/><a:gdLst/><a:ahLst/><a:cxnLst/><a:rect l="l" t="t" r="r" b="b"/><a:pathLst><a:path w="634" h="1270"><a:moveTo><a:pt x="77" y="0"/></a:moveTo><a:lnTo><a:pt x="0" y="814"/></a:lnTo></a:path></a:pathLst></a:custGeom><a:ln w="3878"><a:solidFill><a:srgbClr val="838383"/></a:solidFill></a:ln></p:spPr><p:txBody><a:bodyPr wrap="square" lIns="0" tIns="0" rIns="0" bIns="0" rtlCol="0"/><a:lstStyle/><a:p/></p:txBody></p:sp><p:sp><p:nvSpPr><p:cNvPr id="156" name="object 156"/><p:cNvSpPr/><p:nvPr/></p:nvSpPr><p:spPr><a:xfrm><a:off x="8005806" y="6629187"/><a:ext cx="829310" cy="403225"/></a:xfrm><a:custGeom><a:avLst/><a:gdLst/><a:ahLst/><a:cxnLst/><a:rect l="l" t="t" r="r" b="b"/><a:pathLst><a:path w="829309" h="403225"><a:moveTo><a:pt x="0" y="402648"/></a:moveTo><a:lnTo><a:pt x="767" y="395597"/></a:lnTo><a:lnTo><a:pt x="42426" y="0"/></a:lnTo><a:lnTo><a:pt x="825253" y="82448"/></a:lnTo><a:lnTo><a:pt x="829216" y="82867"/></a:lnTo></a:path></a:pathLst></a:custGeom><a:ln w="3878"><a:solidFill><a:srgbClr val="838383"/></a:solidFill></a:ln></p:spPr><p:txBody><a:bodyPr wrap="square" lIns="0" tIns="0" rIns="0" bIns="0" rtlCol="0"/><a:lstStyle/><a:p/></p:txBody></p:sp><p:sp><p:nvSpPr><p:cNvPr id="157" name="object 157"/><p:cNvSpPr/><p:nvPr/></p:nvSpPr><p:spPr><a:xfrm><a:off x="8792596" y="6935014"/><a:ext cx="19050" cy="180340"/></a:xfrm><a:custGeom><a:avLst/><a:gdLst/><a:ahLst/><a:cxnLst/><a:rect l="l" t="t" r="r" b="b"/><a:pathLst><a:path w="19050" h="180340"><a:moveTo><a:pt x="18925" y="0"/></a:moveTo><a:lnTo><a:pt x="0" y="179711"/></a:lnTo></a:path></a:pathLst></a:custGeom><a:ln w="3878"><a:solidFill><a:srgbClr val="838383"/></a:solidFill></a:ln></p:spPr><p:txBody><a:bodyPr wrap="square" lIns="0" tIns="0" rIns="0" bIns="0" rtlCol="0"/><a:lstStyle/><a:p/></p:txBody></p:sp><p:sp><p:nvSpPr><p:cNvPr id="158" name="object 158"/><p:cNvSpPr/><p:nvPr/></p:nvSpPr><p:spPr><a:xfrm><a:off x="8005806" y="7031827"/><a:ext cx="361950" cy="38100"/></a:xfrm><a:custGeom><a:avLst/><a:gdLst/><a:ahLst/><a:cxnLst/><a:rect l="l" t="t" r="r" b="b"/><a:pathLst><a:path w="361950" h="38100"><a:moveTo><a:pt x="361516" y="38082"/></a:moveTo><a:lnTo><a:pt x="0" y="0"/></a:lnTo></a:path></a:pathLst></a:custGeom><a:ln w="3878"><a:solidFill><a:srgbClr val="838383"/></a:solidFill></a:ln></p:spPr><p:txBody><a:bodyPr wrap="square" lIns="0" tIns="0" rIns="0" bIns="0" rtlCol="0"/><a:lstStyle/><a:p/></p:txBody></p:sp><p:sp><p:nvSpPr><p:cNvPr id="159" name="object 159"/><p:cNvSpPr/><p:nvPr/></p:nvSpPr><p:spPr><a:xfrm><a:off x="8941981" y="6590173"/><a:ext cx="601980" cy="63500"/></a:xfrm><a:custGeom><a:avLst/><a:gdLst/><a:ahLst/><a:cxnLst/><a:rect l="l" t="t" r="r" b="b"/><a:pathLst><a:path w="601979" h="63500"><a:moveTo><a:pt x="0" y="0"/></a:moveTo><a:lnTo><a:pt x="597228" y="62902"/></a:lnTo><a:lnTo><a:pt x="601649" y="63368"/></a:lnTo></a:path></a:pathLst></a:custGeom><a:ln w="3878"><a:solidFill><a:srgbClr val="838383"/></a:solidFill></a:ln></p:spPr><p:txBody><a:bodyPr wrap="square" lIns="0" tIns="0" rIns="0" bIns="0" rtlCol="0"/><a:lstStyle/><a:p/></p:txBody></p:sp><p:sp><p:nvSpPr><p:cNvPr id="160" name="object 160"/><p:cNvSpPr/><p:nvPr/></p:nvSpPr><p:spPr><a:xfrm><a:off x="8882180" y="7154476"/><a:ext cx="635" cy="3175"/></a:xfrm><a:custGeom><a:avLst/><a:gdLst/><a:ahLst/><a:cxnLst/><a:rect l="l" t="t" r="r" b="b"/><a:pathLst><a:path w="634" h="3175"><a:moveTo><a:pt x="0" y="3110"/></a:moveTo><a:lnTo><a:pt x="387" y="0"/></a:lnTo></a:path></a:pathLst></a:custGeom><a:ln w="3878"><a:solidFill><a:srgbClr val="838383"/></a:solidFill></a:ln></p:spPr><p:txBody><a:bodyPr wrap="square" lIns="0" tIns="0" rIns="0" bIns="0" rtlCol="0"/><a:lstStyle/><a:p/></p:txBody></p:sp><p:sp><p:nvSpPr><p:cNvPr id="161" name="object 161"/><p:cNvSpPr/><p:nvPr/></p:nvSpPr><p:spPr><a:xfrm><a:off x="10299163" y="7627706"/><a:ext cx="3810" cy="3810"/></a:xfrm><a:custGeom><a:avLst/><a:gdLst/><a:ahLst/><a:cxnLst/><a:rect l="l" t="t" r="r" b="b"/><a:pathLst><a:path w="3809" h="3809"><a:moveTo><a:pt x="76" y="3412"/></a:moveTo><a:lnTo><a:pt x="3334" y="0"/></a:lnTo></a:path><a:path w="3809" h="3809"><a:moveTo><a:pt x="76" y="3412"/></a:moveTo><a:lnTo><a:pt x="0" y="3467"/></a:lnTo></a:path></a:pathLst></a:custGeom><a:ln w="3878"><a:solidFill><a:srgbClr val="000000"/></a:solidFill></a:ln></p:spPr><p:txBody><a:bodyPr wrap="square" lIns="0" tIns="0" rIns="0" bIns="0" rtlCol="0"/><a:lstStyle/><a:p/></p:txBody></p:sp><p:sp><p:nvSpPr><p:cNvPr id="162" name="object 162"/><p:cNvSpPr/><p:nvPr/></p:nvSpPr><p:spPr><a:xfrm><a:off x="10329257" y="7648904"/><a:ext cx="2540" cy="4445"/></a:xfrm><a:custGeom><a:avLst/><a:gdLst/><a:ahLst/><a:cxnLst/><a:rect l="l" t="t" r="r" b="b"/><a:pathLst><a:path w="2540" h="4445"><a:moveTo><a:pt x="2326" y="0"/></a:moveTo><a:lnTo><a:pt x="0" y="4250"/></a:lnTo><a:lnTo><a:pt x="0" y="4265"/></a:lnTo></a:path></a:pathLst></a:custGeom><a:ln w="3878"><a:solidFill><a:srgbClr val="000000"/></a:solidFill></a:ln></p:spPr><p:txBody><a:bodyPr wrap="square" lIns="0" tIns="0" rIns="0" bIns="0" rtlCol="0"/><a:lstStyle/><a:p/></p:txBody></p:sp><p:sp><p:nvSpPr><p:cNvPr id="163" name="object 163"/><p:cNvSpPr/><p:nvPr/></p:nvSpPr><p:spPr><a:xfrm><a:off x="10355318" y="7072082"/><a:ext cx="3810" cy="3810"/></a:xfrm><a:custGeom><a:avLst/><a:gdLst/><a:ahLst/><a:cxnLst/><a:rect l="l" t="t" r="r" b="b"/><a:pathLst><a:path w="3809" h="3809"><a:moveTo><a:pt x="77" y="3412"/></a:moveTo><a:lnTo><a:pt x="3335" y="0"/></a:lnTo></a:path><a:path w="3809" h="3809"><a:moveTo><a:pt x="77" y="3412"/></a:moveTo><a:lnTo><a:pt x="0" y="3467"/></a:lnTo></a:path></a:pathLst></a:custGeom><a:ln w="3878"><a:solidFill><a:srgbClr val="000000"/></a:solidFill></a:ln></p:spPr><p:txBody><a:bodyPr wrap="square" lIns="0" tIns="0" rIns="0" bIns="0" rtlCol="0"/><a:lstStyle/><a:p/></p:txBody></p:sp><p:sp><p:nvSpPr><p:cNvPr id="164" name="object 164"/><p:cNvSpPr/><p:nvPr/></p:nvSpPr><p:spPr><a:xfrm><a:off x="10385334" y="7093280"/><a:ext cx="2540" cy="4445"/></a:xfrm><a:custGeom><a:avLst/><a:gdLst/><a:ahLst/><a:cxnLst/><a:rect l="l" t="t" r="r" b="b"/><a:pathLst><a:path w="2540" h="4445"><a:moveTo><a:pt x="2403" y="0"/></a:moveTo><a:lnTo><a:pt x="77" y="4250"/></a:lnTo><a:lnTo><a:pt x="0" y="4258"/></a:lnTo></a:path></a:pathLst></a:custGeom><a:ln w="3878"><a:solidFill><a:srgbClr val="000000"/></a:solidFill></a:ln></p:spPr><p:txBody><a:bodyPr wrap="square" lIns="0" tIns="0" rIns="0" bIns="0" rtlCol="0"/><a:lstStyle/><a:p/></p:txBody></p:sp><p:sp><p:nvSpPr><p:cNvPr id="165" name="object 165"/><p:cNvSpPr/><p:nvPr/></p:nvSpPr><p:spPr><a:xfrm><a:off x="10414109" y="6516668"/><a:ext cx="3810" cy="3810"/></a:xfrm><a:custGeom><a:avLst/><a:gdLst/><a:ahLst/><a:cxnLst/><a:rect l="l" t="t" r="r" b="b"/><a:pathLst><a:path w="3809" h="3809"><a:moveTo><a:pt x="77" y="3490"/></a:moveTo><a:lnTo><a:pt x="3412" y="0"/></a:lnTo></a:path><a:path w="3809" h="3809"><a:moveTo><a:pt x="77" y="3490"/></a:moveTo><a:lnTo><a:pt x="0" y="3544"/></a:lnTo></a:path></a:pathLst></a:custGeom><a:ln w="3878"><a:solidFill><a:srgbClr val="000000"/></a:solidFill></a:ln></p:spPr><p:txBody><a:bodyPr wrap="square" lIns="0" tIns="0" rIns="0" bIns="0" rtlCol="0"/><a:lstStyle/><a:p/></p:txBody></p:sp><p:sp><p:nvSpPr><p:cNvPr id="166" name="object 166"/><p:cNvSpPr/><p:nvPr/></p:nvSpPr><p:spPr><a:xfrm><a:off x="10444203" y="6537935"/><a:ext cx="2540" cy="4445"/></a:xfrm><a:custGeom><a:avLst/><a:gdLst/><a:ahLst/><a:cxnLst/><a:rect l="l" t="t" r="r" b="b"/><a:pathLst><a:path w="2540" h="4445"><a:moveTo><a:pt x="2327" y="0"/></a:moveTo><a:lnTo><a:pt x="0" y="4258"/></a:lnTo><a:lnTo><a:pt x="0" y="4265"/></a:lnTo></a:path></a:pathLst></a:custGeom><a:ln w="3878"><a:solidFill><a:srgbClr val="000000"/></a:solidFill></a:ln></p:spPr><p:txBody><a:bodyPr wrap="square" lIns="0" tIns="0" rIns="0" bIns="0" rtlCol="0"/><a:lstStyle/><a:p/></p:txBody></p:sp><p:sp><p:nvSpPr><p:cNvPr id="167" name="object 167"/><p:cNvSpPr/><p:nvPr/></p:nvSpPr><p:spPr><a:xfrm><a:off x="10472979" y="5961400"/><a:ext cx="3810" cy="3810"/></a:xfrm><a:custGeom><a:avLst/><a:gdLst/><a:ahLst/><a:cxnLst/><a:rect l="l" t="t" r="r" b="b"/><a:pathLst><a:path w="3809" h="3810"><a:moveTo><a:pt x="0" y="3412"/></a:moveTo><a:lnTo><a:pt x="3335" y="0"/></a:lnTo></a:path><a:path w="3809" h="3810"><a:moveTo><a:pt x="0" y="3412"/></a:moveTo><a:lnTo><a:pt x="0" y="3467"/></a:lnTo></a:path></a:pathLst></a:custGeom><a:ln w="3878"><a:solidFill><a:srgbClr val="000000"/></a:solidFill></a:ln></p:spPr><p:txBody><a:bodyPr wrap="square" lIns="0" tIns="0" rIns="0" bIns="0" rtlCol="0"/><a:lstStyle/><a:p/></p:txBody></p:sp><p:sp><p:nvSpPr><p:cNvPr id="168" name="object 168"/><p:cNvSpPr/><p:nvPr/></p:nvSpPr><p:spPr><a:xfrm><a:off x="10502996" y="5982598"/><a:ext cx="2540" cy="4445"/></a:xfrm><a:custGeom><a:avLst/><a:gdLst/><a:ahLst/><a:cxnLst/><a:rect l="l" t="t" r="r" b="b"/><a:pathLst><a:path w="2540" h="4445"><a:moveTo><a:pt x="2326" y="0"/></a:moveTo><a:lnTo><a:pt x="0" y="4250"/></a:lnTo><a:lnTo><a:pt x="0" y="4265"/></a:lnTo></a:path></a:pathLst></a:custGeom><a:ln w="3878"><a:solidFill><a:srgbClr val="000000"/></a:solidFill></a:ln></p:spPr><p:txBody><a:bodyPr wrap="square" lIns="0" tIns="0" rIns="0" bIns="0" rtlCol="0"/><a:lstStyle/><a:p/></p:txBody></p:sp><p:sp><p:nvSpPr><p:cNvPr id="169" name="object 169"/><p:cNvSpPr/><p:nvPr/></p:nvSpPr><p:spPr><a:xfrm><a:off x="10531771" y="5405986"/><a:ext cx="3810" cy="3810"/></a:xfrm><a:custGeom><a:avLst/><a:gdLst/><a:ahLst/><a:cxnLst/><a:rect l="l" t="t" r="r" b="b"/><a:pathLst><a:path w="3809" h="3810"><a:moveTo><a:pt x="77" y="3490"/></a:moveTo><a:lnTo><a:pt x="3335" y="0"/></a:lnTo></a:path><a:path w="3809" h="3810"><a:moveTo><a:pt x="77" y="3490"/></a:moveTo><a:lnTo><a:pt x="0" y="3544"/></a:lnTo></a:path></a:pathLst></a:custGeom><a:ln w="3878"><a:solidFill><a:srgbClr val="000000"/></a:solidFill></a:ln></p:spPr><p:txBody><a:bodyPr wrap="square" lIns="0" tIns="0" rIns="0" bIns="0" rtlCol="0"/><a:lstStyle/><a:p/></p:txBody></p:sp><p:sp><p:nvSpPr><p:cNvPr id="170" name="object 170"/><p:cNvSpPr/><p:nvPr/></p:nvSpPr><p:spPr><a:xfrm><a:off x="10561787" y="5427253"/><a:ext cx="2540" cy="4445"/></a:xfrm><a:custGeom><a:avLst/><a:gdLst/><a:ahLst/><a:cxnLst/><a:rect l="l" t="t" r="r" b="b"/><a:pathLst><a:path w="2540" h="4445"><a:moveTo><a:pt x="2405" y="0"/></a:moveTo><a:lnTo><a:pt x="79" y="4258"/></a:lnTo><a:lnTo><a:pt x="0" y="4265"/></a:lnTo></a:path></a:pathLst></a:custGeom><a:ln w="3878"><a:solidFill><a:srgbClr val="000000"/></a:solidFill></a:ln></p:spPr><p:txBody><a:bodyPr wrap="square" lIns="0" tIns="0" rIns="0" bIns="0" rtlCol="0"/><a:lstStyle/><a:p/></p:txBody></p:sp><p:sp><p:nvSpPr><p:cNvPr id="171" name="object 171"/><p:cNvSpPr/><p:nvPr/></p:nvSpPr><p:spPr><a:xfrm><a:off x="10590563" y="4850719"/><a:ext cx="3810" cy="3810"/></a:xfrm><a:custGeom><a:avLst/><a:gdLst/><a:ahLst/><a:cxnLst/><a:rect l="l" t="t" r="r" b="b"/><a:pathLst><a:path w="3809" h="3810"><a:moveTo><a:pt x="77" y="3412"/></a:moveTo><a:lnTo><a:pt x="3412" y="0"/></a:lnTo></a:path><a:path w="3809" h="3810"><a:moveTo><a:pt x="77" y="3412"/></a:moveTo><a:lnTo><a:pt x="0" y="3467"/></a:lnTo></a:path></a:pathLst></a:custGeom><a:ln w="3878"><a:solidFill><a:srgbClr val="000000"/></a:solidFill></a:ln></p:spPr><p:txBody><a:bodyPr wrap="square" lIns="0" tIns="0" rIns="0" bIns="0" rtlCol="0"/><a:lstStyle/><a:p/></p:txBody></p:sp><p:sp><p:nvSpPr><p:cNvPr id="172" name="object 172"/><p:cNvSpPr/><p:nvPr/></p:nvSpPr><p:spPr><a:xfrm><a:off x="10620658" y="4871916"/><a:ext cx="2540" cy="4445"/></a:xfrm><a:custGeom><a:avLst/><a:gdLst/><a:ahLst/><a:cxnLst/><a:rect l="l" t="t" r="r" b="b"/><a:pathLst><a:path w="2540" h="4445"><a:moveTo><a:pt x="2326" y="0"/></a:moveTo><a:lnTo><a:pt x="0" y="4250"/></a:lnTo><a:lnTo><a:pt x="0" y="4265"/></a:lnTo></a:path></a:pathLst></a:custGeom><a:ln w="3878"><a:solidFill><a:srgbClr val="000000"/></a:solidFill></a:ln></p:spPr><p:txBody><a:bodyPr wrap="square" lIns="0" tIns="0" rIns="0" bIns="0" rtlCol="0"/><a:lstStyle/><a:p/></p:txBody></p:sp><p:sp><p:nvSpPr><p:cNvPr id="173" name="object 173"/><p:cNvSpPr/><p:nvPr/></p:nvSpPr><p:spPr><a:xfrm><a:off x="10649433" y="4295382"/><a:ext cx="3810" cy="3810"/></a:xfrm><a:custGeom><a:avLst/><a:gdLst/><a:ahLst/><a:cxnLst/><a:rect l="l" t="t" r="r" b="b"/><a:pathLst><a:path w="3809" h="3810"><a:moveTo><a:pt x="0" y="3412"/></a:moveTo><a:lnTo><a:pt x="3335" y="0"/></a:lnTo></a:path><a:path w="3809" h="3810"><a:moveTo><a:pt x="0" y="3412"/></a:moveTo><a:lnTo><a:pt x="0" y="3467"/></a:lnTo></a:path></a:pathLst></a:custGeom><a:ln w="3878"><a:solidFill><a:srgbClr val="000000"/></a:solidFill></a:ln></p:spPr><p:txBody><a:bodyPr wrap="square" lIns="0" tIns="0" rIns="0" bIns="0" rtlCol="0"/><a:lstStyle/><a:p/></p:txBody></p:sp><p:sp><p:nvSpPr><p:cNvPr id="174" name="object 174"/><p:cNvSpPr/><p:nvPr/></p:nvSpPr><p:spPr><a:xfrm><a:off x="10679450" y="4316571"/><a:ext cx="2540" cy="4445"/></a:xfrm><a:custGeom><a:avLst/><a:gdLst/><a:ahLst/><a:cxnLst/><a:rect l="l" t="t" r="r" b="b"/><a:pathLst><a:path w="2540" h="4445"><a:moveTo><a:pt x="2326" y="0"/></a:moveTo><a:lnTo><a:pt x="0" y="4258"/></a:lnTo><a:lnTo><a:pt x="0" y="4265"/></a:lnTo></a:path></a:pathLst></a:custGeom><a:ln w="3878"><a:solidFill><a:srgbClr val="000000"/></a:solidFill></a:ln></p:spPr><p:txBody><a:bodyPr wrap="square" lIns="0" tIns="0" rIns="0" bIns="0" rtlCol="0"/><a:lstStyle/><a:p/></p:txBody></p:sp><p:sp><p:nvSpPr><p:cNvPr id="175" name="object 175"/><p:cNvSpPr/><p:nvPr/></p:nvSpPr><p:spPr><a:xfrm><a:off x="10708225" y="3740037"/><a:ext cx="3810" cy="3810"/></a:xfrm><a:custGeom><a:avLst/><a:gdLst/><a:ahLst/><a:cxnLst/><a:rect l="l" t="t" r="r" b="b"/><a:pathLst><a:path w="3809" h="3810"><a:moveTo><a:pt x="77" y="3412"/></a:moveTo><a:lnTo><a:pt x="3335" y="0"/></a:lnTo></a:path><a:path w="3809" h="3810"><a:moveTo><a:pt x="77" y="3412"/></a:moveTo><a:lnTo><a:pt x="0" y="3467"/></a:lnTo></a:path></a:pathLst></a:custGeom><a:ln w="3878"><a:solidFill><a:srgbClr val="000000"/></a:solidFill></a:ln></p:spPr><p:txBody><a:bodyPr wrap="square" lIns="0" tIns="0" rIns="0" bIns="0" rtlCol="0"/><a:lstStyle/><a:p/></p:txBody></p:sp><p:sp><p:nvSpPr><p:cNvPr id="176" name="object 176"/><p:cNvSpPr/><p:nvPr/></p:nvSpPr><p:spPr><a:xfrm><a:off x="10738242" y="3761235"/><a:ext cx="2540" cy="4445"/></a:xfrm><a:custGeom><a:avLst/><a:gdLst/><a:ahLst/><a:cxnLst/><a:rect l="l" t="t" r="r" b="b"/><a:pathLst><a:path w="2540" h="4445"><a:moveTo><a:pt x="2403" y="0"/></a:moveTo><a:lnTo><a:pt x="77" y="4250"/></a:lnTo><a:lnTo><a:pt x="0" y="4265"/></a:lnTo></a:path></a:pathLst></a:custGeom><a:ln w="3878"><a:solidFill><a:srgbClr val="000000"/></a:solidFill></a:ln></p:spPr><p:txBody><a:bodyPr wrap="square" lIns="0" tIns="0" rIns="0" bIns="0" rtlCol="0"/><a:lstStyle/><a:p/></p:txBody></p:sp><p:sp><p:nvSpPr><p:cNvPr id="177" name="object 177"/><p:cNvSpPr/><p:nvPr/></p:nvSpPr><p:spPr><a:xfrm><a:off x="9743819" y="7568891"/><a:ext cx="3810" cy="3810"/></a:xfrm><a:custGeom><a:avLst/><a:gdLst/><a:ahLst/><a:cxnLst/><a:rect l="l" t="t" r="r" b="b"/><a:pathLst><a:path w="3809" h="3809"><a:moveTo><a:pt x="76" y="3412"/></a:moveTo><a:lnTo><a:pt x="3334" y="0"/></a:lnTo></a:path><a:path w="3809" h="3809"><a:moveTo><a:pt x="76" y="3412"/></a:moveTo><a:lnTo><a:pt x="0" y="3474"/></a:lnTo></a:path></a:pathLst></a:custGeom><a:ln w="3878"><a:solidFill><a:srgbClr val="000000"/></a:solidFill></a:ln></p:spPr><p:txBody><a:bodyPr wrap="square" lIns="0" tIns="0" rIns="0" bIns="0" rtlCol="0"/><a:lstStyle/><a:p/></p:txBody></p:sp><p:sp><p:nvSpPr><p:cNvPr id="178" name="object 178"/><p:cNvSpPr/><p:nvPr/></p:nvSpPr><p:spPr><a:xfrm><a:off x="9773911" y="7590088"/><a:ext cx="2540" cy="4445"/></a:xfrm><a:custGeom><a:avLst/><a:gdLst/><a:ahLst/><a:cxnLst/><a:rect l="l" t="t" r="r" b="b"/><a:pathLst><a:path w="2540" h="4445"><a:moveTo><a:pt x="2327" y="0"/></a:moveTo><a:lnTo><a:pt x="0" y="4250"/></a:lnTo><a:lnTo><a:pt x="0" y="4257"/></a:lnTo></a:path></a:pathLst></a:custGeom><a:ln w="3878"><a:solidFill><a:srgbClr val="000000"/></a:solidFill></a:ln></p:spPr><p:txBody><a:bodyPr wrap="square" lIns="0" tIns="0" rIns="0" bIns="0" rtlCol="0"/><a:lstStyle/><a:p/></p:txBody></p:sp><p:sp><p:nvSpPr><p:cNvPr id="179" name="object 179"/><p:cNvSpPr/><p:nvPr/></p:nvSpPr><p:spPr><a:xfrm><a:off x="9188473" y="7509998"/><a:ext cx="3810" cy="3810"/></a:xfrm><a:custGeom><a:avLst/><a:gdLst/><a:ahLst/><a:cxnLst/><a:rect l="l" t="t" r="r" b="b"/><a:pathLst><a:path w="3809" h="3809"><a:moveTo><a:pt x="76" y="3490"/></a:moveTo><a:lnTo><a:pt x="3334" y="0"/></a:lnTo></a:path><a:path w="3809" h="3809"><a:moveTo><a:pt x="76" y="3490"/></a:moveTo><a:lnTo><a:pt x="0" y="3544"/></a:lnTo></a:path></a:pathLst></a:custGeom><a:ln w="3878"><a:solidFill><a:srgbClr val="000000"/></a:solidFill></a:ln></p:spPr><p:txBody><a:bodyPr wrap="square" lIns="0" tIns="0" rIns="0" bIns="0" rtlCol="0"/><a:lstStyle/><a:p/></p:txBody></p:sp><p:sp><p:nvSpPr><p:cNvPr id="180" name="object 180"/><p:cNvSpPr/><p:nvPr/></p:nvSpPr><p:spPr><a:xfrm><a:off x="9218567" y="7531265"/><a:ext cx="2540" cy="4445"/></a:xfrm><a:custGeom><a:avLst/><a:gdLst/><a:ahLst/><a:cxnLst/><a:rect l="l" t="t" r="r" b="b"/><a:pathLst><a:path w="2540" h="4445"><a:moveTo><a:pt x="2327" y="0"/></a:moveTo><a:lnTo><a:pt x="0" y="4257"/></a:lnTo><a:lnTo><a:pt x="0" y="4265"/></a:lnTo></a:path></a:pathLst></a:custGeom><a:ln w="3878"><a:solidFill><a:srgbClr val="000000"/></a:solidFill></a:ln></p:spPr><p:txBody><a:bodyPr wrap="square" lIns="0" tIns="0" rIns="0" bIns="0" rtlCol="0"/><a:lstStyle/><a:p/></p:txBody></p:sp><p:sp><p:nvSpPr><p:cNvPr id="181" name="object 181"/><p:cNvSpPr/><p:nvPr/></p:nvSpPr><p:spPr><a:xfrm><a:off x="8633129" y="7451252"/><a:ext cx="3810" cy="3810"/></a:xfrm><a:custGeom><a:avLst/><a:gdLst/><a:ahLst/><a:cxnLst/><a:rect l="l" t="t" r="r" b="b"/><a:pathLst><a:path w="3809" h="3809"><a:moveTo><a:pt x="76" y="3412"/></a:moveTo><a:lnTo><a:pt x="3334" y="0"/></a:lnTo></a:path><a:path w="3809" h="3809"><a:moveTo><a:pt x="76" y="3412"/></a:moveTo><a:lnTo><a:pt x="0" y="3467"/></a:lnTo></a:path></a:pathLst></a:custGeom><a:ln w="3878"><a:solidFill><a:srgbClr val="000000"/></a:solidFill></a:ln></p:spPr><p:txBody><a:bodyPr wrap="square" lIns="0" tIns="0" rIns="0" bIns="0" rtlCol="0"/><a:lstStyle/><a:p/></p:txBody></p:sp><p:sp><p:nvSpPr><p:cNvPr id="182" name="object 182"/><p:cNvSpPr/><p:nvPr/></p:nvSpPr><p:spPr><a:xfrm><a:off x="8663223" y="7472450"/><a:ext cx="2540" cy="4445"/></a:xfrm><a:custGeom><a:avLst/><a:gdLst/><a:ahLst/><a:cxnLst/><a:rect l="l" t="t" r="r" b="b"/><a:pathLst><a:path w="2540" h="4445"><a:moveTo><a:pt x="2326" y="0"/></a:moveTo><a:lnTo><a:pt x="0" y="4250"/></a:lnTo><a:lnTo><a:pt x="0" y="4265"/></a:lnTo></a:path></a:pathLst></a:custGeom><a:ln w="3878"><a:solidFill><a:srgbClr val="000000"/></a:solidFill></a:ln></p:spPr><p:txBody><a:bodyPr wrap="square" lIns="0" tIns="0" rIns="0" bIns="0" rtlCol="0"/><a:lstStyle/><a:p/></p:txBody></p:sp><p:sp><p:nvSpPr><p:cNvPr id="183" name="object 183"/><p:cNvSpPr/><p:nvPr/></p:nvSpPr><p:spPr><a:xfrm><a:off x="8665549" y="3970908"/><a:ext cx="220345" cy="2071370"/></a:xfrm><a:custGeom><a:avLst/><a:gdLst/><a:ahLst/><a:cxnLst/><a:rect l="l" t="t" r="r" b="b"/><a:pathLst><a:path w="220345" h="2071370"><a:moveTo><a:pt x="0" y="2071218"/></a:moveTo><a:lnTo><a:pt x="220043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184" name="object 184"/><p:cNvSpPr/><p:nvPr/></p:nvSpPr><p:spPr><a:xfrm><a:off x="9554101" y="4065340"/><a:ext cx="220345" cy="2071370"/></a:xfrm><a:custGeom><a:avLst/><a:gdLst/><a:ahLst/><a:cxnLst/><a:rect l="l" t="t" r="r" b="b"/><a:pathLst><a:path w="220345" h="2071370"><a:moveTo><a:pt x="220043" y="0"/></a:moveTo><a:lnTo><a:pt x="0" y="2071218"/></a:lnTo></a:path></a:pathLst></a:custGeom><a:ln w="3878"><a:solidFill><a:srgbClr val="E2E2E2"/></a:solidFill></a:ln></p:spPr><p:txBody><a:bodyPr wrap="square" lIns="0" tIns="0" rIns="0" bIns="0" rtlCol="0"/><a:lstStyle/><a:p/></p:txBody></p:sp><p:sp><p:nvSpPr><p:cNvPr id="185" name="object 185"/><p:cNvSpPr/><p:nvPr/></p:nvSpPr><p:spPr><a:xfrm><a:off x="9554023" y="4065154"/><a:ext cx="218440" cy="2071370"/></a:xfrm><a:custGeom><a:avLst/><a:gdLst/><a:ahLst/><a:cxnLst/><a:rect l="l" t="t" r="r" b="b"/><a:pathLst><a:path w="218440" h="2071370"><a:moveTo><a:pt x="0" y="2071373"/></a:moveTo><a:lnTo><a:pt x="218182" y="0"/></a:lnTo></a:path></a:pathLst></a:custGeom><a:ln w="3878"><a:solidFill><a:srgbClr val="838383"/></a:solidFill></a:ln></p:spPr><p:txBody><a:bodyPr wrap="square" lIns="0" tIns="0" rIns="0" bIns="0" rtlCol="0"/><a:lstStyle/><a:p/></p:txBody></p:sp><p:sp><p:nvSpPr><p:cNvPr id="186" name="object 186"/><p:cNvSpPr/><p:nvPr/></p:nvSpPr><p:spPr><a:xfrm><a:off x="8660895" y="6042352"/><a:ext cx="6985" cy="64769"/></a:xfrm><a:custGeom><a:avLst/><a:gdLst/><a:ahLst/><a:cxnLst/><a:rect l="l" t="t" r="r" b="b"/><a:pathLst><a:path w="6984" h="64770"><a:moveTo><a:pt x="6825" y="0"/></a:moveTo><a:lnTo><a:pt x="0" y="64764"/></a:lnTo></a:path></a:pathLst></a:custGeom><a:ln w="3878"><a:solidFill><a:srgbClr val="838383"/></a:solidFill></a:ln></p:spPr><p:txBody><a:bodyPr wrap="square" lIns="0" tIns="0" rIns="0" bIns="0" rtlCol="0"/><a:lstStyle/><a:p/></p:txBody></p:sp><p:sp><p:nvSpPr><p:cNvPr id="187" name="object 187"/><p:cNvSpPr/><p:nvPr/></p:nvSpPr><p:spPr><a:xfrm><a:off x="8811521" y="6712054"/><a:ext cx="23495" cy="223520"/></a:xfrm><a:custGeom><a:avLst/><a:gdLst/><a:ahLst/><a:cxnLst/><a:rect l="l" t="t" r="r" b="b"/><a:pathLst><a:path w="23495" h="223520"><a:moveTo><a:pt x="23501" y="0"/></a:moveTo><a:lnTo><a:pt x="5817" y="167456"/></a:lnTo><a:lnTo><a:pt x="0" y="222991"/></a:lnTo></a:path></a:pathLst></a:custGeom><a:ln w="3878"><a:solidFill><a:srgbClr val="838383"/></a:solidFill></a:ln></p:spPr><p:txBody><a:bodyPr wrap="square" lIns="0" tIns="0" rIns="0" bIns="0" rtlCol="0"/><a:lstStyle/><a:p/></p:txBody></p:sp><p:sp><p:nvSpPr><p:cNvPr id="188" name="object 188"/><p:cNvSpPr/><p:nvPr/></p:nvSpPr><p:spPr><a:xfrm><a:off x="8367323" y="7069941"/><a:ext cx="425450" cy="45085"/></a:xfrm><a:custGeom><a:avLst/><a:gdLst/><a:ahLst/><a:cxnLst/><a:rect l="l" t="t" r="r" b="b"/><a:pathLst><a:path w="425450" h="45084"><a:moveTo><a:pt x="425273" y="44753"/></a:moveTo><a:lnTo><a:pt x="55534" y="5817"/></a:lnTo><a:lnTo><a:pt x="0" y="0"/></a:lnTo></a:path></a:pathLst></a:custGeom><a:ln w="3878"><a:solidFill><a:srgbClr val="838383"/></a:solidFill></a:ln></p:spPr><p:txBody><a:bodyPr wrap="square" lIns="0" tIns="0" rIns="0" bIns="0" rtlCol="0"/><a:lstStyle/><a:p/></p:txBody></p:sp><p:sp><p:nvSpPr><p:cNvPr id="189" name="object 189"/><p:cNvSpPr/><p:nvPr/></p:nvSpPr><p:spPr><a:xfrm><a:off x="8882568" y="6590134"/><a:ext cx="59690" cy="564515"/></a:xfrm><a:custGeom><a:avLst/><a:gdLst/><a:ahLst/><a:cxnLst/><a:rect l="l" t="t" r="r" b="b"/><a:pathLst><a:path w="59690" h="564515"><a:moveTo><a:pt x="0" y="564341"/></a:moveTo><a:lnTo><a:pt x="9695" y="471810"/></a:lnTo><a:lnTo><a:pt x="59412" y="0"/></a:lnTo></a:path></a:pathLst></a:custGeom><a:ln w="3878"><a:solidFill><a:srgbClr val="838383"/></a:solidFill></a:ln></p:spPr><p:txBody><a:bodyPr wrap="square" lIns="0" tIns="0" rIns="0" bIns="0" rtlCol="0"/><a:lstStyle/><a:p/></p:txBody></p:sp><p:sp><p:nvSpPr><p:cNvPr id="190" name="object 190"/><p:cNvSpPr/><p:nvPr/></p:nvSpPr><p:spPr><a:xfrm><a:off x="9772205" y="3998326"/><a:ext cx="6985" cy="67310"/></a:xfrm><a:custGeom><a:avLst/><a:gdLst/><a:ahLst/><a:cxnLst/><a:rect l="l" t="t" r="r" b="b"/><a:pathLst><a:path w="6984" h="67310"><a:moveTo><a:pt x="0" y="66804"/></a:moveTo><a:lnTo><a:pt x="6825" y="2016"/></a:lnTo><a:lnTo><a:pt x="6972" y="0"/></a:lnTo></a:path></a:pathLst></a:custGeom><a:ln w="3878"><a:solidFill><a:srgbClr val="838383"/></a:solidFill></a:ln></p:spPr><p:txBody><a:bodyPr wrap="square" lIns="0" tIns="0" rIns="0" bIns="0" rtlCol="0"/><a:lstStyle/><a:p/></p:txBody></p:sp><p:sp><p:nvSpPr><p:cNvPr id="191" name="object 191"/><p:cNvSpPr/><p:nvPr/></p:nvSpPr><p:spPr><a:xfrm><a:off x="8667721" y="3970963"/><a:ext cx="218440" cy="2071370"/></a:xfrm><a:custGeom><a:avLst/><a:gdLst/><a:ahLst/><a:cxnLst/><a:rect l="l" t="t" r="r" b="b"/><a:pathLst><a:path w="218440" h="2071370"><a:moveTo><a:pt x="218182" y="0"/></a:moveTo><a:lnTo><a:pt x="0" y="2071373"/></a:lnTo></a:path></a:pathLst></a:custGeom><a:ln w="3878"><a:solidFill><a:srgbClr val="838383"/></a:solidFill></a:ln></p:spPr><p:txBody><a:bodyPr wrap="square" lIns="0" tIns="0" rIns="0" bIns="0" rtlCol="0"/><a:lstStyle/><a:p/></p:txBody></p:sp><p:sp><p:nvSpPr><p:cNvPr id="192" name="object 192"/><p:cNvSpPr/><p:nvPr/></p:nvSpPr><p:spPr><a:xfrm><a:off x="8885903" y="3904973"/><a:ext cx="6985" cy="66040"/></a:xfrm><a:custGeom><a:avLst/><a:gdLst/><a:ahLst/><a:cxnLst/><a:rect l="l" t="t" r="r" b="b"/><a:pathLst><a:path w="6984" h="66039"><a:moveTo><a:pt x="6903" y="0"/></a:moveTo><a:lnTo><a:pt x="6825" y="1194"/></a:lnTo><a:lnTo><a:pt x="0" y="65989"/></a:lnTo></a:path></a:pathLst></a:custGeom><a:ln w="3878"><a:solidFill><a:srgbClr val="838383"/></a:solidFill></a:ln></p:spPr><p:txBody><a:bodyPr wrap="square" lIns="0" tIns="0" rIns="0" bIns="0" rtlCol="0"/><a:lstStyle/><a:p/></p:txBody></p:sp><p:sp><p:nvSpPr><p:cNvPr id="193" name="object 193"/><p:cNvSpPr/><p:nvPr/></p:nvSpPr><p:spPr><a:xfrm><a:off x="2063121" y="9547430"/><a:ext cx="415290" cy="2082164"/></a:xfrm><a:custGeom><a:avLst/><a:gdLst/><a:ahLst/><a:cxnLst/><a:rect l="l" t="t" r="r" b="b"/><a:pathLst><a:path w="415289" h="2082165"><a:moveTo><a:pt x="0" y="2081844"/></a:moveTo><a:lnTo><a:pt x="415267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94" name="object 194"/><p:cNvSpPr/><p:nvPr/></p:nvSpPr><p:spPr><a:xfrm><a:off x="5163457" y="9698366"/><a:ext cx="240665" cy="1931035"/></a:xfrm><a:custGeom><a:avLst/><a:gdLst/><a:ahLst/><a:cxnLst/><a:rect l="l" t="t" r="r" b="b"/><a:pathLst><a:path w="240664" h="1931034"><a:moveTo><a:pt x="240364" y="0"/></a:moveTo><a:lnTo><a:pt x="0" y="1930908"/></a:lnTo></a:path></a:pathLst></a:custGeom><a:ln w="3878"><a:solidFill><a:srgbClr val="000000"/></a:solidFill></a:ln></p:spPr><p:txBody><a:bodyPr wrap="square" lIns="0" tIns="0" rIns="0" bIns="0" rtlCol="0"/><a:lstStyle/><a:p/></p:txBody></p:sp><p:sp><p:nvSpPr><p:cNvPr id="195" name="object 195"/><p:cNvSpPr/><p:nvPr/></p:nvSpPr><p:spPr><a:xfrm><a:off x="2478357" y="1844117"/><a:ext cx="786765" cy="7703820"/></a:xfrm><a:custGeom><a:avLst/><a:gdLst/><a:ahLst/><a:cxnLst/><a:rect l="l" t="t" r="r" b="b"/><a:pathLst><a:path w="786764" h="7703820"><a:moveTo><a:pt x="0" y="7703313"/></a:moveTo><a:lnTo><a:pt x="396187" y="3823734"/></a:lnTo><a:lnTo><a:pt x="786634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96" name="object 196"/><p:cNvSpPr/><p:nvPr/></p:nvSpPr><p:spPr><a:xfrm><a:off x="14952035" y="11597630"/><a:ext cx="0" cy="31750"/></a:xfrm><a:custGeom><a:avLst/><a:gdLst/><a:ahLst/><a:cxnLst/><a:rect l="l" t="t" r="r" b="b"/><a:pathLst><a:path w="0" h="31750"><a:moveTo><a:pt x="0" y="0"/></a:moveTo><a:lnTo><a:pt x="0" y="31645"/></a:lnTo></a:path></a:pathLst></a:custGeom><a:ln w="3878"><a:solidFill><a:srgbClr val="000000"/></a:solidFill></a:ln></p:spPr><p:txBody><a:bodyPr wrap="square" lIns="0" tIns="0" rIns="0" bIns="0" rtlCol="0"/><a:lstStyle/><a:p/></p:txBody></p:sp><p:sp><p:nvSpPr><p:cNvPr id="197" name="object 197"/><p:cNvSpPr/><p:nvPr/></p:nvSpPr><p:spPr><a:xfrm><a:off x="5403806" y="1844132"/><a:ext cx="630555" cy="7854315"/></a:xfrm><a:custGeom><a:avLst/><a:gdLst/><a:ahLst/><a:cxnLst/><a:rect l="l" t="t" r="r" b="b"/><a:pathLst><a:path w="630554" h="7854315"><a:moveTo><a:pt x="630424" y="0"/></a:moveTo><a:lnTo><a:pt x="464209" y="3547070"/></a:lnTo><a:lnTo><a:pt x="0" y="7854249"/></a:lnTo></a:path></a:pathLst></a:custGeom><a:ln w="3878"><a:solidFill><a:srgbClr val="000000"/></a:solidFill></a:ln></p:spPr><p:txBody><a:bodyPr wrap="square" lIns="0" tIns="0" rIns="0" bIns="0" rtlCol="0"/><a:lstStyle/><a:p/></p:txBody></p:sp><p:sp><p:nvSpPr><p:cNvPr id="198" name="object 198"/><p:cNvSpPr/><p:nvPr/></p:nvSpPr><p:spPr><a:xfrm><a:off x="14952035" y="9596527"/><a:ext cx="0" cy="2001520"/></a:xfrm><a:custGeom><a:avLst/><a:gdLst/><a:ahLst/><a:cxnLst/><a:rect l="l" t="t" r="r" b="b"/><a:pathLst><a:path w="0" h="2001520"><a:moveTo><a:pt x="0" y="0"/></a:moveTo><a:lnTo><a:pt x="0" y="995819"/></a:lnTo><a:lnTo><a:pt x="0" y="2001102"/></a:lnTo></a:path></a:pathLst></a:custGeom><a:ln w="3878"><a:solidFill><a:srgbClr val="000000"/></a:solidFill></a:ln></p:spPr><p:txBody><a:bodyPr wrap="square" lIns="0" tIns="0" rIns="0" bIns="0" rtlCol="0"/><a:lstStyle/><a:p/></p:txBody></p:sp><p:sp><p:nvSpPr><p:cNvPr id="199" name="object 199"/><p:cNvSpPr/><p:nvPr/></p:nvSpPr><p:spPr><a:xfrm><a:off x="8117883" y="7140794"/><a:ext cx="29209" cy="308610"/></a:xfrm><a:custGeom><a:avLst/><a:gdLst/><a:ahLst/><a:cxnLst/><a:rect l="l" t="t" r="r" b="b"/><a:pathLst><a:path w="29209" h="308609"><a:moveTo><a:pt x="28853" y="0"/></a:moveTo><a:lnTo><a:pt x="0" y="308386"/></a:lnTo></a:path></a:pathLst></a:custGeom><a:ln w="3878"><a:solidFill><a:srgbClr val="000000"/></a:solidFill></a:ln></p:spPr><p:txBody><a:bodyPr wrap="square" lIns="0" tIns="0" rIns="0" bIns="0" rtlCol="0"/><a:lstStyle/><a:p/></p:txBody></p:sp><p:sp><p:nvSpPr><p:cNvPr id="200" name="object 200"/><p:cNvSpPr/><p:nvPr/></p:nvSpPr><p:spPr><a:xfrm><a:off x="12998557" y="7635547"/><a:ext cx="1953895" cy="968375"/></a:xfrm><a:custGeom><a:avLst/><a:gdLst/><a:ahLst/><a:cxnLst/><a:rect l="l" t="t" r="r" b="b"/><a:pathLst><a:path w="1953894" h="968375"><a:moveTo><a:pt x="1953479" y="0"/></a:moveTo><a:lnTo><a:pt x="1953479" y="967897"/></a:lnTo><a:lnTo><a:pt x="0" y="904141"/></a:lnTo></a:path></a:pathLst></a:custGeom><a:ln w="3878"><a:solidFill><a:srgbClr val="000000"/></a:solidFill></a:ln></p:spPr><p:txBody><a:bodyPr wrap="square" lIns="0" tIns="0" rIns="0" bIns="0" rtlCol="0"/><a:lstStyle/><a:p/></p:txBody></p:sp><p:sp><p:nvSpPr><p:cNvPr id="201" name="object 201"/><p:cNvSpPr/><p:nvPr/></p:nvSpPr><p:spPr><a:xfrm><a:off x="12998557" y="10528591"/><a:ext cx="1953895" cy="64135"/></a:xfrm><a:custGeom><a:avLst/><a:gdLst/><a:ahLst/><a:cxnLst/><a:rect l="l" t="t" r="r" b="b"/><a:pathLst><a:path w="1953894" h="64134"><a:moveTo><a:pt x="1953479" y="63833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02" name="object 202"/><p:cNvSpPr/><p:nvPr/></p:nvSpPr><p:spPr><a:xfrm><a:off x="14952035" y="6518653"/><a:ext cx="0" cy="1116965"/></a:xfrm><a:custGeom><a:avLst/><a:gdLst/><a:ahLst/><a:cxnLst/><a:rect l="l" t="t" r="r" b="b"/><a:pathLst><a:path w="0" h="1116965"><a:moveTo><a:pt x="0" y="0"/></a:moveTo><a:lnTo><a:pt x="0" y="1116894"/></a:lnTo></a:path></a:pathLst></a:custGeom><a:ln w="3878"><a:solidFill><a:srgbClr val="000000"/></a:solidFill></a:ln></p:spPr><p:txBody><a:bodyPr wrap="square" lIns="0" tIns="0" rIns="0" bIns="0" rtlCol="0"/><a:lstStyle/><a:p/></p:txBody></p:sp><p:sp><p:nvSpPr><p:cNvPr id="203" name="object 203"/><p:cNvSpPr/><p:nvPr/></p:nvSpPr><p:spPr><a:xfrm><a:off x="12998557" y="8603500"/><a:ext cx="1953895" cy="993140"/></a:xfrm><a:custGeom><a:avLst/><a:gdLst/><a:ahLst/><a:cxnLst/><a:rect l="l" t="t" r="r" b="b"/><a:pathLst><a:path w="1953894" h="993140"><a:moveTo><a:pt x="1953479" y="0"/></a:moveTo><a:lnTo><a:pt x="1953479" y="993027"/></a:lnTo><a:lnTo><a:pt x="0" y="929116"/></a:lnTo></a:path></a:pathLst></a:custGeom><a:ln w="3878"><a:solidFill><a:srgbClr val="000000"/></a:solidFill></a:ln></p:spPr><p:txBody><a:bodyPr wrap="square" lIns="0" tIns="0" rIns="0" bIns="0" rtlCol="0"/><a:lstStyle/><a:p/></p:txBody></p:sp><p:sp><p:nvSpPr><p:cNvPr id="204" name="object 204"/><p:cNvSpPr/><p:nvPr/></p:nvSpPr><p:spPr><a:xfrm><a:off x="12998557" y="11533796"/><a:ext cx="1953895" cy="64135"/></a:xfrm><a:custGeom><a:avLst/><a:gdLst/><a:ahLst/><a:cxnLst/><a:rect l="l" t="t" r="r" b="b"/><a:pathLst><a:path w="1953894" h="64134"><a:moveTo><a:pt x="1953479" y="63833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05" name="object 205"/><p:cNvSpPr/><p:nvPr/></p:nvSpPr><p:spPr><a:xfrm><a:off x="12998557" y="6454742"/><a:ext cx="1953895" cy="64135"/></a:xfrm><a:custGeom><a:avLst/><a:gdLst/><a:ahLst/><a:cxnLst/><a:rect l="l" t="t" r="r" b="b"/><a:pathLst><a:path w="1953894" h="64134"><a:moveTo><a:pt x="1953479" y="63911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06" name="object 206"/><p:cNvSpPr/><p:nvPr/></p:nvSpPr><p:spPr><a:xfrm><a:off x="12998557" y="7571636"/><a:ext cx="1953895" cy="64135"/></a:xfrm><a:custGeom><a:avLst/><a:gdLst/><a:ahLst/><a:cxnLst/><a:rect l="l" t="t" r="r" b="b"/><a:pathLst><a:path w="1953894" h="64134"><a:moveTo><a:pt x="1953479" y="63911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07" name="object 207"/><p:cNvSpPr/><p:nvPr/></p:nvSpPr><p:spPr><a:xfrm><a:off x="8850147" y="3153179"/><a:ext cx="2195830" cy="347345"/></a:xfrm><a:custGeom><a:avLst/><a:gdLst/><a:ahLst/><a:cxnLst/><a:rect l="l" t="t" r="r" b="b"/><a:pathLst><a:path w="2195829" h="347345"><a:moveTo><a:pt x="0" y="0"/></a:moveTo><a:lnTo><a:pt x="2195550" y="346780"/></a:lnTo></a:path></a:pathLst></a:custGeom><a:ln w="3878"><a:solidFill><a:srgbClr val="000000"/></a:solidFill></a:ln></p:spPr><p:txBody><a:bodyPr wrap="square" lIns="0" tIns="0" rIns="0" bIns="0" rtlCol="0"/><a:lstStyle/><a:p/></p:txBody></p:sp><p:sp><p:nvSpPr><p:cNvPr id="208" name="object 208"/><p:cNvSpPr/><p:nvPr/></p:nvSpPr><p:spPr><a:xfrm><a:off x="6686273" y="1844117"/><a:ext cx="572135" cy="9785350"/></a:xfrm><a:custGeom><a:avLst/><a:gdLst/><a:ahLst/><a:cxnLst/><a:rect l="l" t="t" r="r" b="b"/><a:pathLst><a:path w="572134" h="9785350"><a:moveTo><a:pt x="0" y="9785158"/></a:moveTo><a:lnTo><a:pt x="134260" y="8276963"/></a:lnTo><a:lnTo><a:pt x="266968" y="6336203"/></a:lnTo><a:lnTo><a:pt x="472275" y="3999722"/></a:lnTo><a:lnTo><a:pt x="529516" y="1701557"/></a:lnTo><a:lnTo><a:pt x="571787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09" name="object 209"/><p:cNvSpPr/><p:nvPr/></p:nvSpPr><p:spPr><a:xfrm><a:off x="7715646" y="11374794"/><a:ext cx="1452245" cy="254635"/></a:xfrm><a:custGeom><a:avLst/><a:gdLst/><a:ahLst/><a:cxnLst/><a:rect l="l" t="t" r="r" b="b"/><a:pathLst><a:path w="1452245" h="254634"><a:moveTo><a:pt x="1452117" y="254481"/></a:moveTo><a:lnTo><a:pt x="20243" y="0"/></a:lnTo><a:lnTo><a:pt x="0" y="254481"/></a:lnTo></a:path></a:pathLst></a:custGeom><a:ln w="3878"><a:solidFill><a:srgbClr val="000000"/></a:solidFill></a:ln></p:spPr><p:txBody><a:bodyPr wrap="square" lIns="0" tIns="0" rIns="0" bIns="0" rtlCol="0"/><a:lstStyle/><a:p/></p:txBody></p:sp><p:sp><p:nvSpPr><p:cNvPr id="210" name="object 210"/><p:cNvSpPr/><p:nvPr/></p:nvSpPr><p:spPr><a:xfrm><a:off x="7735890" y="10422951"/><a:ext cx="2139315" cy="951865"/></a:xfrm><a:custGeom><a:avLst/><a:gdLst/><a:ahLst/><a:cxnLst/><a:rect l="l" t="t" r="r" b="b"/><a:pathLst><a:path w="2139315" h="951865"><a:moveTo><a:pt x="2139240" y="305517"/></a:moveTo><a:lnTo><a:pt x="94780" y="0"/></a:lnTo><a:lnTo><a:pt x="0" y="951842"/></a:lnTo></a:path></a:pathLst></a:custGeom><a:ln w="3878"><a:solidFill><a:srgbClr val="000000"/></a:solidFill></a:ln></p:spPr><p:txBody><a:bodyPr wrap="square" lIns="0" tIns="0" rIns="0" bIns="0" rtlCol="0"/><a:lstStyle/><a:p/></p:txBody></p:sp><p:sp><p:nvSpPr><p:cNvPr id="211" name="object 211"/><p:cNvSpPr/><p:nvPr/></p:nvSpPr><p:spPr><a:xfrm><a:off x="7830671" y="9422400"/><a:ext cx="2140585" cy="1000760"/></a:xfrm><a:custGeom><a:avLst/><a:gdLst/><a:ahLst/><a:cxnLst/><a:rect l="l" t="t" r="r" b="b"/><a:pathLst><a:path w="2140584" h="1000759"><a:moveTo><a:pt x="2140093" y="309317"/></a:moveTo><a:lnTo><a:pt x="98116" y="0"/></a:lnTo><a:lnTo><a:pt x="0" y="1000551"/></a:lnTo></a:path></a:pathLst></a:custGeom><a:ln w="3878"><a:solidFill><a:srgbClr val="000000"/></a:solidFill></a:ln></p:spPr><p:txBody><a:bodyPr wrap="square" lIns="0" tIns="0" rIns="0" bIns="0" rtlCol="0"/><a:lstStyle/><a:p/></p:txBody></p:sp><p:sp><p:nvSpPr><p:cNvPr id="212" name="object 212"/><p:cNvSpPr/><p:nvPr/></p:nvSpPr><p:spPr><a:xfrm><a:off x="7928787" y="8422237"/><a:ext cx="2125980" cy="1000760"/></a:xfrm><a:custGeom><a:avLst/><a:gdLst/><a:ahLst/><a:cxnLst/><a:rect l="l" t="t" r="r" b="b"/><a:pathLst><a:path w="2125979" h="1000759"><a:moveTo><a:pt x="2125589" y="311334"/></a:moveTo><a:lnTo><a:pt x="98193" y="0"/></a:lnTo><a:lnTo><a:pt x="0" y="1000163"/></a:lnTo></a:path></a:pathLst></a:custGeom><a:ln w="3878"><a:solidFill><a:srgbClr val="000000"/></a:solidFill></a:ln></p:spPr><p:txBody><a:bodyPr wrap="square" lIns="0" tIns="0" rIns="0" bIns="0" rtlCol="0"/><a:lstStyle/><a:p/></p:txBody></p:sp><p:sp><p:nvSpPr><p:cNvPr id="213" name="object 213"/><p:cNvSpPr/><p:nvPr/></p:nvSpPr><p:spPr><a:xfrm><a:off x="8575034" y="3108348"/><a:ext cx="275590" cy="45085"/></a:xfrm><a:custGeom><a:avLst/><a:gdLst/><a:ahLst/><a:cxnLst/><a:rect l="l" t="t" r="r" b="b"/><a:pathLst><a:path w="275590" h="45085"><a:moveTo><a:pt x="0" y="0"/></a:moveTo><a:lnTo><a:pt x="275112" y="44830"/></a:lnTo></a:path></a:pathLst></a:custGeom><a:ln w="3878"><a:solidFill><a:srgbClr val="000000"/></a:solidFill></a:ln></p:spPr><p:txBody><a:bodyPr wrap="square" lIns="0" tIns="0" rIns="0" bIns="0" rtlCol="0"/><a:lstStyle/><a:p/></p:txBody></p:sp><p:sp><p:nvSpPr><p:cNvPr id="214" name="object 214"/><p:cNvSpPr/><p:nvPr/></p:nvSpPr><p:spPr><a:xfrm><a:off x="8026903" y="7449220"/><a:ext cx="2118995" cy="973455"/></a:xfrm><a:custGeom><a:avLst/><a:gdLst/><a:ahLst/><a:cxnLst/><a:rect l="l" t="t" r="r" b="b"/><a:pathLst><a:path w="2118995" h="973454"><a:moveTo><a:pt x="2118453" y="311334"/></a:moveTo><a:lnTo><a:pt x="91057" y="0"/></a:lnTo><a:lnTo><a:pt x="0" y="973016"/></a:lnTo></a:path></a:pathLst></a:custGeom><a:ln w="3878"><a:solidFill><a:srgbClr val="000000"/></a:solidFill></a:ln></p:spPr><p:txBody><a:bodyPr wrap="square" lIns="0" tIns="0" rIns="0" bIns="0" rtlCol="0"/><a:lstStyle/><a:p/></p:txBody></p:sp><p:sp><p:nvSpPr><p:cNvPr id="215" name="object 215"/><p:cNvSpPr/><p:nvPr/></p:nvSpPr><p:spPr><a:xfrm><a:off x="8213905" y="3108348"/><a:ext cx="361315" cy="3366135"/></a:xfrm><a:custGeom><a:avLst/><a:gdLst/><a:ahLst/><a:cxnLst/><a:rect l="l" t="t" r="r" b="b"/><a:pathLst><a:path w="361315" h="3366135"><a:moveTo><a:pt x="361129" y="0"/></a:moveTo><a:lnTo><a:pt x="0" y="3365652"/></a:lnTo></a:path></a:pathLst></a:custGeom><a:ln w="3878"><a:solidFill><a:srgbClr val="000000"/></a:solidFill></a:ln></p:spPr><p:txBody><a:bodyPr wrap="square" lIns="0" tIns="0" rIns="0" bIns="0" rtlCol="0"/><a:lstStyle/><a:p/></p:txBody></p:sp><p:sp><p:nvSpPr><p:cNvPr id="216" name="object 216"/><p:cNvSpPr/><p:nvPr/></p:nvSpPr><p:spPr><a:xfrm><a:off x="11045698" y="3499928"/><a:ext cx="3906520" cy="3018790"/></a:xfrm><a:custGeom><a:avLst/><a:gdLst/><a:ahLst/><a:cxnLst/><a:rect l="l" t="t" r="r" b="b"/><a:pathLst><a:path w="3906519" h="3018790"><a:moveTo><a:pt x="0" y="0"/></a:moveTo><a:lnTo><a:pt x="79811" y="14193"/></a:lnTo><a:lnTo><a:pt x="158924" y="31567"/></a:lnTo><a:lnTo><a:pt x="237495" y="52121"/></a:lnTo><a:lnTo><a:pt x="315057" y="75623"/></a:lnTo><a:lnTo><a:pt x="391611" y="102304"/></a:lnTo><a:lnTo><a:pt x="467156" y="131933"/></a:lnTo><a:lnTo><a:pt x="541461" y="164509"/></a:lnTo><a:lnTo><a:pt x="614369" y="199955"/></a:lnTo><a:lnTo><a:pt x="685804" y="238270"/></a:lnTo><a:lnTo><a:pt x="755765" y="279456"/></a:lnTo><a:lnTo><a:pt x="823942" y="323278"/></a:lnTo><a:lnTo><a:pt x="890335" y="369816"/></a:lnTo><a:lnTo><a:pt x="2641377" y="1648272"/></a:lnTo><a:lnTo><a:pt x="2766175" y="1742587"/></a:lnTo><a:lnTo><a:pt x="2887870" y="1840859"/></a:lnTo><a:lnTo><a:pt x="3006229" y="1943008"/></a:lnTo><a:lnTo><a:pt x="3121332" y="2048958"/></a:lnTo><a:lnTo><a:pt x="3232866" y="2158475"/></a:lnTo><a:lnTo><a:pt x="3340832" y="2271716"/></a:lnTo><a:lnTo><a:pt x="3444998" y="2388370"/></a:lnTo><a:lnTo><a:pt x="3545286" y="2508281"/></a:lnTo><a:lnTo><a:pt x="3641773" y="2631449"/></a:lnTo><a:lnTo><a:pt x="3734150" y="2757643"/></a:lnTo><a:lnTo><a:pt x="3822338" y="2886784"/></a:lnTo><a:lnTo><a:pt x="3906338" y="3018639"/></a:lnTo></a:path></a:pathLst></a:custGeom><a:ln w="3878"><a:solidFill><a:srgbClr val="000000"/></a:solidFill></a:ln></p:spPr><p:txBody><a:bodyPr wrap="square" lIns="0" tIns="0" rIns="0" bIns="0" rtlCol="0"/><a:lstStyle/><a:p/></p:txBody></p:sp><p:sp><p:nvSpPr><p:cNvPr id="217" name="object 217"/><p:cNvSpPr/><p:nvPr/></p:nvSpPr><p:spPr><a:xfrm><a:off x="10314132" y="7641256"/><a:ext cx="635" cy="1905"/></a:xfrm><a:custGeom><a:avLst/><a:gdLst/><a:ahLst/><a:cxnLst/><a:rect l="l" t="t" r="r" b="b"/><a:pathLst><a:path w="634" h="1904"><a:moveTo><a:pt x="0" y="1845"/></a:moveTo><a:lnTo><a:pt x="77" y="922"/></a:lnTo><a:lnTo><a:pt x="155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18" name="object 218"/><p:cNvSpPr/><p:nvPr/></p:nvSpPr><p:spPr><a:xfrm><a:off x="10313279" y="7642078"/><a:ext cx="1905" cy="635"/></a:xfrm><a:custGeom><a:avLst/><a:gdLst/><a:ahLst/><a:cxnLst/><a:rect l="l" t="t" r="r" b="b"/><a:pathLst><a:path w="1904" h="634"><a:moveTo><a:pt x="1861" y="201"/></a:moveTo><a:lnTo><a:pt x="930" y="100"/></a:ln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19" name="object 219"/><p:cNvSpPr/><p:nvPr/></p:nvSpPr><p:spPr><a:xfrm><a:off x="8254005" y="6439772"/><a:ext cx="4445" cy="38735"/></a:xfrm><a:custGeom><a:avLst/><a:gdLst/><a:ahLst/><a:cxnLst/><a:rect l="l" t="t" r="r" b="b"/><a:pathLst><a:path w="4445" h="38735"><a:moveTo><a:pt x="4188" y="0"/></a:moveTo><a:lnTo><a:pt x="0" y="38625"/></a:lnTo></a:path></a:pathLst></a:custGeom><a:ln w="3878"><a:solidFill><a:srgbClr val="000000"/></a:solidFill></a:ln></p:spPr><p:txBody><a:bodyPr wrap="square" lIns="0" tIns="0" rIns="0" bIns="0" rtlCol="0"/><a:lstStyle/><a:p/></p:txBody></p:sp><p:sp><p:nvSpPr><p:cNvPr id="220" name="object 220"/><p:cNvSpPr/><p:nvPr/></p:nvSpPr><p:spPr><a:xfrm><a:off x="10370209" y="7085624"/><a:ext cx="635" cy="1905"/></a:xfrm><a:custGeom><a:avLst/><a:gdLst/><a:ahLst/><a:cxnLst/><a:rect l="l" t="t" r="r" b="b"/><a:pathLst><a:path w="634" h="1904"><a:moveTo><a:pt x="0" y="1853"/></a:moveTo><a:lnTo><a:pt x="155" y="930"/></a:lnTo><a:lnTo><a:pt x="232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21" name="object 221"/><p:cNvSpPr/><p:nvPr/></p:nvSpPr><p:spPr><a:xfrm><a:off x="10369434" y="7086454"/><a:ext cx="1905" cy="635"/></a:xfrm><a:custGeom><a:avLst/><a:gdLst/><a:ahLst/><a:cxnLst/><a:rect l="l" t="t" r="r" b="b"/><a:pathLst><a:path w="1904" h="634"><a:moveTo><a:pt x="1861" y="201"/></a:moveTo><a:lnTo><a:pt x="930" y="100"/></a:ln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22" name="object 222"/><p:cNvSpPr/><p:nvPr/></p:nvSpPr><p:spPr><a:xfrm><a:off x="10429079" y="6530287"/><a:ext cx="635" cy="1905"/></a:xfrm><a:custGeom><a:avLst/><a:gdLst/><a:ahLst/><a:cxnLst/><a:rect l="l" t="t" r="r" b="b"/><a:pathLst><a:path w="634" h="1904"><a:moveTo><a:pt x="0" y="1853"/></a:moveTo><a:lnTo><a:pt x="77" y="922"/></a:lnTo><a:lnTo><a:pt x="155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23" name="object 223"/><p:cNvSpPr/><p:nvPr/></p:nvSpPr><p:spPr><a:xfrm><a:off x="10428226" y="6531109"/><a:ext cx="1905" cy="635"/></a:xfrm><a:custGeom><a:avLst/><a:gdLst/><a:ahLst/><a:cxnLst/><a:rect l="l" t="t" r="r" b="b"/><a:pathLst><a:path w="1904" h="634"><a:moveTo><a:pt x="1861" y="201"/></a:moveTo><a:lnTo><a:pt x="930" y="100"/></a:ln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24" name="object 224"/><p:cNvSpPr/><p:nvPr/></p:nvSpPr><p:spPr><a:xfrm><a:off x="10487871" y="5974943"/><a:ext cx="635" cy="1905"/></a:xfrm><a:custGeom><a:avLst/><a:gdLst/><a:ahLst/><a:cxnLst/><a:rect l="l" t="t" r="r" b="b"/><a:pathLst><a:path w="634" h="1904"><a:moveTo><a:pt x="0" y="1853"/></a:moveTo><a:lnTo><a:pt x="77" y="930"/></a:lnTo><a:lnTo><a:pt x="232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25" name="object 225"/><p:cNvSpPr/><p:nvPr/></p:nvSpPr><p:spPr><a:xfrm><a:off x="10487096" y="5975772"/><a:ext cx="1905" cy="635"/></a:xfrm><a:custGeom><a:avLst/><a:gdLst/><a:ahLst/><a:cxnLst/><a:rect l="l" t="t" r="r" b="b"/><a:pathLst><a:path w="1904" h="635"><a:moveTo><a:pt x="1783" y="201"/></a:moveTo><a:lnTo><a:pt x="853" y="100"/></a:ln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26" name="object 226"/><p:cNvSpPr/><p:nvPr/></p:nvSpPr><p:spPr><a:xfrm><a:off x="10546663" y="5419606"/><a:ext cx="635" cy="1905"/></a:xfrm><a:custGeom><a:avLst/><a:gdLst/><a:ahLst/><a:cxnLst/><a:rect l="l" t="t" r="r" b="b"/><a:pathLst><a:path w="634" h="1904"><a:moveTo><a:pt x="0" y="1853"/></a:moveTo><a:lnTo><a:pt x="155" y="922"/></a:lnTo><a:lnTo><a:pt x="232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27" name="object 227"/><p:cNvSpPr/><p:nvPr/></p:nvSpPr><p:spPr><a:xfrm><a:off x="10545887" y="5420428"/><a:ext cx="1905" cy="635"/></a:xfrm><a:custGeom><a:avLst/><a:gdLst/><a:ahLst/><a:cxnLst/><a:rect l="l" t="t" r="r" b="b"/><a:pathLst><a:path w="1904" h="635"><a:moveTo><a:pt x="1861" y="201"/></a:moveTo><a:lnTo><a:pt x="930" y="100"/></a:ln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28" name="object 228"/><p:cNvSpPr/><p:nvPr/></p:nvSpPr><p:spPr><a:xfrm><a:off x="10605533" y="4864261"/><a:ext cx="635" cy="1905"/></a:xfrm><a:custGeom><a:avLst/><a:gdLst/><a:ahLst/><a:cxnLst/><a:rect l="l" t="t" r="r" b="b"/><a:pathLst><a:path w="634" h="1904"><a:moveTo><a:pt x="0" y="1853"/></a:moveTo><a:lnTo><a:pt x="76" y="930"/></a:lnTo><a:lnTo><a:pt x="154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29" name="object 229"/><p:cNvSpPr/><p:nvPr/></p:nvSpPr><p:spPr><a:xfrm><a:off x="10604680" y="4865091"/><a:ext cx="1905" cy="635"/></a:xfrm><a:custGeom><a:avLst/><a:gdLst/><a:ahLst/><a:cxnLst/><a:rect l="l" t="t" r="r" b="b"/><a:pathLst><a:path w="1904" h="635"><a:moveTo><a:pt x="1861" y="201"/></a:moveTo><a:lnTo><a:pt x="930" y="100"/></a:ln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30" name="object 230"/><p:cNvSpPr/><p:nvPr/></p:nvSpPr><p:spPr><a:xfrm><a:off x="10664325" y="4308924"/><a:ext cx="635" cy="1905"/></a:xfrm><a:custGeom><a:avLst/><a:gdLst/><a:ahLst/><a:cxnLst/><a:rect l="l" t="t" r="r" b="b"/><a:pathLst><a:path w="634" h="1904"><a:moveTo><a:pt x="0" y="1853"/></a:moveTo><a:lnTo><a:pt x="77" y="922"/></a:lnTo><a:lnTo><a:pt x="232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31" name="object 231"/><p:cNvSpPr/><p:nvPr/></p:nvSpPr><p:spPr><a:xfrm><a:off x="10663472" y="4309746"/><a:ext cx="1905" cy="635"/></a:xfrm><a:custGeom><a:avLst/><a:gdLst/><a:ahLst/><a:cxnLst/><a:rect l="l" t="t" r="r" b="b"/><a:pathLst><a:path w="1904" h="635"><a:moveTo><a:pt x="1861" y="201"/></a:moveTo><a:lnTo><a:pt x="930" y="100"/></a:ln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32" name="object 232"/><p:cNvSpPr/><p:nvPr/></p:nvSpPr><p:spPr><a:xfrm><a:off x="10723117" y="3753579"/><a:ext cx="635" cy="1905"/></a:xfrm><a:custGeom><a:avLst/><a:gdLst/><a:ahLst/><a:cxnLst/><a:rect l="l" t="t" r="r" b="b"/><a:pathLst><a:path w="634" h="1904"><a:moveTo><a:pt x="0" y="1853"/></a:moveTo><a:lnTo><a:pt x="155" y="930"/></a:lnTo><a:lnTo><a:pt x="232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33" name="object 233"/><p:cNvSpPr/><p:nvPr/></p:nvSpPr><p:spPr><a:xfrm><a:off x="10722341" y="3754409"/><a:ext cx="1905" cy="635"/></a:xfrm><a:custGeom><a:avLst/><a:gdLst/><a:ahLst/><a:cxnLst/><a:rect l="l" t="t" r="r" b="b"/><a:pathLst><a:path w="1904" h="635"><a:moveTo><a:pt x="1861" y="201"/></a:moveTo><a:lnTo><a:pt x="930" y="100"/></a:ln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34" name="object 234"/><p:cNvSpPr/><p:nvPr/></p:nvSpPr><p:spPr><a:xfrm><a:off x="9758787" y="7582433"/><a:ext cx="635" cy="1905"/></a:xfrm><a:custGeom><a:avLst/><a:gdLst/><a:ahLst/><a:cxnLst/><a:rect l="l" t="t" r="r" b="b"/><a:pathLst><a:path w="634" h="1904"><a:moveTo><a:pt x="0" y="1853"/></a:moveTo><a:lnTo><a:pt x="77" y="930"/></a:lnTo><a:lnTo><a:pt x="155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35" name="object 235"/><p:cNvSpPr/><p:nvPr/></p:nvSpPr><p:spPr><a:xfrm><a:off x="9757934" y="7583263"/><a:ext cx="1905" cy="635"/></a:xfrm><a:custGeom><a:avLst/><a:gdLst/><a:ahLst/><a:cxnLst/><a:rect l="l" t="t" r="r" b="b"/><a:pathLst><a:path w="1904" h="634"><a:moveTo><a:pt x="1861" y="193"/></a:moveTo><a:lnTo><a:pt x="930" y="100"/></a:ln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36" name="object 236"/><p:cNvSpPr/><p:nvPr/></p:nvSpPr><p:spPr><a:xfrm><a:off x="9203442" y="7523617"/><a:ext cx="635" cy="1905"/></a:xfrm><a:custGeom><a:avLst/><a:gdLst/><a:ahLst/><a:cxnLst/><a:rect l="l" t="t" r="r" b="b"/><a:pathLst><a:path w="634" h="1904"><a:moveTo><a:pt x="0" y="1845"/></a:moveTo><a:lnTo><a:pt x="77" y="922"/></a:lnTo><a:lnTo><a:pt x="155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37" name="object 237"/><p:cNvSpPr/><p:nvPr/></p:nvSpPr><p:spPr><a:xfrm><a:off x="9202590" y="7524440"/><a:ext cx="1905" cy="635"/></a:xfrm><a:custGeom><a:avLst/><a:gdLst/><a:ahLst/><a:cxnLst/><a:rect l="l" t="t" r="r" b="b"/><a:pathLst><a:path w="1904" h="634"><a:moveTo><a:pt x="1861" y="201"/></a:moveTo><a:lnTo><a:pt x="930" y="100"/></a:ln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38" name="object 238"/><p:cNvSpPr/><p:nvPr/></p:nvSpPr><p:spPr><a:xfrm><a:off x="8648098" y="7464802"/><a:ext cx="635" cy="1905"/></a:xfrm><a:custGeom><a:avLst/><a:gdLst/><a:ahLst/><a:cxnLst/><a:rect l="l" t="t" r="r" b="b"/><a:pathLst><a:path w="634" h="1904"><a:moveTo><a:pt x="0" y="1845"/></a:moveTo><a:lnTo><a:pt x="77" y="922"/></a:lnTo><a:lnTo><a:pt x="155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39" name="object 239"/><p:cNvSpPr/><p:nvPr/></p:nvSpPr><p:spPr><a:xfrm><a:off x="8647244" y="7465624"/><a:ext cx="1905" cy="635"/></a:xfrm><a:custGeom><a:avLst/><a:gdLst/><a:ahLst/><a:cxnLst/><a:rect l="l" t="t" r="r" b="b"/><a:pathLst><a:path w="1904" h="634"><a:moveTo><a:pt x="1861" y="201"/></a:moveTo><a:lnTo><a:pt x="930" y="100"/></a:ln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40" name="object 240"/><p:cNvSpPr/><p:nvPr/></p:nvSpPr><p:spPr><a:xfrm><a:off x="6481772" y="9891030"/><a:ext cx="78740" cy="1139190"/></a:xfrm><a:custGeom><a:avLst/><a:gdLst/><a:ahLst/><a:cxnLst/><a:rect l="l" t="t" r="r" b="b"/><a:pathLst><a:path w="78740" h="1139190"><a:moveTo><a:pt x="0" y="1139077"/></a:moveTo><a:lnTo><a:pt x="7826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41" name="object 241"/><p:cNvSpPr/><p:nvPr/></p:nvSpPr><p:spPr><a:xfrm><a:off x="6859771" y="4194528"/><a:ext cx="71755" cy="1139825"/></a:xfrm><a:custGeom><a:avLst/><a:gdLst/><a:ahLst/><a:cxnLst/><a:rect l="l" t="t" r="r" b="b"/><a:pathLst><a:path w="71754" h="1139825"><a:moveTo><a:pt x="0" y="1139464"/></a:moveTo><a:lnTo><a:pt x="71589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42" name="object 242"/><p:cNvSpPr/><p:nvPr/></p:nvSpPr><p:spPr><a:xfrm><a:off x="7001563" y="1915334"/><a:ext cx="69215" cy="1139825"/></a:xfrm><a:custGeom><a:avLst/><a:gdLst/><a:ahLst/><a:cxnLst/><a:rect l="l" t="t" r="r" b="b"/><a:pathLst><a:path w="69215" h="1139825"><a:moveTo><a:pt x="0" y="1139620"/></a:moveTo><a:lnTo><a:pt x="68875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43" name="object 243"/><p:cNvSpPr/><p:nvPr/></p:nvSpPr><p:spPr><a:xfrm><a:off x="6439873" y="11030108"/><a:ext cx="41910" cy="599440"/></a:xfrm><a:custGeom><a:avLst/><a:gdLst/><a:ahLst/><a:cxnLst/><a:rect l="l" t="t" r="r" b="b"/><a:pathLst><a:path w="41910" h="599440"><a:moveTo><a:pt x="0" y="599167"/></a:moveTo><a:lnTo><a:pt x="41805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44" name="object 244"/><p:cNvSpPr/><p:nvPr/></p:nvSpPr><p:spPr><a:xfrm><a:off x="6560056" y="8751876"/><a:ext cx="77470" cy="1139190"/></a:xfrm><a:custGeom><a:avLst/><a:gdLst/><a:ahLst/><a:cxnLst/><a:rect l="l" t="t" r="r" b="b"/><a:pathLst><a:path w="77470" h="1139190"><a:moveTo><a:pt x="0" y="1139154"/></a:moveTo><a:lnTo><a:pt x="76941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45" name="object 245"/><p:cNvSpPr/><p:nvPr/></p:nvSpPr><p:spPr><a:xfrm><a:off x="6637005" y="5334024"/><a:ext cx="222885" cy="3418204"/></a:xfrm><a:custGeom><a:avLst/><a:gdLst/><a:ahLst/><a:cxnLst/><a:rect l="l" t="t" r="r" b="b"/><a:pathLst><a:path w="222884" h="3418204"><a:moveTo><a:pt x="0" y="3417851"/></a:moveTo><a:lnTo><a:pt x="75623" y="2278697"/></a:lnTo><a:lnTo><a:pt x="149849" y="1139387"/></a:lnTo><a:lnTo><a:pt x="222758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46" name="object 246"/><p:cNvSpPr/><p:nvPr/></p:nvSpPr><p:spPr><a:xfrm><a:off x="6931338" y="3054970"/><a:ext cx="70485" cy="1139825"/></a:xfrm><a:custGeom><a:avLst/><a:gdLst/><a:ahLst/><a:cxnLst/><a:rect l="l" t="t" r="r" b="b"/><a:pathLst><a:path w="70484" h="1139825"><a:moveTo><a:pt x="0" y="1139542"/></a:moveTo><a:lnTo><a:pt x="70193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47" name="object 247"/><p:cNvSpPr/><p:nvPr/></p:nvSpPr><p:spPr><a:xfrm><a:off x="3840875" y="7720300"/><a:ext cx="422909" cy="1938020"/></a:xfrm><a:custGeom><a:avLst/><a:gdLst/><a:ahLst/><a:cxnLst/><a:rect l="l" t="t" r="r" b="b"/><a:pathLst><a:path w="422910" h="1938020"><a:moveTo><a:pt x="205384" y="1937656"/></a:moveTo><a:lnTo><a:pt x="0" y="1914310"/></a:lnTo><a:lnTo><a:pt x="217329" y="0"/></a:lnTo><a:lnTo><a:pt x="422635" y="23268"/></a:lnTo><a:lnTo><a:pt x="205384" y="1937656"/></a:lnTo><a:close/></a:path></a:pathLst></a:custGeom><a:solidFill><a:srgbClr val="FFFFFF"/></a:solidFill></p:spPr><p:txBody><a:bodyPr wrap="square" lIns="0" tIns="0" rIns="0" bIns="0" rtlCol="0"/><a:lstStyle/><a:p/></p:txBody></p:sp></p:grpSp><p:sp><p:nvSpPr><p:cNvPr id="248" name="object 248"/><p:cNvSpPr txBox="1"/><p:nvPr/></p:nvSpPr><p:spPr><a:xfrm><a:off x="7966657" y="12356672"/><a:ext cx="37084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 spc="-10"><a:latin typeface="Verdana"/><a:cs typeface="Verdana"/></a:rPr><a:t>SCALE:</a:t></a:r><a:endParaRPr sz="700"><a:latin typeface="Verdana"/><a:cs typeface="Verdana"/></a:endParaRPr></a:p></p:txBody></p:sp><p:sp><p:nvSpPr><p:cNvPr id="249" name="object 249"/><p:cNvSpPr txBox="1"/><p:nvPr/></p:nvSpPr><p:spPr><a:xfrm rot="16620000"><a:off x="3478827" y="8981518"/><a:ext cx="1084151" cy="171450"/></a:xfrm><a:prstGeom prst="rect"><a:avLst/></a:prstGeom></p:spPr><p:txBody><a:bodyPr wrap="square" lIns="0" tIns="0" rIns="0" bIns="0" rtlCol="0" vert="horz"><a:spAutoFit/></a:bodyPr><a:lstStyle/><a:p><a:pPr><a:lnSpc><a:spcPts val="1345"/></a:lnSpc></a:pPr><a:r><a:rPr dirty="0" sz="1350" spc="-10"><a:latin typeface="Verdana"/><a:cs typeface="Verdana"/></a:rPr><a:t>CLAREMONT</a:t></a:r><a:endParaRPr sz="1350"><a:latin typeface="Verdana"/><a:cs typeface="Verdana"/></a:endParaRPr></a:p></p:txBody></p:sp><p:graphicFrame><p:nvGraphicFramePr><p:cNvPr id="250" name="object 250"/><p:cNvGraphicFramePr><a:graphicFrameLocks noGrp="1"/></p:cNvGraphicFramePr><p:nvPr/></p:nvGraphicFramePr><p:xfrm><a:off x="463992" y="498832"/><a:ext cx="4627880" cy="565150"/></p:xfrm><a:graphic><a:graphicData uri="http://schemas.openxmlformats.org/drawingml/2006/table"><a:tbl><a:tblPr firstRow="1" bandRow="1"><a:tableStyleId>{2D5ABB26-0587-4C30-8999-92F81FD0307C}</a:tableStyleId></a:tblPr><a:tblGrid><a:gridCol w="603250"/><a:gridCol w="3167379"/><a:gridCol w="772795"/></a:tblGrid><a:tr h="131445"><a:tc gridSpan="3"><a:txBody><a:bodyPr/><a:lstStyle/><a:p><a:pPr algn="ctr" marL="635"><a:lnSpc><a:spcPts val="930"/></a:lnSpc><a:spcBef><a:spcPts val="5"/></a:spcBef></a:pPr><a:r><a:rPr dirty="0" sz="850" spc="-10" b="1"><a:latin typeface="Verdana"/><a:cs typeface="Verdana"/></a:rPr><a:t>LEGEND</a:t></a:r><a:endParaRPr sz="850"><a:latin typeface="Verdana"/><a:cs typeface="Verdana"/></a:endParaRPr></a:p></a:txBody><a:tcPr marL="0" marR="0" marB="0" marT="635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/a:tr><a:tr h="131445"><a:tc><a:txBody><a:bodyPr/><a:lstStyle/><a:p><a:pPr marL="15240"><a:lnSpc><a:spcPts val="930"/></a:lnSpc><a:spcBef><a:spcPts val="5"/></a:spcBef></a:pPr><a:r><a:rPr dirty="0" sz="850" spc="-10" b="1"><a:latin typeface="Verdana"/><a:cs typeface="Verdana"/></a:rPr><a:t>SYMBOL</a:t></a:r><a:endParaRPr sz="850"><a:latin typeface="Verdana"/><a:cs typeface="Verdana"/></a:endParaRPr></a:p></a:txBody><a:tcPr marL="0" marR="0" marB="0" marT="635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marL="15240"><a:lnSpc><a:spcPts val="930"/></a:lnSpc><a:spcBef><a:spcPts val="5"/></a:spcBef></a:pPr><a:r><a:rPr dirty="0" sz="850" spc="-10" b="1"><a:latin typeface="Verdana"/><a:cs typeface="Verdana"/></a:rPr><a:t>DESCRIPTION</a:t></a:r><a:endParaRPr sz="850"><a:latin typeface="Verdana"/><a:cs typeface="Verdana"/></a:endParaRPr></a:p></a:txBody><a:tcPr marL="0" marR="0" marB="0" marT="635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r" marR="355600"><a:lnSpc><a:spcPts val="930"/></a:lnSpc><a:spcBef><a:spcPts val="5"/></a:spcBef></a:pPr><a:r><a:rPr dirty="0" sz="850" spc="-10" b="1"><a:latin typeface="Verdana"/><a:cs typeface="Verdana"/></a:rPr><a:t>TOTAL</a:t></a:r><a:endParaRPr sz="850"><a:latin typeface="Verdana"/><a:cs typeface="Verdana"/></a:endParaRPr></a:p></a:txBody><a:tcPr marL="0" marR="0" marB="0" marT="635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151130"><a:tc><a:txBody><a:bodyPr/><a:lstStyle/><a:p><a:pPr><a:lnSpc><a:spcPct val="100000"/></a:lnSpc></a:pPr><a:endParaRPr sz="7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marL="15240"><a:lnSpc><a:spcPct val="100000"/></a:lnSpc><a:spcBef><a:spcPts val="210"/></a:spcBef></a:pPr><a:r><a:rPr dirty="0" sz="650" spc="-10"><a:latin typeface="Verdana"/><a:cs typeface="Verdana"/></a:rPr><a:t>TREES/BUSHES</a:t></a:r><a:endParaRPr sz="650"><a:latin typeface="Verdana"/><a:cs typeface="Verdana"/></a:endParaRPr></a:p></a:txBody><a:tcPr marL="0" marR="0" marB="0" marT="2667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r" marR="349250"><a:lnSpc><a:spcPct val="100000"/></a:lnSpc><a:spcBef><a:spcPts val="185"/></a:spcBef></a:pPr><a:r><a:rPr dirty="0" sz="700" spc="-50"><a:latin typeface="Verdana"/><a:cs typeface="Verdana"/></a:rPr><a:t>1</a:t></a:r><a:endParaRPr sz="700"><a:latin typeface="Verdana"/><a:cs typeface="Verdana"/></a:endParaRPr></a:p></a:txBody><a:tcPr marL="0" marR="0" marB="0" marT="23495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151130"><a:tc><a:txBody><a:bodyPr/><a:lstStyle/><a:p><a:pPr><a:lnSpc><a:spcPct val="100000"/></a:lnSpc></a:pPr><a:endParaRPr sz="7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a:spcBef><a:spcPts val="210"/></a:spcBef></a:pPr><a:r><a:rPr dirty="0" sz="650" spc="-75"><a:latin typeface="Verdana"/><a:cs typeface="Verdana"/></a:rPr><a:t>MTRPSEE</a:t></a:r><a:endParaRPr sz="650"><a:latin typeface="Verdana"/><a:cs typeface="Verdana"/></a:endParaRPr></a:p></a:txBody><a:tcPr marL="0" marR="0" marB="0" marT="2667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algn="r" marR="349250"><a:lnSpc><a:spcPct val="100000"/></a:lnSpc><a:spcBef><a:spcPts val="185"/></a:spcBef></a:pPr><a:r><a:rPr dirty="0" sz="700" spc="-50"><a:latin typeface="Verdana"/><a:cs typeface="Verdana"/></a:rPr><a:t>2</a:t></a:r><a:endParaRPr sz="700"><a:latin typeface="Verdana"/><a:cs typeface="Verdana"/></a:endParaRPr></a:p></a:txBody><a:tcPr marL="0" marR="0" marB="0" marT="23495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/a:tbl></a:graphicData></a:graphic></p:graphicFrame><p:grpSp><p:nvGrpSpPr><p:cNvPr id="251" name="object 251"/><p:cNvGrpSpPr/><p:nvPr/></p:nvGrpSpPr><p:grpSpPr><a:xfrm><a:off x="6427934" y="1357956"/><a:ext cx="4331970" cy="10311130"/><a:chOff x="6427934" y="1357956"/><a:chExt cx="4331970" cy="10311130"/></a:xfrm></p:grpSpPr><p:sp><p:nvSpPr><p:cNvPr id="252" name="object 252"/><p:cNvSpPr/><p:nvPr/></p:nvSpPr><p:spPr><a:xfrm><a:off x="6435871" y="2483934"/><a:ext cx="595630" cy="9177020"/></a:xfrm><a:custGeom><a:avLst/><a:gdLst/><a:ahLst/><a:cxnLst/><a:rect l="l" t="t" r="r" b="b"/><a:pathLst><a:path w="595629" h="9177020"><a:moveTo><a:pt x="595444" y="0"/></a:moveTo><a:lnTo><a:pt x="592410" y="50749"/></a:lnTo><a:lnTo><a:pt x="589373" y="101498"/></a:lnTo><a:lnTo><a:pt x="586333" y="152246"/></a:lnTo><a:lnTo><a:pt x="583291" y="202993"/></a:lnTo><a:lnTo><a:pt x="580245" y="253739"/></a:lnTo><a:lnTo><a:pt x="577197" y="304484"/></a:lnTo><a:lnTo><a:pt x="574146" y="355228"/></a:lnTo><a:lnTo><a:pt x="571092" y="405972"/></a:lnTo><a:lnTo><a:pt x="568035" y="456714"/></a:lnTo><a:lnTo><a:pt x="564975" y="507456"/></a:lnTo><a:lnTo><a:pt x="561913" y="558197"/></a:lnTo><a:lnTo><a:pt x="558848" y="608937"/></a:lnTo><a:lnTo><a:pt x="555779" y="659677"/></a:lnTo><a:lnTo><a:pt x="552709" y="710415"/></a:lnTo><a:lnTo><a:pt x="549635" y="761153"/></a:lnTo><a:lnTo><a:pt x="546558" y="811890"/></a:lnTo><a:lnTo><a:pt x="543478" y="862626"/></a:lnTo><a:lnTo><a:pt x="540396" y="913361"/></a:lnTo><a:lnTo><a:pt x="537311" y="964095"/></a:lnTo><a:lnTo><a:pt x="534223" y="1014829"/></a:lnTo><a:lnTo><a:pt x="531132" y="1065562"/></a:lnTo><a:lnTo><a:pt x="528038" y="1116294"/></a:lnTo><a:lnTo><a:pt x="524942" y="1167026"/></a:lnTo><a:lnTo><a:pt x="521842" y="1217756"/></a:lnTo><a:lnTo><a:pt x="518740" y="1268486"/></a:lnTo><a:lnTo><a:pt x="515635" y="1319215"/></a:lnTo><a:lnTo><a:pt x="512527" y="1369944"/></a:lnTo><a:lnTo><a:pt x="509416" y="1420671"/></a:lnTo><a:lnTo><a:pt x="506303" y="1471398"/></a:lnTo><a:lnTo><a:pt x="503186" y="1522124"/></a:lnTo><a:lnTo><a:pt x="500067" y="1572850"/></a:lnTo><a:lnTo><a:pt x="496945" y="1623574"/></a:lnTo><a:lnTo><a:pt x="493820" y="1674299"/></a:lnTo><a:lnTo><a:pt x="490692" y="1725022"/></a:lnTo><a:lnTo><a:pt x="487561" y="1775744"/></a:lnTo><a:lnTo><a:pt x="484428" y="1826466"/></a:lnTo><a:lnTo><a:pt x="481292" y="1877188"/></a:lnTo><a:lnTo><a:pt x="478152" y="1927908"/></a:lnTo><a:lnTo><a:pt x="475010" y="1978628"/></a:lnTo><a:lnTo><a:pt x="471866" y="2029347"/></a:lnTo><a:lnTo><a:pt x="468718" y="2080066"/></a:lnTo><a:lnTo><a:pt x="465567" y="2130784"/></a:lnTo><a:lnTo><a:pt x="462414" y="2181501"/></a:lnTo><a:lnTo><a:pt x="459258" y="2232218"/></a:lnTo><a:lnTo><a:pt x="456099" y="2282934"/></a:lnTo><a:lnTo><a:pt x="452937" y="2333649"/></a:lnTo><a:lnTo><a:pt x="449772" y="2384364"/></a:lnTo><a:lnTo><a:pt x="446604" y="2435078"/></a:lnTo><a:lnTo><a:pt x="443434" y="2485791"/></a:lnTo><a:lnTo><a:pt x="440261" y="2536504"/></a:lnTo><a:lnTo><a:pt x="437085" y="2587216"/></a:lnTo><a:lnTo><a:pt x="433906" y="2637928"/></a:lnTo><a:lnTo><a:pt x="430724" y="2688639"/></a:lnTo><a:lnTo><a:pt x="427539" y="2739350"/></a:lnTo><a:lnTo><a:pt x="424352" y="2790060"/></a:lnTo><a:lnTo><a:pt x="421162" y="2840769"/></a:lnTo><a:lnTo><a:pt x="417968" y="2891478"/></a:lnTo><a:lnTo><a:pt x="414772" y="2942186"/></a:lnTo><a:lnTo><a:pt x="411574" y="2992893"/></a:lnTo><a:lnTo><a:pt x="408372" y="3043600"/></a:lnTo><a:lnTo><a:pt x="405167" y="3094307"/></a:lnTo><a:lnTo><a:pt x="401960" y="3145013"/></a:lnTo><a:lnTo><a:pt x="398750" y="3195718"/></a:lnTo><a:lnTo><a:pt x="395537" y="3246423"/></a:lnTo><a:lnTo><a:pt x="392321" y="3297128"/></a:lnTo><a:lnTo><a:pt x="389102" y="3347832"/></a:lnTo><a:lnTo><a:pt x="385881" y="3398535"/></a:lnTo><a:lnTo><a:pt x="382656" y="3449238"/></a:lnTo><a:lnTo><a:pt x="379429" y="3499940"/></a:lnTo><a:lnTo><a:pt x="376199" y="3550642"/></a:lnTo><a:lnTo><a:pt x="372966" y="3601344"/></a:lnTo><a:lnTo><a:pt x="369730" y="3652044"/></a:lnTo><a:lnTo><a:pt x="366492" y="3702745"/></a:lnTo><a:lnTo><a:pt x="363250" y="3753445"/></a:lnTo><a:lnTo><a:pt x="360006" y="3804144"/></a:lnTo><a:lnTo><a:pt x="356759" y="3854843"/></a:lnTo><a:lnTo><a:pt x="353509" y="3905542"/></a:lnTo><a:lnTo><a:pt x="350256" y="3956240"/></a:lnTo><a:lnTo><a:pt x="347000" y="4006938"/></a:lnTo><a:lnTo><a:pt x="343742" y="4057635"/></a:lnTo><a:lnTo><a:pt x="340480" y="4108332"/></a:lnTo><a:lnTo><a:pt x="337216" y="4159028"/></a:lnTo><a:lnTo><a:pt x="333949" y="4209724"/></a:lnTo><a:lnTo><a:pt x="330679" y="4260420"/></a:lnTo><a:lnTo><a:pt x="327407" y="4311115"/></a:lnTo><a:lnTo><a:pt x="324131" y="4361810"/></a:lnTo><a:lnTo><a:pt x="320853" y="4412504"/></a:lnTo><a:lnTo><a:pt x="317571" y="4463198"/></a:lnTo><a:lnTo><a:pt x="314287" y="4513892"/></a:lnTo><a:lnTo><a:pt x="311000" y="4564585"/></a:lnTo><a:lnTo><a:pt x="307711" y="4615278"/></a:lnTo><a:lnTo><a:pt x="304418" y="4665970"/></a:lnTo><a:lnTo><a:pt x="301123" y="4716662"/></a:lnTo><a:lnTo><a:pt x="297824" y="4767354"/></a:lnTo><a:lnTo><a:pt x="294523" y="4818045"/></a:lnTo><a:lnTo><a:pt x="291219" y="4868737"/></a:lnTo><a:lnTo><a:pt x="287913" y="4919427"/></a:lnTo><a:lnTo><a:pt x="284603" y="4970118"/></a:lnTo><a:lnTo><a:pt x="281290" y="5020808"/></a:lnTo><a:lnTo><a:pt x="277975" y="5071497"/></a:lnTo><a:lnTo><a:pt x="274657" y="5122187"/></a:lnTo><a:lnTo><a:pt x="271336" y="5172876"/></a:lnTo><a:lnTo><a:pt x="268012" y="5223565"/></a:lnTo><a:lnTo><a:pt x="264685" y="5274253"/></a:lnTo><a:lnTo><a:pt x="261356" y="5324942"/></a:lnTo><a:lnTo><a:pt x="258024" y="5375630"/></a:lnTo><a:lnTo><a:pt x="254688" y="5426317"/></a:lnTo><a:lnTo><a:pt x="251350" y="5477005"/></a:lnTo><a:lnTo><a:pt x="248009" y="5527692"/></a:lnTo><a:lnTo><a:pt x="244666" y="5578379"/></a:lnTo><a:lnTo><a:pt x="241319" y="5629065"/></a:lnTo><a:lnTo><a:pt x="237970" y="5679752"/></a:lnTo><a:lnTo><a:pt x="234618" y="5730438"/></a:lnTo><a:lnTo><a:pt x="231262" y="5781124"/></a:lnTo><a:lnTo><a:pt x="227905" y="5831809"/></a:lnTo><a:lnTo><a:pt x="224544" y="5882495"/></a:lnTo><a:lnTo><a:pt x="221180" y="5933180"/></a:lnTo><a:lnTo><a:pt x="217814" y="5983865"/></a:lnTo><a:lnTo><a:pt x="214444" y="6034550"/></a:lnTo><a:lnTo><a:pt x="211072" y="6085234"/></a:lnTo><a:lnTo><a:pt x="207697" y="6135919"/></a:lnTo><a:lnTo><a:pt x="204319" y="6186603"/></a:lnTo><a:lnTo><a:pt x="200939" y="6237287"/></a:lnTo><a:lnTo><a:pt x="197555" y="6287971"/></a:lnTo><a:lnTo><a:pt x="194169" y="6338654"/></a:lnTo><a:lnTo><a:pt x="190780" y="6389338"/></a:lnTo><a:lnTo><a:pt x="187388" y="6440021"/></a:lnTo><a:lnTo><a:pt x="183993" y="6490704"/></a:lnTo><a:lnTo><a:pt x="180595" y="6541387"/></a:lnTo><a:lnTo><a:pt x="177195" y="6592070"/></a:lnTo><a:lnTo><a:pt x="173791" y="6642753"/></a:lnTo><a:lnTo><a:pt x="170385" y="6693435"/></a:lnTo><a:lnTo><a:pt x="166976" y="6744118"/></a:lnTo><a:lnTo><a:pt x="163564" y="6794800"/></a:lnTo><a:lnTo><a:pt x="160149" y="6845482"/></a:lnTo><a:lnTo><a:pt x="156732" y="6896164"/></a:lnTo><a:lnTo><a:pt x="153311" y="6946846"/></a:lnTo><a:lnTo><a:pt x="149888" y="6997528"/></a:lnTo><a:lnTo><a:pt x="146462" y="7048210"/></a:lnTo><a:lnTo><a:pt x="143033" y="7098892"/></a:lnTo><a:lnTo><a:pt x="139601" y="7149573"/></a:lnTo><a:lnTo><a:pt x="136166" y="7200255"/></a:lnTo><a:lnTo><a:pt x="132729" y="7250936"/></a:lnTo><a:lnTo><a:pt x="129289" y="7301618"/></a:lnTo><a:lnTo><a:pt x="125845" y="7352299"/></a:lnTo><a:lnTo><a:pt x="122399" y="7402981"/></a:lnTo><a:lnTo><a:pt x="118951" y="7453662"/></a:lnTo><a:lnTo><a:pt x="115499" y="7504343"/></a:lnTo><a:lnTo><a:pt x="112044" y="7555024"/></a:lnTo><a:lnTo><a:pt x="108587" y="7605705"/></a:lnTo><a:lnTo><a:pt x="105127" y="7656386"/></a:lnTo><a:lnTo><a:pt x="101664" y="7707068"/></a:lnTo><a:lnTo><a:pt x="98198" y="7757749"/></a:lnTo><a:lnTo><a:pt x="94729" y="7808430"/></a:lnTo><a:lnTo><a:pt x="91258" y="7859111"/></a:lnTo><a:lnTo><a:pt x="87783" y="7909792"/></a:lnTo><a:lnTo><a:pt x="84306" y="7960473"/></a:lnTo><a:lnTo><a:pt x="80826" y="8011154"/></a:lnTo><a:lnTo><a:pt x="77343" y="8061835"/></a:lnTo><a:lnTo><a:pt x="73857" y="8112517"/></a:lnTo><a:lnTo><a:pt x="70368" y="8163198"/></a:lnTo><a:lnTo><a:pt x="66877" y="8213879"/></a:lnTo><a:lnTo><a:pt x="63383" y="8264560"/></a:lnTo><a:lnTo><a:pt x="59886" y="8315242"/></a:lnTo><a:lnTo><a:pt x="56386" y="8365923"/></a:lnTo><a:lnTo><a:pt x="52883" y="8416605"/></a:lnTo><a:lnTo><a:pt x="49377" y="8467286"/></a:lnTo><a:lnTo><a:pt x="45869" y="8517968"/></a:lnTo><a:lnTo><a:pt x="42357" y="8568649"/></a:lnTo><a:lnTo><a:pt x="38843" y="8619331"/></a:lnTo><a:lnTo><a:pt x="35326" y="8670013"/></a:lnTo><a:lnTo><a:pt x="31806" y="8720695"/></a:lnTo><a:lnTo><a:pt x="28283" y="8771377"/></a:lnTo><a:lnTo><a:pt x="24758" y="8822059"/></a:lnTo><a:lnTo><a:pt x="21230" y="8872742"/></a:lnTo><a:lnTo><a:pt x="17698" y="8923424"/></a:lnTo><a:lnTo><a:pt x="14164" y="8974107"/></a:lnTo><a:lnTo><a:pt x="10627" y="9024789"/></a:lnTo><a:lnTo><a:pt x="7088" y="9075472"/></a:lnTo><a:lnTo><a:pt x="3545" y="9126155"/></a:lnTo><a:lnTo><a:pt x="0" y="9176838"/></a:lnTo></a:path></a:pathLst></a:custGeom><a:ln w="15512"><a:solidFill><a:srgbClr val="000000"/></a:solidFill><a:prstDash val="lgDashDot"/></a:ln></p:spPr><p:txBody><a:bodyPr wrap="square" lIns="0" tIns="0" rIns="0" bIns="0" rtlCol="0"/><a:lstStyle/><a:p/></p:txBody></p:sp><p:pic><p:nvPicPr><p:cNvPr id="253" name="object 253"/><p:cNvPicPr/><p:nvPr/></p:nvPicPr><p:blipFill><a:blip r:embed="rId17" cstate="print"/><a:stretch><a:fillRect/></a:stretch></p:blipFill><p:spPr><a:xfrm><a:off x="10334220" y="7049574"/><a:ext cx="74149" cy="74149"/></a:xfrm><a:prstGeom prst="rect"><a:avLst/></a:prstGeom></p:spPr></p:pic><p:pic><p:nvPicPr><p:cNvPr id="254" name="object 254"/><p:cNvPicPr/><p:nvPr/></p:nvPicPr><p:blipFill><a:blip r:embed="rId18" cstate="print"/><a:stretch><a:fillRect/></a:stretch></p:blipFill><p:spPr><a:xfrm><a:off x="10276980" y="7606028"/><a:ext cx="74226" cy="74149"/></a:xfrm><a:prstGeom prst="rect"><a:avLst/></a:prstGeom></p:spPr></p:pic><p:pic><p:nvPicPr><p:cNvPr id="255" name="object 255"/><p:cNvPicPr/><p:nvPr/></p:nvPicPr><p:blipFill><a:blip r:embed="rId19" cstate="print"/><a:stretch><a:fillRect/></a:stretch></p:blipFill><p:spPr><a:xfrm><a:off x="9721867" y="7545358"/><a:ext cx="74149" cy="74149"/></a:xfrm><a:prstGeom prst="rect"><a:avLst/></a:prstGeom></p:spPr></p:pic><p:pic><p:nvPicPr><p:cNvPr id="256" name="object 256"/><p:cNvPicPr/><p:nvPr/></p:nvPicPr><p:blipFill><a:blip r:embed="rId17" cstate="print"/><a:stretch><a:fillRect/></a:stretch></p:blipFill><p:spPr><a:xfrm><a:off x="9166368" y="7488389"/><a:ext cx="74149" cy="74149"/></a:xfrm><a:prstGeom prst="rect"><a:avLst/></a:prstGeom></p:spPr></p:pic><p:pic><p:nvPicPr><p:cNvPr id="257" name="object 257"/><p:cNvPicPr/><p:nvPr/></p:nvPicPr><p:blipFill><a:blip r:embed="rId20" cstate="print"/><a:stretch><a:fillRect/></a:stretch></p:blipFill><p:spPr><a:xfrm><a:off x="8614978" y="7428682"/><a:ext cx="74149" cy="74149"/></a:xfrm><a:prstGeom prst="rect"><a:avLst/></a:prstGeom></p:spPr></p:pic><p:pic><p:nvPicPr><p:cNvPr id="258" name="object 258"/><p:cNvPicPr/><p:nvPr/></p:nvPicPr><p:blipFill><a:blip r:embed="rId21" cstate="print"/><a:stretch><a:fillRect/></a:stretch></p:blipFill><p:spPr><a:xfrm><a:off x="10451262" y="5938837"/><a:ext cx="74149" cy="74149"/></a:xfrm><a:prstGeom prst="rect"><a:avLst/></a:prstGeom></p:spPr></p:pic><p:pic><p:nvPicPr><p:cNvPr id="259" name="object 259"/><p:cNvPicPr/><p:nvPr/></p:nvPicPr><p:blipFill><a:blip r:embed="rId22" cstate="print"/><a:stretch><a:fillRect/></a:stretch></p:blipFill><p:spPr><a:xfrm><a:off x="10509821" y="5382531"/><a:ext cx="74149" cy="74149"/></a:xfrm><a:prstGeom prst="rect"><a:avLst/></a:prstGeom></p:spPr></p:pic><p:pic><p:nvPicPr><p:cNvPr id="260" name="object 260"/><p:cNvPicPr/><p:nvPr/></p:nvPicPr><p:blipFill><a:blip r:embed="rId23" cstate="print"/><a:stretch><a:fillRect/></a:stretch></p:blipFill><p:spPr><a:xfrm><a:off x="10568613" y="4827186"/><a:ext cx="74149" cy="74149"/></a:xfrm><a:prstGeom prst="rect"><a:avLst/></a:prstGeom></p:spPr></p:pic><p:pic><p:nvPicPr><p:cNvPr id="261" name="object 261"/><p:cNvPicPr/><p:nvPr/></p:nvPicPr><p:blipFill><a:blip r:embed="rId24" cstate="print"/><a:stretch><a:fillRect/></a:stretch></p:blipFill><p:spPr><a:xfrm><a:off x="10627483" y="4271842"/><a:ext cx="74149" cy="74149"/></a:xfrm><a:prstGeom prst="rect"><a:avLst/></a:prstGeom></p:spPr></p:pic><p:pic><p:nvPicPr><p:cNvPr id="262" name="object 262"/><p:cNvPicPr/><p:nvPr/></p:nvPicPr><p:blipFill><a:blip r:embed="rId25" cstate="print"/><a:stretch><a:fillRect/></a:stretch></p:blipFill><p:spPr><a:xfrm><a:off x="10685267" y="3717335"/><a:ext cx="74149" cy="74149"/></a:xfrm><a:prstGeom prst="rect"><a:avLst/></a:prstGeom></p:spPr></p:pic><p:pic><p:nvPicPr><p:cNvPr id="263" name="object 263"/><p:cNvPicPr/><p:nvPr/></p:nvPicPr><p:blipFill><a:blip r:embed="rId26" cstate="print"/><a:stretch><a:fillRect/></a:stretch></p:blipFill><p:spPr><a:xfrm><a:off x="10392159" y="6493213"/><a:ext cx="74149" cy="74149"/></a:xfrm><a:prstGeom prst="rect"><a:avLst/></a:prstGeom></p:spPr></p:pic><p:sp><p:nvSpPr><p:cNvPr id="264" name="object 264"/><p:cNvSpPr/><p:nvPr/></p:nvSpPr><p:spPr><a:xfrm><a:off x="7502722" y="1362083"/><a:ext cx="2424430" cy="2424430"/></a:xfrm><a:custGeom><a:avLst/><a:gdLst/><a:ahLst/><a:cxnLst/><a:rect l="l" t="t" r="r" b="b"/><a:pathLst><a:path w="2424429" h="2424429"><a:moveTo><a:pt x="1212063" y="2424126"/></a:moveTo><a:lnTo><a:pt x="1163366" y="2423162"/></a:lnTo><a:lnTo><a:pt x="1115152" y="2420296"/></a:lnTo><a:lnTo><a:pt x="1067459" y="2415564"/></a:lnTo><a:lnTo><a:pt x="1020321" y="2409002"/></a:lnTo><a:lnTo><a:pt x="973777" y="2400646"/></a:lnTo><a:lnTo><a:pt x="927862" y="2390533"/></a:lnTo><a:lnTo><a:pt x="882612" y="2378699"/></a:lnTo><a:lnTo><a:pt x="838064" y="2365180"/></a:lnTo><a:lnTo><a:pt x="794254" y="2350014"/></a:lnTo><a:lnTo><a:pt x="751219" y="2333236"/></a:lnTo><a:lnTo><a:pt x="708995" y="2314882"/></a:lnTo><a:lnTo><a:pt x="667619" y="2294989"/></a:lnTo><a:lnTo><a:pt x="627126" y="2273594"/></a:lnTo><a:lnTo><a:pt x="587554" y="2250732"/></a:lnTo><a:lnTo><a:pt x="548939" y="2226440"/></a:lnTo><a:lnTo><a:pt x="511317" y="2200755"/></a:lnTo><a:lnTo><a:pt x="474724" y="2173713"/></a:lnTo><a:lnTo><a:pt x="439197" y="2145349"/></a:lnTo><a:lnTo><a:pt x="404773" y="2115702"/></a:lnTo><a:lnTo><a:pt x="371487" y="2084806"/></a:lnTo><a:lnTo><a:pt x="339376" y="2052698"/></a:lnTo><a:lnTo><a:pt x="308477" y="2019415"/></a:lnTo><a:lnTo><a:pt x="278826" y="1984992"/></a:lnTo><a:lnTo><a:pt x="250459" y="1949467"/></a:lnTo><a:lnTo><a:pt x="223413" y="1912876"/></a:lnTo><a:lnTo><a:pt x="197724" y="1875255"/></a:lnTo><a:lnTo><a:pt x="173429" y="1836640"/></a:lnTo><a:lnTo><a:pt x="150563" y="1797068"/></a:lnTo><a:lnTo><a:pt x="129164" y="1756575"/></a:lnTo><a:lnTo><a:pt x="109268" y="1715197"/></a:lnTo><a:lnTo><a:pt x="90911" y="1672971"/></a:lnTo><a:lnTo><a:pt x="74129" y="1629933"/></a:lnTo><a:lnTo><a:pt x="58959" y="1586120"/></a:lnTo><a:lnTo><a:pt x="45438" y="1541568"/></a:lnTo><a:lnTo><a:pt x="33601" y="1496313"/></a:lnTo><a:lnTo><a:pt x="23486" y="1450392"/></a:lnTo><a:lnTo><a:pt x="15128" y="1403841"/></a:lnTo><a:lnTo><a:pt x="8564" y="1356696"/></a:lnTo><a:lnTo><a:pt x="3830" y="1308994"/></a:lnTo><a:lnTo><a:pt x="963" y="1260770"/></a:lnTo><a:lnTo><a:pt x="0" y="1212063"/></a:lnTo><a:lnTo><a:pt x="963" y="1163360"/></a:lnTo><a:lnTo><a:pt x="3830" y="1115142"/></a:lnTo><a:lnTo><a:pt x="8564" y="1067444"/></a:lnTo><a:lnTo><a:pt x="15128" y="1020303"/></a:lnTo><a:lnTo><a:pt x="23486" y="973755"/></a:lnTo><a:lnTo><a:pt x="33601" y="927837"/></a:lnTo><a:lnTo><a:pt x="45438" y="882584"/></a:lnTo><a:lnTo><a:pt x="58959" y="838034"/></a:lnTo><a:lnTo><a:pt x="74129" y="794223"/></a:lnTo><a:lnTo><a:pt x="90911" y="751187"/></a:lnTo><a:lnTo><a:pt x="109268" y="708962"/></a:lnTo><a:lnTo><a:pt x="129164" y="667585"/></a:lnTo><a:lnTo><a:pt x="150563" y="627092"/></a:lnTo><a:lnTo><a:pt x="173429" y="587520"/></a:lnTo><a:lnTo><a:pt x="197724" y="548905"/></a:lnTo><a:lnTo><a:pt x="223413" y="511283"/></a:lnTo><a:lnTo><a:pt x="250459" y="474691"/></a:lnTo><a:lnTo><a:pt x="278826" y="439165"/></a:lnTo><a:lnTo><a:pt x="308477" y="404742"/></a:lnTo><a:lnTo><a:pt x="339376" y="371457"/></a:lnTo><a:lnTo><a:pt x="371487" y="339348"/></a:lnTo><a:lnTo><a:pt x="404773" y="308450"/></a:lnTo><a:lnTo><a:pt x="439197" y="278801"/></a:lnTo><a:lnTo><a:pt x="474724" y="250436"/></a:lnTo><a:lnTo><a:pt x="511317" y="223392"/></a:lnTo><a:lnTo><a:pt x="548939" y="197704"/></a:lnTo><a:lnTo><a:pt x="587554" y="173411"/></a:lnTo><a:lnTo><a:pt x="627126" y="150547"/></a:lnTo><a:lnTo><a:pt x="667619" y="129150"/></a:lnTo><a:lnTo><a:pt x="708995" y="109256"/></a:lnTo><a:lnTo><a:pt x="751219" y="90900"/></a:lnTo><a:lnTo><a:pt x="794254" y="74120"/></a:lnTo><a:lnTo><a:pt x="838064" y="58952"/></a:lnTo><a:lnTo><a:pt x="882612" y="45432"/></a:lnTo><a:lnTo><a:pt x="927862" y="33597"/></a:lnTo><a:lnTo><a:pt x="973777" y="23483"/></a:lnTo><a:lnTo><a:pt x="1020321" y="15126"/></a:lnTo><a:lnTo><a:pt x="1067459" y="8563"/></a:lnTo><a:lnTo><a:pt x="1115152" y="3830"/></a:lnTo><a:lnTo><a:pt x="1163366" y="963"/></a:lnTo><a:lnTo><a:pt x="1212063" y="0"/></a:lnTo><a:lnTo><a:pt x="1260765" y="963"/></a:lnTo><a:lnTo><a:pt x="1308984" y="3830"/></a:lnTo><a:lnTo><a:pt x="1356682" y="8563"/></a:lnTo><a:lnTo><a:pt x="1403824" y="15126"/></a:lnTo><a:lnTo><a:pt x="1450373" y="23483"/></a:lnTo><a:lnTo><a:pt x="1496293" y="33597"/></a:lnTo><a:lnTo><a:pt x="1541547" y="45432"/></a:lnTo><a:lnTo><a:pt x="1586099" y="58952"/></a:lnTo><a:lnTo><a:pt x="1629912" y="74120"/></a:lnTo><a:lnTo><a:pt x="1672950" y="90900"/></a:lnTo><a:lnTo><a:pt x="1715177" y="109256"/></a:lnTo><a:lnTo><a:pt x="1756557" y="129150"/></a:lnTo><a:lnTo><a:pt x="1797052" y="150547"/></a:lnTo><a:lnTo><a:pt x="1836626" y="173411"/></a:lnTo><a:lnTo><a:pt x="1875244" y="197704"/></a:lnTo><a:lnTo><a:pt x="1912869" y="223392"/></a:lnTo><a:lnTo><a:pt x="1949463" y="250436"/></a:lnTo><a:lnTo><a:pt x="1984992" y="278801"/></a:lnTo><a:lnTo><a:pt x="2019418" y="308450"/></a:lnTo><a:lnTo><a:pt x="2052705" y="339348"/></a:lnTo><a:lnTo><a:pt x="2084817" y="371457"/></a:lnTo><a:lnTo><a:pt x="2115718" y="404742"/></a:lnTo><a:lnTo><a:pt x="2145370" y="439165"/></a:lnTo><a:lnTo><a:pt x="2173738" y="474691"/></a:lnTo><a:lnTo><a:pt x="2200785" y="511283"/></a:lnTo><a:lnTo><a:pt x="2226475" y="548905"/></a:lnTo><a:lnTo><a:pt x="2250771" y="587520"/></a:lnTo><a:lnTo><a:pt x="2273637" y="627092"/></a:lnTo><a:lnTo><a:pt x="2295037" y="667585"/></a:lnTo><a:lnTo><a:pt x="2314933" y="708962"/></a:lnTo><a:lnTo><a:pt x="2333291" y="751187"/></a:lnTo><a:lnTo><a:pt x="2350073" y="794223"/></a:lnTo><a:lnTo><a:pt x="2365243" y="838034"/></a:lnTo><a:lnTo><a:pt x="2378765" y="882584"/></a:lnTo><a:lnTo><a:pt x="2390601" y="927837"/></a:lnTo><a:lnTo><a:pt x="2400717" y="973755"/></a:lnTo><a:lnTo><a:pt x="2409075" y="1020303"/></a:lnTo><a:lnTo><a:pt x="2415639" y="1067444"/></a:lnTo><a:lnTo><a:pt x="2420373" y="1115142"/></a:lnTo><a:lnTo><a:pt x="2423240" y="1163360"/></a:lnTo><a:lnTo><a:pt x="2424203" y="1212063"/></a:lnTo><a:lnTo><a:pt x="2423240" y="1260770"/></a:lnTo><a:lnTo><a:pt x="2420373" y="1308994"/></a:lnTo><a:lnTo><a:pt x="2415639" y="1356696"/></a:lnTo><a:lnTo><a:pt x="2409075" y="1403841"/></a:lnTo><a:lnTo><a:pt x="2400717" y="1450392"/></a:lnTo><a:lnTo><a:pt x="2390601" y="1496313"/></a:lnTo><a:lnTo><a:pt x="2378765" y="1541568"/></a:lnTo><a:lnTo><a:pt x="2365243" y="1586120"/></a:lnTo><a:lnTo><a:pt x="2350073" y="1629933"/></a:lnTo><a:lnTo><a:pt x="2333291" y="1672971"/></a:lnTo><a:lnTo><a:pt x="2314933" y="1715197"/></a:lnTo><a:lnTo><a:pt x="2295037" y="1756575"/></a:lnTo><a:lnTo><a:pt x="2273637" y="1797068"/></a:lnTo><a:lnTo><a:pt x="2250771" y="1836640"/></a:lnTo><a:lnTo><a:pt x="2226475" y="1875255"/></a:lnTo><a:lnTo><a:pt x="2200785" y="1912876"/></a:lnTo><a:lnTo><a:pt x="2173738" y="1949467"/></a:lnTo><a:lnTo><a:pt x="2145370" y="1984992"/></a:lnTo><a:lnTo><a:pt x="2115718" y="2019415"/></a:lnTo><a:lnTo><a:pt x="2084817" y="2052698"/></a:lnTo><a:lnTo><a:pt x="2052705" y="2084806"/></a:lnTo><a:lnTo><a:pt x="2019418" y="2115702"/></a:lnTo><a:lnTo><a:pt x="1984992" y="2145349"/></a:lnTo><a:lnTo><a:pt x="1949463" y="2173713"/></a:lnTo><a:lnTo><a:pt x="1912869" y="2200755"/></a:lnTo><a:lnTo><a:pt x="1875244" y="2226440"/></a:lnTo><a:lnTo><a:pt x="1836626" y="2250732"/></a:lnTo><a:lnTo><a:pt x="1797052" y="2273594"/></a:lnTo><a:lnTo><a:pt x="1756557" y="2294989"/></a:lnTo><a:lnTo><a:pt x="1715177" y="2314882"/></a:lnTo><a:lnTo><a:pt x="1672950" y="2333236"/></a:lnTo><a:lnTo><a:pt x="1629912" y="2350014"/></a:lnTo><a:lnTo><a:pt x="1586099" y="2365180"/></a:lnTo><a:lnTo><a:pt x="1541547" y="2378699"/></a:lnTo><a:lnTo><a:pt x="1496293" y="2390533"/></a:lnTo><a:lnTo><a:pt x="1450373" y="2400646"/></a:lnTo><a:lnTo><a:pt x="1403824" y="2409002"/></a:lnTo><a:lnTo><a:pt x="1356682" y="2415564"/></a:lnTo><a:lnTo><a:pt x="1308984" y="2420296"/></a:lnTo><a:lnTo><a:pt x="1260765" y="2423162"/></a:lnTo><a:lnTo><a:pt x="1212063" y="2424126"/></a:lnTo><a:close/></a:path></a:pathLst></a:custGeom><a:solidFill><a:srgbClr val="00FF00"><a:alpha val="29798"/></a:srgbClr></a:solidFill></p:spPr><p:txBody><a:bodyPr wrap="square" lIns="0" tIns="0" rIns="0" bIns="0" rtlCol="0"/><a:lstStyle/><a:p/></p:txBody></p:sp><p:pic><p:nvPicPr><p:cNvPr id="265" name="object 265"/><p:cNvPicPr/><p:nvPr/></p:nvPicPr><p:blipFill><a:blip r:embed="rId27" cstate="print"/><a:stretch><a:fillRect/></a:stretch></p:blipFill><p:spPr><a:xfrm><a:off x="7502722" y="1362083"/><a:ext cx="2424203" cy="2424126"/></a:xfrm><a:prstGeom prst="rect"><a:avLst/></a:prstGeom></p:spPr></p:pic><p:sp><p:nvSpPr><p:cNvPr id="266" name="object 266"/><p:cNvSpPr/><p:nvPr/></p:nvSpPr><p:spPr><a:xfrm><a:off x="7502722" y="1362083"/><a:ext cx="2424430" cy="2424430"/></a:xfrm><a:custGeom><a:avLst/><a:gdLst/><a:ahLst/><a:cxnLst/><a:rect l="l" t="t" r="r" b="b"/><a:pathLst><a:path w="2424429" h="2424429"><a:moveTo><a:pt x="0" y="1212063"/></a:moveTo><a:lnTo><a:pt x="963" y="1163360"/></a:lnTo><a:lnTo><a:pt x="3830" y="1115142"/></a:lnTo><a:lnTo><a:pt x="8564" y="1067444"/></a:lnTo><a:lnTo><a:pt x="15128" y="1020303"/></a:lnTo><a:lnTo><a:pt x="23486" y="973755"/></a:lnTo><a:lnTo><a:pt x="33601" y="927837"/></a:lnTo><a:lnTo><a:pt x="45438" y="882584"/></a:lnTo><a:lnTo><a:pt x="58959" y="838034"/></a:lnTo><a:lnTo><a:pt x="74129" y="794223"/></a:lnTo><a:lnTo><a:pt x="90911" y="751187"/></a:lnTo><a:lnTo><a:pt x="109268" y="708962"/></a:lnTo><a:lnTo><a:pt x="129164" y="667585"/></a:lnTo><a:lnTo><a:pt x="150563" y="627092"/></a:lnTo><a:lnTo><a:pt x="173429" y="587520"/></a:lnTo><a:lnTo><a:pt x="197724" y="548905"/></a:lnTo><a:lnTo><a:pt x="223413" y="511283"/></a:lnTo><a:lnTo><a:pt x="250459" y="474691"/></a:lnTo><a:lnTo><a:pt x="278826" y="439165"/></a:lnTo><a:lnTo><a:pt x="308477" y="404742"/></a:lnTo><a:lnTo><a:pt x="339376" y="371457"/></a:lnTo><a:lnTo><a:pt x="371487" y="339348"/></a:lnTo><a:lnTo><a:pt x="404773" y="308450"/></a:lnTo><a:lnTo><a:pt x="439197" y="278801"/></a:lnTo><a:lnTo><a:pt x="474724" y="250436"/></a:lnTo><a:lnTo><a:pt x="511317" y="223392"/></a:lnTo><a:lnTo><a:pt x="548939" y="197704"/></a:lnTo><a:lnTo><a:pt x="587554" y="173411"/></a:lnTo><a:lnTo><a:pt x="627126" y="150547"/></a:lnTo><a:lnTo><a:pt x="667619" y="129150"/></a:lnTo><a:lnTo><a:pt x="708995" y="109256"/></a:lnTo><a:lnTo><a:pt x="751219" y="90900"/></a:lnTo><a:lnTo><a:pt x="794254" y="74120"/></a:lnTo><a:lnTo><a:pt x="838064" y="58952"/></a:lnTo><a:lnTo><a:pt x="882612" y="45432"/></a:lnTo><a:lnTo><a:pt x="927862" y="33597"/></a:lnTo><a:lnTo><a:pt x="973777" y="23483"/></a:lnTo><a:lnTo><a:pt x="1020321" y="15126"/></a:lnTo><a:lnTo><a:pt x="1067459" y="8563"/></a:lnTo><a:lnTo><a:pt x="1115152" y="3830"/></a:lnTo><a:lnTo><a:pt x="1163366" y="963"/></a:lnTo><a:lnTo><a:pt x="1212063" y="0"/></a:lnTo><a:lnTo><a:pt x="1260765" y="963"/></a:lnTo><a:lnTo><a:pt x="1308984" y="3830"/></a:lnTo><a:lnTo><a:pt x="1356682" y="8563"/></a:lnTo><a:lnTo><a:pt x="1403824" y="15126"/></a:lnTo><a:lnTo><a:pt x="1450373" y="23483"/></a:lnTo><a:lnTo><a:pt x="1496293" y="33597"/></a:lnTo><a:lnTo><a:pt x="1541547" y="45432"/></a:lnTo><a:lnTo><a:pt x="1586099" y="58952"/></a:lnTo><a:lnTo><a:pt x="1629912" y="74120"/></a:lnTo><a:lnTo><a:pt x="1672950" y="90900"/></a:lnTo><a:lnTo><a:pt x="1715177" y="109256"/></a:lnTo><a:lnTo><a:pt x="1756557" y="129150"/></a:lnTo><a:lnTo><a:pt x="1797052" y="150547"/></a:lnTo><a:lnTo><a:pt x="1836626" y="173411"/></a:lnTo><a:lnTo><a:pt x="1875244" y="197704"/></a:lnTo><a:lnTo><a:pt x="1912869" y="223392"/></a:lnTo><a:lnTo><a:pt x="1949463" y="250436"/></a:lnTo><a:lnTo><a:pt x="1984992" y="278801"/></a:lnTo><a:lnTo><a:pt x="2019418" y="308450"/></a:lnTo><a:lnTo><a:pt x="2052705" y="339348"/></a:lnTo><a:lnTo><a:pt x="2084817" y="371457"/></a:lnTo><a:lnTo><a:pt x="2115718" y="404742"/></a:lnTo><a:lnTo><a:pt x="2145370" y="439165"/></a:lnTo><a:lnTo><a:pt x="2173738" y="474691"/></a:lnTo><a:lnTo><a:pt x="2200785" y="511283"/></a:lnTo><a:lnTo><a:pt x="2226475" y="548905"/></a:lnTo><a:lnTo><a:pt x="2250771" y="587520"/></a:lnTo><a:lnTo><a:pt x="2273637" y="627092"/></a:lnTo><a:lnTo><a:pt x="2295037" y="667585"/></a:lnTo><a:lnTo><a:pt x="2314933" y="708962"/></a:lnTo><a:lnTo><a:pt x="2333291" y="751187"/></a:lnTo><a:lnTo><a:pt x="2350073" y="794223"/></a:lnTo><a:lnTo><a:pt x="2365243" y="838034"/></a:lnTo><a:lnTo><a:pt x="2378765" y="882584"/></a:lnTo><a:lnTo><a:pt x="2390601" y="927837"/></a:lnTo><a:lnTo><a:pt x="2400717" y="973755"/></a:lnTo><a:lnTo><a:pt x="2409075" y="1020303"/></a:lnTo><a:lnTo><a:pt x="2415639" y="1067444"/></a:lnTo><a:lnTo><a:pt x="2420373" y="1115142"/></a:lnTo><a:lnTo><a:pt x="2423240" y="1163360"/></a:lnTo><a:lnTo><a:pt x="2424203" y="1212063"/></a:lnTo><a:lnTo><a:pt x="2423240" y="1260770"/></a:lnTo><a:lnTo><a:pt x="2420373" y="1308994"/></a:lnTo><a:lnTo><a:pt x="2415639" y="1356696"/></a:lnTo><a:lnTo><a:pt x="2409075" y="1403841"/></a:lnTo><a:lnTo><a:pt x="2400717" y="1450392"/></a:lnTo><a:lnTo><a:pt x="2390601" y="1496313"/></a:lnTo><a:lnTo><a:pt x="2378765" y="1541568"/></a:lnTo><a:lnTo><a:pt x="2365243" y="1586120"/></a:lnTo><a:lnTo><a:pt x="2350073" y="1629933"/></a:lnTo><a:lnTo><a:pt x="2333291" y="1672971"/></a:lnTo><a:lnTo><a:pt x="2314933" y="1715197"/></a:lnTo><a:lnTo><a:pt x="2295037" y="1756575"/></a:lnTo><a:lnTo><a:pt x="2273637" y="1797068"/></a:lnTo><a:lnTo><a:pt x="2250771" y="1836640"/></a:lnTo><a:lnTo><a:pt x="2226475" y="1875255"/></a:lnTo><a:lnTo><a:pt x="2200785" y="1912876"/></a:lnTo><a:lnTo><a:pt x="2173738" y="1949467"/></a:lnTo><a:lnTo><a:pt x="2145370" y="1984992"/></a:lnTo><a:lnTo><a:pt x="2115718" y="2019415"/></a:lnTo><a:lnTo><a:pt x="2084817" y="2052698"/></a:lnTo><a:lnTo><a:pt x="2052705" y="2084806"/></a:lnTo><a:lnTo><a:pt x="2019418" y="2115702"/></a:lnTo><a:lnTo><a:pt x="1984992" y="2145349"/></a:lnTo><a:lnTo><a:pt x="1949463" y="2173713"/></a:lnTo><a:lnTo><a:pt x="1912869" y="2200755"/></a:lnTo><a:lnTo><a:pt x="1875244" y="2226440"/></a:lnTo><a:lnTo><a:pt x="1836626" y="2250732"/></a:lnTo><a:lnTo><a:pt x="1797052" y="2273594"/></a:lnTo><a:lnTo><a:pt x="1756557" y="2294989"/></a:lnTo><a:lnTo><a:pt x="1715177" y="2314882"/></a:lnTo><a:lnTo><a:pt x="1672950" y="2333236"/></a:lnTo><a:lnTo><a:pt x="1629912" y="2350014"/></a:lnTo><a:lnTo><a:pt x="1586099" y="2365180"/></a:lnTo><a:lnTo><a:pt x="1541547" y="2378699"/></a:lnTo><a:lnTo><a:pt x="1496293" y="2390533"/></a:lnTo><a:lnTo><a:pt x="1450373" y="2400646"/></a:lnTo><a:lnTo><a:pt x="1403824" y="2409002"/></a:lnTo><a:lnTo><a:pt x="1356682" y="2415564"/></a:lnTo><a:lnTo><a:pt x="1308984" y="2420296"/></a:lnTo><a:lnTo><a:pt x="1260765" y="2423162"/></a:lnTo><a:lnTo><a:pt x="1212063" y="2424126"/></a:lnTo><a:lnTo><a:pt x="1163366" y="2423162"/></a:lnTo><a:lnTo><a:pt x="1115152" y="2420296"/></a:lnTo><a:lnTo><a:pt x="1067459" y="2415564"/></a:lnTo><a:lnTo><a:pt x="1020321" y="2409002"/></a:lnTo><a:lnTo><a:pt x="973777" y="2400646"/></a:lnTo><a:lnTo><a:pt x="927862" y="2390533"/></a:lnTo><a:lnTo><a:pt x="882612" y="2378699"/></a:lnTo><a:lnTo><a:pt x="838064" y="2365180"/></a:lnTo><a:lnTo><a:pt x="794254" y="2350014"/></a:lnTo><a:lnTo><a:pt x="751219" y="2333236"/></a:lnTo><a:lnTo><a:pt x="708995" y="2314882"/></a:lnTo><a:lnTo><a:pt x="667619" y="2294989"/></a:lnTo><a:lnTo><a:pt x="627126" y="2273594"/></a:lnTo><a:lnTo><a:pt x="587554" y="2250732"/></a:lnTo><a:lnTo><a:pt x="548939" y="2226440"/></a:lnTo><a:lnTo><a:pt x="511317" y="2200755"/></a:lnTo><a:lnTo><a:pt x="474724" y="2173713"/></a:lnTo><a:lnTo><a:pt x="439197" y="2145349"/></a:lnTo><a:lnTo><a:pt x="404773" y="2115702"/></a:lnTo><a:lnTo><a:pt x="371487" y="2084806"/></a:lnTo><a:lnTo><a:pt x="339376" y="2052698"/></a:lnTo><a:lnTo><a:pt x="308477" y="2019415"/></a:lnTo><a:lnTo><a:pt x="278826" y="1984992"/></a:lnTo><a:lnTo><a:pt x="250459" y="1949467"/></a:lnTo><a:lnTo><a:pt x="223413" y="1912876"/></a:lnTo><a:lnTo><a:pt x="197724" y="1875255"/></a:lnTo><a:lnTo><a:pt x="173429" y="1836640"/></a:lnTo><a:lnTo><a:pt x="150563" y="1797068"/></a:lnTo><a:lnTo><a:pt x="129164" y="1756575"/></a:lnTo><a:lnTo><a:pt x="109268" y="1715197"/></a:lnTo><a:lnTo><a:pt x="90911" y="1672971"/></a:lnTo><a:lnTo><a:pt x="74129" y="1629933"/></a:lnTo><a:lnTo><a:pt x="58959" y="1586120"/></a:lnTo><a:lnTo><a:pt x="45438" y="1541568"/></a:lnTo><a:lnTo><a:pt x="33601" y="1496313"/></a:lnTo><a:lnTo><a:pt x="23486" y="1450392"/></a:lnTo><a:lnTo><a:pt x="15128" y="1403841"/></a:lnTo><a:lnTo><a:pt x="8564" y="1356696"/></a:lnTo><a:lnTo><a:pt x="3830" y="1308994"/></a:lnTo><a:lnTo><a:pt x="963" y="1260770"/></a:lnTo><a:lnTo><a:pt x="0" y="1212063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67" name="object 267"/><p:cNvSpPr/><p:nvPr/></p:nvSpPr><p:spPr><a:xfrm><a:off x="8078559" y="2109332"/><a:ext cx="344170" cy="344170"/></a:xfrm><a:custGeom><a:avLst/><a:gdLst/><a:ahLst/><a:cxnLst/><a:rect l="l" t="t" r="r" b="b"/><a:pathLst><a:path w="344170" h="344169"><a:moveTo><a:pt x="172110" y="344143"/></a:moveTo><a:lnTo><a:pt x="126397" y="337986"/></a:lnTo><a:lnTo><a:pt x="85295" y="320618"/></a:lnTo><a:lnTo><a:pt x="50454" y="293688"/></a:lnTo><a:lnTo><a:pt x="23524" y="258847"/></a:lnTo><a:lnTo><a:pt x="6156" y="217745"/></a:lnTo><a:lnTo><a:pt x="0" y="172032"/></a:lnTo><a:lnTo><a:pt x="6156" y="126325"/></a:lnTo><a:lnTo><a:pt x="23524" y="85237"/></a:lnTo><a:lnTo><a:pt x="50454" y="50415"/></a:lnTo><a:lnTo><a:pt x="85295" y="23504"/></a:lnTo><a:lnTo><a:pt x="126397" y="6150"/></a:lnTo><a:lnTo><a:pt x="172110" y="0"/></a:lnTo><a:lnTo><a:pt x="217817" y="6150"/></a:lnTo><a:lnTo><a:pt x="258905" y="23504"/></a:lnTo><a:lnTo><a:pt x="293727" y="50415"/></a:lnTo><a:lnTo><a:pt x="320638" y="85237"/></a:lnTo><a:lnTo><a:pt x="337992" y="126325"/></a:lnTo><a:lnTo><a:pt x="344143" y="172032"/></a:lnTo><a:lnTo><a:pt x="337992" y="217745"/></a:lnTo><a:lnTo><a:pt x="320638" y="258847"/></a:lnTo><a:lnTo><a:pt x="293727" y="293688"/></a:lnTo><a:lnTo><a:pt x="258905" y="320618"/></a:lnTo><a:lnTo><a:pt x="217817" y="337986"/></a:lnTo><a:lnTo><a:pt x="172110" y="344143"/></a:lnTo><a:close/></a:path></a:pathLst></a:custGeom><a:solidFill><a:srgbClr val="A58029"/></a:solidFill></p:spPr><p:txBody><a:bodyPr wrap="square" lIns="0" tIns="0" rIns="0" bIns="0" rtlCol="0"/><a:lstStyle/><a:p/></p:txBody></p:sp><p:pic><p:nvPicPr><p:cNvPr id="268" name="object 268"/><p:cNvPicPr/><p:nvPr/></p:nvPicPr><p:blipFill><a:blip r:embed="rId28" cstate="print"/><a:stretch><a:fillRect/></a:stretch></p:blipFill><p:spPr><a:xfrm><a:off x="8078559" y="2109332"/><a:ext cx="344143" cy="344143"/></a:xfrm><a:prstGeom prst="rect"><a:avLst/></a:prstGeom></p:spPr></p:pic><p:sp><p:nvSpPr><p:cNvPr id="269" name="object 269"/><p:cNvSpPr/><p:nvPr/></p:nvSpPr><p:spPr><a:xfrm><a:off x="8078559" y="2109332"/><a:ext cx="344170" cy="344170"/></a:xfrm><a:custGeom><a:avLst/><a:gdLst/><a:ahLst/><a:cxnLst/><a:rect l="l" t="t" r="r" b="b"/><a:pathLst><a:path w="344170" h="344169"><a:moveTo><a:pt x="0" y="172032"/></a:moveTo><a:lnTo><a:pt x="6156" y="126325"/></a:lnTo><a:lnTo><a:pt x="23524" y="85237"/></a:lnTo><a:lnTo><a:pt x="50454" y="50415"/></a:lnTo><a:lnTo><a:pt x="85295" y="23504"/></a:lnTo><a:lnTo><a:pt x="126397" y="6150"/></a:lnTo><a:lnTo><a:pt x="172110" y="0"/></a:lnTo><a:lnTo><a:pt x="217817" y="6150"/></a:lnTo><a:lnTo><a:pt x="258905" y="23504"/></a:lnTo><a:lnTo><a:pt x="293727" y="50415"/></a:lnTo><a:lnTo><a:pt x="320638" y="85237"/></a:lnTo><a:lnTo><a:pt x="337992" y="126325"/></a:lnTo><a:lnTo><a:pt x="344143" y="172032"/></a:lnTo><a:lnTo><a:pt x="337992" y="217745"/></a:lnTo><a:lnTo><a:pt x="320638" y="258847"/></a:lnTo><a:lnTo><a:pt x="293727" y="293688"/></a:lnTo><a:lnTo><a:pt x="258905" y="320618"/></a:lnTo><a:lnTo><a:pt x="217817" y="337986"/></a:lnTo><a:lnTo><a:pt x="172110" y="344143"/></a:lnTo><a:lnTo><a:pt x="126397" y="337986"/></a:lnTo><a:lnTo><a:pt x="85295" y="320618"/></a:lnTo><a:lnTo><a:pt x="50454" y="293688"/></a:lnTo><a:lnTo><a:pt x="23524" y="258847"/></a:lnTo><a:lnTo><a:pt x="6156" y="217745"/></a:lnTo><a:lnTo><a:pt x="0" y="172032"/></a:lnTo><a:close/></a:path></a:pathLst></a:custGeom><a:ln w="7756"><a:solidFill><a:srgbClr val="000000"/></a:solidFill></a:ln></p:spPr><p:txBody><a:bodyPr wrap="square" lIns="0" tIns="0" rIns="0" bIns="0" rtlCol="0"/><a:lstStyle/><a:p/></p:txBody></p:sp></p:grpSp><p:grpSp><p:nvGrpSpPr><p:cNvPr id="270" name="object 270"/><p:cNvGrpSpPr/><p:nvPr/></p:nvGrpSpPr><p:grpSpPr><a:xfrm><a:off x="711655" y="770153"/><a:ext cx="140335" cy="292735"/><a:chOff x="711655" y="770153"/><a:chExt cx="140335" cy="292735"/></a:xfrm></p:grpSpPr><p:sp><p:nvSpPr><p:cNvPr id="271" name="object 271"/><p:cNvSpPr/><p:nvPr/></p:nvSpPr><p:spPr><a:xfrm><a:off x="715533" y="774031"/><a:ext cx="132715" cy="132715"/></a:xfrm><a:custGeom><a:avLst/><a:gdLst/><a:ahLst/><a:cxnLst/><a:rect l="l" t="t" r="r" b="b"/><a:pathLst><a:path w="132715" h="132715"><a:moveTo><a:pt x="66315" y="132631"/></a:moveTo><a:lnTo><a:pt x="40509" y="127417"/></a:lnTo><a:lnTo><a:pt x="19429" y="113201"/></a:lnTo><a:lnTo><a:pt x="5213" y="92121"/></a:lnTo><a:lnTo><a:pt x="0" y="66315"/></a:lnTo><a:lnTo><a:pt x="5213" y="40509"/></a:lnTo><a:lnTo><a:pt x="19429" y="19429"/></a:lnTo><a:lnTo><a:pt x="40509" y="5213"/></a:lnTo><a:lnTo><a:pt x="66315" y="0"/></a:lnTo><a:lnTo><a:pt x="92077" y="5213"/></a:lnTo><a:lnTo><a:pt x="113134" y="19429"/></a:lnTo><a:lnTo><a:pt x="127341" y="40509"/></a:lnTo><a:lnTo><a:pt x="132553" y="66315"/></a:lnTo><a:lnTo><a:pt x="127341" y="92121"/></a:lnTo><a:lnTo><a:pt x="113134" y="113201"/></a:lnTo><a:lnTo><a:pt x="92077" y="127417"/></a:lnTo><a:lnTo><a:pt x="66315" y="132631"/></a:lnTo><a:close/></a:path></a:pathLst></a:custGeom><a:solidFill><a:srgbClr val="00FF00"/></a:solidFill></p:spPr><p:txBody><a:bodyPr wrap="square" lIns="0" tIns="0" rIns="0" bIns="0" rtlCol="0"/><a:lstStyle/><a:p/></p:txBody></p:sp><p:pic><p:nvPicPr><p:cNvPr id="272" name="object 272"/><p:cNvPicPr/><p:nvPr/></p:nvPicPr><p:blipFill><a:blip r:embed="rId29" cstate="print"/><a:stretch><a:fillRect/></a:stretch></p:blipFill><p:spPr><a:xfrm><a:off x="715533" y="774031"/><a:ext cx="132553" cy="132631"/></a:xfrm><a:prstGeom prst="rect"><a:avLst/></a:prstGeom></p:spPr></p:pic><p:sp><p:nvSpPr><p:cNvPr id="273" name="object 273"/><p:cNvSpPr/><p:nvPr/></p:nvSpPr><p:spPr><a:xfrm><a:off x="715533" y="774031"/><a:ext cx="132715" cy="132715"/></a:xfrm><a:custGeom><a:avLst/><a:gdLst/><a:ahLst/><a:cxnLst/><a:rect l="l" t="t" r="r" b="b"/><a:pathLst><a:path w="132715" h="132715"><a:moveTo><a:pt x="0" y="66315"/></a:moveTo><a:lnTo><a:pt x="5213" y="40509"/></a:lnTo><a:lnTo><a:pt x="19429" y="19429"/></a:lnTo><a:lnTo><a:pt x="40509" y="5213"/></a:lnTo><a:lnTo><a:pt x="66315" y="0"/></a:lnTo><a:lnTo><a:pt x="92077" y="5213"/></a:lnTo><a:lnTo><a:pt x="113134" y="19429"/></a:lnTo><a:lnTo><a:pt x="127341" y="40509"/></a:lnTo><a:lnTo><a:pt x="132553" y="66315"/></a:lnTo><a:lnTo><a:pt x="127341" y="92121"/></a:lnTo><a:lnTo><a:pt x="113134" y="113201"/></a:lnTo><a:lnTo><a:pt x="92077" y="127417"/></a:lnTo><a:lnTo><a:pt x="66315" y="132631"/></a:lnTo><a:lnTo><a:pt x="40509" y="127417"/></a:lnTo><a:lnTo><a:pt x="19429" y="113201"/></a:lnTo><a:lnTo><a:pt x="5213" y="92121"/></a:lnTo><a:lnTo><a:pt x="0" y="66315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74" name="object 274"/><p:cNvSpPr/><p:nvPr/></p:nvSpPr><p:spPr><a:xfrm><a:off x="715533" y="926037"/><a:ext cx="132715" cy="132715"/></a:xfrm><a:custGeom><a:avLst/><a:gdLst/><a:ahLst/><a:cxnLst/><a:rect l="l" t="t" r="r" b="b"/><a:pathLst><a:path w="132715" h="132715"><a:moveTo><a:pt x="66315" y="132631"/></a:moveTo><a:lnTo><a:pt x="40509" y="127417"/></a:lnTo><a:lnTo><a:pt x="19429" y="113201"/></a:lnTo><a:lnTo><a:pt x="5213" y="92121"/></a:lnTo><a:lnTo><a:pt x="0" y="66315"/></a:lnTo><a:lnTo><a:pt x="5213" y="40509"/></a:lnTo><a:lnTo><a:pt x="19429" y="19429"/></a:lnTo><a:lnTo><a:pt x="40509" y="5213"/></a:lnTo><a:lnTo><a:pt x="66315" y="0"/></a:lnTo><a:lnTo><a:pt x="92077" y="5213"/></a:lnTo><a:lnTo><a:pt x="113134" y="19429"/></a:lnTo><a:lnTo><a:pt x="127341" y="40509"/></a:lnTo><a:lnTo><a:pt x="132553" y="66315"/></a:lnTo><a:lnTo><a:pt x="127341" y="92121"/></a:lnTo><a:lnTo><a:pt x="113134" y="113201"/></a:lnTo><a:lnTo><a:pt x="92077" y="127417"/></a:lnTo><a:lnTo><a:pt x="66315" y="132631"/></a:lnTo><a:close/></a:path></a:pathLst></a:custGeom><a:solidFill><a:srgbClr val="A58029"/></a:solidFill></p:spPr><p:txBody><a:bodyPr wrap="square" lIns="0" tIns="0" rIns="0" bIns="0" rtlCol="0"/><a:lstStyle/><a:p/></p:txBody></p:sp><p:pic><p:nvPicPr><p:cNvPr id="275" name="object 275"/><p:cNvPicPr/><p:nvPr/></p:nvPicPr><p:blipFill><a:blip r:embed="rId30" cstate="print"/><a:stretch><a:fillRect/></a:stretch></p:blipFill><p:spPr><a:xfrm><a:off x="715533" y="926037"/><a:ext cx="132553" cy="132631"/></a:xfrm><a:prstGeom prst="rect"><a:avLst/></a:prstGeom></p:spPr></p:pic><p:sp><p:nvSpPr><p:cNvPr id="276" name="object 276"/><p:cNvSpPr/><p:nvPr/></p:nvSpPr><p:spPr><a:xfrm><a:off x="715533" y="926037"/><a:ext cx="132715" cy="132715"/></a:xfrm><a:custGeom><a:avLst/><a:gdLst/><a:ahLst/><a:cxnLst/><a:rect l="l" t="t" r="r" b="b"/><a:pathLst><a:path w="132715" h="132715"><a:moveTo><a:pt x="0" y="66315"/></a:moveTo><a:lnTo><a:pt x="5213" y="40509"/></a:lnTo><a:lnTo><a:pt x="19429" y="19429"/></a:lnTo><a:lnTo><a:pt x="40509" y="5213"/></a:lnTo><a:lnTo><a:pt x="66315" y="0"/></a:lnTo><a:lnTo><a:pt x="92077" y="5213"/></a:lnTo><a:lnTo><a:pt x="113134" y="19429"/></a:lnTo><a:lnTo><a:pt x="127341" y="40509"/></a:lnTo><a:lnTo><a:pt x="132553" y="66315"/></a:lnTo><a:lnTo><a:pt x="127341" y="92121"/></a:lnTo><a:lnTo><a:pt x="113134" y="113201"/></a:lnTo><a:lnTo><a:pt x="92077" y="127417"/></a:lnTo><a:lnTo><a:pt x="66315" y="132631"/></a:lnTo><a:lnTo><a:pt x="40509" y="127417"/></a:lnTo><a:lnTo><a:pt x="19429" y="113201"/></a:lnTo><a:lnTo><a:pt x="5213" y="92121"/></a:lnTo><a:lnTo><a:pt x="0" y="66315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277" name="object 277"/><p:cNvSpPr txBox="1"/><p:nvPr/></p:nvSpPr><p:spPr><a:xfrm><a:off x="10600801" y="1789838"/><a:ext cx="3628390" cy="224154"/></a:xfrm><a:prstGeom prst="rect"><a:avLst/></a:prstGeom><a:solidFill><a:srgbClr val="FFFFFF"/></a:solidFill></p:spPr><p:txBody><a:bodyPr wrap="square" lIns="0" tIns="635" rIns="0" bIns="0" rtlCol="0" vert="horz"><a:spAutoFit/></a:bodyPr><a:lstStyle/><a:p><a:pPr marL="15240" marR="3153410" indent="-13335"><a:lnSpc><a:spcPts val="880"/></a:lnSpc><a:spcBef><a:spcPts val="5"/></a:spcBef></a:pPr><a:r><a:rPr dirty="0" sz="700" spc="-30"><a:latin typeface="Verdana"/><a:cs typeface="Verdana"/></a:rPr><a:t>FTIRL</a:t></a:r><a:r><a:rPr dirty="0" sz="700" spc="-30" b="1"><a:latin typeface="Verdana"/><a:cs typeface="Verdana"/></a:rPr><a:t>E</a:t></a:r><a:r><a:rPr dirty="0" sz="700" spc="-30"><a:latin typeface="Verdana"/><a:cs typeface="Verdana"/></a:rPr><a:t>E </a:t></a:r><a:r><a:rPr dirty="0" sz="700" spc="-125"><a:latin typeface="Verdana"/><a:cs typeface="Verdana"/></a:rPr><a:t>(TTROIMMED</a:t></a:r><a:endParaRPr sz="700"><a:latin typeface="Verdana"/><a:cs typeface="Verdana"/></a:endParaRPr></a:p></p:txBody></p:sp><p:grpSp><p:nvGrpSpPr><p:cNvPr id="278" name="object 278"/><p:cNvGrpSpPr/><p:nvPr/></p:nvGrpSpPr><p:grpSpPr><a:xfrm><a:off x="6726566" y="1609041"/><a:ext cx="3874770" cy="536575"/><a:chOff x="6726566" y="1609041"/><a:chExt cx="3874770" cy="536575"/></a:xfrm></p:grpSpPr><p:sp><p:nvSpPr><p:cNvPr id="279" name="object 279"/><p:cNvSpPr/><p:nvPr/></p:nvSpPr><p:spPr><a:xfrm><a:off x="9912516" y="1845885"/><a:ext cx="684530" cy="273050"/></a:xfrm><a:custGeom><a:avLst/><a:gdLst/><a:ahLst/><a:cxnLst/><a:rect l="l" t="t" r="r" b="b"/><a:pathLst><a:path w="684529" h="273050"><a:moveTo><a:pt x="0" y="272475"/></a:moveTo><a:lnTo><a:pt x="485151" y="0"/></a:lnTo><a:lnTo><a:pt x="68440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80" name="object 280"/><p:cNvSpPr/><p:nvPr/></p:nvSpPr><p:spPr><a:xfrm><a:off x="9872028" y="2111582"/><a:ext cx="44450" cy="29845"/></a:xfrm><a:custGeom><a:avLst/><a:gdLst/><a:ahLst/><a:cxnLst/><a:rect l="l" t="t" r="r" b="b"/><a:pathLst><a:path w="44450" h="29844"><a:moveTo><a:pt x="0" y="29551"/></a:moveTo><a:lnTo><a:pt x="36764" y="0"/></a:lnTo><a:lnTo><a:pt x="44365" y="13495"/></a:lnTo><a:lnTo><a:pt x="0" y="29551"/></a:lnTo><a:close/></a:path></a:pathLst></a:custGeom><a:solidFill><a:srgbClr val="000000"/></a:solidFill></p:spPr><p:txBody><a:bodyPr wrap="square" lIns="0" tIns="0" rIns="0" bIns="0" rtlCol="0"/><a:lstStyle/><a:p/></p:txBody></p:sp><p:sp><p:nvSpPr><p:cNvPr id="281" name="object 281"/><p:cNvSpPr/><p:nvPr/></p:nvSpPr><p:spPr><a:xfrm><a:off x="9872028" y="2111582"/><a:ext cx="44450" cy="29845"/></a:xfrm><a:custGeom><a:avLst/><a:gdLst/><a:ahLst/><a:cxnLst/><a:rect l="l" t="t" r="r" b="b"/><a:pathLst><a:path w="44450" h="29844"><a:moveTo><a:pt x="0" y="29551"/></a:moveTo><a:lnTo><a:pt x="36764" y="0"/></a:lnTo><a:lnTo><a:pt x="44365" y="13495"/></a:lnTo><a:lnTo><a:pt x="0" y="29551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82" name="object 282"/><p:cNvSpPr/><p:nvPr/></p:nvSpPr><p:spPr><a:xfrm><a:off x="6726566" y="1609041"/><a:ext cx="695325" cy="112395"/></a:xfrm><a:custGeom><a:avLst/><a:gdLst/><a:ahLst/><a:cxnLst/><a:rect l="l" t="t" r="r" b="b"/><a:pathLst><a:path w="695325" h="112394"><a:moveTo><a:pt x="694878" y="112077"/></a:moveTo><a:lnTo><a:pt x="0" y="112077"/></a:lnTo><a:lnTo><a:pt x="0" y="0"/></a:lnTo><a:lnTo><a:pt x="694878" y="0"/></a:lnTo><a:lnTo><a:pt x="694878" y="112077"/></a:lnTo><a:close/></a:path></a:pathLst></a:custGeom><a:solidFill><a:srgbClr val="FFFFFF"/></a:solidFill></p:spPr><p:txBody><a:bodyPr wrap="square" lIns="0" tIns="0" rIns="0" bIns="0" rtlCol="0"/><a:lstStyle/><a:p/></p:txBody></p:sp></p:grpSp><p:sp><p:nvSpPr><p:cNvPr id="283" name="object 283"/><p:cNvSpPr txBox="1"/><p:nvPr/></p:nvSpPr><p:spPr><a:xfrm><a:off x="6712625" y="1596325"/><a:ext cx="28194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 spc="-130"><a:latin typeface="Verdana"/><a:cs typeface="Verdana"/></a:rPr><a:t>NTKREE</a:t></a:r><a:endParaRPr sz="700"><a:latin typeface="Verdana"/><a:cs typeface="Verdana"/></a:endParaRPr></a:p></p:txBody></p:sp><p:grpSp><p:nvGrpSpPr><p:cNvPr id="284" name="object 284"/><p:cNvGrpSpPr/><p:nvPr/></p:nvGrpSpPr><p:grpSpPr><a:xfrm><a:off x="7200361" y="1660929"/><a:ext cx="1585595" cy="2235200"/><a:chOff x="7200361" y="1660929"/><a:chExt cx="1585595" cy="2235200"/></a:xfrm></p:grpSpPr><p:sp><p:nvSpPr><p:cNvPr id="285" name="object 285"/><p:cNvSpPr/><p:nvPr/></p:nvSpPr><p:spPr><a:xfrm><a:off x="7378018" y="1665056"/><a:ext cx="699135" cy="448309"/></a:xfrm><a:custGeom><a:avLst/><a:gdLst/><a:ahLst/><a:cxnLst/><a:rect l="l" t="t" r="r" b="b"/><a:pathLst><a:path w="699134" h="448310"><a:moveTo><a:pt x="698601" y="448076"/></a:moveTo><a:lnTo><a:pt x="213450" y="0"/></a:lnTo><a:lnTo><a:pt x="47390" y="0"/></a:ln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86" name="object 286"/><p:cNvSpPr/><p:nvPr/></p:nvSpPr><p:spPr><a:xfrm><a:off x="8071346" y="2107486"/><a:ext cx="40005" cy="37465"/></a:xfrm><a:custGeom><a:avLst/><a:gdLst/><a:ahLst/><a:cxnLst/><a:rect l="l" t="t" r="r" b="b"/><a:pathLst><a:path w="40004" h="37464"><a:moveTo><a:pt x="39401" y="37152"/></a:moveTo><a:lnTo><a:pt x="0" y="11246"/></a:lnTo><a:lnTo><a:pt x="10470" y="0"/></a:lnTo><a:lnTo><a:pt x="39401" y="37152"/></a:lnTo><a:close/></a:path></a:pathLst></a:custGeom><a:solidFill><a:srgbClr val="000000"/></a:solidFill></p:spPr><p:txBody><a:bodyPr wrap="square" lIns="0" tIns="0" rIns="0" bIns="0" rtlCol="0"/><a:lstStyle/><a:p/></p:txBody></p:sp><p:sp><p:nvSpPr><p:cNvPr id="287" name="object 287"/><p:cNvSpPr/><p:nvPr/></p:nvSpPr><p:spPr><a:xfrm><a:off x="8071346" y="2107486"/><a:ext cx="40005" cy="37465"/></a:xfrm><a:custGeom><a:avLst/><a:gdLst/><a:ahLst/><a:cxnLst/><a:rect l="l" t="t" r="r" b="b"/><a:pathLst><a:path w="40004" h="37464"><a:moveTo><a:pt x="39401" y="37152"/></a:moveTo><a:lnTo><a:pt x="0" y="11246"/></a:lnTo><a:lnTo><a:pt x="10470" y="0"/></a:lnTo><a:lnTo><a:pt x="39401" y="37152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88" name="object 288"/><p:cNvSpPr/><p:nvPr/></p:nvSpPr><p:spPr><a:xfrm><a:off x="7292002" y="3736391"/><a:ext cx="1491615" cy="157480"/></a:xfrm><a:custGeom><a:avLst/><a:gdLst/><a:ahLst/><a:cxnLst/><a:rect l="l" t="t" r="r" b="b"/><a:pathLst><a:path w="1491615" h="157479"><a:moveTo><a:pt x="1491441" y="157063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89" name="object 289"/><p:cNvSpPr/><p:nvPr/></p:nvSpPr><p:spPr><a:xfrm><a:off x="7249606" y="3731878"/><a:ext cx="42545" cy="5080"/></a:xfrm><a:custGeom><a:avLst/><a:gdLst/><a:ahLst/><a:cxnLst/><a:rect l="l" t="t" r="r" b="b"/><a:pathLst><a:path w="42545" h="5079"><a:moveTo><a:pt x="42426" y="4498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90" name="object 290"/><p:cNvSpPr/><p:nvPr/></p:nvSpPr><p:spPr><a:xfrm><a:off x="7436189" y="2367684"/><a:ext cx="578485" cy="60960"/></a:xfrm><a:custGeom><a:avLst/><a:gdLst/><a:ahLst/><a:cxnLst/><a:rect l="l" t="t" r="r" b="b"/><a:pathLst><a:path w="578484" h="60960"><a:moveTo><a:pt x="578225" y="60886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91" name="object 291"/><p:cNvSpPr/><p:nvPr/></p:nvSpPr><p:spPr><a:xfrm><a:off x="7393763" y="2363169"/><a:ext cx="42545" cy="5080"/></a:xfrm><a:custGeom><a:avLst/><a:gdLst/><a:ahLst/><a:cxnLst/><a:rect l="l" t="t" r="r" b="b"/><a:pathLst><a:path w="42545" h="5080"><a:moveTo><a:pt x="42426" y="4498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92" name="object 292"/><p:cNvSpPr/><p:nvPr/></p:nvSpPr><p:spPr><a:xfrm><a:off x="7292033" y="2367638"/><a:ext cx="144780" cy="1369060"/></a:xfrm><a:custGeom><a:avLst/><a:gdLst/><a:ahLst/><a:cxnLst/><a:rect l="l" t="t" r="r" b="b"/><a:pathLst><a:path w="144779" h="1369060"><a:moveTo><a:pt x="0" y="1368738"/></a:moveTo><a:lnTo><a:pt x="52110" y="874071"/></a:lnTo></a:path><a:path w="144779" h="1369060"><a:moveTo><a:pt x="93935" y="477030"/></a:moveTo><a:lnTo><a:pt x="144187" y="0"/></a:lnTo></a:path><a:path w="144779" h="1369060"><a:moveTo><a:pt x="52110" y="874071"/></a:moveTo><a:lnTo><a:pt x="93935" y="477030"/></a:lnTo></a:path></a:pathLst></a:custGeom><a:ln w="3878"><a:solidFill><a:srgbClr val="000000"/></a:solidFill></a:ln></p:spPr><p:txBody><a:bodyPr wrap="square" lIns="0" tIns="0" rIns="0" bIns="0" rtlCol="0"/><a:lstStyle/><a:p/></p:txBody></p:sp><p:sp><p:nvSpPr><p:cNvPr id="293" name="object 293"/><p:cNvSpPr/><p:nvPr/></p:nvSpPr><p:spPr><a:xfrm><a:off x="7281678" y="3723587"/><a:ext cx="20955" cy="26034"/></a:xfrm><a:custGeom><a:avLst/><a:gdLst/><a:ahLst/><a:cxnLst/><a:rect l="l" t="t" r="r" b="b"/><a:pathLst><a:path w="20954" h="26035"><a:moveTo><a:pt x="0" y="0"/></a:moveTo><a:lnTo><a:pt x="20709" y="25517"/></a:lnTo></a:path></a:pathLst></a:custGeom><a:ln w="7756"><a:solidFill><a:srgbClr val="000000"/></a:solidFill></a:ln></p:spPr><p:txBody><a:bodyPr wrap="square" lIns="0" tIns="0" rIns="0" bIns="0" rtlCol="0"/><a:lstStyle/><a:p/></p:txBody></p:sp><p:sp><p:nvSpPr><p:cNvPr id="294" name="object 294"/><p:cNvSpPr/><p:nvPr/></p:nvSpPr><p:spPr><a:xfrm><a:off x="7289551" y="3736376"/><a:ext cx="2540" cy="23495"/></a:xfrm><a:custGeom><a:avLst/><a:gdLst/><a:ahLst/><a:cxnLst/><a:rect l="l" t="t" r="r" b="b"/><a:pathLst><a:path w="2540" h="23495"><a:moveTo><a:pt x="2481" y="0"/></a:moveTo><a:lnTo><a:pt x="0" y="23113"/></a:lnTo></a:path></a:pathLst></a:custGeom><a:ln w="3878"><a:solidFill><a:srgbClr val="000000"/></a:solidFill></a:ln></p:spPr><p:txBody><a:bodyPr wrap="square" lIns="0" tIns="0" rIns="0" bIns="0" rtlCol="0"/><a:lstStyle/><a:p/></p:txBody></p:sp><p:sp><p:nvSpPr><p:cNvPr id="295" name="object 295"/><p:cNvSpPr/><p:nvPr/></p:nvSpPr><p:spPr><a:xfrm><a:off x="7425827" y="2354940"/><a:ext cx="20955" cy="26034"/></a:xfrm><a:custGeom><a:avLst/><a:gdLst/><a:ahLst/><a:cxnLst/><a:rect l="l" t="t" r="r" b="b"/><a:pathLst><a:path w="20954" h="26035"><a:moveTo><a:pt x="20709" y="25517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96" name="object 296"/><p:cNvSpPr/><p:nvPr/></p:nvSpPr><p:spPr><a:xfrm><a:off x="7436189" y="2344555"/><a:ext cx="2540" cy="23495"/></a:xfrm><a:custGeom><a:avLst/><a:gdLst/><a:ahLst/><a:cxnLst/><a:rect l="l" t="t" r="r" b="b"/><a:pathLst><a:path w="2540" h="23494"><a:moveTo><a:pt x="0" y="23113"/></a:moveTo><a:lnTo><a:pt x="2404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97" name="object 297"/><p:cNvSpPr/><p:nvPr/></p:nvSpPr><p:spPr><a:xfrm><a:off x="7204488" y="2844737"/><a:ext cx="152400" cy="397510"/></a:xfrm><a:custGeom><a:avLst/><a:gdLst/><a:ahLst/><a:cxnLst/><a:rect l="l" t="t" r="r" b="b"/><a:pathLst><a:path w="152400" h="397510"><a:moveTo><a:pt x="111456" y="396962"/></a:moveTo><a:lnTo><a:pt x="0" y="385251"/></a:lnTo><a:lnTo><a:pt x="40564" y="0"/></a:lnTo><a:lnTo><a:pt x="151944" y="11711"/></a:lnTo><a:lnTo><a:pt x="111456" y="396962"/></a:lnTo><a:close/></a:path></a:pathLst></a:custGeom><a:solidFill><a:srgbClr val="FFFFFF"/></a:solidFill></p:spPr><p:txBody><a:bodyPr wrap="square" lIns="0" tIns="0" rIns="0" bIns="0" rtlCol="0"/><a:lstStyle/><a:p/></p:txBody></p:sp><p:sp><p:nvSpPr><p:cNvPr id="298" name="object 298"/><p:cNvSpPr/><p:nvPr/></p:nvSpPr><p:spPr><a:xfrm><a:off x="7204488" y="2844737"/><a:ext cx="152400" cy="397510"/></a:xfrm><a:custGeom><a:avLst/><a:gdLst/><a:ahLst/><a:cxnLst/><a:rect l="l" t="t" r="r" b="b"/><a:pathLst><a:path w="152400" h="397510"><a:moveTo><a:pt x="0" y="385251"/></a:moveTo><a:lnTo><a:pt x="40564" y="0"/></a:lnTo><a:lnTo><a:pt x="151944" y="11711"/></a:lnTo><a:lnTo><a:pt x="111456" y="396962"/></a:lnTo><a:lnTo><a:pt x="0" y="385251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299" name="object 299"/><p:cNvSpPr txBox="1"/><p:nvPr/></p:nvSpPr><p:spPr><a:xfrm rot="16620000"><a:off x="7134791" y="2997034"/><a:ext cx="304233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12&apos;-</a:t></a:r><a:r><a:rPr dirty="0" sz="700" spc="-25"><a:latin typeface="Verdana"/><a:cs typeface="Verdana"/></a:rPr><a:t>4&quot;</a:t></a:r><a:endParaRPr sz="700"><a:latin typeface="Verdana"/><a:cs typeface="Verdana"/></a:endParaRPr></a:p></p:txBody></p:sp><p:grpSp><p:nvGrpSpPr><p:cNvPr id="300" name="object 300"/><p:cNvGrpSpPr/><p:nvPr/></p:nvGrpSpPr><p:grpSpPr><a:xfrm><a:off x="7378250" y="3877390"/><a:ext cx="628650" cy="601980"/><a:chOff x="7378250" y="3877390"/><a:chExt cx="628650" cy="601980"/></a:xfrm></p:grpSpPr><p:sp><p:nvSpPr><p:cNvPr id="301" name="object 301"/><p:cNvSpPr/><p:nvPr/></p:nvSpPr><p:spPr><a:xfrm><a:off x="7382377" y="3881518"/><a:ext cx="344170" cy="344170"/></a:xfrm><a:custGeom><a:avLst/><a:gdLst/><a:ahLst/><a:cxnLst/><a:rect l="l" t="t" r="r" b="b"/><a:pathLst><a:path w="344170" h="344170"><a:moveTo><a:pt x="172032" y="344143"/></a:moveTo><a:lnTo><a:pt x="126352" y="337992"/></a:lnTo><a:lnTo><a:pt x="85272" y="320638"/></a:lnTo><a:lnTo><a:pt x="50444" y="293727"/></a:lnTo><a:lnTo><a:pt x="23521" y="258905"/></a:lnTo><a:lnTo><a:pt x="6155" y="217817"/></a:lnTo><a:lnTo><a:pt x="0" y="172110"/></a:lnTo><a:lnTo><a:pt x="6155" y="126397"/></a:lnTo><a:lnTo><a:pt x="23521" y="85295"/></a:lnTo><a:lnTo><a:pt x="50444" y="50454"/></a:lnTo><a:lnTo><a:pt x="85272" y="23524"/></a:lnTo><a:lnTo><a:pt x="126352" y="6156"/></a:lnTo><a:lnTo><a:pt x="172032" y="0"/></a:lnTo><a:lnTo><a:pt x="217772" y="6156"/></a:lnTo><a:lnTo><a:pt x="258882" y="23524"/></a:lnTo><a:lnTo><a:pt x="293718" y="50454"/></a:lnTo><a:lnTo><a:pt x="320636" y="85295"/></a:lnTo><a:lnTo><a:pt x="337992" y="126397"/></a:lnTo><a:lnTo><a:pt x="344143" y="172110"/></a:lnTo><a:lnTo><a:pt x="337992" y="217817"/></a:lnTo><a:lnTo><a:pt x="320636" y="258905"/></a:lnTo><a:lnTo><a:pt x="293718" y="293727"/></a:lnTo><a:lnTo><a:pt x="258882" y="320638"/></a:lnTo><a:lnTo><a:pt x="217772" y="337992"/></a:lnTo><a:lnTo><a:pt x="172032" y="344143"/></a:lnTo><a:close/></a:path></a:pathLst></a:custGeom><a:solidFill><a:srgbClr val="A58029"/></a:solidFill></p:spPr><p:txBody><a:bodyPr wrap="square" lIns="0" tIns="0" rIns="0" bIns="0" rtlCol="0"/><a:lstStyle/><a:p/></p:txBody></p:sp><p:pic><p:nvPicPr><p:cNvPr id="302" name="object 302"/><p:cNvPicPr/><p:nvPr/></p:nvPicPr><p:blipFill><a:blip r:embed="rId31" cstate="print"/><a:stretch><a:fillRect/></a:stretch></p:blipFill><p:spPr><a:xfrm><a:off x="7382377" y="3881518"/><a:ext cx="344143" cy="344143"/></a:xfrm><a:prstGeom prst="rect"><a:avLst/></a:prstGeom></p:spPr></p:pic><p:sp><p:nvSpPr><p:cNvPr id="303" name="object 303"/><p:cNvSpPr/><p:nvPr/></p:nvSpPr><p:spPr><a:xfrm><a:off x="7382377" y="3881518"/><a:ext cx="344170" cy="344170"/></a:xfrm><a:custGeom><a:avLst/><a:gdLst/><a:ahLst/><a:cxnLst/><a:rect l="l" t="t" r="r" b="b"/><a:pathLst><a:path w="344170" h="344170"><a:moveTo><a:pt x="0" y="172110"/></a:moveTo><a:lnTo><a:pt x="6155" y="126397"/></a:lnTo><a:lnTo><a:pt x="23521" y="85295"/></a:lnTo><a:lnTo><a:pt x="50444" y="50454"/></a:lnTo><a:lnTo><a:pt x="85272" y="23524"/></a:lnTo><a:lnTo><a:pt x="126352" y="6156"/></a:lnTo><a:lnTo><a:pt x="172032" y="0"/></a:lnTo><a:lnTo><a:pt x="217772" y="6156"/></a:lnTo><a:lnTo><a:pt x="258882" y="23524"/></a:lnTo><a:lnTo><a:pt x="293718" y="50454"/></a:lnTo><a:lnTo><a:pt x="320636" y="85295"/></a:lnTo><a:lnTo><a:pt x="337992" y="126397"/></a:lnTo><a:lnTo><a:pt x="344143" y="172110"/></a:lnTo><a:lnTo><a:pt x="337992" y="217817"/></a:lnTo><a:lnTo><a:pt x="320636" y="258905"/></a:lnTo><a:lnTo><a:pt x="293718" y="293727"/></a:lnTo><a:lnTo><a:pt x="258882" y="320638"/></a:lnTo><a:lnTo><a:pt x="217772" y="337992"/></a:lnTo><a:lnTo><a:pt x="172032" y="344143"/></a:lnTo><a:lnTo><a:pt x="126352" y="337992"/></a:lnTo><a:lnTo><a:pt x="85272" y="320638"/></a:lnTo><a:lnTo><a:pt x="50444" y="293727"/></a:lnTo><a:lnTo><a:pt x="23521" y="258905"/></a:lnTo><a:lnTo><a:pt x="6155" y="217817"/></a:lnTo><a:lnTo><a:pt x="0" y="17211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304" name="object 304"/><p:cNvSpPr/><p:nvPr/></p:nvSpPr><p:spPr><a:xfrm><a:off x="7830361" y="4302610"/><a:ext cx="172720" cy="172085"/></a:xfrm><a:custGeom><a:avLst/><a:gdLst/><a:ahLst/><a:cxnLst/><a:rect l="l" t="t" r="r" b="b"/><a:pathLst><a:path w="172720" h="172085"><a:moveTo><a:pt x="86016" y="172032"/></a:moveTo><a:lnTo><a:pt x="52583" y="165267"/></a:lnTo><a:lnTo><a:pt x="25236" y="146825"/></a:lnTo><a:lnTo><a:pt x="6775" y="119482"/></a:lnTo><a:lnTo><a:pt x="0" y="86016"/></a:lnTo><a:lnTo><a:pt x="6775" y="52550"/></a:lnTo><a:lnTo><a:pt x="25236" y="25207"/></a:lnTo><a:lnTo><a:pt x="52583" y="6764"/></a:lnTo><a:lnTo><a:pt x="86016" y="0"/></a:lnTo><a:lnTo><a:pt x="119526" y="6764"/></a:lnTo><a:lnTo><a:pt x="146892" y="25207"/></a:lnTo><a:lnTo><a:pt x="165344" y="52550"/></a:lnTo><a:lnTo><a:pt x="172110" y="86016"/></a:lnTo><a:lnTo><a:pt x="165344" y="119482"/></a:lnTo><a:lnTo><a:pt x="146892" y="146825"/></a:lnTo><a:lnTo><a:pt x="119526" y="165267"/></a:lnTo><a:lnTo><a:pt x="86016" y="172032"/></a:lnTo><a:close/></a:path></a:pathLst></a:custGeom><a:solidFill><a:srgbClr val="A58029"/></a:solidFill></p:spPr><p:txBody><a:bodyPr wrap="square" lIns="0" tIns="0" rIns="0" bIns="0" rtlCol="0"/><a:lstStyle/><a:p/></p:txBody></p:sp><p:pic><p:nvPicPr><p:cNvPr id="305" name="object 305"/><p:cNvPicPr/><p:nvPr/></p:nvPicPr><p:blipFill><a:blip r:embed="rId32" cstate="print"/><a:stretch><a:fillRect/></a:stretch></p:blipFill><p:spPr><a:xfrm><a:off x="7830361" y="4302610"/><a:ext cx="172110" cy="172032"/></a:xfrm><a:prstGeom prst="rect"><a:avLst/></a:prstGeom></p:spPr></p:pic><p:sp><p:nvSpPr><p:cNvPr id="306" name="object 306"/><p:cNvSpPr/><p:nvPr/></p:nvSpPr><p:spPr><a:xfrm><a:off x="7830361" y="4302610"/><a:ext cx="172720" cy="172085"/></a:xfrm><a:custGeom><a:avLst/><a:gdLst/><a:ahLst/><a:cxnLst/><a:rect l="l" t="t" r="r" b="b"/><a:pathLst><a:path w="172720" h="172085"><a:moveTo><a:pt x="0" y="86016"/></a:moveTo><a:lnTo><a:pt x="6775" y="52550"/></a:lnTo><a:lnTo><a:pt x="25236" y="25207"/></a:lnTo><a:lnTo><a:pt x="52583" y="6764"/></a:lnTo><a:lnTo><a:pt x="86016" y="0"/></a:lnTo><a:lnTo><a:pt x="119526" y="6764"/></a:lnTo><a:lnTo><a:pt x="146892" y="25207"/></a:lnTo><a:lnTo><a:pt x="165344" y="52550"/></a:lnTo><a:lnTo><a:pt x="172110" y="86016"/></a:lnTo><a:lnTo><a:pt x="165344" y="119482"/></a:lnTo><a:lnTo><a:pt x="146892" y="146825"/></a:lnTo><a:lnTo><a:pt x="119526" y="165267"/></a:lnTo><a:lnTo><a:pt x="86016" y="172032"/></a:lnTo><a:lnTo><a:pt x="52583" y="165267"/></a:lnTo><a:lnTo><a:pt x="25236" y="146825"/></a:lnTo><a:lnTo><a:pt x="6775" y="119482"/></a:lnTo><a:lnTo><a:pt x="0" y="86016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307" name="object 307"/><p:cNvSpPr txBox="1"/><p:nvPr/></p:nvSpPr><p:spPr><a:xfrm><a:off x="4727573" y="4380793"/><a:ext cx="1845310" cy="224154"/></a:xfrm><a:prstGeom prst="rect"><a:avLst/></a:prstGeom><a:solidFill><a:srgbClr val="FFFFFF"/></a:solidFill></p:spPr><p:txBody><a:bodyPr wrap="square" lIns="0" tIns="3810" rIns="0" bIns="0" rtlCol="0" vert="horz"><a:spAutoFit/></a:bodyPr><a:lstStyle/><a:p><a:pPr marL="1029335"><a:lnSpc><a:spcPct val="100000"/></a:lnSpc><a:spcBef><a:spcPts val="30"/></a:spcBef></a:pPr><a:r><a:rPr dirty="0" sz="700" spc="85"><a:latin typeface="Verdana"/><a:cs typeface="Verdana"/></a:rPr><a:t>STU</a:t></a:r><a:r><a:rPr dirty="0" sz="700" spc="-375"><a:latin typeface="Verdana"/><a:cs typeface="Verdana"/></a:rPr><a:t>M</a:t></a:r><a:r><a:rPr dirty="0" sz="700" spc="85"><a:latin typeface="Verdana"/><a:cs typeface="Verdana"/></a:rPr><a:t>T</a:t></a:r><a:r><a:rPr dirty="0" sz="700" spc="-385"><a:latin typeface="Verdana"/><a:cs typeface="Verdana"/></a:rPr><a:t>R</a:t></a:r><a:r><a:rPr dirty="0" sz="700" spc="125"><a:latin typeface="Verdana"/><a:cs typeface="Verdana"/></a:rPr><a:t>P</a:t></a:r><a:r><a:rPr dirty="0" sz="700" spc="85"><a:latin typeface="Verdana"/><a:cs typeface="Verdana"/></a:rPr><a:t>EE</a:t></a:r><a:endParaRPr sz="700"><a:latin typeface="Verdana"/><a:cs typeface="Verdana"/></a:endParaRPr></a:p><a:p><a:pPr marL="635"><a:lnSpc><a:spcPct val="100000"/></a:lnSpc><a:spcBef><a:spcPts val="45"/></a:spcBef></a:pPr><a:r><a:rPr dirty="0" sz="700" spc="-10"><a:latin typeface="Verdana"/><a:cs typeface="Verdana"/></a:rPr><a:t>EN(HAS</a:t></a:r><a:endParaRPr sz="700"><a:latin typeface="Verdana"/><a:cs typeface="Verdana"/></a:endParaRPr></a:p></p:txBody></p:sp><p:grpSp><p:nvGrpSpPr><p:cNvPr id="308" name="object 308"/><p:cNvGrpSpPr/><p:nvPr/></p:nvGrpSpPr><p:grpSpPr><a:xfrm><a:off x="6572123" y="4121230"/><a:ext cx="2228215" cy="1275080"/><a:chOff x="6572123" y="4121230"/><a:chExt cx="2228215" cy="1275080"/></a:xfrm></p:grpSpPr><p:sp><p:nvSpPr><p:cNvPr id="309" name="object 309"/><p:cNvSpPr/><p:nvPr/></p:nvSpPr><p:spPr><a:xfrm><a:off x="6576251" y="4151294"/><a:ext cx="758190" cy="398145"/></a:xfrm><a:custGeom><a:avLst/><a:gdLst/><a:ahLst/><a:cxnLst/><a:rect l="l" t="t" r="r" b="b"/><a:pathLst><a:path w="758190" h="398145"><a:moveTo><a:pt x="758169" y="0"/></a:moveTo><a:lnTo><a:pt x="166060" y="397583"/></a:lnTo><a:lnTo><a:pt x="0" y="397583"/></a:lnTo></a:path></a:pathLst></a:custGeom><a:ln w="7756"><a:solidFill><a:srgbClr val="000000"/></a:solidFill></a:ln></p:spPr><p:txBody><a:bodyPr wrap="square" lIns="0" tIns="0" rIns="0" bIns="0" rtlCol="0"/><a:lstStyle/><a:p/></p:txBody></p:sp><p:sp><p:nvSpPr><p:cNvPr id="310" name="object 310"/><p:cNvSpPr/><p:nvPr/></p:nvSpPr><p:spPr><a:xfrm><a:off x="7330069" y="4125358"/><a:ext cx="43180" cy="32384"/></a:xfrm><a:custGeom><a:avLst/><a:gdLst/><a:ahLst/><a:cxnLst/><a:rect l="l" t="t" r="r" b="b"/><a:pathLst><a:path w="43179" h="32385"><a:moveTo><a:pt x="8686" y="32343"/></a:moveTo><a:lnTo><a:pt x="0" y="19545"/></a:lnTo><a:lnTo><a:pt x="42969" y="0"/></a:lnTo><a:lnTo><a:pt x="8686" y="32343"/></a:lnTo><a:close/></a:path></a:pathLst></a:custGeom><a:solidFill><a:srgbClr val="000000"/></a:solidFill></p:spPr><p:txBody><a:bodyPr wrap="square" lIns="0" tIns="0" rIns="0" bIns="0" rtlCol="0"/><a:lstStyle/><a:p/></p:txBody></p:sp><p:sp><p:nvSpPr><p:cNvPr id="311" name="object 311"/><p:cNvSpPr/><p:nvPr/></p:nvSpPr><p:spPr><a:xfrm><a:off x="7330069" y="4125358"/><a:ext cx="43180" cy="32384"/></a:xfrm><a:custGeom><a:avLst/><a:gdLst/><a:ahLst/><a:cxnLst/><a:rect l="l" t="t" r="r" b="b"/><a:pathLst><a:path w="43179" h="32385"><a:moveTo><a:pt x="42969" y="0"/></a:moveTo><a:lnTo><a:pt x="8686" y="32343"/></a:lnTo><a:lnTo><a:pt x="0" y="19545"/></a:lnTo><a:lnTo><a:pt x="42969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312" name="object 312"/><p:cNvSpPr/><p:nvPr/></p:nvSpPr><p:spPr><a:xfrm><a:off x="8747610" y="4804453"/><a:ext cx="50800" cy="479425"/></a:xfrm><a:custGeom><a:avLst/><a:gdLst/><a:ahLst/><a:cxnLst/><a:rect l="l" t="t" r="r" b="b"/><a:pathLst><a:path w="50800" h="479425"><a:moveTo><a:pt x="50492" y="0"/></a:moveTo><a:lnTo><a:pt x="3951" y="441460"/></a:lnTo></a:path><a:path w="50800" h="479425"><a:moveTo><a:pt x="3951" y="441460"/></a:moveTo><a:lnTo><a:pt x="0" y="478946"/></a:lnTo></a:path></a:pathLst></a:custGeom><a:ln w="3878"><a:solidFill><a:srgbClr val="000000"/></a:solidFill></a:ln></p:spPr><p:txBody><a:bodyPr wrap="square" lIns="0" tIns="0" rIns="0" bIns="0" rtlCol="0"/><a:lstStyle/><a:p/></p:txBody></p:sp><p:sp><p:nvSpPr><p:cNvPr id="313" name="object 313"/><p:cNvSpPr/><p:nvPr/></p:nvSpPr><p:spPr><a:xfrm><a:off x="8743189" y="5283430"/><a:ext cx="4445" cy="42545"/></a:xfrm><a:custGeom><a:avLst/><a:gdLst/><a:ahLst/><a:cxnLst/><a:rect l="l" t="t" r="r" b="b"/><a:pathLst><a:path w="4445" h="42545"><a:moveTo><a:pt x="4421" y="0"/></a:moveTo><a:lnTo><a:pt x="0" y="42426"/></a:lnTo></a:path></a:pathLst></a:custGeom><a:ln w="3878"><a:solidFill><a:srgbClr val="000000"/></a:solidFill></a:ln></p:spPr><p:txBody><a:bodyPr wrap="square" lIns="0" tIns="0" rIns="0" bIns="0" rtlCol="0"/><a:lstStyle/><a:p/></p:txBody></p:sp><p:sp><p:nvSpPr><p:cNvPr id="314" name="object 314"/><p:cNvSpPr/><p:nvPr/></p:nvSpPr><p:spPr><a:xfrm><a:off x="7832377" y="4533296"/><a:ext cx="69215" cy="654050"/></a:xfrm><a:custGeom><a:avLst/><a:gdLst/><a:ahLst/><a:cxnLst/><a:rect l="l" t="t" r="r" b="b"/><a:pathLst><a:path w="69215" h="654050"><a:moveTo><a:pt x="68797" y="0"/></a:moveTo><a:lnTo><a:pt x="0" y="653693"/></a:lnTo></a:path></a:pathLst></a:custGeom><a:ln w="3878"><a:solidFill><a:srgbClr val="000000"/></a:solidFill></a:ln></p:spPr><p:txBody><a:bodyPr wrap="square" lIns="0" tIns="0" rIns="0" bIns="0" rtlCol="0"/><a:lstStyle/><a:p/></p:txBody></p:sp><p:sp><p:nvSpPr><p:cNvPr id="315" name="object 315"/><p:cNvSpPr/><p:nvPr/></p:nvSpPr><p:spPr><a:xfrm><a:off x="7827877" y="5187028"/><a:ext cx="5080" cy="42545"/></a:xfrm><a:custGeom><a:avLst/><a:gdLst/><a:ahLst/><a:cxnLst/><a:rect l="l" t="t" r="r" b="b"/><a:pathLst><a:path w="5079" h="42545"><a:moveTo><a:pt x="4498" y="0"/></a:moveTo><a:lnTo><a:pt x="0" y="42426"/></a:lnTo></a:path></a:pathLst></a:custGeom><a:ln w="3878"><a:solidFill><a:srgbClr val="000000"/></a:solidFill></a:ln></p:spPr><p:txBody><a:bodyPr wrap="square" lIns="0" tIns="0" rIns="0" bIns="0" rtlCol="0"/><a:lstStyle/><a:p/></p:txBody></p:sp><p:sp><p:nvSpPr><p:cNvPr id="316" name="object 316"/><p:cNvSpPr/><p:nvPr/></p:nvSpPr><p:spPr><a:xfrm><a:off x="7832377" y="5187020"/><a:ext cx="915669" cy="96520"/></a:xfrm><a:custGeom><a:avLst/><a:gdLst/><a:ahLst/><a:cxnLst/><a:rect l="l" t="t" r="r" b="b"/><a:pathLst><a:path w="915670" h="96520"><a:moveTo><a:pt x="559083" y="58893"/></a:moveTo><a:lnTo><a:pt x="0" y="0"/></a:lnTo></a:path><a:path w="915670" h="96520"><a:moveTo><a:pt x="915232" y="96409"/></a:moveTo><a:lnTo><a:pt x="559083" y="58893"/></a:lnTo></a:path></a:pathLst></a:custGeom><a:ln w="3878"><a:solidFill><a:srgbClr val="000000"/></a:solidFill></a:ln></p:spPr><p:txBody><a:bodyPr wrap="square" lIns="0" tIns="0" rIns="0" bIns="0" rtlCol="0"/><a:lstStyle/><a:p/></p:txBody></p:sp><p:sp><p:nvSpPr><p:cNvPr id="317" name="object 317"/><p:cNvSpPr/><p:nvPr/></p:nvSpPr><p:spPr><a:xfrm><a:off x="8734890" y="5273076"/><a:ext cx="26034" cy="20955"/></a:xfrm><a:custGeom><a:avLst/><a:gdLst/><a:ahLst/><a:cxnLst/><a:rect l="l" t="t" r="r" b="b"/><a:pathLst><a:path w="26034" h="20954"><a:moveTo><a:pt x="0" y="20709"/></a:moveTo><a:lnTo><a:pt x="25517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18" name="object 318"/><p:cNvSpPr/><p:nvPr/></p:nvSpPr><p:spPr><a:xfrm><a:off x="8747610" y="5283430"/><a:ext cx="23495" cy="2540"/></a:xfrm><a:custGeom><a:avLst/><a:gdLst/><a:ahLst/><a:cxnLst/><a:rect l="l" t="t" r="r" b="b"/><a:pathLst><a:path w="23495" h="2539"><a:moveTo><a:pt x="0" y="0"/></a:moveTo><a:lnTo><a:pt x="23191" y="2404"/></a:lnTo></a:path></a:pathLst></a:custGeom><a:ln w="3878"><a:solidFill><a:srgbClr val="000000"/></a:solidFill></a:ln></p:spPr><p:txBody><a:bodyPr wrap="square" lIns="0" tIns="0" rIns="0" bIns="0" rtlCol="0"/><a:lstStyle/><a:p/></p:txBody></p:sp><p:sp><p:nvSpPr><p:cNvPr id="319" name="object 319"/><p:cNvSpPr/><p:nvPr/></p:nvSpPr><p:spPr><a:xfrm><a:off x="7819578" y="5176673"/><a:ext cx="26034" cy="20955"/></a:xfrm><a:custGeom><a:avLst/><a:gdLst/><a:ahLst/><a:cxnLst/><a:rect l="l" t="t" r="r" b="b"/><a:pathLst><a:path w="26034" h="20954"><a:moveTo><a:pt x="25517" y="0"/></a:moveTo><a:lnTo><a:pt x="0" y="20709"/></a:lnTo></a:path></a:pathLst></a:custGeom><a:ln w="7756"><a:solidFill><a:srgbClr val="000000"/></a:solidFill></a:ln></p:spPr><p:txBody><a:bodyPr wrap="square" lIns="0" tIns="0" rIns="0" bIns="0" rtlCol="0"/><a:lstStyle/><a:p/></p:txBody></p:sp><p:sp><p:nvSpPr><p:cNvPr id="320" name="object 320"/><p:cNvSpPr/><p:nvPr/></p:nvSpPr><p:spPr><a:xfrm><a:off x="7809185" y="5184624"/><a:ext cx="23495" cy="2540"/></a:xfrm><a:custGeom><a:avLst/><a:gdLst/><a:ahLst/><a:cxnLst/><a:rect l="l" t="t" r="r" b="b"/><a:pathLst><a:path w="23495" h="2539"><a:moveTo><a:pt x="23191" y="2404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321" name="object 321"/><p:cNvSpPr/><p:nvPr/></p:nvSpPr><p:spPr><a:xfrm><a:off x="8111988" y="5245890"/><a:ext cx="338455" cy="146050"/></a:xfrm><a:custGeom><a:avLst/><a:gdLst/><a:ahLst/><a:cxnLst/><a:rect l="l" t="t" r="r" b="b"/><a:pathLst><a:path w="338454" h="146050"><a:moveTo><a:pt x="326691" y="145894"/></a:moveTo><a:lnTo><a:pt x="0" y="111456"/></a:lnTo><a:lnTo><a:pt x="11711" y="0"/></a:lnTo><a:lnTo><a:pt x="338403" y="34437"/></a:lnTo><a:lnTo><a:pt x="326691" y="145894"/></a:lnTo><a:close/></a:path></a:pathLst></a:custGeom><a:solidFill><a:srgbClr val="FFFFFF"/></a:solidFill></p:spPr><p:txBody><a:bodyPr wrap="square" lIns="0" tIns="0" rIns="0" bIns="0" rtlCol="0"/><a:lstStyle/><a:p/></p:txBody></p:sp><p:sp><p:nvSpPr><p:cNvPr id="322" name="object 322"/><p:cNvSpPr/><p:nvPr/></p:nvSpPr><p:spPr><a:xfrm><a:off x="8111988" y="5245890"/><a:ext cx="338455" cy="146050"/></a:xfrm><a:custGeom><a:avLst/><a:gdLst/><a:ahLst/><a:cxnLst/><a:rect l="l" t="t" r="r" b="b"/><a:pathLst><a:path w="338454" h="146050"><a:moveTo><a:pt x="11711" y="0"/></a:moveTo><a:lnTo><a:pt x="338403" y="34437"/></a:lnTo><a:lnTo><a:pt x="326691" y="145894"/></a:lnTo><a:lnTo><a:pt x="0" y="111456"/></a:lnTo><a:lnTo><a:pt x="11711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323" name="object 323"/><p:cNvSpPr txBox="1"/><p:nvPr/></p:nvSpPr><p:spPr><a:xfrm rot="360000"><a:off x="8157661" y="5277319"/><a:ext cx="246923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8&apos;-</a:t></a:r><a:r><a:rPr dirty="0" sz="700" spc="-25"><a:latin typeface="Verdana"/><a:cs typeface="Verdana"/></a:rPr><a:t>3&quot;</a:t></a:r><a:endParaRPr sz="700"><a:latin typeface="Verdana"/><a:cs typeface="Verdana"/></a:endParaRPr></a:p></p:txBody></p:sp><p:grpSp><p:nvGrpSpPr><p:cNvPr id="324" name="object 324"/><p:cNvGrpSpPr/><p:nvPr/></p:nvGrpSpPr><p:grpSpPr><a:xfrm><a:off x="6738191" y="4387005"/><a:ext cx="13053060" cy="7758430"/><a:chOff x="6738191" y="4387005"/><a:chExt cx="13053060" cy="7758430"/></a:xfrm></p:grpSpPr><p:sp><p:nvSpPr><p:cNvPr id="325" name="object 325"/><p:cNvSpPr/><p:nvPr/></p:nvSpPr><p:spPr><a:xfrm><a:off x="6742319" y="4398826"/><a:ext cx="1019175" cy="150495"/></a:xfrm><a:custGeom><a:avLst/><a:gdLst/><a:ahLst/><a:cxnLst/><a:rect l="l" t="t" r="r" b="b"/><a:pathLst><a:path w="1019175" h="150495"><a:moveTo><a:pt x="0" y="150082"/></a:moveTo><a:lnTo><a:pt x="101877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26" name="object 326"/><p:cNvSpPr/><p:nvPr/></p:nvSpPr><p:spPr><a:xfrm><a:off x="7759856" y="4391132"/><a:ext cx="47625" cy="15875"/></a:xfrm><a:custGeom><a:avLst/><a:gdLst/><a:ahLst/><a:cxnLst/><a:rect l="l" t="t" r="r" b="b"/><a:pathLst><a:path w="47625" h="15875"><a:moveTo><a:pt x="2326" y="15357"/></a:moveTo><a:lnTo><a:pt x="0" y="0"/></a:lnTo><a:lnTo><a:pt x="47235" y="930"/></a:lnTo><a:lnTo><a:pt x="2326" y="15357"/></a:lnTo><a:close/></a:path></a:pathLst></a:custGeom><a:solidFill><a:srgbClr val="000000"/></a:solidFill></p:spPr><p:txBody><a:bodyPr wrap="square" lIns="0" tIns="0" rIns="0" bIns="0" rtlCol="0"/><a:lstStyle/><a:p/></p:txBody></p:sp><p:sp><p:nvSpPr><p:cNvPr id="327" name="object 327"/><p:cNvSpPr/><p:nvPr/></p:nvSpPr><p:spPr><a:xfrm><a:off x="7759856" y="4391132"/><a:ext cx="47625" cy="15875"/></a:xfrm><a:custGeom><a:avLst/><a:gdLst/><a:ahLst/><a:cxnLst/><a:rect l="l" t="t" r="r" b="b"/><a:pathLst><a:path w="47625" h="15875"><a:moveTo><a:pt x="47235" y="930"/></a:moveTo><a:lnTo><a:pt x="2326" y="15357"/></a:lnTo><a:lnTo><a:pt x="0" y="0"/></a:lnTo><a:lnTo><a:pt x="47235" y="930"/></a:lnTo><a:close/></a:path></a:pathLst></a:custGeom><a:ln w="7756"><a:solidFill><a:srgbClr val="000000"/></a:solidFill></a:ln></p:spPr><p:txBody><a:bodyPr wrap="square" lIns="0" tIns="0" rIns="0" bIns="0" rtlCol="0"/><a:lstStyle/><a:p/></p:txBody></p:sp><p:pic><p:nvPicPr><p:cNvPr id="328" name="object 328"/><p:cNvPicPr/><p:nvPr/></p:nvPicPr><p:blipFill><a:blip r:embed="rId33" cstate="print"/><a:stretch><a:fillRect/></a:stretch></p:blipFill><p:spPr><a:xfrm><a:off x="18622818" y="11129543"/><a:ext cx="1168085" cy="1015675"/></a:xfrm><a:prstGeom prst="rect"><a:avLst/></a:prstGeom></p:spPr></p:pic><p:pic><p:nvPicPr><p:cNvPr id="329" name="object 329"/><p:cNvPicPr/><p:nvPr/></p:nvPicPr><p:blipFill><a:blip r:embed="rId34" cstate="print"/><a:stretch><a:fillRect/></a:stretch></p:blipFill><p:spPr><a:xfrm><a:off x="18546342" y="11041742"/><a:ext cx="175833" cy="153340"/></a:xfrm><a:prstGeom prst="rect"><a:avLst/></a:prstGeom></p:spPr></p:pic></p:grpSp><p:sp><p:nvSpPr><p:cNvPr id="330" name="object 330"/><p:cNvSpPr txBox="1"/><p:nvPr/></p:nvSpPr><p:spPr><a:xfrm><a:off x="18597010" y="11075424"/><a:ext cx="74930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grpSp><p:nvGrpSpPr><p:cNvPr id="331" name="object 331"/><p:cNvGrpSpPr/><p:nvPr/></p:nvGrpSpPr><p:grpSpPr><a:xfrm><a:off x="16527191" y="11920818"/><a:ext cx="772160" cy="1102995"/><a:chOff x="16527191" y="11920818"/><a:chExt cx="772160" cy="1102995"/></a:xfrm></p:grpSpPr><p:sp><p:nvSpPr><p:cNvPr id="332" name="object 332"/><p:cNvSpPr/><p:nvPr/></p:nvSpPr><p:spPr><a:xfrm><a:off x="16706169" y="12047844"/><a:ext cx="40005" cy="46990"/></a:xfrm><a:custGeom><a:avLst/><a:gdLst/><a:ahLst/><a:cxnLst/><a:rect l="l" t="t" r="r" b="b"/><a:pathLst><a:path w="40005" h="46990"><a:moveTo><a:pt x="26536" y="46771"/></a:moveTo><a:lnTo><a:pt x="0" y="7641"/></a:lnTo><a:lnTo><a:pt x="9741" y="1007"/></a:lnTo><a:lnTo><a:pt x="15199" y="0"/></a:lnTo><a:lnTo><a:pt x="39552" y="29809"/></a:lnTo><a:lnTo><a:pt x="39300" y="35435"/></a:lnTo><a:lnTo><a:pt x="36361" y="40137"/></a:lnTo><a:lnTo><a:pt x="26536" y="46771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333" name="object 333"/><p:cNvSpPr/><p:nvPr/></p:nvSpPr><p:spPr><a:xfrm><a:off x="16679801" y="12064302"/><a:ext cx="32384" cy="50165"/></a:xfrm><a:custGeom><a:avLst/><a:gdLst/><a:ahLst/><a:cxnLst/><a:rect l="l" t="t" r="r" b="b"/><a:pathLst><a:path w="32384" h="50165"><a:moveTo><a:pt x="31910" y="49709"/></a:moveTo><a:lnTo><a:pt x="0" y="14778"/></a:lnTo><a:lnTo><a:pt x="16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34" name="object 334"/><p:cNvSpPr/><p:nvPr/></p:nvSpPr><p:spPr><a:xfrm><a:off x="16695000" y="12086638"/><a:ext cx="10160" cy="9525"/></a:xfrm><a:custGeom><a:avLst/><a:gdLst/><a:ahLst/><a:cxnLst/><a:rect l="l" t="t" r="r" b="b"/><a:pathLst><a:path w="10159" h="9525"><a:moveTo><a:pt x="0" y="9068"/></a:moveTo><a:lnTo><a:pt x="999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35" name="object 335"/><p:cNvSpPr/><p:nvPr/></p:nvSpPr><p:spPr><a:xfrm><a:off x="16711711" y="12099150"/><a:ext cx="16510" cy="15240"/></a:xfrm><a:custGeom><a:avLst/><a:gdLst/><a:ahLst/><a:cxnLst/><a:rect l="l" t="t" r="r" b="b"/><a:pathLst><a:path w="16509" h="15240"><a:moveTo><a:pt x="0" y="14862"/></a:moveTo><a:lnTo><a:pt x="16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36" name="object 336"/><p:cNvSpPr/><p:nvPr/></p:nvSpPr><p:spPr><a:xfrm><a:off x="16714398" y="11978150"/><a:ext cx="29845" cy="9525"/></a:xfrm><a:custGeom><a:avLst/><a:gdLst/><a:ahLst/><a:cxnLst/><a:rect l="l" t="t" r="r" b="b"/><a:pathLst><a:path w="29844" h="9525"><a:moveTo><a:pt x="29391" y="9068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37" name="object 337"/><p:cNvSpPr/><p:nvPr/></p:nvSpPr><p:spPr><a:xfrm><a:off x="16714482" y="11962531"/><a:ext cx="26034" cy="15875"/></a:xfrm><a:custGeom><a:avLst/><a:gdLst/><a:ahLst/><a:cxnLst/><a:rect l="l" t="t" r="r" b="b"/><a:pathLst><a:path w="26034" h="15875"><a:moveTo><a:pt x="25864" y="0"/></a:moveTo><a:lnTo><a:pt x="23344" y="587"/></a:lnTo><a:lnTo><a:pt x="15083" y="2804"/></a:lnTo><a:lnTo><a:pt x="7423" y="7326"/></a:lnTo><a:lnTo><a:pt x="1679" y="13687"/></a:lnTo><a:lnTo><a:pt x="0" y="15618"/></a:lnTo></a:path></a:pathLst></a:custGeom><a:ln w="3175"><a:solidFill><a:srgbClr val="000000"/></a:solidFill></a:ln></p:spPr><p:txBody><a:bodyPr wrap="square" lIns="0" tIns="0" rIns="0" bIns="0" rtlCol="0"/><a:lstStyle/><a:p/></p:txBody></p:sp><p:sp><p:nvSpPr><p:cNvPr id="338" name="object 338"/><p:cNvSpPr/><p:nvPr/></p:nvSpPr><p:spPr><a:xfrm><a:off x="16689206" y="11994692"/><a:ext cx="30480" cy="6985"/></a:xfrm><a:custGeom><a:avLst/><a:gdLst/><a:ahLst/><a:cxnLst/><a:rect l="l" t="t" r="r" b="b"/><a:pathLst><a:path w="30480" h="6984"><a:moveTo><a:pt x="29978" y="671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39" name="object 339"/><p:cNvSpPr/><p:nvPr/></p:nvSpPr><p:spPr><a:xfrm><a:off x="16695840" y="11999982"/><a:ext cx="20955" cy="17780"/></a:xfrm><a:custGeom><a:avLst/><a:gdLst/><a:ahLst/><a:cxnLst/><a:rect l="l" t="t" r="r" b="b"/><a:pathLst><a:path w="20955" h="17779"><a:moveTo><a:pt x="0" y="17465"/></a:moveTo><a:lnTo><a:pt x="2435" y="16206"/></a:lnTo><a:lnTo><a:pt x="8408" y="13236"/></a:lnTo><a:lnTo><a:pt x="15319" y="7582"/></a:lnTo><a:lnTo><a:pt x="19230" y="2183"/></a:lnTo><a:lnTo><a:pt x="2090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40" name="object 340"/><p:cNvSpPr/><p:nvPr/></p:nvSpPr><p:spPr><a:xfrm><a:off x="16710787" y="12599440"/><a:ext cx="6350" cy="30480"/></a:xfrm><a:custGeom><a:avLst/><a:gdLst/><a:ahLst/><a:cxnLst/><a:rect l="l" t="t" r="r" b="b"/><a:pathLst><a:path w="6350" h="30479"><a:moveTo><a:pt x="0" y="0"/></a:moveTo><a:lnTo><a:pt x="6046" y="30145"/></a:lnTo></a:path></a:pathLst></a:custGeom><a:ln w="3175"><a:solidFill><a:srgbClr val="000000"/></a:solidFill></a:ln></p:spPr><p:txBody><a:bodyPr wrap="square" lIns="0" tIns="0" rIns="0" bIns="0" rtlCol="0"/><a:lstStyle/><a:p/></p:txBody></p:sp><p:sp><p:nvSpPr><p:cNvPr id="341" name="object 341"/><p:cNvSpPr/><p:nvPr/></p:nvSpPr><p:spPr><a:xfrm><a:off x="16690717" y="12614219"/><a:ext cx="26670" cy="15875"/></a:xfrm><a:custGeom><a:avLst/><a:gdLst/><a:ahLst/><a:cxnLst/><a:rect l="l" t="t" r="r" b="b"/><a:pathLst><a:path w="26669" h="15875"><a:moveTo><a:pt x="0" y="0"/></a:moveTo><a:lnTo><a:pt x="1763" y="1931"/></a:lnTo><a:lnTo><a:pt x="7301" y="8010"/></a:lnTo><a:lnTo><a:pt x="15598" y="12859"/></a:lnTo><a:lnTo><a:pt x="23596" y="14778"/></a:lnTo><a:lnTo><a:pt x="26116" y="15282"/></a:lnTo></a:path></a:pathLst></a:custGeom><a:ln w="3175"><a:solidFill><a:srgbClr val="000000"/></a:solidFill></a:ln></p:spPr><p:txBody><a:bodyPr wrap="square" lIns="0" tIns="0" rIns="0" bIns="0" rtlCol="0"/><a:lstStyle/><a:p/></p:txBody></p:sp><p:sp><p:nvSpPr><p:cNvPr id="342" name="object 342"/><p:cNvSpPr/><p:nvPr/></p:nvSpPr><p:spPr><a:xfrm><a:off x="16710451" y="12602211"/><a:ext cx="24765" cy="12700"/></a:xfrm><a:custGeom><a:avLst/><a:gdLst/><a:ahLst/><a:cxnLst/><a:rect l="l" t="t" r="r" b="b"/><a:pathLst><a:path w="24765" h="12700"><a:moveTo><a:pt x="24436" y="12091"/></a:moveTo><a:lnTo><a:pt x="22337" y="10328"/></a:lnTo><a:lnTo><a:pt x="16743" y="5817"/></a:lnTo><a:lnTo><a:pt x="9680" y="2276"/></a:lnTo><a:lnTo><a:pt x="2687" y="58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43" name="object 343"/><p:cNvSpPr/><p:nvPr/></p:nvSpPr><p:spPr><a:xfrm><a:off x="16604895" y="12202432"/><a:ext cx="44450" cy="17780"/></a:xfrm><a:custGeom><a:avLst/><a:gdLst/><a:ahLst/><a:cxnLst/><a:rect l="l" t="t" r="r" b="b"/><a:pathLst><a:path w="44450" h="17779"><a:moveTo><a:pt x="0" y="0"/></a:moveTo><a:lnTo><a:pt x="43918" y="17465"/></a:lnTo></a:path></a:pathLst></a:custGeom><a:ln w="3175"><a:solidFill><a:srgbClr val="000000"/></a:solidFill></a:ln></p:spPr><p:txBody><a:bodyPr wrap="square" lIns="0" tIns="0" rIns="0" bIns="0" rtlCol="0"/><a:lstStyle/><a:p/></p:txBody></p:sp><p:sp><p:nvSpPr><p:cNvPr id="344" name="object 344"/><p:cNvSpPr/><p:nvPr/></p:nvSpPr><p:spPr><a:xfrm><a:off x="16612033" y="12173127"/><a:ext cx="46355" cy="35560"/></a:xfrm><a:custGeom><a:avLst/><a:gdLst/><a:ahLst/><a:cxnLst/><a:rect l="l" t="t" r="r" b="b"/><a:pathLst><a:path w="46355" h="35559"><a:moveTo><a:pt x="12596" y="0"/></a:moveTo><a:lnTo><a:pt x="7053" y="1175"/></a:lnTo><a:lnTo><a:pt x="2939" y="4786"/></a:lnTo><a:lnTo><a:pt x="83" y="11000"/></a:lnTo><a:lnTo><a:pt x="0" y="16542"/></a:lnTo><a:lnTo><a:pt x="2687" y="21496"/></a:lnTo><a:lnTo><a:pt x="6801" y="23343"/></a:lnTo><a:lnTo><a:pt x="11588" y="23679"/></a:lnTo><a:lnTo><a:pt x="14359" y="23091"/></a:lnTo><a:lnTo><a:pt x="17802" y="20908"/></a:lnTo><a:lnTo><a:pt x="26116" y="13603"/></a:lnTo><a:lnTo><a:pt x="29559" y="11503"/></a:lnTo><a:lnTo><a:pt x="32330" y="10916"/></a:lnTo><a:lnTo><a:pt x="37116" y="11251"/></a:lnTo><a:lnTo><a:pt x="43246" y="14022"/></a:lnTo><a:lnTo><a:pt x="45934" y="18977"/></a:lnTo><a:lnTo><a:pt x="45934" y="24519"/></a:lnTo><a:lnTo><a:pt x="43079" y="30648"/></a:lnTo><a:lnTo><a:pt x="38880" y="34343"/></a:lnTo><a:lnTo><a:pt x="33421" y="35519"/></a:lnTo></a:path></a:pathLst></a:custGeom><a:ln w="3175"><a:solidFill><a:srgbClr val="000000"/></a:solidFill></a:ln></p:spPr><p:txBody><a:bodyPr wrap="square" lIns="0" tIns="0" rIns="0" bIns="0" rtlCol="0"/><a:lstStyle/><a:p/></p:txBody></p:sp><p:sp><p:nvSpPr><p:cNvPr id="345" name="object 345"/><p:cNvSpPr/><p:nvPr/></p:nvSpPr><p:spPr><a:xfrm><a:off x="16540822" y="12200333"/><a:ext cx="27305" cy="14604"/></a:xfrm><a:custGeom><a:avLst/><a:gdLst/><a:ahLst/><a:cxnLst/><a:rect l="l" t="t" r="r" b="b"/><a:pathLst><a:path w="27305" h="14604"><a:moveTo><a:pt x="27039" y="0"/></a:moveTo><a:lnTo><a:pt x="0" y="14610"/></a:lnTo></a:path></a:pathLst></a:custGeom><a:ln w="3175"><a:solidFill><a:srgbClr val="000000"/></a:solidFill></a:ln></p:spPr><p:txBody><a:bodyPr wrap="square" lIns="0" tIns="0" rIns="0" bIns="0" rtlCol="0"/><a:lstStyle/><a:p/></p:txBody></p:sp><p:sp><p:nvSpPr><p:cNvPr id="346" name="object 346"/><p:cNvSpPr/><p:nvPr/></p:nvSpPr><p:spPr><a:xfrm><a:off x="16540655" y="12185470"/><a:ext cx="7620" cy="29845"/></a:xfrm><a:custGeom><a:avLst/><a:gdLst/><a:ahLst/><a:cxnLst/><a:rect l="l" t="t" r="r" b="b"/><a:pathLst><a:path w="7619" h="29845"><a:moveTo><a:pt x="7137" y="0"/></a:moveTo><a:lnTo><a:pt x="0" y="26870"/></a:lnTo><a:lnTo><a:pt x="167" y="29473"/></a:lnTo></a:path></a:pathLst></a:custGeom><a:ln w="3175"><a:solidFill><a:srgbClr val="000000"/></a:solidFill></a:ln></p:spPr><p:txBody><a:bodyPr wrap="square" lIns="0" tIns="0" rIns="0" bIns="0" rtlCol="0"/><a:lstStyle/><a:p/></p:txBody></p:sp><p:sp><p:nvSpPr><p:cNvPr id="347" name="object 347"/><p:cNvSpPr/><p:nvPr/></p:nvSpPr><p:spPr><a:xfrm><a:off x="16560725" y="12200837"/><a:ext cx="5080" cy="27305"/></a:xfrm><a:custGeom><a:avLst/><a:gdLst/><a:ahLst/><a:cxnLst/><a:rect l="l" t="t" r="r" b="b"/><a:pathLst><a:path w="5080" h="27304"><a:moveTo><a:pt x="0" y="26954"/></a:moveTo><a:lnTo><a:pt x="1511" y="23259"/></a:lnTo><a:lnTo><a:pt x="3932" y="17198"/></a:lnTo><a:lnTo><a:pt x="4737" y="10434"/></a:lnTo><a:lnTo><a:pt x="4702" y="3946"/></a:lnTo><a:lnTo><a:pt x="445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48" name="object 348"/><p:cNvSpPr/><p:nvPr/></p:nvSpPr><p:spPr><a:xfrm><a:off x="16573405" y="12449723"/><a:ext cx="10795" cy="29209"/></a:xfrm><a:custGeom><a:avLst/><a:gdLst/><a:ahLst/><a:cxnLst/><a:rect l="l" t="t" r="r" b="b"/><a:pathLst><a:path w="10794" h="29209"><a:moveTo><a:pt x="10748" y="0"/></a:moveTo><a:lnTo><a:pt x="0" y="28717"/></a:lnTo></a:path></a:pathLst></a:custGeom><a:ln w="3175"><a:solidFill><a:srgbClr val="000000"/></a:solidFill></a:ln></p:spPr><p:txBody><a:bodyPr wrap="square" lIns="0" tIns="0" rIns="0" bIns="0" rtlCol="0"/><a:lstStyle/><a:p/></p:txBody></p:sp><p:sp><p:nvSpPr><p:cNvPr id="349" name="object 349"/><p:cNvSpPr/><p:nvPr/></p:nvSpPr><p:spPr><a:xfrm><a:off x="16559297" y="12451654"/><a:ext cx="14604" cy="27305"/></a:xfrm><a:custGeom><a:avLst/><a:gdLst/><a:ahLst/><a:cxnLst/><a:rect l="l" t="t" r="r" b="b"/><a:pathLst><a:path w="14605" h="27304"><a:moveTo><a:pt x="0" y="0"/></a:moveTo><a:lnTo><a:pt x="503" y="2603"/></a:lnTo><a:lnTo><a:pt x="2166" y="11134"/></a:lnTo><a:lnTo><a:pt x="6284" y="18744"/></a:lnTo><a:lnTo><a:pt x="12260" y="25022"/></a:lnTo><a:lnTo><a:pt x="14107" y="26786"/></a:lnTo></a:path></a:pathLst></a:custGeom><a:ln w="3175"><a:solidFill><a:srgbClr val="000000"/></a:solidFill></a:ln></p:spPr><p:txBody><a:bodyPr wrap="square" lIns="0" tIns="0" rIns="0" bIns="0" rtlCol="0"/><a:lstStyle/><a:p/></p:txBody></p:sp><p:sp><p:nvSpPr><p:cNvPr id="350" name="object 350"/><p:cNvSpPr/><p:nvPr/></p:nvSpPr><p:spPr><a:xfrm><a:off x="16582474" y="12451906"/><a:ext cx="14604" cy="23495"/></a:xfrm><a:custGeom><a:avLst/><a:gdLst/><a:ahLst/><a:cxnLst/><a:rect l="l" t="t" r="r" b="b"/><a:pathLst><a:path w="14605" h="23495"><a:moveTo><a:pt x="14359" y="23175"/></a:moveTo><a:lnTo><a:pt x="13519" y="20572"/></a:lnTo><a:lnTo><a:pt x="10947" y="13486"/></a:lnTo><a:lnTo><a:pt x="7105" y="7469"/></a:lnTo><a:lnTo><a:pt x="2015" y="193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1" name="object 351"/><p:cNvSpPr/><p:nvPr/></p:nvSpPr><p:spPr><a:xfrm><a:off x="16645119" y="12544104"/><a:ext cx="1270" cy="31115"/></a:xfrm><a:custGeom><a:avLst/><a:gdLst/><a:ahLst/><a:cxnLst/><a:rect l="l" t="t" r="r" b="b"/><a:pathLst><a:path w="1269" h="31115"><a:moveTo><a:pt x="1259" y="0"/></a:moveTo><a:lnTo><a:pt x="0" y="30648"/></a:lnTo></a:path></a:pathLst></a:custGeom><a:ln w="3175"><a:solidFill><a:srgbClr val="000000"/></a:solidFill></a:ln></p:spPr><p:txBody><a:bodyPr wrap="square" lIns="0" tIns="0" rIns="0" bIns="0" rtlCol="0"/><a:lstStyle/><a:p/></p:txBody></p:sp><p:sp><p:nvSpPr><p:cNvPr id="352" name="object 352"/><p:cNvSpPr/><p:nvPr/></p:nvSpPr><p:spPr><a:xfrm><a:off x="16666365" y="12564257"/><a:ext cx="1270" cy="31115"/></a:xfrm><a:custGeom><a:avLst/><a:gdLst/><a:ahLst/><a:cxnLst/><a:rect l="l" t="t" r="r" b="b"/><a:pathLst><a:path w="1269" h="31115"><a:moveTo><a:pt x="0" y="0"/></a:moveTo><a:lnTo><a:pt x="1175" y="30648"/></a:lnTo></a:path></a:pathLst></a:custGeom><a:ln w="3175"><a:solidFill><a:srgbClr val="000000"/></a:solidFill></a:ln></p:spPr><p:txBody><a:bodyPr wrap="square" lIns="0" tIns="0" rIns="0" bIns="0" rtlCol="0"/><a:lstStyle/><a:p/></p:txBody></p:sp><p:sp><p:nvSpPr><p:cNvPr id="353" name="object 353"/><p:cNvSpPr/><p:nvPr/></p:nvSpPr><p:spPr><a:xfrm><a:off x="16644195" y="12575677"/><a:ext cx="23495" cy="19685"/></a:xfrm><a:custGeom><a:avLst/><a:gdLst/><a:ahLst/><a:cxnLst/><a:rect l="l" t="t" r="r" b="b"/><a:pathLst><a:path w="23494" h="19684"><a:moveTo><a:pt x="0" y="0"/></a:moveTo><a:lnTo><a:pt x="20909" y="18305"/></a:lnTo><a:lnTo><a:pt x="23344" y="19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354" name="object 354"/><p:cNvSpPr/><p:nvPr/></p:nvSpPr><p:spPr><a:xfrm><a:off x="16645455" y="12546791"/><a:ext cx="20955" cy="17780"/></a:xfrm><a:custGeom><a:avLst/><a:gdLst/><a:ahLst/><a:cxnLst/><a:rect l="l" t="t" r="r" b="b"/><a:pathLst><a:path w="20955" h="17779"><a:moveTo><a:pt x="20909" y="17465"/></a:moveTo><a:lnTo><a:pt x="19230" y="15282"/></a:lnTo><a:lnTo><a:pt x="14881" y="9533"/></a:lnTo><a:lnTo><a:pt x="8814" y="4510"/></a:lnTo><a:lnTo><a:pt x="2435" y="117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5" name="object 355"/><p:cNvSpPr/><p:nvPr/></p:nvSpPr><p:spPr><a:xfrm><a:off x="16687862" y="12582730"/><a:ext cx="3810" cy="30480"/></a:xfrm><a:custGeom><a:avLst/><a:gdLst/><a:ahLst/><a:cxnLst/><a:rect l="l" t="t" r="r" b="b"/><a:pathLst><a:path w="3809" h="30479"><a:moveTo><a:pt x="0" y="0"/></a:moveTo><a:lnTo><a:pt x="3610" y="3048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6" name="object 356"/><p:cNvSpPr/><p:nvPr/></p:nvSpPr><p:spPr><a:xfrm><a:off x="16666701" y="12595830"/><a:ext cx="25400" cy="17780"/></a:xfrm><a:custGeom><a:avLst/><a:gdLst/><a:ahLst/><a:cxnLst/><a:rect l="l" t="t" r="r" b="b"/><a:pathLst><a:path w="25400" h="17779"><a:moveTo><a:pt x="0" y="0"/></a:moveTo><a:lnTo><a:pt x="1595" y="2099"/></a:lnTo><a:lnTo><a:pt x="6897" y="8830"/></a:lnTo><a:lnTo><a:pt x="14242" y="13861"/></a:lnTo><a:lnTo><a:pt x="22337" y="16625"/></a:lnTo><a:lnTo><a:pt x="24772" y="17381"/></a:lnTo></a:path></a:pathLst></a:custGeom><a:ln w="3175"><a:solidFill><a:srgbClr val="000000"/></a:solidFill></a:ln></p:spPr><p:txBody><a:bodyPr wrap="square" lIns="0" tIns="0" rIns="0" bIns="0" rtlCol="0"/><a:lstStyle/><a:p/></p:txBody></p:sp><p:sp><p:nvSpPr><p:cNvPr id="357" name="object 357"/><p:cNvSpPr/><p:nvPr/></p:nvSpPr><p:spPr><a:xfrm><a:off x="16665609" y="12566944"/><a:ext cx="22860" cy="15875"/></a:xfrm><a:custGeom><a:avLst/><a:gdLst/><a:ahLst/><a:cxnLst/><a:rect l="l" t="t" r="r" b="b"/><a:pathLst><a:path w="22859" h="15875"><a:moveTo><a:pt x="22253" y="15786"/></a:moveTo><a:lnTo><a:pt x="20405" y="13687"/></a:lnTo><a:lnTo><a:pt x="15407" y="8255"/></a:lnTo><a:lnTo><a:pt x="9398" y="3911"/></a:lnTo><a:lnTo><a:pt x="2603" y="100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8" name="object 358"/><p:cNvSpPr/><p:nvPr/></p:nvSpPr><p:spPr><a:xfrm><a:off x="16687274" y="12585417"/><a:ext cx="23495" cy="14604"/></a:xfrm><a:custGeom><a:avLst/><a:gdLst/><a:ahLst/><a:cxnLst/><a:rect l="l" t="t" r="r" b="b"/><a:pathLst><a:path w="23494" h="14604"><a:moveTo><a:pt x="23428" y="14022"/></a:moveTo><a:lnTo><a:pt x="21413" y="12091"/></a:lnTo><a:lnTo><a:pt x="16471" y="7372"/></a:lnTo><a:lnTo><a:pt x="9219" y="2894"/></a:lnTo><a:lnTo><a:pt x="2687" y="83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9" name="object 359"/><p:cNvSpPr/><p:nvPr/></p:nvSpPr><p:spPr><a:xfrm><a:off x="16588436" y="12475081"/><a:ext cx="8890" cy="29845"/></a:xfrm><a:custGeom><a:avLst/><a:gdLst/><a:ahLst/><a:cxnLst/><a:rect l="l" t="t" r="r" b="b"/><a:pathLst><a:path w="8890" h="29845"><a:moveTo><a:pt x="8397" y="0"/></a:moveTo><a:lnTo><a:pt x="0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360" name="object 360"/><p:cNvSpPr/><p:nvPr/></p:nvSpPr><p:spPr><a:xfrm><a:off x="16572229" y="12479028"/><a:ext cx="16510" cy="26034"/></a:xfrm><a:custGeom><a:avLst/><a:gdLst/><a:ahLst/><a:cxnLst/><a:rect l="l" t="t" r="r" b="b"/><a:pathLst><a:path w="16509" h="26034"><a:moveTo><a:pt x="0" y="0"/></a:moveTo><a:lnTo><a:pt x="671" y="2519"/></a:lnTo><a:lnTo><a:pt x="2950" y="10780"/></a:lnTo><a:lnTo><a:pt x="7778" y="18273"/></a:lnTo><a:lnTo><a:pt x="14191" y="23931"/></a:lnTo><a:lnTo><a:pt x="16207" y="2561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1" name="object 361"/><p:cNvSpPr/><p:nvPr/></p:nvSpPr><p:spPr><a:xfrm><a:off x="16605399" y="12499349"/><a:ext cx="6350" cy="30480"/></a:xfrm><a:custGeom><a:avLst/><a:gdLst/><a:ahLst/><a:cxnLst/><a:rect l="l" t="t" r="r" b="b"/><a:pathLst><a:path w="6350" h="30479"><a:moveTo><a:pt x="6130" y="0"/></a:moveTo><a:lnTo><a:pt x="0" y="30145"/></a:lnTo></a:path></a:pathLst></a:custGeom><a:ln w="3175"><a:solidFill><a:srgbClr val="000000"/></a:solidFill></a:ln></p:spPr><p:txBody><a:bodyPr wrap="square" lIns="0" tIns="0" rIns="0" bIns="0" rtlCol="0"/><a:lstStyle/><a:p/></p:txBody></p:sp><p:sp><p:nvSpPr><p:cNvPr id="362" name="object 362"/><p:cNvSpPr/><p:nvPr/></p:nvSpPr><p:spPr><a:xfrm><a:off x="16587261" y="12505310"/><a:ext cx="18415" cy="24765"/></a:xfrm><a:custGeom><a:avLst/><a:gdLst/><a:ahLst/><a:cxnLst/><a:rect l="l" t="t" r="r" b="b"/><a:pathLst><a:path w="18415" h="24765"><a:moveTo><a:pt x="0" y="0"/></a:moveTo><a:lnTo><a:pt x="839" y="2435"/></a:lnTo><a:lnTo><a:pt x="3904" y="10431"/></a:lnTo><a:lnTo><a:pt x="9107" y="17598"/></a:lnTo><a:lnTo><a:pt x="16039" y="22671"/></a:lnTo><a:lnTo><a:pt x="18138" y="24183"/></a:lnTo></a:path></a:pathLst></a:custGeom><a:ln w="3175"><a:solidFill><a:srgbClr val="000000"/></a:solidFill></a:ln></p:spPr><p:txBody><a:bodyPr wrap="square" lIns="0" tIns="0" rIns="0" bIns="0" rtlCol="0"/><a:lstStyle/><a:p/></p:txBody></p:sp><p:sp><p:nvSpPr><p:cNvPr id="363" name="object 363"/><p:cNvSpPr/><p:nvPr/></p:nvSpPr><p:spPr><a:xfrm><a:off x="16595406" y="12477433"/><a:ext cx="16510" cy="22225"/></a:xfrm><a:custGeom><a:avLst/><a:gdLst/><a:ahLst/><a:cxnLst/><a:rect l="l" t="t" r="r" b="b"/><a:pathLst><a:path w="16509" h="22225"><a:moveTo><a:pt x="16123" y="21916"/></a:moveTo><a:lnTo><a:pt x="15031" y="19396"/></a:lnTo><a:lnTo><a:pt x="11976" y="12657"/></a:lnTo><a:lnTo><a:pt x="7633" y="6682"/></a:lnTo><a:lnTo><a:pt x="2099" y="1763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4" name="object 364"/><p:cNvSpPr/><p:nvPr/></p:nvSpPr><p:spPr><a:xfrm><a:off x="16624377" y="12522440"/><a:ext cx="3810" cy="30480"/></a:xfrm><a:custGeom><a:avLst/><a:gdLst/><a:ahLst/><a:cxnLst/><a:rect l="l" t="t" r="r" b="b"/><a:pathLst><a:path w="3809" h="30479"><a:moveTo><a:pt x="3694" y="0"/></a:moveTo><a:lnTo><a:pt x="0" y="3048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5" name="object 365"/><p:cNvSpPr/><p:nvPr/></p:nvSpPr><p:spPr><a:xfrm><a:off x="16604391" y="12530249"/><a:ext cx="20320" cy="22860"/></a:xfrm><a:custGeom><a:avLst/><a:gdLst/><a:ahLst/><a:cxnLst/><a:rect l="l" t="t" r="r" b="b"/><a:pathLst><a:path w="20319" h="22859"><a:moveTo><a:pt x="0" y="0"/></a:moveTo><a:lnTo><a:pt x="1007" y="2351"/></a:lnTo><a:lnTo><a:pt x="4780" y="10377"/></a:lnTo><a:lnTo><a:pt x="10307" y="16565"/></a:lnTo><a:lnTo><a:pt x="17718" y="21412"/></a:lnTo><a:lnTo><a:pt x="19985" y="22671"/></a:lnTo></a:path></a:pathLst></a:custGeom><a:ln w="3175"><a:solidFill><a:srgbClr val="000000"/></a:solidFill></a:ln></p:spPr><p:txBody><a:bodyPr wrap="square" lIns="0" tIns="0" rIns="0" bIns="0" rtlCol="0"/><a:lstStyle/><a:p/></p:txBody></p:sp><p:sp><p:nvSpPr><p:cNvPr id="366" name="object 366"/><p:cNvSpPr/><p:nvPr/></p:nvSpPr><p:spPr><a:xfrm><a:off x="16610186" y="12501868"/><a:ext cx="18415" cy="20955"/></a:xfrm><a:custGeom><a:avLst/><a:gdLst/><a:ahLst/><a:cxnLst/><a:rect l="l" t="t" r="r" b="b"/><a:pathLst><a:path w="18415" h="20954"><a:moveTo><a:pt x="17802" y="20572"/></a:moveTo><a:lnTo><a:pt x="16543" y="18137"/></a:lnTo><a:lnTo><a:pt x="13245" y="11897"/></a:lnTo><a:lnTo><a:pt x="7906" y="5831"/></a:lnTo><a:lnTo><a:pt x="2267" y="159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7" name="object 367"/><p:cNvSpPr/><p:nvPr/></p:nvSpPr><p:spPr><a:xfrm><a:off x="16623370" y="12553761"/><a:ext cx="22225" cy="21590"/></a:xfrm><a:custGeom><a:avLst/><a:gdLst/><a:ahLst/><a:cxnLst/><a:rect l="l" t="t" r="r" b="b"/><a:pathLst><a:path w="22225" h="21590"><a:moveTo><a:pt x="0" y="0"/></a:moveTo><a:lnTo><a:pt x="1175" y="2267"/></a:lnTo><a:lnTo><a:pt x="5406" y="9687"/></a:lnTo><a:lnTo><a:pt x="11834" y="15927"/></a:lnTo><a:lnTo><a:pt x="19398" y="19900"/></a:lnTo><a:lnTo><a:pt x="21749" y="21076"/></a:lnTo></a:path></a:pathLst></a:custGeom><a:ln w="3175"><a:solidFill><a:srgbClr val="000000"/></a:solidFill></a:ln></p:spPr><p:txBody><a:bodyPr wrap="square" lIns="0" tIns="0" rIns="0" bIns="0" rtlCol="0"/><a:lstStyle/><a:p/></p:txBody></p:sp><p:sp><p:nvSpPr><p:cNvPr id="368" name="object 368"/><p:cNvSpPr/><p:nvPr/></p:nvSpPr><p:spPr><a:xfrm><a:off x="16626897" y="12524959"/><a:ext cx="19685" cy="19685"/></a:xfrm><a:custGeom><a:avLst/><a:gdLst/><a:ahLst/><a:cxnLst/><a:rect l="l" t="t" r="r" b="b"/><a:pathLst><a:path w="19684" h="19684"><a:moveTo><a:pt x="19398" y="19145"/></a:moveTo><a:lnTo><a:pt x="17970" y="16793"/></a:lnTo><a:lnTo><a:pt x="13752" y="10508"/></a:lnTo><a:lnTo><a:pt x="8790" y="5448"/></a:lnTo><a:lnTo><a:pt x="2351" y="142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9" name="object 369"/><p:cNvSpPr/><p:nvPr/></p:nvSpPr><p:spPr><a:xfrm><a:off x="16534180" y="12214608"/><a:ext cx="5715" cy="30480"/></a:xfrm><a:custGeom><a:avLst/><a:gdLst/><a:ahLst/><a:cxnLst/><a:rect l="l" t="t" r="r" b="b"/><a:pathLst><a:path w="5715" h="30479"><a:moveTo><a:pt x="5383" y="0"/></a:moveTo><a:lnTo><a:pt x="4291" y="2267"/></a:lnTo><a:lnTo><a:pt x="1958" y="8251"/></a:lnTo><a:lnTo><a:pt x="518" y="14532"/></a:lnTo><a:lnTo><a:pt x="0" y="20957"/></a:lnTo><a:lnTo><a:pt x="428" y="27374"/></a:lnTo><a:lnTo><a:pt x="848" y="29893"/></a:lnTo></a:path></a:pathLst></a:custGeom><a:ln w="3175"><a:solidFill><a:srgbClr val="000000"/></a:solidFill></a:ln></p:spPr><p:txBody><a:bodyPr wrap="square" lIns="0" tIns="0" rIns="0" bIns="0" rtlCol="0"/><a:lstStyle/><a:p/></p:txBody></p:sp><p:sp><p:nvSpPr><p:cNvPr id="370" name="object 370"/><p:cNvSpPr/><p:nvPr/></p:nvSpPr><p:spPr><a:xfrm><a:off x="16531501" y="12255669"/><a:ext cx="24765" cy="19050"/></a:xfrm><a:custGeom><a:avLst/><a:gdLst/><a:ahLst/><a:cxnLst/><a:rect l="l" t="t" r="r" b="b"/><a:pathLst><a:path w="24765" h="19050"><a:moveTo><a:pt x="24352" y="0"/></a:moveTo><a:lnTo><a:pt x="0" y="18725"/></a:lnTo></a:path></a:pathLst></a:custGeom><a:ln w="3175"><a:solidFill><a:srgbClr val="000000"/></a:solidFill></a:ln></p:spPr><p:txBody><a:bodyPr wrap="square" lIns="0" tIns="0" rIns="0" bIns="0" rtlCol="0"/><a:lstStyle/><a:p/></p:txBody></p:sp><p:sp><p:nvSpPr><p:cNvPr id="371" name="object 371"/><p:cNvSpPr/><p:nvPr/></p:nvSpPr><p:spPr><a:xfrm><a:off x="16530410" y="12283967"/><a:ext cx="22860" cy="20955"/></a:xfrm><a:custGeom><a:avLst/><a:gdLst/><a:ahLst/><a:cxnLst/><a:rect l="l" t="t" r="r" b="b"/><a:pathLst><a:path w="22859" h="20954"><a:moveTo><a:pt x="22841" y="0"/></a:moveTo><a:lnTo><a:pt x="0" y="20572"/></a:lnTo></a:path></a:pathLst></a:custGeom><a:ln w="3175"><a:solidFill><a:srgbClr val="000000"/></a:solidFill></a:ln></p:spPr><p:txBody><a:bodyPr wrap="square" lIns="0" tIns="0" rIns="0" bIns="0" rtlCol="0"/><a:lstStyle/><a:p/></p:txBody></p:sp><p:sp><p:nvSpPr><p:cNvPr id="372" name="object 372"/><p:cNvSpPr/><p:nvPr/></p:nvSpPr><p:spPr><a:xfrm><a:off x="16531753" y="12312264"/><a:ext cx="21590" cy="22860"/></a:xfrm><a:custGeom><a:avLst/><a:gdLst/><a:ahLst/><a:cxnLst/><a:rect l="l" t="t" r="r" b="b"/><a:pathLst><a:path w="21590" h="22859"><a:moveTo><a:pt x="21077" y="0"/></a:moveTo><a:lnTo><a:pt x="0" y="22419"/></a:lnTo></a:path></a:pathLst></a:custGeom><a:ln w="3175"><a:solidFill><a:srgbClr val="000000"/></a:solidFill></a:ln></p:spPr><p:txBody><a:bodyPr wrap="square" lIns="0" tIns="0" rIns="0" bIns="0" rtlCol="0"/><a:lstStyle/><a:p/></p:txBody></p:sp><p:sp><p:nvSpPr><p:cNvPr id="373" name="object 373"/><p:cNvSpPr/><p:nvPr/></p:nvSpPr><p:spPr><a:xfrm><a:off x="16529751" y="12334768"/><a:ext cx="5715" cy="29845"/></a:xfrm><a:custGeom><a:avLst/><a:gdLst/><a:ahLst/><a:cxnLst/><a:rect l="l" t="t" r="r" b="b"/><a:pathLst><a:path w="5715" h="29845"><a:moveTo><a:pt x="658" y="0"/></a:moveTo><a:lnTo><a:pt x="322" y="2519"/></a:lnTo><a:lnTo><a:pt x="0" y="8938"/></a:lnTo><a:lnTo><a:pt x="591" y="15341"/></a:lnTo><a:lnTo><a:pt x="2098" y="21588"/></a:lnTo><a:lnTo><a:pt x="4521" y="27542"/></a:lnTo><a:lnTo><a:pt x="5697" y="29809"/></a:lnTo></a:path></a:pathLst></a:custGeom><a:ln w="3175"><a:solidFill><a:srgbClr val="000000"/></a:solidFill></a:ln></p:spPr><p:txBody><a:bodyPr wrap="square" lIns="0" tIns="0" rIns="0" bIns="0" rtlCol="0"/><a:lstStyle/><a:p/></p:txBody></p:sp><p:sp><p:nvSpPr><p:cNvPr id="374" name="object 374"/><p:cNvSpPr/><p:nvPr/></p:nvSpPr><p:spPr><a:xfrm><a:off x="16533937" y="12364745"/><a:ext cx="7620" cy="29845"/></a:xfrm><a:custGeom><a:avLst/><a:gdLst/><a:ahLst/><a:cxnLst/><a:rect l="l" t="t" r="r" b="b"/><a:pathLst><a:path w="7619" h="29845"><a:moveTo><a:pt x="167" y="0"/></a:moveTo><a:lnTo><a:pt x="6214" y="27206"/></a:lnTo><a:lnTo><a:pt x="7557" y="29389"/></a:lnTo></a:path></a:pathLst></a:custGeom><a:ln w="3175"><a:solidFill><a:srgbClr val="000000"/></a:solidFill></a:ln></p:spPr><p:txBody><a:bodyPr wrap="square" lIns="0" tIns="0" rIns="0" bIns="0" rtlCol="0"/><a:lstStyle/><a:p/></p:txBody></p:sp><p:sp><p:nvSpPr><p:cNvPr id="375" name="object 375"/><p:cNvSpPr/><p:nvPr/></p:nvSpPr><p:spPr><a:xfrm><a:off x="16530002" y="12244249"/><a:ext cx="3810" cy="30480"/></a:xfrm><a:custGeom><a:avLst/><a:gdLst/><a:ahLst/><a:cxnLst/><a:rect l="l" t="t" r="r" b="b"/><a:pathLst><a:path w="3809" h="30479"><a:moveTo><a:pt x="3682" y="0"/></a:moveTo><a:lnTo><a:pt x="2759" y="2435"/></a:lnTo><a:lnTo><a:pt x="938" y="8589"/></a:lnTo><a:lnTo><a:pt x="13" y="14940"/></a:lnTo><a:lnTo><a:pt x="0" y="21357"/></a:lnTo><a:lnTo><a:pt x="911" y="27709"/></a:lnTo><a:lnTo><a:pt x="1499" y="30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376" name="object 376"/><p:cNvSpPr/><p:nvPr/></p:nvSpPr><p:spPr><a:xfrm><a:off x="16527726" y="12274310"/><a:ext cx="3175" cy="30480"/></a:xfrm><a:custGeom><a:avLst/><a:gdLst/><a:ahLst/><a:cxnLst/><a:rect l="l" t="t" r="r" b="b"/><a:pathLst><a:path w="3175" h="30479"><a:moveTo><a:pt x="2515" y="0"/></a:moveTo><a:lnTo><a:pt x="1759" y="2435"/></a:lnTo><a:lnTo><a:pt x="423" y="8608"/></a:lnTo><a:lnTo><a:pt x="0" y="15127"/></a:lnTo><a:lnTo><a:pt x="498" y="21640"/></a:lnTo><a:lnTo><a:pt x="1927" y="27793"/></a:lnTo><a:lnTo><a:pt x="2683" y="30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377" name="object 377"/><p:cNvSpPr/><p:nvPr/></p:nvSpPr><p:spPr><a:xfrm><a:off x="16527695" y="12304539"/><a:ext cx="4445" cy="30480"/></a:xfrm><a:custGeom><a:avLst/><a:gdLst/><a:ahLst/><a:cxnLst/><a:rect l="l" t="t" r="r" b="b"/><a:pathLst><a:path w="4444" h="30479"><a:moveTo><a:pt x="1371" y="0"/></a:moveTo><a:lnTo><a:pt x="867" y="2519"/></a:lnTo><a:lnTo><a:pt x="0" y="8854"/></a:lnTo><a:lnTo><a:pt x="98" y="15314"/></a:lnTo><a:lnTo><a:pt x="1127" y="21695"/></a:lnTo><a:lnTo><a:pt x="3050" y="27793"/></a:lnTo><a:lnTo><a:pt x="3974" y="30145"/></a:lnTo></a:path></a:pathLst></a:custGeom><a:ln w="3175"><a:solidFill><a:srgbClr val="000000"/></a:solidFill></a:ln></p:spPr><p:txBody><a:bodyPr wrap="square" lIns="0" tIns="0" rIns="0" bIns="0" rtlCol="0"/><a:lstStyle/><a:p/></p:txBody></p:sp><p:sp><p:nvSpPr><p:cNvPr id="378" name="object 378"/><p:cNvSpPr/><p:nvPr/></p:nvSpPr><p:spPr><a:xfrm><a:off x="16588352" y="12283463"/><a:ext cx="47625" cy="24765"/></a:xfrm><a:custGeom><a:avLst/><a:gdLst/><a:ahLst/><a:cxnLst/><a:rect l="l" t="t" r="r" b="b"/><a:pathLst><a:path w="47625" h="24765"><a:moveTo><a:pt x="47277" y="24435"/></a:moveTo><a:lnTo><a:pt x="0" y="23511"/></a:lnTo><a:lnTo><a:pt x="335" y="8312"/></a:lnTo><a:lnTo><a:pt x="2687" y="3274"/></a:lnTo><a:lnTo><a:pt x="4954" y="1679"/></a:lnTo><a:lnTo><a:pt x="9489" y="0"/></a:lnTo><a:lnTo><a:pt x="14023" y="83"/></a:lnTo><a:lnTo><a:pt x="18474" y="1931"/></a:lnTo><a:lnTo><a:pt x="20657" y="3610"/></a:lnTo><a:lnTo><a:pt x="22841" y="8732"/></a:lnTo><a:lnTo><a:pt x="22505" y="23931"/></a:lnTo></a:path></a:pathLst></a:custGeom><a:ln w="3175"><a:solidFill><a:srgbClr val="000000"/></a:solidFill></a:ln></p:spPr><p:txBody><a:bodyPr wrap="square" lIns="0" tIns="0" rIns="0" bIns="0" rtlCol="0"/><a:lstStyle/><a:p/></p:txBody></p:sp><p:sp><p:nvSpPr><p:cNvPr id="379" name="object 379"/><p:cNvSpPr/><p:nvPr/></p:nvSpPr><p:spPr><a:xfrm><a:off x="16611109" y="12284219"/><a:ext cx="25400" cy="11430"/></a:xfrm><a:custGeom><a:avLst/><a:gdLst/><a:ahLst/><a:cxnLst/><a:rect l="l" t="t" r="r" b="b"/><a:pathLst><a:path w="25400" h="11429"><a:moveTo><a:pt x="0" y="11335"/></a:moveTo><a:lnTo><a:pt x="2502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0" name="object 380"/><p:cNvSpPr/><p:nvPr/></p:nvSpPr><p:spPr><a:xfrm><a:off x="16589612" y="12251135"/><a:ext cx="47625" cy="27305"/></a:xfrm><a:custGeom><a:avLst/><a:gdLst/><a:ahLst/><a:cxnLst/><a:rect l="l" t="t" r="r" b="b"/><a:pathLst><a:path w="47625" h="27304"><a:moveTo><a:pt x="47025" y="27038"/></a:moveTo><a:lnTo><a:pt x="0" y="21832"/></a:lnTo><a:lnTo><a:pt x="243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1" name="object 381"/><p:cNvSpPr/><p:nvPr/></p:nvSpPr><p:spPr><a:xfrm><a:off x="16612033" y="12262051"/><a:ext cx="1905" cy="13970"/></a:xfrm><a:custGeom><a:avLst/><a:gdLst/><a:ahLst/><a:cxnLst/><a:rect l="l" t="t" r="r" b="b"/><a:pathLst><a:path w="1905" h="13970"><a:moveTo><a:pt x="0" y="13435"/></a:moveTo><a:lnTo><a:pt x="142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2" name="object 382"/><p:cNvSpPr/><p:nvPr/></p:nvSpPr><p:spPr><a:xfrm><a:off x="16636638" y="12256341"/><a:ext cx="2540" cy="22225"/></a:xfrm><a:custGeom><a:avLst/><a:gdLst/><a:ahLst/><a:cxnLst/><a:rect l="l" t="t" r="r" b="b"/><a:pathLst><a:path w="2540" h="22225"><a:moveTo><a:pt x="0" y="21832"/></a:moveTo><a:lnTo><a:pt x="243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3" name="object 383"/><p:cNvSpPr/><p:nvPr/></p:nvSpPr><p:spPr><a:xfrm><a:off x="16535028" y="12227791"/><a:ext cx="26034" cy="17145"/></a:xfrm><a:custGeom><a:avLst/><a:gdLst/><a:ahLst/><a:cxnLst/><a:rect l="l" t="t" r="r" b="b"/><a:pathLst><a:path w="26034" h="17145"><a:moveTo><a:pt x="25696" y="0"/></a:moveTo><a:lnTo><a:pt x="0" y="16709"/></a:lnTo></a:path></a:pathLst></a:custGeom><a:ln w="3175"><a:solidFill><a:srgbClr val="000000"/></a:solidFill></a:ln></p:spPr><p:txBody><a:bodyPr wrap="square" lIns="0" tIns="0" rIns="0" bIns="0" rtlCol="0"/><a:lstStyle/><a:p/></p:txBody></p:sp><p:sp><p:nvSpPr><p:cNvPr id="384" name="object 384"/><p:cNvSpPr/><p:nvPr/></p:nvSpPr><p:spPr><a:xfrm><a:off x="16555854" y="12228547"/><a:ext cx="3810" cy="27305"/></a:xfrm><a:custGeom><a:avLst/><a:gdLst/><a:ahLst/><a:cxnLst/><a:rect l="l" t="t" r="r" b="b"/><a:pathLst><a:path w="3809" h="27304"><a:moveTo><a:pt x="0" y="27122"/></a:moveTo><a:lnTo><a:pt x="1175" y="23427"/></a:lnTo><a:lnTo><a:pt x="2951" y="17262"/></a:lnTo><a:lnTo><a:pt x="3568" y="10227"/></a:lnTo><a:lnTo><a:pt x="2771" y="3862"/></a:lnTo><a:lnTo><a:pt x="226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5" name="object 385"/><p:cNvSpPr/><p:nvPr/></p:nvSpPr><p:spPr><a:xfrm><a:off x="16553251" y="12256677"/><a:ext cx="2540" cy="27305"/></a:xfrm><a:custGeom><a:avLst/><a:gdLst/><a:ahLst/><a:cxnLst/><a:rect l="l" t="t" r="r" b="b"/><a:pathLst><a:path w="2540" h="27304"><a:moveTo><a:pt x="0" y="27290"/></a:moveTo><a:lnTo><a:pt x="839" y="23427"/></a:lnTo><a:lnTo><a:pt x="2060" y="16987"/></a:lnTo><a:lnTo><a:pt x="2158" y="10308"/></a:lnTo><a:lnTo><a:pt x="923" y="3862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6" name="object 386"/><p:cNvSpPr/><p:nvPr/></p:nvSpPr><p:spPr><a:xfrm><a:off x="16550732" y="12285142"/><a:ext cx="3810" cy="27305"/></a:xfrm><a:custGeom><a:avLst/><a:gdLst/><a:ahLst/><a:cxnLst/><a:rect l="l" t="t" r="r" b="b"/><a:pathLst><a:path w="3809" h="27304"><a:moveTo><a:pt x="2099" y="27122"/></a:moveTo><a:lnTo><a:pt x="2687" y="23259"/></a:lnTo><a:lnTo><a:pt x="3329" y="16187"/></a:lnTo><a:lnTo><a:pt x="2965" y="10661"/></a:lnTo><a:lnTo><a:pt x="1175" y="3778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7" name="object 387"/><p:cNvSpPr/><p:nvPr/></p:nvSpPr><p:spPr><a:xfrm><a:off x="16535448" y="12313692"/><a:ext cx="20320" cy="51435"/></a:xfrm><a:custGeom><a:avLst/><a:gdLst/><a:ahLst/><a:cxnLst/><a:rect l="l" t="t" r="r" b="b"/><a:pathLst><a:path w="20319" h="51434"><a:moveTo><a:pt x="0" y="50885"/></a:moveTo><a:lnTo><a:pt x="19230" y="26954"/></a:lnTo><a:lnTo><a:pt x="19482" y="23007"/></a:lnTo><a:lnTo><a:pt x="19739" y="16425"/></a:lnTo><a:lnTo><a:pt x="18645" y="9816"/></a:lnTo><a:lnTo><a:pt x="16459" y="3610"/></a:lnTo><a:lnTo><a:pt x="1494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8" name="object 388"/><p:cNvSpPr/><p:nvPr/></p:nvSpPr><p:spPr><a:xfrm><a:off x="16541494" y="12342158"/><a:ext cx="17780" cy="52069"/></a:xfrm><a:custGeom><a:avLst/><a:gdLst/><a:ahLst/><a:cxnLst/><a:rect l="l" t="t" r="r" b="b"/><a:pathLst><a:path w="17780" h="52070"><a:moveTo><a:pt x="0" y="51893"/></a:moveTo><a:lnTo><a:pt x="17298" y="26534"/></a:lnTo><a:lnTo><a:pt x="17214" y="22587"/></a:lnTo><a:lnTo><a:pt x="16849" y="15325"/></a:lnTo><a:lnTo><a:pt x="15470" y="10199"/></a:lnTo><a:lnTo><a:pt x="12680" y="3526"/></a:lnTo><a:lnTo><a:pt x="1091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9" name="object 389"/><p:cNvSpPr/><p:nvPr/></p:nvSpPr><p:spPr><a:xfrm><a:off x="16549892" y="12396318"/><a:ext cx="15240" cy="27305"/></a:xfrm><a:custGeom><a:avLst/><a:gdLst/><a:ahLst/><a:cxnLst/><a:rect l="l" t="t" r="r" b="b"/><a:pathLst><a:path w="15240" h="27304"><a:moveTo><a:pt x="15199" y="0"/></a:moveTo><a:lnTo><a:pt x="0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390" name="object 390"/><p:cNvSpPr/><p:nvPr/></p:nvSpPr><p:spPr><a:xfrm><a:off x="16540235" y="12394387"/><a:ext cx="10160" cy="29209"/></a:xfrm><a:custGeom><a:avLst/><a:gdLst/><a:ahLst/><a:cxnLst/><a:rect l="l" t="t" r="r" b="b"/><a:pathLst><a:path w="10159" h="29209"><a:moveTo><a:pt x="0" y="0"/></a:moveTo><a:lnTo><a:pt x="0" y="2603"/></a:lnTo><a:lnTo><a:pt x="480" y="11475"/></a:lnTo><a:lnTo><a:pt x="3122" y="19285"/></a:lnTo><a:lnTo><a:pt x="8145" y="26618"/></a:lnTo><a:lnTo><a:pt x="9657" y="28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391" name="object 391"/><p:cNvSpPr/><p:nvPr/></p:nvSpPr><p:spPr><a:xfrm><a:off x="16556610" y="12370455"/><a:ext cx="8890" cy="26034"/></a:xfrm><a:custGeom><a:avLst/><a:gdLst/><a:ahLst/><a:cxnLst/><a:rect l="l" t="t" r="r" b="b"/><a:pathLst><a:path w="8890" h="26034"><a:moveTo><a:pt x="8481" y="25862"/></a:moveTo><a:lnTo><a:pt x="8145" y="21916"/></a:lnTo><a:lnTo><a:pt x="7233" y="15216"/></a:lnTo><a:lnTo><a:pt x="5235" y="9296"/></a:lnTo><a:lnTo><a:pt x="2015" y="3358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2" name="object 392"/><p:cNvSpPr/><p:nvPr/></p:nvSpPr><p:spPr><a:xfrm><a:off x="16560557" y="12423356"/><a:ext cx="13335" cy="27940"/></a:xfrm><a:custGeom><a:avLst/><a:gdLst/><a:ahLst/><a:cxnLst/><a:rect l="l" t="t" r="r" b="b"/><a:pathLst><a:path w="13334" h="27940"><a:moveTo><a:pt x="13016" y="0"/></a:moveTo><a:lnTo><a:pt x="0" y="27877"/></a:lnTo></a:path></a:pathLst></a:custGeom><a:ln w="3175"><a:solidFill><a:srgbClr val="000000"/></a:solidFill></a:ln></p:spPr><p:txBody><a:bodyPr wrap="square" lIns="0" tIns="0" rIns="0" bIns="0" rtlCol="0"/><a:lstStyle/><a:p/></p:txBody></p:sp><p:sp><p:nvSpPr><p:cNvPr id="393" name="object 393"/><p:cNvSpPr/><p:nvPr/></p:nvSpPr><p:spPr><a:xfrm><a:off x="16548632" y="12423440"/><a:ext cx="12065" cy="27940"/></a:xfrm><a:custGeom><a:avLst/><a:gdLst/><a:ahLst/><a:cxnLst/><a:rect l="l" t="t" r="r" b="b"/><a:pathLst><a:path w="12065" h="27940"><a:moveTo><a:pt x="0" y="0"/></a:moveTo><a:lnTo><a:pt x="251" y="2519"/></a:lnTo><a:lnTo><a:pt x="1242" y="11086"/></a:lnTo><a:lnTo><a:pt x="4750" y="19216"/></a:lnTo><a:lnTo><a:pt x="10244" y="25862"/></a:lnTo><a:lnTo><a:pt x="11924" y="27793"/></a:lnTo></a:path></a:pathLst></a:custGeom><a:ln w="3175"><a:solidFill><a:srgbClr val="000000"/></a:solidFill></a:ln></p:spPr><p:txBody><a:bodyPr wrap="square" lIns="0" tIns="0" rIns="0" bIns="0" rtlCol="0"/><a:lstStyle/><a:p/></p:txBody></p:sp><p:sp><p:nvSpPr><p:cNvPr id="394" name="object 394"/><p:cNvSpPr/><p:nvPr/></p:nvSpPr><p:spPr><a:xfrm><a:off x="16563076" y="12398249"/><a:ext cx="10795" cy="25400"/></a:xfrm><a:custGeom><a:avLst/><a:gdLst/><a:ahLst/><a:cxnLst/><a:rect l="l" t="t" r="r" b="b"/><a:pathLst><a:path w="10794" h="25400"><a:moveTo><a:pt x="10496" y="25190"/></a:moveTo><a:lnTo><a:pt x="9992" y="22419"/></a:lnTo><a:lnTo><a:pt x="8901" y="15581"/></a:lnTo><a:lnTo><a:pt x="5623" y="7895"/></a:lnTo><a:lnTo><a:pt x="1595" y="22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5" name="object 395"/><p:cNvSpPr/><p:nvPr/></p:nvSpPr><p:spPr><a:xfrm><a:off x="16571725" y="12425539"/><a:ext cx="12700" cy="24765"/></a:xfrm><a:custGeom><a:avLst/><a:gdLst/><a:ahLst/><a:cxnLst/><a:rect l="l" t="t" r="r" b="b"/><a:pathLst><a:path w="12700" h="24765"><a:moveTo><a:pt x="12428" y="24183"/></a:moveTo><a:lnTo><a:pt x="11840" y="21496"/></a:lnTo><a:lnTo><a:pt x="9710" y="14238"/></a:lnTo><a:lnTo><a:pt x="6555" y="7891"/></a:lnTo><a:lnTo><a:pt x="1763" y="201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6" name="object 396"/><p:cNvSpPr/><p:nvPr/></p:nvSpPr><p:spPr><a:xfrm><a:off x="16595490" y="12220570"/><a:ext cx="48260" cy="28575"/></a:xfrm><a:custGeom><a:avLst/><a:gdLst/><a:ahLst/><a:cxnLst/><a:rect l="l" t="t" r="r" b="b"/><a:pathLst><a:path w="48259" h="28575"><a:moveTo><a:pt x="13855" y="0"/></a:moveTo><a:lnTo><a:pt x="9153" y="839"/></a:lnTo><a:lnTo><a:pt x="4114" y="3358"/></a:lnTo><a:lnTo><a:pt x="1259" y="6213"/></a:lnTo><a:lnTo><a:pt x="0" y="12847"/></a:lnTo><a:lnTo><a:pt x="1595" y="16625"/></a:lnTo><a:lnTo><a:pt x="5374" y="20740"/></a:lnTo><a:lnTo><a:pt x="9489" y="23259"/></a:lnTo><a:lnTo><a:pt x="15871" y="26114"/></a:lnTo><a:lnTo><a:pt x="26955" y="28213"/></a:lnTo><a:lnTo><a:pt x="33841" y="27793"/></a:lnTo><a:lnTo><a:pt x="38628" y="26954"/></a:lnTo><a:lnTo><a:pt x="43666" y="24519"/></a:lnTo><a:lnTo><a:pt x="46522" y="21580"/></a:lnTo><a:lnTo><a:pt x="47781" y="14946"/></a:lnTo><a:lnTo><a:pt x="46186" y="11251"/></a:lnTo><a:lnTo><a:pt x="42323" y="7053"/></a:lnTo><a:lnTo><a:pt x="38208" y="4618"/></a:lnTo><a:lnTo><a:pt x="31574" y="3358"/></a:lnTo><a:lnTo><a:pt x="30062" y="11671"/></a:lnTo></a:path></a:pathLst></a:custGeom><a:ln w="3175"><a:solidFill><a:srgbClr val="000000"/></a:solidFill></a:ln></p:spPr><p:txBody><a:bodyPr wrap="square" lIns="0" tIns="0" rIns="0" bIns="0" rtlCol="0"/><a:lstStyle/><a:p/></p:txBody></p:sp><p:sp><p:nvSpPr><p:cNvPr id="397" name="object 397"/><p:cNvSpPr/><p:nvPr/></p:nvSpPr><p:spPr><a:xfrm><a:off x="16656288" y="12092348"/><a:ext cx="36195" cy="45085"/></a:xfrm><a:custGeom><a:avLst/><a:gdLst/><a:ahLst/><a:cxnLst/><a:rect l="l" t="t" r="r" b="b"/><a:pathLst><a:path w="36194" h="45084"><a:moveTo><a:pt x="35605" y="44923"/></a:moveTo><a:lnTo><a:pt x="0" y="13771"/></a:lnTo><a:lnTo><a:pt x="10076" y="2267"/></a:lnTo><a:lnTo><a:pt x="15115" y="0"/></a:lnTo><a:lnTo><a:pt x="16962" y="28549"/></a:lnTo></a:path></a:pathLst></a:custGeom><a:ln w="3175"><a:solidFill><a:srgbClr val="000000"/></a:solidFill></a:ln></p:spPr><p:txBody><a:bodyPr wrap="square" lIns="0" tIns="0" rIns="0" bIns="0" rtlCol="0"/><a:lstStyle/><a:p/></p:txBody></p:sp><p:sp><p:nvSpPr><p:cNvPr id="398" name="object 398"/><p:cNvSpPr/><p:nvPr/></p:nvSpPr><p:spPr><a:xfrm><a:off x="16681060" y="12112081"/><a:ext cx="26670" cy="7620"/></a:xfrm><a:custGeom><a:avLst/><a:gdLst/><a:ahLst/><a:cxnLst/><a:rect l="l" t="t" r="r" b="b"/><a:pathLst><a:path w="26669" h="7620"><a:moveTo><a:pt x="0" y="0"/></a:moveTo><a:lnTo><a:pt x="26368" y="7389"/></a:lnTo></a:path></a:pathLst></a:custGeom><a:ln w="3175"><a:solidFill><a:srgbClr val="000000"/></a:solidFill></a:ln></p:spPr><p:txBody><a:bodyPr wrap="square" lIns="0" tIns="0" rIns="0" bIns="0" rtlCol="0"/><a:lstStyle/><a:p/></p:txBody></p:sp><p:sp><p:nvSpPr><p:cNvPr id="399" name="object 399"/><p:cNvSpPr/><p:nvPr/></p:nvSpPr><p:spPr><a:xfrm><a:off x="16689206" y="11977058"/><a:ext cx="24765" cy="17780"/></a:xfrm><a:custGeom><a:avLst/><a:gdLst/><a:ahLst/><a:cxnLst/><a:rect l="l" t="t" r="r" b="b"/><a:pathLst><a:path w="24765" h="17779"><a:moveTo><a:pt x="24520" y="0"/></a:moveTo><a:lnTo><a:pt x="22085" y="839"/></a:lnTo><a:lnTo><a:pt x="13978" y="3630"/></a:lnTo><a:lnTo><a:pt x="6773" y="8862"/></a:lnTo><a:lnTo><a:pt x="1511" y="15618"/></a:lnTo><a:lnTo><a:pt x="0" y="17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400" name="object 400"/><p:cNvSpPr/><p:nvPr/></p:nvSpPr><p:spPr><a:xfrm><a:off x="16665357" y="12013165"/><a:ext cx="30480" cy="4445"/></a:xfrm><a:custGeom><a:avLst/><a:gdLst/><a:ahLst/><a:cxnLst/><a:rect l="l" t="t" r="r" b="b"/><a:pathLst><a:path w="30480" h="4445"><a:moveTo><a:pt x="30482" y="4282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1" name="object 401"/><p:cNvSpPr/><p:nvPr/></p:nvSpPr><p:spPr><a:xfrm><a:off x="16665441" y="11993684"/><a:ext cx="23495" cy="19685"/></a:xfrm><a:custGeom><a:avLst/><a:gdLst/><a:ahLst/><a:cxnLst/><a:rect l="l" t="t" r="r" b="b"/><a:pathLst><a:path w="23494" h="19684"><a:moveTo><a:pt x="23093" y="0"/></a:moveTo><a:lnTo><a:pt x="20741" y="923"/></a:lnTo><a:lnTo><a:pt x="12520" y="4642"/></a:lnTo><a:lnTo><a:pt x="6457" y="9890"/></a:lnTo><a:lnTo><a:pt x="1343" y="17297"/></a:lnTo><a:lnTo><a:pt x="0" y="1948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2" name="object 402"/><p:cNvSpPr/><p:nvPr/></p:nvSpPr><p:spPr><a:xfrm><a:off x="16643104" y="12033486"/><a:ext cx="31115" cy="1905"/></a:xfrm><a:custGeom><a:avLst/><a:gdLst/><a:ahLst/><a:cxnLst/><a:rect l="l" t="t" r="r" b="b"/><a:pathLst><a:path w="31115" h="1904"><a:moveTo><a:pt x="30734" y="184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3" name="object 403"/><p:cNvSpPr/><p:nvPr/></p:nvSpPr><p:spPr><a:xfrm><a:off x="16643104" y="12012157"/><a:ext cx="21590" cy="21590"/></a:xfrm><a:custGeom><a:avLst/><a:gdLst/><a:ahLst/><a:cxnLst/><a:rect l="l" t="t" r="r" b="b"/><a:pathLst><a:path w="21590" h="21590"><a:moveTo><a:pt x="21413" y="0"/></a:moveTo><a:lnTo><a:pt x="19146" y="1175"/></a:lnTo><a:lnTo><a:pt x="11503" y="5416"/></a:lnTo><a:lnTo><a:pt x="5438" y="11429"/></a:lnTo><a:lnTo><a:pt x="1175" y="19061"/></a:lnTo><a:lnTo><a:pt x="0" y="21328"/></a:lnTo></a:path></a:pathLst></a:custGeom><a:ln w="3175"><a:solidFill><a:srgbClr val="000000"/></a:solidFill></a:ln></p:spPr><p:txBody><a:bodyPr wrap="square" lIns="0" tIns="0" rIns="0" bIns="0" rtlCol="0"/><a:lstStyle/><a:p/></p:txBody></p:sp><p:sp><p:nvSpPr><p:cNvPr id="404" name="object 404"/><p:cNvSpPr/><p:nvPr/></p:nvSpPr><p:spPr><a:xfrm><a:off x="16673839" y="12016272"/><a:ext cx="19685" cy="19050"/></a:xfrm><a:custGeom><a:avLst/><a:gdLst/><a:ahLst/><a:cxnLst/><a:rect l="l" t="t" r="r" b="b"/><a:pathLst><a:path w="19684" h="19050"><a:moveTo><a:pt x="0" y="18977"/></a:moveTo><a:lnTo><a:pt x="2351" y="17549"/></a:lnTo><a:lnTo><a:pt x="8505" y="13818"/></a:lnTo><a:lnTo><a:pt x="14090" y="8318"/></a:lnTo><a:lnTo><a:pt x="17970" y="2267"/></a:lnTo><a:lnTo><a:pt x="1948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5" name="object 405"/><p:cNvSpPr/><p:nvPr/></p:nvSpPr><p:spPr><a:xfrm><a:off x="16653265" y="12034325"/><a:ext cx="18415" cy="20955"/></a:xfrm><a:custGeom><a:avLst/><a:gdLst/><a:ahLst/><a:cxnLst/><a:rect l="l" t="t" r="r" b="b"/><a:pathLst><a:path w="18415" h="20954"><a:moveTo><a:pt x="0" y="20488"/></a:moveTo><a:lnTo><a:pt x="2267" y="18977"/></a:lnTo><a:lnTo><a:pt x="8396" y="14214"/></a:lnTo><a:lnTo><a:pt x="12831" y="9224"/></a:lnTo><a:lnTo><a:pt x="16627" y="2435"/></a:lnTo><a:lnTo><a:pt x="1788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6" name="object 406"/><p:cNvSpPr/><p:nvPr/></p:nvSpPr><p:spPr><a:xfrm><a:off x="16603804" y="12076058"/><a:ext cx="31115" cy="3175"/></a:xfrm><a:custGeom><a:avLst/><a:gdLst/><a:ahLst/><a:cxnLst/><a:rect l="l" t="t" r="r" b="b"/><a:pathLst><a:path w="31115" h="3175"><a:moveTo><a:pt x="30566" y="0"/></a:moveTo><a:lnTo><a:pt x="0" y="3022"/></a:lnTo></a:path></a:pathLst></a:custGeom><a:ln w="3175"><a:solidFill><a:srgbClr val="000000"/></a:solidFill></a:ln></p:spPr><p:txBody><a:bodyPr wrap="square" lIns="0" tIns="0" rIns="0" bIns="0" rtlCol="0"/><a:lstStyle/><a:p/></p:txBody></p:sp><p:sp><p:nvSpPr><p:cNvPr id="407" name="object 407"/><p:cNvSpPr/><p:nvPr/></p:nvSpPr><p:spPr><a:xfrm><a:off x="16603720" y="12054646"/><a:ext cx="18415" cy="24765"/></a:xfrm><a:custGeom><a:avLst/><a:gdLst/><a:ahLst/><a:cxnLst/><a:rect l="l" t="t" r="r" b="b"/><a:pathLst><a:path w="18415" h="24765"><a:moveTo><a:pt x="17802" y="0"/></a:moveTo><a:lnTo><a:pt x="15787" y="1511"/></a:lnTo><a:lnTo><a:pt x="8930" y="6667"/></a:lnTo><a:lnTo><a:pt x="3724" y="13937"/></a:lnTo><a:lnTo><a:pt x="839" y="22000"/></a:lnTo><a:lnTo><a:pt x="0" y="24435"/></a:lnTo></a:path></a:pathLst></a:custGeom><a:ln w="3175"><a:solidFill><a:srgbClr val="000000"/></a:solidFill></a:ln></p:spPr><p:txBody><a:bodyPr wrap="square" lIns="0" tIns="0" rIns="0" bIns="0" rtlCol="0"/><a:lstStyle/><a:p/></p:txBody></p:sp><p:sp><p:nvSpPr><p:cNvPr id="408" name="object 408"/><p:cNvSpPr/><p:nvPr/></p:nvSpPr><p:spPr><a:xfrm><a:off x="16586925" y="12098646"/><a:ext cx="30480" cy="5715"/></a:xfrm><a:custGeom><a:avLst/><a:gdLst/><a:ahLst/><a:cxnLst/><a:rect l="l" t="t" r="r" b="b"/><a:pathLst><a:path w="30480" h="5715"><a:moveTo><a:pt x="30230" y="0"/></a:moveTo><a:lnTo><a:pt x="0" y="5374"/></a:lnTo></a:path></a:pathLst></a:custGeom><a:ln w="3175"><a:solidFill><a:srgbClr val="000000"/></a:solidFill></a:ln></p:spPr><p:txBody><a:bodyPr wrap="square" lIns="0" tIns="0" rIns="0" bIns="0" rtlCol="0"/><a:lstStyle/><a:p/></p:txBody></p:sp><p:sp><p:nvSpPr><p:cNvPr id="409" name="object 409"/><p:cNvSpPr/><p:nvPr/></p:nvSpPr><p:spPr><a:xfrm><a:off x="16586925" y="12078241"/><a:ext cx="15875" cy="26034"/></a:xfrm><a:custGeom><a:avLst/><a:gdLst/><a:ahLst/><a:cxnLst/><a:rect l="l" t="t" r="r" b="b"/><a:pathLst><a:path w="15875" h="26034"><a:moveTo><a:pt x="15787" y="0"/></a:moveTo><a:lnTo><a:pt x="587" y="23343"/></a:lnTo><a:lnTo><a:pt x="0" y="25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410" name="object 410"/><p:cNvSpPr/><p:nvPr/></p:nvSpPr><p:spPr><a:xfrm><a:off x="16617156" y="12075470"/><a:ext cx="14604" cy="23495"/></a:xfrm><a:custGeom><a:avLst/><a:gdLst/><a:ahLst/><a:cxnLst/><a:rect l="l" t="t" r="r" b="b"/><a:pathLst><a:path w="14605" h="23495"><a:moveTo><a:pt x="0" y="23091"/></a:moveTo><a:lnTo><a:pt x="2015" y="21160"/></a:lnTo><a:lnTo><a:pt x="7186" y="15849"/></a:lnTo><a:lnTo><a:pt x="11070" y="9562"/></a:lnTo><a:lnTo><a:pt x="13603" y="2603"/></a:lnTo><a:lnTo><a:pt x="1444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1" name="object 411"/><p:cNvSpPr/><p:nvPr/></p:nvSpPr><p:spPr><a:xfrm><a:off x="16572145" y="12122493"/><a:ext cx="29845" cy="8255"/></a:xfrm><a:custGeom><a:avLst/><a:gdLst/><a:ahLst/><a:cxnLst/><a:rect l="l" t="t" r="r" b="b"/><a:pathLst><a:path w="29844" h="8254"><a:moveTo><a:pt x="29727" y="0"/></a:moveTo><a:lnTo><a:pt x="0" y="7809"/></a:lnTo></a:path></a:pathLst></a:custGeom><a:ln w="3175"><a:solidFill><a:srgbClr val="000000"/></a:solidFill></a:ln></p:spPr><p:txBody><a:bodyPr wrap="square" lIns="0" tIns="0" rIns="0" bIns="0" rtlCol="0"/><a:lstStyle/><a:p/></p:txBody></p:sp><p:sp><p:nvSpPr><p:cNvPr id="412" name="object 412"/><p:cNvSpPr/><p:nvPr/></p:nvSpPr><p:spPr><a:xfrm><a:off x="16572061" y="12103348"/><a:ext cx="13970" cy="27305"/></a:xfrm><a:custGeom><a:avLst/><a:gdLst/><a:ahLst/><a:cxnLst/><a:rect l="l" t="t" r="r" b="b"/><a:pathLst><a:path w="13969" h="27304"><a:moveTo><a:pt x="13771" y="0"/></a:moveTo><a:lnTo><a:pt x="11924" y="1763"/></a:lnTo><a:lnTo><a:pt x="5729" y="8538"/></a:lnTo><a:lnTo><a:pt x="2314" y="15386"/></a:lnTo><a:lnTo><a:pt x="419" y="24351"/></a:lnTo><a:lnTo><a:pt x="0" y="26954"/></a:lnTo></a:path></a:pathLst></a:custGeom><a:ln w="3175"><a:solidFill><a:srgbClr val="000000"/></a:solidFill></a:ln></p:spPr><p:txBody><a:bodyPr wrap="square" lIns="0" tIns="0" rIns="0" bIns="0" rtlCol="0"/><a:lstStyle/><a:p/></p:txBody></p:sp><p:sp><p:nvSpPr><p:cNvPr id="413" name="object 413"/><p:cNvSpPr/><p:nvPr/></p:nvSpPr><p:spPr><a:xfrm><a:off x="16601788" y="12098226"/><a:ext cx="12700" cy="24765"/></a:xfrm><a:custGeom><a:avLst/><a:gdLst/><a:ahLst/><a:cxnLst/><a:rect l="l" t="t" r="r" b="b"/><a:pathLst><a:path w="12700" h="24765"><a:moveTo><a:pt x="0" y="24183"/></a:moveTo><a:lnTo><a:pt x="1847" y="22167"/></a:lnTo><a:lnTo><a:pt x="6505" y="16463"/></a:lnTo><a:lnTo><a:pt x="9938" y="9775"/></a:lnTo><a:lnTo><a:pt x="11924" y="2687"/></a:lnTo><a:lnTo><a:pt x="1259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4" name="object 414"/><p:cNvSpPr/><p:nvPr/></p:nvSpPr><p:spPr><a:xfrm><a:off x="16559465" y="12147516"/><a:ext cx="29209" cy="10160"/></a:xfrm><a:custGeom><a:avLst/><a:gdLst/><a:ahLst/><a:cxnLst/><a:rect l="l" t="t" r="r" b="b"/><a:pathLst><a:path w="29209" h="10159"><a:moveTo><a:pt x="28971" y="0"/></a:moveTo><a:lnTo><a:pt x="0" y="1016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5" name="object 415"/><p:cNvSpPr/><p:nvPr/></p:nvSpPr><p:spPr><a:xfrm><a:off x="16559465" y="12129631"/><a:ext cx="12065" cy="28575"/></a:xfrm><a:custGeom><a:avLst/><a:gdLst/><a:ahLst/><a:cxnLst/><a:rect l="l" t="t" r="r" b="b"/><a:pathLst><a:path w="12065" h="28575"><a:moveTo><a:pt x="11504" y="0"/></a:moveTo><a:lnTo><a:pt x="9825" y="2015"/></a:lnTo><a:lnTo><a:pt x="4464" y="8658"/></a:lnTo><a:lnTo><a:pt x="1091" y="16968"/></a:lnTo><a:lnTo><a:pt x="167" y="25442"/></a:lnTo><a:lnTo><a:pt x="0" y="27961"/></a:lnTo></a:path></a:pathLst></a:custGeom><a:ln w="3175"><a:solidFill><a:srgbClr val="000000"/></a:solidFill></a:ln></p:spPr><p:txBody><a:bodyPr wrap="square" lIns="0" tIns="0" rIns="0" bIns="0" rtlCol="0"/><a:lstStyle/><a:p/></p:txBody></p:sp><p:sp><p:nvSpPr><p:cNvPr id="416" name="object 416"/><p:cNvSpPr/><p:nvPr/></p:nvSpPr><p:spPr><a:xfrm><a:off x="16588436" y="12122409"/><a:ext cx="10795" cy="25400"/></a:xfrm><a:custGeom><a:avLst/><a:gdLst/><a:ahLst/><a:cxnLst/><a:rect l="l" t="t" r="r" b="b"/><a:pathLst><a:path w="10794" h="25400"><a:moveTo><a:pt x="0" y="25106"/></a:moveTo><a:lnTo><a:pt x="1679" y="22839"/></a:lnTo><a:lnTo><a:pt x="5893" y="16779"/></a:lnTo><a:lnTo><a:pt x="8761" y="9933"/></a:lnTo><a:lnTo><a:pt x="10160" y="2687"/></a:lnTo><a:lnTo><a:pt x="105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7" name="object 417"/><p:cNvSpPr/><p:nvPr/></p:nvSpPr><p:spPr><a:xfrm><a:off x="16549052" y="12173463"/><a:ext cx="28575" cy="12700"/></a:xfrm><a:custGeom><a:avLst/><a:gdLst/><a:ahLst/><a:cxnLst/><a:rect l="l" t="t" r="r" b="b"/><a:pathLst><a:path w="28575" h="12700"><a:moveTo><a:pt x="28047" y="0"/></a:moveTo><a:lnTo><a:pt x="0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418" name="object 418"/><p:cNvSpPr/><p:nvPr/></p:nvSpPr><p:spPr><a:xfrm><a:off x="16548968" y="12157089"/><a:ext cx="9525" cy="29209"/></a:xfrm><a:custGeom><a:avLst/><a:gdLst/><a:ahLst/><a:cxnLst/><a:rect l="l" t="t" r="r" b="b"/><a:pathLst><a:path w="9525" h="29209"><a:moveTo><a:pt x="9321" y="0"/></a:moveTo><a:lnTo><a:pt x="7809" y="2099"/></a:lnTo><a:lnTo><a:pt x="2962" y="9152"/></a:lnTo><a:lnTo><a:pt x="215" y="17642"/></a:lnTo><a:lnTo><a:pt x="0" y="26198"/></a:lnTo><a:lnTo><a:pt x="0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419" name="object 419"/><p:cNvSpPr/><p:nvPr/></p:nvSpPr><p:spPr><a:xfrm><a:off x="16577100" y="12147600"/><a:ext cx="8890" cy="26034"/></a:xfrm><a:custGeom><a:avLst/><a:gdLst/><a:ahLst/><a:cxnLst/><a:rect l="l" t="t" r="r" b="b"/><a:pathLst><a:path w="8890" h="26034"><a:moveTo><a:pt x="0" y="25862"/></a:moveTo><a:lnTo><a:pt x="1427" y="23511"/></a:lnTo><a:lnTo><a:pt x="4979" y="17675"/></a:lnTo><a:lnTo><a:pt x="7738" y="9499"/></a:lnTo><a:lnTo><a:pt x="8313" y="2687"/></a:lnTo><a:lnTo><a:pt x="856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0" name="object 420"/><p:cNvSpPr/><p:nvPr/></p:nvSpPr><p:spPr><a:xfrm><a:off x="16567862" y="12173799"/><a:ext cx="6985" cy="26670"/></a:xfrm><a:custGeom><a:avLst/><a:gdLst/><a:ahLst/><a:cxnLst/><a:rect l="l" t="t" r="r" b="b"/><a:pathLst><a:path w="6984" h="26670"><a:moveTo><a:pt x="0" y="26450"/></a:moveTo><a:lnTo><a:pt x="1259" y="24015"/></a:lnTo><a:lnTo><a:pt x="4461" y="17171"/></a:lnTo><a:lnTo><a:pt x="6172" y="10325"/></a:lnTo><a:lnTo><a:pt x="6466" y="2770"/></a:lnTo><a:lnTo><a:pt x="646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1" name="object 421"/><p:cNvSpPr/><p:nvPr/></p:nvSpPr><p:spPr><a:xfrm><a:off x="16624545" y="12154402"/><a:ext cx="42545" cy="21590"/></a:xfrm><a:custGeom><a:avLst/><a:gdLst/><a:ahLst/><a:cxnLst/><a:rect l="l" t="t" r="r" b="b"/><a:pathLst><a:path w="42544" h="21590"><a:moveTo><a:pt x="0" y="0"/></a:moveTo><a:lnTo><a:pt x="42323" y="21076"/></a:lnTo></a:path></a:pathLst></a:custGeom><a:ln w="3175"><a:solidFill><a:srgbClr val="000000"/></a:solidFill></a:ln></p:spPr><p:txBody><a:bodyPr wrap="square" lIns="0" tIns="0" rIns="0" bIns="0" rtlCol="0"/><a:lstStyle/><a:p/></p:txBody></p:sp><p:sp><p:nvSpPr><p:cNvPr id="422" name="object 422"/><p:cNvSpPr/><p:nvPr/></p:nvSpPr><p:spPr><a:xfrm><a:off x="16619255" y="12143822"/><a:ext cx="10795" cy="21590"/></a:xfrm><a:custGeom><a:avLst/><a:gdLst/><a:ahLst/><a:cxnLst/><a:rect l="l" t="t" r="r" b="b"/><a:pathLst><a:path w="10794" h="21590"><a:moveTo><a:pt x="0" y="21160"/></a:moveTo><a:lnTo><a:pt x="105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3" name="object 423"/><p:cNvSpPr/><p:nvPr/></p:nvSpPr><p:spPr><a:xfrm><a:off x="16637645" y="12115020"/><a:ext cx="38735" cy="45720"/></a:xfrm><a:custGeom><a:avLst/><a:gdLst/><a:ahLst/><a:cxnLst/><a:rect l="l" t="t" r="r" b="b"/><a:pathLst><a:path w="38734" h="45720"><a:moveTo><a:pt x="38376" y="45427"/></a:moveTo><a:lnTo><a:pt x="0" y="17801"/></a:lnTo><a:lnTo><a:pt x="1284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4" name="object 424"/><p:cNvSpPr/><p:nvPr/></p:nvSpPr><p:spPr><a:xfrm><a:off x="16655952" y="12135005"/><a:ext cx="8255" cy="11430"/></a:xfrm><a:custGeom><a:avLst/><a:gdLst/><a:ahLst/><a:cxnLst/><a:rect l="l" t="t" r="r" b="b"/><a:pathLst><a:path w="8255" h="11429"><a:moveTo><a:pt x="0" y="11000"/></a:moveTo><a:lnTo><a:pt x="789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5" name="object 425"/><p:cNvSpPr/><p:nvPr/></p:nvSpPr><p:spPr><a:xfrm><a:off x="16676022" y="12142646"/><a:ext cx="13335" cy="18415"/></a:xfrm><a:custGeom><a:avLst/><a:gdLst/><a:ahLst/><a:cxnLst/><a:rect l="l" t="t" r="r" b="b"/><a:pathLst><a:path w="13334" h="18415"><a:moveTo><a:pt x="0" y="17801"/></a:moveTo><a:lnTo><a:pt x="1284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6" name="object 426"/><p:cNvSpPr/><p:nvPr/></p:nvSpPr><p:spPr><a:xfrm><a:off x="16622530" y="12054898"/><a:ext cx="31115" cy="635"/></a:xfrm><a:custGeom><a:avLst/><a:gdLst/><a:ahLst/><a:cxnLst/><a:rect l="l" t="t" r="r" b="b"/><a:pathLst><a:path w="31115" h="634"><a:moveTo><a:pt x="30734" y="0"/></a:moveTo><a:lnTo><a:pt x="0" y="587"/></a:lnTo></a:path></a:pathLst></a:custGeom><a:ln w="3175"><a:solidFill><a:srgbClr val="000000"/></a:solidFill></a:ln></p:spPr><p:txBody><a:bodyPr wrap="square" lIns="0" tIns="0" rIns="0" bIns="0" rtlCol="0"/><a:lstStyle/><a:p/></p:txBody></p:sp><p:sp><p:nvSpPr><p:cNvPr id="427" name="object 427"/><p:cNvSpPr/><p:nvPr/></p:nvSpPr><p:spPr><a:xfrm><a:off x="16622530" y="12032562"/><a:ext cx="20320" cy="23495"/></a:xfrm><a:custGeom><a:avLst/><a:gdLst/><a:ahLst/><a:cxnLst/><a:rect l="l" t="t" r="r" b="b"/><a:pathLst><a:path w="20319" h="23495"><a:moveTo><a:pt x="19734" y="0"/></a:moveTo><a:lnTo><a:pt x="17466" y="1343"/></a:lnTo><a:lnTo><a:pt x="10293" y="6114"/></a:lnTo><a:lnTo><a:pt x="4531" y="12691"/></a:lnTo><a:lnTo><a:pt x="1007" y="20572"/></a:lnTo><a:lnTo><a:pt x="0" y="23007"/></a:lnTo></a:path></a:pathLst></a:custGeom><a:ln w="3175"><a:solidFill><a:srgbClr val="000000"/></a:solidFill></a:ln></p:spPr><p:txBody><a:bodyPr wrap="square" lIns="0" tIns="0" rIns="0" bIns="0" rtlCol="0"/><a:lstStyle/><a:p/></p:txBody></p:sp><p:sp><p:nvSpPr><p:cNvPr id="428" name="object 428"/><p:cNvSpPr/><p:nvPr/></p:nvSpPr><p:spPr><a:xfrm><a:off x="16634370" y="12054142"/><a:ext cx="16510" cy="22225"/></a:xfrm><a:custGeom><a:avLst/><a:gdLst/><a:ahLst/><a:cxnLst/><a:rect l="l" t="t" r="r" b="b"/><a:pathLst><a:path w="16509" h="22225"><a:moveTo><a:pt x="0" y="21832"/></a:moveTo><a:lnTo><a:pt x="2099" y="20068"/></a:lnTo><a:lnTo><a:pt x="7511" y="15423"/></a:lnTo><a:lnTo><a:pt x="12258" y="9054"/></a:lnTo><a:lnTo><a:pt x="15115" y="2519"/></a:lnTo><a:lnTo><a:pt x="16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9" name="object 429"/><p:cNvSpPr/><p:nvPr/></p:nvSpPr><p:spPr><a:xfrm><a:off x="17165007" y="12190089"/><a:ext cx="52069" cy="20955"/></a:xfrm><a:custGeom><a:avLst/><a:gdLst/><a:ahLst/><a:cxnLst/><a:rect l="l" t="t" r="r" b="b"/><a:pathLst><a:path w="52069" h="20954"><a:moveTo><a:pt x="0" y="14862"/></a:moveTo><a:lnTo><a:pt x="44926" y="0"/></a:lnTo><a:lnTo><a:pt x="51812" y="20908"/></a:lnTo></a:path></a:pathLst></a:custGeom><a:ln w="3175"><a:solidFill><a:srgbClr val="000000"/></a:solidFill></a:ln></p:spPr><p:txBody><a:bodyPr wrap="square" lIns="0" tIns="0" rIns="0" bIns="0" rtlCol="0"/><a:lstStyle/><a:p/></p:txBody></p:sp><p:sp><p:nvSpPr><p:cNvPr id="430" name="object 430"/><p:cNvSpPr/><p:nvPr/></p:nvSpPr><p:spPr><a:xfrm><a:off x="17188520" y="12197226"/><a:ext cx="4445" cy="13335"/></a:xfrm><a:custGeom><a:avLst/><a:gdLst/><a:ahLst/><a:cxnLst/><a:rect l="l" t="t" r="r" b="b"/><a:pathLst><a:path w="4444" h="13334"><a:moveTo><a:pt x="0" y="0"/></a:moveTo><a:lnTo><a:pt x="4282" y="12763"/></a:lnTo></a:path></a:pathLst></a:custGeom><a:ln w="3175"><a:solidFill><a:srgbClr val="000000"/></a:solidFill></a:ln></p:spPr><p:txBody><a:bodyPr wrap="square" lIns="0" tIns="0" rIns="0" bIns="0" rtlCol="0"/><a:lstStyle/><a:p/></p:txBody></p:sp><p:sp><p:nvSpPr><p:cNvPr id="431" name="object 431"/><p:cNvSpPr/><p:nvPr/></p:nvSpPr><p:spPr><a:xfrm><a:off x="17165007" y="12204951"/><a:ext cx="6985" cy="20955"/></a:xfrm><a:custGeom><a:avLst/><a:gdLst/><a:ahLst/><a:cxnLst/><a:rect l="l" t="t" r="r" b="b"/><a:pathLst><a:path w="6984" h="20954"><a:moveTo><a:pt x="0" y="0"/></a:moveTo><a:lnTo><a:pt x="6885" y="20908"/></a:lnTo></a:path></a:pathLst></a:custGeom><a:ln w="3175"><a:solidFill><a:srgbClr val="000000"/></a:solidFill></a:ln></p:spPr><p:txBody><a:bodyPr wrap="square" lIns="0" tIns="0" rIns="0" bIns="0" rtlCol="0"/><a:lstStyle/><a:p/></p:txBody></p:sp><p:sp><p:nvSpPr><p:cNvPr id="432" name="object 432"/><p:cNvSpPr/><p:nvPr/></p:nvSpPr><p:spPr><a:xfrm><a:off x="17257211" y="12197646"/><a:ext cx="16510" cy="26670"/></a:xfrm><a:custGeom><a:avLst/><a:gdLst/><a:ahLst/><a:cxnLst/><a:rect l="l" t="t" r="r" b="b"/><a:pathLst><a:path w="16509" h="26670"><a:moveTo><a:pt x="0" y="26114"/></a:moveTo><a:lnTo><a:pt x="1629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3" name="object 433"/><p:cNvSpPr/><p:nvPr/></p:nvSpPr><p:spPr><a:xfrm><a:off x="17273502" y="12197730"/><a:ext cx="8890" cy="29209"/></a:xfrm><a:custGeom><a:avLst/><a:gdLst/><a:ahLst/><a:cxnLst/><a:rect l="l" t="t" r="r" b="b"/><a:pathLst><a:path w="8890" h="29209"><a:moveTo><a:pt x="8481" y="28969"/></a:moveTo><a:lnTo><a:pt x="8565" y="26450"/></a:lnTo><a:lnTo><a:pt x="8503" y="17879"/></a:lnTo><a:lnTo><a:pt x="6131" y="9294"/></a:lnTo><a:lnTo><a:pt x="1427" y="209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4" name="object 434"/><p:cNvSpPr/><p:nvPr/></p:nvSpPr><p:spPr><a:xfrm><a:off x="17249821" y="12196386"/><a:ext cx="9525" cy="26034"/></a:xfrm><a:custGeom><a:avLst/><a:gdLst/><a:ahLst/><a:cxnLst/><a:rect l="l" t="t" r="r" b="b"/><a:pathLst><a:path w="9525" h="26034"><a:moveTo><a:pt x="0" y="0"/></a:moveTo><a:lnTo><a:pt x="503" y="3862"/></a:lnTo><a:lnTo><a:pt x="1749" y="10609"/></a:lnTo><a:lnTo><a:pt x="3855" y="16320"/></a:lnTo><a:lnTo><a:pt x="7305" y="22251"/></a:lnTo><a:lnTo><a:pt x="9489" y="25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435" name="object 435"/><p:cNvSpPr/><p:nvPr/></p:nvSpPr><p:spPr><a:xfrm><a:off x="17062474" y="12625387"/><a:ext cx="29209" cy="10795"/></a:xfrm><a:custGeom><a:avLst/><a:gdLst/><a:ahLst/><a:cxnLst/><a:rect l="l" t="t" r="r" b="b"/><a:pathLst><a:path w="29209" h="10795"><a:moveTo><a:pt x="0" y="0"/></a:moveTo><a:lnTo><a:pt x="28971" y="10244"/></a:lnTo></a:path></a:pathLst></a:custGeom><a:ln w="3175"><a:solidFill><a:srgbClr val="000000"/></a:solidFill></a:ln></p:spPr><p:txBody><a:bodyPr wrap="square" lIns="0" tIns="0" rIns="0" bIns="0" rtlCol="0"/><a:lstStyle/><a:p/></p:txBody></p:sp><p:sp><p:nvSpPr><p:cNvPr id="436" name="object 436"/><p:cNvSpPr/><p:nvPr/></p:nvSpPr><p:spPr><a:xfrm><a:off x="17064909" y="12635631"/><a:ext cx="26670" cy="14604"/></a:xfrm><a:custGeom><a:avLst/><a:gdLst/><a:ahLst/><a:cxnLst/><a:rect l="l" t="t" r="r" b="b"/><a:pathLst><a:path w="26669" h="14604"><a:moveTo><a:pt x="0" y="14610"/></a:moveTo><a:lnTo><a:pt x="2519" y="14106"/></a:lnTo><a:lnTo><a:pt x="10806" y="12305"/></a:lnTo><a:lnTo><a:pt x="18790" y="7977"/></a:lnTo><a:lnTo><a:pt x="24688" y="1847"/></a:lnTo><a:lnTo><a:pt x="2645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7" name="object 437"/><p:cNvSpPr/><p:nvPr/></p:nvSpPr><p:spPr><a:xfrm><a:off x="17064657" y="12612288"/><a:ext cx="22860" cy="15240"/></a:xfrm><a:custGeom><a:avLst/><a:gdLst/><a:ahLst/><a:cxnLst/><a:rect l="l" t="t" r="r" b="b"/><a:pathLst><a:path w="22859" h="15240"><a:moveTo><a:pt x="22841" y="0"/></a:moveTo><a:lnTo><a:pt x="20237" y="923"/></a:lnTo><a:lnTo><a:pt x="13722" y="3340"/></a:lnTo><a:lnTo><a:pt x="6752" y="7741"/></a:lnTo><a:lnTo><a:pt x="1931" y="12763"/></a:lnTo><a:lnTo><a:pt x="0" y="14778"/></a:lnTo></a:path></a:pathLst></a:custGeom><a:ln w="3175"><a:solidFill><a:srgbClr val="000000"/></a:solidFill></a:ln></p:spPr><p:txBody><a:bodyPr wrap="square" lIns="0" tIns="0" rIns="0" bIns="0" rtlCol="0"/><a:lstStyle/><a:p/></p:txBody></p:sp><p:sp><p:nvSpPr><p:cNvPr id="438" name="object 438"/><p:cNvSpPr/><p:nvPr/></p:nvSpPr><p:spPr><a:xfrm><a:off x="16898639" y="12492043"/><a:ext cx="1905" cy="31750"/></a:xfrm><a:custGeom><a:avLst/><a:gdLst/><a:ahLst/><a:cxnLst/><a:rect l="l" t="t" r="r" b="b"/><a:pathLst><a:path w="1905" h="31750"><a:moveTo><a:pt x="1679" y="0"/></a:moveTo><a:lnTo><a:pt x="0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439" name="object 439"/><p:cNvSpPr/><p:nvPr/></p:nvSpPr><p:spPr><a:xfrm><a:off x="16892425" y="12491623"/><a:ext cx="15875" cy="1270"/></a:xfrm><a:custGeom><a:avLst/><a:gdLst/><a:ahLst/><a:cxnLst/><a:rect l="l" t="t" r="r" b="b"/><a:pathLst><a:path w="15875" h="1270"><a:moveTo><a:pt x="0" y="0"/></a:moveTo><a:lnTo><a:pt x="15787" y="839"/></a:lnTo></a:path></a:pathLst></a:custGeom><a:ln w="3175"><a:solidFill><a:srgbClr val="000000"/></a:solidFill></a:ln></p:spPr><p:txBody><a:bodyPr wrap="square" lIns="0" tIns="0" rIns="0" bIns="0" rtlCol="0"/><a:lstStyle/><a:p/></p:txBody></p:sp><p:sp><p:nvSpPr><p:cNvPr id="440" name="object 440"/><p:cNvSpPr/><p:nvPr/></p:nvSpPr><p:spPr><a:xfrm><a:off x="16888142" y="12682066"/><a:ext cx="30480" cy="3175"/></a:xfrm><a:custGeom><a:avLst/><a:gdLst/><a:ahLst/><a:cxnLst/><a:rect l="l" t="t" r="r" b="b"/><a:pathLst><a:path w="30480" h="3175"><a:moveTo><a:pt x="0" y="839"/></a:moveTo><a:lnTo><a:pt x="2519" y="1511"/></a:lnTo><a:lnTo><a:pt x="8832" y="2712"/></a:lnTo><a:lnTo><a:pt x="15251" y="3015"/></a:lnTo><a:lnTo><a:pt x="21645" y="2398"/></a:lnTo><a:lnTo><a:pt x="27879" y="839"/></a:lnTo><a:lnTo><a:pt x="3023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1" name="object 441"/><p:cNvSpPr/><p:nvPr/></p:nvSpPr><p:spPr><a:xfrm><a:off x="16870088" y="12657526"/><a:ext cx="27305" cy="3175"/></a:xfrm><a:custGeom><a:avLst/><a:gdLst/><a:ahLst/><a:cxnLst/><a:rect l="l" t="t" r="r" b="b"/><a:pathLst><a:path w="27305" h="3175"><a:moveTo><a:pt x="27207" y="2204"/></a:moveTo><a:lnTo><a:pt x="24520" y="1616"/></a:lnTo><a:lnTo><a:pt x="17337" y="0"/></a:lnTo><a:lnTo><a:pt x="9846" y="446"/></a:lnTo><a:lnTo><a:pt x="2687" y="1952"/></a:lnTo><a:lnTo><a:pt x="0" y="2708"/></a:lnTo></a:path></a:pathLst></a:custGeom><a:ln w="3175"><a:solidFill><a:srgbClr val="000000"/></a:solidFill></a:ln></p:spPr><p:txBody><a:bodyPr wrap="square" lIns="0" tIns="0" rIns="0" bIns="0" rtlCol="0"/><a:lstStyle/><a:p/></p:txBody></p:sp><p:sp><p:nvSpPr><p:cNvPr id="442" name="object 442"/><p:cNvSpPr/><p:nvPr/></p:nvSpPr><p:spPr><a:xfrm><a:off x="16833139" y="12480204"/><a:ext cx="13335" cy="34290"/></a:xfrm><a:custGeom><a:avLst/><a:gdLst/><a:ahLst/><a:cxnLst/><a:rect l="l" t="t" r="r" b="b"/><a:pathLst><a:path w="13334" h="34290"><a:moveTo><a:pt x="9909" y="0"/></a:moveTo><a:lnTo><a:pt x="0" y="29893"/></a:lnTo><a:lnTo><a:pt x="12764" y="34175"/></a:lnTo></a:path></a:pathLst></a:custGeom><a:ln w="3175"><a:solidFill><a:srgbClr val="000000"/></a:solidFill></a:ln></p:spPr><p:txBody><a:bodyPr wrap="square" lIns="0" tIns="0" rIns="0" bIns="0" rtlCol="0"/><a:lstStyle/><a:p/></p:txBody></p:sp><p:sp><p:nvSpPr><p:cNvPr id="443" name="object 443"/><p:cNvSpPr/><p:nvPr/></p:nvSpPr><p:spPr><a:xfrm><a:off x="16812313" y="12472059"/><a:ext cx="26034" cy="29209"/></a:xfrm><a:custGeom><a:avLst/><a:gdLst/><a:ahLst/><a:cxnLst/><a:rect l="l" t="t" r="r" b="b"/><a:pathLst><a:path w="26034" h="29209"><a:moveTo><a:pt x="0" y="29053"/></a:moveTo><a:lnTo><a:pt x="12260" y="0"/></a:lnTo><a:lnTo><a:pt x="25780" y="5709"/></a:lnTo></a:path></a:pathLst></a:custGeom><a:ln w="3175"><a:solidFill><a:srgbClr val="000000"/></a:solidFill></a:ln></p:spPr><p:txBody><a:bodyPr wrap="square" lIns="0" tIns="0" rIns="0" bIns="0" rtlCol="0"/><a:lstStyle/><a:p/></p:txBody></p:sp><p:sp><p:nvSpPr><p:cNvPr id="444" name="object 444"/><p:cNvSpPr/><p:nvPr/></p:nvSpPr><p:spPr><a:xfrm><a:off x="16818695" y="12485913"/><a:ext cx="8890" cy="3810"/></a:xfrm><a:custGeom><a:avLst/><a:gdLst/><a:ahLst/><a:cxnLst/><a:rect l="l" t="t" r="r" b="b"/><a:pathLst><a:path w="8890" h="3809"><a:moveTo><a:pt x="0" y="0"/></a:moveTo><a:lnTo><a:pt x="8313" y="3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445" name="object 445"/><p:cNvSpPr/><p:nvPr/></p:nvSpPr><p:spPr><a:xfrm><a:off x="16812313" y="12501112"/><a:ext cx="13970" cy="5715"/></a:xfrm><a:custGeom><a:avLst/><a:gdLst/><a:ahLst/><a:cxnLst/><a:rect l="l" t="t" r="r" b="b"/><a:pathLst><a:path w="13969" h="5715"><a:moveTo><a:pt x="0" y="0"/></a:moveTo><a:lnTo><a:pt x="13435" y="5709"/></a:lnTo></a:path></a:pathLst></a:custGeom><a:ln w="3175"><a:solidFill><a:srgbClr val="000000"/></a:solidFill></a:ln></p:spPr><p:txBody><a:bodyPr wrap="square" lIns="0" tIns="0" rIns="0" bIns="0" rtlCol="0"/><a:lstStyle/><a:p/></p:txBody></p:sp><p:sp><p:nvSpPr><p:cNvPr id="446" name="object 446"/><p:cNvSpPr/><p:nvPr/></p:nvSpPr><p:spPr><a:xfrm><a:off x="16850102" y="12484654"/><a:ext cx="20955" cy="31115"/></a:xfrm><a:custGeom><a:avLst/><a:gdLst/><a:ahLst/><a:cxnLst/><a:rect l="l" t="t" r="r" b="b"/><a:pathLst><a:path w="20955" h="31115"><a:moveTo><a:pt x="0" y="30816"/></a:moveTo><a:lnTo><a:pt x="6634" y="0"/></a:lnTo><a:lnTo><a:pt x="20909" y="3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447" name="object 447"/><p:cNvSpPr/><p:nvPr/></p:nvSpPr><p:spPr><a:xfrm><a:off x="16853544" y="12499349"/><a:ext cx="8890" cy="2540"/></a:xfrm><a:custGeom><a:avLst/><a:gdLst/><a:ahLst/><a:cxnLst/><a:rect l="l" t="t" r="r" b="b"/><a:pathLst><a:path w="8890" h="2540"><a:moveTo><a:pt x="0" y="0"/></a:moveTo><a:lnTo><a:pt x="8817" y="1931"/></a:lnTo></a:path></a:pathLst></a:custGeom><a:ln w="3175"><a:solidFill><a:srgbClr val="000000"/></a:solidFill></a:ln></p:spPr><p:txBody><a:bodyPr wrap="square" lIns="0" tIns="0" rIns="0" bIns="0" rtlCol="0"/><a:lstStyle/><a:p/></p:txBody></p:sp><p:sp><p:nvSpPr><p:cNvPr id="448" name="object 448"/><p:cNvSpPr/><p:nvPr/></p:nvSpPr><p:spPr><a:xfrm><a:off x="16850102" y="12515471"/><a:ext cx="14604" cy="3175"/></a:xfrm><a:custGeom><a:avLst/><a:gdLst/><a:ahLst/><a:cxnLst/><a:rect l="l" t="t" r="r" b="b"/><a:pathLst><a:path w="14605" h="3175"><a:moveTo><a:pt x="0" y="0"/></a:moveTo><a:lnTo><a:pt x="14275" y="3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449" name="object 449"/><p:cNvSpPr/><p:nvPr/></p:nvSpPr><p:spPr><a:xfrm><a:off x="16870759" y="12489860"/><a:ext cx="19050" cy="32384"/></a:xfrm><a:custGeom><a:avLst/><a:gdLst/><a:ahLst/><a:cxnLst/><a:rect l="l" t="t" r="r" b="b"/><a:pathLst><a:path w="19050" h="32384"><a:moveTo><a:pt x="18474" y="8984"/></a:moveTo><a:lnTo><a:pt x="17802" y="5793"/></a:lnTo><a:lnTo><a:pt x="16039" y="2519"/></a:lnTo><a:lnTo><a:pt x="14023" y="671"/></a:lnTo><a:lnTo><a:pt x="9573" y="0"/></a:lnTo><a:lnTo><a:pt x="7137" y="1175"/></a:lnTo><a:lnTo><a:pt x="4450" y="3778"/></a:lnTo><a:lnTo><a:pt x="2855" y="6633"/></a:lnTo><a:lnTo><a:pt x="1091" y="10916"/></a:lnTo><a:lnTo><a:pt x="0" y="18305"/></a:lnTo><a:lnTo><a:pt x="419" y="22923"/></a:lnTo><a:lnTo><a:pt x="1091" y="26114"/></a:lnTo><a:lnTo><a:pt x="2855" y="29389"/></a:lnTo><a:lnTo><a:pt x="4870" y="31236"/></a:lnTo><a:lnTo><a:pt x="9321" y="31908"/></a:lnTo><a:lnTo><a:pt x="11756" y="30732"/></a:lnTo><a:lnTo><a:pt x="14443" y="28129"/></a:lnTo><a:lnTo><a:pt x="16039" y="25274"/></a:lnTo></a:path></a:pathLst></a:custGeom><a:ln w="3175"><a:solidFill><a:srgbClr val="000000"/></a:solidFill></a:ln></p:spPr><p:txBody><a:bodyPr wrap="square" lIns="0" tIns="0" rIns="0" bIns="0" rtlCol="0"/><a:lstStyle/><a:p/></p:txBody></p:sp><p:sp><p:nvSpPr><p:cNvPr id="450" name="object 450"/><p:cNvSpPr/><p:nvPr/></p:nvSpPr><p:spPr><a:xfrm><a:off x="16813405" y="12646715"/><a:ext cx="15240" cy="27305"/></a:xfrm><a:custGeom><a:avLst/><a:gdLst/><a:ahLst/><a:cxnLst/><a:rect l="l" t="t" r="r" b="b"/><a:pathLst><a:path w="15240" h="27304"><a:moveTo><a:pt x="0" y="0"/></a:moveTo><a:lnTo><a:pt x="15199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451" name="object 451"/><p:cNvSpPr/><p:nvPr/></p:nvSpPr><p:spPr><a:xfrm><a:off x="16841032" y="12653265"/><a:ext cx="17780" cy="26034"/></a:xfrm><a:custGeom><a:avLst/><a:gdLst/><a:ahLst/><a:cxnLst/><a:rect l="l" t="t" r="r" b="b"/><a:pathLst><a:path w="17780" h="26034"><a:moveTo><a:pt x="0" y="0"/></a:moveTo><a:lnTo><a:pt x="17214" y="25442"/></a:lnTo></a:path></a:pathLst></a:custGeom><a:ln w="3175"><a:solidFill><a:srgbClr val="000000"/></a:solidFill></a:ln></p:spPr><p:txBody><a:bodyPr wrap="square" lIns="0" tIns="0" rIns="0" bIns="0" rtlCol="0"/><a:lstStyle/><a:p/></p:txBody></p:sp><p:sp><p:nvSpPr><p:cNvPr id="452" name="object 452"/><p:cNvSpPr/><p:nvPr/></p:nvSpPr><p:spPr><a:xfrm><a:off x="16828184" y="12674677"/><a:ext cx="30480" cy="5080"/></a:xfrm><a:custGeom><a:avLst/><a:gdLst/><a:ahLst/><a:cxnLst/><a:rect l="l" t="t" r="r" b="b"/><a:pathLst><a:path w="30480" h="5079"><a:moveTo><a:pt x="0" y="0"/></a:moveTo><a:lnTo><a:pt x="2351" y="1091"/></a:lnTo><a:lnTo><a:pt x="8392" y="3230"/></a:lnTo><a:lnTo><a:pt x="14674" y="4539"/></a:lnTo><a:lnTo><a:pt x="21072" y="4964"/></a:lnTo><a:lnTo><a:pt x="27459" y="4450"/></a:lnTo><a:lnTo><a:pt x="30062" y="3946"/></a:lnTo></a:path></a:pathLst></a:custGeom><a:ln w="3175"><a:solidFill><a:srgbClr val="000000"/></a:solidFill></a:ln></p:spPr><p:txBody><a:bodyPr wrap="square" lIns="0" tIns="0" rIns="0" bIns="0" rtlCol="0"/><a:lstStyle/><a:p/></p:txBody></p:sp><p:sp><p:nvSpPr><p:cNvPr id="453" name="object 453"/><p:cNvSpPr/><p:nvPr/></p:nvSpPr><p:spPr><a:xfrm><a:off x="16814076" y="12648521"/><a:ext cx="27305" cy="5080"/></a:xfrm><a:custGeom><a:avLst/><a:gdLst/><a:ahLst/><a:cxnLst/><a:rect l="l" t="t" r="r" b="b"/><a:pathLst><a:path w="27305" h="5079"><a:moveTo><a:pt x="26955" y="4744"/></a:moveTo><a:lnTo><a:pt x="24352" y="3736"/></a:lnTo><a:lnTo><a:pt x="17431" y="1311"/></a:lnTo><a:lnTo><a:pt x="10025" y="0"/></a:lnTo><a:lnTo><a:pt x="2687" y="713"/></a:lnTo><a:lnTo><a:pt x="0" y="965"/></a:lnTo></a:path></a:pathLst></a:custGeom><a:ln w="3175"><a:solidFill><a:srgbClr val="000000"/></a:solidFill></a:ln></p:spPr><p:txBody><a:bodyPr wrap="square" lIns="0" tIns="0" rIns="0" bIns="0" rtlCol="0"/><a:lstStyle/><a:p/></p:txBody></p:sp><p:sp><p:nvSpPr><p:cNvPr id="454" name="object 454"/><p:cNvSpPr/><p:nvPr/></p:nvSpPr><p:spPr><a:xfrm><a:off x="16868996" y="12657631"/><a:ext cx="19685" cy="24130"/></a:xfrm><a:custGeom><a:avLst/><a:gdLst/><a:ahLst/><a:cxnLst/><a:rect l="l" t="t" r="r" b="b"/><a:pathLst><a:path w="19684" h="24129"><a:moveTo><a:pt x="0" y="0"/></a:moveTo><a:lnTo><a:pt x="19230" y="23931"/></a:lnTo></a:path></a:pathLst></a:custGeom><a:ln w="3175"><a:solidFill><a:srgbClr val="000000"/></a:solidFill></a:ln></p:spPr><p:txBody><a:bodyPr wrap="square" lIns="0" tIns="0" rIns="0" bIns="0" rtlCol="0"/><a:lstStyle/><a:p/></p:txBody></p:sp><p:sp><p:nvSpPr><p:cNvPr id="455" name="object 455"/><p:cNvSpPr/><p:nvPr/></p:nvSpPr><p:spPr><a:xfrm><a:off x="16857995" y="12679967"/><a:ext cx="30480" cy="3810"/></a:xfrm><a:custGeom><a:avLst/><a:gdLst/><a:ahLst/><a:cxnLst/><a:rect l="l" t="t" r="r" b="b"/><a:pathLst><a:path w="30480" h="3809"><a:moveTo><a:pt x="0" y="0"/></a:moveTo><a:lnTo><a:pt x="2435" y="923"/></a:lnTo><a:lnTo><a:pt x="8635" y="2610"/></a:lnTo><a:lnTo><a:pt x="14975" y="3379"/></a:lnTo><a:lnTo><a:pt x="21364" y="3256"/></a:lnTo><a:lnTo><a:pt x="27711" y="2267"/></a:lnTo><a:lnTo><a:pt x="30230" y="1595"/></a:lnTo></a:path></a:pathLst></a:custGeom><a:ln w="3175"><a:solidFill><a:srgbClr val="000000"/></a:solidFill></a:ln></p:spPr><p:txBody><a:bodyPr wrap="square" lIns="0" tIns="0" rIns="0" bIns="0" rtlCol="0"/><a:lstStyle/><a:p/></p:txBody></p:sp><p:sp><p:nvSpPr><p:cNvPr id="456" name="object 456"/><p:cNvSpPr/><p:nvPr/></p:nvSpPr><p:spPr><a:xfrm><a:off x="16841788" y="12654380"/><a:ext cx="27305" cy="3810"/></a:xfrm><a:custGeom><a:avLst/><a:gdLst/><a:ahLst/><a:cxnLst/><a:rect l="l" t="t" r="r" b="b"/><a:pathLst><a:path w="27305" h="3809"><a:moveTo><a:pt x="27207" y="3251"/></a:moveTo><a:lnTo><a:pt x="24520" y="2411"/></a:lnTo><a:lnTo><a:pt x="17206" y="382"/></a:lnTo><a:lnTo><a:pt x="10194" y="0"/></a:lnTo><a:lnTo><a:pt x="2687" y="1067"/></a:lnTo><a:lnTo><a:pt x="0" y="1571"/></a:lnTo></a:path></a:pathLst></a:custGeom><a:ln w="3175"><a:solidFill><a:srgbClr val="000000"/></a:solidFill></a:ln></p:spPr><p:txBody><a:bodyPr wrap="square" lIns="0" tIns="0" rIns="0" bIns="0" rtlCol="0"/><a:lstStyle/><a:p/></p:txBody></p:sp><p:sp><p:nvSpPr><p:cNvPr id="457" name="object 457"/><p:cNvSpPr/><p:nvPr/></p:nvSpPr><p:spPr><a:xfrm><a:off x="16734888" y="12614303"/><a:ext cx="8890" cy="29845"/></a:xfrm><a:custGeom><a:avLst/><a:gdLst/><a:ahLst/><a:cxnLst/><a:rect l="l" t="t" r="r" b="b"/><a:pathLst><a:path w="8890" h="29845"><a:moveTo><a:pt x="0" y="0"/></a:moveTo><a:lnTo><a:pt x="8481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458" name="object 458"/><p:cNvSpPr/><p:nvPr/></p:nvSpPr><p:spPr><a:xfrm><a:off x="16716078" y="12630677"/><a:ext cx="27305" cy="13335"/></a:xfrm><a:custGeom><a:avLst/><a:gdLst/><a:ahLst/><a:cxnLst/><a:rect l="l" t="t" r="r" b="b"/><a:pathLst><a:path w="27305" h="13334"><a:moveTo><a:pt x="0" y="0"/></a:moveTo><a:lnTo><a:pt x="1847" y="1763"/></a:lnTo><a:lnTo><a:pt x="8208" y="7504"/></a:lnTo><a:lnTo><a:pt x="16239" y="11398"/></a:lnTo><a:lnTo><a:pt x="24688" y="12847"/></a:lnTo><a:lnTo><a:pt x="27207" y="13183"/></a:lnTo></a:path></a:pathLst></a:custGeom><a:ln w="3175"><a:solidFill><a:srgbClr val="000000"/></a:solidFill></a:ln></p:spPr><p:txBody><a:bodyPr wrap="square" lIns="0" tIns="0" rIns="0" bIns="0" rtlCol="0"/><a:lstStyle/><a:p/></p:txBody></p:sp><p:sp><p:nvSpPr><p:cNvPr id="459" name="object 459"/><p:cNvSpPr/><p:nvPr/></p:nvSpPr><p:spPr><a:xfrm><a:off x="16760165" y="12627150"/><a:ext cx="10795" cy="29209"/></a:xfrm><a:custGeom><a:avLst/><a:gdLst/><a:ahLst/><a:cxnLst/><a:rect l="l" t="t" r="r" b="b"/><a:pathLst><a:path w="10794" h="29209"><a:moveTo><a:pt x="0" y="0"/></a:moveTo><a:lnTo><a:pt x="10748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460" name="object 460"/><p:cNvSpPr/><p:nvPr/></p:nvSpPr><p:spPr><a:xfrm><a:off x="16742698" y="12644952"/><a:ext cx="28575" cy="11430"/></a:xfrm><a:custGeom><a:avLst/><a:gdLst/><a:ahLst/><a:cxnLst/><a:rect l="l" t="t" r="r" b="b"/><a:pathLst><a:path w="28575" h="11429"><a:moveTo><a:pt x="0" y="0"/></a:moveTo><a:lnTo><a:pt x="2015" y="1595"/></a:lnTo><a:lnTo><a:pt x="8986" y="6959"/></a:lnTo><a:lnTo><a:pt x="16871" y="9965"/></a:lnTo><a:lnTo><a:pt x="25612" y="10832"/></a:lnTo><a:lnTo><a:pt x="28215" y="1100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1" name="object 461"/><p:cNvSpPr/><p:nvPr/></p:nvSpPr><p:spPr><a:xfrm><a:off x="16734888" y="12617074"/><a:ext cx="25400" cy="10160"/></a:xfrm><a:custGeom><a:avLst/><a:gdLst/><a:ahLst/><a:cxnLst/><a:rect l="l" t="t" r="r" b="b"/><a:pathLst><a:path w="25400" h="10159"><a:moveTo><a:pt x="25276" y="10076"/></a:moveTo><a:lnTo><a:pt x="23009" y="8480"/></a:lnTo><a:lnTo><a:pt x="16846" y="4461"/></a:lnTo><a:lnTo><a:pt x="9974" y="1574"/></a:lnTo><a:lnTo><a:pt x="2687" y="41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2" name="object 462"/><p:cNvSpPr/><p:nvPr/></p:nvSpPr><p:spPr><a:xfrm><a:off x="16786365" y="12637982"/><a:ext cx="13335" cy="27940"/></a:xfrm><a:custGeom><a:avLst/><a:gdLst/><a:ahLst/><a:cxnLst/><a:rect l="l" t="t" r="r" b="b"/><a:pathLst><a:path w="13334" h="27940"><a:moveTo><a:pt x="0" y="0"/></a:moveTo><a:lnTo><a:pt x="13016" y="27877"/></a:lnTo></a:path></a:pathLst></a:custGeom><a:ln w="3175"><a:solidFill><a:srgbClr val="000000"/></a:solidFill></a:ln></p:spPr><p:txBody><a:bodyPr wrap="square" lIns="0" tIns="0" rIns="0" bIns="0" rtlCol="0"/><a:lstStyle/><a:p/></p:txBody></p:sp><p:sp><p:nvSpPr><p:cNvPr id="463" name="object 463"/><p:cNvSpPr/><p:nvPr/></p:nvSpPr><p:spPr><a:xfrm><a:off x="16770409" y="12657127"/><a:ext cx="29209" cy="8890"/></a:xfrm><a:custGeom><a:avLst/><a:gdLst/><a:ahLst/><a:cxnLst/><a:rect l="l" t="t" r="r" b="b"/><a:pathLst><a:path w="29209" h="8890"><a:moveTo><a:pt x="0" y="0"/></a:moveTo><a:lnTo><a:pt x="2099" y="1427"/></a:lnTo><a:lnTo><a:pt x="9251" y="6136"/></a:lnTo><a:lnTo><a:pt x="17809" y="8679"/></a:lnTo><a:lnTo><a:pt x="26368" y="8732"/></a:lnTo><a:lnTo><a:pt x="28971" y="8648"/></a:lnTo></a:path></a:pathLst></a:custGeom><a:ln w="3175"><a:solidFill><a:srgbClr val="000000"/></a:solidFill></a:ln></p:spPr><p:txBody><a:bodyPr wrap="square" lIns="0" tIns="0" rIns="0" bIns="0" rtlCol="0"/><a:lstStyle/><a:p/></p:txBody></p:sp><p:sp><p:nvSpPr><p:cNvPr id="464" name="object 464"/><p:cNvSpPr/><p:nvPr/></p:nvSpPr><p:spPr><a:xfrm><a:off x="16760332" y="12629921"/><a:ext cx="26034" cy="8255"/></a:xfrm><a:custGeom><a:avLst/><a:gdLst/><a:ahLst/><a:cxnLst/><a:rect l="l" t="t" r="r" b="b"/><a:pathLst><a:path w="26034" h="8254"><a:moveTo><a:pt x="26032" y="8061"/></a:moveTo><a:lnTo><a:pt x="23680" y="6717"/></a:lnTo><a:lnTo><a:pt x="17521" y="3014"/></a:lnTo><a:lnTo><a:pt x="9885" y="911"/></a:lnTo><a:lnTo><a:pt x="2771" y="1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5" name="object 465"/><p:cNvSpPr/><p:nvPr/></p:nvSpPr><p:spPr><a:xfrm><a:off x="16798961" y="12667120"/><a:ext cx="29845" cy="6985"/></a:xfrm><a:custGeom><a:avLst/><a:gdLst/><a:ahLst/><a:cxnLst/><a:rect l="l" t="t" r="r" b="b"/><a:pathLst><a:path w="29844" h="6984"><a:moveTo><a:pt x="0" y="0"/></a:moveTo><a:lnTo><a:pt x="27039" y="6633"/></a:lnTo><a:lnTo><a:pt x="29559" y="6381"/></a:lnTo></a:path></a:pathLst></a:custGeom><a:ln w="3175"><a:solidFill><a:srgbClr val="000000"/></a:solidFill></a:ln></p:spPr><p:txBody><a:bodyPr wrap="square" lIns="0" tIns="0" rIns="0" bIns="0" rtlCol="0"/><a:lstStyle/><a:p/></p:txBody></p:sp><p:sp><p:nvSpPr><p:cNvPr id="466" name="object 466"/><p:cNvSpPr/><p:nvPr/></p:nvSpPr><p:spPr><a:xfrm><a:off x="16786785" y="12640753"/><a:ext cx="26670" cy="6350"/></a:xfrm><a:custGeom><a:avLst/><a:gdLst/><a:ahLst/><a:cxnLst/><a:rect l="l" t="t" r="r" b="b"/><a:pathLst><a:path w="26669" h="6350"><a:moveTo><a:pt x="26619" y="6045"/></a:moveTo><a:lnTo><a:pt x="24100" y="4786"/></a:lnTo><a:lnTo><a:pt x="17522" y="1746"/></a:lnTo><a:lnTo><a:pt x="10019" y="40"/></a:lnTo><a:lnTo><a:pt x="2771" y="0"/></a:lnTo><a:lnTo><a:pt x="0" y="83"/></a:lnTo></a:path></a:pathLst></a:custGeom><a:ln w="3175"><a:solidFill><a:srgbClr val="000000"/></a:solidFill></a:ln></p:spPr><p:txBody><a:bodyPr wrap="square" lIns="0" tIns="0" rIns="0" bIns="0" rtlCol="0"/><a:lstStyle/><a:p/></p:txBody></p:sp><p:sp><p:nvSpPr><p:cNvPr id="467" name="object 467"/><p:cNvSpPr/><p:nvPr/></p:nvSpPr><p:spPr><a:xfrm><a:off x="16979591" y="12478776"/><a:ext cx="25400" cy="29209"/></a:xfrm><a:custGeom><a:avLst/><a:gdLst/><a:ahLst/><a:cxnLst/><a:rect l="l" t="t" r="r" b="b"/><a:pathLst><a:path w="25400" h="29209"><a:moveTo><a:pt x="0" y="0"/></a:moveTo><a:lnTo><a:pt x="12596" y="28885"/></a:lnTo><a:lnTo><a:pt x="25024" y="23511"/></a:lnTo></a:path></a:pathLst></a:custGeom><a:ln w="3175"><a:solidFill><a:srgbClr val="000000"/></a:solidFill></a:ln></p:spPr><p:txBody><a:bodyPr wrap="square" lIns="0" tIns="0" rIns="0" bIns="0" rtlCol="0"/><a:lstStyle/><a:p/></p:txBody></p:sp><p:sp><p:nvSpPr><p:cNvPr id="468" name="object 468"/><p:cNvSpPr/><p:nvPr/></p:nvSpPr><p:spPr><a:xfrm><a:off x="16966994" y="12483059"/><a:ext cx="19050" cy="33020"/></a:xfrm><a:custGeom><a:avLst/><a:gdLst/><a:ahLst/><a:cxnLst/><a:rect l="l" t="t" r="r" b="b"/><a:pathLst><a:path w="19050" h="33020"><a:moveTo><a:pt x="1763" y="32748"/></a:moveTo><a:lnTo><a:pt x="0" y="0"/></a:lnTo><a:lnTo><a:pt x="18726" y="2687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9" name="object 469"/><p:cNvSpPr/><p:nvPr/></p:nvSpPr><p:spPr><a:xfrm><a:off x="16968506" y="12501028"/><a:ext cx="10795" cy="3810"/></a:xfrm><a:custGeom><a:avLst/><a:gdLst/><a:ahLst/><a:cxnLst/><a:rect l="l" t="t" r="r" b="b"/><a:pathLst><a:path w="10794" h="3809"><a:moveTo><a:pt x="0" y="3694"/></a:moveTo><a:lnTo><a:pt x="1066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0" name="object 470"/><p:cNvSpPr/><p:nvPr/></p:nvSpPr><p:spPr><a:xfrm><a:off x="16943481" y="12487089"/><a:ext cx="19685" cy="31750"/></a:xfrm><a:custGeom><a:avLst/><a:gdLst/><a:ahLst/><a:cxnLst/><a:rect l="l" t="t" r="r" b="b"/><a:pathLst><a:path w="19684" h="31750"><a:moveTo><a:pt x="15451" y="6045"/></a:moveTo><a:lnTo><a:pt x="13687" y="3358"/></a:lnTo><a:lnTo><a:pt x="10748" y="923"/></a:lnTo><a:lnTo><a:pt x="8229" y="0"/></a:lnTo><a:lnTo><a:pt x="3862" y="1007"/></a:lnTo><a:lnTo><a:pt x="2015" y="3022"/></a:lnTo><a:lnTo><a:pt x="503" y="6465"/></a:lnTo><a:lnTo><a:pt x="83" y="9656"/></a:lnTo><a:lnTo><a:pt x="0" y="14274"/></a:lnTo><a:lnTo><a:pt x="1763" y="21580"/></a:lnTo><a:lnTo><a:pt x="3862" y="25694"/></a:lnTo><a:lnTo><a:pt x="5626" y="28381"/></a:lnTo><a:lnTo><a:pt x="8481" y="30816"/></a:lnTo><a:lnTo><a:pt x="11084" y="31740"/></a:lnTo><a:lnTo><a:pt x="15451" y="30732"/></a:lnTo><a:lnTo><a:pt x="17298" y="28717"/></a:lnTo><a:lnTo><a:pt x="18810" y="25274"/></a:lnTo><a:lnTo><a:pt x="19230" y="22083"/></a:lnTo></a:path></a:pathLst></a:custGeom><a:ln w="3175"><a:solidFill><a:srgbClr val="000000"/></a:solidFill></a:ln></p:spPr><p:txBody><a:bodyPr wrap="square" lIns="0" tIns="0" rIns="0" bIns="0" rtlCol="0"/><a:lstStyle/><a:p/></p:txBody></p:sp><p:sp><p:nvSpPr><p:cNvPr id="471" name="object 471"/><p:cNvSpPr/><p:nvPr/></p:nvSpPr><p:spPr><a:xfrm><a:off x="16934748" y="12490616"/><a:ext cx="5080" cy="31750"/></a:xfrm><a:custGeom><a:avLst/><a:gdLst/><a:ahLst/><a:cxnLst/><a:rect l="l" t="t" r="r" b="b"/><a:pathLst><a:path w="5080" h="31750"><a:moveTo><a:pt x="0" y="0"/></a:moveTo><a:lnTo><a:pt x="4702" y="31152"/></a:lnTo></a:path></a:pathLst></a:custGeom><a:ln w="3175"><a:solidFill><a:srgbClr val="000000"/></a:solidFill></a:ln></p:spPr><p:txBody><a:bodyPr wrap="square" lIns="0" tIns="0" rIns="0" bIns="0" rtlCol="0"/><a:lstStyle/><a:p/></p:txBody></p:sp><p:sp><p:nvSpPr><p:cNvPr id="472" name="object 472"/><p:cNvSpPr/><p:nvPr/></p:nvSpPr><p:spPr><a:xfrm><a:off x="16914006" y="12491455"/><a:ext cx="16510" cy="32384"/></a:xfrm><a:custGeom><a:avLst/><a:gdLst/><a:ahLst/><a:cxnLst/><a:rect l="l" t="t" r="r" b="b"/><a:pathLst><a:path w="16509" h="32384"><a:moveTo><a:pt x="2099" y="32160"/></a:moveTo><a:lnTo><a:pt x="0" y="755"/></a:lnTo><a:lnTo><a:pt x="10076" y="0"/></a:lnTo><a:lnTo><a:pt x="13519" y="1343"/></a:lnTo><a:lnTo><a:pt x="14779" y="2687"/></a:lnTo><a:lnTo><a:pt x="16123" y="5625"/></a:lnTo><a:lnTo><a:pt x="16291" y="8648"/></a:lnTo><a:lnTo><a:pt x="15367" y="11755"/></a:lnTo><a:lnTo><a:pt x="14359" y="13267"/></a:lnTo><a:lnTo><a:pt x="11084" y="15030"/></a:lnTo><a:lnTo><a:pt x="1007" y="15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473" name="object 473"/><p:cNvSpPr/><p:nvPr/></p:nvSpPr><p:spPr><a:xfrm><a:off x="16922908" y="12506654"/><a:ext cx="9525" cy="15875"/></a:xfrm><a:custGeom><a:avLst/><a:gdLst/><a:ahLst/><a:cxnLst/><a:rect l="l" t="t" r="r" b="b"/><a:pathLst><a:path w="9525" h="15875"><a:moveTo><a:pt x="0" y="0"/></a:moveTo><a:lnTo><a:pt x="8985" y="1587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4" name="object 474"/><p:cNvSpPr/><p:nvPr/></p:nvSpPr><p:spPr><a:xfrm><a:off x="16981942" y="12652425"/><a:ext cx="26034" cy="17145"/></a:xfrm><a:custGeom><a:avLst/><a:gdLst/><a:ahLst/><a:cxnLst/><a:rect l="l" t="t" r="r" b="b"/><a:pathLst><a:path w="26034" h="17145"><a:moveTo><a:pt x="0" y="0"/></a:moveTo><a:lnTo><a:pt x="25696" y="16793"/></a:lnTo></a:path></a:pathLst></a:custGeom><a:ln w="3175"><a:solidFill><a:srgbClr val="000000"/></a:solidFill></a:ln></p:spPr><p:txBody><a:bodyPr wrap="square" lIns="0" tIns="0" rIns="0" bIns="0" rtlCol="0"/><a:lstStyle/><a:p/></p:txBody></p:sp><p:sp><p:nvSpPr><p:cNvPr id="475" name="object 475"/><p:cNvSpPr/><p:nvPr/></p:nvSpPr><p:spPr><a:xfrm><a:off x="16978499" y="12669219"/><a:ext cx="29845" cy="8255"/></a:xfrm><a:custGeom><a:avLst/><a:gdLst/><a:ahLst/><a:cxnLst/><a:rect l="l" t="t" r="r" b="b"/><a:pathLst><a:path w="29844" h="8254"><a:moveTo><a:pt x="0" y="7893"/></a:moveTo><a:lnTo><a:pt x="27039" y="1427"/></a:lnTo><a:lnTo><a:pt x="2922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6" name="object 476"/><p:cNvSpPr/><p:nvPr/></p:nvSpPr><p:spPr><a:xfrm><a:off x="17009486" y="12645624"/><a:ext cx="27305" cy="14604"/></a:xfrm><a:custGeom><a:avLst/><a:gdLst/><a:ahLst/><a:cxnLst/><a:rect l="l" t="t" r="r" b="b"/><a:pathLst><a:path w="27305" h="14604"><a:moveTo><a:pt x="0" y="0"/></a:moveTo><a:lnTo><a:pt x="26955" y="1461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7" name="object 477"/><p:cNvSpPr/><p:nvPr/></p:nvSpPr><p:spPr><a:xfrm><a:off x="17007974" y="12660234"/><a:ext cx="28575" cy="10795"/></a:xfrm><a:custGeom><a:avLst/><a:gdLst/><a:ahLst/><a:cxnLst/><a:rect l="l" t="t" r="r" b="b"/><a:pathLst><a:path w="28575" h="10795"><a:moveTo><a:pt x="0" y="10244"/></a:moveTo><a:lnTo><a:pt x="26452" y="1595"/></a:lnTo><a:lnTo><a:pt x="2846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8" name="object 478"/><p:cNvSpPr/><p:nvPr/></p:nvSpPr><p:spPr><a:xfrm><a:off x="16983705" y="12645624"/><a:ext cx="26034" cy="9525"/></a:xfrm><a:custGeom><a:avLst/><a:gdLst/><a:ahLst/><a:cxnLst/><a:rect l="l" t="t" r="r" b="b"/><a:pathLst><a:path w="26034" h="9525"><a:moveTo><a:pt x="25696" y="0"/></a:moveTo><a:lnTo><a:pt x="23009" y="251"/></a:lnTo><a:lnTo><a:pt x="16048" y="1034"/></a:lnTo><a:lnTo><a:pt x="8270" y="3740"/></a:lnTo><a:lnTo><a:pt x="2351" y="7473"/></a:lnTo><a:lnTo><a:pt x="0" y="8984"/></a:lnTo></a:path></a:pathLst></a:custGeom><a:ln w="3175"><a:solidFill><a:srgbClr val="000000"/></a:solidFill></a:ln></p:spPr><p:txBody><a:bodyPr wrap="square" lIns="0" tIns="0" rIns="0" bIns="0" rtlCol="0"/><a:lstStyle/><a:p/></p:txBody></p:sp><p:sp><p:nvSpPr><p:cNvPr id="479" name="object 479"/><p:cNvSpPr/><p:nvPr/></p:nvSpPr><p:spPr><a:xfrm><a:off x="17036357" y="12636555"/><a:ext cx="28575" cy="12700"/></a:xfrm><a:custGeom><a:avLst/><a:gdLst/><a:ahLst/><a:cxnLst/><a:rect l="l" t="t" r="r" b="b"/><a:pathLst><a:path w="28575" h="12700"><a:moveTo><a:pt x="0" y="0"/></a:moveTo><a:lnTo><a:pt x="28047" y="12511"/></a:lnTo></a:path></a:pathLst></a:custGeom><a:ln w="3175"><a:solidFill><a:srgbClr val="000000"/></a:solidFill></a:ln></p:spPr><p:txBody><a:bodyPr wrap="square" lIns="0" tIns="0" rIns="0" bIns="0" rtlCol="0"/><a:lstStyle/><a:p/></p:txBody></p:sp><p:sp><p:nvSpPr><p:cNvPr id="480" name="object 480"/><p:cNvSpPr/><p:nvPr/></p:nvSpPr><p:spPr><a:xfrm><a:off x="17036861" y="12649066"/><a:ext cx="27940" cy="12700"/></a:xfrm><a:custGeom><a:avLst/><a:gdLst/><a:ahLst/><a:cxnLst/><a:rect l="l" t="t" r="r" b="b"/><a:pathLst><a:path w="27940" h="12700"><a:moveTo><a:pt x="0" y="12427"/></a:moveTo><a:lnTo><a:pt x="2519" y="12175"/></a:lnTo><a:lnTo><a:pt x="10468" y="11093"/></a:lnTo><a:lnTo><a:pt x="19683" y="7138"/></a:lnTo><a:lnTo><a:pt x="25612" y="1679"/></a:lnTo><a:lnTo><a:pt x="2754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81" name="object 481"/><p:cNvSpPr/><p:nvPr/></p:nvSpPr><p:spPr><a:xfrm><a:off x="17011417" y="12636555"/><a:ext cx="25400" cy="11430"/></a:xfrm><a:custGeom><a:avLst/><a:gdLst/><a:ahLst/><a:cxnLst/><a:rect l="l" t="t" r="r" b="b"/><a:pathLst><a:path w="25400" h="11429"><a:moveTo><a:pt x="24856" y="0"/></a:moveTo><a:lnTo><a:pt x="22169" y="503"/></a:lnTo><a:lnTo><a:pt x="14976" y="1962"/></a:lnTo><a:lnTo><a:pt x="8130" y="5025"/></a:lnTo><a:lnTo><a:pt x="2183" y="9320"/></a:lnTo><a:lnTo><a:pt x="0" y="11000"/></a:lnTo></a:path></a:pathLst></a:custGeom><a:ln w="3175"><a:solidFill><a:srgbClr val="000000"/></a:solidFill></a:ln></p:spPr><p:txBody><a:bodyPr wrap="square" lIns="0" tIns="0" rIns="0" bIns="0" rtlCol="0"/><a:lstStyle/><a:p/></p:txBody></p:sp><p:sp><p:nvSpPr><p:cNvPr id="482" name="object 482"/><p:cNvSpPr/><p:nvPr/></p:nvSpPr><p:spPr><a:xfrm><a:off x="17038541" y="12625387"/><a:ext cx="24130" cy="13335"/></a:xfrm><a:custGeom><a:avLst/><a:gdLst/><a:ahLst/><a:cxnLst/><a:rect l="l" t="t" r="r" b="b"/><a:pathLst><a:path w="24130" h="13334"><a:moveTo><a:pt x="23932" y="0"/></a:moveTo><a:lnTo><a:pt x="21245" y="755"/></a:lnTo><a:lnTo><a:pt x="14601" y="2573"/></a:lnTo><a:lnTo><a:pt x="7179" y="6627"/></a:lnTo><a:lnTo><a:pt x="2015" y="11167"/></a:lnTo><a:lnTo><a:pt x="0" y="13015"/></a:lnTo></a:path></a:pathLst></a:custGeom><a:ln w="3175"><a:solidFill><a:srgbClr val="000000"/></a:solidFill></a:ln></p:spPr><p:txBody><a:bodyPr wrap="square" lIns="0" tIns="0" rIns="0" bIns="0" rtlCol="0"/><a:lstStyle/><a:p/></p:txBody></p:sp><p:sp><p:nvSpPr><p:cNvPr id="483" name="object 483"/><p:cNvSpPr/><p:nvPr/></p:nvSpPr><p:spPr><a:xfrm><a:off x="16897295" y="12659646"/><a:ext cx="21590" cy="22860"/></a:xfrm><a:custGeom><a:avLst/><a:gdLst/><a:ahLst/><a:cxnLst/><a:rect l="l" t="t" r="r" b="b"/><a:pathLst><a:path w="21590" h="22859"><a:moveTo><a:pt x="0" y="0"/></a:moveTo><a:lnTo><a:pt x="21077" y="22419"/></a:lnTo></a:path></a:pathLst></a:custGeom><a:ln w="3175"><a:solidFill><a:srgbClr val="000000"/></a:solidFill></a:ln></p:spPr><p:txBody><a:bodyPr wrap="square" lIns="0" tIns="0" rIns="0" bIns="0" rtlCol="0"/><a:lstStyle/><a:p/></p:txBody></p:sp><p:sp><p:nvSpPr><p:cNvPr id="484" name="object 484"/><p:cNvSpPr/><p:nvPr/></p:nvSpPr><p:spPr><a:xfrm><a:off x="16925679" y="12659562"/><a:ext cx="22860" cy="20955"/></a:xfrm><a:custGeom><a:avLst/><a:gdLst/><a:ahLst/><a:cxnLst/><a:rect l="l" t="t" r="r" b="b"/><a:pathLst><a:path w="22859" h="20954"><a:moveTo><a:pt x="0" y="0"/></a:moveTo><a:lnTo><a:pt x="22757" y="20572"/></a:lnTo></a:path></a:pathLst></a:custGeom><a:ln w="3175"><a:solidFill><a:srgbClr val="000000"/></a:solidFill></a:ln></p:spPr><p:txBody><a:bodyPr wrap="square" lIns="0" tIns="0" rIns="0" bIns="0" rtlCol="0"/><a:lstStyle/><a:p/></p:txBody></p:sp><p:sp><p:nvSpPr><p:cNvPr id="485" name="object 485"/><p:cNvSpPr/><p:nvPr/></p:nvSpPr><p:spPr><a:xfrm><a:off x="16918373" y="12680135"/><a:ext cx="30480" cy="4445"/></a:xfrm><a:custGeom><a:avLst/><a:gdLst/><a:ahLst/><a:cxnLst/><a:rect l="l" t="t" r="r" b="b"/><a:pathLst><a:path w="30480" h="4445"><a:moveTo><a:pt x="0" y="3190"/></a:moveTo><a:lnTo><a:pt x="2519" y="3694"/></a:lnTo><a:lnTo><a:pt x="8803" y="4419"/></a:lnTo><a:lnTo><a:pt x="15309" y="4189"/></a:lnTo><a:lnTo><a:pt x="21718" y="3039"/></a:lnTo><a:lnTo><a:pt x="27711" y="1007"/></a:lnTo><a:lnTo><a:pt x="3006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86" name="object 486"/><p:cNvSpPr/><p:nvPr/></p:nvSpPr><p:spPr><a:xfrm><a:off x="16898555" y="12658296"/><a:ext cx="27305" cy="4445"/></a:xfrm><a:custGeom><a:avLst/><a:gdLst/><a:ahLst/><a:cxnLst/><a:rect l="l" t="t" r="r" b="b"/><a:pathLst><a:path w="27305" h="4445"><a:moveTo><a:pt x="27123" y="1266"/></a:moveTo><a:lnTo><a:pt x="24436" y="846"/></a:lnTo><a:lnTo><a:pt x="17118" y="0"/></a:lnTo><a:lnTo><a:pt x="9638" y="794"/></a:lnTo><a:lnTo><a:pt x="2603" y="2945"/></a:lnTo><a:lnTo><a:pt x="0" y="3869"/></a:lnTo></a:path></a:pathLst></a:custGeom><a:ln w="3175"><a:solidFill><a:srgbClr val="000000"/></a:solidFill></a:ln></p:spPr><p:txBody><a:bodyPr wrap="square" lIns="0" tIns="0" rIns="0" bIns="0" rtlCol="0"/><a:lstStyle/><a:p/></p:txBody></p:sp><p:sp><p:nvSpPr><p:cNvPr id="487" name="object 487"/><p:cNvSpPr/><p:nvPr/></p:nvSpPr><p:spPr><a:xfrm><a:off x="16927106" y="12656845"/><a:ext cx="27305" cy="5080"/></a:xfrm><a:custGeom><a:avLst/><a:gdLst/><a:ahLst/><a:cxnLst/><a:rect l="l" t="t" r="r" b="b"/><a:pathLst><a:path w="27305" h="5079"><a:moveTo><a:pt x="26787" y="282"/></a:moveTo><a:lnTo><a:pt x="24016" y="114"/></a:lnTo><a:lnTo><a:pt x="16261" y="0"/></a:lnTo><a:lnTo><a:pt x="9746" y="1165"/></a:lnTo><a:lnTo><a:pt x="2519" y="3977"/></a:lnTo><a:lnTo><a:pt x="0" y="5068"/></a:lnTo></a:path></a:pathLst></a:custGeom><a:ln w="3175"><a:solidFill><a:srgbClr val="000000"/></a:solidFill></a:ln></p:spPr><p:txBody><a:bodyPr wrap="square" lIns="0" tIns="0" rIns="0" bIns="0" rtlCol="0"/><a:lstStyle/><a:p/></p:txBody></p:sp><p:sp><p:nvSpPr><p:cNvPr id="488" name="object 488"/><p:cNvSpPr/><p:nvPr/></p:nvSpPr><p:spPr><a:xfrm><a:off x="16953978" y="12657127"/><a:ext cx="24765" cy="19050"/></a:xfrm><a:custGeom><a:avLst/><a:gdLst/><a:ahLst/><a:cxnLst/><a:rect l="l" t="t" r="r" b="b"/><a:pathLst><a:path w="24765" h="19050"><a:moveTo><a:pt x="0" y="0"/></a:moveTo><a:lnTo><a:pt x="24268" y="18725"/></a:lnTo></a:path></a:pathLst></a:custGeom><a:ln w="3175"><a:solidFill><a:srgbClr val="000000"/></a:solidFill></a:ln></p:spPr><p:txBody><a:bodyPr wrap="square" lIns="0" tIns="0" rIns="0" bIns="0" rtlCol="0"/><a:lstStyle/><a:p/></p:txBody></p:sp><p:sp><p:nvSpPr><p:cNvPr id="489" name="object 489"/><p:cNvSpPr/><p:nvPr/></p:nvSpPr><p:spPr><a:xfrm><a:off x="16948604" y="12675853"/><a:ext cx="29845" cy="6350"/></a:xfrm><a:custGeom><a:avLst/><a:gdLst/><a:ahLst/><a:cxnLst/><a:rect l="l" t="t" r="r" b="b"/><a:pathLst><a:path w="29844" h="6350"><a:moveTo><a:pt x="0" y="5541"/></a:moveTo><a:lnTo><a:pt x="2519" y="5877"/></a:lnTo><a:lnTo><a:pt x="8911" y="6122"/></a:lnTo><a:lnTo><a:pt x="15309" y="5363"/></a:lnTo><a:lnTo><a:pt x="21548" y="3706"/></a:lnTo><a:lnTo><a:pt x="27459" y="1259"/></a:lnTo><a:lnTo><a:pt x="2972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90" name="object 490"/><p:cNvSpPr/><p:nvPr/></p:nvSpPr><p:spPr><a:xfrm><a:off x="16955574" y="12652509"/><a:ext cx="26670" cy="6985"/></a:xfrm><a:custGeom><a:avLst/><a:gdLst/><a:ahLst/><a:cxnLst/><a:rect l="l" t="t" r="r" b="b"/><a:pathLst><a:path w="26669" h="6984"><a:moveTo><a:pt x="26368" y="0"/></a:moveTo><a:lnTo><a:pt x="23596" y="83"/></a:lnTo><a:lnTo><a:pt x="16060" y="393"/></a:lnTo><a:lnTo><a:pt x="9153" y="2190"/></a:lnTo><a:lnTo><a:pt x="2435" y="5625"/></a:lnTo><a:lnTo><a:pt x="0" y="6885"/></a:lnTo></a:path></a:pathLst></a:custGeom><a:ln w="3175"><a:solidFill><a:srgbClr val="000000"/></a:solidFill></a:ln></p:spPr><p:txBody><a:bodyPr wrap="square" lIns="0" tIns="0" rIns="0" bIns="0" rtlCol="0"/><a:lstStyle/><a:p/></p:txBody></p:sp><p:sp><p:nvSpPr><p:cNvPr id="491" name="object 491"/><p:cNvSpPr/><p:nvPr/></p:nvSpPr><p:spPr><a:xfrm><a:off x="16763272" y="12379860"/><a:ext cx="15240" cy="31750"/></a:xfrm><a:custGeom><a:avLst/><a:gdLst/><a:ahLst/><a:cxnLst/><a:rect l="l" t="t" r="r" b="b"/><a:pathLst><a:path w="15240" h="31750"><a:moveTo><a:pt x="0" y="31488"/></a:moveTo><a:lnTo><a:pt x="0" y="0"/></a:lnTo><a:lnTo><a:pt x="1469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92" name="object 492"/><p:cNvSpPr/><p:nvPr/></p:nvSpPr><p:spPr><a:xfrm><a:off x="16763272" y="12394891"/><a:ext cx="9525" cy="0"/></a:xfrm><a:custGeom><a:avLst/><a:gdLst/><a:ahLst/><a:cxnLst/><a:rect l="l" t="t" r="r" b="b"/><a:pathLst><a:path w="9525" h="0"><a:moveTo><a:pt x="0" y="0"/></a:moveTo><a:lnTo><a:pt x="906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93" name="object 493"/><p:cNvSpPr/><p:nvPr/></p:nvSpPr><p:spPr><a:xfrm><a:off x="16763272" y="12411349"/><a:ext cx="15240" cy="0"/></a:xfrm><a:custGeom><a:avLst/><a:gdLst/><a:ahLst/><a:cxnLst/><a:rect l="l" t="t" r="r" b="b"/><a:pathLst><a:path w="15240" h="0"><a:moveTo><a:pt x="0" y="0"/></a:moveTo><a:lnTo><a:pt x="1469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94" name="object 494"/><p:cNvSpPr/><p:nvPr/></p:nvSpPr><p:spPr><a:xfrm><a:off x="16783594" y="12379860"/><a:ext cx="15875" cy="31750"/></a:xfrm><a:custGeom><a:avLst/><a:gdLst/><a:ahLst/><a:cxnLst/><a:rect l="l" t="t" r="r" b="b"/><a:pathLst><a:path w="15875" h="31750"><a:moveTo><a:pt x="0" y="0"/></a:moveTo><a:lnTo><a:pt x="15703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495" name="object 495"/><p:cNvSpPr/><p:nvPr/></p:nvSpPr><p:spPr><a:xfrm><a:off x="16783594" y="12379860"/><a:ext cx="15875" cy="31750"/></a:xfrm><a:custGeom><a:avLst/><a:gdLst/><a:ahLst/><a:cxnLst/><a:rect l="l" t="t" r="r" b="b"/><a:pathLst><a:path w="15875" h="31750"><a:moveTo><a:pt x="15703" y="0"/></a:moveTo><a:lnTo><a:pt x="0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496" name="object 496"/><p:cNvSpPr/><p:nvPr/></p:nvSpPr><p:spPr><a:xfrm><a:off x="16807190" y="12379860"/><a:ext cx="15875" cy="31750"/></a:xfrm><a:custGeom><a:avLst/><a:gdLst/><a:ahLst/><a:cxnLst/><a:rect l="l" t="t" r="r" b="b"/><a:pathLst><a:path w="15875" h="31750"><a:moveTo><a:pt x="0" y="31488"/></a:moveTo><a:lnTo><a:pt x="0" y="0"/></a:lnTo><a:lnTo><a:pt x="10160" y="0"/></a:lnTo><a:lnTo><a:pt x="13519" y="1511"/></a:lnTo><a:lnTo><a:pt x="14695" y="3022"/></a:lnTo><a:lnTo><a:pt x="15787" y="5961"/></a:lnTo><a:lnTo><a:pt x="15787" y="10496"/></a:lnTo><a:lnTo><a:pt x="14695" y="13519"/></a:lnTo><a:lnTo><a:pt x="13519" y="15030"/></a:lnTo><a:lnTo><a:pt x="10160" y="16542"/></a:lnTo><a:lnTo><a:pt x="0" y="16542"/></a:lnTo></a:path></a:pathLst></a:custGeom><a:ln w="3175"><a:solidFill><a:srgbClr val="000000"/></a:solidFill></a:ln></p:spPr><p:txBody><a:bodyPr wrap="square" lIns="0" tIns="0" rIns="0" bIns="0" rtlCol="0"/><a:lstStyle/><a:p/></p:txBody></p:sp><p:sp><p:nvSpPr><p:cNvPr id="497" name="object 497"/><p:cNvSpPr/><p:nvPr/></p:nvSpPr><p:spPr><a:xfrm><a:off x="16830871" y="12408410"/><a:ext cx="2540" cy="3175"/></a:xfrm><a:custGeom><a:avLst/><a:gdLst/><a:ahLst/><a:cxnLst/><a:rect l="l" t="t" r="r" b="b"/><a:pathLst><a:path w="2540" h="3175"><a:moveTo><a:pt x="1091" y="0"/></a:moveTo><a:lnTo><a:pt x="0" y="1427"/></a:lnTo><a:lnTo><a:pt x="1091" y="2938"/></a:lnTo><a:lnTo><a:pt x="2267" y="1427"/></a:lnTo><a:lnTo><a:pt x="1091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498" name="object 498"/><p:cNvSpPr/><p:nvPr/></p:nvSpPr><p:spPr><a:xfrm><a:off x="16865805" y="12379860"/><a:ext cx="15240" cy="31750"/></a:xfrm><a:custGeom><a:avLst/><a:gdLst/><a:ahLst/><a:cxnLst/><a:rect l="l" t="t" r="r" b="b"/><a:pathLst><a:path w="15240" h="31750"><a:moveTo><a:pt x="13435" y="4534"/></a:moveTo><a:lnTo><a:pt x="12344" y="1511"/></a:lnTo><a:lnTo><a:pt x="8985" y="0"/></a:lnTo><a:lnTo><a:pt x="6717" y="0"/></a:lnTo><a:lnTo><a:pt x="3358" y="1511"/></a:lnTo><a:lnTo><a:pt x="1091" y="5961"/></a:lnTo><a:lnTo><a:pt x="0" y="13519"/></a:lnTo><a:lnTo><a:pt x="0" y="20992"/></a:lnTo><a:lnTo><a:pt x="1091" y="27038"/></a:lnTo><a:lnTo><a:pt x="3358" y="29977"/></a:lnTo><a:lnTo><a:pt x="6717" y="31488"/></a:lnTo><a:lnTo><a:pt x="7809" y="31488"/></a:lnTo><a:lnTo><a:pt x="11252" y="29977"/></a:lnTo><a:lnTo><a:pt x="13435" y="27038"/></a:lnTo><a:lnTo><a:pt x="14611" y="22503"/></a:lnTo><a:lnTo><a:pt x="14611" y="20992"/></a:lnTo><a:lnTo><a:pt x="0" y="20992"/></a:lnTo></a:path></a:pathLst></a:custGeom><a:ln w="3175"><a:solidFill><a:srgbClr val="000000"/></a:solidFill></a:ln></p:spPr><p:txBody><a:bodyPr wrap="square" lIns="0" tIns="0" rIns="0" bIns="0" rtlCol="0"/><a:lstStyle/><a:p/></p:txBody></p:sp><p:sp><p:nvSpPr><p:cNvPr id="499" name="object 499"/><p:cNvSpPr/><p:nvPr/></p:nvSpPr><p:spPr><a:xfrm><a:off x="16888310" y="12397829"/><a:ext cx="20320" cy="0"/></a:xfrm><a:custGeom><a:avLst/><a:gdLst/><a:ahLst/><a:cxnLst/><a:rect l="l" t="t" r="r" b="b"/><a:pathLst><a:path w="20319" h="0"><a:moveTo><a:pt x="0" y="0"/></a:moveTo><a:lnTo><a:pt x="2023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0" name="object 500"/><p:cNvSpPr/><p:nvPr/></p:nvSpPr><p:spPr><a:xfrm><a:off x="16916442" y="12379860"/><a:ext cx="15875" cy="31750"/></a:xfrm><a:custGeom><a:avLst/><a:gdLst/><a:ahLst/><a:cxnLst/><a:rect l="l" t="t" r="r" b="b"/><a:pathLst><a:path w="15875" h="31750"><a:moveTo><a:pt x="2267" y="0"/></a:moveTo><a:lnTo><a:pt x="14611" y="0"/></a:lnTo><a:lnTo><a:pt x="7893" y="12007"/></a:lnTo><a:lnTo><a:pt x="11252" y="12007"/></a:lnTo><a:lnTo><a:pt x="13519" y="13519"/></a:lnTo><a:lnTo><a:pt x="14611" y="15030"/></a:lnTo><a:lnTo><a:pt x="15787" y="19480"/></a:lnTo><a:lnTo><a:pt x="15787" y="22503"/></a:lnTo><a:lnTo><a:pt x="14611" y="27038"/></a:lnTo><a:lnTo><a:pt x="12344" y="29977"/></a:lnTo><a:lnTo><a:pt x="8985" y="31488"/></a:lnTo><a:lnTo><a:pt x="5626" y="31488"/></a:lnTo><a:lnTo><a:pt x="2267" y="29977"/></a:lnTo><a:lnTo><a:pt x="1091" y="28549"/></a:lnTo><a:lnTo><a:pt x="0" y="25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501" name="object 501"/><p:cNvSpPr/><p:nvPr/></p:nvSpPr><p:spPr><a:xfrm><a:off x="16938947" y="12379860"/><a:ext cx="15875" cy="31750"/></a:xfrm><a:custGeom><a:avLst/><a:gdLst/><a:ahLst/><a:cxnLst/><a:rect l="l" t="t" r="r" b="b"/><a:pathLst><a:path w="15875" h="31750"><a:moveTo><a:pt x="6801" y="0"/></a:moveTo><a:lnTo><a:pt x="3358" y="1511"/></a:lnTo><a:lnTo><a:pt x="1091" y="5961"/></a:lnTo><a:lnTo><a:pt x="0" y="13519"/></a:lnTo><a:lnTo><a:pt x="0" y="17969"/></a:lnTo><a:lnTo><a:pt x="1091" y="25526"/></a:lnTo><a:lnTo><a:pt x="3358" y="29977"/></a:lnTo><a:lnTo><a:pt x="6801" y="31488"/></a:lnTo><a:lnTo><a:pt x="8985" y="31488"/></a:lnTo><a:lnTo><a:pt x="12428" y="29977"/></a:lnTo><a:lnTo><a:pt x="14611" y="25526"/></a:lnTo><a:lnTo><a:pt x="15787" y="17969"/></a:lnTo><a:lnTo><a:pt x="15787" y="13519"/></a:lnTo><a:lnTo><a:pt x="14611" y="5961"/></a:lnTo><a:lnTo><a:pt x="12428" y="1511"/></a:lnTo><a:lnTo><a:pt x="8985" y="0"/></a:lnTo><a:lnTo><a:pt x="6801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02" name="object 502"/><p:cNvSpPr/><p:nvPr/></p:nvSpPr><p:spPr><a:xfrm><a:off x="16962628" y="12397829"/><a:ext cx="20320" cy="0"/></a:xfrm><a:custGeom><a:avLst/><a:gdLst/><a:ahLst/><a:cxnLst/><a:rect l="l" t="t" r="r" b="b"/><a:pathLst><a:path w="20319" h="0"><a:moveTo><a:pt x="0" y="0"/></a:moveTo><a:lnTo><a:pt x="2023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3" name="object 503"/><p:cNvSpPr/><p:nvPr/></p:nvSpPr><p:spPr><a:xfrm><a:off x="16990759" y="12379860"/><a:ext cx="15875" cy="31750"/></a:xfrm><a:custGeom><a:avLst/><a:gdLst/><a:ahLst/><a:cxnLst/><a:rect l="l" t="t" r="r" b="b"/><a:pathLst><a:path w="15875" h="31750"><a:moveTo><a:pt x="1091" y="7473"/></a:moveTo><a:lnTo><a:pt x="1091" y="5961"/></a:lnTo><a:lnTo><a:pt x="2267" y="3022"/></a:lnTo><a:lnTo><a:pt x="3358" y="1511"/></a:lnTo><a:lnTo><a:pt x="5626" y="0"/></a:lnTo><a:lnTo><a:pt x="10160" y="0"/></a:lnTo><a:lnTo><a:pt x="12344" y="1511"/></a:lnTo><a:lnTo><a:pt x="13519" y="3022"/></a:lnTo><a:lnTo><a:pt x="14611" y="5961"/></a:lnTo><a:lnTo><a:pt x="14611" y="8984"/></a:lnTo><a:lnTo><a:pt x="13519" y="12007"/></a:lnTo><a:lnTo><a:pt x="11252" y="16542"/></a:lnTo><a:lnTo><a:pt x="0" y="31488"/></a:lnTo><a:lnTo><a:pt x="15787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504" name="object 504"/><p:cNvSpPr/><p:nvPr/></p:nvSpPr><p:spPr><a:xfrm><a:off x="17013264" y="12379860"/><a:ext cx="15875" cy="31750"/></a:xfrm><a:custGeom><a:avLst/><a:gdLst/><a:ahLst/><a:cxnLst/><a:rect l="l" t="t" r="r" b="b"/><a:pathLst><a:path w="15875" h="31750"><a:moveTo><a:pt x="6717" y="0"/></a:moveTo><a:lnTo><a:pt x="3358" y="1511"/></a:lnTo><a:lnTo><a:pt x="1091" y="5961"/></a:lnTo><a:lnTo><a:pt x="0" y="13519"/></a:lnTo><a:lnTo><a:pt x="0" y="17969"/></a:lnTo><a:lnTo><a:pt x="1091" y="25526"/></a:lnTo><a:lnTo><a:pt x="3358" y="29977"/></a:lnTo><a:lnTo><a:pt x="6717" y="31488"/></a:lnTo><a:lnTo><a:pt x="8985" y="31488"/></a:lnTo><a:lnTo><a:pt x="12428" y="29977"/></a:lnTo><a:lnTo><a:pt x="14611" y="25526"/></a:lnTo><a:lnTo><a:pt x="15787" y="17969"/></a:lnTo><a:lnTo><a:pt x="15787" y="13519"/></a:lnTo><a:lnTo><a:pt x="14611" y="5961"/></a:lnTo><a:lnTo><a:pt x="12428" y="1511"/></a:lnTo><a:lnTo><a:pt x="8985" y="0"/></a:lnTo><a:lnTo><a:pt x="6717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05" name="object 505"/><p:cNvSpPr/><p:nvPr/></p:nvSpPr><p:spPr><a:xfrm><a:off x="17035770" y="12379860"/><a:ext cx="15875" cy="31750"/></a:xfrm><a:custGeom><a:avLst/><a:gdLst/><a:ahLst/><a:cxnLst/><a:rect l="l" t="t" r="r" b="b"/><a:pathLst><a:path w="15875" h="31750"><a:moveTo><a:pt x="1175" y="7473"/></a:moveTo><a:lnTo><a:pt x="1175" y="5961"/></a:lnTo><a:lnTo><a:pt x="2267" y="3022"/></a:lnTo><a:lnTo><a:pt x="3358" y="1511"/></a:lnTo><a:lnTo><a:pt x="5626" y="0"/></a:lnTo><a:lnTo><a:pt x="10160" y="0"/></a:lnTo><a:lnTo><a:pt x="12428" y="1511"/></a:lnTo><a:lnTo><a:pt x="13519" y="3022"/></a:lnTo><a:lnTo><a:pt x="14611" y="5961"/></a:lnTo><a:lnTo><a:pt x="14611" y="8984"/></a:lnTo><a:lnTo><a:pt x="13519" y="12007"/></a:lnTo><a:lnTo><a:pt x="11252" y="16542"/></a:lnTo><a:lnTo><a:pt x="0" y="31488"/></a:lnTo><a:lnTo><a:pt x="15787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506" name="object 506"/><p:cNvSpPr/><p:nvPr/></p:nvSpPr><p:spPr><a:xfrm><a:off x="17058275" y="12379860"/><a:ext cx="15875" cy="31750"/></a:xfrm><a:custGeom><a:avLst/><a:gdLst/><a:ahLst/><a:cxnLst/><a:rect l="l" t="t" r="r" b="b"/><a:pathLst><a:path w="15875" h="31750"><a:moveTo><a:pt x="4534" y="31488"/></a:moveTo><a:lnTo><a:pt x="15787" y="0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7" name="object 507"/><p:cNvSpPr/><p:nvPr/></p:nvSpPr><p:spPr><a:xfrm><a:off x="16769066" y="12281448"/><a:ext cx="22225" cy="43815"/></a:xfrm><a:custGeom><a:avLst/><a:gdLst/><a:ahLst/><a:cxnLst/><a:rect l="l" t="t" r="r" b="b"/><a:pathLst><a:path w="22225" h="43815"><a:moveTo><a:pt x="0" y="43412"/></a:moveTo><a:lnTo><a:pt x="0" y="0"/></a:lnTo><a:lnTo><a:pt x="21749" y="43412"/></a:lnTo><a:lnTo><a:pt x="2174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8" name="object 508"/><p:cNvSpPr/><p:nvPr/></p:nvSpPr><p:spPr><a:xfrm><a:off x="16801648" y="12295974"/><a:ext cx="20320" cy="29209"/></a:xfrm><a:custGeom><a:avLst/><a:gdLst/><a:ahLst/><a:cxnLst/><a:rect l="l" t="t" r="r" b="b"/><a:pathLst><a:path w="20319" h="29209"><a:moveTo><a:pt x="7725" y="0"/></a:moveTo><a:lnTo><a:pt x="4618" y="2015"/></a:lnTo><a:lnTo><a:pt x="1511" y="6129"/></a:lnTo><a:lnTo><a:pt x="0" y="12343"/></a:lnTo><a:lnTo><a:pt x="0" y="16458"/></a:lnTo><a:lnTo><a:pt x="1511" y="22671"/></a:lnTo><a:lnTo><a:pt x="4618" y="26786"/></a:lnTo><a:lnTo><a:pt x="7725" y="28885"/></a:lnTo><a:lnTo><a:pt x="12344" y="28885"/></a:lnTo><a:lnTo><a:pt x="15451" y="26786"/></a:lnTo><a:lnTo><a:pt x="18558" y="22671"/></a:lnTo><a:lnTo><a:pt x="20069" y="16458"/></a:lnTo><a:lnTo><a:pt x="20069" y="12343"/></a:lnTo><a:lnTo><a:pt x="18558" y="6129"/></a:lnTo><a:lnTo><a:pt x="15451" y="2015"/></a:lnTo><a:lnTo><a:pt x="12344" y="0"/></a:lnTo><a:lnTo><a:pt x="7725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09" name="object 509"/><p:cNvSpPr/><p:nvPr/></p:nvSpPr><p:spPr><a:xfrm><a:off x="16832551" y="12320745"/><a:ext cx="3175" cy="4445"/></a:xfrm><a:custGeom><a:avLst/><a:gdLst/><a:ahLst/><a:cxnLst/><a:rect l="l" t="t" r="r" b="b"/><a:pathLst><a:path w="3175" h="4445"><a:moveTo><a:pt x="1595" y="0"/></a:moveTo><a:lnTo><a:pt x="0" y="2015"/></a:lnTo><a:lnTo><a:pt x="1595" y="4114"/></a:lnTo><a:lnTo><a:pt x="3107" y="2015"/></a:lnTo><a:lnTo><a:pt x="1595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10" name="object 510"/><p:cNvSpPr/><p:nvPr/></p:nvSpPr><p:spPr><a:xfrm><a:off x="16880584" y="12281448"/><a:ext cx="20320" cy="43815"/></a:xfrm><a:custGeom><a:avLst/><a:gdLst/><a:ahLst/><a:cxnLst/><a:rect l="l" t="t" r="r" b="b"/><a:pathLst><a:path w="20319" h="43815"><a:moveTo><a:pt x="0" y="43412"/></a:moveTo><a:lnTo><a:pt x="0" y="0"/></a:lnTo><a:lnTo><a:pt x="2006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1" name="object 511"/><p:cNvSpPr/><p:nvPr/></p:nvSpPr><p:spPr><a:xfrm><a:off x="16880584" y="12302104"/><a:ext cx="12700" cy="0"/></a:xfrm><a:custGeom><a:avLst/><a:gdLst/><a:ahLst/><a:cxnLst/><a:rect l="l" t="t" r="r" b="b"/><a:pathLst><a:path w="12700" h="0"><a:moveTo><a:pt x="0" y="0"/></a:moveTo><a:lnTo><a:pt x="1234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2" name="object 512"/><p:cNvSpPr/><p:nvPr/></p:nvSpPr><p:spPr><a:xfrm><a:off x="16880584" y="12324860"/><a:ext cx="20320" cy="0"/></a:xfrm><a:custGeom><a:avLst/><a:gdLst/><a:ahLst/><a:cxnLst/><a:rect l="l" t="t" r="r" b="b"/><a:pathLst><a:path w="20319" h="0"><a:moveTo><a:pt x="0" y="0"/></a:moveTo><a:lnTo><a:pt x="2006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3" name="object 513"/><p:cNvSpPr/><p:nvPr/></p:nvSpPr><p:spPr><a:xfrm><a:off x="16909975" y="12306219"/><a:ext cx="27940" cy="0"/></a:xfrm><a:custGeom><a:avLst/><a:gdLst/><a:ahLst/><a:cxnLst/><a:rect l="l" t="t" r="r" b="b"/><a:pathLst><a:path w="27940" h="0"><a:moveTo><a:pt x="0" y="0"/></a:moveTo><a:lnTo><a:pt x="2787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4" name="object 514"/><p:cNvSpPr/><p:nvPr/></p:nvSpPr><p:spPr><a:xfrm><a:off x="16953306" y="12281448"/><a:ext cx="8255" cy="43815"/></a:xfrm><a:custGeom><a:avLst/><a:gdLst/><a:ahLst/><a:cxnLst/><a:rect l="l" t="t" r="r" b="b"/><a:pathLst><a:path w="8255" h="43815"><a:moveTo><a:pt x="0" y="8312"/></a:moveTo><a:lnTo><a:pt x="3107" y="6213"/></a:lnTo><a:lnTo><a:pt x="7809" y="0"/></a:lnTo><a:lnTo><a:pt x="7809" y="43412"/></a:lnTo></a:path></a:pathLst></a:custGeom><a:ln w="3175"><a:solidFill><a:srgbClr val="000000"/></a:solidFill></a:ln></p:spPr><p:txBody><a:bodyPr wrap="square" lIns="0" tIns="0" rIns="0" bIns="0" rtlCol="0"/><a:lstStyle/><a:p/></p:txBody></p:sp><p:sp><p:nvSpPr><p:cNvPr id="515" name="object 515"/><p:cNvSpPr/><p:nvPr/></p:nvSpPr><p:spPr><a:xfrm><a:off x="16981186" y="12281448"/><a:ext cx="20320" cy="43815"/></a:xfrm><a:custGeom><a:avLst/><a:gdLst/><a:ahLst/><a:cxnLst/><a:rect l="l" t="t" r="r" b="b"/><a:pathLst><a:path w="20319" h="43815"><a:moveTo><a:pt x="18558" y="6213"/></a:moveTo><a:lnTo><a:pt x="17046" y="2099"/></a:lnTo><a:lnTo><a:pt x="12428" y="0"/></a:lnTo><a:lnTo><a:pt x="9321" y="0"/></a:lnTo><a:lnTo><a:pt x="4618" y="2099"/></a:lnTo><a:lnTo><a:pt x="1595" y="8312"/></a:lnTo><a:lnTo><a:pt x="0" y="18641"/></a:lnTo><a:lnTo><a:pt x="0" y="28969"/></a:lnTo><a:lnTo><a:pt x="1595" y="37198"/></a:lnTo><a:lnTo><a:pt x="4618" y="41313"/></a:lnTo><a:lnTo><a:pt x="9321" y="43412"/></a:lnTo><a:lnTo><a:pt x="10832" y="43412"/></a:lnTo><a:lnTo><a:pt x="15535" y="41313"/></a:lnTo><a:lnTo><a:pt x="18558" y="37198"/></a:lnTo><a:lnTo><a:pt x="20153" y="30984"/></a:lnTo><a:lnTo><a:pt x="20153" y="28969"/></a:lnTo><a:lnTo><a:pt x="0" y="28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516" name="object 516"/><p:cNvSpPr/><p:nvPr/></p:nvSpPr><p:spPr><a:xfrm><a:off x="17010577" y="12281448"/><a:ext cx="20320" cy="43815"/></a:xfrm><a:custGeom><a:avLst/><a:gdLst/><a:ahLst/><a:cxnLst/><a:rect l="l" t="t" r="r" b="b"/><a:pathLst><a:path w="20319" h="43815"><a:moveTo><a:pt x="20153" y="14526"/></a:moveTo><a:lnTo><a:pt x="0" y="14526"/></a:lnTo><a:lnTo><a:pt x="0" y="12427"/></a:lnTo><a:lnTo><a:pt x="1595" y="6213"/></a:lnTo><a:lnTo><a:pt x="4702" y="2099"/></a:lnTo><a:lnTo><a:pt x="9321" y="0"/></a:lnTo><a:lnTo><a:pt x="10916" y="0"/></a:lnTo><a:lnTo><a:pt x="15535" y="2099"/></a:lnTo><a:lnTo><a:pt x="18642" y="6213"/></a:lnTo><a:lnTo><a:pt x="20153" y="14526"/></a:lnTo><a:lnTo><a:pt x="20153" y="24771"/></a:lnTo><a:lnTo><a:pt x="18642" y="35099"/></a:lnTo><a:lnTo><a:pt x="15535" y="41313"/></a:lnTo><a:lnTo><a:pt x="10916" y="43412"/></a:lnTo><a:lnTo><a:pt x="7809" y="43412"/></a:lnTo><a:lnTo><a:pt x="3107" y="41313"/></a:lnTo><a:lnTo><a:pt x="1595" y="37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517" name="object 517"/><p:cNvSpPr/><p:nvPr/></p:nvSpPr><p:spPr><a:xfrm><a:off x="17041564" y="12281448"/><a:ext cx="23495" cy="43815"/></a:xfrm><a:custGeom><a:avLst/><a:gdLst/><a:ahLst/><a:cxnLst/><a:rect l="l" t="t" r="r" b="b"/><a:pathLst><a:path w="23494" h="43815"><a:moveTo><a:pt x="15535" y="0"/></a:moveTo><a:lnTo><a:pt x="0" y="28969"/></a:lnTo><a:lnTo><a:pt x="23261" y="28969"/></a:lnTo></a:path><a:path w="23494" h="43815"><a:moveTo><a:pt x="15535" y="0"/></a:moveTo><a:lnTo><a:pt x="15535" y="43412"/></a:lnTo></a:path></a:pathLst></a:custGeom><a:ln w="3175"><a:solidFill><a:srgbClr val="000000"/></a:solidFill></a:ln></p:spPr><p:txBody><a:bodyPr wrap="square" lIns="0" tIns="0" rIns="0" bIns="0" rtlCol="0"/><a:lstStyle/><a:p/></p:txBody></p:sp><p:sp><p:nvSpPr><p:cNvPr id="518" name="object 518"/><p:cNvSpPr/><p:nvPr/></p:nvSpPr><p:spPr><a:xfrm><a:off x="17072551" y="12281448"/><a:ext cx="22225" cy="43815"/></a:xfrm><a:custGeom><a:avLst/><a:gdLst/><a:ahLst/><a:cxnLst/><a:rect l="l" t="t" r="r" b="b"/><a:pathLst><a:path w="22225" h="43815"><a:moveTo><a:pt x="18558" y="0"/></a:moveTo><a:lnTo><a:pt x="3107" y="0"/></a:lnTo><a:lnTo><a:pt x="1511" y="18641"/></a:lnTo><a:lnTo><a:pt x="3107" y="16542"/></a:lnTo><a:lnTo><a:pt x="7725" y="14526"/></a:lnTo><a:lnTo><a:pt x="12344" y="14526"/></a:lnTo><a:lnTo><a:pt x="17046" y="16542"/></a:lnTo><a:lnTo><a:pt x="20153" y="20656"/></a:lnTo><a:lnTo><a:pt x="21665" y="26870"/></a:lnTo><a:lnTo><a:pt x="21665" y="30984"/></a:lnTo><a:lnTo><a:pt x="20153" y="37198"/></a:lnTo><a:lnTo><a:pt x="17046" y="41313"/></a:lnTo><a:lnTo><a:pt x="12344" y="43412"/></a:lnTo><a:lnTo><a:pt x="7725" y="43412"/></a:lnTo><a:lnTo><a:pt x="3107" y="41313"/></a:lnTo><a:lnTo><a:pt x="1511" y="39297"/></a:lnTo><a:lnTo><a:pt x="0" y="35099"/></a:lnTo></a:path></a:pathLst></a:custGeom><a:ln w="3175"><a:solidFill><a:srgbClr val="000000"/></a:solidFill></a:ln></p:spPr><p:txBody><a:bodyPr wrap="square" lIns="0" tIns="0" rIns="0" bIns="0" rtlCol="0"/><a:lstStyle/><a:p/></p:txBody></p:sp><p:sp><p:nvSpPr><p:cNvPr id="519" name="object 519"/><p:cNvSpPr/><p:nvPr/></p:nvSpPr><p:spPr><a:xfrm><a:off x="17254524" y="12434608"/><a:ext cx="10795" cy="28575"/></a:xfrm><a:custGeom><a:avLst/><a:gdLst/><a:ahLst/><a:cxnLst/><a:rect l="l" t="t" r="r" b="b"/><a:pathLst><a:path w="10794" h="28575"><a:moveTo><a:pt x="0" y="28465"/></a:moveTo><a:lnTo><a:pt x="1595" y="26366"/></a:lnTo><a:lnTo><a:pt x="6849" y="19091"/></a:lnTo><a:lnTo><a:pt x="9626" y="11550"/></a:lnTo><a:lnTo><a:pt x="10328" y="2603"/></a:lnTo><a:lnTo><a:pt x="1041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0" name="object 520"/><p:cNvSpPr/><p:nvPr/></p:nvSpPr><p:spPr><a:xfrm><a:off x="17226812" y="12445944"/><a:ext cx="10160" cy="26034"/></a:xfrm><a:custGeom><a:avLst/><a:gdLst/><a:ahLst/><a:cxnLst/><a:rect l="l" t="t" r="r" b="b"/><a:pathLst><a:path w="10159" h="26034"><a:moveTo><a:pt x="9573" y="0"/></a:moveTo><a:lnTo><a:pt x="7389" y="3274"/></a:lnTo><a:lnTo><a:pt x="3885" y="8983"/></a:lnTo><a:lnTo><a:pt x="1706" y="15002"/></a:lnTo><a:lnTo><a:pt x="503" y="21580"/></a:lnTo><a:lnTo><a:pt x="0" y="25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521" name="object 521"/><p:cNvSpPr/><p:nvPr/></p:nvSpPr><p:spPr><a:xfrm><a:off x="17155602" y="12561402"/><a:ext cx="31115" cy="1270"/></a:xfrm><a:custGeom><a:avLst/><a:gdLst/><a:ahLst/><a:cxnLst/><a:rect l="l" t="t" r="r" b="b"/><a:pathLst><a:path w="31115" h="1270"><a:moveTo><a:pt x="0" y="0"/></a:moveTo><a:lnTo><a:pt x="30650" y="671"/></a:lnTo></a:path></a:pathLst></a:custGeom><a:ln w="3175"><a:solidFill><a:srgbClr val="000000"/></a:solidFill></a:ln></p:spPr><p:txBody><a:bodyPr wrap="square" lIns="0" tIns="0" rIns="0" bIns="0" rtlCol="0"/><a:lstStyle/><a:p/></p:txBody></p:sp><p:sp><p:nvSpPr><p:cNvPr id="522" name="object 522"/><p:cNvSpPr/><p:nvPr/></p:nvSpPr><p:spPr><a:xfrm><a:off x="17165679" y="12561990"/><a:ext cx="20955" cy="22225"/></a:xfrm><a:custGeom><a:avLst/><a:gdLst/><a:ahLst/><a:cxnLst/><a:rect l="l" t="t" r="r" b="b"/><a:pathLst><a:path w="20955" h="22225"><a:moveTo><a:pt x="0" y="22167"/></a:moveTo><a:lnTo><a:pt x="2183" y="20908"/></a:lnTo><a:lnTo><a:pt x="9259" y="16936"/></a:lnTo><a:lnTo><a:pt x="15959" y="9636"/></a:lnTo><a:lnTo><a:pt x="19482" y="2351"/></a:lnTo><a:lnTo><a:pt x="2057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3" name="object 523"/><p:cNvSpPr/><p:nvPr/></p:nvSpPr><p:spPr><a:xfrm><a:off x="17175336" y="12539234"/><a:ext cx="31115" cy="1905"/></a:xfrm><a:custGeom><a:avLst/><a:gdLst/><a:ahLst/><a:cxnLst/><a:rect l="l" t="t" r="r" b="b"/><a:pathLst><a:path w="31115" h="1904"><a:moveTo><a:pt x="0" y="1763"/></a:moveTo><a:lnTo><a:pt x="3065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4" name="object 524"/><p:cNvSpPr/><p:nvPr/></p:nvSpPr><p:spPr><a:xfrm><a:off x="17187260" y="12539234"/><a:ext cx="19050" cy="24130"/></a:xfrm><a:custGeom><a:avLst/><a:gdLst/><a:ahLst/><a:cxnLst/><a:rect l="l" t="t" r="r" b="b"/><a:pathLst><a:path w="19050" h="24129"><a:moveTo><a:pt x="0" y="23763"/></a:moveTo><a:lnTo><a:pt x="17886" y="2435"/></a:lnTo><a:lnTo><a:pt x="1872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5" name="object 525"/><p:cNvSpPr/><p:nvPr/></p:nvSpPr><p:spPr><a:xfrm><a:off x="17158205" y="12541081"/><a:ext cx="17145" cy="21590"/></a:xfrm><a:custGeom><a:avLst/><a:gdLst/><a:ahLst/><a:cxnLst/><a:rect l="l" t="t" r="r" b="b"/><a:pathLst><a:path w="17144" h="21590"><a:moveTo><a:pt x="17130" y="0"/></a:moveTo><a:lnTo><a:pt x="14947" y="1679"/></a:lnTo><a:lnTo><a:pt x="8890" y="6563"/></a:lnTo><a:lnTo><a:pt x="4768" y="11848"/></a:lnTo><a:lnTo><a:pt x="1175" y="18725"/></a:lnTo><a:lnTo><a:pt x="0" y="2116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6" name="object 526"/><p:cNvSpPr/><p:nvPr/></p:nvSpPr><p:spPr><a:xfrm><a:off x="17193390" y="12514883"/><a:ext cx="30480" cy="4445"/></a:xfrm><a:custGeom><a:avLst/><a:gdLst/><a:ahLst/><a:cxnLst/><a:rect l="l" t="t" r="r" b="b"/><a:pathLst><a:path w="30480" h="4445"><a:moveTo><a:pt x="0" y="4282"/></a:moveTo><a:lnTo><a:pt x="3039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7" name="object 527"/><p:cNvSpPr/><p:nvPr/></p:nvSpPr><p:spPr><a:xfrm><a:off x="17206994" y="12514883"/><a:ext cx="17145" cy="25400"/></a:xfrm><a:custGeom><a:avLst/><a:gdLst/><a:ahLst/><a:cxnLst/><a:rect l="l" t="t" r="r" b="b"/><a:pathLst><a:path w="17144" h="25400"><a:moveTo><a:pt x="0" y="25190"/></a:moveTo><a:lnTo><a:pt x="2015" y="23595"/></a:lnTo><a:lnTo><a:pt x="8568" y="18078"/></a:lnTo><a:lnTo><a:pt x="13529" y="10683"/></a:lnTo><a:lnTo><a:pt x="16123" y="2519"/></a:lnTo><a:lnTo><a:pt x="1679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8" name="object 528"/><p:cNvSpPr/><p:nvPr/></p:nvSpPr><p:spPr><a:xfrm><a:off x="17178023" y="12519165"/><a:ext cx="15875" cy="22860"/></a:xfrm><a:custGeom><a:avLst/><a:gdLst/><a:ahLst/><a:cxnLst/><a:rect l="l" t="t" r="r" b="b"/><a:pathLst><a:path w="15875" h="22859"><a:moveTo><a:pt x="15367" y="0"/></a:moveTo><a:lnTo><a:pt x="13351" y="1847"/></a:lnTo><a:lnTo><a:pt x="8027" y="6931"/></a:lnTo><a:lnTo><a:pt x="3718" y="13130"/></a:lnTo><a:lnTo><a:pt x="1007" y="19984"/></a:lnTo><a:lnTo><a:pt x="0" y="22503"/></a:lnTo></a:path></a:pathLst></a:custGeom><a:ln w="3175"><a:solidFill><a:srgbClr val="000000"/></a:solidFill></a:ln></p:spPr><p:txBody><a:bodyPr wrap="square" lIns="0" tIns="0" rIns="0" bIns="0" rtlCol="0"/><a:lstStyle/><a:p/></p:txBody></p:sp><p:sp><p:nvSpPr><p:cNvPr id="529" name="object 529"/><p:cNvSpPr/><p:nvPr/></p:nvSpPr><p:spPr><a:xfrm><a:off x="17209597" y="12489272"/><a:ext cx="30480" cy="6985"/></a:xfrm><a:custGeom><a:avLst/><a:gdLst/><a:ahLst/><a:cxnLst/><a:rect l="l" t="t" r="r" b="b"/><a:pathLst><a:path w="30480" h="6984"><a:moveTo><a:pt x="0" y="6633"/></a:moveTo><a:lnTo><a:pt x="3006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0" name="object 530"/><p:cNvSpPr/><p:nvPr/></p:nvSpPr><p:spPr><a:xfrm><a:off x="17224797" y="12489272"/><a:ext cx="15240" cy="26670"/></a:xfrm><a:custGeom><a:avLst/><a:gdLst/><a:ahLst/><a:cxnLst/><a:rect l="l" t="t" r="r" b="b"/><a:pathLst><a:path w="15240" h="26670"><a:moveTo><a:pt x="0" y="26450"/></a:moveTo><a:lnTo><a:pt x="1931" y="24687"/></a:lnTo><a:lnTo><a:pt x="7997" y="18757"/></a:lnTo><a:lnTo><a:pt x="12491" y="10816"/></a:lnTo><a:lnTo><a:pt x="14275" y="2519"/></a:lnTo><a:lnTo><a:pt x="1477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1" name="object 531"/><p:cNvSpPr/><p:nvPr/></p:nvSpPr><p:spPr><a:xfrm><a:off x="17196161" y="12495990"/><a:ext cx="13970" cy="24130"/></a:xfrm><a:custGeom><a:avLst/><a:gdLst/><a:ahLst/><a:cxnLst/><a:rect l="l" t="t" r="r" b="b"/><a:pathLst><a:path w="13969" h="24129"><a:moveTo><a:pt x="13519" y="0"/></a:moveTo><a:lnTo><a:pt x="11588" y="2015"/></a:lnTo><a:lnTo><a:pt x="6699" y="7526"/></a:lnTo><a:lnTo><a:pt x="2997" y="13971"/></a:lnTo><a:lnTo><a:pt x="755" y="20992"/></a:lnTo><a:lnTo><a:pt x="0" y="23595"/></a:lnTo></a:path></a:pathLst></a:custGeom><a:ln w="3175"><a:solidFill><a:srgbClr val="000000"/></a:solidFill></a:ln></p:spPr><p:txBody><a:bodyPr wrap="square" lIns="0" tIns="0" rIns="0" bIns="0" rtlCol="0"/><a:lstStyle/><a:p/></p:txBody></p:sp><p:sp><p:nvSpPr><p:cNvPr id="532" name="object 532"/><p:cNvSpPr/><p:nvPr/></p:nvSpPr><p:spPr><a:xfrm><a:off x="17223957" y="12462486"/><a:ext cx="29845" cy="9525"/></a:xfrm><a:custGeom><a:avLst/><a:gdLst/><a:ahLst/><a:cxnLst/><a:rect l="l" t="t" r="r" b="b"/><a:pathLst><a:path w="29844" h="9525"><a:moveTo><a:pt x="0" y="8984"/></a:moveTo><a:lnTo><a:pt x="2939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3" name="object 533"/><p:cNvSpPr/><p:nvPr/></p:nvSpPr><p:spPr><a:xfrm><a:off x="17240668" y="12462486"/><a:ext cx="12700" cy="27940"/></a:xfrm><a:custGeom><a:avLst/><a:gdLst/><a:ahLst/><a:cxnLst/><a:rect l="l" t="t" r="r" b="b"/><a:pathLst><a:path w="12700" h="27940"><a:moveTo><a:pt x="0" y="27458"/></a:moveTo><a:lnTo><a:pt x="12344" y="2519"/></a:lnTo><a:lnTo><a:pt x="126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4" name="object 534"/><p:cNvSpPr/><p:nvPr/></p:nvSpPr><p:spPr><a:xfrm><a:off x="17212369" y="12471471"/><a:ext cx="12065" cy="24765"/></a:xfrm><a:custGeom><a:avLst/><a:gdLst/><a:ahLst/><a:cxnLst/><a:rect l="l" t="t" r="r" b="b"/><a:pathLst><a:path w="12065" h="24765"><a:moveTo><a:pt x="11588" y="0"/></a:moveTo><a:lnTo><a:pt x="9153" y="3106"/></a:lnTo><a:lnTo><a:pt x="5102" y="8752"/></a:lnTo><a:lnTo><a:pt x="2682" y="14147"/></a:lnTo><a:lnTo><a:pt x="839" y="20824"/></a:lnTo><a:lnTo><a:pt x="0" y="24687"/></a:lnTo></a:path></a:pathLst></a:custGeom><a:ln w="3175"><a:solidFill><a:srgbClr val="000000"/></a:solidFill></a:ln></p:spPr><p:txBody><a:bodyPr wrap="square" lIns="0" tIns="0" rIns="0" bIns="0" rtlCol="0"/><a:lstStyle/><a:p/></p:txBody></p:sp><p:sp><p:nvSpPr><p:cNvPr id="535" name="object 535"/><p:cNvSpPr/><p:nvPr/></p:nvSpPr><p:spPr><a:xfrm><a:off x="17087582" y="12612288"/><a:ext cx="29845" cy="8255"/></a:xfrm><a:custGeom><a:avLst/><a:gdLst/><a:ahLst/><a:cxnLst/><a:rect l="l" t="t" r="r" b="b"/><a:pathLst><a:path w="29844" h="8254"><a:moveTo><a:pt x="0" y="0"/></a:moveTo><a:lnTo><a:pt x="29643" y="7809"/></a:lnTo></a:path></a:pathLst></a:custGeom><a:ln w="3175"><a:solidFill><a:srgbClr val="000000"/></a:solidFill></a:ln></p:spPr><p:txBody><a:bodyPr wrap="square" lIns="0" tIns="0" rIns="0" bIns="0" rtlCol="0"/><a:lstStyle/><a:p/></p:txBody></p:sp><p:sp><p:nvSpPr><p:cNvPr id="536" name="object 536"/><p:cNvSpPr/><p:nvPr/></p:nvSpPr><p:spPr><a:xfrm><a:off x="17092033" y="12620097"/><a:ext cx="25400" cy="17145"/></a:xfrm><a:custGeom><a:avLst/><a:gdLst/><a:ahLst/><a:cxnLst/><a:rect l="l" t="t" r="r" b="b"/><a:pathLst><a:path w="25400" h="17145"><a:moveTo><a:pt x="0" y="16625"/></a:moveTo><a:lnTo><a:pt x="2435" y="15954"/></a:lnTo><a:lnTo><a:pt x="10424" y="13597"/></a:lnTo><a:lnTo><a:pt x="18271" y="8406"/></a:lnTo><a:lnTo><a:pt x="23596" y="2015"/></a:lnTo><a:lnTo><a:pt x="2527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7" name="object 537"/><p:cNvSpPr/><p:nvPr/></p:nvSpPr><p:spPr><a:xfrm><a:off x="17111515" y="12597089"/><a:ext cx="30480" cy="5715"/></a:xfrm><a:custGeom><a:avLst/><a:gdLst/><a:ahLst/><a:cxnLst/><a:rect l="l" t="t" r="r" b="b"/><a:pathLst><a:path w="30480" h="5715"><a:moveTo><a:pt x="0" y="0"/></a:moveTo><a:lnTo><a:pt x="30230" y="5541"/></a:lnTo></a:path></a:pathLst></a:custGeom><a:ln w="3175"><a:solidFill><a:srgbClr val="000000"/></a:solidFill></a:ln></p:spPr><p:txBody><a:bodyPr wrap="square" lIns="0" tIns="0" rIns="0" bIns="0" rtlCol="0"/><a:lstStyle/><a:p/></p:txBody></p:sp><p:sp><p:nvSpPr><p:cNvPr id="538" name="object 538"/><p:cNvSpPr/><p:nvPr/></p:nvSpPr><p:spPr><a:xfrm><a:off x="17117981" y="12602631"/><a:ext cx="24130" cy="19050"/></a:xfrm><a:custGeom><a:avLst/><a:gdLst/><a:ahLst/><a:cxnLst/><a:rect l="l" t="t" r="r" b="b"/><a:pathLst><a:path w="24130" h="19050"><a:moveTo><a:pt x="0" y="18557"/></a:moveTo><a:lnTo><a:pt x="2435" y="17717"/></a:lnTo><a:lnTo><a:pt x="10620" y="14365"/></a:lnTo><a:lnTo><a:pt x="17209" y="9256"/></a:lnTo><a:lnTo><a:pt x="22421" y="2099"/></a:lnTo><a:lnTo><a:pt x="2384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9" name="object 539"/><p:cNvSpPr/><p:nvPr/></p:nvSpPr><p:spPr><a:xfrm><a:off x="17090017" y="12597173"/><a:ext cx="21590" cy="17145"/></a:xfrm><a:custGeom><a:avLst/><a:gdLst/><a:ahLst/><a:cxnLst/><a:rect l="l" t="t" r="r" b="b"/><a:pathLst><a:path w="21590" h="17145"><a:moveTo><a:pt x="21581" y="0"/></a:moveTo><a:lnTo><a:pt x="19062" y="1091"/></a:lnTo><a:lnTo><a:pt x="12258" y="4321"/></a:lnTo><a:lnTo><a:pt x="6636" y="8704"/></a:lnTo><a:lnTo><a:pt x="1679" y="14358"/></a:lnTo><a:lnTo><a:pt x="0" y="16542"/></a:lnTo></a:path></a:pathLst></a:custGeom><a:ln w="3175"><a:solidFill><a:srgbClr val="000000"/></a:solidFill></a:ln></p:spPr><p:txBody><a:bodyPr wrap="square" lIns="0" tIns="0" rIns="0" bIns="0" rtlCol="0"/><a:lstStyle/><a:p/></p:txBody></p:sp><p:sp><p:nvSpPr><p:cNvPr id="540" name="object 540"/><p:cNvSpPr/><p:nvPr/></p:nvSpPr><p:spPr><a:xfrm><a:off x="17114034" y="12580127"/><a:ext cx="20320" cy="18415"/></a:xfrm><a:custGeom><a:avLst/><a:gdLst/><a:ahLst/><a:cxnLst/><a:rect l="l" t="t" r="r" b="b"/><a:pathLst><a:path w="20319" h="18415"><a:moveTo><a:pt x="20237" y="0"/></a:moveTo><a:lnTo><a:pt x="17802" y="1343"/></a:lnTo><a:lnTo><a:pt x="11399" y="4936"/></a:lnTo><a:lnTo><a:pt x="5883" y="10009"/></a:lnTo><a:lnTo><a:pt x="1595" y="15954"/></a:lnTo><a:lnTo><a:pt x="0" y="18221"/></a:lnTo></a:path></a:pathLst></a:custGeom><a:ln w="3175"><a:solidFill><a:srgbClr val="000000"/></a:solidFill></a:ln></p:spPr><p:txBody><a:bodyPr wrap="square" lIns="0" tIns="0" rIns="0" bIns="0" rtlCol="0"/><a:lstStyle/><a:p/></p:txBody></p:sp><p:sp><p:nvSpPr><p:cNvPr id="541" name="object 541"/><p:cNvSpPr/><p:nvPr/></p:nvSpPr><p:spPr><a:xfrm><a:off x="17134272" y="12580127"/><a:ext cx="31115" cy="3175"/></a:xfrm><a:custGeom><a:avLst/><a:gdLst/><a:ahLst/><a:cxnLst/><a:rect l="l" t="t" r="r" b="b"/><a:pathLst><a:path w="31115" h="3175"><a:moveTo><a:pt x="0" y="0"/></a:moveTo><a:lnTo><a:pt x="30566" y="3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542" name="object 542"/><p:cNvSpPr/><p:nvPr/></p:nvSpPr><p:spPr><a:xfrm><a:off x="17142586" y="12583234"/><a:ext cx="22860" cy="20955"/></a:xfrm><a:custGeom><a:avLst/><a:gdLst/><a:ahLst/><a:cxnLst/><a:rect l="l" t="t" r="r" b="b"/><a:pathLst><a:path w="22859" h="20954"><a:moveTo><a:pt x="0" y="20404"/></a:moveTo><a:lnTo><a:pt x="2351" y="19396"/></a:lnTo><a:lnTo><a:pt x="9939" y="15457"/></a:lnTo><a:lnTo><a:pt x="16709" y="9650"/></a:lnTo><a:lnTo><a:pt x="20993" y="2183"/></a:lnTo><a:lnTo><a:pt x="222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3" name="object 543"/><p:cNvSpPr/><p:nvPr/></p:nvSpPr><p:spPr><a:xfrm><a:off x="17136875" y="12561402"/><a:ext cx="19050" cy="20320"/></a:xfrm><a:custGeom><a:avLst/><a:gdLst/><a:ahLst/><a:cxnLst/><a:rect l="l" t="t" r="r" b="b"/><a:pathLst><a:path w="19050" h="20320"><a:moveTo><a:pt x="18726" y="0"/></a:moveTo><a:lnTo><a:pt x="16375" y="1511"/></a:lnTo><a:lnTo><a:pt x="10324" y="5672"/></a:lnTo><a:lnTo><a:pt x="5221" y="11158"/></a:lnTo><a:lnTo><a:pt x="1343" y="17381"/></a:lnTo><a:lnTo><a:pt x="0" y="19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544" name="object 544"/><p:cNvSpPr/><p:nvPr/></p:nvSpPr><p:spPr><a:xfrm><a:off x="17236385" y="12434608"/><a:ext cx="28575" cy="11430"/></a:xfrm><a:custGeom><a:avLst/><a:gdLst/><a:ahLst/><a:cxnLst/><a:rect l="l" t="t" r="r" b="b"/><a:pathLst><a:path w="28575" h="11429"><a:moveTo><a:pt x="0" y="11335"/></a:moveTo><a:lnTo><a:pt x="2855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5" name="object 545"/><p:cNvSpPr/><p:nvPr/></p:nvSpPr><p:spPr><a:xfrm><a:off x="17246714" y="12405974"/><a:ext cx="27940" cy="13970"/></a:xfrm><a:custGeom><a:avLst/><a:gdLst/><a:ahLst/><a:cxnLst/><a:rect l="l" t="t" r="r" b="b"/><a:pathLst><a:path w="27940" h="13970"><a:moveTo><a:pt x="0" y="13519"/></a:moveTo><a:lnTo><a:pt x="2754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6" name="object 546"/><p:cNvSpPr/><p:nvPr/></p:nvSpPr><p:spPr><a:xfrm><a:off x="17254860" y="12376669"/><a:ext cx="26670" cy="15875"/></a:xfrm><a:custGeom><a:avLst/><a:gdLst/><a:ahLst/><a:cxnLst/><a:rect l="l" t="t" r="r" b="b"/><a:pathLst><a:path w="26669" h="15875"><a:moveTo><a:pt x="0" y="15702"/></a:moveTo><a:lnTo><a:pt x="2645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7" name="object 547"/><p:cNvSpPr/><p:nvPr/></p:nvSpPr><p:spPr><a:xfrm><a:off x="17256730" y="12364661"/><a:ext cx="4445" cy="27305"/></a:xfrm><a:custGeom><a:avLst/><a:gdLst/><a:ahLst/><a:cxnLst/><a:rect l="l" t="t" r="r" b="b"/><a:pathLst><a:path w="4444" h="27304"><a:moveTo><a:pt x="4092" y="0"/></a:moveTo><a:lnTo><a:pt x="2748" y="3694"/></a:lnTo><a:lnTo><a:pt x="822" y="10116"/></a:lnTo><a:lnTo><a:pt x="0" y="16389"/></a:lnTo><a:lnTo><a:pt x="397" y="23091"/></a:lnTo><a:lnTo><a:pt x="817" y="27038"/></a:lnTo></a:path></a:pathLst></a:custGeom><a:ln w="3175"><a:solidFill><a:srgbClr val="000000"/></a:solidFill></a:ln></p:spPr><p:txBody><a:bodyPr wrap="square" lIns="0" tIns="0" rIns="0" bIns="0" rtlCol="0"/><a:lstStyle/><a:p/></p:txBody></p:sp><p:sp><p:nvSpPr><p:cNvPr id="548" name="object 548"/><p:cNvSpPr/><p:nvPr/></p:nvSpPr><p:spPr><a:xfrm><a:off x="17257211" y="12223761"/><a:ext cx="7620" cy="26670"/></a:xfrm><a:custGeom><a:avLst/><a:gdLst/><a:ahLst/><a:cxnLst/><a:rect l="l" t="t" r="r" b="b"/><a:pathLst><a:path w="7619" h="26670"><a:moveTo><a:pt x="0" y="0"/></a:moveTo><a:lnTo><a:pt x="251" y="3946"/></a:lnTo><a:lnTo><a:pt x="877" y="10714"/></a:lnTo><a:lnTo><a:pt x="2610" y="16634"/></a:lnTo><a:lnTo><a:pt x="5542" y="22755"/></a:lnTo><a:lnTo><a:pt x="7473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549" name="object 549"/><p:cNvSpPr/><p:nvPr/></p:nvSpPr><p:spPr><a:xfrm><a:off x="17180374" y="12259616"/><a:ext cx="48895" cy="24765"/></a:xfrm><a:custGeom><a:avLst/><a:gdLst/><a:ahLst/><a:cxnLst/><a:rect l="l" t="t" r="r" b="b"/><a:pathLst><a:path w="48894" h="24765"><a:moveTo><a:pt x="0" y="4450"/></a:moveTo><a:lnTo><a:pt x="47109" y="0"/></a:lnTo><a:lnTo><a:pt x="48537" y="15114"/></a:lnTo><a:lnTo><a:pt x="46773" y="20404"/></a:lnTo><a:lnTo><a:pt x="44674" y="22251"/></a:lnTo><a:lnTo><a:pt x="40391" y="24351"/></a:lnTo><a:lnTo><a:pt x="35857" y="24771"/></a:lnTo><a:lnTo><a:pt x="31238" y="23511"/></a:lnTo><a:lnTo><a:pt x="28803" y="22083"/></a:lnTo><a:lnTo><a:pt x="26116" y="17213"/></a:lnTo><a:lnTo><a:pt x="24688" y="2099"/></a:lnTo></a:path></a:pathLst></a:custGeom><a:ln w="3175"><a:solidFill><a:srgbClr val="000000"/></a:solidFill></a:ln></p:spPr><p:txBody><a:bodyPr wrap="square" lIns="0" tIns="0" rIns="0" bIns="0" rtlCol="0"/><a:lstStyle/><a:p/></p:txBody></p:sp><p:sp><p:nvSpPr><p:cNvPr id="550" name="object 550"/><p:cNvSpPr/><p:nvPr/></p:nvSpPr><p:spPr><a:xfrm><a:off x="17182642" y="12273471"/><a:ext cx="24130" cy="14604"/></a:xfrm><a:custGeom><a:avLst/><a:gdLst/><a:ahLst/><a:cxnLst/><a:rect l="l" t="t" r="r" b="b"/><a:pathLst><a:path w="24130" h="14604"><a:moveTo><a:pt x="23512" y="0"/></a:moveTo><a:lnTo><a:pt x="0" y="14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551" name="object 551"/><p:cNvSpPr/><p:nvPr/></p:nvSpPr><p:spPr><a:xfrm><a:off x="17173824" y="12224012"/><a:ext cx="50800" cy="21590"/></a:xfrm><a:custGeom><a:avLst/><a:gdLst/><a:ahLst/><a:cxnLst/><a:rect l="l" t="t" r="r" b="b"/><a:pathLst><a:path w="50800" h="21590"><a:moveTo><a:pt x="0" y="8816"/></a:moveTo><a:lnTo><a:pt x="46438" y="0"/></a:lnTo><a:lnTo><a:pt x="50552" y="21580"/></a:lnTo></a:path></a:pathLst></a:custGeom><a:ln w="3175"><a:solidFill><a:srgbClr val="000000"/></a:solidFill></a:ln></p:spPr><p:txBody><a:bodyPr wrap="square" lIns="0" tIns="0" rIns="0" bIns="0" rtlCol="0"/><a:lstStyle/><a:p/></p:txBody></p:sp><p:sp><p:nvSpPr><p:cNvPr id="552" name="object 552"/><p:cNvSpPr/><p:nvPr/></p:nvSpPr><p:spPr><a:xfrm><a:off x="17198177" y="12228211"/><a:ext cx="2540" cy="13335"/></a:xfrm><a:custGeom><a:avLst/><a:gdLst/><a:ahLst/><a:cxnLst/><a:rect l="l" t="t" r="r" b="b"/><a:pathLst><a:path w="2540" h="13334"><a:moveTo><a:pt x="0" y="0"/></a:moveTo><a:lnTo><a:pt x="2519" y="13267"/></a:lnTo></a:path></a:pathLst></a:custGeom><a:ln w="3175"><a:solidFill><a:srgbClr val="000000"/></a:solidFill></a:ln></p:spPr><p:txBody><a:bodyPr wrap="square" lIns="0" tIns="0" rIns="0" bIns="0" rtlCol="0"/><a:lstStyle/><a:p/></p:txBody></p:sp><p:sp><p:nvSpPr><p:cNvPr id="553" name="object 553"/><p:cNvSpPr/><p:nvPr/></p:nvSpPr><p:spPr><a:xfrm><a:off x="17173824" y="12232829"/><a:ext cx="4445" cy="21590"/></a:xfrm><a:custGeom><a:avLst/><a:gdLst/><a:ahLst/><a:cxnLst/><a:rect l="l" t="t" r="r" b="b"/><a:pathLst><a:path w="4444" h="21590"><a:moveTo><a:pt x="0" y="0"/></a:moveTo><a:lnTo><a:pt x="4114" y="21496"/></a:lnTo></a:path></a:pathLst></a:custGeom><a:ln w="3175"><a:solidFill><a:srgbClr val="000000"/></a:solidFill></a:ln></p:spPr><p:txBody><a:bodyPr wrap="square" lIns="0" tIns="0" rIns="0" bIns="0" rtlCol="0"/><a:lstStyle/><a:p/></p:txBody></p:sp><p:sp><p:nvSpPr><p:cNvPr id="554" name="object 554"/><p:cNvSpPr/><p:nvPr/></p:nvSpPr><p:spPr><a:xfrm><a:off x="17239156" y="12419494"/><a:ext cx="7620" cy="26670"/></a:xfrm><a:custGeom><a:avLst/><a:gdLst/><a:ahLst/><a:cxnLst/><a:rect l="l" t="t" r="r" b="b"/><a:pathLst><a:path w="7619" h="26670"><a:moveTo><a:pt x="7557" y="0"/></a:moveTo><a:lnTo><a:pt x="5626" y="3442"/></a:lnTo><a:lnTo><a:pt x="2755" y="8973"/></a:lnTo><a:lnTo><a:pt x="719" y="16046"/></a:lnTo><a:lnTo><a:pt x="167" y="22251"/></a:lnTo><a:lnTo><a:pt x="0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555" name="object 555"/><p:cNvSpPr/><p:nvPr/></p:nvSpPr><p:spPr><a:xfrm><a:off x="17249257" y="12392371"/><a:ext cx="5715" cy="27305"/></a:xfrm><a:custGeom><a:avLst/><a:gdLst/><a:ahLst/><a:cxnLst/><a:rect l="l" t="t" r="r" b="b"/><a:pathLst><a:path w="5715" h="27304"><a:moveTo><a:pt x="5602" y="0"/></a:moveTo><a:lnTo><a:pt x="4006" y="3610"/></a:lnTo><a:lnTo><a:pt x="1603" y="9050"/></a:lnTo><a:lnTo><a:pt x="0" y="16802"/></a:lnTo><a:lnTo><a:pt x="60" y="22755"/></a:lnTo><a:lnTo><a:pt x="144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556" name="object 556"/><p:cNvSpPr/><p:nvPr/></p:nvSpPr><p:spPr><a:xfrm><a:off x="17266112" y="12405974"/><a:ext cx="8255" cy="29209"/></a:xfrm><a:custGeom><a:avLst/><a:gdLst/><a:ahLst/><a:cxnLst/><a:rect l="l" t="t" r="r" b="b"/><a:pathLst><a:path w="8255" h="29209"><a:moveTo><a:pt x="0" y="29137"/></a:moveTo><a:lnTo><a:pt x="1427" y="26954"/></a:lnTo><a:lnTo><a:pt x="6104" y="19269"/></a:lnTo><a:lnTo><a:pt x="8212" y="11503"/></a:lnTo><a:lnTo><a:pt x="8229" y="2519"/></a:lnTo><a:lnTo><a:pt x="814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57" name="object 557"/><p:cNvSpPr/><p:nvPr/></p:nvSpPr><p:spPr><a:xfrm><a:off x="17275518" y="12376669"/><a:ext cx="6350" cy="29845"/></a:xfrm><a:custGeom><a:avLst/><a:gdLst/><a:ahLst/><a:cxnLst/><a:rect l="l" t="t" r="r" b="b"/><a:pathLst><a:path w="6350" h="29845"><a:moveTo><a:pt x="0" y="29725"/></a:moveTo><a:lnTo><a:pt x="1259" y="27458"/></a:lnTo><a:lnTo><a:pt x="3790" y="21523"/></a:lnTo><a:lnTo><a:pt x="5456" y="15331"/></a:lnTo><a:lnTo><a:pt x="6242" y="8967"/></a:lnTo><a:lnTo><a:pt x="6130" y="2519"/></a:lnTo><a:lnTo><a:pt x="579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58" name="object 558"/><p:cNvSpPr/><p:nvPr/></p:nvSpPr><p:spPr><a:xfrm><a:off x="17260822" y="12346860"/><a:ext cx="25400" cy="18415"/></a:xfrm><a:custGeom><a:avLst/><a:gdLst/><a:ahLst/><a:cxnLst/><a:rect l="l" t="t" r="r" b="b"/><a:pathLst><a:path w="25400" h="18415"><a:moveTo><a:pt x="0" y="17801"/></a:moveTo><a:lnTo><a:pt x="2510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59" name="object 559"/><p:cNvSpPr/><p:nvPr/></p:nvSpPr><p:spPr><a:xfrm><a:off x="17282571" y="12346860"/><a:ext cx="5080" cy="30480"/></a:xfrm><a:custGeom><a:avLst/><a:gdLst/><a:ahLst/><a:cxnLst/><a:rect l="l" t="t" r="r" b="b"/><a:pathLst><a:path w="5080" h="30479"><a:moveTo><a:pt x="0" y="30061"/></a:moveTo><a:lnTo><a:pt x="1007" y="27709"/></a:lnTo><a:lnTo><a:pt x="3085" y="21611"/></a:lnTo><a:lnTo><a:pt x="4247" y="15323"/></a:lnTo><a:lnTo><a:pt x="4503" y="8931"/></a:lnTo><a:lnTo><a:pt x="3862" y="2519"/></a:lnTo><a:lnTo><a:pt x="335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0" name="object 560"/><p:cNvSpPr/><p:nvPr/></p:nvSpPr><p:spPr><a:xfrm><a:off x="17264601" y="12316799"/><a:ext cx="24130" cy="20320"/></a:xfrm><a:custGeom><a:avLst/><a:gdLst/><a:ahLst/><a:cxnLst/><a:rect l="l" t="t" r="r" b="b"/><a:pathLst><a:path w="24130" h="20320"><a:moveTo><a:pt x="0" y="19732"/></a:moveTo><a:lnTo><a:pt x="2359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1" name="object 561"/><p:cNvSpPr/><p:nvPr/></p:nvSpPr><p:spPr><a:xfrm><a:off x="17287274" y="12316883"/><a:ext cx="3175" cy="30480"/></a:xfrm><a:custGeom><a:avLst/><a:gdLst/><a:ahLst/><a:cxnLst/><a:rect l="l" t="t" r="r" b="b"/><a:pathLst><a:path w="3175" h="30479"><a:moveTo><a:pt x="0" y="30229"/></a:moveTo><a:lnTo><a:pt x="839" y="27793"/></a:lnTo><a:lnTo><a:pt x="2425" y="21568"/></a:lnTo><a:lnTo><a:pt x="3090" y="15176"/></a:lnTo><a:lnTo><a:pt x="2840" y="8753"/></a:lnTo><a:lnTo><a:pt x="1679" y="2435"/></a:lnTo><a:lnTo><a:pt x="10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2" name="object 562"/><p:cNvSpPr/><p:nvPr/></p:nvSpPr><p:spPr><a:xfrm><a:off x="17261870" y="12336532"/><a:ext cx="3175" cy="27305"/></a:xfrm><a:custGeom><a:avLst/><a:gdLst/><a:ahLst/><a:cxnLst/><a:rect l="l" t="t" r="r" b="b"/><a:pathLst><a:path w="3175" h="27304"><a:moveTo><a:pt x="2730" y="0"/></a:moveTo><a:lnTo><a:pt x="1722" y="3778"/></a:lnTo><a:lnTo><a:pt x="159" y="10167"/></a:lnTo><a:lnTo><a:pt x="0" y="16842"/></a:lnTo><a:lnTo><a:pt x="883" y="23343"/></a:lnTo><a:lnTo><a:pt x="1638" y="27206"/></a:lnTo></a:path></a:pathLst></a:custGeom><a:ln w="3175"><a:solidFill><a:srgbClr val="000000"/></a:solidFill></a:ln></p:spPr><p:txBody><a:bodyPr wrap="square" lIns="0" tIns="0" rIns="0" bIns="0" rtlCol="0"/><a:lstStyle/><a:p/></p:txBody></p:sp><p:sp><p:nvSpPr><p:cNvPr id="563" name="object 563"/><p:cNvSpPr/><p:nvPr/></p:nvSpPr><p:spPr><a:xfrm><a:off x="17266196" y="12286738"/><a:ext cx="22225" cy="21590"/></a:xfrm><a:custGeom><a:avLst/><a:gdLst/><a:ahLst/><a:cxnLst/><a:rect l="l" t="t" r="r" b="b"/><a:pathLst><a:path w="22225" h="21590"><a:moveTo><a:pt x="0" y="21496"/></a:moveTo><a:lnTo><a:pt x="2191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4" name="object 564"/><p:cNvSpPr/><p:nvPr/></p:nvSpPr><p:spPr><a:xfrm><a:off x="17288114" y="12286738"/><a:ext cx="3810" cy="30480"/></a:xfrm><a:custGeom><a:avLst/><a:gdLst/><a:ahLst/><a:cxnLst/><a:rect l="l" t="t" r="r" b="b"/><a:pathLst><a:path w="3809" h="30479"><a:moveTo><a:pt x="1427" y="30145"/></a:moveTo><a:lnTo><a:pt x="2099" y="27709"/></a:lnTo><a:lnTo><a:pt x="3158" y="21348"/></a:lnTo><a:lnTo><a:pt x="3298" y="14949"/></a:lnTo><a:lnTo><a:pt x="2544" y="8590"/></a:lnTo><a:lnTo><a:pt x="923" y="235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5" name="object 565"/><p:cNvSpPr/><p:nvPr/></p:nvSpPr><p:spPr><a:xfrm><a:off x="17264369" y="12308234"/><a:ext cx="3175" cy="27305"/></a:xfrm><a:custGeom><a:avLst/><a:gdLst/><a:ahLst/><a:cxnLst/><a:rect l="l" t="t" r="r" b="b"/><a:pathLst><a:path w="3175" h="27304"><a:moveTo><a:pt x="1827" y="0"/></a:moveTo><a:lnTo><a:pt x="1072" y="3862"/></a:lnTo><a:lnTo><a:pt x="0" y="10081"/></a:lnTo><a:lnTo><a:pt x="330" y="17296"/></a:lnTo><a:lnTo><a:pt x="1827" y="23427"/></a:lnTo><a:lnTo><a:pt x="2835" y="27206"/></a:lnTo></a:path></a:pathLst></a:custGeom><a:ln w="3175"><a:solidFill><a:srgbClr val="000000"/></a:solidFill></a:ln></p:spPr><p:txBody><a:bodyPr wrap="square" lIns="0" tIns="0" rIns="0" bIns="0" rtlCol="0"/><a:lstStyle/><a:p/></p:txBody></p:sp><p:sp><p:nvSpPr><p:cNvPr id="566" name="object 566"/><p:cNvSpPr/><p:nvPr/></p:nvSpPr><p:spPr><a:xfrm><a:off x="17265441" y="12256677"/><a:ext cx="20320" cy="23495"/></a:xfrm><a:custGeom><a:avLst/><a:gdLst/><a:ahLst/><a:cxnLst/><a:rect l="l" t="t" r="r" b="b"/><a:pathLst><a:path w="20319" h="23495"><a:moveTo><a:pt x="0" y="23175"/></a:moveTo><a:lnTo><a:pt x="201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7" name="object 567"/><p:cNvSpPr/><p:nvPr/></p:nvSpPr><p:spPr><a:xfrm><a:off x="17285595" y="12256677"/><a:ext cx="5080" cy="30480"/></a:xfrm><a:custGeom><a:avLst/><a:gdLst/><a:ahLst/><a:cxnLst/><a:rect l="l" t="t" r="r" b="b"/><a:pathLst><a:path w="5080" h="30479"><a:moveTo><a:pt x="3862" y="29977"/></a:moveTo><a:lnTo><a:pt x="4282" y="27458"/></a:lnTo><a:lnTo><a:pt x="4854" y="21050"/></a:lnTo><a:lnTo><a:pt x="4526" y="14624"/></a:lnTo><a:lnTo><a:pt x="3279" y="8317"/></a:lnTo><a:lnTo><a:pt x="1091" y="22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8" name="object 568"/><p:cNvSpPr/><p:nvPr/></p:nvSpPr><p:spPr><a:xfrm><a:off x="17264429" y="12279852"/><a:ext cx="4445" cy="27305"/></a:xfrm><a:custGeom><a:avLst/><a:gdLst/><a:ahLst/><a:cxnLst/><a:rect l="l" t="t" r="r" b="b"/><a:pathLst><a:path w="4444" h="27304"><a:moveTo><a:pt x="1011" y="0"/></a:moveTo><a:lnTo><a:pt x="592" y="3946"/></a:lnTo><a:lnTo><a:pt x="0" y="10452"/></a:lnTo><a:lnTo><a:pt x="1002" y="17108"/></a:lnTo><a:lnTo><a:pt x="2859" y="23343"/></a:lnTo><a:lnTo><a:pt x="4202" y="27038"/></a:lnTo></a:path></a:pathLst></a:custGeom><a:ln w="3175"><a:solidFill><a:srgbClr val="000000"/></a:solidFill></a:ln></p:spPr><p:txBody><a:bodyPr wrap="square" lIns="0" tIns="0" rIns="0" bIns="0" rtlCol="0"/><a:lstStyle/><a:p/></p:txBody></p:sp><p:sp><p:nvSpPr><p:cNvPr id="569" name="object 569"/><p:cNvSpPr/><p:nvPr/></p:nvSpPr><p:spPr><a:xfrm><a:off x="17262418" y="12226951"/><a:ext cx="18415" cy="24765"/></a:xfrm><a:custGeom><a:avLst/><a:gdLst/><a:ahLst/><a:cxnLst/><a:rect l="l" t="t" r="r" b="b"/><a:pathLst><a:path w="18415" h="24765"><a:moveTo><a:pt x="0" y="24687"/></a:moveTo><a:lnTo><a:pt x="1830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70" name="object 570"/><p:cNvSpPr/><p:nvPr/></p:nvSpPr><p:spPr><a:xfrm><a:off x="17280808" y="12226951"/><a:ext cx="6985" cy="29845"/></a:xfrm><a:custGeom><a:avLst/><a:gdLst/><a:ahLst/><a:cxnLst/><a:rect l="l" t="t" r="r" b="b"/><a:pathLst><a:path w="6984" h="29845"><a:moveTo><a:pt x="6130" y="29641"/></a:moveTo><a:lnTo><a:pt x="6382" y="27038"/></a:lnTo><a:lnTo><a:pt x="6485" y="20630"/></a:lnTo><a:lnTo><a:pt x="5618" y="14287"/></a:lnTo><a:lnTo><a:pt x="3853" y="8127"/></a:lnTo><a:lnTo><a:pt x="1259" y="22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71" name="object 571"/><p:cNvSpPr/><p:nvPr/></p:nvSpPr><p:spPr><a:xfrm><a:off x="17262334" y="12251638"/><a:ext cx="5715" cy="27305"/></a:xfrm><a:custGeom><a:avLst/><a:gdLst/><a:ahLst/><a:cxnLst/><a:rect l="l" t="t" r="r" b="b"/><a:pathLst><a:path w="5715" h="27304"><a:moveTo><a:pt x="83" y="0"/></a:moveTo><a:lnTo><a:pt x="0" y="3946"/></a:lnTo><a:lnTo><a:pt x="26" y="10498"/></a:lnTo><a:lnTo><a:pt x="1389" y="17029"/></a:lnTo><a:lnTo><a:pt x="3862" y="23091"/></a:lnTo><a:lnTo><a:pt x="5458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572" name="object 572"/><p:cNvSpPr/><p:nvPr/></p:nvSpPr><p:spPr><a:xfrm><a:off x="17061886" y="12037348"/><a:ext cx="27940" cy="50800"/></a:xfrm><a:custGeom><a:avLst/><a:gdLst/><a:ahLst/><a:cxnLst/><a:rect l="l" t="t" r="r" b="b"/><a:pathLst><a:path w="27940" h="50800"><a:moveTo><a:pt x="27711" y="0"/></a:moveTo><a:lnTo><a:pt x="0" y="38290"/></a:lnTo><a:lnTo><a:pt x="16459" y="50213"/></a:lnTo></a:path></a:pathLst></a:custGeom><a:ln w="3175"><a:solidFill><a:srgbClr val="000000"/></a:solidFill></a:ln></p:spPr><p:txBody><a:bodyPr wrap="square" lIns="0" tIns="0" rIns="0" bIns="0" rtlCol="0"/><a:lstStyle/><a:p/></p:txBody></p:sp><p:sp><p:nvSpPr><p:cNvPr id="573" name="object 573"/><p:cNvSpPr/><p:nvPr/></p:nvSpPr><p:spPr><a:xfrm><a:off x="17071459" y="11985371"/><a:ext cx="25400" cy="11430"/></a:xfrm><a:custGeom><a:avLst/><a:gdLst/><a:ahLst/><a:cxnLst/><a:rect l="l" t="t" r="r" b="b"/><a:pathLst><a:path w="25400" h="11429"><a:moveTo><a:pt x="0" y="0"/></a:moveTo><a:lnTo><a:pt x="3191" y="2351"/></a:lnTo><a:lnTo><a:pt x="9185" y="6488"/></a:lnTo><a:lnTo><a:pt x="14034" y="8555"/></a:lnTo><a:lnTo><a:pt x="21077" y="10328"/></a:lnTo><a:lnTo><a:pt x="24940" y="11083"/></a:lnTo></a:path></a:pathLst></a:custGeom><a:ln w="3175"><a:solidFill><a:srgbClr val="000000"/></a:solidFill></a:ln></p:spPr><p:txBody><a:bodyPr wrap="square" lIns="0" tIns="0" rIns="0" bIns="0" rtlCol="0"/><a:lstStyle/><a:p/></p:txBody></p:sp><p:sp><p:nvSpPr><p:cNvPr id="574" name="object 574"/><p:cNvSpPr/><p:nvPr/></p:nvSpPr><p:spPr><a:xfrm><a:off x="17061886" y="11956150"/><a:ext cx="27940" cy="12700"/></a:xfrm><a:custGeom><a:avLst/><a:gdLst/><a:ahLst/><a:cxnLst/><a:rect l="l" t="t" r="r" b="b"/><a:pathLst><a:path w="27940" h="12700"><a:moveTo><a:pt x="27795" y="12091"/></a:moveTo><a:lnTo><a:pt x="25864" y="10412"/></a:lnTo><a:lnTo><a:pt x="19325" y="4849"/></a:lnTo><a:lnTo><a:pt x="11088" y="1385"/></a:lnTo><a:lnTo><a:pt x="2603" y="25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75" name="object 575"/><p:cNvSpPr/><p:nvPr/></p:nvSpPr><p:spPr><a:xfrm><a:off x="16823146" y="11949096"/><a:ext cx="26034" cy="8255"/></a:xfrm><a:custGeom><a:avLst/><a:gdLst/><a:ahLst/><a:cxnLst/><a:rect l="l" t="t" r="r" b="b"/><a:pathLst><a:path w="26034" h="8254"><a:moveTo><a:pt x="0" y="7893"/></a:moveTo><a:lnTo><a:pt x="3946" y="7641"/></a:lnTo><a:lnTo><a:pt x="10864" y="6843"/></a:lnTo><a:lnTo><a:pt x="16463" y="5045"/></a:lnTo><a:lnTo><a:pt x="22673" y="1931"/></a:lnTo><a:lnTo><a:pt x="2603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76" name="object 576"/><p:cNvSpPr/><p:nvPr/></p:nvSpPr><p:spPr><a:xfrm><a:off x="17033838" y="11945150"/><a:ext cx="12065" cy="28575"/></a:xfrm><a:custGeom><a:avLst/><a:gdLst/><a:ahLst/><a:cxnLst/><a:rect l="l" t="t" r="r" b="b"/><a:pathLst><a:path w="12065" h="28575"><a:moveTo><a:pt x="11840" y="2829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77" name="object 577"/><p:cNvSpPr/><p:nvPr/></p:nvSpPr><p:spPr><a:xfrm><a:off x="17005035" y="11936417"/><a:ext cx="14604" cy="27305"/></a:xfrm><a:custGeom><a:avLst/><a:gdLst/><a:ahLst/><a:cxnLst/><a:rect l="l" t="t" r="r" b="b"/><a:pathLst><a:path w="14605" h="27304"><a:moveTo><a:pt x="14023" y="2729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78" name="object 578"/><p:cNvSpPr/><p:nvPr/></p:nvSpPr><p:spPr><a:xfrm><a:off x="16991767" y="11956066"/><a:ext cx="27305" cy="5715"/></a:xfrm><a:custGeom><a:avLst/><a:gdLst/><a:ahLst/><a:cxnLst/><a:rect l="l" t="t" r="r" b="b"/><a:pathLst><a:path w="27305" h="5715"><a:moveTo><a:pt x="0" y="0"/></a:moveTo><a:lnTo><a:pt x="3610" y="1511"/></a:lnTo><a:lnTo><a:pt x="9407" y="3963"/></a:lnTo><a:lnTo><a:pt x="16561" y="5136"/></a:lnTo><a:lnTo><a:pt x="22841" y="5038"/></a:lnTo><a:lnTo><a:pt x="26787" y="4870"/></a:lnTo></a:path></a:pathLst></a:custGeom><a:ln w="3175"><a:solidFill><a:srgbClr val="000000"/></a:solidFill></a:ln></p:spPr><p:txBody><a:bodyPr wrap="square" lIns="0" tIns="0" rIns="0" bIns="0" rtlCol="0"/><a:lstStyle/><a:p/></p:txBody></p:sp><p:sp><p:nvSpPr><p:cNvPr id="579" name="object 579"/><p:cNvSpPr/><p:nvPr/></p:nvSpPr><p:spPr><a:xfrm><a:off x="16768394" y="11951363"/><a:ext cx="27940" cy="13970"/></a:xfrm><a:custGeom><a:avLst/><a:gdLst/><a:ahLst/><a:cxnLst/><a:rect l="l" t="t" r="r" b="b"/><a:pathLst><a:path w="27940" h="13970"><a:moveTo><a:pt x="27543" y="1360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80" name="object 580"/><p:cNvSpPr/><p:nvPr/></p:nvSpPr><p:spPr><a:xfrm><a:off x="16740850" y="11950188"/><a:ext cx="27305" cy="13970"/></a:xfrm><a:custGeom><a:avLst/><a:gdLst/><a:ahLst/><a:cxnLst/><a:rect l="l" t="t" r="r" b="b"/><a:pathLst><a:path w="27305" h="13970"><a:moveTo><a:pt x="27039" y="0"/></a:moveTo><a:lnTo><a:pt x="24520" y="419"/></a:lnTo><a:lnTo><a:pt x="15991" y="1922"/></a:lnTo><a:lnTo><a:pt x="8172" y="5831"/></a:lnTo><a:lnTo><a:pt x="1847" y="11755"/></a:lnTo><a:lnTo><a:pt x="0" y="13519"/></a:lnTo></a:path></a:pathLst></a:custGeom><a:ln w="3175"><a:solidFill><a:srgbClr val="000000"/></a:solidFill></a:ln></p:spPr><p:txBody><a:bodyPr wrap="square" lIns="0" tIns="0" rIns="0" bIns="0" rtlCol="0"/><a:lstStyle/><a:p/></p:txBody></p:sp><p:sp><p:nvSpPr><p:cNvPr id="581" name="object 581"/><p:cNvSpPr/><p:nvPr/></p:nvSpPr><p:spPr><a:xfrm><a:off x="16796778" y="11941287"/><a:ext cx="26670" cy="15875"/></a:xfrm><a:custGeom><a:avLst/><a:gdLst/><a:ahLst/><a:cxnLst/><a:rect l="l" t="t" r="r" b="b"/><a:pathLst><a:path w="26669" h="15875"><a:moveTo><a:pt x="26368" y="15702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82" name="object 582"/><p:cNvSpPr/><p:nvPr/></p:nvSpPr><p:spPr><a:xfrm><a:off x="16795938" y="11954974"/><a:ext cx="25400" cy="10160"/></a:xfrm><a:custGeom><a:avLst/><a:gdLst/><a:ahLst/><a:cxnLst/><a:rect l="l" t="t" r="r" b="b"/><a:pathLst><a:path w="25400" h="10159"><a:moveTo><a:pt x="0" y="9992"/></a:moveTo><a:lnTo><a:pt x="3862" y="9404"/></a:lnTo><a:lnTo><a:pt x="10620" y="8234"/></a:lnTo><a:lnTo><a:pt x="16237" y="5764"/></a:lnTo><a:lnTo><a:pt x="22085" y="2267"/></a:lnTo><a:lnTo><a:pt x="2536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83" name="object 583"/><p:cNvSpPr/><p:nvPr/></p:nvSpPr><p:spPr><a:xfrm><a:off x="16886127" y="11982936"/><a:ext cx="22225" cy="47625"/></a:xfrm><a:custGeom><a:avLst/><a:gdLst/><a:ahLst/><a:cxnLst/><a:rect l="l" t="t" r="r" b="b"/><a:pathLst><a:path w="22225" h="47625"><a:moveTo><a:pt x="671" y="47526"/></a:moveTo><a:lnTo><a:pt x="0" y="251"/></a:lnTo><a:lnTo><a:pt x="2200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84" name="object 584"/><p:cNvSpPr/><p:nvPr/></p:nvSpPr><p:spPr><a:xfrm><a:off x="16886463" y="12005524"/><a:ext cx="13970" cy="635"/></a:xfrm><a:custGeom><a:avLst/><a:gdLst/><a:ahLst/><a:cxnLst/><a:rect l="l" t="t" r="r" b="b"/><a:pathLst><a:path w="13969" h="634"><a:moveTo><a:pt x="0" y="167"/></a:moveTo><a:lnTo><a:pt x="13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85" name="object 585"/><p:cNvSpPr/><p:nvPr/></p:nvSpPr><p:spPr><a:xfrm><a:off x="16886798" y="12030211"/><a:ext cx="22225" cy="635"/></a:xfrm><a:custGeom><a:avLst/><a:gdLst/><a:ahLst/><a:cxnLst/><a:rect l="l" t="t" r="r" b="b"/><a:pathLst><a:path w="22225" h="634"><a:moveTo><a:pt x="0" y="251"/></a:moveTo><a:lnTo><a:pt x="2191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86" name="object 586"/><p:cNvSpPr/><p:nvPr/></p:nvSpPr><p:spPr><a:xfrm><a:off x="16849934" y="12096883"/><a:ext cx="17780" cy="32384"/></a:xfrm><a:custGeom><a:avLst/><a:gdLst/><a:ahLst/><a:cxnLst/><a:rect l="l" t="t" r="r" b="b"/><a:pathLst><a:path w="17780" h="32384"><a:moveTo><a:pt x="0" y="1427"/></a:moveTo><a:lnTo><a:pt x="2099" y="23847"/></a:lnTo><a:lnTo><a:pt x="3610" y="28297"/></a:lnTo><a:lnTo><a:pt x="6130" y="31068"/></a:lnTo><a:lnTo><a:pt x="9657" y="32244"/></a:lnTo><a:lnTo><a:pt x="11840" y="31992"/></a:lnTo><a:lnTo><a:pt x="15115" y="30229"/></a:lnTo><a:lnTo><a:pt x="17046" y="27038"/></a:lnTo><a:lnTo><a:pt x="17718" y="22419"/></a:lnTo><a:lnTo><a:pt x="1570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87" name="object 587"/><p:cNvSpPr/><p:nvPr/></p:nvSpPr><p:spPr><a:xfrm><a:off x="16826253" y="11990493"/><a:ext cx="29209" cy="47625"/></a:xfrm><a:custGeom><a:avLst/><a:gdLst/><a:ahLst/><a:cxnLst/><a:rect l="l" t="t" r="r" b="b"/><a:pathLst><a:path w="29209" h="47625"><a:moveTo><a:pt x="5878" y="1427"/></a:moveTo><a:lnTo><a:pt x="3107" y="4366"/></a:lnTo><a:lnTo><a:pt x="839" y="9572"/></a:lnTo><a:lnTo><a:pt x="167" y="14274"/></a:lnTo><a:lnTo><a:pt x="0" y="21244"/></a:lnTo><a:lnTo><a:pt x="2519" y="32244"/></a:lnTo><a:lnTo><a:pt x="5710" y="38458"/></a:lnTo><a:lnTo><a:pt x="8313" y="42488"/></a:lnTo><a:lnTo><a:pt x="12596" y="46099"/></a:lnTo><a:lnTo><a:pt x="16375" y="47610"/></a:lnTo><a:lnTo><a:pt x="23009" y="46099"/></a:lnTo><a:lnTo><a:pt x="25780" y="43160"/></a:lnTo><a:lnTo><a:pt x="28047" y="37954"/></a:lnTo><a:lnTo><a:pt x="28719" y="33251"/></a:lnTo><a:lnTo><a:pt x="28887" y="26282"/></a:lnTo><a:lnTo><a:pt x="26368" y="15282"/></a:lnTo><a:lnTo><a:pt x="23261" y="9068"/></a:lnTo><a:lnTo><a:pt x="20573" y="5038"/></a:lnTo><a:lnTo><a:pt x="16291" y="1427"/></a:lnTo><a:lnTo><a:pt x="12512" y="0"/></a:lnTo><a:lnTo><a:pt x="5878" y="1427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88" name="object 588"/><p:cNvSpPr/><p:nvPr/></p:nvSpPr><p:spPr><a:xfrm><a:off x="16858835" y="11984195"/><a:ext cx="22225" cy="49530"/></a:xfrm><a:custGeom><a:avLst/><a:gdLst/><a:ahLst/><a:cxnLst/><a:rect l="l" t="t" r="r" b="b"/><a:pathLst><a:path w="22225" h="49529"><a:moveTo><a:pt x="4702" y="49206"/></a:moveTo><a:lnTo><a:pt x="0" y="2183"/></a:lnTo><a:lnTo><a:pt x="2183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89" name="object 589"/><p:cNvSpPr/><p:nvPr/></p:nvSpPr><p:spPr><a:xfrm><a:off x="16861102" y="12007455"/><a:ext cx="13970" cy="1905"/></a:xfrm><a:custGeom><a:avLst/><a:gdLst/><a:ahLst/><a:cxnLst/><a:rect l="l" t="t" r="r" b="b"/><a:pathLst><a:path w="13969" h="1904"><a:moveTo><a:pt x="0" y="1343"/></a:moveTo><a:lnTo><a:pt x="1343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90" name="object 590"/><p:cNvSpPr/><p:nvPr/></p:nvSpPr><p:spPr><a:xfrm><a:off x="16824153" y="12105112"/><a:ext cx="11430" cy="29845"/></a:xfrm><a:custGeom><a:avLst/><a:gdLst/><a:ahLst/><a:cxnLst/><a:rect l="l" t="t" r="r" b="b"/><a:pathLst><a:path w="11430" h="29845"><a:moveTo><a:pt x="0" y="0"/></a:moveTo><a:lnTo><a:pt x="10832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591" name="object 591"/><p:cNvSpPr/><p:nvPr/></p:nvSpPr><p:spPr><a:xfrm><a:off x="16838933" y="12099654"/><a:ext cx="11430" cy="29845"/></a:xfrm><a:custGeom><a:avLst/><a:gdLst/><a:ahLst/><a:cxnLst/><a:rect l="l" t="t" r="r" b="b"/><a:pathLst><a:path w="11430" h="29845"><a:moveTo><a:pt x="0" y="0"/></a:moveTo><a:lnTo><a:pt x="10832" y="29641"/></a:lnTo></a:path></a:pathLst></a:custGeom><a:ln w="3175"><a:solidFill><a:srgbClr val="000000"/></a:solidFill></a:ln></p:spPr><p:txBody><a:bodyPr wrap="square" lIns="0" tIns="0" rIns="0" bIns="0" rtlCol="0"/><a:lstStyle/><a:p/></p:txBody></p:sp><p:sp><p:nvSpPr><p:cNvPr id="592" name="object 592"/><p:cNvSpPr/><p:nvPr/></p:nvSpPr><p:spPr><a:xfrm><a:off x="16829276" y="12113760"/><a:ext cx="15240" cy="5715"/></a:xfrm><a:custGeom><a:avLst/><a:gdLst/><a:ahLst/><a:cxnLst/><a:rect l="l" t="t" r="r" b="b"/><a:pathLst><a:path w="15240" h="5715"><a:moveTo><a:pt x="0" y="5458"/></a:moveTo><a:lnTo><a:pt x="148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93" name="object 593"/><p:cNvSpPr/><p:nvPr/></p:nvSpPr><p:spPr><a:xfrm><a:off x="16760584" y="12012745"/><a:ext cx="28575" cy="49530"/></a:xfrm><a:custGeom><a:avLst/><a:gdLst/><a:ahLst/><a:cxnLst/><a:rect l="l" t="t" r="r" b="b"/><a:pathLst><a:path w="28575" h="49529"><a:moveTo><a:pt x="19398" y="49374"/></a:moveTo><a:lnTo><a:pt x="0" y="6213"/></a:lnTo><a:lnTo><a:pt x="13855" y="0"/></a:lnTo><a:lnTo><a:pt x="19482" y="0"/></a:lnTo><a:lnTo><a:pt x="21917" y="1343"/></a:lnTo><a:lnTo><a:pt x="25276" y="4786"/></a:lnTo><a:lnTo><a:pt x="28047" y="10916"/></a:lnTo><a:lnTo><a:pt x="28383" y="15702"/></a:lnTo><a:lnTo><a:pt x="27711" y="18473"/></a:lnTo><a:lnTo><a:pt x="24016" y="22587"/></a:lnTo><a:lnTo><a:pt x="10160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594" name="object 594"/><p:cNvSpPr/><p:nvPr/></p:nvSpPr><p:spPr><a:xfrm><a:off x="16743705" y="12161623"/><a:ext cx="22860" cy="22225"/></a:xfrm><a:custGeom><a:avLst/><a:gdLst/><a:ahLst/><a:cxnLst/><a:rect l="l" t="t" r="r" b="b"/><a:pathLst><a:path w="22859" h="22225"><a:moveTo><a:pt x="0" y="0"/></a:moveTo><a:lnTo><a:pt x="22757" y="21832"/></a:lnTo></a:path></a:pathLst></a:custGeom><a:ln w="3175"><a:solidFill><a:srgbClr val="000000"/></a:solidFill></a:ln></p:spPr><p:txBody><a:bodyPr wrap="square" lIns="0" tIns="0" rIns="0" bIns="0" rtlCol="0"/><a:lstStyle/><a:p/></p:txBody></p:sp><p:sp><p:nvSpPr><p:cNvPr id="595" name="object 595"/><p:cNvSpPr/><p:nvPr/></p:nvSpPr><p:spPr><a:xfrm><a:off x="16729178" y="12179425"/><a:ext cx="25400" cy="19685"/></a:xfrm><a:custGeom><a:avLst/><a:gdLst/><a:ahLst/><a:cxnLst/><a:rect l="l" t="t" r="r" b="b"/><a:pathLst><a:path w="25400" h="19684"><a:moveTo><a:pt x="0" y="0"/></a:moveTo><a:lnTo><a:pt x="25024" y="19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596" name="object 596"/><p:cNvSpPr/><p:nvPr/></p:nvSpPr><p:spPr><a:xfrm><a:off x="16738835" y="12166913"/><a:ext cx="25400" cy="19685"/></a:xfrm><a:custGeom><a:avLst/><a:gdLst/><a:ahLst/><a:cxnLst/><a:rect l="l" t="t" r="r" b="b"/><a:pathLst><a:path w="25400" h="19684"><a:moveTo><a:pt x="0" y="0"/></a:moveTo><a:lnTo><a:pt x="24940" y="19312"/></a:lnTo></a:path></a:pathLst></a:custGeom><a:ln w="3175"><a:solidFill><a:srgbClr val="000000"/></a:solidFill></a:ln></p:spPr><p:txBody><a:bodyPr wrap="square" lIns="0" tIns="0" rIns="0" bIns="0" rtlCol="0"/><a:lstStyle/><a:p/></p:txBody></p:sp><p:sp><p:nvSpPr><p:cNvPr id="597" name="object 597"/><p:cNvSpPr/><p:nvPr/></p:nvSpPr><p:spPr><a:xfrm><a:off x="16741102" y="12176150"/><a:ext cx="10160" cy="12700"/></a:xfrm><a:custGeom><a:avLst/><a:gdLst/><a:ahLst/><a:cxnLst/><a:rect l="l" t="t" r="r" b="b"/><a:pathLst><a:path w="10159" h="12700"><a:moveTo><a:pt x="0" y="12427"/></a:moveTo><a:lnTo><a:pt x="965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98" name="object 598"/><p:cNvSpPr/><p:nvPr/></p:nvSpPr><p:spPr><a:xfrm><a:off x="16770577" y="12137272"/><a:ext cx="26034" cy="31115"/></a:xfrm><a:custGeom><a:avLst/><a:gdLst/><a:ahLst/><a:cxnLst/><a:rect l="l" t="t" r="r" b="b"/><a:pathLst><a:path w="26034" h="31115"><a:moveTo><a:pt x="11168" y="30816"/></a:moveTo><a:lnTo><a:pt x="0" y="0"/></a:lnTo><a:lnTo><a:pt x="25780" y="20320"/></a:lnTo></a:path></a:pathLst></a:custGeom><a:ln w="3175"><a:solidFill><a:srgbClr val="000000"/></a:solidFill></a:ln></p:spPr><p:txBody><a:bodyPr wrap="square" lIns="0" tIns="0" rIns="0" bIns="0" rtlCol="0"/><a:lstStyle/><a:p/></p:txBody></p:sp><p:sp><p:nvSpPr><p:cNvPr id="599" name="object 599"/><p:cNvSpPr/><p:nvPr/></p:nvSpPr><p:spPr><a:xfrm><a:off x="16778303" y="12151043"/><a:ext cx="9525" cy="6985"/></a:xfrm><a:custGeom><a:avLst/><a:gdLst/><a:ahLst/><a:cxnLst/><a:rect l="l" t="t" r="r" b="b"/><a:pathLst><a:path w="9525" h="6984"><a:moveTo><a:pt x="0" y="6549"/></a:moveTo><a:lnTo><a:pt x="91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00" name="object 600"/><p:cNvSpPr/><p:nvPr/></p:nvSpPr><p:spPr><a:xfrm><a:off x="16748828" y="12144745"/><a:ext cx="34925" cy="35560"/></a:xfrm><a:custGeom><a:avLst/><a:gdLst/><a:ahLst/><a:cxnLst/><a:rect l="l" t="t" r="r" b="b"/><a:pathLst><a:path w="34925" h="35559"><a:moveTo><a:pt x="20909" y="35519"/></a:moveTo><a:lnTo><a:pt x="0" y="12007"/></a:lnTo><a:lnTo><a:pt x="27627" y="29473"/></a:lnTo><a:lnTo><a:pt x="13435" y="0"/></a:lnTo><a:lnTo><a:pt x="34429" y="23511"/></a:lnTo></a:path></a:pathLst></a:custGeom><a:ln w="3175"><a:solidFill><a:srgbClr val="000000"/></a:solidFill></a:ln></p:spPr><p:txBody><a:bodyPr wrap="square" lIns="0" tIns="0" rIns="0" bIns="0" rtlCol="0"/><a:lstStyle/><a:p/></p:txBody></p:sp><p:sp><p:nvSpPr><p:cNvPr id="601" name="object 601"/><p:cNvSpPr/><p:nvPr/></p:nvSpPr><p:spPr><a:xfrm><a:off x="16740850" y="11963119"/><a:ext cx="53340" cy="12065"/></a:xfrm><a:custGeom><a:avLst/><a:gdLst/><a:ahLst/><a:cxnLst/><a:rect l="l" t="t" r="r" b="b"/><a:pathLst><a:path w="53340" h="12065"><a:moveTo><a:pt x="0" y="587"/></a:moveTo><a:lnTo><a:pt x="28551" y="11923"/></a:lnTo><a:lnTo><a:pt x="32414" y="11083"/></a:lnTo><a:lnTo><a:pt x="38480" y="9364"/></a:lnTo><a:lnTo><a:pt x="45002" y="6353"/></a:lnTo><a:lnTo><a:pt x="49964" y="2435"/></a:lnTo><a:lnTo><a:pt x="5307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02" name="object 602"/><p:cNvSpPr/><p:nvPr/></p:nvSpPr><p:spPr><a:xfrm><a:off x="16743789" y="11973363"/><a:ext cx="23495" cy="13970"/></a:xfrm><a:custGeom><a:avLst/><a:gdLst/><a:ahLst/><a:cxnLst/><a:rect l="l" t="t" r="r" b="b"/><a:pathLst><a:path w="23494" h="13970"><a:moveTo><a:pt x="0" y="13854"/></a:moveTo><a:lnTo><a:pt x="3778" y="12679"/></a:lnTo><a:lnTo><a:pt x="9910" y="10375"/></a:lnTo><a:lnTo><a:pt x="15718" y="7116"/></a:lnTo><a:lnTo><a:pt x="20573" y="2687"/></a:lnTo><a:lnTo><a:pt x="2342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03" name="object 603"/><p:cNvSpPr/><p:nvPr/></p:nvSpPr><p:spPr><a:xfrm><a:off x="16719185" y="11985707"/><a:ext cx="22860" cy="15875"/></a:xfrm><a:custGeom><a:avLst/><a:gdLst/><a:ahLst/><a:cxnLst/><a:rect l="l" t="t" r="r" b="b"/><a:pathLst><a:path w="22859" h="15875"><a:moveTo><a:pt x="0" y="15702"/></a:moveTo><a:lnTo><a:pt x="3694" y="14190"/></a:lnTo><a:lnTo><a:pt x="9829" y="11424"/></a:lnTo><a:lnTo><a:pt x="14908" y="7686"/></a:lnTo><a:lnTo><a:pt x="19650" y="2938"/></a:lnTo><a:lnTo><a:pt x="222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04" name="object 604"/><p:cNvSpPr/><p:nvPr/></p:nvSpPr><p:spPr><a:xfrm><a:off x="16790395" y="12000486"/><a:ext cx="27305" cy="50165"/></a:xfrm><a:custGeom><a:avLst/><a:gdLst/><a:ahLst/><a:cxnLst/><a:rect l="l" t="t" r="r" b="b"/><a:pathLst><a:path w="27305" h="50165"><a:moveTo><a:pt x="14863" y="49709"/></a:moveTo><a:lnTo><a:pt x="0" y="4786"/></a:lnTo><a:lnTo><a:pt x="14443" y="0"/></a:lnTo><a:lnTo><a:pt x="19902" y="587"/></a:lnTo><a:lnTo><a:pt x="22253" y="2183"/></a:lnTo><a:lnTo><a:pt x="25276" y="5877"/></a:lnTo><a:lnTo><a:pt x="26703" y="10160"/></a:lnTo><a:lnTo><a:pt x="26536" y="15030"/></a:lnTo><a:lnTo><a:pt x="25612" y="17633"/></a:lnTo><a:lnTo><a:pt x="21497" y="21412"/></a:lnTo><a:lnTo><a:pt x="7053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605" name="object 605"/><p:cNvSpPr/><p:nvPr/></p:nvSpPr><p:spPr><a:xfrm><a:off x="16808702" y="12022905"/><a:ext cx="19050" cy="20320"/></a:xfrm><a:custGeom><a:avLst/><a:gdLst/><a:ahLst/><a:cxnLst/><a:rect l="l" t="t" r="r" b="b"/><a:pathLst><a:path w="19050" h="20320"><a:moveTo><a:pt x="0" y="0"/></a:moveTo><a:lnTo><a:pt x="18978" y="19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606" name="object 606"/><p:cNvSpPr/><p:nvPr/></p:nvSpPr><p:spPr><a:xfrm><a:off x="16803831" y="12111493"/><a:ext cx="24130" cy="31115"/></a:xfrm><a:custGeom><a:avLst/><a:gdLst/><a:ahLst/><a:cxnLst/><a:rect l="l" t="t" r="r" b="b"/><a:pathLst><a:path w="24130" h="31115"><a:moveTo><a:pt x="14275" y="1763"/></a:moveTo><a:lnTo><a:pt x="11000" y="0"/></a:lnTo><a:lnTo><a:pt x="7305" y="83"/></a:lnTo><a:lnTo><a:pt x="3191" y="1931"/></a:lnTo><a:lnTo><a:pt x="755" y="4702"/></a:lnTo><a:lnTo><a:pt x="0" y="8396"/></a:lnTo><a:lnTo><a:pt x="1259" y="11167"/></a:lnTo><a:lnTo><a:pt x="3610" y="13351"/></a:lnTo><a:lnTo><a:pt x="5206" y="14274"/></a:lnTo><a:lnTo><a:pt x="7893" y="14694"/></a:lnTo><a:lnTo><a:pt x="15283" y="14526"/></a:lnTo><a:lnTo><a:pt x="17970" y="14946"/></a:lnTo><a:lnTo><a:pt x="19650" y="15870"/></a:lnTo><a:lnTo><a:pt x="21917" y="18053"/></a:lnTo><a:lnTo><a:pt x="23848" y="22167"/></a:lnTo><a:lnTo><a:pt x="23009" y="25862"/></a:lnTo><a:lnTo><a:pt x="20573" y="28633"/></a:lnTo><a:lnTo><a:pt x="16543" y="30564"/></a:lnTo><a:lnTo><a:pt x="12848" y="30564"/></a:lnTo><a:lnTo><a:pt x="9489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607" name="object 607"/><p:cNvSpPr/><p:nvPr/></p:nvSpPr><p:spPr><a:xfrm><a:off x="16783929" y="12118883"/><a:ext cx="29845" cy="35560"/></a:xfrm><a:custGeom><a:avLst/><a:gdLst/><a:ahLst/><a:cxnLst/><a:rect l="l" t="t" r="r" b="b"/><a:pathLst><a:path w="29844" h="35559"><a:moveTo><a:pt x="16123" y="35099"/></a:moveTo><a:lnTo><a:pt x="0" y="8061"/></a:lnTo><a:lnTo><a:pt x="29643" y="27038"/></a:lnTo><a:lnTo><a:pt x="13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08" name="object 608"/><p:cNvSpPr/><p:nvPr/></p:nvSpPr><p:spPr><a:xfrm><a:off x="16984125" y="11997127"/><a:ext cx="30480" cy="46990"/></a:xfrm><a:custGeom><a:avLst/><a:gdLst/><a:ahLst/><a:cxnLst/><a:rect l="l" t="t" r="r" b="b"/><a:pathLst><a:path w="30480" h="46990"><a:moveTo><a:pt x="19818" y="0"/></a:moveTo><a:lnTo><a:pt x="0" y="31152"/></a:lnTo><a:lnTo><a:pt x="83" y="36022"/></a:lnTo><a:lnTo><a:pt x="1763" y="41396"/></a:lnTo><a:lnTo><a:pt x="4198" y="44587"/></a:lnTo><a:lnTo><a:pt x="10580" y="46855"/></a:lnTo><a:lnTo><a:pt x="14527" y="45847"/></a:lnTo><a:lnTo><a:pt x="30482" y="15618"/></a:lnTo><a:lnTo><a:pt x="30314" y="10832"/></a:lnTo><a:lnTo><a:pt x="28635" y="5458"/></a:lnTo><a:lnTo><a:pt x="26200" y="2183"/></a:lnTo><a:lnTo><a:pt x="19818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609" name="object 609"/><p:cNvSpPr/><p:nvPr/></p:nvSpPr><p:spPr><a:xfrm><a:off x="17009234" y="12005860"/><a:ext cx="41910" cy="53340"/></a:xfrm><a:custGeom><a:avLst/><a:gdLst/><a:ahLst/><a:cxnLst/><a:rect l="l" t="t" r="r" b="b"/><a:pathLst><a:path w="41909" h="53340"><a:moveTo><a:pt x="0" y="42572"/></a:moveTo><a:lnTo><a:pt x="20573" y="0"/></a:lnTo><a:lnTo><a:pt x="21245" y="52900"/></a:lnTo><a:lnTo><a:pt x="41819" y="10328"/></a:lnTo></a:path></a:pathLst></a:custGeom><a:ln w="3175"><a:solidFill><a:srgbClr val="000000"/></a:solidFill></a:ln></p:spPr><p:txBody><a:bodyPr wrap="square" lIns="0" tIns="0" rIns="0" bIns="0" rtlCol="0"/><a:lstStyle/><a:p/></p:txBody></p:sp><p:sp><p:nvSpPr><p:cNvPr id="610" name="object 610"/><p:cNvSpPr/><p:nvPr/></p:nvSpPr><p:spPr><a:xfrm><a:off x="17033166" y="12025424"/><a:ext cx="36830" cy="47625"/></a:xfrm><a:custGeom><a:avLst/><a:gdLst/><a:ahLst/><a:cxnLst/><a:rect l="l" t="t" r="r" b="b"/><a:pathLst><a:path w="36830" h="47625"><a:moveTo><a:pt x="0" y="33251"/></a:moveTo><a:lnTo><a:pt x="36277" y="0"/></a:lnTo><a:lnTo><a:pt x="23009" y="47358"/></a:lnTo></a:path></a:pathLst></a:custGeom><a:ln w="3175"><a:solidFill><a:srgbClr val="000000"/></a:solidFill></a:ln></p:spPr><p:txBody><a:bodyPr wrap="square" lIns="0" tIns="0" rIns="0" bIns="0" rtlCol="0"/><a:lstStyle/><a:p/></p:txBody></p:sp><p:sp><p:nvSpPr><p:cNvPr id="611" name="object 611"/><p:cNvSpPr/><p:nvPr/></p:nvSpPr><p:spPr><a:xfrm><a:off x="17045679" y="12047844"/><a:ext cx="14604" cy="9525"/></a:xfrm><a:custGeom><a:avLst/><a:gdLst/><a:ahLst/><a:cxnLst/><a:rect l="l" t="t" r="r" b="b"/><a:pathLst><a:path w="14605" h="9525"><a:moveTo><a:pt x="0" y="0"/></a:moveTo><a:lnTo><a:pt x="14443" y="8900"/></a:lnTo></a:path></a:pathLst></a:custGeom><a:ln w="3175"><a:solidFill><a:srgbClr val="000000"/></a:solidFill></a:ln></p:spPr><p:txBody><a:bodyPr wrap="square" lIns="0" tIns="0" rIns="0" bIns="0" rtlCol="0"/><a:lstStyle/><a:p/></p:txBody></p:sp><p:sp><p:nvSpPr><p:cNvPr id="612" name="object 612"/><p:cNvSpPr/><p:nvPr/></p:nvSpPr><p:spPr><a:xfrm><a:off x="17008394" y="12121318"/><a:ext cx="17780" cy="26670"/></a:xfrm><a:custGeom><a:avLst/><a:gdLst/><a:ahLst/><a:cxnLst/><a:rect l="l" t="t" r="r" b="b"/><a:pathLst><a:path w="17780" h="26670"><a:moveTo><a:pt x="17466" y="0"/></a:moveTo><a:lnTo><a:pt x="0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613" name="object 613"/><p:cNvSpPr/><p:nvPr/></p:nvSpPr><p:spPr><a:xfrm><a:off x="17019395" y="12116951"/><a:ext cx="13335" cy="8890"/></a:xfrm><a:custGeom><a:avLst/><a:gdLst/><a:ahLst/><a:cxnLst/><a:rect l="l" t="t" r="r" b="b"/><a:pathLst><a:path w="13334" h="8890"><a:moveTo><a:pt x="0" y="0"/></a:moveTo><a:lnTo><a:pt x="13016" y="8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614" name="object 614"/><p:cNvSpPr/><p:nvPr/></p:nvSpPr><p:spPr><a:xfrm><a:off x="16986393" y="12107799"/><a:ext cx="26034" cy="28575"/></a:xfrm><a:custGeom><a:avLst/><a:gdLst/><a:ahLst/><a:cxnLst/><a:rect l="l" t="t" r="r" b="b"/><a:pathLst><a:path w="26034" h="28575"><a:moveTo><a:pt x="0" y="28045"/></a:moveTo><a:lnTo><a:pt x="14443" y="0"/></a:lnTo><a:lnTo><a:pt x="23428" y="4618"/></a:lnTo><a:lnTo><a:pt x="25696" y="7557"/></a:lnTo><a:lnTo><a:pt x="26032" y="9404"/></a:lnTo><a:lnTo><a:pt x="25696" y="12595"/></a:lnTo><a:lnTo><a:pt x="7557" y="13351"/></a:lnTo></a:path></a:pathLst></a:custGeom><a:ln w="3175"><a:solidFill><a:srgbClr val="000000"/></a:solidFill></a:ln></p:spPr><p:txBody><a:bodyPr wrap="square" lIns="0" tIns="0" rIns="0" bIns="0" rtlCol="0"/><a:lstStyle/><a:p/></p:txBody></p:sp><p:sp><p:nvSpPr><p:cNvPr id="615" name="object 615"/><p:cNvSpPr/><p:nvPr/></p:nvSpPr><p:spPr><a:xfrm><a:off x="17000332" y="12124760"/><a:ext cx="635" cy="18415"/></a:xfrm><a:custGeom><a:avLst/><a:gdLst/><a:ahLst/><a:cxnLst/><a:rect l="l" t="t" r="r" b="b"/><a:pathLst><a:path w="634" h="18415"><a:moveTo><a:pt x="587" y="0"/></a:moveTo><a:lnTo><a:pt x="0" y="18305"/></a:lnTo></a:path></a:pathLst></a:custGeom><a:ln w="3175"><a:solidFill><a:srgbClr val="000000"/></a:solidFill></a:ln></p:spPr><p:txBody><a:bodyPr wrap="square" lIns="0" tIns="0" rIns="0" bIns="0" rtlCol="0"/><a:lstStyle/><a:p/></p:txBody></p:sp><p:sp><p:nvSpPr><p:cNvPr id="616" name="object 616"/><p:cNvSpPr/><p:nvPr/></p:nvSpPr><p:spPr><a:xfrm><a:off x="17022250" y="12132066"/><a:ext cx="19685" cy="25400"/></a:xfrm><a:custGeom><a:avLst/><a:gdLst/><a:ahLst/><a:cxnLst/><a:rect l="l" t="t" r="r" b="b"/><a:pathLst><a:path w="19684" h="25400"><a:moveTo><a:pt x="19146" y="0"/></a:moveTo><a:lnTo><a:pt x="0" y="25022"/></a:lnTo></a:path></a:pathLst></a:custGeom><a:ln w="3175"><a:solidFill><a:srgbClr val="000000"/></a:solidFill></a:ln></p:spPr><p:txBody><a:bodyPr wrap="square" lIns="0" tIns="0" rIns="0" bIns="0" rtlCol="0"/><a:lstStyle/><a:p/></p:txBody></p:sp><p:sp><p:nvSpPr><p:cNvPr id="617" name="object 617"/><p:cNvSpPr/><p:nvPr/></p:nvSpPr><p:spPr><a:xfrm><a:off x="17038625" y="12154570"/><a:ext cx="29845" cy="28575"/></a:xfrm><a:custGeom><a:avLst/><a:gdLst/><a:ahLst/><a:cxnLst/><a:rect l="l" t="t" r="r" b="b"/><a:pathLst><a:path w="29844" h="28575"><a:moveTo><a:pt x="0" y="14862"/></a:moveTo><a:lnTo><a:pt x="29223" y="0"/></a:lnTo><a:lnTo><a:pt x="12260" y="28045"/></a:lnTo></a:path></a:pathLst></a:custGeom><a:ln w="3175"><a:solidFill><a:srgbClr val="000000"/></a:solidFill></a:ln></p:spPr><p:txBody><a:bodyPr wrap="square" lIns="0" tIns="0" rIns="0" bIns="0" rtlCol="0"/><a:lstStyle/><a:p/></p:txBody></p:sp><p:sp><p:nvSpPr><p:cNvPr id="618" name="object 618"/><p:cNvSpPr/><p:nvPr/></p:nvSpPr><p:spPr><a:xfrm><a:off x="17048618" y="12164730"/><a:ext cx="8255" cy="8255"/></a:xfrm><a:custGeom><a:avLst/><a:gdLst/><a:ahLst/><a:cxnLst/><a:rect l="l" t="t" r="r" b="b"/><a:pathLst><a:path w="8255" h="8254"><a:moveTo><a:pt x="0" y="0"/></a:moveTo><a:lnTo><a:pt x="7641" y="8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619" name="object 619"/><p:cNvSpPr/><p:nvPr/></p:nvSpPr><p:spPr><a:xfrm><a:off x="17029891" y="12133157"/><a:ext cx="14604" cy="29845"/></a:xfrm><a:custGeom><a:avLst/><a:gdLst/><a:ahLst/><a:cxnLst/><a:rect l="l" t="t" r="r" b="b"/><a:pathLst><a:path w="14605" h="29845"><a:moveTo><a:pt x="14191" y="0"/></a:moveTo><a:lnTo><a:pt x="10916" y="17213"/></a:lnTo><a:lnTo><a:pt x="0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620" name="object 620"/><p:cNvSpPr/><p:nvPr/></p:nvSpPr><p:spPr><a:xfrm><a:off x="17040808" y="12145165"/><a:ext cx="17145" cy="5715"/></a:xfrm><a:custGeom><a:avLst/><a:gdLst/><a:ahLst/><a:cxnLst/><a:rect l="l" t="t" r="r" b="b"/><a:pathLst><a:path w="17144" h="5715"><a:moveTo><a:pt x="16710" y="0"/></a:moveTo><a:lnTo><a:pt x="0" y="5206"/></a:lnTo></a:path></a:pathLst></a:custGeom><a:ln w="3175"><a:solidFill><a:srgbClr val="000000"/></a:solidFill></a:ln></p:spPr><p:txBody><a:bodyPr wrap="square" lIns="0" tIns="0" rIns="0" bIns="0" rtlCol="0"/><a:lstStyle/><a:p/></p:txBody></p:sp><p:sp><p:nvSpPr><p:cNvPr id="621" name="object 621"/><p:cNvSpPr/><p:nvPr/></p:nvSpPr><p:spPr><a:xfrm><a:off x="17061886" y="11956150"/><a:ext cx="10160" cy="29845"/></a:xfrm><a:custGeom><a:avLst/><a:gdLst/><a:ahLst/><a:cxnLst/><a:rect l="l" t="t" r="r" b="b"/><a:pathLst><a:path w="10159" h="29845"><a:moveTo><a:pt x="9573" y="29221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22" name="object 622"/><p:cNvSpPr/><p:nvPr/></p:nvSpPr><p:spPr><a:xfrm><a:off x="17045679" y="11973447"/><a:ext cx="26034" cy="9525"/></a:xfrm><a:custGeom><a:avLst/><a:gdLst/><a:ahLst/><a:cxnLst/><a:rect l="l" t="t" r="r" b="b"/><a:pathLst><a:path w="26034" h="9525"><a:moveTo><a:pt x="0" y="0"/></a:moveTo><a:lnTo><a:pt x="3358" y="2099"/></a:lnTo><a:lnTo><a:pt x="8989" y="5652"/></a:lnTo><a:lnTo><a:pt x="15312" y="7554"/></a:lnTo><a:lnTo><a:pt x="21833" y="8648"/></a:lnTo><a:lnTo><a:pt x="25696" y="9152"/></a:lnTo></a:path></a:pathLst></a:custGeom><a:ln w="3175"><a:solidFill><a:srgbClr val="000000"/></a:solidFill></a:ln></p:spPr><p:txBody><a:bodyPr wrap="square" lIns="0" tIns="0" rIns="0" bIns="0" rtlCol="0"/><a:lstStyle/><a:p/></p:txBody></p:sp><p:sp><p:nvSpPr><p:cNvPr id="623" name="object 623"/><p:cNvSpPr/><p:nvPr/></p:nvSpPr><p:spPr><a:xfrm><a:off x="17019059" y="11963707"/><a:ext cx="26670" cy="6985"/></a:xfrm><a:custGeom><a:avLst/><a:gdLst/><a:ahLst/><a:cxnLst/><a:rect l="l" t="t" r="r" b="b"/><a:pathLst><a:path w="26669" h="6984"><a:moveTo><a:pt x="0" y="0"/></a:moveTo><a:lnTo><a:pt x="3526" y="1847"/></a:lnTo><a:lnTo><a:pt x="9081" y="4598"/></a:lnTo><a:lnTo><a:pt x="16235" y="6497"/></a:lnTo><a:lnTo><a:pt x="22421" y="6885"/></a:lnTo><a:lnTo><a:pt x="26368" y="6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624" name="object 624"/><p:cNvSpPr/><p:nvPr/></p:nvSpPr><p:spPr><a:xfrm><a:off x="16913251" y="11982600"/><a:ext cx="26034" cy="47625"/></a:xfrm><a:custGeom><a:avLst/><a:gdLst/><a:ahLst/><a:cxnLst/><a:rect l="l" t="t" r="r" b="b"/><a:pathLst><a:path w="26034" h="47625"><a:moveTo><a:pt x="25696" y="7725"/></a:moveTo><a:lnTo><a:pt x="22589" y="3022"/></a:lnTo><a:lnTo><a:pt x="17634" y="419"/></a:lnTo><a:lnTo><a:pt x="10916" y="0"/></a:lnTo><a:lnTo><a:pt x="5710" y="1931"/></a:lnTo><a:lnTo><a:pt x="2099" y="6297"/></a:lnTo><a:lnTo><a:pt x="1847" y="10748"/></a:lnTo><a:lnTo><a:pt x="3191" y="15366"/></a:lnTo><a:lnTo><a:pt x="4786" y="17717"/></a:lnTo><a:lnTo><a:pt x="7977" y="20152"/></a:lnTo><a:lnTo><a:pt x="17886" y="25274"/></a:lnTo><a:lnTo><a:pt x="21077" y="27709"/></a:lnTo><a:lnTo><a:pt x="22673" y="30061"/></a:lnTo><a:lnTo><a:pt x="24016" y="34679"/></a:lnTo><a:lnTo><a:pt x="23680" y="41396"/></a:lnTo><a:lnTo><a:pt x="19985" y="45679"/></a:lnTo><a:lnTo><a:pt x="14779" y="47610"/></a:lnTo><a:lnTo><a:pt x="8061" y="47190"/></a:lnTo><a:lnTo><a:pt x="3107" y="44671"/></a:lnTo><a:lnTo><a:pt x="0" y="39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625" name="object 625"/><p:cNvSpPr/><p:nvPr/></p:nvSpPr><p:spPr><a:xfrm><a:off x="16944153" y="11986211"/><a:ext cx="29209" cy="48260"/></a:xfrm><a:custGeom><a:avLst/><a:gdLst/><a:ahLst/><a:cxnLst/><a:rect l="l" t="t" r="r" b="b"/><a:pathLst><a:path w="29209" h="48259"><a:moveTo><a:pt x="29055" y="9236"/></a:moveTo><a:lnTo><a:pt x="26452" y="4198"/></a:lnTo><a:lnTo><a:pt x="21917" y="1175"/></a:lnTo><a:lnTo><a:pt x="15199" y="0"/></a:lnTo><a:lnTo><a:pt x="9825" y="1343"/></a:lnTo><a:lnTo><a:pt x="5710" y="5206"/></a:lnTo><a:lnTo><a:pt x="4954" y="9656"/></a:lnTo><a:lnTo><a:pt x="5878" y="14358"/></a:lnTo><a:lnTo><a:pt x="7137" y="16877"/></a:lnTo><a:lnTo><a:pt x="10076" y="19648"/></a:lnTo><a:lnTo><a:pt x="19314" y="25862"/></a:lnTo><a:lnTo><a:pt x="22253" y="28633"/></a:lnTo><a:lnTo><a:pt x="23512" y="31152"/></a:lnTo><a:lnTo><a:pt x="24436" y="35854"/></a:lnTo><a:lnTo><a:pt x="23261" y="42572"/></a:lnTo><a:lnTo><a:pt x="19146" y="46435"/></a:lnTo><a:lnTo><a:pt x="13771" y="47778"/></a:lnTo><a:lnTo><a:pt x="7137" y="46603"/></a:lnTo><a:lnTo><a:pt x="2519" y="43496"/></a:lnTo><a:lnTo><a:pt x="0" y="38458"/></a:lnTo></a:path></a:pathLst></a:custGeom><a:ln w="3175"><a:solidFill><a:srgbClr val="000000"/></a:solidFill></a:ln></p:spPr><p:txBody><a:bodyPr wrap="square" lIns="0" tIns="0" rIns="0" bIns="0" rtlCol="0"/><a:lstStyle/><a:p/></p:txBody></p:sp><p:sp><p:nvSpPr><p:cNvPr id="626" name="object 626"/><p:cNvSpPr/><p:nvPr/></p:nvSpPr><p:spPr><a:xfrm><a:off x="16948856" y="12093608"/><a:ext cx="8890" cy="30480"/></a:xfrm><a:custGeom><a:avLst/><a:gdLst/><a:ahLst/><a:cxnLst/><a:rect l="l" t="t" r="r" b="b"/><a:pathLst><a:path w="8890" h="30479"><a:moveTo><a:pt x="8817" y="0"/></a:moveTo><a:lnTo><a:pt x="0" y="30313"/></a:lnTo></a:path></a:pathLst></a:custGeom><a:ln w="3175"><a:solidFill><a:srgbClr val="000000"/></a:solidFill></a:ln></p:spPr><p:txBody><a:bodyPr wrap="square" lIns="0" tIns="0" rIns="0" bIns="0" rtlCol="0"/><a:lstStyle/><a:p/></p:txBody></p:sp><p:sp><p:nvSpPr><p:cNvPr id="627" name="object 627"/><p:cNvSpPr/><p:nvPr/></p:nvSpPr><p:spPr><a:xfrm><a:off x="16963971" y="12098058"/><a:ext cx="8890" cy="30480"/></a:xfrm><a:custGeom><a:avLst/><a:gdLst/><a:ahLst/><a:cxnLst/><a:rect l="l" t="t" r="r" b="b"/><a:pathLst><a:path w="8890" h="30479"><a:moveTo><a:pt x="8817" y="0"/></a:moveTo><a:lnTo><a:pt x="0" y="30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628" name="object 628"/><p:cNvSpPr/><p:nvPr/></p:nvSpPr><p:spPr><a:xfrm><a:off x="16953474" y="12108051"/><a:ext cx="15240" cy="4445"/></a:xfrm><a:custGeom><a:avLst/><a:gdLst/><a:ahLst/><a:cxnLst/><a:rect l="l" t="t" r="r" b="b"/><a:pathLst><a:path w="15240" h="4445"><a:moveTo><a:pt x="0" y="0"/></a:moveTo><a:lnTo><a:pt x="15115" y="4366"/></a:lnTo></a:path></a:pathLst></a:custGeom><a:ln w="3175"><a:solidFill><a:srgbClr val="000000"/></a:solidFill></a:ln></p:spPr><p:txBody><a:bodyPr wrap="square" lIns="0" tIns="0" rIns="0" bIns="0" rtlCol="0"/><a:lstStyle/><a:p/></p:txBody></p:sp><p:sp><p:nvSpPr><p:cNvPr id="629" name="object 629"/><p:cNvSpPr/><p:nvPr/></p:nvSpPr><p:spPr><a:xfrm><a:off x="16929038" y="12089409"/><a:ext cx="19685" cy="31750"/></a:xfrm><a:custGeom><a:avLst/><a:gdLst/><a:ahLst/><a:cxnLst/><a:rect l="l" t="t" r="r" b="b"/><a:pathLst><a:path w="19684" h="31750"><a:moveTo><a:pt x="0" y="31236"/></a:moveTo><a:lnTo><a:pt x="4534" y="0"/></a:lnTo><a:lnTo><a:pt x="14611" y="1511"/></a:lnTo><a:lnTo><a:pt x="17718" y="3442"/></a:lnTo><a:lnTo><a:pt x="18642" y="5122"/></a:lnTo><a:lnTo><a:pt x="19314" y="8229"/></a:lnTo><a:lnTo><a:pt x="18894" y="11251"/></a:lnTo><a:lnTo><a:pt x="17298" y="14022"/></a:lnTo><a:lnTo><a:pt x="15955" y="15366"/></a:lnTo><a:lnTo><a:pt x="12428" y="16374"/></a:lnTo><a:lnTo><a:pt x="2435" y="14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630" name="object 630"/><p:cNvSpPr/><p:nvPr/></p:nvSpPr><p:spPr><a:xfrm><a:off x="16929038" y="12105783"/><a:ext cx="17145" cy="16510"/></a:xfrm><a:custGeom><a:avLst/><a:gdLst/><a:ahLst/><a:cxnLst/><a:rect l="l" t="t" r="r" b="b"/><a:pathLst><a:path w="17144" h="16509"><a:moveTo><a:pt x="12428" y="0"/></a:moveTo><a:lnTo><a:pt x="15535" y="1931"/></a:lnTo><a:lnTo><a:pt x="16459" y="3610"/></a:lnTo><a:lnTo><a:pt x="17130" y="6717"/></a:lnTo><a:lnTo><a:pt x="16459" y="11167"/></a:lnTo><a:lnTo><a:pt x="14947" y="14022"/></a:lnTo><a:lnTo><a:pt x="13603" y="15282"/></a:lnTo><a:lnTo><a:pt x="10076" y="16290"/></a:lnTo><a:lnTo><a:pt x="0" y="14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631" name="object 631"/><p:cNvSpPr/><p:nvPr/></p:nvSpPr><p:spPr><a:xfrm><a:off x="16972285" y="11990913"/><a:ext cx="12700" cy="45720"/></a:xfrm><a:custGeom><a:avLst/><a:gdLst/><a:ahLst/><a:cxnLst/><a:rect l="l" t="t" r="r" b="b"/><a:pathLst><a:path w="12700" h="45720"><a:moveTo><a:pt x="12344" y="0"/></a:moveTo><a:lnTo><a:pt x="0" y="45679"/></a:lnTo></a:path></a:pathLst></a:custGeom><a:ln w="3175"><a:solidFill><a:srgbClr val="000000"/></a:solidFill></a:ln></p:spPr><p:txBody><a:bodyPr wrap="square" lIns="0" tIns="0" rIns="0" bIns="0" rtlCol="0"/><a:lstStyle/><a:p/></p:txBody></p:sp><p:sp><p:nvSpPr><p:cNvPr id="632" name="object 632"/><p:cNvSpPr/><p:nvPr/></p:nvSpPr><p:spPr><a:xfrm><a:off x="16963719" y="12101585"/><a:ext cx="20320" cy="33020"/></a:xfrm><a:custGeom><a:avLst/><a:gdLst/><a:ahLst/><a:cxnLst/><a:rect l="l" t="t" r="r" b="b"/><a:pathLst><a:path w="20319" h="33020"><a:moveTo><a:pt x="0" y="25778"/></a:moveTo><a:lnTo><a:pt x="20237" y="0"/></a:lnTo><a:lnTo><a:pt x="16710" y="32580"/></a:lnTo></a:path></a:pathLst></a:custGeom><a:ln w="3175"><a:solidFill><a:srgbClr val="000000"/></a:solidFill></a:ln></p:spPr><p:txBody><a:bodyPr wrap="square" lIns="0" tIns="0" rIns="0" bIns="0" rtlCol="0"/><a:lstStyle/><a:p/></p:txBody></p:sp><p:sp><p:nvSpPr><p:cNvPr id="633" name="object 633"/><p:cNvSpPr/><p:nvPr/></p:nvSpPr><p:spPr><a:xfrm><a:off x="16970857" y="12118883"/><a:ext cx="10795" cy="4445"/></a:xfrm><a:custGeom><a:avLst/><a:gdLst/><a:ahLst/><a:cxnLst/><a:rect l="l" t="t" r="r" b="b"/><a:pathLst><a:path w="10794" h="4445"><a:moveTo><a:pt x="0" y="0"/></a:moveTo><a:lnTo><a:pt x="10412" y="4282"/></a:lnTo></a:path></a:pathLst></a:custGeom><a:ln w="3175"><a:solidFill><a:srgbClr val="000000"/></a:solidFill></a:ln></p:spPr><p:txBody><a:bodyPr wrap="square" lIns="0" tIns="0" rIns="0" bIns="0" rtlCol="0"/><a:lstStyle/><a:p/></p:txBody></p:sp><p:sp><p:nvSpPr><p:cNvPr id="634" name="object 634"/><p:cNvSpPr/><p:nvPr/></p:nvSpPr><p:spPr><a:xfrm><a:off x="16885455" y="11924913"/><a:ext cx="22225" cy="21590"/></a:xfrm><a:custGeom><a:avLst/><a:gdLst/><a:ahLst/><a:cxnLst/><a:rect l="l" t="t" r="r" b="b"/><a:pathLst><a:path w="22225" h="21590"><a:moveTo><a:pt x="21917" y="21496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35" name="object 635"/><p:cNvSpPr/><p:nvPr/></p:nvSpPr><p:spPr><a:xfrm><a:off x="16885539" y="11921322"/><a:ext cx="30480" cy="3810"/></a:xfrm><a:custGeom><a:avLst/><a:gdLst/><a:ahLst/><a:cxnLst/><a:rect l="l" t="t" r="r" b="b"/><a:pathLst><a:path w="30480" h="3809"><a:moveTo><a:pt x="30146" y="1575"/></a:moveTo><a:lnTo><a:pt x="27627" y="987"/></a:lnTo><a:lnTo><a:pt x="21283" y="31"/></a:lnTo><a:lnTo><a:pt x="14868" y="0"/></a:lnTo><a:lnTo><a:pt x="8513" y="881"/></a:lnTo><a:lnTo><a:pt x="2351" y="2667"/></a:lnTo><a:lnTo><a:pt x="0" y="3590"/></a:lnTo></a:path></a:pathLst></a:custGeom><a:ln w="3175"><a:solidFill><a:srgbClr val="000000"/></a:solidFill></a:ln></p:spPr><p:txBody><a:bodyPr wrap="square" lIns="0" tIns="0" rIns="0" bIns="0" rtlCol="0"/><a:lstStyle/><a:p/></p:txBody></p:sp><p:sp><p:nvSpPr><p:cNvPr id="636" name="object 636"/><p:cNvSpPr/><p:nvPr/></p:nvSpPr><p:spPr><a:xfrm><a:off x="16855308" y="11926760"/><a:ext cx="50800" cy="21590"/></a:xfrm><a:custGeom><a:avLst/><a:gdLst/><a:ahLst/><a:cxnLst/><a:rect l="l" t="t" r="r" b="b"/><a:pathLst><a:path w="50800" h="21590"><a:moveTo><a:pt x="25192" y="21160"/></a:moveTo><a:lnTo><a:pt x="29559" y="21412"/></a:lnTo><a:lnTo><a:pt x="33841" y="21244"/></a:lnTo><a:lnTo><a:pt x="38208" y="20824"/></a:lnTo><a:lnTo><a:pt x="42491" y="19984"/></a:lnTo><a:lnTo><a:pt x="46689" y="18809"/></a:lnTo><a:lnTo><a:pt x="50720" y="17213"/></a:lnTo></a:path><a:path w="50800" h="21590"><a:moveTo><a:pt x="25192" y="2116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37" name="object 637"/><p:cNvSpPr/><p:nvPr/></p:nvSpPr><p:spPr><a:xfrm><a:off x="16825833" y="11933478"/><a:ext cx="25400" cy="18415"/></a:xfrm><a:custGeom><a:avLst/><a:gdLst/><a:ahLst/><a:cxnLst/><a:rect l="l" t="t" r="r" b="b"/><a:pathLst><a:path w="25400" h="18415"><a:moveTo><a:pt x="25108" y="17801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38" name="object 638"/><p:cNvSpPr/><p:nvPr/></p:nvSpPr><p:spPr><a:xfrm><a:off x="16825833" y="11926508"/><a:ext cx="29845" cy="6985"/></a:xfrm><a:custGeom><a:avLst/><a:gdLst/><a:ahLst/><a:cxnLst/><a:rect l="l" t="t" r="r" b="b"/><a:pathLst><a:path w="29844" h="6984"><a:moveTo><a:pt x="29475" y="251"/></a:moveTo><a:lnTo><a:pt x="26955" y="0"/></a:lnTo><a:lnTo><a:pt x="20525" y="71"/></a:lnTo><a:lnTo><a:pt x="14180" y="1075"/></a:lnTo><a:lnTo><a:pt x="8030" y="2947"/></a:lnTo><a:lnTo><a:pt x="2183" y="5625"/></a:lnTo><a:lnTo><a:pt x="0" y="6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639" name="object 639"/><p:cNvSpPr/><p:nvPr/></p:nvSpPr><p:spPr><a:xfrm><a:off x="16850941" y="11945402"/><a:ext cx="26670" cy="6350"/></a:xfrm><a:custGeom><a:avLst/><a:gdLst/><a:ahLst/><a:cxnLst/><a:rect l="l" t="t" r="r" b="b"/><a:pathLst><a:path w="26669" h="6350"><a:moveTo><a:pt x="0" y="5877"/></a:moveTo><a:lnTo><a:pt x="3946" y="5877"/></a:lnTo><a:lnTo><a:pt x="10494" y="5733"/></a:lnTo><a:lnTo><a:pt x="17004" y="4286"/></a:lnTo><a:lnTo><a:pt x="23009" y="1679"/></a:lnTo><a:lnTo><a:pt x="266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40" name="object 640"/><p:cNvSpPr/><p:nvPr/></p:nvSpPr><p:spPr><a:xfrm><a:off x="16856316" y="11922020"/><a:ext cx="29209" cy="5715"/></a:xfrm><a:custGeom><a:avLst/><a:gdLst/><a:ahLst/><a:cxnLst/><a:rect l="l" t="t" r="r" b="b"/><a:pathLst><a:path w="29209" h="5715"><a:moveTo><a:pt x="29139" y="1549"/></a:moveTo><a:lnTo><a:pt x="26619" y="1129"/></a:lnTo><a:lnTo><a:pt x="18359" y="0"/></a:lnTo><a:lnTo><a:pt x="9907" y="1140"/></a:lnTo><a:lnTo><a:pt x="2267" y="4488"/></a:lnTo><a:lnTo><a:pt x="0" y="5495"/></a:lnTo></a:path></a:pathLst></a:custGeom><a:ln w="3175"><a:solidFill><a:srgbClr val="000000"/></a:solidFill></a:ln></p:spPr><p:txBody><a:bodyPr wrap="square" lIns="0" tIns="0" rIns="0" bIns="0" rtlCol="0"/><a:lstStyle/><a:p/></p:txBody></p:sp><p:sp><p:nvSpPr><p:cNvPr id="641" name="object 641"/><p:cNvSpPr/><p:nvPr/></p:nvSpPr><p:spPr><a:xfrm><a:off x="16768394" y="11940027"/><a:ext cx="28575" cy="11430"/></a:xfrm><a:custGeom><a:avLst/><a:gdLst/><a:ahLst/><a:cxnLst/><a:rect l="l" t="t" r="r" b="b"/><a:pathLst><a:path w="28575" h="11429"><a:moveTo><a:pt x="28047" y="0"/></a:moveTo><a:lnTo><a:pt x="25444" y="251"/></a:lnTo><a:lnTo><a:pt x="16794" y="1118"/></a:lnTo><a:lnTo><a:pt x="8773" y="4384"/></a:lnTo><a:lnTo><a:pt x="1931" y="9740"/></a:lnTo><a:lnTo><a:pt x="0" y="11419"/></a:lnTo></a:path></a:pathLst></a:custGeom><a:ln w="3175"><a:solidFill><a:srgbClr val="000000"/></a:solidFill></a:ln></p:spPr><p:txBody><a:bodyPr wrap="square" lIns="0" tIns="0" rIns="0" bIns="0" rtlCol="0"/><a:lstStyle/><a:p/></p:txBody></p:sp><p:sp><p:nvSpPr><p:cNvPr id="642" name="object 642"/><p:cNvSpPr/><p:nvPr/></p:nvSpPr><p:spPr><a:xfrm><a:off x="16796778" y="11932218"/><a:ext cx="29209" cy="9525"/></a:xfrm><a:custGeom><a:avLst/><a:gdLst/><a:ahLst/><a:cxnLst/><a:rect l="l" t="t" r="r" b="b"/><a:pathLst><a:path w="29209" h="9525"><a:moveTo><a:pt x="28887" y="0"/></a:moveTo><a:lnTo><a:pt x="26284" y="0"/></a:lnTo><a:lnTo><a:pt x="17714" y="228"/></a:lnTo><a:lnTo><a:pt x="9189" y="2790"/></a:lnTo><a:lnTo><a:pt x="2099" y="7641"/></a:lnTo><a:lnTo><a:pt x="0" y="9068"/></a:lnTo></a:path></a:pathLst></a:custGeom><a:ln w="3175"><a:solidFill><a:srgbClr val="000000"/></a:solidFill></a:ln></p:spPr><p:txBody><a:bodyPr wrap="square" lIns="0" tIns="0" rIns="0" bIns="0" rtlCol="0"/><a:lstStyle/><a:p/></p:txBody></p:sp><p:sp><p:nvSpPr><p:cNvPr id="643" name="object 643"/><p:cNvSpPr/><p:nvPr/></p:nvSpPr><p:spPr><a:xfrm><a:off x="17033838" y="11945150"/><a:ext cx="28575" cy="10160"/></a:xfrm><a:custGeom><a:avLst/><a:gdLst/><a:ahLst/><a:cxnLst/><a:rect l="l" t="t" r="r" b="b"/><a:pathLst><a:path w="28575" h="10159"><a:moveTo><a:pt x="28551" y="9824"/></a:moveTo><a:lnTo><a:pt x="26536" y="8312"/></a:lnTo><a:lnTo><a:pt x="19489" y="3258"/></a:lnTo><a:lnTo><a:pt x="11170" y="456"/></a:lnTo><a:lnTo><a:pt x="2519" y="83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44" name="object 644"/><p:cNvSpPr/><p:nvPr/></p:nvSpPr><p:spPr><a:xfrm><a:off x="17005035" y="11936249"/><a:ext cx="29845" cy="8255"/></a:xfrm><a:custGeom><a:avLst/><a:gdLst/><a:ahLst/><a:cxnLst/><a:rect l="l" t="t" r="r" b="b"/><a:pathLst><a:path w="29844" h="8254"><a:moveTo><a:pt x="29307" y="7725"/></a:moveTo><a:lnTo><a:pt x="2519" y="0"/></a:lnTo><a:lnTo><a:pt x="0" y="167"/></a:lnTo></a:path></a:pathLst></a:custGeom><a:ln w="3175"><a:solidFill><a:srgbClr val="000000"/></a:solidFill></a:ln></p:spPr><p:txBody><a:bodyPr wrap="square" lIns="0" tIns="0" rIns="0" bIns="0" rtlCol="0"/><a:lstStyle/><a:p/></p:txBody></p:sp><p:sp><p:nvSpPr><p:cNvPr id="645" name="object 645"/><p:cNvSpPr/><p:nvPr/></p:nvSpPr><p:spPr><a:xfrm><a:off x="16945665" y="11925921"/><a:ext cx="18415" cy="24765"/></a:xfrm><a:custGeom><a:avLst/><a:gdLst/><a:ahLst/><a:cxnLst/><a:rect l="l" t="t" r="r" b="b"/><a:pathLst><a:path w="18415" h="24765"><a:moveTo><a:pt x="18306" y="2468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46" name="object 646"/><p:cNvSpPr/><p:nvPr/></p:nvSpPr><p:spPr><a:xfrm><a:off x="16945749" y="11924549"/><a:ext cx="30480" cy="4445"/></a:xfrm><a:custGeom><a:avLst/><a:gdLst/><a:ahLst/><a:cxnLst/><a:rect l="l" t="t" r="r" b="b"/><a:pathLst><a:path w="30480" h="4445"><a:moveTo><a:pt x="30062" y="4142"/></a:moveTo><a:lnTo><a:pt x="27711" y="3134"/></a:lnTo><a:lnTo><a:pt x="21499" y="1155"/></a:lnTo><a:lnTo><a:pt x="15247" y="117"/></a:lnTo><a:lnTo><a:pt x="8908" y="0"/></a:lnTo><a:lnTo><a:pt x="2435" y="783"/></a:lnTo><a:lnTo><a:pt x="0" y="1371"/></a:lnTo></a:path></a:pathLst></a:custGeom><a:ln w="3175"><a:solidFill><a:srgbClr val="000000"/></a:solidFill></a:ln></p:spPr><p:txBody><a:bodyPr wrap="square" lIns="0" tIns="0" rIns="0" bIns="0" rtlCol="0"/><a:lstStyle/><a:p/></p:txBody></p:sp><p:sp><p:nvSpPr><p:cNvPr id="647" name="object 647"/><p:cNvSpPr/><p:nvPr/></p:nvSpPr><p:spPr><a:xfrm><a:off x="16915602" y="11924157"/><a:ext cx="20320" cy="23495"/></a:xfrm><a:custGeom><a:avLst/><a:gdLst/><a:ahLst/><a:cxnLst/><a:rect l="l" t="t" r="r" b="b"/><a:pathLst><a:path w="20319" h="23495"><a:moveTo><a:pt x="20153" y="23259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48" name="object 648"/><p:cNvSpPr/><p:nvPr/></p:nvSpPr><p:spPr><a:xfrm><a:off x="16915602" y="11921813"/><a:ext cx="30480" cy="3175"/></a:xfrm><a:custGeom><a:avLst/><a:gdLst/><a:ahLst/><a:cxnLst/><a:rect l="l" t="t" r="r" b="b"/><a:pathLst><a:path w="30480" h="3175"><a:moveTo><a:pt x="30230" y="2764"/></a:moveTo><a:lnTo><a:pt x="27795" y="2008"/></a:lnTo><a:lnTo><a:pt x="21540" y="534"/></a:lnTo><a:lnTo><a:pt x="15140" y="0"/></a:lnTo><a:lnTo><a:pt x="8727" y="385"/></a:lnTo><a:lnTo><a:pt x="2435" y="1672"/></a:lnTo><a:lnTo><a:pt x="0" y="2428"/></a:lnTo></a:path></a:pathLst></a:custGeom><a:ln w="3175"><a:solidFill><a:srgbClr val="000000"/></a:solidFill></a:ln></p:spPr><p:txBody><a:bodyPr wrap="square" lIns="0" tIns="0" rIns="0" bIns="0" rtlCol="0"/><a:lstStyle/><a:p/></p:txBody></p:sp><p:sp><p:nvSpPr><p:cNvPr id="649" name="object 649"/><p:cNvSpPr/><p:nvPr/></p:nvSpPr><p:spPr><a:xfrm><a:off x="16935756" y="11947417"/><a:ext cx="27305" cy="2540"/></a:xfrm><a:custGeom><a:avLst/><a:gdLst/><a:ahLst/><a:cxnLst/><a:rect l="l" t="t" r="r" b="b"/><a:pathLst><a:path w="27305" h="2540"><a:moveTo><a:pt x="0" y="0"/></a:moveTo><a:lnTo><a:pt x="3778" y="923"/></a:lnTo><a:lnTo><a:pt x="10650" y="2328"/></a:lnTo><a:lnTo><a:pt x="16417" y="2489"/></a:lnTo><a:lnTo><a:pt x="23344" y="1343"/></a:lnTo><a:lnTo><a:pt x="27207" y="587"/></a:lnTo></a:path></a:pathLst></a:custGeom><a:ln w="3175"><a:solidFill><a:srgbClr val="000000"/></a:solidFill></a:ln></p:spPr><p:txBody><a:bodyPr wrap="square" lIns="0" tIns="0" rIns="0" bIns="0" rtlCol="0"/><a:lstStyle/><a:p/></p:txBody></p:sp><p:sp><p:nvSpPr><p:cNvPr id="650" name="object 650"/><p:cNvSpPr/><p:nvPr/></p:nvSpPr><p:spPr><a:xfrm><a:off x="16907372" y="11944898"/><a:ext cx="27305" cy="3175"/></a:xfrm><a:custGeom><a:avLst/><a:gdLst/><a:ahLst/><a:cxnLst/><a:rect l="l" t="t" r="r" b="b"/><a:pathLst><a:path w="27305" h="3175"><a:moveTo><a:pt x="0" y="1511"/></a:moveTo><a:lnTo><a:pt x="3946" y="2183"/></a:lnTo><a:lnTo><a:pt x="10431" y="3154"/></a:lnTo><a:lnTo><a:pt x="17067" y="2569"/></a:lnTo><a:lnTo><a:pt x="23428" y="1091"/></a:lnTo><a:lnTo><a:pt x="27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51" name="object 651"/><p:cNvSpPr/><p:nvPr/></p:nvSpPr><p:spPr><a:xfrm><a:off x="16975560" y="11929951"/><a:ext cx="16510" cy="26670"/></a:xfrm><a:custGeom><a:avLst/><a:gdLst/><a:ahLst/><a:cxnLst/><a:rect l="l" t="t" r="r" b="b"/><a:pathLst><a:path w="16509" h="26670"><a:moveTo><a:pt x="16207" y="26114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52" name="object 652"/><p:cNvSpPr/><p:nvPr/></p:nvSpPr><p:spPr><a:xfrm><a:off x="16975476" y="11929318"/><a:ext cx="29845" cy="6350"/></a:xfrm><a:custGeom><a:avLst/><a:gdLst/><a:ahLst/><a:cxnLst/><a:rect l="l" t="t" r="r" b="b"/><a:pathLst><a:path w="29844" h="6350"><a:moveTo><a:pt x="29811" y="5755"/></a:moveTo><a:lnTo><a:pt x="27543" y="4580"/></a:lnTo><a:lnTo><a:pt x="21610" y="2161"/></a:lnTo><a:lnTo><a:pt x="15387" y="641"/></a:lnTo><a:lnTo><a:pt x="9006" y="0"/></a:lnTo><a:lnTo><a:pt x="2603" y="213"/></a:lnTo><a:lnTo><a:pt x="0" y="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653" name="object 653"/><p:cNvSpPr/><p:nvPr/></p:nvSpPr><p:spPr><a:xfrm><a:off x="16963971" y="11950608"/><a:ext cx="27305" cy="3810"/></a:xfrm><a:custGeom><a:avLst/><a:gdLst/><a:ahLst/><a:cxnLst/><a:rect l="l" t="t" r="r" b="b"/><a:pathLst><a:path w="27305" h="3809"><a:moveTo><a:pt x="0" y="0"/></a:moveTo><a:lnTo><a:pt x="3694" y="1259"/></a:lnTo><a:lnTo><a:pt x="9974" y="3196"/></a:lnTo><a:lnTo><a:pt x="16636" y="3788"/></a:lnTo><a:lnTo><a:pt x="23177" y="3274"/></a:lnTo><a:lnTo><a:pt x="27039" y="2770"/></a:lnTo></a:path></a:pathLst></a:custGeom><a:ln w="3175"><a:solidFill><a:srgbClr val="000000"/></a:solidFill></a:ln></p:spPr><p:txBody><a:bodyPr wrap="square" lIns="0" tIns="0" rIns="0" bIns="0" rtlCol="0"/><a:lstStyle/><a:p/></p:txBody></p:sp><p:sp><p:nvSpPr><p:cNvPr id="654" name="object 654"/><p:cNvSpPr/><p:nvPr/></p:nvSpPr><p:spPr><a:xfrm><a:off x="17249821" y="12169096"/><a:ext cx="14604" cy="27305"/></a:xfrm><a:custGeom><a:avLst/><a:gdLst/><a:ahLst/><a:cxnLst/><a:rect l="l" t="t" r="r" b="b"/><a:pathLst><a:path w="14605" h="27304"><a:moveTo><a:pt x="0" y="27290"/></a:moveTo><a:lnTo><a:pt x="1419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55" name="object 655"/><p:cNvSpPr/><p:nvPr/></p:nvSpPr><p:spPr><a:xfrm><a:off x="17252173" y="12141386"/><a:ext cx="13335" cy="27305"/></a:xfrm><a:custGeom><a:avLst/><a:gdLst/><a:ahLst/><a:cxnLst/><a:rect l="l" t="t" r="r" b="b"/><a:pathLst><a:path w="13334" h="27304"><a:moveTo><a:pt x="13016" y="27290"/></a:moveTo><a:lnTo><a:pt x="12680" y="24687"/></a:lnTo><a:lnTo><a:pt x="11290" y="16180"/></a:lnTo><a:lnTo><a:pt x="7533" y="8252"/></a:lnTo><a:lnTo><a:pt x="1763" y="184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56" name="object 656"/><p:cNvSpPr/><p:nvPr/></p:nvSpPr><p:spPr><a:xfrm><a:off x="17147708" y="12145501"/><a:ext cx="41910" cy="22860"/></a:xfrm><a:custGeom><a:avLst/><a:gdLst/><a:ahLst/><a:cxnLst/><a:rect l="l" t="t" r="r" b="b"/><a:pathLst><a:path w="41909" h="22859"><a:moveTo><a:pt x="41651" y="0"/></a:moveTo><a:lnTo><a:pt x="0" y="22503"/></a:lnTo></a:path></a:pathLst></a:custGeom><a:ln w="3175"><a:solidFill><a:srgbClr val="000000"/></a:solidFill></a:ln></p:spPr><p:txBody><a:bodyPr wrap="square" lIns="0" tIns="0" rIns="0" bIns="0" rtlCol="0"/><a:lstStyle/><a:p/></p:txBody></p:sp><p:sp><p:nvSpPr><p:cNvPr id="657" name="object 657"/><p:cNvSpPr/><p:nvPr/></p:nvSpPr><p:spPr><a:xfrm><a:off x="17152243" y="12158180"/><a:ext cx="53340" cy="40640"/></a:xfrm><a:custGeom><a:avLst/><a:gdLst/><a:ahLst/><a:cxnLst/><a:rect l="l" t="t" r="r" b="b"/><a:pathLst><a:path w="53340" h="40640"><a:moveTo><a:pt x="0" y="18809"/></a:moveTo><a:lnTo><a:pt x="43414" y="0"/></a:lnTo><a:lnTo><a:pt x="9405" y="40557"/></a:lnTo><a:lnTo><a:pt x="52820" y="21748"/></a:lnTo></a:path></a:pathLst></a:custGeom><a:ln w="3175"><a:solidFill><a:srgbClr val="000000"/></a:solidFill></a:ln></p:spPr><p:txBody><a:bodyPr wrap="square" lIns="0" tIns="0" rIns="0" bIns="0" rtlCol="0"/><a:lstStyle/><a:p/></p:txBody></p:sp><p:sp><p:nvSpPr><p:cNvPr id="658" name="object 658"/><p:cNvSpPr/><p:nvPr/></p:nvSpPr><p:spPr><a:xfrm><a:off x="17240248" y="12141386"/><a:ext cx="12065" cy="53340"/></a:xfrm><a:custGeom><a:avLst/><a:gdLst/><a:ahLst/><a:cxnLst/><a:rect l="l" t="t" r="r" b="b"/><a:pathLst><a:path w="12065" h="53340"><a:moveTo><a:pt x="11924" y="0"/></a:moveTo><a:lnTo><a:pt x="0" y="28297"/></a:lnTo><a:lnTo><a:pt x="839" y="32160"/></a:lnTo><a:lnTo><a:pt x="2222" y="38011"/></a:lnTo><a:lnTo><a:pt x="5535" y="45018"/></a:lnTo><a:lnTo><a:pt x="9069" y="49877"/></a:lnTo><a:lnTo><a:pt x="11504" y="52984"/></a:lnTo></a:path></a:pathLst></a:custGeom><a:ln w="3175"><a:solidFill><a:srgbClr val="000000"/></a:solidFill></a:ln></p:spPr><p:txBody><a:bodyPr wrap="square" lIns="0" tIns="0" rIns="0" bIns="0" rtlCol="0"/><a:lstStyle/><a:p/></p:txBody></p:sp><p:sp><p:nvSpPr><p:cNvPr id="659" name="object 659"/><p:cNvSpPr/><p:nvPr/></p:nvSpPr><p:spPr><a:xfrm><a:off x="17228660" y="12114600"/><a:ext cx="10160" cy="29845"/></a:xfrm><a:custGeom><a:avLst/><a:gdLst/><a:ahLst/><a:cxnLst/><a:rect l="l" t="t" r="r" b="b"/><a:pathLst><a:path w="10159" h="29845"><a:moveTo><a:pt x="0" y="29221"/></a:moveTo><a:lnTo><a:pt x="957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60" name="object 660"/><p:cNvSpPr/><p:nvPr/></p:nvSpPr><p:spPr><a:xfrm><a:off x="17238233" y="12114684"/><a:ext cx="15240" cy="26670"/></a:xfrm><a:custGeom><a:avLst/><a:gdLst/><a:ahLst/><a:cxnLst/><a:rect l="l" t="t" r="r" b="b"/><a:pathLst><a:path w="15240" h="26670"><a:moveTo><a:pt x="15115" y="26114"/></a:moveTo><a:lnTo><a:pt x="14611" y="23679"/></a:lnTo><a:lnTo><a:pt x="12585" y="15328"/></a:lnTo><a:lnTo><a:pt x="8067" y="7676"/></a:lnTo><a:lnTo><a:pt x="1931" y="167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61" name="object 661"/><p:cNvSpPr/><p:nvPr/></p:nvSpPr><p:spPr><a:xfrm><a:off x="17228660" y="12143822"/><a:ext cx="13970" cy="24130"/></a:xfrm><a:custGeom><a:avLst/><a:gdLst/><a:ahLst/><a:cxnLst/><a:rect l="l" t="t" r="r" b="b"/><a:pathLst><a:path w="13969" h="24129"><a:moveTo><a:pt x="0" y="0"/></a:moveTo><a:lnTo><a:pt x="1091" y="3778"/></a:lnTo><a:lnTo><a:pt x="3213" y="9912"/></a:lnTo><a:lnTo><a:pt x="6536" y="15878"/></a:lnTo><a:lnTo><a:pt x="10748" y="20824"/></a:lnTo><a:lnTo><a:pt x="13351" y="23679"/></a:lnTo></a:path></a:pathLst></a:custGeom><a:ln w="3175"><a:solidFill><a:srgbClr val="000000"/></a:solidFill></a:ln></p:spPr><p:txBody><a:bodyPr wrap="square" lIns="0" tIns="0" rIns="0" bIns="0" rtlCol="0"/><a:lstStyle/><a:p/></p:txBody></p:sp><p:sp><p:nvSpPr><p:cNvPr id="662" name="object 662"/><p:cNvSpPr/><p:nvPr/></p:nvSpPr><p:spPr><a:xfrm><a:off x="17214972" y="12089073"/><a:ext cx="7620" cy="30480"/></a:xfrm><a:custGeom><a:avLst/><a:gdLst/><a:ahLst/><a:cxnLst/><a:rect l="l" t="t" r="r" b="b"/><a:pathLst><a:path w="7619" h="30479"><a:moveTo><a:pt x="0" y="29893"/></a:moveTo><a:lnTo><a:pt x="730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63" name="object 663"/><p:cNvSpPr/><p:nvPr/></p:nvSpPr><p:spPr><a:xfrm><a:off x="17222194" y="12089073"/><a:ext cx="17780" cy="25400"/></a:xfrm><a:custGeom><a:avLst/><a:gdLst/><a:ahLst/><a:cxnLst/><a:rect l="l" t="t" r="r" b="b"/><a:pathLst><a:path w="17780" h="25400"><a:moveTo><a:pt x="17214" y="24938"/></a:moveTo><a:lnTo><a:pt x="16459" y="22419"/></a:lnTo><a:lnTo><a:pt x="13630" y="14294"/></a:lnTo><a:lnTo><a:pt x="8855" y="6989"/></a:lnTo><a:lnTo><a:pt x="2099" y="159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64" name="object 664"/><p:cNvSpPr/><p:nvPr/></p:nvSpPr><p:spPr><a:xfrm><a:off x="17214972" y="12118967"/><a:ext cx="15875" cy="22860"/></a:xfrm><a:custGeom><a:avLst/><a:gdLst/><a:ahLst/><a:cxnLst/><a:rect l="l" t="t" r="r" b="b"/><a:pathLst><a:path w="15875" h="22859"><a:moveTo><a:pt x="0" y="0"/></a:moveTo><a:lnTo><a:pt x="1427" y="3694"/></a:lnTo><a:lnTo><a:pt x="4202" y="10037"/></a:lnTo><a:lnTo><a:pt x="7486" y="14961"/></a:lnTo><a:lnTo><a:pt x="12344" y="19900"/></a:lnTo><a:lnTo><a:pt x="15283" y="22587"/></a:lnTo></a:path></a:pathLst></a:custGeom><a:ln w="3175"><a:solidFill><a:srgbClr val="000000"/></a:solidFill></a:ln></p:spPr><p:txBody><a:bodyPr wrap="square" lIns="0" tIns="0" rIns="0" bIns="0" rtlCol="0"/><a:lstStyle/><a:p/></p:txBody></p:sp><p:sp><p:nvSpPr><p:cNvPr id="665" name="object 665"/><p:cNvSpPr/><p:nvPr/></p:nvSpPr><p:spPr><a:xfrm><a:off x="17199352" y="12064890"/><a:ext cx="5080" cy="30480"/></a:xfrm><a:custGeom><a:avLst/><a:gdLst/><a:ahLst/><a:cxnLst/><a:rect l="l" t="t" r="r" b="b"/><a:pathLst><a:path w="5080" h="30479"><a:moveTo><a:pt x="0" y="30396"/></a:moveTo><a:lnTo><a:pt x="487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66" name="object 666"/><p:cNvSpPr/><p:nvPr/></p:nvSpPr><p:spPr><a:xfrm><a:off x="17204307" y="12064890"/><a:ext cx="19685" cy="24130"/></a:xfrm><a:custGeom><a:avLst/><a:gdLst/><a:ahLst/><a:cxnLst/><a:rect l="l" t="t" r="r" b="b"/><a:pathLst><a:path w="19684" h="24129"><a:moveTo><a:pt x="19062" y="23511"/></a:moveTo><a:lnTo><a:pt x="18138" y="21076"/></a:lnTo><a:lnTo><a:pt x="14748" y="13219"/></a:lnTo><a:lnTo><a:pt x="9196" y="6243"/></a:lnTo><a:lnTo><a:pt x="2099" y="142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67" name="object 667"/><p:cNvSpPr/><p:nvPr/></p:nvSpPr><p:spPr><a:xfrm><a:off x="17199352" y="12095203"/><a:ext cx="17145" cy="21590"/></a:xfrm><a:custGeom><a:avLst/><a:gdLst/><a:ahLst/><a:cxnLst/><a:rect l="l" t="t" r="r" b="b"/><a:pathLst><a:path w="17144" h="21590"><a:moveTo><a:pt x="0" y="0"/></a:moveTo><a:lnTo><a:pt x="1175" y="2519"/></a:lnTo><a:lnTo><a:pt x="4782" y="9338"/></a:lnTo><a:lnTo><a:pt x="8855" y="14756"/></a:lnTo><a:lnTo><a:pt x="14863" y="19648"/></a:lnTo><a:lnTo><a:pt x="17046" y="21328"/></a:lnTo></a:path></a:pathLst></a:custGeom><a:ln w="3175"><a:solidFill><a:srgbClr val="000000"/></a:solidFill></a:ln></p:spPr><p:txBody><a:bodyPr wrap="square" lIns="0" tIns="0" rIns="0" bIns="0" rtlCol="0"/><a:lstStyle/><a:p/></p:txBody></p:sp><p:sp><p:nvSpPr><p:cNvPr id="668" name="object 668"/><p:cNvSpPr/><p:nvPr/></p:nvSpPr><p:spPr><a:xfrm><a:off x="17181886" y="12042218"/><a:ext cx="2540" cy="31115"/></a:xfrm><a:custGeom><a:avLst/><a:gdLst/><a:ahLst/><a:cxnLst/><a:rect l="l" t="t" r="r" b="b"/><a:pathLst><a:path w="2540" h="31115"><a:moveTo><a:pt x="0" y="30648"/></a:moveTo><a:lnTo><a:pt x="2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69" name="object 669"/><p:cNvSpPr/><p:nvPr/></p:nvSpPr><p:spPr><a:xfrm><a:off x="17184321" y="12042302"/><a:ext cx="20955" cy="22225"/></a:xfrm><a:custGeom><a:avLst/><a:gdLst/><a:ahLst/><a:cxnLst/><a:rect l="l" t="t" r="r" b="b"/><a:pathLst><a:path w="20955" h="22225"><a:moveTo><a:pt x="20909" y="21832"/></a:moveTo><a:lnTo><a:pt x="2267" y="117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70" name="object 670"/><p:cNvSpPr/><p:nvPr/></p:nvSpPr><p:spPr><a:xfrm><a:off x="17181970" y="12072867"/><a:ext cx="19050" cy="20320"/></a:xfrm><a:custGeom><a:avLst/><a:gdLst/><a:ahLst/><a:cxnLst/><a:rect l="l" t="t" r="r" b="b"/><a:pathLst><a:path w="19050" h="20320"><a:moveTo><a:pt x="0" y="0"/></a:moveTo><a:lnTo><a:pt x="1343" y="2351"/></a:lnTo><a:lnTo><a:pt x="5202" y="8751"/></a:lnTo><a:lnTo><a:pt x="10137" y="14057"/></a:lnTo><a:lnTo><a:pt x="16291" y="18305"/></a:lnTo><a:lnTo><a:pt x="18642" y="19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671" name="object 671"/><p:cNvSpPr/><p:nvPr/></p:nvSpPr><p:spPr><a:xfrm><a:off x="17162740" y="12021226"/><a:ext cx="635" cy="31115"/></a:xfrm><a:custGeom><a:avLst/><a:gdLst/><a:ahLst/><a:cxnLst/><a:rect l="l" t="t" r="r" b="b"/><a:pathLst><a:path w="634" h="31115"><a:moveTo><a:pt x="0" y="30732"/></a:moveTo><a:lnTo><a:pt x="8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72" name="object 672"/><p:cNvSpPr/><p:nvPr/></p:nvSpPr><p:spPr><a:xfrm><a:off x="17162740" y="12021226"/><a:ext cx="22860" cy="20320"/></a:xfrm><a:custGeom><a:avLst/><a:gdLst/><a:ahLst/><a:cxnLst/><a:rect l="l" t="t" r="r" b="b"/><a:pathLst><a:path w="22859" h="20320"><a:moveTo><a:pt x="22589" y="20152"/></a:moveTo><a:lnTo><a:pt x="21329" y="17885"/></a:lnTo><a:lnTo><a:pt x="16740" y="10647"/></a:lnTo><a:lnTo><a:pt x="10092" y="4688"/></a:lnTo><a:lnTo><a:pt x="2351" y="100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73" name="object 673"/><p:cNvSpPr/><p:nvPr/></p:nvSpPr><p:spPr><a:xfrm><a:off x="17162823" y="12051875"/><a:ext cx="20320" cy="18415"/></a:xfrm><a:custGeom><a:avLst/><a:gdLst/><a:ahLst/><a:cxnLst/><a:rect l="l" t="t" r="r" b="b"/><a:pathLst><a:path w="20319" h="18415"><a:moveTo><a:pt x="0" y="0"/></a:moveTo><a:lnTo><a:pt x="1511" y="2351"/></a:lnTo><a:lnTo><a:pt x="5904" y="8364"/></a:lnTo><a:lnTo><a:pt x="11255" y="13323"/></a:lnTo><a:lnTo><a:pt x="17718" y="17045"/></a:lnTo><a:lnTo><a:pt x="20153" y="18389"/></a:lnTo></a:path></a:pathLst></a:custGeom><a:ln w="3175"><a:solidFill><a:srgbClr val="000000"/></a:solidFill></a:ln></p:spPr><p:txBody><a:bodyPr wrap="square" lIns="0" tIns="0" rIns="0" bIns="0" rtlCol="0"/><a:lstStyle/><a:p/></p:txBody></p:sp><p:sp><p:nvSpPr><p:cNvPr id="674" name="object 674"/><p:cNvSpPr/><p:nvPr/></p:nvSpPr><p:spPr><a:xfrm><a:off x="17088758" y="12063547"/><a:ext cx="49530" cy="33020"/></a:xfrm><a:custGeom><a:avLst/><a:gdLst/><a:ahLst/><a:cxnLst/><a:rect l="l" t="t" r="r" b="b"/><a:pathLst><a:path w="49530" h="33020"><a:moveTo><a:pt x="0" y="33000"/></a:moveTo><a:lnTo><a:pt x="33841" y="0"/></a:lnTo><a:lnTo><a:pt x="49125" y="15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675" name="object 675"/><p:cNvSpPr/><p:nvPr/></p:nvSpPr><p:spPr><a:xfrm><a:off x="17106476" y="12079249"/><a:ext cx="9525" cy="10160"/></a:xfrm><a:custGeom><a:avLst/><a:gdLst/><a:ahLst/><a:cxnLst/><a:rect l="l" t="t" r="r" b="b"/><a:pathLst><a:path w="9525" h="10159"><a:moveTo><a:pt x="0" y="0"/></a:moveTo><a:lnTo><a:pt x="9405" y="9740"/></a:lnTo></a:path></a:pathLst></a:custGeom><a:ln w="3175"><a:solidFill><a:srgbClr val="000000"/></a:solidFill></a:ln></p:spPr><p:txBody><a:bodyPr wrap="square" lIns="0" tIns="0" rIns="0" bIns="0" rtlCol="0"/><a:lstStyle/><a:p/></p:txBody></p:sp><p:sp><p:nvSpPr><p:cNvPr id="676" name="object 676"/><p:cNvSpPr/><p:nvPr/></p:nvSpPr><p:spPr><a:xfrm><a:off x="17088758" y="12096547"/><a:ext cx="15875" cy="15875"/></a:xfrm><a:custGeom><a:avLst/><a:gdLst/><a:ahLst/><a:cxnLst/><a:rect l="l" t="t" r="r" b="b"/><a:pathLst><a:path w="15875" h="15875"><a:moveTo><a:pt x="0" y="0"/></a:moveTo><a:lnTo><a:pt x="15283" y="15786"/></a:lnTo></a:path></a:pathLst></a:custGeom><a:ln w="3175"><a:solidFill><a:srgbClr val="000000"/></a:solidFill></a:ln></p:spPr><p:txBody><a:bodyPr wrap="square" lIns="0" tIns="0" rIns="0" bIns="0" rtlCol="0"/><a:lstStyle/><a:p/></p:txBody></p:sp><p:sp><p:nvSpPr><p:cNvPr id="677" name="object 677"/><p:cNvSpPr/><p:nvPr/></p:nvSpPr><p:spPr><a:xfrm><a:off x="17139562" y="12001997"/><a:ext cx="2540" cy="31115"/></a:xfrm><a:custGeom><a:avLst/><a:gdLst/><a:ahLst/><a:cxnLst/><a:rect l="l" t="t" r="r" b="b"/><a:pathLst><a:path w="2540" h="31115"><a:moveTo><a:pt x="2435" y="30648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78" name="object 678"/><p:cNvSpPr/><p:nvPr/></p:nvSpPr><p:spPr><a:xfrm><a:off x="17114958" y="11984699"/><a:ext cx="5080" cy="30480"/></a:xfrm><a:custGeom><a:avLst/><a:gdLst/><a:ahLst/><a:cxnLst/><a:rect l="l" t="t" r="r" b="b"/><a:pathLst><a:path w="5080" h="30479"><a:moveTo><a:pt x="4786" y="3031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79" name="object 679"/><p:cNvSpPr/><p:nvPr/></p:nvSpPr><p:spPr><a:xfrm><a:off x="17114958" y="11984699"/><a:ext cx="26034" cy="16510"/></a:xfrm><a:custGeom><a:avLst/><a:gdLst/><a:ahLst/><a:cxnLst/><a:rect l="l" t="t" r="r" b="b"/><a:pathLst><a:path w="26034" h="16509"><a:moveTo><a:pt x="25444" y="16290"/></a:moveTo><a:lnTo><a:pt x="23848" y="14358"/></a:lnTo><a:lnTo><a:pt x="18244" y="7891"/></a:lnTo><a:lnTo><a:pt x="10752" y="3031"/></a:lnTo><a:lnTo><a:pt x="2519" y="67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80" name="object 680"/><p:cNvSpPr/><p:nvPr/></p:nvSpPr><p:spPr><a:xfrm><a:off x="17119744" y="12015012"/><a:ext cx="22860" cy="15240"/></a:xfrm><a:custGeom><a:avLst/><a:gdLst/><a:ahLst/><a:cxnLst/><a:rect l="l" t="t" r="r" b="b"/><a:pathLst><a:path w="22859" h="15240"><a:moveTo><a:pt x="0" y="0"/></a:moveTo><a:lnTo><a:pt x="1931" y="2015"/></a:lnTo><a:lnTo><a:pt x="7280" y="7434"/></a:lnTo><a:lnTo><a:pt x="13181" y="11200"/></a:lnTo><a:lnTo><a:pt x="20237" y="14022"/></a:lnTo><a:lnTo><a:pt x="22841" y="14946"/></a:lnTo></a:path></a:pathLst></a:custGeom><a:ln w="3175"><a:solidFill><a:srgbClr val="000000"/></a:solidFill></a:ln></p:spPr><p:txBody><a:bodyPr wrap="square" lIns="0" tIns="0" rIns="0" bIns="0" rtlCol="0"/><a:lstStyle/><a:p/></p:txBody></p:sp><p:sp><p:nvSpPr><p:cNvPr id="681" name="object 681"/><p:cNvSpPr/><p:nvPr/></p:nvSpPr><p:spPr><a:xfrm><a:off x="17089010" y="11969333"/><a:ext cx="7620" cy="30480"/></a:xfrm><a:custGeom><a:avLst/><a:gdLst/><a:ahLst/><a:cxnLst/><a:rect l="l" t="t" r="r" b="b"/><a:pathLst><a:path w="7619" h="30479"><a:moveTo><a:pt x="7221" y="2989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82" name="object 682"/><p:cNvSpPr/><p:nvPr/></p:nvSpPr><p:spPr><a:xfrm><a:off x="17089010" y="11969333"/><a:ext cx="27305" cy="14604"/></a:xfrm><a:custGeom><a:avLst/><a:gdLst/><a:ahLst/><a:cxnLst/><a:rect l="l" t="t" r="r" b="b"/><a:pathLst><a:path w="27305" h="14604"><a:moveTo><a:pt x="26703" y="14274"/></a:moveTo><a:lnTo><a:pt x="24856" y="12427"/></a:lnTo><a:lnTo><a:pt x="19112" y="6499"/></a:lnTo><a:lnTo><a:pt x="10572" y="2086"/></a:lnTo><a:lnTo><a:pt x="2519" y="41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83" name="object 683"/><p:cNvSpPr/><p:nvPr/></p:nvSpPr><p:spPr><a:xfrm><a:off x="17096231" y="11999226"/><a:ext cx="24130" cy="13335"/></a:xfrm><a:custGeom><a:avLst/><a:gdLst/><a:ahLst/><a:cxnLst/><a:rect l="l" t="t" r="r" b="b"/><a:pathLst><a:path w="24130" h="13334"><a:moveTo><a:pt x="0" y="0"/></a:moveTo><a:lnTo><a:pt x="2939" y="2603"/></a:lnTo><a:lnTo><a:pt x="7899" y="6683"/></a:lnTo><a:lnTo><a:pt x="14041" y="10038"/></a:lnTo><a:lnTo><a:pt x="20153" y="12007"/></a:lnTo><a:lnTo><a:pt x="23932" y="13015"/></a:lnTo></a:path></a:pathLst></a:custGeom><a:ln w="3175"><a:solidFill><a:srgbClr val="000000"/></a:solidFill></a:ln></p:spPr><p:txBody><a:bodyPr wrap="square" lIns="0" tIns="0" rIns="0" bIns="0" rtlCol="0"/><a:lstStyle/><a:p/></p:txBody></p:sp><p:sp><p:nvSpPr><p:cNvPr id="684" name="object 684"/><p:cNvSpPr/><p:nvPr/></p:nvSpPr><p:spPr><a:xfrm><a:off x="17110003" y="12086638"/><a:ext cx="52069" cy="48895"/></a:xfrm><a:custGeom><a:avLst/><a:gdLst/><a:ahLst/><a:cxnLst/><a:rect l="l" t="t" r="r" b="b"/><a:pathLst><a:path w="52069" h="48895"><a:moveTo><a:pt x="0" y="30229"/></a:moveTo><a:lnTo><a:pt x="36361" y="0"/></a:lnTo><a:lnTo><a:pt x="15115" y="48450"/></a:lnTo><a:lnTo><a:pt x="51476" y="18221"/></a:lnTo></a:path></a:pathLst></a:custGeom><a:ln w="3175"><a:solidFill><a:srgbClr val="000000"/></a:solidFill></a:ln></p:spPr><p:txBody><a:bodyPr wrap="square" lIns="0" tIns="0" rIns="0" bIns="0" rtlCol="0"/><a:lstStyle/><a:p/></p:txBody></p:sp><p:sp><p:nvSpPr><p:cNvPr id="685" name="object 685"/><p:cNvSpPr/><p:nvPr/></p:nvSpPr><p:spPr><a:xfrm><a:off x="17134692" y="12120562"/><a:ext cx="43815" cy="35560"/></a:xfrm><a:custGeom><a:avLst/><a:gdLst/><a:ahLst/><a:cxnLst/><a:rect l="l" t="t" r="r" b="b"/><a:pathLst><a:path w="43815" h="35559"><a:moveTo><a:pt x="38544" y="20908"/></a:moveTo><a:lnTo><a:pt x="41399" y="17045"/></a:lnTo><a:lnTo><a:pt x="43330" y="11755"/></a:lnTo><a:lnTo><a:pt x="43330" y="7725"/></a:lnTo><a:lnTo><a:pt x="39720" y="2015"/></a:lnTo><a:lnTo><a:pt x="35941" y="419"/></a:lnTo><a:lnTo><a:pt x="30314" y="0"/></a:lnTo><a:lnTo><a:pt x="25612" y="1091"/></a:lnTo><a:lnTo><a:pt x="0" y="27793"/></a:lnTo><a:lnTo><a:pt x="3694" y="33419"/></a:lnTo><a:lnTo><a:pt x="7389" y="35015"/></a:lnTo><a:lnTo><a:pt x="13016" y="35435"/></a:lnTo><a:lnTo><a:pt x="17718" y="34427"/></a:lnTo><a:lnTo><a:pt x="23428" y="30732"/></a:lnTo><a:lnTo><a:pt x="18810" y="23595"/></a:lnTo></a:path></a:pathLst></a:custGeom><a:ln w="3175"><a:solidFill><a:srgbClr val="000000"/></a:solidFill></a:ln></p:spPr><p:txBody><a:bodyPr wrap="square" lIns="0" tIns="0" rIns="0" bIns="0" rtlCol="0"/><a:lstStyle/><a:p/></p:txBody></p:sp><p:sp><p:nvSpPr><p:cNvPr id="686" name="object 686"/><p:cNvSpPr/><p:nvPr/></p:nvSpPr><p:spPr><a:xfrm><a:off x="17139562" y="12001997"/><a:ext cx="24130" cy="18415"/></a:xfrm><a:custGeom><a:avLst/><a:gdLst/><a:ahLst/><a:cxnLst/><a:rect l="l" t="t" r="r" b="b"/><a:pathLst><a:path w="24130" h="18415"><a:moveTo><a:pt x="24100" y="18305"/></a:moveTo><a:lnTo><a:pt x="2435" y="83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87" name="object 687"/><p:cNvSpPr/><p:nvPr/></p:nvSpPr><p:spPr><a:xfrm><a:off x="17141998" y="12032646"/><a:ext cx="21590" cy="17145"/></a:xfrm><a:custGeom><a:avLst/><a:gdLst/><a:ahLst/><a:cxnLst/><a:rect l="l" t="t" r="r" b="b"/><a:pathLst><a:path w="21590" h="17145"><a:moveTo><a:pt x="0" y="0"/></a:moveTo><a:lnTo><a:pt x="1763" y="2183"/></a:lnTo><a:lnTo><a:pt x="6260" y="7600"/></a:lnTo><a:lnTo><a:pt x="12652" y="12602"/></a:lnTo><a:lnTo><a:pt x="19062" y="15534"/></a:lnTo><a:lnTo><a:pt x="21581" y="16625"/></a:lnTo></a:path></a:pathLst></a:custGeom><a:ln w="3175"><a:solidFill><a:srgbClr val="000000"/></a:solidFill></a:ln></p:spPr><p:txBody><a:bodyPr wrap="square" lIns="0" tIns="0" rIns="0" bIns="0" rtlCol="0"/><a:lstStyle/><a:p/></p:txBody></p:sp><p:sp><p:nvSpPr><p:cNvPr id="688" name="object 688"/><p:cNvSpPr/><p:nvPr/></p:nvSpPr><p:spPr><a:xfrm><a:off x="17263929" y="12169096"/><a:ext cx="11430" cy="28575"/></a:xfrm><a:custGeom><a:avLst/><a:gdLst/><a:ahLst/><a:cxnLst/><a:rect l="l" t="t" r="r" b="b"/><a:pathLst><a:path w="11430" h="28575"><a:moveTo><a:pt x="10832" y="28297"/></a:moveTo><a:lnTo><a:pt x="10664" y="25694"/></a:lnTo><a:lnTo><a:pt x="9976" y="16821"/></a:lnTo><a:lnTo><a:pt x="6957" y="9154"/></a:lnTo><a:lnTo><a:pt x="1679" y="201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89" name="object 689"/><p:cNvSpPr/><p:nvPr/></p:nvSpPr><p:spPr><a:xfrm><a:off x="16591954" y="12339057"/><a:ext cx="636905" cy="53340"/></a:xfrm><a:custGeom><a:avLst/><a:gdLst/><a:ahLst/><a:cxnLst/><a:rect l="l" t="t" r="r" b="b"/><a:pathLst><a:path w="636905" h="53340"><a:moveTo><a:pt x="48958" y="9829"/></a:moveTo><a:lnTo><a:pt x="30264" y="15925"/></a:lnTo><a:lnTo><a:pt x="18732" y="0"/></a:lnTo><a:lnTo><a:pt x="18732" y="19685"/></a:lnTo><a:lnTo><a:pt x="0" y="25781"/></a:lnTo><a:lnTo><a:pt x="18732" y="31826"/></a:lnTo><a:lnTo><a:pt x="18732" y="51562"/></a:lnTo><a:lnTo><a:pt x="30238" y="35598"/></a:lnTo><a:lnTo><a:pt x="48958" y="41732"/></a:lnTo><a:lnTo><a:pt x="37414" y="25793"/></a:lnTo><a:lnTo><a:pt x="48958" y="9829"/></a:lnTo><a:close/></a:path><a:path w="636905" h="53340"><a:moveTo><a:pt x="636447" y="27203"/></a:moveTo><a:lnTo><a:pt x="617728" y="21120"/></a:lnTo><a:lnTo><a:pt x="617728" y="1422"/></a:lnTo><a:lnTo><a:pt x="606132" y="17348"/></a:lnTo><a:lnTo><a:pt x="587413" y="11252"/></a:lnTo><a:lnTo><a:pt x="598970" y="27190"/></a:lnTo><a:lnTo><a:pt x="587413" y="43078"/></a:lnTo><a:lnTo><a:pt x="606132" y="37033"/></a:lnTo><a:lnTo><a:pt x="608342" y="30226"/></a:lnTo><a:lnTo><a:pt x="606132" y="37033"/></a:lnTo><a:lnTo><a:pt x="617728" y="52984"/></a:lnTo><a:lnTo><a:pt x="617728" y="33248"/></a:lnTo><a:lnTo><a:pt x="636447" y="27203"/></a:lnTo><a:close/></a:path></a:pathLst></a:custGeom><a:solidFill><a:srgbClr val="000000"/></a:solidFill></p:spPr><p:txBody><a:bodyPr wrap="square" lIns="0" tIns="0" rIns="0" bIns="0" rtlCol="0"/><a:lstStyle/><a:p/></p:txBody></p:sp><p:sp><p:nvSpPr><p:cNvPr id="690" name="object 690"/><p:cNvSpPr/><p:nvPr/></p:nvSpPr><p:spPr><a:xfrm><a:off x="17124027" y="12456692"/><a:ext cx="52705" cy="46990"/></a:xfrm><a:custGeom><a:avLst/><a:gdLst/><a:ahLst/><a:cxnLst/><a:rect l="l" t="t" r="r" b="b"/><a:pathLst><a:path w="52705" h="46990"><a:moveTo><a:pt x="38796" y="46435"/></a:moveTo><a:lnTo><a:pt x="0" y="19396"/></a:lnTo><a:lnTo><a:pt x="52316" y="27038"/></a:lnTo><a:lnTo><a:pt x="13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91" name="object 691"/><p:cNvSpPr/><p:nvPr/></p:nvSpPr><p:spPr><a:xfrm><a:off x="17146448" y="12443761"/><a:ext cx="42545" cy="21590"/></a:xfrm><a:custGeom><a:avLst/><a:gdLst/><a:ahLst/><a:cxnLst/><a:rect l="l" t="t" r="r" b="b"/><a:pathLst><a:path w="42544" h="21590"><a:moveTo><a:pt x="0" y="0"/></a:moveTo><a:lnTo><a:pt x="42239" y="21244"/></a:lnTo></a:path></a:pathLst></a:custGeom><a:ln w="3175"><a:solidFill><a:srgbClr val="000000"/></a:solidFill></a:ln></p:spPr><p:txBody><a:bodyPr wrap="square" lIns="0" tIns="0" rIns="0" bIns="0" rtlCol="0"/><a:lstStyle/><a:p/></p:txBody></p:sp><p:sp><p:nvSpPr><p:cNvPr id="692" name="object 692"/><p:cNvSpPr/><p:nvPr/></p:nvSpPr><p:spPr><a:xfrm><a:off x="17097239" y="12491539"/><a:ext cx="34925" cy="45720"/></a:xfrm><a:custGeom><a:avLst/><a:gdLst/><a:ahLst/><a:cxnLst/><a:rect l="l" t="t" r="r" b="b"/><a:pathLst><a:path w="34925" h="45720"><a:moveTo><a:pt x="34513" y="45595"/></a:moveTo><a:lnTo><a:pt x="0" y="13267"/></a:lnTo><a:lnTo><a:pt x="10412" y="2183"/></a:lnTo><a:lnTo><a:pt x="15535" y="0"/></a:lnTo><a:lnTo><a:pt x="16459" y="28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693" name="object 693"/><p:cNvSpPr/><p:nvPr/></p:nvSpPr><p:spPr><a:xfrm><a:off x="17121760" y="12511608"/><a:ext cx="26670" cy="8255"/></a:xfrm><a:custGeom><a:avLst/><a:gdLst/><a:ahLst/><a:cxnLst/><a:rect l="l" t="t" r="r" b="b"/><a:pathLst><a:path w="26669" h="8254"><a:moveTo><a:pt x="0" y="0"/></a:moveTo><a:lnTo><a:pt x="26200" y="8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694" name="object 694"/><p:cNvSpPr/><p:nvPr/></p:nvSpPr><p:spPr><a:xfrm><a:off x="17071963" y="12519669"/><a:ext cx="37465" cy="41910"/></a:xfrm><a:custGeom><a:avLst/><a:gdLst/><a:ahLst/><a:cxnLst/><a:rect l="l" t="t" r="r" b="b"/><a:pathLst><a:path w="37465" h="41909"><a:moveTo><a:pt x="1259" y="4534"/></a:moveTo><a:lnTo><a:pt x="0" y="8396"/></a:lnTo><a:lnTo><a:pt x="251" y="14022"/></a:lnTo><a:lnTo><a:pt x="1679" y="18641"/></a:lnTo><a:lnTo><a:pt x="26787" y="41816"/></a:lnTo><a:lnTo><a:pt x="30818" y="41480"/></a:lnTo><a:lnTo><a:pt x="36109" y="37198"/></a:lnTo><a:lnTo><a:pt x="37368" y="33335"/></a:lnTo><a:lnTo><a:pt x="37200" y="27709"/></a:lnTo><a:lnTo><a:pt x="10580" y="0"/></a:lnTo><a:lnTo><a:pt x="6550" y="335"/></a:lnTo><a:lnTo><a:pt x="1259" y="4534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695" name="object 695"/><p:cNvSpPr/><p:nvPr/></p:nvSpPr><p:spPr><a:xfrm><a:off x="17032831" y="12538394"/><a:ext cx="24130" cy="52069"/></a:xfrm><a:custGeom><a:avLst/><a:gdLst/><a:ahLst/><a:cxnLst/><a:rect l="l" t="t" r="r" b="b"/><a:pathLst><a:path w="24130" h="52070"><a:moveTo><a:pt x="24016" y="51893"/></a:moveTo><a:lnTo><a:pt x="0" y="11167"/></a:lnTo><a:lnTo><a:pt x="1889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96" name="object 696"/><p:cNvSpPr/><p:nvPr/></p:nvSpPr><p:spPr><a:xfrm><a:off x="17044251" y="12562074"/><a:ext cx="12065" cy="6985"/></a:xfrm><a:custGeom><a:avLst/><a:gdLst/><a:ahLst/><a:cxnLst/><a:rect l="l" t="t" r="r" b="b"/><a:pathLst><a:path w="12065" h="6984"><a:moveTo><a:pt x="0" y="6885"/></a:moveTo><a:lnTo><a:pt x="1167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97" name="object 697"/><p:cNvSpPr/><p:nvPr/></p:nvSpPr><p:spPr><a:xfrm><a:off x="17012929" y="12558547"/><a:ext cx="20955" cy="42545"/></a:xfrm><a:custGeom><a:avLst/><a:gdLst/><a:ahLst/><a:cxnLst/><a:rect l="l" t="t" r="r" b="b"/><a:pathLst><a:path w="20955" h="42545"><a:moveTo><a:pt x="0" y="0"/></a:moveTo><a:lnTo><a:pt x="20741" y="42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698" name="object 698"/><p:cNvSpPr/><p:nvPr/></p:nvSpPr><p:spPr><a:xfrm><a:off x="16975560" y="12570723"/><a:ext cx="34290" cy="45085"/></a:xfrm><a:custGeom><a:avLst/><a:gdLst/><a:ahLst/><a:cxnLst/><a:rect l="l" t="t" r="r" b="b"/><a:pathLst><a:path w="34290" h="45084"><a:moveTo><a:pt x="0" y="0"/></a:moveTo><a:lnTo><a:pt x="14443" y="45007"/></a:lnTo><a:lnTo><a:pt x="33757" y="38793"/></a:lnTo></a:path></a:pathLst></a:custGeom><a:ln w="3175"><a:solidFill><a:srgbClr val="000000"/></a:solidFill></a:ln></p:spPr><p:txBody><a:bodyPr wrap="square" lIns="0" tIns="0" rIns="0" bIns="0" rtlCol="0"/><a:lstStyle/><a:p/></p:txBody></p:sp><p:sp><p:nvSpPr><p:cNvPr id="699" name="object 699"/><p:cNvSpPr/><p:nvPr/></p:nvSpPr><p:spPr><a:xfrm><a:off x="16939703" y="12575929"/><a:ext cx="27305" cy="48895"/></a:xfrm><a:custGeom><a:avLst/><a:gdLst/><a:ahLst/><a:cxnLst/><a:rect l="l" t="t" r="r" b="b"/><a:pathLst><a:path w="27305" h="48895"><a:moveTo><a:pt x="0" y="48870"/></a:moveTo><a:lnTo><a:pt x="5458" y="0"/></a:lnTo><a:lnTo><a:pt x="26703" y="44335"/></a:lnTo></a:path></a:pathLst></a:custGeom><a:ln w="3175"><a:solidFill><a:srgbClr val="000000"/></a:solidFill></a:ln></p:spPr><p:txBody><a:bodyPr wrap="square" lIns="0" tIns="0" rIns="0" bIns="0" rtlCol="0"/><a:lstStyle/><a:p/></p:txBody></p:sp><p:sp><p:nvSpPr><p:cNvPr id="700" name="object 700"/><p:cNvSpPr/><p:nvPr/></p:nvSpPr><p:spPr><a:xfrm><a:off x="16942054" y="12605654"/><a:ext cx="17145" cy="3175"/></a:xfrm><a:custGeom><a:avLst/><a:gdLst/><a:ahLst/><a:cxnLst/><a:rect l="l" t="t" r="r" b="b"/><a:pathLst><a:path w="17144" h="3175"><a:moveTo><a:pt x="0" y="2770"/></a:moveTo><a:lnTo><a:pt x="1671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01" name="object 701"/><p:cNvSpPr/><p:nvPr/></p:nvSpPr><p:spPr><a:xfrm><a:off x="16896288" y="12578112"/><a:ext cx="26034" cy="47625"/></a:xfrm><a:custGeom><a:avLst/><a:gdLst/><a:ahLst/><a:cxnLst/><a:rect l="l" t="t" r="r" b="b"/><a:pathLst><a:path w="26034" h="47625"><a:moveTo><a:pt x="25108" y="11000"/></a:moveTo><a:lnTo><a:pt x="23344" y="6549"/></a:lnTo><a:lnTo><a:pt x="19818" y="2099"/></a:lnTo><a:lnTo><a:pt x="16375" y="0"/></a:lnTo><a:lnTo><a:pt x="9657" y="167"/></a:lnTo><a:lnTo><a:pt x="6298" y="2519"/></a:lnTo><a:lnTo><a:pt x="3107" y="7053"/></a:lnTo><a:lnTo><a:pt x="1511" y="11587"/></a:lnTo><a:lnTo><a:pt x="0" y="18389"/></a:lnTo><a:lnTo><a:pt x="251" y="29641"/></a:lnTo><a:lnTo><a:pt x="2099" y="36358"/></a:lnTo><a:lnTo><a:pt x="3946" y="40809"/></a:lnTo><a:lnTo><a:pt x="7473" y="45259"/></a:lnTo><a:lnTo><a:pt x="10832" y="47442"/></a:lnTo><a:lnTo><a:pt x="17634" y="47274"/></a:lnTo><a:lnTo><a:pt x="20909" y="44923"/></a:lnTo><a:lnTo><a:pt x="24184" y="40305"/></a:lnTo><a:lnTo><a:pt x="25780" y="35771"/></a:lnTo></a:path></a:pathLst></a:custGeom><a:ln w="3175"><a:solidFill><a:srgbClr val="000000"/></a:solidFill></a:ln></p:spPr><p:txBody><a:bodyPr wrap="square" lIns="0" tIns="0" rIns="0" bIns="0" rtlCol="0"/><a:lstStyle/><a:p/></p:txBody></p:sp><p:sp><p:nvSpPr><p:cNvPr id="702" name="object 702"/><p:cNvSpPr/><p:nvPr/></p:nvSpPr><p:spPr><a:xfrm><a:off x="16615392" y="12410341"/><a:ext cx="46355" cy="36195"/></a:xfrm><a:custGeom><a:avLst/><a:gdLst/><a:ahLst/><a:cxnLst/><a:rect l="l" t="t" r="r" b="b"/><a:pathLst><a:path w="46355" h="36195"><a:moveTo><a:pt x="43246" y="21160"/></a:moveTo><a:lnTo><a:pt x="45850" y="16122"/></a:lnTo><a:lnTo><a:pt x="45598" y="10580"/></a:lnTo><a:lnTo><a:pt x="42575" y="4534"/></a:lnTo><a:lnTo><a:pt x="38292" y="1007"/></a:lnTo><a:lnTo><a:pt x="32750" y="0"/></a:lnTo><a:lnTo><a:pt x="28719" y="2015"/></a:lnTo><a:lnTo><a:pt x="25444" y="5458"/></a:lnTo><a:lnTo><a:pt x="24184" y="7977"/></a:lnTo><a:lnTo><a:pt x="23680" y="12007"/></a:lnTo><a:lnTo><a:pt x="24184" y="23091"/></a:lnTo><a:lnTo><a:pt x="23680" y="27122"/></a:lnTo><a:lnTo><a:pt x="22421" y="29641"/></a:lnTo><a:lnTo><a:pt x="19062" y="33167"/></a:lnTo><a:lnTo><a:pt x="13016" y="36190"/></a:lnTo><a:lnTo><a:pt x="7557" y="35183"/></a:lnTo><a:lnTo><a:pt x="3275" y="31656"/></a:lnTo><a:lnTo><a:pt x="251" y="25610"/></a:lnTo><a:lnTo><a:pt x="0" y="20068"/></a:lnTo><a:lnTo><a:pt x="2519" y="15030"/></a:lnTo></a:path></a:pathLst></a:custGeom><a:ln w="3175"><a:solidFill><a:srgbClr val="000000"/></a:solidFill></a:ln></p:spPr><p:txBody><a:bodyPr wrap="square" lIns="0" tIns="0" rIns="0" bIns="0" rtlCol="0"/><a:lstStyle/><a:p/></p:txBody></p:sp><p:sp><p:nvSpPr><p:cNvPr id="703" name="object 703"/><p:cNvSpPr/><p:nvPr/></p:nvSpPr><p:spPr><a:xfrm><a:off x="16637477" y="12449471"/><a:ext cx="39370" cy="27305"/></a:xfrm><a:custGeom><a:avLst/><a:gdLst/><a:ahLst/><a:cxnLst/><a:rect l="l" t="t" r="r" b="b"/><a:pathLst><a:path w="39369" h="27304"><a:moveTo><a:pt x="38880" y="0"/></a:moveTo><a:lnTo><a:pt x="0" y="26954"/></a:lnTo></a:path></a:pathLst></a:custGeom><a:ln w="3175"><a:solidFill><a:srgbClr val="000000"/></a:solidFill></a:ln></p:spPr><p:txBody><a:bodyPr wrap="square" lIns="0" tIns="0" rIns="0" bIns="0" rtlCol="0"/><a:lstStyle/><a:p/></p:txBody></p:sp><p:sp><p:nvSpPr><p:cNvPr id="704" name="object 704"/><p:cNvSpPr/><p:nvPr/></p:nvSpPr><p:spPr><a:xfrm><a:off x="16669640" y="12439814"/><a:ext cx="13970" cy="19685"/></a:xfrm><a:custGeom><a:avLst/><a:gdLst/><a:ahLst/><a:cxnLst/><a:rect l="l" t="t" r="r" b="b"/><a:pathLst><a:path w="13969" h="19684"><a:moveTo><a:pt x="0" y="0"/></a:moveTo><a:lnTo><a:pt x="13519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705" name="object 705"/><p:cNvSpPr/><p:nvPr/></p:nvSpPr><p:spPr><a:xfrm><a:off x="16656876" y="12482387"/><a:ext cx="44450" cy="42545"/></a:xfrm><a:custGeom><a:avLst/><a:gdLst/><a:ahLst/><a:cxnLst/><a:rect l="l" t="t" r="r" b="b"/><a:pathLst><a:path w="44450" h="42545"><a:moveTo><a:pt x="0" y="22335"/></a:moveTo><a:lnTo><a:pt x="43834" y="0"/></a:lnTo><a:lnTo><a:pt x="18390" y="42068"/></a:lnTo></a:path></a:pathLst></a:custGeom><a:ln w="3175"><a:solidFill><a:srgbClr val="000000"/></a:solidFill></a:ln></p:spPr><p:txBody><a:bodyPr wrap="square" lIns="0" tIns="0" rIns="0" bIns="0" rtlCol="0"/><a:lstStyle/><a:p/></p:txBody></p:sp><p:sp><p:nvSpPr><p:cNvPr id="706" name="object 706"/><p:cNvSpPr/><p:nvPr/></p:nvSpPr><p:spPr><a:xfrm><a:off x="16671907" y="12497669"/><a:ext cx="12065" cy="12700"/></a:xfrm><a:custGeom><a:avLst/><a:gdLst/><a:ahLst/><a:cxnLst/><a:rect l="l" t="t" r="r" b="b"/><a:pathLst><a:path w="12065" h="12700"><a:moveTo><a:pt x="0" y="0"/></a:moveTo><a:lnTo><a:pt x="11504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707" name="object 707"/><p:cNvSpPr/><p:nvPr/></p:nvSpPr><p:spPr><a:xfrm><a:off x="16697351" y="12509257"/><a:ext cx="29845" cy="36830"/></a:xfrm><a:custGeom><a:avLst/><a:gdLst/><a:ahLst/><a:cxnLst/><a:rect l="l" t="t" r="r" b="b"/><a:pathLst><a:path w="29844" h="36829"><a:moveTo><a:pt x="29727" y="0"/></a:moveTo><a:lnTo><a:pt x="0" y="36778"/></a:lnTo></a:path></a:pathLst></a:custGeom><a:ln w="3175"><a:solidFill><a:srgbClr val="000000"/></a:solidFill></a:ln></p:spPr><p:txBody><a:bodyPr wrap="square" lIns="0" tIns="0" rIns="0" bIns="0" rtlCol="0"/><a:lstStyle/><a:p/></p:txBody></p:sp><p:sp><p:nvSpPr><p:cNvPr id="708" name="object 708"/><p:cNvSpPr/><p:nvPr/></p:nvSpPr><p:spPr><a:xfrm><a:off x="16717841" y="12501784"/><a:ext cx="18415" cy="15240"/></a:xfrm><a:custGeom><a:avLst/><a:gdLst/><a:ahLst/><a:cxnLst/><a:rect l="l" t="t" r="r" b="b"/><a:pathLst><a:path w="18415" h="15240"><a:moveTo><a:pt x="0" y="0"/></a:moveTo><a:lnTo><a:pt x="18390" y="14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709" name="object 709"/><p:cNvSpPr/><p:nvPr/></p:nvSpPr><p:spPr><a:xfrm><a:off x="16711627" y="12519165"/><a:ext cx="45085" cy="39370"/></a:xfrm><a:custGeom><a:avLst/><a:gdLst/><a:ahLst/><a:cxnLst/><a:rect l="l" t="t" r="r" b="b"/><a:pathLst><a:path w="45084" h="39370"><a:moveTo><a:pt x="0" y="39045"/></a:moveTo><a:lnTo><a:pt x="26703" y="0"/></a:lnTo><a:lnTo><a:pt x="44842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710" name="object 710"/><p:cNvSpPr/><p:nvPr/></p:nvSpPr><p:spPr><a:xfrm><a:off x="16725651" y="12537807"/><a:ext cx="11430" cy="7620"/></a:xfrm><a:custGeom><a:avLst/><a:gdLst/><a:ahLst/><a:cxnLst/><a:rect l="l" t="t" r="r" b="b"/><a:pathLst><a:path w="11430" h="7620"><a:moveTo><a:pt x="0" y="0"/></a:moveTo><a:lnTo><a:pt x="11168" y="7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711" name="object 711"/><p:cNvSpPr/><p:nvPr/></p:nvSpPr><p:spPr><a:xfrm><a:off x="16711627" y="12558211"/><a:ext cx="18415" cy="12700"/></a:xfrm><a:custGeom><a:avLst/><a:gdLst/><a:ahLst/><a:cxnLst/><a:rect l="l" t="t" r="r" b="b"/><a:pathLst><a:path w="18415" h="12700"><a:moveTo><a:pt x="0" y="0"/></a:moveTo><a:lnTo><a:pt x="18138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712" name="object 712"/><p:cNvSpPr/><p:nvPr/></p:nvSpPr><p:spPr><a:xfrm><a:off x="16781242" y="12556364"/><a:ext cx="31115" cy="46990"/></a:xfrm><a:custGeom><a:avLst/><a:gdLst/><a:ahLst/><a:cxnLst/><a:rect l="l" t="t" r="r" b="b"/><a:pathLst><a:path w="31115" h="46990"><a:moveTo><a:pt x="20657" y="0"/></a:moveTo><a:lnTo><a:pt x="0" y="30732"/></a:lnTo><a:lnTo><a:pt x="0" y="35519"/></a:lnTo><a:lnTo><a:pt x="1511" y="40977"/></a:lnTo><a:lnTo><a:pt x="3862" y="44251"/></a:lnTo><a:lnTo><a:pt x="10244" y="46603"/></a:lnTo><a:lnTo><a:pt x="14191" y="45763"/></a:lnTo><a:lnTo><a:pt x="30902" y="15954"/></a:lnTo><a:lnTo><a:pt x="30902" y="11167"/></a:lnTo><a:lnTo><a:pt x="29391" y="5709"/></a:lnTo><a:lnTo><a:pt x="27039" y="2435"/></a:lnTo><a:lnTo><a:pt x="20657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713" name="object 713"/><p:cNvSpPr/><p:nvPr/></p:nvSpPr><p:spPr><a:xfrm><a:off x="16820542" y="12567280"/><a:ext cx="31750" cy="46355"/></a:xfrm><a:custGeom><a:avLst/><a:gdLst/><a:ahLst/><a:cxnLst/><a:rect l="l" t="t" r="r" b="b"/><a:pathLst><a:path w="31750" h="46354"><a:moveTo><a:pt x="0" y="46183"/></a:moveTo><a:lnTo><a:pt x="10328" y="0"/></a:lnTo><a:lnTo><a:pt x="31742" y="4786"/></a:lnTo></a:path></a:pathLst></a:custGeom><a:ln w="3175"><a:solidFill><a:srgbClr val="000000"/></a:solidFill></a:ln></p:spPr><p:txBody><a:bodyPr wrap="square" lIns="0" tIns="0" rIns="0" bIns="0" rtlCol="0"/><a:lstStyle/><a:p/></p:txBody></p:sp><p:sp><p:nvSpPr><p:cNvPr id="714" name="object 714"/><p:cNvSpPr/><p:nvPr/></p:nvSpPr><p:spPr><a:xfrm><a:off x="16825917" y="12589280"/><a:ext cx="13335" cy="3175"/></a:xfrm><a:custGeom><a:avLst/><a:gdLst/><a:ahLst/><a:cxnLst/><a:rect l="l" t="t" r="r" b="b"/><a:pathLst><a:path w="13334" h="3175"><a:moveTo><a:pt x="0" y="0"/></a:moveTo><a:lnTo><a:pt x="13184" y="2938"/></a:lnTo></a:path></a:pathLst></a:custGeom><a:ln w="3175"><a:solidFill><a:srgbClr val="000000"/></a:solidFill></a:ln></p:spPr><p:txBody><a:bodyPr wrap="square" lIns="0" tIns="0" rIns="0" bIns="0" rtlCol="0"/><a:lstStyle/><a:p/></p:txBody></p:sp><p:sp><p:nvSpPr><p:cNvPr id="715" name="object 715"/><p:cNvSpPr/><p:nvPr/></p:nvSpPr><p:spPr><a:xfrm><a:off x="17157953" y="12421173"/><a:ext cx="48895" cy="31115"/></a:xfrm><a:custGeom><a:avLst/><a:gdLst/><a:ahLst/><a:cxnLst/><a:rect l="l" t="t" r="r" b="b"/><a:pathLst><a:path w="48894" h="31115"><a:moveTo><a:pt x="38208" y="31068"/></a:moveTo><a:lnTo><a:pt x="0" y="0"/></a:lnTo><a:lnTo><a:pt x="48789" y="6213"/></a:lnTo></a:path></a:pathLst></a:custGeom><a:ln w="3175"><a:solidFill><a:srgbClr val="000000"/></a:solidFill></a:ln></p:spPr><p:txBody><a:bodyPr wrap="square" lIns="0" tIns="0" rIns="0" bIns="0" rtlCol="0"/><a:lstStyle/><a:p/></p:txBody></p:sp><p:sp><p:nvSpPr><p:cNvPr id="716" name="object 716"/><p:cNvSpPr/><p:nvPr/></p:nvSpPr><p:spPr><a:xfrm><a:off x="17183649" y="12425875"/><a:ext cx="6985" cy="15875"/></a:xfrm><a:custGeom><a:avLst/><a:gdLst/><a:ahLst/><a:cxnLst/><a:rect l="l" t="t" r="r" b="b"/><a:pathLst><a:path w="6984" h="15875"><a:moveTo><a:pt x="0" y="15450"/></a:moveTo><a:lnTo><a:pt x="663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17" name="object 717"/><p:cNvSpPr/><p:nvPr/></p:nvSpPr><p:spPr><a:xfrm><a:off x="16887966" y="12063721"/><a:ext cx="24130" cy="5080"/></a:xfrm><a:custGeom><a:avLst/><a:gdLst/><a:ahLst/><a:cxnLst/><a:rect l="l" t="t" r="r" b="b"/><a:pathLst><a:path w="24130" h="5079"><a:moveTo><a:pt x="2108" y="1092"/></a:moveTo><a:lnTo><a:pt x="1765" y="927"/></a:lnTo><a:lnTo><a:pt x="1257" y="838"/></a:lnTo><a:lnTo><a:pt x="838" y="838"/></a:lnTo><a:lnTo><a:pt x="419" y="927"/></a:lnTo><a:lnTo><a:pt x="0" y="1092"/></a:lnTo><a:lnTo><a:pt x="2108" y="1092"/></a:lnTo><a:close/></a:path><a:path w="24130" h="5079"><a:moveTo><a:pt x="23761" y="1841"/></a:moveTo><a:lnTo><a:pt x="23596" y="1422"/></a:lnTo><a:lnTo><a:pt x="23431" y="1003"/></a:lnTo><a:lnTo><a:pt x="23177" y="673"/></a:lnTo><a:lnTo><a:pt x="22847" y="419"/></a:lnTo><a:lnTo><a:pt x="22504" y="165"/></a:lnTo><a:lnTo><a:pt x="22085" y="88"/></a:lnTo><a:lnTo><a:pt x="21666" y="0"/></a:lnTo><a:lnTo><a:pt x="21247" y="0"/></a:lnTo><a:lnTo><a:pt x="20916" y="88"/></a:lnTo><a:lnTo><a:pt x="19405" y="1422"/></a:lnTo><a:lnTo><a:pt x="19227" y="1841"/></a:lnTo><a:lnTo><a:pt x="19227" y="2273"/></a:lnTo><a:lnTo><a:pt x="19227" y="2692"/></a:lnTo><a:lnTo><a:pt x="19405" y="3111"/></a:lnTo><a:lnTo><a:pt x="21082" y="4445"/></a:lnTo><a:lnTo><a:pt x="21501" y="4533"/></a:lnTo><a:lnTo><a:pt x="21920" y="4445"/></a:lnTo><a:lnTo><a:pt x="22339" y="4368"/></a:lnTo><a:lnTo><a:pt x="22758" y="4114"/></a:lnTo><a:lnTo><a:pt x="23101" y="3860"/></a:lnTo><a:lnTo><a:pt x="23342" y="3530"/></a:lnTo><a:lnTo><a:pt x="23596" y="3111"/></a:lnTo><a:lnTo><a:pt x="23685" y="2692"/></a:lnTo><a:lnTo><a:pt x="23761" y="2273"/></a:lnTo><a:lnTo><a:pt x="23761" y="1841"/></a:lnTo><a:close/></a:path></a:pathLst></a:custGeom><a:solidFill><a:srgbClr val="000000"/></a:solidFill></p:spPr><p:txBody><a:bodyPr wrap="square" lIns="0" tIns="0" rIns="0" bIns="0" rtlCol="0"/><a:lstStyle/><a:p/></p:txBody></p:sp><p:sp><p:nvSpPr><p:cNvPr id="718" name="object 718"/><p:cNvSpPr/><p:nvPr/></p:nvSpPr><p:spPr><a:xfrm><a:off x="16866973" y="12064813"/><a:ext cx="24765" cy="4445"/></a:xfrm><a:custGeom><a:avLst/><a:gdLst/><a:ahLst/><a:cxnLst/><a:rect l="l" t="t" r="r" b="b"/><a:pathLst><a:path w="24765" h="4445"><a:moveTo><a:pt x="3441" y="3022"/></a:moveTo><a:lnTo><a:pt x="3111" y="2768"/></a:lnTo><a:lnTo><a:pt x="2768" y="2514"/></a:lnTo><a:lnTo><a:pt x="2438" y="2349"/></a:lnTo><a:lnTo><a:pt x="2273" y="2349"/></a:lnTo><a:lnTo><a:pt x="2019" y="2260"/></a:lnTo><a:lnTo><a:pt x="1511" y="2260"/></a:lnTo><a:lnTo><a:pt x="1181" y="2349"/></a:lnTo><a:lnTo><a:pt x="762" y="2438"/></a:lnTo><a:lnTo><a:pt x="419" y="2692"/></a:lnTo><a:lnTo><a:pt x="88" y="2933"/></a:lnTo><a:lnTo><a:pt x="3441" y="3022"/></a:lnTo><a:close/></a:path><a:path w="24765" h="4445"><a:moveTo><a:pt x="24269" y="1346"/></a:moveTo><a:lnTo><a:pt x="24104" y="927"/></a:lnTo><a:lnTo><a:pt x="23850" y="584"/></a:lnTo><a:lnTo><a:pt x="23520" y="254"/></a:lnTo><a:lnTo><a:pt x="23177" y="0"/></a:lnTo><a:lnTo><a:pt x="20916" y="0"/></a:lnTo><a:lnTo><a:pt x="20662" y="254"/></a:lnTo><a:lnTo><a:pt x="20320" y="508"/></a:lnTo><a:lnTo><a:pt x="20066" y="927"/></a:lnTo><a:lnTo><a:pt x="19900" y="1346"/></a:lnTo><a:lnTo><a:pt x="19824" y="1765"/></a:lnTo><a:lnTo><a:pt x="19735" y="2184"/></a:lnTo><a:lnTo><a:pt x="19824" y="2603"/></a:lnTo><a:lnTo><a:pt x="19989" y="3022"/></a:lnTo><a:lnTo><a:pt x="20243" y="3352"/></a:lnTo><a:lnTo><a:pt x="20497" y="3695"/></a:lnTo><a:lnTo><a:pt x="20828" y="3949"/></a:lnTo><a:lnTo><a:pt x="21158" y="4114"/></a:lnTo><a:lnTo><a:pt x="21590" y="4203"/></a:lnTo><a:lnTo><a:pt x="22009" y="4279"/></a:lnTo><a:lnTo><a:pt x="22428" y="4203"/></a:lnTo><a:lnTo><a:pt x="22847" y="4114"/></a:lnTo><a:lnTo><a:pt x="23266" y="3949"/></a:lnTo><a:lnTo><a:pt x="23596" y="3695"/></a:lnTo><a:lnTo><a:pt x="23850" y="3352"/></a:lnTo><a:lnTo><a:pt x="24104" y="3022"/></a:lnTo><a:lnTo><a:pt x="24180" y="2603"/></a:lnTo><a:lnTo><a:pt x="24269" y="2184"/></a:lnTo><a:lnTo><a:pt x="24269" y="1765"/></a:lnTo><a:lnTo><a:pt x="24269" y="1346"/></a:lnTo><a:close/></a:path></a:pathLst></a:custGeom><a:solidFill><a:srgbClr val="000000"/></a:solidFill></p:spPr><p:txBody><a:bodyPr wrap="square" lIns="0" tIns="0" rIns="0" bIns="0" rtlCol="0"/><a:lstStyle/><a:p/></p:txBody></p:sp><p:sp><p:nvSpPr><p:cNvPr id="719" name="object 719"/><p:cNvSpPr/><p:nvPr/></p:nvSpPr><p:spPr><a:xfrm><a:off x="16846488" y="12067747"/><a:ext cx="24765" cy="5715"/></a:xfrm><a:custGeom><a:avLst/><a:gdLst/><a:ahLst/><a:cxnLst/><a:rect l="l" t="t" r="r" b="b"/><a:pathLst><a:path w="24765" h="5715"><a:moveTo><a:pt x="4368" y="5130"/></a:moveTo><a:lnTo><a:pt x="4279" y="4787"/></a:lnTo><a:lnTo><a:pt x="4025" y="4457"/></a:lnTo><a:lnTo><a:pt x="3771" y="4114"/></a:lnTo><a:lnTo><a:pt x="3441" y="3873"/></a:lnTo><a:lnTo><a:pt x="3098" y="3695"/></a:lnTo><a:lnTo><a:pt x="2933" y="3619"/></a:lnTo><a:lnTo><a:pt x="2679" y="3530"/></a:lnTo><a:lnTo><a:pt x="1765" y="3530"/></a:lnTo><a:lnTo><a:pt x="1422" y="3619"/></a:lnTo><a:lnTo><a:pt x="1092" y="3784"/></a:lnTo><a:lnTo><a:pt x="927" y="3873"/></a:lnTo><a:lnTo><a:pt x="749" y="4038"/></a:lnTo><a:lnTo><a:pt x="419" y="4368"/></a:lnTo><a:lnTo><a:pt x="165" y="4711"/></a:lnTo><a:lnTo><a:pt x="0" y="5130"/></a:lnTo><a:lnTo><a:pt x="4368" y="5130"/></a:lnTo><a:close/></a:path><a:path w="24765" h="5715"><a:moveTo><a:pt x="23926" y="88"/></a:moveTo><a:lnTo><a:pt x="20574" y="0"/></a:lnTo><a:lnTo><a:pt x="23926" y="88"/></a:lnTo><a:close/></a:path><a:path w="24765" h="5715"><a:moveTo><a:pt x="24523" y="1511"/></a:moveTo><a:lnTo><a:pt x="24434" y="1181"/></a:lnTo><a:lnTo><a:pt x="24345" y="850"/></a:lnTo><a:lnTo><a:pt x="24180" y="419"/></a:lnTo><a:lnTo><a:pt x="23926" y="88"/></a:lnTo><a:lnTo><a:pt x="20485" y="88"/></a:lnTo><a:lnTo><a:pt x="20320" y="342"/></a:lnTo><a:lnTo><a:pt x="20154" y="762"/></a:lnTo><a:lnTo><a:pt x="19989" y="1092"/></a:lnTo><a:lnTo><a:pt x="19989" y="2108"/></a:lnTo><a:lnTo><a:pt x="20066" y="2438"/></a:lnTo><a:lnTo><a:pt x="20320" y="2781"/></a:lnTo><a:lnTo><a:pt x="20408" y="2946"/></a:lnTo><a:lnTo><a:pt x="20574" y="3111"/></a:lnTo><a:lnTo><a:pt x="20650" y="3276"/></a:lnTo><a:lnTo><a:pt x="20904" y="3441"/></a:lnTo><a:lnTo><a:pt x="21069" y="3530"/></a:lnTo><a:lnTo><a:pt x="21323" y="3695"/></a:lnTo><a:lnTo><a:pt x="21742" y="3784"/></a:lnTo><a:lnTo><a:pt x="21920" y="3873"/></a:lnTo><a:lnTo><a:pt x="22580" y="3873"/></a:lnTo><a:lnTo><a:pt x="23012" y="3695"/></a:lnTo><a:lnTo><a:pt x="23177" y="3695"/></a:lnTo><a:lnTo><a:pt x="23431" y="3530"/></a:lnTo><a:lnTo><a:pt x="23761" y="3276"/></a:lnTo><a:lnTo><a:pt x="23850" y="3111"/></a:lnTo><a:lnTo><a:pt x="24104" y="2946"/></a:lnTo><a:lnTo><a:pt x="24180" y="2781"/></a:lnTo><a:lnTo><a:pt x="24269" y="2527"/></a:lnTo><a:lnTo><a:pt x="24434" y="2108"/></a:lnTo><a:lnTo><a:pt x="24434" y="1930"/></a:lnTo><a:lnTo><a:pt x="24523" y="1689"/></a:lnTo><a:lnTo><a:pt x="24523" y="1511"/></a:lnTo><a:close/></a:path></a:pathLst></a:custGeom><a:solidFill><a:srgbClr val="000000"/></a:solidFill></p:spPr><p:txBody><a:bodyPr wrap="square" lIns="0" tIns="0" rIns="0" bIns="0" rtlCol="0"/><a:lstStyle/><a:p/></p:txBody></p:sp><p:sp><p:nvSpPr><p:cNvPr id="720" name="object 720"/><p:cNvSpPr/><p:nvPr/></p:nvSpPr><p:spPr><a:xfrm><a:off x="16826841" y="12072534"/><a:ext cx="24130" cy="6985"/></a:xfrm><a:custGeom><a:avLst/><a:gdLst/><a:ahLst/><a:cxnLst/><a:rect l="l" t="t" r="r" b="b"/><a:pathLst><a:path w="24130" h="6984"><a:moveTo><a:pt x="4533" y="6718"/></a:moveTo><a:lnTo><a:pt x="4445" y="6464"/></a:lnTo><a:lnTo><a:pt x="4445" y="6299"/></a:lnTo><a:lnTo><a:pt x="4356" y="6134"/></a:lnTo><a:lnTo><a:pt x="4279" y="5969"/></a:lnTo><a:lnTo><a:pt x="4191" y="5715"/></a:lnTo><a:lnTo><a:pt x="4114" y="5549"/></a:lnTo><a:lnTo><a:pt x="3937" y="5372"/></a:lnTo><a:lnTo><a:pt x="3860" y="5207"/></a:lnTo><a:lnTo><a:pt x="3683" y="5041"/></a:lnTo><a:lnTo><a:pt x="3517" y="4953"/></a:lnTo><a:lnTo><a:pt x="3352" y="4876"/></a:lnTo><a:lnTo><a:pt x="3187" y="4787"/></a:lnTo><a:lnTo><a:pt x="2933" y="4711"/></a:lnTo><a:lnTo><a:pt x="2768" y="4622"/></a:lnTo><a:lnTo><a:pt x="2514" y="4622"/></a:lnTo><a:lnTo><a:pt x="2095" y="4533"/></a:lnTo><a:lnTo><a:pt x="1676" y="4622"/></a:lnTo><a:lnTo><a:pt x="1333" y="4787"/></a:lnTo><a:lnTo><a:pt x="1168" y="4876"/></a:lnTo><a:lnTo><a:pt x="914" y="4953"/></a:lnTo><a:lnTo><a:pt x="584" y="5207"/></a:lnTo><a:lnTo><a:pt x="495" y="5372"/></a:lnTo><a:lnTo><a:pt x="330" y="5549"/></a:lnTo><a:lnTo><a:pt x="241" y="5715"/></a:lnTo><a:lnTo><a:pt x="165" y="5969"/></a:lnTo><a:lnTo><a:pt x="76" y="6134"/></a:lnTo><a:lnTo><a:pt x="0" y="6299"/></a:lnTo><a:lnTo><a:pt x="0" y="6464"/></a:lnTo><a:lnTo><a:pt x="0" y="6718"/></a:lnTo><a:lnTo><a:pt x="0" y="6883"/></a:lnTo><a:lnTo><a:pt x="4533" y="6883"/></a:lnTo><a:lnTo><a:pt x="4533" y="6718"/></a:lnTo><a:close/></a:path><a:path w="24130" h="6984"><a:moveTo><a:pt x="24015" y="342"/></a:moveTo><a:lnTo><a:pt x="23926" y="0"/></a:lnTo><a:lnTo><a:pt x="19812" y="0"/></a:lnTo><a:lnTo><a:pt x="24015" y="342"/></a:lnTo><a:close/></a:path><a:path w="24130" h="6984"><a:moveTo><a:pt x="24091" y="762"/></a:moveTo><a:lnTo><a:pt x="24015" y="419"/></a:lnTo><a:lnTo><a:pt x="19646" y="342"/></a:lnTo><a:lnTo><a:pt x="19558" y="762"/></a:lnTo><a:lnTo><a:pt x="19558" y="1181"/></a:lnTo><a:lnTo><a:pt x="19646" y="1346"/></a:lnTo><a:lnTo><a:pt x="19646" y="1600"/></a:lnTo><a:lnTo><a:pt x="19723" y="1765"/></a:lnTo><a:lnTo><a:pt x="19812" y="2019"/></a:lnTo><a:lnTo><a:pt x="19900" y="2184"/></a:lnTo><a:lnTo><a:pt x="20066" y="2349"/></a:lnTo><a:lnTo><a:pt x="20142" y="2527"/></a:lnTo><a:lnTo><a:pt x="20320" y="2692"/></a:lnTo><a:lnTo><a:pt x="20485" y="2857"/></a:lnTo><a:lnTo><a:pt x="20650" y="2946"/></a:lnTo><a:lnTo><a:pt x="20904" y="3022"/></a:lnTo><a:lnTo><a:pt x="21069" y="3111"/></a:lnTo><a:lnTo><a:pt x="21323" y="3200"/></a:lnTo><a:lnTo><a:pt x="21488" y="3276"/></a:lnTo><a:lnTo><a:pt x="22085" y="3276"/></a:lnTo><a:lnTo><a:pt x="22415" y="3200"/></a:lnTo><a:lnTo><a:pt x="22580" y="3111"/></a:lnTo><a:lnTo><a:pt x="22834" y="3022"/></a:lnTo><a:lnTo><a:pt x="22999" y="2946"/></a:lnTo><a:lnTo><a:pt x="23177" y="2857"/></a:lnTo><a:lnTo><a:pt x="23342" y="2692"/></a:lnTo><a:lnTo><a:pt x="23507" y="2527"/></a:lnTo><a:lnTo><a:pt x="23672" y="2349"/></a:lnTo><a:lnTo><a:pt x="23837" y="2184"/></a:lnTo><a:lnTo><a:pt x="23926" y="2019"/></a:lnTo><a:lnTo><a:pt x="24015" y="1765"/></a:lnTo><a:lnTo><a:pt x="24015" y="1600"/></a:lnTo><a:lnTo><a:pt x="24091" y="1346"/></a:lnTo><a:lnTo><a:pt x="24091" y="1181"/></a:lnTo><a:lnTo><a:pt x="24091" y="838"/></a:lnTo><a:close/></a:path></a:pathLst></a:custGeom><a:solidFill><a:srgbClr val="000000"/></a:solidFill></p:spPr><p:txBody><a:bodyPr wrap="square" lIns="0" tIns="0" rIns="0" bIns="0" rtlCol="0"/><a:lstStyle/><a:p/></p:txBody></p:sp><p:sp><p:nvSpPr><p:cNvPr id="721" name="object 721"/><p:cNvSpPr/><p:nvPr/></p:nvSpPr><p:spPr><a:xfrm><a:off x="16807778" y="12079253"/><a:ext cx="24130" cy="8890"/></a:xfrm><a:custGeom><a:avLst/><a:gdLst/><a:ahLst/><a:cxnLst/><a:rect l="l" t="t" r="r" b="b"/><a:pathLst><a:path w="24130" h="8890"><a:moveTo><a:pt x="4533" y="7480"/></a:moveTo><a:lnTo><a:pt x="4445" y="7226"/></a:lnTo><a:lnTo><a:pt x="4445" y="7061"/></a:lnTo><a:lnTo><a:pt x="4356" y="6807"/></a:lnTo><a:lnTo><a:pt x="4356" y="6642"/></a:lnTo><a:lnTo><a:pt x="4191" y="6464"/></a:lnTo><a:lnTo><a:pt x="4114" y="6299"/></a:lnTo><a:lnTo><a:pt x="3937" y="6134"/></a:lnTo><a:lnTo><a:pt x="3860" y="5969"/></a:lnTo><a:lnTo><a:pt x="3695" y="5791"/></a:lnTo><a:lnTo><a:pt x="3517" y="5715"/></a:lnTo><a:lnTo><a:pt x="3352" y="5549"/></a:lnTo><a:lnTo><a:pt x="3187" y="5461"/></a:lnTo><a:lnTo><a:pt x="2933" y="5372"/></a:lnTo><a:lnTo><a:pt x="2768" y="5372"/></a:lnTo><a:lnTo><a:pt x="2514" y="5295"/></a:lnTo><a:lnTo><a:pt x="1930" y="5295"/></a:lnTo><a:lnTo><a:pt x="1752" y="5372"/></a:lnTo><a:lnTo><a:pt x="1511" y="5372"/></a:lnTo><a:lnTo><a:pt x="1333" y="5461"/></a:lnTo><a:lnTo><a:pt x="1168" y="5549"/></a:lnTo><a:lnTo><a:pt x="1003" y="5715"/></a:lnTo><a:lnTo><a:pt x="749" y="5791"/></a:lnTo><a:lnTo><a:pt x="660" y="5969"/></a:lnTo><a:lnTo><a:pt x="495" y="6134"/></a:lnTo><a:lnTo><a:pt x="330" y="6299"/></a:lnTo><a:lnTo><a:pt x="241" y="6464"/></a:lnTo><a:lnTo><a:pt x="165" y="6642"/></a:lnTo><a:lnTo><a:pt x="76" y="6807"/></a:lnTo><a:lnTo><a:pt x="0" y="7061"/></a:lnTo><a:lnTo><a:pt x="0" y="7226"/></a:lnTo><a:lnTo><a:pt x="0" y="7480"/></a:lnTo><a:lnTo><a:pt x="0" y="7645"/></a:lnTo><a:lnTo><a:pt x="0" y="7975"/></a:lnTo><a:lnTo><a:pt x="165" y="8394"/></a:lnTo><a:lnTo><a:pt x="4356" y="8394"/></a:lnTo><a:lnTo><a:pt x="4445" y="8064"/></a:lnTo><a:lnTo><a:pt x="4533" y="7645"/></a:lnTo><a:lnTo><a:pt x="4533" y="7480"/></a:lnTo><a:close/></a:path><a:path w="24130" h="8890"><a:moveTo><a:pt x="23596" y="165"/></a:moveTo><a:lnTo><a:pt x="19062" y="165"/></a:lnTo><a:lnTo><a:pt x="19062" y="419"/></a:lnTo><a:lnTo><a:pt x="19062" y="584"/></a:lnTo><a:lnTo><a:pt x="19138" y="838"/></a:lnTo><a:lnTo><a:pt x="19227" y="1016"/></a:lnTo><a:lnTo><a:pt x="19304" y="1257"/></a:lnTo><a:lnTo><a:pt x="19392" y="1435"/></a:lnTo><a:lnTo><a:pt x="19558" y="1600"/></a:lnTo><a:lnTo><a:pt x="19723" y="1676"/></a:lnTo><a:lnTo><a:pt x="19900" y="1854"/></a:lnTo><a:lnTo><a:pt x="19977" y="2019"/></a:lnTo><a:lnTo><a:pt x="20231" y="2095"/></a:lnTo><a:lnTo><a:pt x="20396" y="2184"/></a:lnTo><a:lnTo><a:pt x="20574" y="2273"/></a:lnTo><a:lnTo><a:pt x="20815" y="2349"/></a:lnTo><a:lnTo><a:pt x="20993" y="2349"/></a:lnTo><a:lnTo><a:pt x="21488" y="2349"/></a:lnTo><a:lnTo><a:pt x="21831" y="2349"/></a:lnTo><a:lnTo><a:pt x="21996" y="2273"/></a:lnTo><a:lnTo><a:pt x="22250" y="2184"/></a:lnTo><a:lnTo><a:pt x="22580" y="2019"/></a:lnTo><a:lnTo><a:pt x="22745" y="1854"/></a:lnTo><a:lnTo><a:pt x="22923" y="1676"/></a:lnTo><a:lnTo><a:pt x="23177" y="1435"/></a:lnTo><a:lnTo><a:pt x="23253" y="1257"/></a:lnTo><a:lnTo><a:pt x="23418" y="1016"/></a:lnTo><a:lnTo><a:pt x="23418" y="838"/></a:lnTo><a:lnTo><a:pt x="23507" y="584"/></a:lnTo><a:lnTo><a:pt x="23507" y="419"/></a:lnTo><a:lnTo><a:pt x="23596" y="165"/></a:lnTo><a:close/></a:path><a:path w="24130" h="8890"><a:moveTo><a:pt x="23596" y="0"/></a:moveTo><a:lnTo><a:pt x="19062" y="0"/></a:lnTo><a:lnTo><a:pt x="23596" y="165"/></a:lnTo><a:lnTo><a:pt x="23596" y="0"/></a:lnTo><a:close/></a:path></a:pathLst></a:custGeom><a:solidFill><a:srgbClr val="000000"/></a:solidFill></p:spPr><p:txBody><a:bodyPr wrap="square" lIns="0" tIns="0" rIns="0" bIns="0" rtlCol="0"/><a:lstStyle/><a:p/></p:txBody></p:sp><p:sp><p:nvSpPr><p:cNvPr id="722" name="object 722"/><p:cNvSpPr/><p:nvPr/></p:nvSpPr><p:spPr><a:xfrm><a:off x="16789388" y="12087317"/><a:ext cx="22860" cy="10160"/></a:xfrm><a:custGeom><a:avLst/><a:gdLst/><a:ahLst/><a:cxnLst/><a:rect l="l" t="t" r="r" b="b"/><a:pathLst><a:path w="22859" h="10159"><a:moveTo><a:pt x="4533" y="8229"/></a:moveTo><a:lnTo><a:pt x="4445" y="7975"/></a:lnTo><a:lnTo><a:pt x="4445" y="7810"/></a:lnTo><a:lnTo><a:pt x="4279" y="7556"/></a:lnTo><a:lnTo><a:pt x="4279" y="7391"/></a:lnTo><a:lnTo><a:pt x="4114" y="7137"/></a:lnTo><a:lnTo><a:pt x="3860" y="6883"/></a:lnTo><a:lnTo><a:pt x="3683" y="6718"/></a:lnTo><a:lnTo><a:pt x="3517" y="6553"/></a:lnTo><a:lnTo><a:pt x="3352" y="6464"/></a:lnTo><a:lnTo><a:pt x="3098" y="6375"/></a:lnTo><a:lnTo><a:pt x="2679" y="6299"/></a:lnTo><a:lnTo><a:pt x="2006" y="6210"/></a:lnTo><a:lnTo><a:pt x="1752" y="6299"/></a:lnTo><a:lnTo><a:pt x="1511" y="6299"/></a:lnTo><a:lnTo><a:pt x="1333" y="6375"/></a:lnTo><a:lnTo><a:pt x="1168" y="6464"/></a:lnTo><a:lnTo><a:pt x="1003" y="6553"/></a:lnTo><a:lnTo><a:pt x="749" y="6718"/></a:lnTo><a:lnTo><a:pt x="660" y="6883"/></a:lnTo><a:lnTo><a:pt x="495" y="7048"/></a:lnTo><a:lnTo><a:pt x="241" y="7391"/></a:lnTo><a:lnTo><a:pt x="165" y="7556"/></a:lnTo><a:lnTo><a:pt x="76" y="7810"/></a:lnTo><a:lnTo><a:pt x="0" y="7975"/></a:lnTo><a:lnTo><a:pt x="0" y="8229"/></a:lnTo><a:lnTo><a:pt x="0" y="8648"/></a:lnTo><a:lnTo><a:pt x="76" y="8978"/></a:lnTo><a:lnTo><a:pt x="76" y="9156"/></a:lnTo><a:lnTo><a:pt x="165" y="9398"/></a:lnTo><a:lnTo><a:pt x="241" y="9575"/></a:lnTo><a:lnTo><a:pt x="419" y="9829"/></a:lnTo><a:lnTo><a:pt x="4025" y="9906"/></a:lnTo><a:lnTo><a:pt x="4191" y="9575"/></a:lnTo><a:lnTo><a:pt x="4279" y="9398"/></a:lnTo><a:lnTo><a:pt x="4356" y="9156"/></a:lnTo><a:lnTo><a:pt x="4445" y="8978"/></a:lnTo><a:lnTo><a:pt x="4533" y="8737"/></a:lnTo><a:lnTo><a:pt x="4533" y="8305"/></a:lnTo><a:close/></a:path><a:path w="22859" h="10159"><a:moveTo><a:pt x="22745" y="330"/></a:moveTo><a:lnTo><a:pt x="18554" y="330"/></a:lnTo><a:lnTo><a:pt x="18719" y="749"/></a:lnTo><a:lnTo><a:pt x="18973" y="1092"/></a:lnTo><a:lnTo><a:pt x="19304" y="1346"/></a:lnTo><a:lnTo><a:pt x="19723" y="1600"/></a:lnTo><a:lnTo><a:pt x="20142" y="1676"/></a:lnTo><a:lnTo><a:pt x="20993" y="1765"/></a:lnTo><a:lnTo><a:pt x="21158" y="1676"/></a:lnTo><a:lnTo><a:pt x="21412" y="1600"/></a:lnTo><a:lnTo><a:pt x="21577" y="1600"/></a:lnTo><a:lnTo><a:pt x="21831" y="1422"/></a:lnTo><a:lnTo><a:pt x="22161" y="1168"/></a:lnTo><a:lnTo><a:pt x="22504" y="838"/></a:lnTo><a:lnTo><a:pt x="22669" y="419"/></a:lnTo><a:close/></a:path><a:path w="22859" h="10159"><a:moveTo><a:pt x="22834" y="0"/></a:moveTo><a:lnTo><a:pt x="18389" y="0"/></a:lnTo><a:lnTo><a:pt x="22745" y="330"/></a:lnTo><a:lnTo><a:pt x="22834" y="0"/></a:lnTo><a:close/></a:path></a:pathLst></a:custGeom><a:solidFill><a:srgbClr val="000000"/></a:solidFill></p:spPr><p:txBody><a:bodyPr wrap="square" lIns="0" tIns="0" rIns="0" bIns="0" rtlCol="0"/><a:lstStyle/><a:p/></p:txBody></p:sp><p:sp><p:nvSpPr><p:cNvPr id="723" name="object 723"/><p:cNvSpPr/><p:nvPr/></p:nvSpPr><p:spPr><a:xfrm><a:off x="16771748" y="12097147"/><a:ext cx="22225" cy="11430"/></a:xfrm><a:custGeom><a:avLst/><a:gdLst/><a:ahLst/><a:cxnLst/><a:rect l="l" t="t" r="r" b="b"/><a:pathLst><a:path w="22225" h="11429"><a:moveTo><a:pt x="4622" y="9144"/></a:moveTo><a:lnTo><a:pt x="4533" y="8724"/></a:lnTo><a:lnTo><a:pt x="4445" y="8394"/></a:lnTo><a:lnTo><a:pt x="4279" y="7975"/></a:lnTo><a:lnTo><a:pt x="4025" y="7632"/></a:lnTo><a:lnTo><a:pt x="3695" y="7378"/></a:lnTo><a:lnTo><a:pt x="3352" y="7137"/></a:lnTo><a:lnTo><a:pt x="2933" y="6959"/></a:lnTo><a:lnTo><a:pt x="1765" y="6883"/></a:lnTo><a:lnTo><a:pt x="1600" y="6959"/></a:lnTo><a:lnTo><a:pt x="1346" y="7048"/></a:lnTo><a:lnTo><a:pt x="1003" y="7302"/></a:lnTo><a:lnTo><a:pt x="673" y="7556"/></a:lnTo><a:lnTo><a:pt x="419" y="7886"/></a:lnTo><a:lnTo><a:pt x="165" y="8305"/></a:lnTo><a:lnTo><a:pt x="88" y="8724"/></a:lnTo><a:lnTo><a:pt x="0" y="9144"/></a:lnTo><a:lnTo><a:pt x="88" y="9563"/></a:lnTo><a:lnTo><a:pt x="165" y="9982"/></a:lnTo><a:lnTo><a:pt x="419" y="10401"/></a:lnTo><a:lnTo><a:pt x="673" y="10744"/></a:lnTo><a:lnTo><a:pt x="1003" y="10998"/></a:lnTo><a:lnTo><a:pt x="3530" y="10998"/></a:lnTo><a:lnTo><a:pt x="3860" y="10744"/></a:lnTo><a:lnTo><a:pt x="4203" y="10401"/></a:lnTo><a:lnTo><a:pt x="4368" y="9982"/></a:lnTo><a:lnTo><a:pt x="4533" y="9563"/></a:lnTo><a:lnTo><a:pt x="4622" y="9144"/></a:lnTo><a:close/></a:path><a:path w="22225" h="11429"><a:moveTo><a:pt x="21666" y="76"/></a:moveTo><a:lnTo><a:pt x="18135" y="76"/></a:lnTo><a:lnTo><a:pt x="18300" y="241"/></a:lnTo><a:lnTo><a:pt x="18389" y="419"/></a:lnTo><a:lnTo><a:pt x="18643" y="584"/></a:lnTo><a:lnTo><a:pt x="18973" y="749"/></a:lnTo><a:lnTo><a:pt x="19151" y="838"/></a:lnTo><a:lnTo><a:pt x="19392" y="838"/></a:lnTo><a:lnTo><a:pt x="19570" y="914"/></a:lnTo><a:lnTo><a:pt x="20154" y="914"/></a:lnTo><a:lnTo><a:pt x="20408" y="838"/></a:lnTo><a:lnTo><a:pt x="20574" y="838"/></a:lnTo><a:lnTo><a:pt x="20828" y="749"/></a:lnTo><a:lnTo><a:pt x="20993" y="660"/></a:lnTo><a:lnTo><a:pt x="21158" y="584"/></a:lnTo><a:lnTo><a:pt x="21323" y="419"/></a:lnTo><a:lnTo><a:pt x="21501" y="241"/></a:lnTo><a:lnTo><a:pt x="21666" y="76"/></a:lnTo><a:close/></a:path><a:path w="22225" h="11429"><a:moveTo><a:pt x="21755" y="0"/></a:moveTo><a:lnTo><a:pt x="18059" y="0"/></a:lnTo><a:lnTo><a:pt x="21666" y="76"/></a:lnTo><a:close/></a:path></a:pathLst></a:custGeom><a:solidFill><a:srgbClr val="000000"/></a:solidFill></p:spPr><p:txBody><a:bodyPr wrap="square" lIns="0" tIns="0" rIns="0" bIns="0" rtlCol="0"/><a:lstStyle/><a:p/></p:txBody></p:sp><p:sp><p:nvSpPr><p:cNvPr id="724" name="object 724"/><p:cNvSpPr/><p:nvPr/></p:nvSpPr><p:spPr><a:xfrm><a:off x="16755124" y="12108145"/><a:ext cx="20320" cy="12700"/></a:xfrm><a:custGeom><a:avLst/><a:gdLst/><a:ahLst/><a:cxnLst/><a:rect l="l" t="t" r="r" b="b"/><a:pathLst><a:path w="20319" h="12700"><a:moveTo><a:pt x="4533" y="9740"/></a:moveTo><a:lnTo><a:pt x="4445" y="9398"/></a:lnTo><a:lnTo><a:pt x="4368" y="9067"/></a:lnTo><a:lnTo><a:pt x="4114" y="8648"/></a:lnTo><a:lnTo><a:pt x="3860" y="8394"/></a:lnTo><a:lnTo><a:pt x="3517" y="8140"/></a:lnTo><a:lnTo><a:pt x="3098" y="7886"/></a:lnTo><a:lnTo><a:pt x="2679" y="7810"/></a:lnTo><a:lnTo><a:pt x="2260" y="7721"/></a:lnTo><a:lnTo><a:pt x="1930" y="7810"/></a:lnTo><a:lnTo><a:pt x="1511" y="7886"/></a:lnTo><a:lnTo><a:pt x="1092" y="8051"/></a:lnTo><a:lnTo><a:pt x="749" y="8305"/></a:lnTo><a:lnTo><a:pt x="495" y="8648"/></a:lnTo><a:lnTo><a:pt x="254" y="8978"/></a:lnTo><a:lnTo><a:pt x="76" y="9321"/></a:lnTo><a:lnTo><a:pt x="0" y="9740"/></a:lnTo><a:lnTo><a:pt x="0" y="10160"/></a:lnTo><a:lnTo><a:pt x="76" y="10579"/></a:lnTo><a:lnTo><a:pt x="254" y="10998"/></a:lnTo><a:lnTo><a:pt x="419" y="11328"/></a:lnTo><a:lnTo><a:pt x="749" y="11671"/></a:lnTo><a:lnTo><a:pt x="1092" y="11925"/></a:lnTo><a:lnTo><a:pt x="1422" y="12090"/></a:lnTo><a:lnTo><a:pt x="1841" y="12255"/></a:lnTo><a:lnTo><a:pt x="2768" y="12255"/></a:lnTo><a:lnTo><a:pt x="3022" y="12166"/></a:lnTo><a:lnTo><a:pt x="3441" y="12001"/></a:lnTo><a:lnTo><a:pt x="3771" y="11747"/></a:lnTo><a:lnTo><a:pt x="4025" y="11417"/></a:lnTo><a:lnTo><a:pt x="4279" y="11074"/></a:lnTo><a:lnTo><a:pt x="4445" y="10655"/></a:lnTo><a:lnTo><a:pt x="4533" y="10236"/></a:lnTo><a:lnTo><a:pt x="4533" y="9817"/></a:lnTo><a:close/></a:path><a:path w="20319" h="12700"><a:moveTo><a:pt x="20154" y="0"/></a:moveTo><a:lnTo><a:pt x="17716" y="0"/></a:lnTo><a:lnTo><a:pt x="18046" y="241"/></a:lnTo><a:lnTo><a:pt x="18465" y="330"/></a:lnTo><a:lnTo><a:pt x="18884" y="419"/></a:lnTo><a:lnTo><a:pt x="19392" y="330"/></a:lnTo><a:lnTo><a:pt x="19812" y="241"/></a:lnTo><a:lnTo><a:pt x="20154" y="0"/></a:lnTo><a:close/></a:path></a:pathLst></a:custGeom><a:solidFill><a:srgbClr val="000000"/></a:solidFill></p:spPr><p:txBody><a:bodyPr wrap="square" lIns="0" tIns="0" rIns="0" bIns="0" rtlCol="0"/><a:lstStyle/><a:p/></p:txBody></p:sp><p:sp><p:nvSpPr><p:cNvPr id="725" name="object 725"/><p:cNvSpPr/><p:nvPr/></p:nvSpPr><p:spPr><a:xfrm><a:off x="16726574" y="12120312"/><a:ext cx="31750" cy="23495"/></a:xfrm><a:custGeom><a:avLst/><a:gdLst/><a:ahLst/><a:cxnLst/><a:rect l="l" t="t" r="r" b="b"/><a:pathLst><a:path w="31750" h="23495"><a:moveTo><a:pt x="1511" y="23431"/></a:moveTo><a:lnTo><a:pt x="1257" y="23342"/></a:lnTo><a:lnTo><a:pt x="1092" y="23266"/></a:lnTo><a:lnTo><a:pt x="495" y="23266"/></a:lnTo><a:lnTo><a:pt x="241" y="23342"/></a:lnTo><a:lnTo><a:pt x="0" y="23431"/></a:lnTo><a:lnTo><a:pt x="1511" y="23431"/></a:lnTo><a:close/></a:path><a:path w="31750" h="23495"><a:moveTo><a:pt x="17462" y="10502"/></a:moveTo><a:lnTo><a:pt x="17297" y="10248"/></a:lnTo><a:lnTo><a:pt x="17297" y="10083"/></a:lnTo><a:lnTo><a:pt x="17119" y="9829"/></a:lnTo><a:lnTo><a:pt x="16878" y="9486"/></a:lnTo><a:lnTo><a:pt x="16700" y="9410"/></a:lnTo><a:lnTo><a:pt x="16535" y="9245"/></a:lnTo><a:lnTo><a:pt x="16370" y="9156"/></a:lnTo><a:lnTo><a:pt x="16205" y="8991"/></a:lnTo><a:lnTo><a:pt x="15951" y="8902"/></a:lnTo><a:lnTo><a:pt x="15786" y="8826"/></a:lnTo><a:lnTo><a:pt x="14693" y="8826"/></a:lnTo><a:lnTo><a:pt x="14439" y="8902"/></a:lnTo><a:lnTo><a:pt x="14274" y="8991"/></a:lnTo><a:lnTo><a:pt x="14020" y="9156"/></a:lnTo><a:lnTo><a:pt x="13677" y="9410"/></a:lnTo><a:lnTo><a:pt x="13347" y="9740"/></a:lnTo><a:lnTo><a:pt x="13182" y="10083"/></a:lnTo><a:lnTo><a:pt x="13093" y="10248"/></a:lnTo><a:lnTo><a:pt x="13004" y="10502"/></a:lnTo><a:lnTo><a:pt x="13004" y="10668"/></a:lnTo><a:lnTo><a:pt x="12928" y="10998"/></a:lnTo><a:lnTo><a:pt x="13004" y="11430"/></a:lnTo><a:lnTo><a:pt x="13093" y="11849"/></a:lnTo><a:lnTo><a:pt x="13258" y="12268"/></a:lnTo><a:lnTo><a:pt x="13512" y="12598"/></a:lnTo><a:lnTo><a:pt x="13855" y="12852"/></a:lnTo><a:lnTo><a:pt x="14185" y="13106"/></a:lnTo><a:lnTo><a:pt x="14605" y="13271"/></a:lnTo><a:lnTo><a:pt x="15024" y="13360"/></a:lnTo><a:lnTo><a:pt x="15443" y="13360"/></a:lnTo><a:lnTo><a:pt x="15786" y="13271"/></a:lnTo><a:lnTo><a:pt x="16205" y="13106"/></a:lnTo><a:lnTo><a:pt x="16535" y="12941"/></a:lnTo><a:lnTo><a:pt x="16878" y="12598"/></a:lnTo><a:lnTo><a:pt x="17119" y="12268"/></a:lnTo><a:lnTo><a:pt x="17373" y="11849"/></a:lnTo><a:lnTo><a:pt x="17462" y="11506"/></a:lnTo><a:lnTo><a:pt x="17462" y="11087"/></a:lnTo><a:lnTo><a:pt x="17462" y="10668"/></a:lnTo><a:lnTo><a:pt x="17462" y="10502"/></a:lnTo><a:close/></a:path><a:path w="31750" h="23495"><a:moveTo><a:pt x="31572" y="0"/></a:moveTo><a:lnTo><a:pt x="30060" y="0"/></a:lnTo><a:lnTo><a:pt x="31153" y="88"/></a:lnTo><a:lnTo><a:pt x="31318" y="88"/></a:lnTo><a:lnTo><a:pt x="31572" y="0"/></a:lnTo><a:close/></a:path></a:pathLst></a:custGeom><a:solidFill><a:srgbClr val="000000"/></a:solidFill></p:spPr><p:txBody><a:bodyPr wrap="square" lIns="0" tIns="0" rIns="0" bIns="0" rtlCol="0"/><a:lstStyle/><a:p/></p:txBody></p:sp><p:sp><p:nvSpPr><p:cNvPr id="726" name="object 726"/><p:cNvSpPr/><p:nvPr/></p:nvSpPr><p:spPr><a:xfrm><a:off x="16712630" y="12143654"/><a:ext cx="17145" cy="16510"/></a:xfrm><a:custGeom><a:avLst/><a:gdLst/><a:ahLst/><a:cxnLst/><a:rect l="l" t="t" r="r" b="b"/><a:pathLst><a:path w="17144" h="16509"><a:moveTo><a:pt x="2933" y="16129"/></a:moveTo><a:lnTo><a:pt x="2603" y="15786"/></a:lnTo><a:lnTo><a:pt x="2184" y="15621"/></a:lnTo><a:lnTo><a:pt x="1676" y="15544"/></a:lnTo><a:lnTo><a:pt x="1181" y="15544"/></a:lnTo><a:lnTo><a:pt x="927" y="15621"/></a:lnTo><a:lnTo><a:pt x="749" y="15621"/></a:lnTo><a:lnTo><a:pt x="508" y="15786"/></a:lnTo><a:lnTo><a:pt x="330" y="15786"/></a:lnTo><a:lnTo><a:pt x="88" y="16040"/></a:lnTo><a:lnTo><a:pt x="2933" y="16129"/></a:lnTo><a:close/></a:path><a:path w="17144" h="16509"><a:moveTo><a:pt x="15455" y="88"/></a:moveTo><a:lnTo><a:pt x="15201" y="0"/></a:lnTo><a:lnTo><a:pt x="14185" y="0"/></a:lnTo><a:lnTo><a:pt x="15455" y="88"/></a:lnTo><a:close/></a:path><a:path w="17144" h="16509"><a:moveTo><a:pt x="16967" y="1854"/></a:moveTo><a:lnTo><a:pt x="16878" y="1600"/></a:lnTo><a:lnTo><a:pt x="16789" y="1435"/></a:lnTo><a:lnTo><a:pt x="16713" y="1181"/></a:lnTo><a:lnTo><a:pt x="16624" y="1016"/></a:lnTo><a:lnTo><a:pt x="16548" y="850"/></a:lnTo><a:lnTo><a:pt x="16370" y="673"/></a:lnTo><a:lnTo><a:pt x="16205" y="508"/></a:lnTo><a:lnTo><a:pt x="16040" y="342"/></a:lnTo><a:lnTo><a:pt x="15875" y="254"/></a:lnTo><a:lnTo><a:pt x="15621" y="177"/></a:lnTo><a:lnTo><a:pt x="15455" y="88"/></a:lnTo><a:lnTo><a:pt x="13944" y="88"/></a:lnTo><a:lnTo><a:pt x="13766" y="177"/></a:lnTo><a:lnTo><a:pt x="13525" y="254"/></a:lnTo><a:lnTo><a:pt x="13347" y="342"/></a:lnTo><a:lnTo><a:pt x="13182" y="508"/></a:lnTo><a:lnTo><a:pt x="13017" y="673"/></a:lnTo><a:lnTo><a:pt x="12852" y="850"/></a:lnTo><a:lnTo><a:pt x="12763" y="1016"/></a:lnTo><a:lnTo><a:pt x="12674" y="1181"/></a:lnTo><a:lnTo><a:pt x="12598" y="1435"/></a:lnTo><a:lnTo><a:pt x="12509" y="1600"/></a:lnTo><a:lnTo><a:pt x="12433" y="1854"/></a:lnTo><a:lnTo><a:pt x="12433" y="2019"/></a:lnTo><a:lnTo><a:pt x="12433" y="2273"/></a:lnTo><a:lnTo><a:pt x="12433" y="2438"/></a:lnTo><a:lnTo><a:pt x="12509" y="2781"/></a:lnTo><a:lnTo><a:pt x="12598" y="3200"/></a:lnTo><a:lnTo><a:pt x="12852" y="3530"/></a:lnTo><a:lnTo><a:pt x="13182" y="3873"/></a:lnTo><a:lnTo><a:pt x="13525" y="4114"/></a:lnTo><a:lnTo><a:pt x="13855" y="4292"/></a:lnTo><a:lnTo><a:pt x="14274" y="4457"/></a:lnTo><a:lnTo><a:pt x="15113" y="4457"/></a:lnTo><a:lnTo><a:pt x="16878" y="2857"/></a:lnTo><a:lnTo><a:pt x="16967" y="2438"/></a:lnTo><a:lnTo><a:pt x="16967" y="2273"/></a:lnTo><a:lnTo><a:pt x="16967" y="2019"/></a:lnTo><a:lnTo><a:pt x="16967" y="1854"/></a:lnTo><a:close/></a:path></a:pathLst></a:custGeom><a:solidFill><a:srgbClr val="000000"/></a:solidFill></p:spPr><p:txBody><a:bodyPr wrap="square" lIns="0" tIns="0" rIns="0" bIns="0" rtlCol="0"/><a:lstStyle/><a:p/></p:txBody></p:sp><p:sp><p:nvSpPr><p:cNvPr id="727" name="object 727"/><p:cNvSpPr/><p:nvPr/></p:nvSpPr><p:spPr><a:xfrm><a:off x="16700196" y="12159695"/><a:ext cx="16510" cy="17780"/></a:xfrm><a:custGeom><a:avLst/><a:gdLst/><a:ahLst/><a:cxnLst/><a:rect l="l" t="t" r="r" b="b"/><a:pathLst><a:path w="16509" h="17779"><a:moveTo><a:pt x="4038" y="17386"/></a:moveTo><a:lnTo><a:pt x="3873" y="17132"/></a:lnTo><a:lnTo><a:pt x="3619" y="16802"/></a:lnTo><a:lnTo><a:pt x="3276" y="16548"/></a:lnTo><a:lnTo><a:pt x="3111" y="16459"/></a:lnTo><a:lnTo><a:pt x="2857" y="16294"/></a:lnTo><a:lnTo><a:pt x="2527" y="16205"/></a:lnTo><a:lnTo><a:pt x="2362" y="16205"/></a:lnTo><a:lnTo><a:pt x="2108" y="16129"/></a:lnTo><a:lnTo><a:pt x="1689" y="16205"/></a:lnTo><a:lnTo><a:pt x="1270" y="16294"/></a:lnTo><a:lnTo><a:pt x="850" y="16459"/></a:lnTo><a:lnTo><a:pt x="508" y="16713"/></a:lnTo><a:lnTo><a:pt x="254" y="17043"/></a:lnTo><a:lnTo><a:pt x="0" y="17386"/></a:lnTo><a:lnTo><a:pt x="4038" y="17386"/></a:lnTo><a:close/></a:path><a:path w="16509" h="17779"><a:moveTo><a:pt x="15367" y="88"/></a:moveTo><a:lnTo><a:pt x="12522" y="0"/></a:lnTo><a:lnTo><a:pt x="15367" y="88"/></a:lnTo><a:close/></a:path><a:path w="16509" h="17779"><a:moveTo><a:pt x="16217" y="1765"/></a:moveTo><a:lnTo><a:pt x="16129" y="1600"/></a:lnTo><a:lnTo><a:pt x="16129" y="1346"/></a:lnTo><a:lnTo><a:pt x="16129" y="1181"/></a:lnTo><a:lnTo><a:pt x="16040" y="1016"/></a:lnTo><a:lnTo><a:pt x="15963" y="762"/></a:lnTo><a:lnTo><a:pt x="15875" y="596"/></a:lnTo><a:lnTo><a:pt x="15709" y="342"/></a:lnTo><a:lnTo><a:pt x="15367" y="88"/></a:lnTo><a:lnTo><a:pt x="12433" y="88"/></a:lnTo><a:lnTo><a:pt x="11760" y="1016"/></a:lnTo><a:lnTo><a:pt x="11671" y="1181"/></a:lnTo><a:lnTo><a:pt x="11671" y="1346"/></a:lnTo><a:lnTo><a:pt x="11595" y="1600"/></a:lnTo><a:lnTo><a:pt x="11671" y="1765"/></a:lnTo><a:lnTo><a:pt x="11671" y="2019"/></a:lnTo><a:lnTo><a:pt x="11671" y="2184"/></a:lnTo><a:lnTo><a:pt x="11760" y="2527"/></a:lnTo><a:lnTo><a:pt x="11925" y="2857"/></a:lnTo><a:lnTo><a:pt x="12014" y="3022"/></a:lnTo><a:lnTo><a:pt x="12179" y="3276"/></a:lnTo><a:lnTo><a:pt x="12522" y="3530"/></a:lnTo><a:lnTo><a:pt x="12852" y="3784"/></a:lnTo><a:lnTo><a:pt x="13271" y="3949"/></a:lnTo><a:lnTo><a:pt x="13690" y="4038"/></a:lnTo><a:lnTo><a:pt x="14109" y="4038"/></a:lnTo><a:lnTo><a:pt x="14528" y="3949"/></a:lnTo><a:lnTo><a:pt x="14871" y="3784"/></a:lnTo><a:lnTo><a:pt x="15290" y="3619"/></a:lnTo><a:lnTo><a:pt x="15544" y="3365"/></a:lnTo><a:lnTo><a:pt x="15786" y="3022"/></a:lnTo><a:lnTo><a:pt x="15875" y="2857"/></a:lnTo><a:lnTo><a:pt x="16040" y="2603"/></a:lnTo><a:lnTo><a:pt x="16129" y="2184"/></a:lnTo><a:lnTo><a:pt x="16129" y="2019"/></a:lnTo><a:lnTo><a:pt x="16217" y="1765"/></a:lnTo><a:close/></a:path></a:pathLst></a:custGeom><a:solidFill><a:srgbClr val="000000"/></a:solidFill></p:spPr><p:txBody><a:bodyPr wrap="square" lIns="0" tIns="0" rIns="0" bIns="0" rtlCol="0"/><a:lstStyle/><a:p/></p:txBody></p:sp><p:sp><p:nvSpPr><p:cNvPr id="728" name="object 728"/><p:cNvSpPr/><p:nvPr/></p:nvSpPr><p:spPr><a:xfrm><a:off x="16689452" y="12176827"/><a:ext cx="15240" cy="19050"/></a:xfrm><a:custGeom><a:avLst/><a:gdLst/><a:ahLst/><a:cxnLst/><a:rect l="l" t="t" r="r" b="b"/><a:pathLst><a:path w="15240" h="19050"><a:moveTo><a:pt x="4533" y="18554"/></a:moveTo><a:lnTo><a:pt x="4445" y="18224"/></a:lnTo><a:lnTo><a:pt x="4279" y="17805"/></a:lnTo><a:lnTo><a:pt x="4025" y="17386"/></a:lnTo><a:lnTo><a:pt x="3695" y="17132"/></a:lnTo><a:lnTo><a:pt x="3365" y="16878"/></a:lnTo><a:lnTo><a:pt x="2933" y="16713"/></a:lnTo><a:lnTo><a:pt x="2514" y="16624"/></a:lnTo><a:lnTo><a:pt x="2095" y="16624"/></a:lnTo><a:lnTo><a:pt x="1600" y="16713"/></a:lnTo><a:lnTo><a:pt x="1257" y="16878"/></a:lnTo><a:lnTo><a:pt x="838" y="17132"/></a:lnTo><a:lnTo><a:pt x="584" y="17386"/></a:lnTo><a:lnTo><a:pt x="330" y="17716"/></a:lnTo><a:lnTo><a:pt x="165" y="18135"/></a:lnTo><a:lnTo><a:pt x="88" y="18554"/></a:lnTo><a:lnTo><a:pt x="4533" y="18643"/></a:lnTo><a:close/></a:path><a:path w="15240" h="19050"><a:moveTo><a:pt x="14782" y="254"/></a:moveTo><a:lnTo><a:pt x="14617" y="0"/></a:lnTo><a:lnTo><a:pt x="10922" y="0"/></a:lnTo><a:lnTo><a:pt x="14782" y="254"/></a:lnTo><a:close/></a:path><a:path w="15240" h="19050"><a:moveTo><a:pt x="15036" y="1003"/></a:moveTo><a:lnTo><a:pt x="14947" y="838"/></a:lnTo><a:lnTo><a:pt x="14947" y="584"/></a:lnTo><a:lnTo><a:pt x="14859" y="419"/></a:lnTo><a:lnTo><a:pt x="14782" y="254"/></a:lnTo><a:lnTo><a:pt x="10744" y="254"/></a:lnTo><a:lnTo><a:pt x="10668" y="419"/></a:lnTo><a:lnTo><a:pt x="10579" y="584"/></a:lnTo><a:lnTo><a:pt x="10579" y="838"/></a:lnTo><a:lnTo><a:pt x="10502" y="1003"/></a:lnTo><a:lnTo><a:pt x="10502" y="1257"/></a:lnTo><a:lnTo><a:pt x="10502" y="1422"/></a:lnTo><a:lnTo><a:pt x="10502" y="1676"/></a:lnTo><a:lnTo><a:pt x="10579" y="1854"/></a:lnTo><a:lnTo><a:pt x="10668" y="2095"/></a:lnTo><a:lnTo><a:pt x="10668" y="2273"/></a:lnTo><a:lnTo><a:pt x="10833" y="2514"/></a:lnTo><a:lnTo><a:pt x="11163" y="2857"/></a:lnTo><a:lnTo><a:pt x="11506" y="3187"/></a:lnTo><a:lnTo><a:pt x="11836" y="3365"/></a:lnTo><a:lnTo><a:pt x="12344" y="3530"/></a:lnTo><a:lnTo><a:pt x="13106" y="3530"/></a:lnTo><a:lnTo><a:pt x="13271" y="3530"/></a:lnTo><a:lnTo><a:pt x="13601" y="3365"/></a:lnTo><a:lnTo><a:pt x="14020" y="3187"/></a:lnTo><a:lnTo><a:pt x="14363" y="2933"/></a:lnTo><a:lnTo><a:pt x="14617" y="2603"/></a:lnTo><a:lnTo><a:pt x="14782" y="2273"/></a:lnTo><a:lnTo><a:pt x="14859" y="2095"/></a:lnTo><a:lnTo><a:pt x="14947" y="1854"/></a:lnTo><a:lnTo><a:pt x="15036" y="1676"/></a:lnTo><a:lnTo><a:pt x="15036" y="1422"/></a:lnTo><a:lnTo><a:pt x="15036" y="1257"/></a:lnTo><a:lnTo><a:pt x="15036" y="1003"/></a:lnTo><a:close/></a:path></a:pathLst></a:custGeom><a:solidFill><a:srgbClr val="000000"/></a:solidFill></p:spPr><p:txBody><a:bodyPr wrap="square" lIns="0" tIns="0" rIns="0" bIns="0" rtlCol="0"/><a:lstStyle/><a:p/></p:txBody></p:sp><p:sp><p:nvSpPr><p:cNvPr id="729" name="object 729"/><p:cNvSpPr/><p:nvPr/></p:nvSpPr><p:spPr><a:xfrm><a:off x="16680473" y="12195382"/><a:ext cx="13970" cy="19685"/></a:xfrm><a:custGeom><a:avLst/><a:gdLst/><a:ahLst/><a:cxnLst/><a:rect l="l" t="t" r="r" b="b"/><a:pathLst><a:path w="13969" h="19684"><a:moveTo><a:pt x="4533" y="18135"/></a:moveTo><a:lnTo><a:pt x="4356" y="17805"/></a:lnTo><a:lnTo><a:pt x="4114" y="17386"/></a:lnTo><a:lnTo><a:pt x="3860" y="17043"/></a:lnTo><a:lnTo><a:pt x="3517" y="16802"/></a:lnTo><a:lnTo><a:pt x="3187" y="16624"/></a:lnTo><a:lnTo><a:pt x="2768" y="16459"/></a:lnTo><a:lnTo><a:pt x="2590" y="16459"/></a:lnTo><a:lnTo><a:pt x="2349" y="16383"/></a:lnTo><a:lnTo><a:pt x="1841" y="16459"/></a:lnTo><a:lnTo><a:pt x="1422" y="16548"/></a:lnTo><a:lnTo><a:pt x="1079" y="16802"/></a:lnTo><a:lnTo><a:pt x="660" y="17043"/></a:lnTo><a:lnTo><a:pt x="419" y="17386"/></a:lnTo><a:lnTo><a:pt x="165" y="17716"/></a:lnTo><a:lnTo><a:pt x="76" y="18135"/></a:lnTo><a:lnTo><a:pt x="0" y="18554"/></a:lnTo><a:lnTo><a:pt x="0" y="18986"/></a:lnTo><a:lnTo><a:pt x="165" y="19405"/></a:lnTo><a:lnTo><a:pt x="4445" y="19405"/></a:lnTo><a:lnTo><a:pt x="4533" y="19062"/></a:lnTo><a:lnTo><a:pt x="4533" y="18643"/></a:lnTo><a:lnTo><a:pt x="4533" y="18224"/></a:lnTo><a:close/></a:path><a:path w="13969" h="19684"><a:moveTo><a:pt x="13512" y="88"/></a:moveTo><a:lnTo><a:pt x="8978" y="88"/></a:lnTo><a:lnTo><a:pt x="8978" y="419"/></a:lnTo><a:lnTo><a:pt x="9067" y="762"/></a:lnTo><a:lnTo><a:pt x="9067" y="927"/></a:lnTo><a:lnTo><a:pt x="9144" y="1181"/></a:lnTo><a:lnTo><a:pt x="9232" y="1346"/></a:lnTo><a:lnTo><a:pt x="9398" y="1600"/></a:lnTo><a:lnTo><a:pt x="9486" y="1765"/></a:lnTo><a:lnTo><a:pt x="9652" y="1930"/></a:lnTo><a:lnTo><a:pt x="9817" y="2108"/></a:lnTo><a:lnTo><a:pt x="9982" y="2184"/></a:lnTo><a:lnTo><a:pt x="10160" y="2349"/></a:lnTo><a:lnTo><a:pt x="10325" y="2349"/></a:lnTo><a:lnTo><a:pt x="10579" y="2438"/></a:lnTo><a:lnTo><a:pt x="10744" y="2527"/></a:lnTo><a:lnTo><a:pt x="10998" y="2603"/></a:lnTo><a:lnTo><a:pt x="11493" y="2603"/></a:lnTo><a:lnTo><a:pt x="11836" y="2527"/></a:lnTo><a:lnTo><a:pt x="12166" y="2349"/></a:lnTo><a:lnTo><a:pt x="12344" y="2349"/></a:lnTo><a:lnTo><a:pt x="12585" y="2184"/></a:lnTo><a:lnTo><a:pt x="12928" y="1930"/></a:lnTo><a:lnTo><a:pt x="13004" y="1765"/></a:lnTo><a:lnTo><a:pt x="13182" y="1600"/></a:lnTo><a:lnTo><a:pt x="13258" y="1346"/></a:lnTo><a:lnTo><a:pt x="13347" y="1181"/></a:lnTo><a:lnTo><a:pt x="13423" y="927"/></a:lnTo><a:lnTo><a:pt x="13512" y="762"/></a:lnTo><a:lnTo><a:pt x="13512" y="508"/></a:lnTo><a:lnTo><a:pt x="13512" y="88"/></a:lnTo><a:close/></a:path><a:path w="13969" h="19684"><a:moveTo><a:pt x="13512" y="0"/></a:moveTo><a:lnTo><a:pt x="9067" y="0"/></a:lnTo><a:lnTo><a:pt x="13512" y="88"/></a:lnTo><a:close/></a:path></a:pathLst></a:custGeom><a:solidFill><a:srgbClr val="000000"/></a:solidFill></p:spPr><p:txBody><a:bodyPr wrap="square" lIns="0" tIns="0" rIns="0" bIns="0" rtlCol="0"/><a:lstStyle/><a:p/></p:txBody></p:sp><p:sp><p:nvSpPr><p:cNvPr id="730" name="object 730"/><p:cNvSpPr/><p:nvPr/></p:nvSpPr><p:spPr><a:xfrm><a:off x="16673082" y="12214444"/><a:ext cx="12065" cy="20320"/></a:xfrm><a:custGeom><a:avLst/><a:gdLst/><a:ahLst/><a:cxnLst/><a:rect l="l" t="t" r="r" b="b"/><a:pathLst><a:path w="12065" h="20320"><a:moveTo><a:pt x="4533" y="18808"/></a:moveTo><a:lnTo><a:pt x="4445" y="18389"/></a:lnTo><a:lnTo><a:pt x="4356" y="17970"/></a:lnTo><a:lnTo><a:pt x="4191" y="17551"/></a:lnTo><a:lnTo><a:pt x="4025" y="17221"/></a:lnTo><a:lnTo><a:pt x="3695" y="16967"/></a:lnTo><a:lnTo><a:pt x="3352" y="16713"/></a:lnTo><a:lnTo><a:pt x="3187" y="16624"/></a:lnTo><a:lnTo><a:pt x="2933" y="16548"/></a:lnTo><a:lnTo><a:pt x="2768" y="16459"/></a:lnTo><a:lnTo><a:pt x="2514" y="16459"/></a:lnTo><a:lnTo><a:pt x="2095" y="16370"/></a:lnTo><a:lnTo><a:pt x="1676" y="16459"/></a:lnTo><a:lnTo><a:pt x="1511" y="16548"/></a:lnTo><a:lnTo><a:pt x="1257" y="16624"/></a:lnTo><a:lnTo><a:pt x="838" y="16878"/></a:lnTo><a:lnTo><a:pt x="495" y="17221"/></a:lnTo><a:lnTo><a:pt x="241" y="17551"/></a:lnTo><a:lnTo><a:pt x="76" y="17970"/></a:lnTo><a:lnTo><a:pt x="0" y="18389"/></a:lnTo><a:lnTo><a:pt x="0" y="18808"/></a:lnTo><a:lnTo><a:pt x="0" y="19227"/></a:lnTo><a:lnTo><a:pt x="165" y="19646"/></a:lnTo><a:lnTo><a:pt x="330" y="19989"/></a:lnTo><a:lnTo><a:pt x="4025" y="20066"/></a:lnTo><a:lnTo><a:pt x="4279" y="19646"/></a:lnTo><a:lnTo><a:pt x="4445" y="19316"/></a:lnTo><a:lnTo><a:pt x="4533" y="18808"/></a:lnTo><a:close/></a:path><a:path w="12065" h="20320"><a:moveTo><a:pt x="11836" y="342"/></a:moveTo><a:lnTo><a:pt x="7556" y="342"/></a:lnTo><a:lnTo><a:pt x="7721" y="762"/></a:lnTo><a:lnTo><a:pt x="7886" y="1092"/></a:lnTo><a:lnTo><a:pt x="8051" y="1181"/></a:lnTo><a:lnTo><a:pt x="8229" y="1346"/></a:lnTo><a:lnTo><a:pt x="8394" y="1511"/></a:lnTo><a:lnTo><a:pt x="8559" y="1600"/></a:lnTo><a:lnTo><a:pt x="8724" y="1676"/></a:lnTo><a:lnTo><a:pt x="8978" y="1765"/></a:lnTo><a:lnTo><a:pt x="9144" y="1854"/></a:lnTo><a:lnTo><a:pt x="9398" y="1854"/></a:lnTo><a:lnTo><a:pt x="9563" y="1930"/></a:lnTo><a:lnTo><a:pt x="9982" y="1854"/></a:lnTo><a:lnTo><a:pt x="10160" y="1854"/></a:lnTo><a:lnTo><a:pt x="10414" y="1765"/></a:lnTo><a:lnTo><a:pt x="10579" y="1676"/></a:lnTo><a:lnTo><a:pt x="10744" y="1600"/></a:lnTo><a:lnTo><a:pt x="10909" y="1511"/></a:lnTo><a:lnTo><a:pt x="11163" y="1346"/></a:lnTo><a:lnTo><a:pt x="11328" y="1181"/></a:lnTo><a:lnTo><a:pt x="11582" y="838"/></a:lnTo><a:lnTo><a:pt x="11747" y="419"/></a:lnTo><a:close/></a:path><a:path w="12065" h="20320"><a:moveTo><a:pt x="11925" y="0"/></a:moveTo><a:lnTo><a:pt x="7467" y="0"/></a:lnTo><a:lnTo><a:pt x="11836" y="342"/></a:lnTo><a:lnTo><a:pt x="11925" y="0"/></a:lnTo><a:close/></a:path></a:pathLst></a:custGeom><a:solidFill><a:srgbClr val="000000"/></a:solidFill></p:spPr><p:txBody><a:bodyPr wrap="square" lIns="0" tIns="0" rIns="0" bIns="0" rtlCol="0"/><a:lstStyle/><a:p/></p:txBody></p:sp><p:sp><p:nvSpPr><p:cNvPr id="731" name="object 731"/><p:cNvSpPr/><p:nvPr/></p:nvSpPr><p:spPr><a:xfrm><a:off x="16667202" y="12234434"/><a:ext cx="10160" cy="20320"/></a:xfrm><a:custGeom><a:avLst/><a:gdLst/><a:ahLst/><a:cxnLst/><a:rect l="l" t="t" r="r" b="b"/><a:pathLst><a:path w="10159" h="20320"><a:moveTo><a:pt x="4533" y="17792"/></a:moveTo><a:lnTo><a:pt x="4368" y="17373"/></a:lnTo><a:lnTo><a:pt x="4191" y="17043"/></a:lnTo><a:lnTo><a:pt x="3949" y="16713"/></a:lnTo><a:lnTo><a:pt x="3771" y="16624"/></a:lnTo><a:lnTo><a:pt x="3606" y="16459"/></a:lnTo><a:lnTo><a:pt x="3441" y="16370"/></a:lnTo><a:lnTo><a:pt x="3187" y="16205"/></a:lnTo><a:lnTo><a:pt x="3022" y="16205"/></a:lnTo><a:lnTo><a:pt x="2857" y="16116"/></a:lnTo><a:lnTo><a:pt x="2514" y="16040"/></a:lnTo><a:lnTo><a:pt x="1930" y="16040"/></a:lnTo><a:lnTo><a:pt x="1765" y="16116"/></a:lnTo><a:lnTo><a:pt x="1511" y="16205"/></a:lnTo><a:lnTo><a:pt x="1346" y="16205"/></a:lnTo><a:lnTo><a:pt x="1092" y="16370"/></a:lnTo><a:lnTo><a:pt x="749" y="16624"/></a:lnTo><a:lnTo><a:pt x="419" y="16954"/></a:lnTo><a:lnTo><a:pt x="254" y="17297"/></a:lnTo><a:lnTo><a:pt x="76" y="17716"/></a:lnTo><a:lnTo><a:pt x="0" y="18224"/></a:lnTo><a:lnTo><a:pt x="0" y="18643"/></a:lnTo><a:lnTo><a:pt x="165" y="19062"/></a:lnTo><a:lnTo><a:pt x="330" y="19481"/></a:lnTo><a:lnTo><a:pt x="584" y="19812"/></a:lnTo><a:lnTo><a:pt x="838" y="20066"/></a:lnTo><a:lnTo><a:pt x="1168" y="20320"/></a:lnTo><a:lnTo><a:pt x="3352" y="20320"/></a:lnTo><a:lnTo><a:pt x="3606" y="20154"/></a:lnTo><a:lnTo><a:pt x="3949" y="19812"/></a:lnTo><a:lnTo><a:pt x="4191" y="19481"/></a:lnTo><a:lnTo><a:pt x="4445" y="19062"/></a:lnTo><a:lnTo><a:pt x="4533" y="18643"/></a:lnTo><a:lnTo><a:pt x="4533" y="18224"/></a:lnTo><a:lnTo><a:pt x="4533" y="17792"/></a:lnTo><a:close/></a:path><a:path w="10159" h="20320"><a:moveTo><a:pt x="9906" y="76"/></a:moveTo><a:lnTo><a:pt x="6299" y="76"/></a:lnTo><a:lnTo><a:pt x="6553" y="330"/></a:lnTo><a:lnTo><a:pt x="6883" y="584"/></a:lnTo><a:lnTo><a:pt x="7213" y="749"/></a:lnTo><a:lnTo><a:pt x="7391" y="838"/></a:lnTo><a:lnTo><a:pt x="7632" y="914"/></a:lnTo><a:lnTo><a:pt x="7810" y="914"/></a:lnTo><a:lnTo><a:pt x="8229" y="1003"/></a:lnTo><a:lnTo><a:pt x="8394" y="914"/></a:lnTo><a:lnTo><a:pt x="8648" y="914"/></a:lnTo><a:lnTo><a:pt x="8813" y="838"/></a:lnTo><a:lnTo><a:pt x="8978" y="749"/></a:lnTo><a:lnTo><a:pt x="9232" y="673"/></a:lnTo><a:lnTo><a:pt x="9398" y="584"/></a:lnTo><a:lnTo><a:pt x="9575" y="419"/></a:lnTo><a:lnTo><a:pt x="9740" y="330"/></a:lnTo><a:lnTo><a:pt x="9906" y="76"/></a:lnTo><a:close/></a:path><a:path w="10159" h="20320"><a:moveTo><a:pt x="9994" y="0"/></a:moveTo><a:lnTo><a:pt x="6210" y="0"/></a:lnTo><a:lnTo><a:pt x="9906" y="76"/></a:lnTo><a:close/></a:path></a:pathLst></a:custGeom><a:solidFill><a:srgbClr val="000000"/></a:solidFill></p:spPr><p:txBody><a:bodyPr wrap="square" lIns="0" tIns="0" rIns="0" bIns="0" rtlCol="0"/><a:lstStyle/><a:p/></p:txBody></p:sp><p:sp><p:nvSpPr><p:cNvPr id="732" name="object 732"/><p:cNvSpPr/><p:nvPr/></p:nvSpPr><p:spPr><a:xfrm><a:off x="16662998" y="12254589"/><a:ext cx="8255" cy="20955"/></a:xfrm><a:custGeom><a:avLst/><a:gdLst/><a:ahLst/><a:cxnLst/><a:rect l="l" t="t" r="r" b="b"/><a:pathLst><a:path w="8255" h="20954"><a:moveTo><a:pt x="4533" y="17881"/></a:moveTo><a:lnTo><a:pt x="4457" y="17627"/></a:lnTo><a:lnTo><a:pt x="4368" y="17208"/></a:lnTo><a:lnTo><a:pt x="4114" y="16878"/></a:lnTo><a:lnTo><a:pt x="3860" y="16535"/></a:lnTo><a:lnTo><a:pt x="3530" y="16281"/></a:lnTo><a:lnTo><a:pt x="3111" y="16027"/></a:lnTo><a:lnTo><a:pt x="2692" y="15951"/></a:lnTo><a:lnTo><a:pt x="2273" y="15862"/></a:lnTo><a:lnTo><a:pt x="1930" y="15951"/></a:lnTo><a:lnTo><a:pt x="1511" y="16027"/></a:lnTo><a:lnTo><a:pt x="1181" y="16205"/></a:lnTo><a:lnTo><a:pt x="1016" y="16281"/></a:lnTo><a:lnTo><a:pt x="762" y="16446"/></a:lnTo><a:lnTo><a:pt x="508" y="16789"/></a:lnTo><a:lnTo><a:pt x="254" y="17119"/></a:lnTo><a:lnTo><a:pt x="88" y="17538"/></a:lnTo><a:lnTo><a:pt x="0" y="17881"/></a:lnTo><a:lnTo><a:pt x="0" y="18046"/></a:lnTo><a:lnTo><a:pt x="0" y="18300"/></a:lnTo><a:lnTo><a:pt x="0" y="18465"/></a:lnTo><a:lnTo><a:pt x="88" y="18719"/></a:lnTo><a:lnTo><a:pt x="88" y="18884"/></a:lnTo><a:lnTo><a:pt x="254" y="19138"/></a:lnTo><a:lnTo><a:pt x="419" y="19481"/></a:lnTo><a:lnTo><a:pt x="762" y="19812"/></a:lnTo><a:lnTo><a:pt x="1016" y="20066"/></a:lnTo><a:lnTo><a:pt x="1435" y="20320"/></a:lnTo><a:lnTo><a:pt x="1854" y="20396"/></a:lnTo><a:lnTo><a:pt x="2768" y="20396"/></a:lnTo><a:lnTo><a:pt x="3022" y="20320"/></a:lnTo><a:lnTo><a:pt x="3441" y="20142"/></a:lnTo><a:lnTo><a:pt x="3784" y="19900"/></a:lnTo><a:lnTo><a:pt x="4038" y="19558"/></a:lnTo><a:lnTo><a:pt x="4279" y="19227"/></a:lnTo><a:lnTo><a:pt x="4457" y="18884"/></a:lnTo><a:lnTo><a:pt x="4457" y="18719"/></a:lnTo><a:lnTo><a:pt x="4533" y="18465"/></a:lnTo><a:lnTo><a:pt x="4533" y="18300"/></a:lnTo><a:lnTo><a:pt x="4533" y="18046"/></a:lnTo><a:lnTo><a:pt x="4533" y="17881"/></a:lnTo><a:close/></a:path><a:path w="8255" h="20954"><a:moveTo><a:pt x="7556" y="165"/></a:moveTo><a:lnTo><a:pt x="5372" y="165"/></a:lnTo><a:lnTo><a:pt x="5791" y="330"/></a:lnTo><a:lnTo><a:pt x="6210" y="419"/></a:lnTo><a:lnTo><a:pt x="6718" y="419"/></a:lnTo><a:lnTo><a:pt x="6972" y="330"/></a:lnTo><a:lnTo><a:pt x="7137" y="330"/></a:lnTo><a:lnTo><a:pt x="7391" y="241"/></a:lnTo><a:lnTo><a:pt x="7556" y="165"/></a:lnTo><a:close/></a:path><a:path w="8255" h="20954"><a:moveTo><a:pt x="7810" y="0"/></a:moveTo><a:lnTo><a:pt x="5130" y="0"/></a:lnTo><a:lnTo><a:pt x="7556" y="165"/></a:lnTo><a:lnTo><a:pt x="7810" y="0"/></a:lnTo><a:close/></a:path></a:pathLst></a:custGeom><a:solidFill><a:srgbClr val="000000"/></a:solidFill></p:spPr><p:txBody><a:bodyPr wrap="square" lIns="0" tIns="0" rIns="0" bIns="0" rtlCol="0"/><a:lstStyle/><a:p/></p:txBody></p:sp><p:sp><p:nvSpPr><p:cNvPr id="733" name="object 733"/><p:cNvSpPr/><p:nvPr/></p:nvSpPr><p:spPr><a:xfrm><a:off x="16660483" y="12274909"/><a:ext cx="5715" cy="36830"/></a:xfrm><a:custGeom><a:avLst/><a:gdLst/><a:ahLst/><a:cxnLst/><a:rect l="l" t="t" r="r" b="b"/><a:pathLst><a:path w="5715" h="36829"><a:moveTo><a:pt x="2260" y="36525"/></a:moveTo><a:lnTo><a:pt x="1841" y="36360"/></a:lnTo><a:lnTo><a:pt x="1003" y="36360"/></a:lnTo><a:lnTo><a:pt x="584" y="36525"/></a:lnTo><a:lnTo><a:pt x="2260" y="36525"/></a:lnTo><a:close/></a:path><a:path w="5715" h="36829"><a:moveTo><a:pt x="4533" y="17792"/></a:moveTo><a:lnTo><a:pt x="4445" y="17462"/></a:lnTo><a:lnTo><a:pt x="4279" y="17043"/></a:lnTo><a:lnTo><a:pt x="4025" y="16700"/></a:lnTo><a:lnTo><a:pt x="3695" y="16370"/></a:lnTo><a:lnTo><a:pt x="3276" y="16116"/></a:lnTo><a:lnTo><a:pt x="2933" y="15951"/></a:lnTo><a:lnTo><a:pt x="2438" y="15862"/></a:lnTo><a:lnTo><a:pt x="2019" y="15862"/></a:lnTo><a:lnTo><a:pt x="1676" y="15951"/></a:lnTo><a:lnTo><a:pt x="1257" y="16116"/></a:lnTo><a:lnTo><a:pt x="838" y="16370"/></a:lnTo><a:lnTo><a:pt x="584" y="16624"/></a:lnTo><a:lnTo><a:pt x="330" y="16954"/></a:lnTo><a:lnTo><a:pt x="165" y="17373"/></a:lnTo><a:lnTo><a:pt x="0" y="17792"/></a:lnTo><a:lnTo><a:pt x="0" y="18211"/></a:lnTo><a:lnTo><a:pt x="0" y="18389"/></a:lnTo><a:lnTo><a:pt x="0" y="18630"/></a:lnTo><a:lnTo><a:pt x="76" y="18808"/></a:lnTo><a:lnTo><a:pt x="165" y="18973"/></a:lnTo><a:lnTo><a:pt x="254" y="19227"/></a:lnTo><a:lnTo><a:pt x="330" y="19392"/></a:lnTo><a:lnTo><a:pt x="495" y="19558"/></a:lnTo><a:lnTo><a:pt x="584" y="19723"/></a:lnTo><a:lnTo><a:pt x="838" y="19900"/></a:lnTo><a:lnTo><a:pt x="1168" y="20142"/></a:lnTo><a:lnTo><a:pt x="1587" y="20320"/></a:lnTo><a:lnTo><a:pt x="2019" y="20396"/></a:lnTo><a:lnTo><a:pt x="2514" y="20396"/></a:lnTo><a:lnTo><a:pt x="2857" y="20320"/></a:lnTo><a:lnTo><a:pt x="3187" y="20231"/></a:lnTo><a:lnTo><a:pt x="3352" y="20142"/></a:lnTo><a:lnTo><a:pt x="3606" y="19977"/></a:lnTo><a:lnTo><a:pt x="3771" y="19900"/></a:lnTo><a:lnTo><a:pt x="3949" y="19723"/></a:lnTo><a:lnTo><a:pt x="4025" y="19558"/></a:lnTo><a:lnTo><a:pt x="4191" y="19392"/></a:lnTo><a:lnTo><a:pt x="4279" y="19227"/></a:lnTo><a:lnTo><a:pt x="4368" y="18973"/></a:lnTo><a:lnTo><a:pt x="4445" y="18808"/></a:lnTo><a:lnTo><a:pt x="4445" y="18630"/></a:lnTo><a:lnTo><a:pt x="4533" y="18389"/></a:lnTo><a:lnTo><a:pt x="4533" y="18211"/></a:lnTo><a:lnTo><a:pt x="4533" y="17881"/></a:lnTo><a:close/></a:path><a:path w="5715" h="36829"><a:moveTo><a:pt x="5118" y="76"/></a:moveTo><a:lnTo><a:pt x="4445" y="76"/></a:lnTo><a:lnTo><a:pt x="4864" y="165"/></a:lnTo><a:lnTo><a:pt x="5118" y="76"/></a:lnTo><a:close/></a:path><a:path w="5715" h="36829"><a:moveTo><a:pt x="5537" y="0"/></a:moveTo><a:lnTo><a:pt x="4025" y="0"/></a:lnTo><a:lnTo><a:pt x="5118" y="76"/></a:lnTo><a:lnTo><a:pt x="5283" y="76"/></a:lnTo><a:lnTo><a:pt x="5537" y="0"/></a:lnTo><a:close/></a:path></a:pathLst></a:custGeom><a:solidFill><a:srgbClr val="000000"/></a:solidFill></p:spPr><p:txBody><a:bodyPr wrap="square" lIns="0" tIns="0" rIns="0" bIns="0" rtlCol="0"/><a:lstStyle/><a:p/></p:txBody></p:sp><p:sp><p:nvSpPr><p:cNvPr id="734" name="object 734"/><p:cNvSpPr/><p:nvPr/></p:nvSpPr><p:spPr><a:xfrm><a:off x="16659645" y="12311434"/><a:ext cx="5080" cy="21590"/></a:xfrm><a:custGeom><a:avLst/><a:gdLst/><a:ahLst/><a:cxnLst/><a:rect l="l" t="t" r="r" b="b"/><a:pathLst><a:path w="5080" h="21590"><a:moveTo><a:pt x="4533" y="1841"/></a:moveTo><a:lnTo><a:pt x="4445" y="1587"/></a:lnTo><a:lnTo><a:pt x="4445" y="1422"/></a:lnTo><a:lnTo><a:pt x="4368" y="1168"/></a:lnTo><a:lnTo><a:pt x="4114" y="838"/></a:lnTo><a:lnTo><a:pt x="4025" y="673"/></a:lnTo><a:lnTo><a:pt x="3860" y="495"/></a:lnTo><a:lnTo><a:pt x="3517" y="165"/></a:lnTo><a:lnTo><a:pt x="3098" y="0"/></a:lnTo><a:lnTo><a:pt x="1422" y="0"/></a:lnTo><a:lnTo><a:pt x="1092" y="165"/></a:lnTo><a:lnTo><a:pt x="749" y="419"/></a:lnTo><a:lnTo><a:pt x="419" y="673"/></a:lnTo><a:lnTo><a:pt x="330" y="838"/></a:lnTo><a:lnTo><a:pt x="254" y="1092"/></a:lnTo><a:lnTo><a:pt x="76" y="1422"/></a:lnTo><a:lnTo><a:pt x="0" y="1587"/></a:lnTo><a:lnTo><a:pt x="0" y="1841"/></a:lnTo><a:lnTo><a:pt x="0" y="2095"/></a:lnTo><a:lnTo><a:pt x="0" y="2260"/></a:lnTo><a:lnTo><a:pt x="0" y="2514"/></a:lnTo><a:lnTo><a:pt x="76" y="2679"/></a:lnTo><a:lnTo><a:pt x="165" y="2933"/></a:lnTo><a:lnTo><a:pt x="254" y="3098"/></a:lnTo><a:lnTo><a:pt x="330" y="3352"/></a:lnTo><a:lnTo><a:pt x="673" y="3695"/></a:lnTo><a:lnTo><a:pt x="1003" y="3949"/></a:lnTo><a:lnTo><a:pt x="1422" y="4191"/></a:lnTo><a:lnTo><a:pt x="1841" y="4279"/></a:lnTo><a:lnTo><a:pt x="2260" y="4368"/></a:lnTo><a:lnTo><a:pt x="2603" y="4279"/></a:lnTo><a:lnTo><a:pt x="3022" y="4191"/></a:lnTo><a:lnTo><a:pt x="3441" y="4025"/></a:lnTo><a:lnTo><a:pt x="3771" y="3771"/></a:lnTo><a:lnTo><a:pt x="4025" y="3441"/></a:lnTo><a:lnTo><a:pt x="4279" y="3098"/></a:lnTo><a:lnTo><a:pt x="4368" y="2933"/></a:lnTo><a:lnTo><a:pt x="4445" y="2679"/></a:lnTo><a:lnTo><a:pt x="4445" y="2514"/></a:lnTo><a:lnTo><a:pt x="4533" y="2260"/></a:lnTo><a:lnTo><a:pt x="4533" y="2095"/></a:lnTo><a:lnTo><a:pt x="4533" y="1841"/></a:lnTo><a:close/></a:path><a:path w="5080" h="21590"><a:moveTo><a:pt x="4787" y="20993"/></a:moveTo><a:lnTo><a:pt x="4533" y="20739"/></a:lnTo><a:lnTo><a:pt x="4114" y="20485"/></a:lnTo><a:lnTo><a:pt x="3771" y="20320"/></a:lnTo><a:lnTo><a:pt x="3352" y="20231"/></a:lnTo><a:lnTo><a:pt x="2857" y="20231"/></a:lnTo><a:lnTo><a:pt x="2425" y="20320"/></a:lnTo><a:lnTo><a:pt x="2095" y="20485"/></a:lnTo><a:lnTo><a:pt x="1765" y="20739"/></a:lnTo><a:lnTo><a:pt x="1422" y="20993"/></a:lnTo><a:lnTo><a:pt x="4787" y="20993"/></a:lnTo><a:close/></a:path></a:pathLst></a:custGeom><a:solidFill><a:srgbClr val="000000"/></a:solidFill></p:spPr><p:txBody><a:bodyPr wrap="square" lIns="0" tIns="0" rIns="0" bIns="0" rtlCol="0"/><a:lstStyle/><a:p/></p:txBody></p:sp><p:sp><p:nvSpPr><p:cNvPr id="735" name="object 735"/><p:cNvSpPr/><p:nvPr/></p:nvSpPr><p:spPr><a:xfrm><a:off x="16660483" y="12332173"/><a:ext cx="6985" cy="21590"/></a:xfrm><a:custGeom><a:avLst/><a:gdLst/><a:ahLst/><a:cxnLst/><a:rect l="l" t="t" r="r" b="b"/><a:pathLst><a:path w="6984" h="21590"><a:moveTo><a:pt x="3949" y="254"/></a:moveTo><a:lnTo><a:pt x="3695" y="0"/></a:lnTo><a:lnTo><a:pt x="838" y="0"/></a:lnTo><a:lnTo><a:pt x="3949" y="254"/></a:lnTo><a:close/></a:path><a:path w="6984" h="21590"><a:moveTo><a:pt x="4533" y="1346"/></a:moveTo><a:lnTo><a:pt x="4445" y="1092"/></a:lnTo><a:lnTo><a:pt x="4279" y="673"/></a:lnTo><a:lnTo><a:pt x="4025" y="330"/></a:lnTo><a:lnTo><a:pt x="584" y="254"/></a:lnTo><a:lnTo><a:pt x="330" y="584"/></a:lnTo><a:lnTo><a:pt x="165" y="1003"/></a:lnTo><a:lnTo><a:pt x="0" y="1346"/></a:lnTo><a:lnTo><a:pt x="0" y="1511"/></a:lnTo><a:lnTo><a:pt x="0" y="1765"/></a:lnTo><a:lnTo><a:pt x="0" y="2019"/></a:lnTo><a:lnTo><a:pt x="0" y="2184"/></a:lnTo><a:lnTo><a:pt x="76" y="2438"/></a:lnTo><a:lnTo><a:pt x="165" y="2603"/></a:lnTo><a:lnTo><a:pt x="254" y="2857"/></a:lnTo><a:lnTo><a:pt x="330" y="3022"/></a:lnTo><a:lnTo><a:pt x="495" y="3187"/></a:lnTo><a:lnTo><a:pt x="584" y="3352"/></a:lnTo><a:lnTo><a:pt x="749" y="3530"/></a:lnTo><a:lnTo><a:pt x="927" y="3606"/></a:lnTo><a:lnTo><a:pt x="1168" y="3771"/></a:lnTo><a:lnTo><a:pt x="1587" y="3949"/></a:lnTo><a:lnTo><a:pt x="2019" y="4025"/></a:lnTo><a:lnTo><a:pt x="2514" y="4025"/></a:lnTo><a:lnTo><a:pt x="2857" y="3949"/></a:lnTo><a:lnTo><a:pt x="3276" y="3860"/></a:lnTo><a:lnTo><a:pt x="3606" y="3606"/></a:lnTo><a:lnTo><a:pt x="3949" y="3352"/></a:lnTo><a:lnTo><a:pt x="4025" y="3187"/></a:lnTo><a:lnTo><a:pt x="4191" y="3022"/></a:lnTo><a:lnTo><a:pt x="4279" y="2857"/></a:lnTo><a:lnTo><a:pt x="4368" y="2603"/></a:lnTo><a:lnTo><a:pt x="4445" y="2438"/></a:lnTo><a:lnTo><a:pt x="4533" y="2184"/></a:lnTo><a:lnTo><a:pt x="4533" y="2019"/></a:lnTo><a:lnTo><a:pt x="4533" y="1765"/></a:lnTo><a:lnTo><a:pt x="4533" y="1511"/></a:lnTo><a:lnTo><a:pt x="4533" y="1346"/></a:lnTo><a:close/></a:path><a:path w="6984" h="21590"><a:moveTo><a:pt x="6883" y="21069"/></a:moveTo><a:lnTo><a:pt x="6629" y="20739"/></a:lnTo><a:lnTo><a:pt x="6375" y="20408"/></a:lnTo><a:lnTo><a:pt x="6045" y="20154"/></a:lnTo><a:lnTo><a:pt x="5626" y="19977"/></a:lnTo><a:lnTo><a:pt x="5283" y="19812"/></a:lnTo><a:lnTo><a:pt x="4368" y="19812"/></a:lnTo><a:lnTo><a:pt x="3949" y="19977"/></a:lnTo><a:lnTo><a:pt x="3606" y="20154"/></a:lnTo><a:lnTo><a:pt x="3276" y="20408"/></a:lnTo><a:lnTo><a:pt x="2933" y="20739"/></a:lnTo><a:lnTo><a:pt x="2768" y="21069"/></a:lnTo><a:lnTo><a:pt x="6883" y="21158"/></a:lnTo><a:close/></a:path></a:pathLst></a:custGeom><a:solidFill><a:srgbClr val="000000"/></a:solidFill></p:spPr><p:txBody><a:bodyPr wrap="square" lIns="0" tIns="0" rIns="0" bIns="0" rtlCol="0"/><a:lstStyle/><a:p/></p:txBody></p:sp><p:sp><p:nvSpPr><p:cNvPr id="736" name="object 736"/><p:cNvSpPr/><p:nvPr/></p:nvSpPr><p:spPr><a:xfrm><a:off x="16662998" y="12353243"/><a:ext cx="8890" cy="21590"/></a:xfrm><a:custGeom><a:avLst/><a:gdLst/><a:ahLst/><a:cxnLst/><a:rect l="l" t="t" r="r" b="b"/><a:pathLst><a:path w="8890" h="21590"><a:moveTo><a:pt x="4368" y="0"/></a:moveTo><a:lnTo><a:pt x="254" y="0"/></a:lnTo><a:lnTo><a:pt x="4368" y="88"/></a:lnTo><a:close/></a:path><a:path w="8890" h="21590"><a:moveTo><a:pt x="4533" y="850"/></a:moveTo><a:lnTo><a:pt x="4457" y="508"/></a:lnTo><a:lnTo><a:pt x="4368" y="88"/></a:lnTo><a:lnTo><a:pt x="165" y="88"/></a:lnTo><a:lnTo><a:pt x="88" y="419"/></a:lnTo><a:lnTo><a:pt x="0" y="850"/></a:lnTo><a:lnTo><a:pt x="0" y="1270"/></a:lnTo><a:lnTo><a:pt x="0" y="1435"/></a:lnTo><a:lnTo><a:pt x="88" y="1689"/></a:lnTo><a:lnTo><a:pt x="165" y="1854"/></a:lnTo><a:lnTo><a:pt x="254" y="2108"/></a:lnTo><a:lnTo><a:pt x="508" y="2438"/></a:lnTo><a:lnTo><a:pt x="584" y="2603"/></a:lnTo><a:lnTo><a:pt x="762" y="2692"/></a:lnTo><a:lnTo><a:pt x="927" y="2857"/></a:lnTo><a:lnTo><a:pt x="1092" y="2946"/></a:lnTo><a:lnTo><a:pt x="1346" y="3111"/></a:lnTo><a:lnTo><a:pt x="1511" y="3111"/></a:lnTo><a:lnTo><a:pt x="1765" y="3200"/></a:lnTo><a:lnTo><a:pt x="1930" y="3276"/></a:lnTo><a:lnTo><a:pt x="2692" y="3276"/></a:lnTo><a:lnTo><a:pt x="3022" y="3111"/></a:lnTo><a:lnTo><a:pt x="3187" y="3111"/></a:lnTo><a:lnTo><a:pt x="3441" y="2946"/></a:lnTo><a:lnTo><a:pt x="3619" y="2857"/></a:lnTo><a:lnTo><a:pt x="3784" y="2692"/></a:lnTo><a:lnTo><a:pt x="3949" y="2603"/></a:lnTo><a:lnTo><a:pt x="4038" y="2438"/></a:lnTo><a:lnTo><a:pt x="4203" y="2184"/></a:lnTo><a:lnTo><a:pt x="4368" y="1854"/></a:lnTo><a:lnTo><a:pt x="4457" y="1689"/></a:lnTo><a:lnTo><a:pt x="4533" y="1435"/></a:lnTo><a:lnTo><a:pt x="4533" y="1270"/></a:lnTo><a:lnTo><a:pt x="4533" y="927"/></a:lnTo><a:close/></a:path><a:path w="8890" h="21590"><a:moveTo><a:pt x="8737" y="20662"/></a:moveTo><a:lnTo><a:pt x="8648" y="20243"/></a:lnTo><a:lnTo><a:pt x="8483" y="19900"/></a:lnTo><a:lnTo><a:pt x="8229" y="19570"/></a:lnTo><a:lnTo><a:pt x="8064" y="19481"/></a:lnTo><a:lnTo><a:pt x="7899" y="19240"/></a:lnTo><a:lnTo><a:pt x="7556" y="19062"/></a:lnTo><a:lnTo><a:pt x="7391" y="18986"/></a:lnTo><a:lnTo><a:pt x="7137" y="18897"/></a:lnTo><a:lnTo><a:pt x="6972" y="18808"/></a:lnTo><a:lnTo><a:pt x="6718" y="18808"/></a:lnTo><a:lnTo><a:pt x="6299" y="18732"/></a:lnTo><a:lnTo><a:pt x="5880" y="18808"/></a:lnTo><a:lnTo><a:pt x="5549" y="18986"/></a:lnTo><a:lnTo><a:pt x="5130" y="19151"/></a:lnTo><a:lnTo><a:pt x="4876" y="19481"/></a:lnTo><a:lnTo><a:pt x="4533" y="19824"/></a:lnTo><a:lnTo><a:pt x="4368" y="20154"/></a:lnTo><a:lnTo><a:pt x="4279" y="20574"/></a:lnTo><a:lnTo><a:pt x="4203" y="20993"/></a:lnTo><a:lnTo><a:pt x="8737" y="20993"/></a:lnTo><a:lnTo><a:pt x="8737" y="20662"/></a:lnTo><a:close/></a:path></a:pathLst></a:custGeom><a:solidFill><a:srgbClr val="000000"/></a:solidFill></p:spPr><p:txBody><a:bodyPr wrap="square" lIns="0" tIns="0" rIns="0" bIns="0" rtlCol="0"/><a:lstStyle/><a:p/></p:txBody></p:sp><p:sp><p:nvSpPr><p:cNvPr id="737" name="object 737"/><p:cNvSpPr/><p:nvPr/></p:nvSpPr><p:spPr><a:xfrm><a:off x="16667202" y="12373905"/><a:ext cx="10795" cy="20955"/></a:xfrm><a:custGeom><a:avLst/><a:gdLst/><a:ahLst/><a:cxnLst/><a:rect l="l" t="t" r="r" b="b"/><a:pathLst><a:path w="10794" h="20954"><a:moveTo><a:pt x="4533" y="330"/></a:moveTo><a:lnTo><a:pt x="0" y="330"/></a:lnTo><a:lnTo><a:pt x="0" y="749"/></a:lnTo><a:lnTo><a:pt x="165" y="1168"/></a:lnTo><a:lnTo><a:pt x="330" y="1511"/></a:lnTo><a:lnTo><a:pt x="584" y="1841"/></a:lnTo><a:lnTo><a:pt x="838" y="2184"/></a:lnTo><a:lnTo><a:pt x="1003" y="2260"/></a:lnTo><a:lnTo><a:pt x="1168" y="2349"/></a:lnTo><a:lnTo><a:pt x="1346" y="2438"/></a:lnTo><a:lnTo><a:pt x="1587" y="2514"/></a:lnTo><a:lnTo><a:pt x="1765" y="2603"/></a:lnTo><a:lnTo><a:pt x="2006" y="2603"/></a:lnTo><a:lnTo><a:pt x="2438" y="2679"/></a:lnTo><a:lnTo><a:pt x="2857" y="2603"/></a:lnTo><a:lnTo><a:pt x="3276" y="2438"/></a:lnTo><a:lnTo><a:pt x="3606" y="2260"/></a:lnTo><a:lnTo><a:pt x="3949" y="1930"/></a:lnTo><a:lnTo><a:pt x="4191" y="1600"/></a:lnTo><a:lnTo><a:pt x="4368" y="1257"/></a:lnTo><a:lnTo><a:pt x="4533" y="838"/></a:lnTo><a:lnTo><a:pt x="4533" y="419"/></a:lnTo><a:close/></a:path><a:path w="10794" h="20954"><a:moveTo><a:pt x="4533" y="0"/></a:moveTo><a:lnTo><a:pt x="0" y="0"/></a:lnTo><a:lnTo><a:pt x="4533" y="330"/></a:lnTo><a:lnTo><a:pt x="4533" y="0"/></a:lnTo><a:close/></a:path><a:path w="10794" h="20954"><a:moveTo><a:pt x="10414" y="19900"/></a:moveTo><a:lnTo><a:pt x="10325" y="19735"/></a:lnTo><a:lnTo><a:pt x="10325" y="19481"/></a:lnTo><a:lnTo><a:pt x="10236" y="19316"/></a:lnTo><a:lnTo><a:pt x="10160" y="19062"/></a:lnTo><a:lnTo><a:pt x="10071" y="18897"/></a:lnTo><a:lnTo><a:pt x="9994" y="18719"/></a:lnTo><a:lnTo><a:pt x="9817" y="18554"/></a:lnTo><a:lnTo><a:pt x="9740" y="18389"/></a:lnTo><a:lnTo><a:pt x="9575" y="18224"/></a:lnTo><a:lnTo><a:pt x="9398" y="18135"/></a:lnTo><a:lnTo><a:pt x="9232" y="17970"/></a:lnTo><a:lnTo><a:pt x="8978" y="17881"/></a:lnTo><a:lnTo><a:pt x="8813" y="17805"/></a:lnTo><a:lnTo><a:pt x="8648" y="17805"/></a:lnTo><a:lnTo><a:pt x="8394" y="17716"/></a:lnTo><a:lnTo><a:pt x="7810" y="17716"/></a:lnTo><a:lnTo><a:pt x="7632" y="17805"/></a:lnTo><a:lnTo><a:pt x="7391" y="17805"/></a:lnTo><a:lnTo><a:pt x="7213" y="17881"/></a:lnTo><a:lnTo><a:pt x="6972" y="17970"/></a:lnTo><a:lnTo><a:pt x="6883" y="18135"/></a:lnTo><a:lnTo><a:pt x="6629" y="18224"/></a:lnTo><a:lnTo><a:pt x="6553" y="18389"/></a:lnTo><a:lnTo><a:pt x="6375" y="18554"/></a:lnTo><a:lnTo><a:pt x="6299" y="18719"/></a:lnTo><a:lnTo><a:pt x="6121" y="18897"/></a:lnTo><a:lnTo><a:pt x="6045" y="19062"/></a:lnTo><a:lnTo><a:pt x="5956" y="19316"/></a:lnTo><a:lnTo><a:pt x="5880" y="19481"/></a:lnTo><a:lnTo><a:pt x="5880" y="19735"/></a:lnTo><a:lnTo><a:pt x="5880" y="19900"/></a:lnTo><a:lnTo><a:pt x="5880" y="20154"/></a:lnTo><a:lnTo><a:pt x="5880" y="20320"/></a:lnTo><a:lnTo><a:pt x="5880" y="20485"/></a:lnTo><a:lnTo><a:pt x="10325" y="20485"/></a:lnTo><a:lnTo><a:pt x="10325" y="20320"/></a:lnTo><a:lnTo><a:pt x="10414" y="20154"/></a:lnTo><a:lnTo><a:pt x="10414" y="19900"/></a:lnTo><a:close/></a:path></a:pathLst></a:custGeom><a:solidFill><a:srgbClr val="000000"/></a:solidFill></p:spPr><p:txBody><a:bodyPr wrap="square" lIns="0" tIns="0" rIns="0" bIns="0" rtlCol="0"/><a:lstStyle/><a:p/></p:txBody></p:sp><p:sp><p:nvSpPr><p:cNvPr id="738" name="object 738"/><p:cNvSpPr/><p:nvPr/></p:nvSpPr><p:spPr><a:xfrm><a:off x="16673082" y="12394225"/><a:ext cx="12065" cy="20320"/></a:xfrm><a:custGeom><a:avLst/><a:gdLst/><a:ahLst/><a:cxnLst/><a:rect l="l" t="t" r="r" b="b"/><a:pathLst><a:path w="12065" h="20320"><a:moveTo><a:pt x="4445" y="165"/></a:moveTo><a:lnTo><a:pt x="0" y="165"/></a:lnTo><a:lnTo><a:pt x="76" y="330"/></a:lnTo><a:lnTo><a:pt x="165" y="584"/></a:lnTo><a:lnTo><a:pt x="241" y="749"/></a:lnTo><a:lnTo><a:pt x="330" y="1003"/></a:lnTo><a:lnTo><a:pt x="495" y="1092"/></a:lnTo><a:lnTo><a:pt x="673" y="1257"/></a:lnTo><a:lnTo><a:pt x="749" y="1422"/></a:lnTo><a:lnTo><a:pt x="1003" y="1600"/></a:lnTo><a:lnTo><a:pt x="1333" y="1765"/></a:lnTo><a:lnTo><a:pt x="1511" y="1841"/></a:lnTo><a:lnTo><a:pt x="1752" y="1841"/></a:lnTo><a:lnTo><a:pt x="1930" y="1930"/></a:lnTo><a:lnTo><a:pt x="2603" y="1930"/></a:lnTo><a:lnTo><a:pt x="2933" y="1841"/></a:lnTo><a:lnTo><a:pt x="3098" y="1765"/></a:lnTo><a:lnTo><a:pt x="3352" y="1676"/></a:lnTo><a:lnTo><a:pt x="3517" y="1600"/></a:lnTo><a:lnTo><a:pt x="3695" y="1422"/></a:lnTo><a:lnTo><a:pt x="3771" y="1257"/></a:lnTo><a:lnTo><a:pt x="4025" y="1092"/></a:lnTo><a:lnTo><a:pt x="4191" y="749"/></a:lnTo><a:lnTo><a:pt x="4279" y="584"/></a:lnTo><a:lnTo><a:pt x="4356" y="330"/></a:lnTo><a:lnTo><a:pt x="4445" y="165"/></a:lnTo><a:close/></a:path><a:path w="12065" h="20320"><a:moveTo><a:pt x="4445" y="0"/></a:moveTo><a:lnTo><a:pt x="0" y="0"/></a:lnTo><a:lnTo><a:pt x="4445" y="165"/></a:lnTo><a:lnTo><a:pt x="4445" y="0"/></a:lnTo><a:close/></a:path><a:path w="12065" h="20320"><a:moveTo><a:pt x="11925" y="18224"/></a:moveTo><a:lnTo><a:pt x="11747" y="17805"/></a:lnTo><a:lnTo><a:pt x="11582" y="17462"/></a:lnTo><a:lnTo><a:pt x="11252" y="17132"/></a:lnTo><a:lnTo><a:pt x="10909" y="16878"/></a:lnTo><a:lnTo><a:pt x="10579" y="16624"/></a:lnTo><a:lnTo><a:pt x="10160" y="16535"/></a:lnTo><a:lnTo><a:pt x="9321" y="16459"/></a:lnTo><a:lnTo><a:pt x="9144" y="16535"/></a:lnTo><a:lnTo><a:pt x="8902" y="16624"/></a:lnTo><a:lnTo><a:pt x="8724" y="16624"/></a:lnTo><a:lnTo><a:pt x="8470" y="16789"/></a:lnTo><a:lnTo><a:pt x="8140" y="17043"/></a:lnTo><a:lnTo><a:pt x="7810" y="17386"/></a:lnTo><a:lnTo><a:pt x="7556" y="17805"/></a:lnTo><a:lnTo><a:pt x="7467" y="18224"/></a:lnTo><a:lnTo><a:pt x="7391" y="18643"/></a:lnTo><a:lnTo><a:pt x="7391" y="19062"/></a:lnTo><a:lnTo><a:pt x="7467" y="19481"/></a:lnTo><a:lnTo><a:pt x="7721" y="19812"/></a:lnTo><a:lnTo><a:pt x="7721" y="19989"/></a:lnTo><a:lnTo><a:pt x="11582" y="19989"/></a:lnTo><a:lnTo><a:pt x="11671" y="19812"/></a:lnTo><a:lnTo><a:pt x="11747" y="19570"/></a:lnTo><a:lnTo><a:pt x="11925" y="19138"/></a:lnTo><a:lnTo><a:pt x="11925" y="18643"/></a:lnTo><a:lnTo><a:pt x="11925" y="18224"/></a:lnTo><a:close/></a:path></a:pathLst></a:custGeom><a:solidFill><a:srgbClr val="000000"/></a:solidFill></p:spPr><p:txBody><a:bodyPr wrap="square" lIns="0" tIns="0" rIns="0" bIns="0" rtlCol="0"/><a:lstStyle/><a:p/></p:txBody></p:sp><p:sp><p:nvSpPr><p:cNvPr id="739" name="object 739"/><p:cNvSpPr/><p:nvPr/></p:nvSpPr><p:spPr><a:xfrm><a:off x="16680803" y="12414037"/><a:ext cx="13335" cy="19685"/></a:xfrm><a:custGeom><a:avLst/><a:gdLst/><a:ahLst/><a:cxnLst/><a:rect l="l" t="t" r="r" b="b"/><a:pathLst><a:path w="13334" h="19684"><a:moveTo><a:pt x="3860" y="177"/></a:moveTo><a:lnTo><a:pt x="0" y="177"/></a:lnTo><a:lnTo><a:pt x="165" y="342"/></a:lnTo><a:lnTo><a:pt x="330" y="508"/></a:lnTo><a:lnTo><a:pt x="508" y="673"/></a:lnTo><a:lnTo><a:pt x="673" y="762"/></a:lnTo><a:lnTo><a:pt x="838" y="927"/></a:lnTo><a:lnTo><a:pt x="1092" y="1016"/></a:lnTo><a:lnTo><a:pt x="1257" y="1092"/></a:lnTo><a:lnTo><a:pt x="1511" y="1092"/></a:lnTo><a:lnTo><a:pt x="2184" y="1181"/></a:lnTo><a:lnTo><a:pt x="2438" y="1092"/></a:lnTo><a:lnTo><a:pt x="2603" y="1092"/></a:lnTo><a:lnTo><a:pt x="2857" y="1016"/></a:lnTo><a:lnTo><a:pt x="3022" y="927"/></a:lnTo><a:lnTo><a:pt x="3276" y="762"/></a:lnTo><a:lnTo><a:pt x="3606" y="508"/></a:lnTo><a:lnTo><a:pt x="3695" y="342"/></a:lnTo><a:lnTo><a:pt x="3860" y="177"/></a:lnTo><a:close/></a:path><a:path w="13334" h="19684"><a:moveTo><a:pt x="3949" y="0"/></a:moveTo><a:lnTo><a:pt x="0" y="0"/></a:lnTo><a:lnTo><a:pt x="3860" y="177"/></a:lnTo><a:lnTo><a:pt x="3949" y="0"/></a:lnTo><a:close/></a:path><a:path w="13334" h="19684"><a:moveTo><a:pt x="13182" y="16802"/></a:moveTo><a:lnTo><a:pt x="13093" y="16624"/></a:lnTo><a:lnTo><a:pt x="13017" y="16383"/></a:lnTo><a:lnTo><a:pt x="12928" y="16205"/></a:lnTo><a:lnTo><a:pt x="12852" y="16040"/></a:lnTo><a:lnTo><a:pt x="12674" y="15875"/></a:lnTo><a:lnTo><a:pt x="12598" y="15709"/></a:lnTo><a:lnTo><a:pt x="12344" y="15544"/></a:lnTo><a:lnTo><a:pt x="12014" y="15290"/></a:lnTo><a:lnTo><a:pt x="11836" y="15201"/></a:lnTo><a:lnTo><a:pt x="11582" y="15113"/></a:lnTo><a:lnTo><a:pt x="11163" y="15036"/></a:lnTo><a:lnTo><a:pt x="10668" y="15036"/></a:lnTo><a:lnTo><a:pt x="10414" y="15113"/></a:lnTo><a:lnTo><a:pt x="10248" y="15113"/></a:lnTo><a:lnTo><a:pt x="9994" y="15201"/></a:lnTo><a:lnTo><a:pt x="9829" y="15290"/></a:lnTo><a:lnTo><a:pt x="9652" y="15455"/></a:lnTo><a:lnTo><a:pt x="9486" y="15544"/></a:lnTo><a:lnTo><a:pt x="9321" y="15709"/></a:lnTo><a:lnTo><a:pt x="9156" y="15875"/></a:lnTo><a:lnTo><a:pt x="9067" y="16040"/></a:lnTo><a:lnTo><a:pt x="8902" y="16205"/></a:lnTo><a:lnTo><a:pt x="8813" y="16383"/></a:lnTo><a:lnTo><a:pt x="8737" y="16624"/></a:lnTo><a:lnTo><a:pt x="8737" y="16802"/></a:lnTo><a:lnTo><a:pt x="8648" y="17056"/></a:lnTo><a:lnTo><a:pt x="8648" y="17221"/></a:lnTo><a:lnTo><a:pt x="8648" y="17551"/></a:lnTo><a:lnTo><a:pt x="8737" y="17970"/></a:lnTo><a:lnTo><a:pt x="8902" y="18389"/></a:lnTo><a:lnTo><a:pt x="9156" y="18732"/></a:lnTo><a:lnTo><a:pt x="9486" y="19062"/></a:lnTo><a:lnTo><a:pt x="12344" y="19062"/></a:lnTo><a:lnTo><a:pt x="12674" y="18732"/></a:lnTo><a:lnTo><a:pt x="12928" y="18389"/></a:lnTo><a:lnTo><a:pt x="13093" y="18059"/></a:lnTo><a:lnTo><a:pt x="13182" y="17640"/></a:lnTo><a:lnTo><a:pt x="13182" y="17221"/></a:lnTo><a:lnTo><a:pt x="13182" y="17056"/></a:lnTo><a:lnTo><a:pt x="13182" y="16802"/></a:lnTo><a:close/></a:path></a:pathLst></a:custGeom><a:solidFill><a:srgbClr val="000000"/></a:solidFill></p:spPr><p:txBody><a:bodyPr wrap="square" lIns="0" tIns="0" rIns="0" bIns="0" rtlCol="0"/><a:lstStyle/><a:p/></p:txBody></p:sp><p:sp><p:nvSpPr><p:cNvPr id="740" name="object 740"/><p:cNvSpPr/><p:nvPr/></p:nvSpPr><p:spPr><a:xfrm><a:off x="16690290" y="12433100"/><a:ext cx="14604" cy="18415"/></a:xfrm><a:custGeom><a:avLst/><a:gdLst/><a:ahLst/><a:cxnLst/><a:rect l="l" t="t" r="r" b="b"/><a:pathLst><a:path w="14605" h="18415"><a:moveTo><a:pt x="2857" y="0"/></a:moveTo><a:lnTo><a:pt x="0" y="0"/></a:lnTo><a:lnTo><a:pt x="342" y="254"/></a:lnTo><a:lnTo><a:pt x="762" y="419"/></a:lnTo><a:lnTo><a:pt x="1257" y="508"/></a:lnTo><a:lnTo><a:pt x="1676" y="508"/></a:lnTo><a:lnTo><a:pt x="2095" y="419"/></a:lnTo><a:lnTo><a:pt x="2527" y="254"/></a:lnTo><a:lnTo><a:pt x="2857" y="0"/></a:lnTo><a:close/></a:path><a:path w="14605" h="18415"><a:moveTo><a:pt x="14198" y="15532"/></a:moveTo><a:lnTo><a:pt x="14109" y="15367"/></a:lnTo><a:lnTo><a:pt x="14109" y="15113"/></a:lnTo><a:lnTo><a:pt x="14020" y="14947"/></a:lnTo><a:lnTo><a:pt x="13944" y="14782"/></a:lnTo><a:lnTo><a:pt x="13779" y="14528"/></a:lnTo><a:lnTo><a:pt x="13690" y="14363"/></a:lnTo><a:lnTo><a:pt x="13525" y="14198"/></a:lnTo><a:lnTo><a:pt x="13182" y="13944"/></a:lnTo><a:lnTo><a:pt x="12763" y="13690"/></a:lnTo><a:lnTo><a:pt x="12344" y="13601"/></a:lnTo><a:lnTo><a:pt x="11595" y="13525"/></a:lnTo><a:lnTo><a:pt x="11417" y="13601"/></a:lnTo><a:lnTo><a:pt x="11176" y="13690"/></a:lnTo><a:lnTo><a:pt x="10998" y="13690"/></a:lnTo><a:lnTo><a:pt x="10756" y="13855"/></a:lnTo><a:lnTo><a:pt x="10414" y="14109"/></a:lnTo><a:lnTo><a:pt x="10160" y="14363"/></a:lnTo><a:lnTo><a:pt x="10083" y="14528"/></a:lnTo><a:lnTo><a:pt x="9906" y="14782"/></a:lnTo><a:lnTo><a:pt x="9829" y="14947"/></a:lnTo><a:lnTo><a:pt x="9740" y="15113"/></a:lnTo><a:lnTo><a:pt x="9664" y="15367"/></a:lnTo><a:lnTo><a:pt x="9664" y="15532"/></a:lnTo><a:lnTo><a:pt x="9664" y="15786"/></a:lnTo><a:lnTo><a:pt x="9664" y="15951"/></a:lnTo><a:lnTo><a:pt x="9664" y="16205"/></a:lnTo><a:lnTo><a:pt x="9740" y="16383"/></a:lnTo><a:lnTo><a:pt x="9829" y="16624"/></a:lnTo><a:lnTo><a:pt x="9829" y="16802"/></a:lnTo><a:lnTo><a:pt x="9994" y="17043"/></a:lnTo><a:lnTo><a:pt x="10325" y="17386"/></a:lnTo><a:lnTo><a:pt x="10668" y="17716"/></a:lnTo><a:lnTo><a:pt x="10998" y="17894"/></a:lnTo><a:lnTo><a:pt x="11417" y="18059"/></a:lnTo><a:lnTo><a:pt x="12344" y="18059"/></a:lnTo><a:lnTo><a:pt x="12763" y="17894"/></a:lnTo><a:lnTo><a:pt x="13182" y="17716"/></a:lnTo><a:lnTo><a:pt x="13525" y="17462"/></a:lnTo><a:lnTo><a:pt x="13779" y="17132"/></a:lnTo><a:lnTo><a:pt x="13944" y="16802"/></a:lnTo><a:lnTo><a:pt x="14020" y="16624"/></a:lnTo><a:lnTo><a:pt x="14109" y="16383"/></a:lnTo><a:lnTo><a:pt x="14109" y="16205"/></a:lnTo><a:lnTo><a:pt x="14198" y="15951"/></a:lnTo><a:lnTo><a:pt x="14198" y="15786"/></a:lnTo><a:lnTo><a:pt x="14198" y="15532"/></a:lnTo><a:close/></a:path></a:pathLst></a:custGeom><a:solidFill><a:srgbClr val="000000"/></a:solidFill></p:spPr><p:txBody><a:bodyPr wrap="square" lIns="0" tIns="0" rIns="0" bIns="0" rtlCol="0"/><a:lstStyle/><a:p/></p:txBody></p:sp><p:sp><p:nvSpPr><p:cNvPr id="741" name="object 741"/><p:cNvSpPr/><p:nvPr/></p:nvSpPr><p:spPr><a:xfrm><a:off x="16701377" y="12450994"/><a:ext cx="27305" cy="28575"/></a:xfrm><a:custGeom><a:avLst/><a:gdLst/><a:ahLst/><a:cxnLst/><a:rect l="l" t="t" r="r" b="b"/><a:pathLst><a:path w="27305" h="28575"><a:moveTo><a:pt x="1676" y="0"/></a:moveTo><a:lnTo><a:pt x="0" y="0"/></a:lnTo><a:lnTo><a:pt x="1257" y="165"/></a:lnTo><a:lnTo><a:pt x="1676" y="0"/></a:lnTo><a:close/></a:path><a:path w="27305" h="28575"><a:moveTo><a:pt x="15036" y="14439"/></a:moveTo><a:lnTo><a:pt x="14947" y="14185"/></a:lnTo><a:lnTo><a:pt x="14947" y="13931"/></a:lnTo><a:lnTo><a:pt x="14859" y="13766"/></a:lnTo><a:lnTo><a:pt x="14782" y="13512"/></a:lnTo><a:lnTo><a:pt x="14528" y="13182"/></a:lnTo><a:lnTo><a:pt x="14185" y="12839"/></a:lnTo><a:lnTo><a:pt x="13855" y="12585"/></a:lnTo><a:lnTo><a:pt x="13690" y="12509"/></a:lnTo><a:lnTo><a:pt x="13436" y="12420"/></a:lnTo><a:lnTo><a:pt x="13271" y="12331"/></a:lnTo><a:lnTo><a:pt x="12090" y="12331"/></a:lnTo><a:lnTo><a:pt x="11671" y="12509"/></a:lnTo><a:lnTo><a:pt x="11341" y="12763"/></a:lnTo><a:lnTo><a:pt x="10998" y="13093"/></a:lnTo><a:lnTo><a:pt x="10744" y="13423"/></a:lnTo><a:lnTo><a:pt x="10579" y="13766"/></a:lnTo><a:lnTo><a:pt x="10579" y="13931"/></a:lnTo><a:lnTo><a:pt x="10490" y="14185"/></a:lnTo><a:lnTo><a:pt x="10490" y="14439"/></a:lnTo><a:lnTo><a:pt x="10414" y="14605"/></a:lnTo><a:lnTo><a:pt x="10490" y="14859"/></a:lnTo><a:lnTo><a:pt x="10490" y="15024"/></a:lnTo><a:lnTo><a:pt x="10579" y="15278"/></a:lnTo><a:lnTo><a:pt x="10579" y="15443"/></a:lnTo><a:lnTo><a:pt x="10744" y="15697"/></a:lnTo><a:lnTo><a:pt x="10998" y="16027"/></a:lnTo><a:lnTo><a:pt x="11341" y="16370"/></a:lnTo><a:lnTo><a:pt x="11671" y="16624"/></a:lnTo><a:lnTo><a:pt x="12090" y="16700"/></a:lnTo><a:lnTo><a:pt x="12509" y="16789"/></a:lnTo><a:lnTo><a:pt x="12928" y="16789"/></a:lnTo><a:lnTo><a:pt x="13271" y="16789"/></a:lnTo><a:lnTo><a:pt x="13690" y="16624"/></a:lnTo><a:lnTo><a:pt x="14020" y="16370"/></a:lnTo><a:lnTo><a:pt x="14363" y="16116"/></a:lnTo><a:lnTo><a:pt x="14605" y="15786"/></a:lnTo><a:lnTo><a:pt x="14782" y="15443"/></a:lnTo><a:lnTo><a:pt x="14859" y="15278"/></a:lnTo><a:lnTo><a:pt x="14947" y="15024"/></a:lnTo><a:lnTo><a:pt x="14947" y="14859"/></a:lnTo><a:lnTo><a:pt x="14947" y="14605"/></a:lnTo><a:lnTo><a:pt x="15036" y="14439"/></a:lnTo><a:close/></a:path><a:path w="27305" h="28575"><a:moveTo><a:pt x="26784" y="28041"/></a:moveTo><a:lnTo><a:pt x="26365" y="27952"/></a:lnTo><a:lnTo><a:pt x="25946" y="27876"/></a:lnTo><a:lnTo><a:pt x="25527" y="27952"/></a:lnTo><a:lnTo><a:pt x="25107" y="28041"/></a:lnTo><a:lnTo><a:pt x="26784" y="28041"/></a:lnTo><a:close/></a:path></a:pathLst></a:custGeom><a:solidFill><a:srgbClr val="000000"/></a:solidFill></p:spPr><p:txBody><a:bodyPr wrap="square" lIns="0" tIns="0" rIns="0" bIns="0" rtlCol="0"/><a:lstStyle/><a:p/></p:txBody></p:sp><p:sp><p:nvSpPr><p:cNvPr id="742" name="object 742"/><p:cNvSpPr/><p:nvPr/></p:nvSpPr><p:spPr><a:xfrm><a:off x="16725063" y="12478947"/><a:ext cx="18415" cy="15240"/></a:xfrm><a:custGeom><a:avLst/><a:gdLst/><a:ahLst/><a:cxnLst/><a:rect l="l" t="t" r="r" b="b"/><a:pathLst><a:path w="18415" h="15240"><a:moveTo><a:pt x="3098" y="88"/></a:moveTo><a:lnTo><a:pt x="2679" y="0"/></a:lnTo><a:lnTo><a:pt x="1841" y="0"/></a:lnTo><a:lnTo><a:pt x="3098" y="88"/></a:lnTo><a:close/></a:path><a:path w="18415" h="15240"><a:moveTo><a:pt x="4533" y="2019"/></a:moveTo><a:lnTo><a:pt x="4445" y="1676"/></a:lnTo><a:lnTo><a:pt x="4356" y="1257"/></a:lnTo><a:lnTo><a:pt x="4114" y="927"/></a:lnTo><a:lnTo><a:pt x="3771" y="596"/></a:lnTo><a:lnTo><a:pt x="3441" y="342"/></a:lnTo><a:lnTo><a:pt x="3098" y="88"/></a:lnTo><a:lnTo><a:pt x="1422" y="88"/></a:lnTo><a:lnTo><a:pt x="1092" y="254"/></a:lnTo><a:lnTo><a:pt x="749" y="508"/></a:lnTo><a:lnTo><a:pt x="495" y="838"/></a:lnTo><a:lnTo><a:pt x="241" y="1181"/></a:lnTo><a:lnTo><a:pt x="76" y="1600"/></a:lnTo><a:lnTo><a:pt x="0" y="2019"/></a:lnTo><a:lnTo><a:pt x="0" y="2438"/></a:lnTo><a:lnTo><a:pt x="0" y="2603"/></a:lnTo><a:lnTo><a:pt x="76" y="2857"/></a:lnTo><a:lnTo><a:pt x="165" y="3022"/></a:lnTo><a:lnTo><a:pt x="241" y="3187"/></a:lnTo><a:lnTo><a:pt x="330" y="3441"/></a:lnTo><a:lnTo><a:pt x="419" y="3619"/></a:lnTo><a:lnTo><a:pt x="584" y="3784"/></a:lnTo><a:lnTo><a:pt x="749" y="3860"/></a:lnTo><a:lnTo><a:pt x="914" y="4038"/></a:lnTo><a:lnTo><a:pt x="1092" y="4203"/></a:lnTo><a:lnTo><a:pt x="1333" y="4279"/></a:lnTo><a:lnTo><a:pt x="1511" y="4368"/></a:lnTo><a:lnTo><a:pt x="1752" y="4457"/></a:lnTo><a:lnTo><a:pt x="2006" y="4457"/></a:lnTo><a:lnTo><a:pt x="2184" y="4533"/></a:lnTo><a:lnTo><a:pt x="2603" y="4457"/></a:lnTo><a:lnTo><a:pt x="2768" y="4457"/></a:lnTo><a:lnTo><a:pt x="3022" y="4368"/></a:lnTo><a:lnTo><a:pt x="3187" y="4279"/></a:lnTo><a:lnTo><a:pt x="3441" y="4203"/></a:lnTo><a:lnTo><a:pt x="3606" y="4038"/></a:lnTo><a:lnTo><a:pt x="3771" y="3860"/></a:lnTo><a:lnTo><a:pt x="3937" y="3784"/></a:lnTo><a:lnTo><a:pt x="4114" y="3619"/></a:lnTo><a:lnTo><a:pt x="4191" y="3441"/></a:lnTo><a:lnTo><a:pt x="4279" y="3187"/></a:lnTo><a:lnTo><a:pt x="4356" y="3022"/></a:lnTo><a:lnTo><a:pt x="4445" y="2857"/></a:lnTo><a:lnTo><a:pt x="4533" y="2603"/></a:lnTo><a:lnTo><a:pt x="4533" y="2438"/></a:lnTo><a:lnTo><a:pt x="4533" y="2108"/></a:lnTo><a:close/></a:path><a:path w="18415" h="15240"><a:moveTo><a:pt x="18300" y="15036"/></a:moveTo><a:lnTo><a:pt x="18046" y="14871"/></a:lnTo><a:lnTo><a:pt x="17881" y="14782"/></a:lnTo><a:lnTo><a:pt x="17627" y="14617"/></a:lnTo><a:lnTo><a:pt x="17208" y="14439"/></a:lnTo><a:lnTo><a:pt x="16205" y="14439"/></a:lnTo><a:lnTo><a:pt x="15951" y="14528"/></a:lnTo><a:lnTo><a:pt x="15786" y="14617"/></a:lnTo><a:lnTo><a:pt x="15532" y="14782"/></a:lnTo><a:lnTo><a:pt x="15367" y="14871"/></a:lnTo><a:lnTo><a:pt x="15189" y="15036"/></a:lnTo><a:lnTo><a:pt x="18300" y="15036"/></a:lnTo><a:close/></a:path></a:pathLst></a:custGeom><a:solidFill><a:srgbClr val="000000"/></a:solidFill></p:spPr><p:txBody><a:bodyPr wrap="square" lIns="0" tIns="0" rIns="0" bIns="0" rtlCol="0"/><a:lstStyle/><a:p/></p:txBody></p:sp><p:sp><p:nvSpPr><p:cNvPr id="743" name="object 743"/><p:cNvSpPr/><p:nvPr/></p:nvSpPr><p:spPr><a:xfrm><a:off x="16739503" y="12493819"/><a:ext cx="20320" cy="14604"/></a:xfrm><a:custGeom><a:avLst/><a:gdLst/><a:ahLst/><a:cxnLst/><a:rect l="l" t="t" r="r" b="b"/><a:pathLst><a:path w="20319" h="14604"><a:moveTo><a:pt x="3860" y="165"/></a:moveTo><a:lnTo><a:pt x="3606" y="0"/></a:lnTo><a:lnTo><a:pt x="927" y="0"/></a:lnTo><a:lnTo><a:pt x="3860" y="165"/></a:lnTo><a:close/></a:path><a:path w="20319" h="14604"><a:moveTo><a:pt x="4533" y="1257"/></a:moveTo><a:lnTo><a:pt x="4368" y="1003"/></a:lnTo><a:lnTo><a:pt x="4368" y="838"/></a:lnTo><a:lnTo><a:pt x="4191" y="584"/></a:lnTo><a:lnTo><a:pt x="3949" y="241"/></a:lnTo><a:lnTo><a:pt x="749" y="165"/></a:lnTo><a:lnTo><a:pt x="584" y="241"/></a:lnTo><a:lnTo><a:pt x="508" y="495"/></a:lnTo><a:lnTo><a:pt x="330" y="584"/></a:lnTo><a:lnTo><a:pt x="254" y="838"/></a:lnTo><a:lnTo><a:pt x="165" y="1003"/></a:lnTo><a:lnTo><a:pt x="76" y="1257"/></a:lnTo><a:lnTo><a:pt x="76" y="1422"/></a:lnTo><a:lnTo><a:pt x="0" y="1752"/></a:lnTo><a:lnTo><a:pt x="76" y="2171"/></a:lnTo><a:lnTo><a:pt x="165" y="2590"/></a:lnTo><a:lnTo><a:pt x="330" y="3022"/></a:lnTo><a:lnTo><a:pt x="584" y="3352"/></a:lnTo><a:lnTo><a:pt x="927" y="3606"/></a:lnTo><a:lnTo><a:pt x="1257" y="3860"/></a:lnTo><a:lnTo><a:pt x="1676" y="4025"/></a:lnTo><a:lnTo><a:pt x="2095" y="4114"/></a:lnTo><a:lnTo><a:pt x="2514" y="4114"/></a:lnTo><a:lnTo><a:pt x="4533" y="2260"/></a:lnTo><a:lnTo><a:pt x="4533" y="1841"/></a:lnTo><a:lnTo><a:pt x="4533" y="1422"/></a:lnTo><a:lnTo><a:pt x="4533" y="1257"/></a:lnTo><a:close/></a:path><a:path w="20319" h="14604"><a:moveTo><a:pt x="19900" y="13931"/></a:moveTo><a:lnTo><a:pt x="19646" y="13677"/></a:lnTo><a:lnTo><a:pt x="19646" y="13512"/></a:lnTo><a:lnTo><a:pt x="19392" y="13347"/></a:lnTo><a:lnTo><a:pt x="18973" y="13093"/></a:lnTo><a:lnTo><a:pt x="18554" y="12928"/></a:lnTo><a:lnTo><a:pt x="18135" y="12763"/></a:lnTo><a:lnTo><a:pt x="17627" y="12763"/></a:lnTo><a:lnTo><a:pt x="17386" y="12839"/></a:lnTo><a:lnTo><a:pt x="17208" y="12928"/></a:lnTo><a:lnTo><a:pt x="16878" y="13004"/></a:lnTo><a:lnTo><a:pt x="16535" y="13258"/></a:lnTo><a:lnTo><a:pt x="16370" y="13347"/></a:lnTo><a:lnTo><a:pt x="16205" y="13512"/></a:lnTo><a:lnTo><a:pt x="16116" y="13677"/></a:lnTo><a:lnTo><a:pt x="15951" y="13931"/></a:lnTo><a:lnTo><a:pt x="19900" y="14020"/></a:lnTo><a:close/></a:path></a:pathLst></a:custGeom><a:solidFill><a:srgbClr val="000000"/></a:solidFill></p:spPr><p:txBody><a:bodyPr wrap="square" lIns="0" tIns="0" rIns="0" bIns="0" rtlCol="0"/><a:lstStyle/><a:p/></p:txBody></p:sp><p:sp><p:nvSpPr><p:cNvPr id="744" name="object 744"/><p:cNvSpPr/><p:nvPr/></p:nvSpPr><p:spPr><a:xfrm><a:off x="16755124" y="12507751"/><a:ext cx="21590" cy="13335"/></a:xfrm><a:custGeom><a:avLst/><a:gdLst/><a:ahLst/><a:cxnLst/><a:rect l="l" t="t" r="r" b="b"/><a:pathLst><a:path w="21590" h="13334"><a:moveTo><a:pt x="4279" y="0"/></a:moveTo><a:lnTo><a:pt x="330" y="0"/></a:lnTo><a:lnTo><a:pt x="4279" y="88"/></a:lnTo><a:close/></a:path><a:path w="21590" h="13334"><a:moveTo><a:pt x="4533" y="838"/></a:moveTo><a:lnTo><a:pt x="4445" y="419"/></a:lnTo><a:lnTo><a:pt x="4279" y="88"/></a:lnTo><a:lnTo><a:pt x="254" y="88"/></a:lnTo><a:lnTo><a:pt x="165" y="419"/></a:lnTo><a:lnTo><a:pt x="0" y="838"/></a:lnTo><a:lnTo><a:pt x="0" y="1257"/></a:lnTo><a:lnTo><a:pt x="76" y="1676"/></a:lnTo><a:lnTo><a:pt x="254" y="2095"/></a:lnTo><a:lnTo><a:pt x="419" y="2438"/></a:lnTo><a:lnTo><a:pt x="749" y="2768"/></a:lnTo><a:lnTo><a:pt x="1092" y="3022"/></a:lnTo><a:lnTo><a:pt x="1422" y="3187"/></a:lnTo><a:lnTo><a:pt x="1841" y="3365"/></a:lnTo><a:lnTo><a:pt x="2679" y="3365"/></a:lnTo><a:lnTo><a:pt x="3098" y="3276"/></a:lnTo><a:lnTo><a:pt x="3441" y="3022"/></a:lnTo><a:lnTo><a:pt x="3771" y="2857"/></a:lnTo><a:lnTo><a:pt x="4114" y="2514"/></a:lnTo><a:lnTo><a:pt x="4279" y="2095"/></a:lnTo><a:lnTo><a:pt x="4445" y="1676"/></a:lnTo><a:lnTo><a:pt x="4533" y="1257"/></a:lnTo><a:lnTo><a:pt x="4533" y="838"/></a:lnTo><a:close/></a:path><a:path w="21590" h="13334"><a:moveTo><a:pt x="21247" y="12928"/></a:moveTo><a:lnTo><a:pt x="21158" y="12509"/></a:lnTo><a:lnTo><a:pt x="21069" y="12090"/></a:lnTo><a:lnTo><a:pt x="20828" y="11760"/></a:lnTo><a:lnTo><a:pt x="20574" y="11417"/></a:lnTo><a:lnTo><a:pt x="20231" y="11087"/></a:lnTo><a:lnTo><a:pt x="19812" y="10922"/></a:lnTo><a:lnTo><a:pt x="19392" y="10744"/></a:lnTo><a:lnTo><a:pt x="18465" y="10744"/></a:lnTo><a:lnTo><a:pt x="18135" y="10922"/></a:lnTo><a:lnTo><a:pt x="17716" y="11087"/></a:lnTo><a:lnTo><a:pt x="17373" y="11341"/></a:lnTo><a:lnTo><a:pt x="17043" y="11671"/></a:lnTo><a:lnTo><a:pt x="16878" y="12090"/></a:lnTo><a:lnTo><a:pt x="16713" y="12509"/></a:lnTo><a:lnTo><a:pt x="16624" y="12928"/></a:lnTo><a:lnTo><a:pt x="21247" y="12928"/></a:lnTo><a:close/></a:path></a:pathLst></a:custGeom><a:solidFill><a:srgbClr val="000000"/></a:solidFill></p:spPr><p:txBody><a:bodyPr wrap="square" lIns="0" tIns="0" rIns="0" bIns="0" rtlCol="0"/><a:lstStyle/><a:p/></p:txBody></p:sp><p:sp><p:nvSpPr><p:cNvPr id="745" name="object 745"/><p:cNvSpPr/><p:nvPr/></p:nvSpPr><p:spPr><a:xfrm><a:off x="16771748" y="12520260"/><a:ext cx="22225" cy="12065"/></a:xfrm><a:custGeom><a:avLst/><a:gdLst/><a:ahLst/><a:cxnLst/><a:rect l="l" t="t" r="r" b="b"/><a:pathLst><a:path w="22225" h="12065"><a:moveTo><a:pt x="4622" y="419"/></a:moveTo><a:lnTo><a:pt x="4533" y="0"/></a:lnTo><a:lnTo><a:pt x="88" y="0"/></a:lnTo><a:lnTo><a:pt x="4622" y="419"/></a:lnTo><a:close/></a:path><a:path w="22225" h="12065"><a:moveTo><a:pt x="4622" y="419"/></a:moveTo><a:lnTo><a:pt x="0" y="419"/></a:lnTo><a:lnTo><a:pt x="88" y="838"/></a:lnTo><a:lnTo><a:pt x="165" y="1257"/></a:lnTo><a:lnTo><a:pt x="330" y="1676"/></a:lnTo><a:lnTo><a:pt x="584" y="2019"/></a:lnTo><a:lnTo><a:pt x="927" y="2273"/></a:lnTo><a:lnTo><a:pt x="1257" y="2527"/></a:lnTo><a:lnTo><a:pt x="1600" y="2692"/></a:lnTo><a:lnTo><a:pt x="1765" y="2692"/></a:lnTo><a:lnTo><a:pt x="2019" y="2768"/></a:lnTo><a:lnTo><a:pt x="2514" y="2768"/></a:lnTo><a:lnTo><a:pt x="2857" y="2692"/></a:lnTo><a:lnTo><a:pt x="3276" y="2527"/></a:lnTo><a:lnTo><a:pt x="3606" y="2349"/></a:lnTo><a:lnTo><a:pt x="3949" y="2108"/></a:lnTo><a:lnTo><a:pt x="4203" y="1765"/></a:lnTo><a:lnTo><a:pt x="4445" y="1346"/></a:lnTo><a:lnTo><a:pt x="4533" y="927"/></a:lnTo><a:lnTo><a:pt x="4622" y="419"/></a:lnTo><a:close/></a:path><a:path w="22225" h="12065"><a:moveTo><a:pt x="22174" y="10668"/></a:moveTo><a:lnTo><a:pt x="22085" y="10325"/></a:lnTo><a:lnTo><a:pt x="21920" y="9906"/></a:lnTo><a:lnTo><a:pt x="21666" y="9486"/></a:lnTo><a:lnTo><a:pt x="21323" y="9245"/></a:lnTo><a:lnTo><a:pt x="20993" y="8991"/></a:lnTo><a:lnTo><a:pt x="20574" y="8813"/></a:lnTo><a:lnTo><a:pt x="20154" y="8737"/></a:lnTo><a:lnTo><a:pt x="19646" y="8737"/></a:lnTo><a:lnTo><a:pt x="19227" y="8813"/></a:lnTo><a:lnTo><a:pt x="18808" y="8991"/></a:lnTo><a:lnTo><a:pt x="18478" y="9245"/></a:lnTo><a:lnTo><a:pt x="18135" y="9486"/></a:lnTo><a:lnTo><a:pt x="17881" y="9906"/></a:lnTo><a:lnTo><a:pt x="17716" y="10248"/></a:lnTo><a:lnTo><a:pt x="17640" y="10668"/></a:lnTo><a:lnTo><a:pt x="17640" y="11087"/></a:lnTo><a:lnTo><a:pt x="17716" y="11506"/></a:lnTo><a:lnTo><a:pt x="17716" y="11671"/></a:lnTo><a:lnTo><a:pt x="22085" y="11671"/></a:lnTo><a:lnTo><a:pt x="22085" y="11506"/></a:lnTo><a:lnTo><a:pt x="22174" y="11176"/></a:lnTo><a:lnTo><a:pt x="22174" y="10756"/></a:lnTo><a:close/></a:path></a:pathLst></a:custGeom><a:solidFill><a:srgbClr val="000000"/></a:solidFill></p:spPr><p:txBody><a:bodyPr wrap="square" lIns="0" tIns="0" rIns="0" bIns="0" rtlCol="0"/><a:lstStyle/><a:p/></p:txBody></p:sp><p:sp><p:nvSpPr><p:cNvPr id="746" name="object 746"/><p:cNvSpPr/><p:nvPr/></p:nvSpPr><p:spPr><a:xfrm><a:off x="16789465" y="12531766"/><a:ext cx="22860" cy="10160"/></a:xfrm><a:custGeom><a:avLst/><a:gdLst/><a:ahLst/><a:cxnLst/><a:rect l="l" t="t" r="r" b="b"/><a:pathLst><a:path w="22859" h="10159"><a:moveTo><a:pt x="4368" y="165"/></a:moveTo><a:lnTo><a:pt x="0" y="165"/></a:lnTo><a:lnTo><a:pt x="88" y="419"/></a:lnTo><a:lnTo><a:pt x="342" y="762"/></a:lnTo><a:lnTo><a:pt x="419" y="927"/></a:lnTo><a:lnTo><a:pt x="584" y="1092"/></a:lnTo><a:lnTo><a:pt x="927" y="1346"/></a:lnTo><a:lnTo><a:pt x="1092" y="1422"/></a:lnTo><a:lnTo><a:pt x="1257" y="1511"/></a:lnTo><a:lnTo><a:pt x="1435" y="1600"/></a:lnTo><a:lnTo><a:pt x="1676" y="1676"/></a:lnTo><a:lnTo><a:pt x="1930" y="1676"/></a:lnTo><a:lnTo><a:pt x="2095" y="1765"/></a:lnTo><a:lnTo><a:pt x="2514" y="1676"/></a:lnTo><a:lnTo><a:pt x="2946" y="1600"/></a:lnTo><a:lnTo><a:pt x="3276" y="1422"/></a:lnTo><a:lnTo><a:pt x="3441" y="1346"/></a:lnTo><a:lnTo><a:pt x="3606" y="1181"/></a:lnTo><a:lnTo><a:pt x="3784" y="1092"/></a:lnTo><a:lnTo><a:pt x="3949" y="927"/></a:lnTo><a:lnTo><a:pt x="4038" y="762"/></a:lnTo><a:lnTo><a:pt x="4203" y="508"/></a:lnTo><a:lnTo><a:pt x="4368" y="165"/></a:lnTo><a:close/></a:path><a:path w="22859" h="10159"><a:moveTo><a:pt x="4368" y="0"/></a:moveTo><a:lnTo><a:pt x="0" y="0"/></a:lnTo><a:lnTo><a:pt x="4368" y="165"/></a:lnTo><a:lnTo><a:pt x="4368" y="0"/></a:lnTo><a:close/></a:path><a:path w="22859" h="10159"><a:moveTo><a:pt x="22847" y="8140"/></a:moveTo><a:lnTo><a:pt x="22758" y="7975"/></a:lnTo><a:lnTo><a:pt x="22669" y="7721"/></a:lnTo><a:lnTo><a:pt x="22593" y="7556"/></a:lnTo><a:lnTo><a:pt x="22504" y="7302"/></a:lnTo><a:lnTo><a:pt x="22428" y="7137"/></a:lnTo><a:lnTo><a:pt x="22250" y="6972"/></a:lnTo><a:lnTo><a:pt x="22174" y="6807"/></a:lnTo><a:lnTo><a:pt x="22009" y="6718"/></a:lnTo><a:lnTo><a:pt x="21831" y="6553"/></a:lnTo><a:lnTo><a:pt x="21666" y="6464"/></a:lnTo><a:lnTo><a:pt x="21412" y="6388"/></a:lnTo><a:lnTo><a:pt x="21247" y="6299"/></a:lnTo><a:lnTo><a:pt x="21082" y="6210"/></a:lnTo><a:lnTo><a:pt x="20828" y="6210"/></a:lnTo><a:lnTo><a:pt x="20408" y="6134"/></a:lnTo><a:lnTo><a:pt x="19989" y="6210"/></a:lnTo><a:lnTo><a:pt x="19646" y="6388"/></a:lnTo><a:lnTo><a:pt x="19481" y="6464"/></a:lnTo><a:lnTo><a:pt x="19227" y="6553"/></a:lnTo><a:lnTo><a:pt x="19151" y="6718"/></a:lnTo><a:lnTo><a:pt x="18897" y="6807"/></a:lnTo><a:lnTo><a:pt x="18808" y="6972"/></a:lnTo><a:lnTo><a:pt x="18643" y="7137"/></a:lnTo><a:lnTo><a:pt x="18554" y="7302"/></a:lnTo><a:lnTo><a:pt x="18478" y="7556"/></a:lnTo><a:lnTo><a:pt x="18389" y="7721"/></a:lnTo><a:lnTo><a:pt x="18313" y="7975"/></a:lnTo><a:lnTo><a:pt x="18313" y="8140"/></a:lnTo><a:lnTo><a:pt x="18313" y="8394"/></a:lnTo><a:lnTo><a:pt x="18313" y="8559"/></a:lnTo><a:lnTo><a:pt x="18313" y="8813"/></a:lnTo><a:lnTo><a:pt x="18313" y="8991"/></a:lnTo><a:lnTo><a:pt x="18389" y="9232"/></a:lnTo><a:lnTo><a:pt x="18643" y="9652"/></a:lnTo><a:lnTo><a:pt x="22428" y="9740"/></a:lnTo><a:lnTo><a:pt x="22669" y="9321"/></a:lnTo><a:lnTo><a:pt x="22758" y="8991"/></a:lnTo><a:lnTo><a:pt x="22758" y="8813"/></a:lnTo><a:lnTo><a:pt x="22847" y="8559"/></a:lnTo><a:lnTo><a:pt x="22847" y="8394"/></a:lnTo><a:lnTo><a:pt x="22847" y="8140"/></a:lnTo><a:close/></a:path></a:pathLst></a:custGeom><a:solidFill><a:srgbClr val="000000"/></a:solidFill></p:spPr><p:txBody><a:bodyPr wrap="square" lIns="0" tIns="0" rIns="0" bIns="0" rtlCol="0"/><a:lstStyle/><a:p/></p:txBody></p:sp><p:sp><p:nvSpPr><p:cNvPr id="747" name="object 747"/><p:cNvSpPr/><p:nvPr/></p:nvSpPr><p:spPr><a:xfrm><a:off x="16808108" y="12541418"/><a:ext cx="23495" cy="8255"/></a:xfrm><a:custGeom><a:avLst/><a:gdLst/><a:ahLst/><a:cxnLst/><a:rect l="l" t="t" r="r" b="b"/><a:pathLst><a:path w="23494" h="8254"><a:moveTo><a:pt x="3784" y="88"/></a:moveTo><a:lnTo><a:pt x="88" y="88"/></a:lnTo><a:lnTo><a:pt x="254" y="342"/></a:lnTo><a:lnTo><a:pt x="584" y="673"/></a:lnTo><a:lnTo><a:pt x="1003" y="850"/></a:lnTo><a:lnTo><a:pt x="1422" y="1016"/></a:lnTo><a:lnTo><a:pt x="1600" y="1016"/></a:lnTo><a:lnTo><a:pt x="1854" y="1092"/></a:lnTo><a:lnTo><a:pt x="2273" y="1016"/></a:lnTo><a:lnTo><a:pt x="2768" y="927"/></a:lnTo><a:lnTo><a:pt x="3111" y="673"/></a:lnTo><a:lnTo><a:pt x="3530" y="419"/></a:lnTo><a:lnTo><a:pt x="3784" y="88"/></a:lnTo><a:close/></a:path><a:path w="23494" h="8254"><a:moveTo><a:pt x="3784" y="0"/></a:moveTo><a:lnTo><a:pt x="0" y="0"/></a:lnTo><a:lnTo><a:pt x="3784" y="88"/></a:lnTo><a:close/></a:path><a:path w="23494" h="8254"><a:moveTo><a:pt x="23266" y="6134"/></a:moveTo><a:lnTo><a:pt x="23177" y="5969"/></a:lnTo><a:lnTo><a:pt x="23177" y="5715"/></a:lnTo><a:lnTo><a:pt x="23088" y="5461"/></a:lnTo><a:lnTo><a:pt x="23088" y="5295"/></a:lnTo><a:lnTo><a:pt x="22923" y="5130"/></a:lnTo><a:lnTo><a:pt x="22847" y="4965"/></a:lnTo><a:lnTo><a:pt x="22669" y="4787"/></a:lnTo><a:lnTo><a:pt x="22593" y="4622"/></a:lnTo><a:lnTo><a:pt x="22415" y="4457"/></a:lnTo><a:lnTo><a:pt x="22250" y="4368"/></a:lnTo><a:lnTo><a:pt x="22085" y="4203"/></a:lnTo><a:lnTo><a:pt x="21920" y="4114"/></a:lnTo><a:lnTo><a:pt x="21666" y="4038"/></a:lnTo><a:lnTo><a:pt x="21501" y="4038"/></a:lnTo><a:lnTo><a:pt x="21158" y="3949"/></a:lnTo><a:lnTo><a:pt x="20662" y="3949"/></a:lnTo><a:lnTo><a:pt x="20485" y="4038"/></a:lnTo><a:lnTo><a:pt x="20243" y="4038"/></a:lnTo><a:lnTo><a:pt x="20066" y="4114"/></a:lnTo><a:lnTo><a:pt x="19900" y="4203"/></a:lnTo><a:lnTo><a:pt x="19646" y="4368"/></a:lnTo><a:lnTo><a:pt x="19481" y="4457"/></a:lnTo><a:lnTo><a:pt x="19392" y="4622"/></a:lnTo><a:lnTo><a:pt x="19227" y="4787"/></a:lnTo><a:lnTo><a:pt x="19062" y="4965"/></a:lnTo><a:lnTo><a:pt x="18973" y="5130"/></a:lnTo><a:lnTo><a:pt x="18897" y="5295"/></a:lnTo><a:lnTo><a:pt x="18808" y="5461"/></a:lnTo><a:lnTo><a:pt x="18732" y="5715"/></a:lnTo><a:lnTo><a:pt x="18732" y="5969"/></a:lnTo><a:lnTo><a:pt x="18732" y="6134"/></a:lnTo><a:lnTo><a:pt x="18732" y="6388"/></a:lnTo><a:lnTo><a:pt x="18732" y="6553"/></a:lnTo><a:lnTo><a:pt x="18808" y="6807"/></a:lnTo><a:lnTo><a:pt x="18808" y="6972"/></a:lnTo><a:lnTo><a:pt x="18897" y="7226"/></a:lnTo><a:lnTo><a:pt x="18973" y="7391"/></a:lnTo><a:lnTo><a:pt x="19151" y="7645"/></a:lnTo><a:lnTo><a:pt x="19316" y="7734"/></a:lnTo><a:lnTo><a:pt x="19481" y="7899"/></a:lnTo><a:lnTo><a:pt x="19570" y="8064"/></a:lnTo><a:lnTo><a:pt x="19824" y="8229"/></a:lnTo><a:lnTo><a:pt x="22085" y="8229"/></a:lnTo><a:lnTo><a:pt x="22339" y="8064"/></a:lnTo><a:lnTo><a:pt x="22415" y="7899"/></a:lnTo><a:lnTo><a:pt x="22669" y="7734"/></a:lnTo><a:lnTo><a:pt x="22923" y="7391"/></a:lnTo><a:lnTo><a:pt x="23012" y="7226"/></a:lnTo><a:lnTo><a:pt x="23088" y="6972"/></a:lnTo><a:lnTo><a:pt x="23177" y="6807"/></a:lnTo><a:lnTo><a:pt x="23266" y="6553"/></a:lnTo><a:lnTo><a:pt x="23266" y="6388"/></a:lnTo><a:lnTo><a:pt x="23266" y="6134"/></a:lnTo><a:close/></a:path></a:pathLst></a:custGeom><a:solidFill><a:srgbClr val="000000"/></a:solidFill></p:spPr><p:txBody><a:bodyPr wrap="square" lIns="0" tIns="0" rIns="0" bIns="0" rtlCol="0"/><a:lstStyle/><a:p/></p:txBody></p:sp><p:sp><p:nvSpPr><p:cNvPr id="748" name="object 748"/><p:cNvSpPr/><p:nvPr/></p:nvSpPr><p:spPr><a:xfrm><a:off x="16827679" y="12549483"/><a:ext cx="23495" cy="6350"/></a:xfrm><a:custGeom><a:avLst/><a:gdLst/><a:ahLst/><a:cxnLst/><a:rect l="l" t="t" r="r" b="b"/><a:pathLst><a:path w="23494" h="6350"><a:moveTo><a:pt x="2425" y="165"/></a:moveTo><a:lnTo><a:pt x="419" y="165"/></a:lnTo><a:lnTo><a:pt x="673" y="342"/></a:lnTo><a:lnTo><a:pt x="838" y="342"/></a:lnTo><a:lnTo><a:pt x="1092" y="419"/></a:lnTo><a:lnTo><a:pt x="1676" y="419"/></a:lnTo><a:lnTo><a:pt x="2006" y="342"/></a:lnTo><a:lnTo><a:pt x="2425" y="165"/></a:lnTo><a:close/></a:path><a:path w="23494" h="6350"><a:moveTo><a:pt x="2768" y="0"/></a:moveTo><a:lnTo><a:pt x="0" y="0"/></a:lnTo><a:lnTo><a:pt x="2425" y="165"/></a:lnTo><a:lnTo><a:pt x="2768" y="0"/></a:lnTo><a:close/></a:path><a:path w="23494" h="6350"><a:moveTo><a:pt x="23253" y="3695"/></a:moveTo><a:lnTo><a:pt x="23177" y="3441"/></a:lnTo><a:lnTo><a:pt x="23177" y="3276"/></a:lnTo><a:lnTo><a:pt x="23088" y="3022"/></a:lnTo><a:lnTo><a:pt x="22923" y="2857"/></a:lnTo><a:lnTo><a:pt x="22834" y="2692"/></a:lnTo><a:lnTo><a:pt x="22669" y="2438"/></a:lnTo><a:lnTo><a:pt x="22504" y="2349"/></a:lnTo><a:lnTo><a:pt x="22339" y="2184"/></a:lnTo><a:lnTo><a:pt x="22161" y="2019"/></a:lnTo><a:lnTo><a:pt x="21996" y="1930"/></a:lnTo><a:lnTo><a:pt x="21742" y="1854"/></a:lnTo><a:lnTo><a:pt x="21577" y="1765"/></a:lnTo><a:lnTo><a:pt x="20485" y="1765"/></a:lnTo><a:lnTo><a:pt x="20231" y="1854"/></a:lnTo><a:lnTo><a:pt x="20066" y="1930"/></a:lnTo><a:lnTo><a:pt x="19812" y="2019"/></a:lnTo><a:lnTo><a:pt x="19646" y="2184"/></a:lnTo><a:lnTo><a:pt x="19481" y="2349"/></a:lnTo><a:lnTo><a:pt x="19304" y="2438"/></a:lnTo><a:lnTo><a:pt x="19138" y="2692"/></a:lnTo><a:lnTo><a:pt x="19062" y="2857"/></a:lnTo><a:lnTo><a:pt x="18973" y="3022"/></a:lnTo><a:lnTo><a:pt x="18884" y="3276"/></a:lnTo><a:lnTo><a:pt x="18808" y="3441"/></a:lnTo><a:lnTo><a:pt x="18808" y="3695"/></a:lnTo><a:lnTo><a:pt x="18719" y="3860"/></a:lnTo><a:lnTo><a:pt x="18719" y="4114"/></a:lnTo><a:lnTo><a:pt x="18719" y="4279"/></a:lnTo><a:lnTo><a:pt x="18808" y="4533"/></a:lnTo><a:lnTo><a:pt x="18808" y="4699"/></a:lnTo><a:lnTo><a:pt x="18973" y="4953"/></a:lnTo><a:lnTo><a:pt x="19138" y="5295"/></a:lnTo><a:lnTo><a:pt x="19227" y="5461"/></a:lnTo><a:lnTo><a:pt x="19392" y="5626"/></a:lnTo><a:lnTo><a:pt x="19558" y="5715"/></a:lnTo><a:lnTo><a:pt x="19735" y="5880"/></a:lnTo><a:lnTo><a:pt x="19900" y="5969"/></a:lnTo><a:lnTo><a:pt x="20154" y="6134"/></a:lnTo><a:lnTo><a:pt x="20574" y="6210"/></a:lnTo><a:lnTo><a:pt x="21069" y="6299"/></a:lnTo><a:lnTo><a:pt x="21323" y="6210"/></a:lnTo><a:lnTo><a:pt x="21488" y="6210"/></a:lnTo><a:lnTo><a:pt x="21742" y="6134"/></a:lnTo><a:lnTo><a:pt x="21907" y="6134"/></a:lnTo><a:lnTo><a:pt x="22161" y="5969"/></a:lnTo><a:lnTo><a:pt x="22504" y="5715"/></a:lnTo><a:lnTo><a:pt x="22758" y="5461"/></a:lnTo><a:lnTo><a:pt x="22834" y="5295"/></a:lnTo><a:lnTo><a:pt x="22999" y="5041"/></a:lnTo><a:lnTo><a:pt x="23177" y="4699"/></a:lnTo><a:lnTo><a:pt x="23253" y="4533"/></a:lnTo><a:lnTo><a:pt x="23253" y="4279"/></a:lnTo><a:lnTo><a:pt x="23253" y="4114"/></a:lnTo><a:lnTo><a:pt x="23253" y="3860"/></a:lnTo><a:lnTo><a:pt x="23253" y="3695"/></a:lnTo><a:close/></a:path></a:pathLst></a:custGeom><a:solidFill><a:srgbClr val="000000"/></a:solidFill></p:spPr><p:txBody><a:bodyPr wrap="square" lIns="0" tIns="0" rIns="0" bIns="0" rtlCol="0"/><a:lstStyle/><a:p/></p:txBody></p:sp><p:sp><p:nvSpPr><p:cNvPr id="749" name="object 749"/><p:cNvSpPr/><p:nvPr/></p:nvSpPr><p:spPr><a:xfrm><a:off x="16866477" y="12555452"/><a:ext cx="23495" cy="5080"/></a:xfrm><a:custGeom><a:avLst/><a:gdLst/><a:ahLst/><a:cxnLst/><a:rect l="l" t="t" r="r" b="b"/><a:pathLst><a:path w="23494" h="5079"><a:moveTo><a:pt x="4533" y="2171"/></a:moveTo><a:lnTo><a:pt x="4445" y="1841"/></a:lnTo><a:lnTo><a:pt x="4356" y="1422"/></a:lnTo><a:lnTo><a:pt x="4191" y="1092"/></a:lnTo><a:lnTo><a:pt x="3937" y="749"/></a:lnTo><a:lnTo><a:pt x="3606" y="419"/></a:lnTo><a:lnTo><a:pt x="3263" y="241"/></a:lnTo><a:lnTo><a:pt x="2844" y="76"/></a:lnTo><a:lnTo><a:pt x="1676" y="0"/></a:lnTo><a:lnTo><a:pt x="1257" y="165"/></a:lnTo><a:lnTo><a:pt x="914" y="419"/></a:lnTo><a:lnTo><a:pt x="584" y="660"/></a:lnTo><a:lnTo><a:pt x="330" y="1003"/></a:lnTo><a:lnTo><a:pt x="165" y="1333"/></a:lnTo><a:lnTo><a:pt x="0" y="1752"/></a:lnTo><a:lnTo><a:pt x="0" y="2768"/></a:lnTo><a:lnTo><a:pt x="76" y="3022"/></a:lnTo><a:lnTo><a:pt x="165" y="3187"/></a:lnTo><a:lnTo><a:pt x="330" y="3441"/></a:lnTo><a:lnTo><a:pt x="584" y="3771"/></a:lnTo><a:lnTo><a:pt x="914" y="4114"/></a:lnTo><a:lnTo><a:pt x="1333" y="4279"/></a:lnTo><a:lnTo><a:pt x="1752" y="4445"/></a:lnTo><a:lnTo><a:pt x="2349" y="4533"/></a:lnTo><a:lnTo><a:pt x="2514" y="4445"/></a:lnTo><a:lnTo><a:pt x="2768" y="4445"/></a:lnTo><a:lnTo><a:pt x="3022" y="4356"/></a:lnTo><a:lnTo><a:pt x="3187" y="4279"/></a:lnTo><a:lnTo><a:pt x="3441" y="4191"/></a:lnTo><a:lnTo><a:pt x="3771" y="3860"/></a:lnTo><a:lnTo><a:pt x="4114" y="3517"/></a:lnTo><a:lnTo><a:pt x="4279" y="3187"/></a:lnTo><a:lnTo><a:pt x="4356" y="3022"/></a:lnTo><a:lnTo><a:pt x="4445" y="2768"/></a:lnTo><a:lnTo><a:pt x="4445" y="2603"/></a:lnTo><a:lnTo><a:pt x="4533" y="2349"/></a:lnTo><a:lnTo><a:pt x="4533" y="2171"/></a:lnTo><a:close/></a:path><a:path w="23494" h="5079"><a:moveTo><a:pt x="23342" y="2603"/></a:moveTo><a:lnTo><a:pt x="22999" y="2514"/></a:lnTo><a:lnTo><a:pt x="22085" y="2514"/></a:lnTo><a:lnTo><a:pt x="21742" y="2603"/></a:lnTo><a:lnTo><a:pt x="23342" y="2679"/></a:lnTo><a:close/></a:path></a:pathLst></a:custGeom><a:solidFill><a:srgbClr val="000000"/></a:solidFill></p:spPr><p:txBody><a:bodyPr wrap="square" lIns="0" tIns="0" rIns="0" bIns="0" rtlCol="0"/><a:lstStyle/><a:p/></p:txBody></p:sp><p:sp><p:nvSpPr><p:cNvPr id="750" name="object 750"/><p:cNvSpPr/><p:nvPr/></p:nvSpPr><p:spPr><a:xfrm><a:off x="16886708" y="12558055"/><a:ext cx="24765" cy="4445"/></a:xfrm><a:custGeom><a:avLst/><a:gdLst/><a:ahLst/><a:cxnLst/><a:rect l="l" t="t" r="r" b="b"/><a:pathLst><a:path w="24765" h="4445"><a:moveTo><a:pt x="3111" y="0"/></a:moveTo><a:lnTo><a:pt x="1511" y="0"/></a:lnTo><a:lnTo><a:pt x="3111" y="76"/></a:lnTo><a:close/></a:path><a:path w="24765" h="4445"><a:moveTo><a:pt x="4533" y="1587"/></a:moveTo><a:lnTo><a:pt x="4368" y="1168"/></a:lnTo><a:lnTo><a:pt x="4114" y="838"/></a:lnTo><a:lnTo><a:pt x="3860" y="495"/></a:lnTo><a:lnTo><a:pt x="3530" y="241"/></a:lnTo><a:lnTo><a:pt x="3111" y="76"/></a:lnTo><a:lnTo><a:pt x="1422" y="76"/></a:lnTo><a:lnTo><a:pt x="1181" y="241"/></a:lnTo><a:lnTo><a:pt x="838" y="495"/></a:lnTo><a:lnTo><a:pt x="508" y="749"/></a:lnTo><a:lnTo><a:pt x="254" y="1079"/></a:lnTo><a:lnTo><a:pt x="165" y="1511"/></a:lnTo><a:lnTo><a:pt x="88" y="1930"/></a:lnTo><a:lnTo><a:pt x="88" y="2349"/></a:lnTo><a:lnTo><a:pt x="88" y="2768"/></a:lnTo><a:lnTo><a:pt x="254" y="3187"/></a:lnTo><a:lnTo><a:pt x="508" y="3606"/></a:lnTo><a:lnTo><a:pt x="838" y="3860"/></a:lnTo><a:lnTo><a:pt x="1181" y="4114"/></a:lnTo><a:lnTo><a:pt x="1600" y="4356"/></a:lnTo><a:lnTo><a:pt x="2095" y="4445"/></a:lnTo><a:lnTo><a:pt x="2603" y="4445"/></a:lnTo><a:lnTo><a:pt x="2933" y="4356"/></a:lnTo><a:lnTo><a:pt x="3365" y="4191"/></a:lnTo><a:lnTo><a:pt x="3695" y="3937"/></a:lnTo><a:lnTo><a:pt x="4025" y="3606"/></a:lnTo><a:lnTo><a:pt x="4279" y="3263"/></a:lnTo><a:lnTo><a:pt x="4445" y="2844"/></a:lnTo><a:lnTo><a:pt x="4533" y="2425"/></a:lnTo><a:lnTo><a:pt x="4533" y="2006"/></a:lnTo><a:lnTo><a:pt x="4533" y="1587"/></a:lnTo><a:close/></a:path><a:path w="24765" h="4445"><a:moveTo><a:pt x="24434" y="1511"/></a:moveTo><a:lnTo><a:pt x="24104" y="1168"/></a:lnTo><a:lnTo><a:pt x="23761" y="1003"/></a:lnTo><a:lnTo><a:pt x="23342" y="838"/></a:lnTo><a:lnTo><a:pt x="22923" y="749"/></a:lnTo><a:lnTo><a:pt x="22504" y="749"/></a:lnTo><a:lnTo><a:pt x="22174" y="838"/></a:lnTo><a:lnTo><a:pt x="21755" y="1003"/></a:lnTo><a:lnTo><a:pt x="21412" y="1168"/></a:lnTo><a:lnTo><a:pt x="21082" y="1511"/></a:lnTo><a:lnTo><a:pt x="24434" y="1511"/></a:lnTo><a:close/></a:path></a:pathLst></a:custGeom><a:solidFill><a:srgbClr val="000000"/></a:solidFill></p:spPr><p:txBody><a:bodyPr wrap="square" lIns="0" tIns="0" rIns="0" bIns="0" rtlCol="0"/><a:lstStyle/><a:p/></p:txBody></p:sp><p:sp><p:nvSpPr><p:cNvPr id="751" name="object 751"/><p:cNvSpPr/><p:nvPr/></p:nvSpPr><p:spPr><a:xfrm><a:off x="16907194" y="12557967"/><a:ext cx="25400" cy="5715"/></a:xfrm><a:custGeom><a:avLst/><a:gdLst/><a:ahLst/><a:cxnLst/><a:rect l="l" t="t" r="r" b="b"/><a:pathLst><a:path w="25400" h="5715"><a:moveTo><a:pt x="3949" y="1600"/></a:moveTo><a:lnTo><a:pt x="3619" y="1257"/></a:lnTo><a:lnTo><a:pt x="927" y="1257"/></a:lnTo><a:lnTo><a:pt x="3949" y="1600"/></a:lnTo><a:close/></a:path><a:path w="25400" h="5715"><a:moveTo><a:pt x="4533" y="2692"/></a:moveTo><a:lnTo><a:pt x="4368" y="2260"/></a:lnTo><a:lnTo><a:pt x="4203" y="1930"/></a:lnTo><a:lnTo><a:pt x="3949" y="1600"/></a:lnTo><a:lnTo><a:pt x="596" y="1600"/></a:lnTo><a:lnTo><a:pt x="342" y="1930"/></a:lnTo><a:lnTo><a:pt x="177" y="2260"/></a:lnTo><a:lnTo><a:pt x="0" y="2692"/></a:lnTo><a:lnTo><a:pt x="0" y="3111"/></a:lnTo><a:lnTo><a:pt x="0" y="3530"/></a:lnTo><a:lnTo><a:pt x="177" y="3949"/></a:lnTo><a:lnTo><a:pt x="342" y="4368"/></a:lnTo><a:lnTo><a:pt x="673" y="4699"/></a:lnTo><a:lnTo><a:pt x="1016" y="4953"/></a:lnTo><a:lnTo><a:pt x="1435" y="5207"/></a:lnTo><a:lnTo><a:pt x="1854" y="5283"/></a:lnTo><a:lnTo><a:pt x="2273" y="5372"/></a:lnTo><a:lnTo><a:pt x="2692" y="5283"/></a:lnTo><a:lnTo><a:pt x="3111" y="5207"/></a:lnTo><a:lnTo><a:pt x="3530" y="4953"/></a:lnTo><a:lnTo><a:pt x="3873" y="4699"/></a:lnTo><a:lnTo><a:pt x="4114" y="4368"/></a:lnTo><a:lnTo><a:pt x="4368" y="3949"/></a:lnTo><a:lnTo><a:pt x="4457" y="3530"/></a:lnTo><a:lnTo><a:pt x="4533" y="3111"/></a:lnTo><a:lnTo><a:pt x="4533" y="2692"/></a:lnTo><a:close/></a:path><a:path w="25400" h="5715"><a:moveTo><a:pt x="24866" y="1600"/></a:moveTo><a:lnTo><a:pt x="24688" y="1168"/></a:lnTo><a:lnTo><a:pt x="24523" y="838"/></a:lnTo><a:lnTo><a:pt x="24193" y="508"/></a:lnTo><a:lnTo><a:pt x="23774" y="254"/></a:lnTo><a:lnTo><a:pt x="23431" y="88"/></a:lnTo><a:lnTo><a:pt x="22936" y="0"/></a:lnTo><a:lnTo><a:pt x="22504" y="0"/></a:lnTo><a:lnTo><a:pt x="22085" y="88"/></a:lnTo><a:lnTo><a:pt x="21666" y="254"/></a:lnTo><a:lnTo><a:pt x="21247" y="508"/></a:lnTo><a:lnTo><a:pt x="20993" y="749"/></a:lnTo><a:lnTo><a:pt x="20751" y="1168"/></a:lnTo><a:lnTo><a:pt x="20574" y="1600"/></a:lnTo><a:lnTo><a:pt x="24866" y="1600"/></a:lnTo><a:close/></a:path></a:pathLst></a:custGeom><a:solidFill><a:srgbClr val="000000"/></a:solidFill></p:spPr><p:txBody><a:bodyPr wrap="square" lIns="0" tIns="0" rIns="0" bIns="0" rtlCol="0"/><a:lstStyle/><a:p/></p:txBody></p:sp><p:sp><p:nvSpPr><p:cNvPr id="752" name="object 752"/><p:cNvSpPr/><p:nvPr/></p:nvSpPr><p:spPr><a:xfrm><a:off x="16927602" y="12555452"/><a:ext cx="25400" cy="7620"/></a:xfrm><a:custGeom><a:avLst/><a:gdLst/><a:ahLst/><a:cxnLst/><a:rect l="l" t="t" r="r" b="b"/><a:pathLst><a:path w="25400" h="7620"><a:moveTo><a:pt x="4457" y="4114"/></a:moveTo><a:lnTo><a:pt x="4279" y="3683"/></a:lnTo><a:lnTo><a:pt x="254" y="3683"/></a:lnTo><a:lnTo><a:pt x="4457" y="4114"/></a:lnTo><a:close/></a:path><a:path w="25400" h="7620"><a:moveTo><a:pt x="4533" y="4533"/></a:moveTo><a:lnTo><a:pt x="4457" y="4114"/></a:lnTo><a:lnTo><a:pt x="88" y="4114"/></a:lnTo><a:lnTo><a:pt x="0" y="4533"/></a:lnTo><a:lnTo><a:pt x="0" y="4953"/></a:lnTo><a:lnTo><a:pt x="88" y="5372"/></a:lnTo><a:lnTo><a:pt x="254" y="5791"/></a:lnTo><a:lnTo><a:pt x="508" y="6121"/></a:lnTo><a:lnTo><a:pt x="762" y="6464"/></a:lnTo><a:lnTo><a:pt x="1092" y="6718"/></a:lnTo><a:lnTo><a:pt x="1435" y="6883"/></a:lnTo><a:lnTo><a:pt x="1854" y="6959"/></a:lnTo><a:lnTo><a:pt x="2273" y="7048"/></a:lnTo><a:lnTo><a:pt x="2692" y="6959"/></a:lnTo><a:lnTo><a:pt x="3111" y="6883"/></a:lnTo><a:lnTo><a:pt x="3441" y="6718"/></a:lnTo><a:lnTo><a:pt x="3784" y="6464"/></a:lnTo><a:lnTo><a:pt x="4114" y="6121"/></a:lnTo><a:lnTo><a:pt x="4368" y="5791"/></a:lnTo><a:lnTo><a:pt x="4457" y="5372"/></a:lnTo><a:lnTo><a:pt x="4533" y="5029"/></a:lnTo><a:lnTo><a:pt x="4533" y="4610"/></a:lnTo><a:close/></a:path><a:path w="25400" h="7620"><a:moveTo><a:pt x="24853" y="1752"/></a:moveTo><a:lnTo><a:pt x="24777" y="1422"/></a:lnTo><a:lnTo><a:pt x="24523" y="1092"/></a:lnTo><a:lnTo><a:pt x="24269" y="749"/></a:lnTo><a:lnTo><a:pt x="24015" y="419"/></a:lnTo><a:lnTo><a:pt x="23685" y="241"/></a:lnTo><a:lnTo><a:pt x="23266" y="76"/></a:lnTo><a:lnTo><a:pt x="22009" y="0"/></a:lnTo><a:lnTo><a:pt x="21590" y="165"/></a:lnTo><a:lnTo><a:pt x="21247" y="419"/></a:lnTo><a:lnTo><a:pt x="20916" y="660"/></a:lnTo><a:lnTo><a:pt x="20662" y="1003"/></a:lnTo><a:lnTo><a:pt x="20497" y="1333"/></a:lnTo><a:lnTo><a:pt x="20408" y="1752"/></a:lnTo><a:lnTo><a:pt x="20320" y="2171"/></a:lnTo><a:lnTo><a:pt x="24853" y="2171"/></a:lnTo><a:lnTo><a:pt x="24853" y="1841"/></a:lnTo><a:close/></a:path></a:pathLst></a:custGeom><a:solidFill><a:srgbClr val="000000"/></a:solidFill></p:spPr><p:txBody><a:bodyPr wrap="square" lIns="0" tIns="0" rIns="0" bIns="0" rtlCol="0"/><a:lstStyle/><a:p/></p:txBody></p:sp><p:sp><p:nvSpPr><p:cNvPr id="753" name="object 753"/><p:cNvSpPr/><p:nvPr/></p:nvSpPr><p:spPr><a:xfrm><a:off x="16947922" y="12551248"/><a:ext cx="24765" cy="8890"/></a:xfrm><a:custGeom><a:avLst/><a:gdLst/><a:ahLst/><a:cxnLst/><a:rect l="l" t="t" r="r" b="b"/><a:pathLst><a:path w="24765" h="8890"><a:moveTo><a:pt x="4533" y="6375"/></a:moveTo><a:lnTo><a:pt x="0" y="6375"/></a:lnTo><a:lnTo><a:pt x="0" y="6807"/></a:lnTo><a:lnTo><a:pt x="177" y="7226"/></a:lnTo><a:lnTo><a:pt x="342" y="7645"/></a:lnTo><a:lnTo><a:pt x="596" y="7975"/></a:lnTo><a:lnTo><a:pt x="838" y="8229"/></a:lnTo><a:lnTo><a:pt x="1270" y="8483"/></a:lnTo><a:lnTo><a:pt x="1600" y="8648"/></a:lnTo><a:lnTo><a:pt x="1765" y="8648"/></a:lnTo><a:lnTo><a:pt x="2019" y="8737"/></a:lnTo><a:lnTo><a:pt x="2527" y="8737"/></a:lnTo><a:lnTo><a:pt x="2857" y="8648"/></a:lnTo><a:lnTo><a:pt x="3276" y="8483"/></a:lnTo><a:lnTo><a:pt x="3619" y="8318"/></a:lnTo><a:lnTo><a:pt x="3949" y="7975"/></a:lnTo><a:lnTo><a:pt x="4203" y="7645"/></a:lnTo><a:lnTo><a:pt x="4368" y="7302"/></a:lnTo><a:lnTo><a:pt x="4533" y="6883"/></a:lnTo><a:lnTo><a:pt x="4533" y="6464"/></a:lnTo><a:close/></a:path><a:path w="24765" h="8890"><a:moveTo><a:pt x="4533" y="6045"/></a:moveTo><a:lnTo><a:pt x="0" y="6045"/></a:lnTo><a:lnTo><a:pt x="4533" y="6375"/></a:lnTo><a:lnTo><a:pt x="4533" y="6045"/></a:lnTo><a:close/></a:path><a:path w="24765" h="8890"><a:moveTo><a:pt x="24612" y="2095"/></a:moveTo><a:lnTo><a:pt x="24523" y="1930"/></a:lnTo><a:lnTo><a:pt x="24523" y="1676"/></a:lnTo><a:lnTo><a:pt x="24358" y="1257"/></a:lnTo><a:lnTo><a:pt x="24193" y="927"/></a:lnTo><a:lnTo><a:pt x="23850" y="584"/></a:lnTo><a:lnTo><a:pt x="23596" y="330"/></a:lnTo><a:lnTo><a:pt x="23431" y="254"/></a:lnTo><a:lnTo><a:pt x="23177" y="165"/></a:lnTo><a:lnTo><a:pt x="23012" y="88"/></a:lnTo><a:lnTo><a:pt x="22758" y="0"/></a:lnTo><a:lnTo><a:pt x="21831" y="0"/></a:lnTo><a:lnTo><a:pt x="21590" y="88"/></a:lnTo><a:lnTo><a:pt x="21412" y="165"/></a:lnTo><a:lnTo><a:pt x="21170" y="254"/></a:lnTo><a:lnTo><a:pt x="20828" y="508"/></a:lnTo><a:lnTo><a:pt x="20497" y="838"/></a:lnTo><a:lnTo><a:pt x="20320" y="1181"/></a:lnTo><a:lnTo><a:pt x="20154" y="1600"/></a:lnTo><a:lnTo><a:pt x="20078" y="1676"/></a:lnTo><a:lnTo><a:pt x="20078" y="2768"/></a:lnTo><a:lnTo><a:pt x="24523" y="2768"/></a:lnTo><a:lnTo><a:pt x="24612" y="2514"/></a:lnTo><a:lnTo><a:pt x="24612" y="2349"/></a:lnTo><a:lnTo><a:pt x="24612" y="2095"/></a:lnTo><a:close/></a:path></a:pathLst></a:custGeom><a:solidFill><a:srgbClr val="000000"/></a:solidFill></p:spPr><p:txBody><a:bodyPr wrap="square" lIns="0" tIns="0" rIns="0" bIns="0" rtlCol="0"/><a:lstStyle/><a:p/></p:txBody></p:sp><p:sp><p:nvSpPr><p:cNvPr id="754" name="object 754"/><p:cNvSpPr/><p:nvPr/></p:nvSpPr><p:spPr><a:xfrm><a:off x="16968001" y="12545368"/><a:ext cx="24130" cy="10795"/></a:xfrm><a:custGeom><a:avLst/><a:gdLst/><a:ahLst/><a:cxnLst/><a:rect l="l" t="t" r="r" b="b"/><a:pathLst><a:path w="24130" h="10795"><a:moveTo><a:pt x="4445" y="8648"/></a:moveTo><a:lnTo><a:pt x="0" y="8648"/></a:lnTo><a:lnTo><a:pt x="76" y="8813"/></a:lnTo><a:lnTo><a:pt x="165" y="9067"/></a:lnTo><a:lnTo><a:pt x="419" y="9410"/></a:lnTo><a:lnTo><a:pt x="495" y="9575"/></a:lnTo><a:lnTo><a:pt x="673" y="9740"/></a:lnTo><a:lnTo><a:pt x="1003" y="9994"/></a:lnTo><a:lnTo><a:pt x="1333" y="10248"/></a:lnTo><a:lnTo><a:pt x="1511" y="10248"/></a:lnTo><a:lnTo><a:pt x="1752" y="10325"/></a:lnTo><a:lnTo><a:pt x="1930" y="10325"/></a:lnTo><a:lnTo><a:pt x="2184" y="10414"/></a:lnTo><a:lnTo><a:pt x="2603" y="10325"/></a:lnTo><a:lnTo><a:pt x="3022" y="10248"/></a:lnTo><a:lnTo><a:pt x="3352" y="10083"/></a:lnTo><a:lnTo><a:pt x="3695" y="9829"/></a:lnTo><a:lnTo><a:pt x="4025" y="9575"/></a:lnTo><a:lnTo><a:pt x="4114" y="9410"/></a:lnTo><a:lnTo><a:pt x="4279" y="9156"/></a:lnTo><a:lnTo><a:pt x="4356" y="8813"/></a:lnTo><a:lnTo><a:pt x="4445" y="8648"/></a:lnTo><a:close/></a:path><a:path w="24130" h="10795"><a:moveTo><a:pt x="4533" y="8394"/></a:moveTo><a:lnTo><a:pt x="0" y="8394"/></a:lnTo><a:lnTo><a:pt x="4445" y="8648"/></a:lnTo><a:lnTo><a:pt x="4533" y="8394"/></a:lnTo><a:close/></a:path><a:path w="24130" h="10795"><a:moveTo><a:pt x="24091" y="1930"/></a:moveTo><a:lnTo><a:pt x="24015" y="1676"/></a:lnTo><a:lnTo><a:pt x="24015" y="1511"/></a:lnTo><a:lnTo><a:pt x="23837" y="1257"/></a:lnTo><a:lnTo><a:pt x="23837" y="1092"/></a:lnTo><a:lnTo><a:pt x="23672" y="927"/></a:lnTo><a:lnTo><a:pt x="23507" y="762"/></a:lnTo><a:lnTo><a:pt x="22580" y="165"/></a:lnTo><a:lnTo><a:pt x="22415" y="88"/></a:lnTo><a:lnTo><a:pt x="22085" y="0"/></a:lnTo><a:lnTo><a:pt x="21488" y="0"/></a:lnTo><a:lnTo><a:pt x="21323" y="88"/></a:lnTo><a:lnTo><a:pt x="21069" y="165"/></a:lnTo><a:lnTo><a:pt x="20904" y="254"/></a:lnTo><a:lnTo><a:pt x="20650" y="342"/></a:lnTo><a:lnTo><a:pt x="20485" y="508"/></a:lnTo><a:lnTo><a:pt x="20320" y="584"/></a:lnTo><a:lnTo><a:pt x="20154" y="762"/></a:lnTo><a:lnTo><a:pt x="20066" y="927"/></a:lnTo><a:lnTo><a:pt x="19900" y="1092"/></a:lnTo><a:lnTo><a:pt x="19812" y="1257"/></a:lnTo><a:lnTo><a:pt x="19735" y="1511"/></a:lnTo><a:lnTo><a:pt x="19646" y="1676"/></a:lnTo><a:lnTo><a:pt x="19558" y="1930"/></a:lnTo><a:lnTo><a:pt x="19558" y="2184"/></a:lnTo><a:lnTo><a:pt x="19558" y="2349"/></a:lnTo><a:lnTo><a:pt x="19558" y="2603"/></a:lnTo><a:lnTo><a:pt x="19646" y="2768"/></a:lnTo><a:lnTo><a:pt x="19735" y="3022"/></a:lnTo><a:lnTo><a:pt x="19735" y="3187"/></a:lnTo><a:lnTo><a:pt x="19900" y="3441"/></a:lnTo><a:lnTo><a:pt x="23761" y="3530"/></a:lnTo><a:lnTo><a:pt x="23926" y="3187"/></a:lnTo><a:lnTo><a:pt x="24015" y="3022"/></a:lnTo><a:lnTo><a:pt x="24091" y="2768"/></a:lnTo><a:lnTo><a:pt x="24091" y="2603"/></a:lnTo><a:lnTo><a:pt x="24091" y="2349"/></a:lnTo><a:lnTo><a:pt x="24091" y="2184"/></a:lnTo><a:lnTo><a:pt x="24091" y="1930"/></a:lnTo><a:close/></a:path></a:pathLst></a:custGeom><a:solidFill><a:srgbClr val="000000"/></a:solidFill></p:spPr><p:txBody><a:bodyPr wrap="square" lIns="0" tIns="0" rIns="0" bIns="0" rtlCol="0"/><a:lstStyle/><a:p/></p:txBody></p:sp><p:sp><p:nvSpPr><p:cNvPr id="755" name="object 755"/><p:cNvSpPr/><p:nvPr/></p:nvSpPr><p:spPr><a:xfrm><a:off x="16987902" y="12537901"/><a:ext cx="23495" cy="12065"/></a:xfrm><a:custGeom><a:avLst/><a:gdLst/><a:ahLst/><a:cxnLst/><a:rect l="l" t="t" r="r" b="b"/><a:pathLst><a:path w="23494" h="12065"><a:moveTo><a:pt x="3860" y="10998"/></a:moveTo><a:lnTo><a:pt x="76" y="10998"/></a:lnTo><a:lnTo><a:pt x="165" y="11252"/></a:lnTo><a:lnTo><a:pt x="330" y="11328"/></a:lnTo><a:lnTo><a:pt x="495" y="11506"/></a:lnTo><a:lnTo><a:pt x="673" y="11582"/></a:lnTo><a:lnTo><a:pt x="838" y="11747"/></a:lnTo><a:lnTo><a:pt x="1003" y="11836"/></a:lnTo><a:lnTo><a:pt x="1257" y="11925"/></a:lnTo><a:lnTo><a:pt x="1422" y="11925"/></a:lnTo><a:lnTo><a:pt x="1676" y="12001"/></a:lnTo><a:lnTo><a:pt x="2184" y="12001"/></a:lnTo><a:lnTo><a:pt x="2514" y="11925"/></a:lnTo><a:lnTo><a:pt x="3517" y="11328"/></a:lnTo><a:lnTo><a:pt x="3695" y="11252"/></a:lnTo><a:lnTo><a:pt x="3860" y="10998"/></a:lnTo><a:close/></a:path><a:path w="23494" h="12065"><a:moveTo><a:pt x="3937" y="10909"/></a:moveTo><a:lnTo><a:pt x="0" y="10909"/></a:lnTo><a:lnTo><a:pt x="3860" y="10998"/></a:lnTo><a:close/></a:path><a:path w="23494" h="12065"><a:moveTo><a:pt x="23253" y="1765"/></a:moveTo><a:lnTo><a:pt x="23088" y="1511"/></a:lnTo><a:lnTo><a:pt x="22923" y="1092"/></a:lnTo><a:lnTo><a:pt x="22669" y="749"/></a:lnTo><a:lnTo><a:pt x="22339" y="419"/></a:lnTo><a:lnTo><a:pt x="21920" y="254"/></a:lnTo><a:lnTo><a:pt x="21488" y="76"/></a:lnTo><a:lnTo><a:pt x="20993" y="0"/></a:lnTo><a:lnTo><a:pt x="20650" y="76"/></a:lnTo><a:lnTo><a:pt x="20485" y="76"/></a:lnTo><a:lnTo><a:pt x="20231" y="165"/></a:lnTo><a:lnTo><a:pt x="20066" y="254"/></a:lnTo><a:lnTo><a:pt x="19812" y="419"/></a:lnTo><a:lnTo><a:pt x="19481" y="673"/></a:lnTo><a:lnTo><a:pt x="19138" y="1003"/></a:lnTo><a:lnTo><a:pt x="18884" y="1422"/></a:lnTo><a:lnTo><a:pt x="18808" y="1765"/></a:lnTo><a:lnTo><a:pt x="18719" y="1930"/></a:lnTo><a:lnTo><a:pt x="18719" y="2184"/></a:lnTo><a:lnTo><a:pt x="18719" y="2349"/></a:lnTo><a:lnTo><a:pt x="18719" y="2603"/></a:lnTo><a:lnTo><a:pt x="18808" y="2768"/></a:lnTo><a:lnTo><a:pt x="18884" y="3022"/></a:lnTo><a:lnTo><a:pt x="18884" y="3187"/></a:lnTo><a:lnTo><a:pt x="19062" y="3441"/></a:lnTo><a:lnTo><a:pt x="19138" y="3606"/></a:lnTo><a:lnTo><a:pt x="19227" y="3771"/></a:lnTo><a:lnTo><a:pt x="19392" y="3937"/></a:lnTo><a:lnTo><a:pt x="19558" y="4025"/></a:lnTo><a:lnTo><a:pt x="19735" y="4191"/></a:lnTo><a:lnTo><a:pt x="22250" y="4191"/></a:lnTo><a:lnTo><a:pt x="22415" y="4025"/></a:lnTo><a:lnTo><a:pt x="22580" y="3937"/></a:lnTo><a:lnTo><a:pt x="22758" y="3771"/></a:lnTo><a:lnTo><a:pt x="22834" y="3606"/></a:lnTo><a:lnTo><a:pt x="22999" y="3441"/></a:lnTo><a:lnTo><a:pt x="23088" y="3187"/></a:lnTo><a:lnTo><a:pt x="23177" y="3022"/></a:lnTo><a:lnTo><a:pt x="23177" y="2768"/></a:lnTo><a:lnTo><a:pt x="23253" y="2603"/></a:lnTo><a:lnTo><a:pt x="23253" y="2349"/></a:lnTo><a:lnTo><a:pt x="23253" y="2184"/></a:lnTo><a:lnTo><a:pt x="23253" y="1930"/></a:lnTo><a:lnTo><a:pt x="23253" y="1765"/></a:lnTo><a:close/></a:path></a:pathLst></a:custGeom><a:solidFill><a:srgbClr val="000000"/></a:solidFill></p:spPr><p:txBody><a:bodyPr wrap="square" lIns="0" tIns="0" rIns="0" bIns="0" rtlCol="0"/><a:lstStyle/><a:p/></p:txBody></p:sp><p:sp><p:nvSpPr><p:cNvPr id="756" name="object 756"/><p:cNvSpPr/><p:nvPr/></p:nvSpPr><p:spPr><a:xfrm><a:off x="17007460" y="12528909"/><a:ext cx="22225" cy="13970"/></a:xfrm><a:custGeom><a:avLst/><a:gdLst/><a:ahLst/><a:cxnLst/><a:rect l="l" t="t" r="r" b="b"/><a:pathLst><a:path w="22225" h="13970"><a:moveTo><a:pt x="2692" y="13182"/></a:moveTo><a:lnTo><a:pt x="177" y="13182"/></a:lnTo><a:lnTo><a:pt x="342" y="13271"/></a:lnTo><a:lnTo><a:pt x="508" y="13360"/></a:lnTo><a:lnTo><a:pt x="762" y="13436"/></a:lnTo><a:lnTo><a:pt x="927" y="13525"/></a:lnTo><a:lnTo><a:pt x="1181" y="13525"/></a:lnTo><a:lnTo><a:pt x="1346" y="13601"/></a:lnTo><a:lnTo><a:pt x="1765" y="13525"/></a:lnTo><a:lnTo><a:pt x="1930" y="13525"/></a:lnTo><a:lnTo><a:pt x="2184" y="13436"/></a:lnTo><a:lnTo><a:pt x="2362" y="13360"/></a:lnTo><a:lnTo><a:pt x="2527" y="13271"/></a:lnTo><a:lnTo><a:pt x="2692" y="13182"/></a:lnTo><a:close/></a:path><a:path w="22225" h="13970"><a:moveTo><a:pt x="2857" y="13017"/></a:moveTo><a:lnTo><a:pt x="0" y="13017"/></a:lnTo><a:lnTo><a:pt x="2692" y="13182"/></a:lnTo><a:lnTo><a:pt x="2857" y="13017"/></a:lnTo><a:close/></a:path><a:path w="22225" h="13970"><a:moveTo><a:pt x="22085" y="2019"/></a:moveTo><a:lnTo><a:pt x="22009" y="1765"/></a:lnTo><a:lnTo><a:pt x="22009" y="1600"/></a:lnTo><a:lnTo><a:pt x="21920" y="1346"/></a:lnTo><a:lnTo><a:pt x="21666" y="1016"/></a:lnTo><a:lnTo><a:pt x="21590" y="838"/></a:lnTo><a:lnTo><a:pt x="21412" y="673"/></a:lnTo><a:lnTo><a:pt x="21082" y="419"/></a:lnTo><a:lnTo><a:pt x="20916" y="342"/></a:lnTo><a:lnTo><a:pt x="20662" y="254"/></a:lnTo><a:lnTo><a:pt x="20243" y="88"/></a:lnTo><a:lnTo><a:pt x="19735" y="0"/></a:lnTo><a:lnTo><a:pt x="19570" y="88"/></a:lnTo><a:lnTo><a:pt x="19316" y="88"/></a:lnTo><a:lnTo><a:pt x="19151" y="165"/></a:lnTo><a:lnTo><a:pt x="18897" y="254"/></a:lnTo><a:lnTo><a:pt x="18732" y="342"/></a:lnTo><a:lnTo><a:pt x="18567" y="419"/></a:lnTo><a:lnTo><a:pt x="18389" y="596"/></a:lnTo><a:lnTo><a:pt x="18224" y="673"/></a:lnTo><a:lnTo><a:pt x="18059" y="838"/></a:lnTo><a:lnTo><a:pt x="17970" y="1016"/></a:lnTo><a:lnTo><a:pt x="17805" y="1257"/></a:lnTo><a:lnTo><a:pt x="17640" y="1600"/></a:lnTo><a:lnTo><a:pt x="17640" y="1765"/></a:lnTo><a:lnTo><a:pt x="17551" y="2019"/></a:lnTo><a:lnTo><a:pt x="17551" y="2184"/></a:lnTo><a:lnTo><a:pt x="17551" y="2438"/></a:lnTo><a:lnTo><a:pt x="17551" y="2603"/></a:lnTo><a:lnTo><a:pt x="17640" y="2857"/></a:lnTo><a:lnTo><a:pt x="17640" y="3022"/></a:lnTo><a:lnTo><a:pt x="17729" y="3276"/></a:lnTo><a:lnTo><a:pt x="17970" y="3619"/></a:lnTo><a:lnTo><a:pt x="18059" y="3784"/></a:lnTo><a:lnTo><a:pt x="18224" y="3949"/></a:lnTo><a:lnTo><a:pt x="18567" y="4203"/></a:lnTo><a:lnTo><a:pt x="18732" y="4279"/></a:lnTo><a:lnTo><a:pt x="18986" y="4368"/></a:lnTo><a:lnTo><a:pt x="20574" y="4457"/></a:lnTo><a:lnTo><a:pt x="20751" y="4368"/></a:lnTo><a:lnTo><a:pt x="20916" y="4279"/></a:lnTo><a:lnTo><a:pt x="21082" y="4203"/></a:lnTo><a:lnTo><a:pt x="21247" y="4038"/></a:lnTo><a:lnTo><a:pt x="21412" y="3949"/></a:lnTo><a:lnTo><a:pt x="21590" y="3784"/></a:lnTo><a:lnTo><a:pt x="21666" y="3619"/></a:lnTo><a:lnTo><a:pt x="21844" y="3365"/></a:lnTo><a:lnTo><a:pt x="22009" y="3022"/></a:lnTo><a:lnTo><a:pt x="22009" y="2857"/></a:lnTo><a:lnTo><a:pt x="22085" y="2603"/></a:lnTo><a:lnTo><a:pt x="22085" y="2438"/></a:lnTo><a:lnTo><a:pt x="22085" y="2184"/></a:lnTo><a:lnTo><a:pt x="22085" y="2019"/></a:lnTo><a:close/></a:path></a:pathLst></a:custGeom><a:solidFill><a:srgbClr val="000000"/></a:solidFill></p:spPr><p:txBody><a:bodyPr wrap="square" lIns="0" tIns="0" rIns="0" bIns="0" rtlCol="0"/><a:lstStyle/><a:p/></p:txBody></p:sp><p:sp><p:nvSpPr><p:cNvPr id="757" name="object 757"/><p:cNvSpPr/><p:nvPr/></p:nvSpPr><p:spPr><a:xfrm><a:off x="17026447" y="12506582"/><a:ext cx="35560" cy="27305"/></a:xfrm><a:custGeom><a:avLst/><a:gdLst/><a:ahLst/><a:cxnLst/><a:rect l="l" t="t" r="r" b="b"/><a:pathLst><a:path w="35559" h="27304"><a:moveTo><a:pt x="1587" y="26784"/></a:moveTo><a:lnTo><a:pt x="76" y="26784"/></a:lnTo><a:lnTo><a:pt x="419" y="26860"/></a:lnTo><a:lnTo><a:pt x="914" y="26949"/></a:lnTo><a:lnTo><a:pt x="1092" y="26860"/></a:lnTo><a:lnTo><a:pt x="1346" y="26860"/></a:lnTo><a:lnTo><a:pt x="1587" y="26784"/></a:lnTo><a:close/></a:path><a:path w="35559" h="27304"><a:moveTo><a:pt x="1765" y="26695"/></a:moveTo><a:lnTo><a:pt x="0" y="26695"/></a:lnTo><a:lnTo><a:pt x="1587" y="26784"/></a:lnTo><a:lnTo><a:pt x="1765" y="26695"/></a:lnTo><a:close/></a:path><a:path w="35559" h="27304"><a:moveTo><a:pt x="20650" y="13677"/></a:moveTo><a:lnTo><a:pt x="20574" y="13423"/></a:lnTo><a:lnTo><a:pt x="20485" y="13258"/></a:lnTo><a:lnTo><a:pt x="20396" y="13004"/></a:lnTo><a:lnTo><a:pt x="20154" y="12674"/></a:lnTo><a:lnTo><a:pt x="19812" y="12420"/></a:lnTo><a:lnTo><a:pt x="19481" y="12166"/></a:lnTo><a:lnTo><a:pt x="19062" y="12001"/></a:lnTo><a:lnTo><a:pt x="18643" y="11912"/></a:lnTo><a:lnTo><a:pt x="18135" y="11912"/></a:lnTo><a:lnTo><a:pt x="17881" y="12001"/></a:lnTo><a:lnTo><a:pt x="17716" y="12001"/></a:lnTo><a:lnTo><a:pt x="17462" y="12090"/></a:lnTo><a:lnTo><a:pt x="17132" y="12331"/></a:lnTo><a:lnTo><a:pt x="16954" y="12420"/></a:lnTo><a:lnTo><a:pt x="16789" y="12585"/></a:lnTo><a:lnTo><a:pt x="16535" y="12928"/></a:lnTo><a:lnTo><a:pt x="16281" y="13258"/></a:lnTo><a:lnTo><a:pt x="16281" y="13423"/></a:lnTo><a:lnTo><a:pt x="16205" y="13677"/></a:lnTo><a:lnTo><a:pt x="16205" y="13843"/></a:lnTo><a:lnTo><a:pt x="16116" y="14097"/></a:lnTo><a:lnTo><a:pt x="16116" y="14274"/></a:lnTo><a:lnTo><a:pt x="16205" y="14516"/></a:lnTo><a:lnTo><a:pt x="16205" y="14693"/></a:lnTo><a:lnTo><a:pt x="16281" y="14935"/></a:lnTo><a:lnTo><a:pt x="16459" y="15278"/></a:lnTo><a:lnTo><a:pt x="16535" y="15443"/></a:lnTo><a:lnTo><a:pt x="16713" y="15697"/></a:lnTo><a:lnTo><a:pt x="17043" y="15951"/></a:lnTo><a:lnTo><a:pt x="17373" y="16205"/></a:lnTo><a:lnTo><a:pt x="17805" y="16370"/></a:lnTo><a:lnTo><a:pt x="18224" y="16446"/></a:lnTo><a:lnTo><a:pt x="18719" y="16446"/></a:lnTo><a:lnTo><a:pt x="18973" y="16370"/></a:lnTo><a:lnTo><a:pt x="19392" y="16205"/></a:lnTo><a:lnTo><a:pt x="19735" y="16027"/></a:lnTo><a:lnTo><a:pt x="20066" y="15786"/></a:lnTo><a:lnTo><a:pt x="20320" y="15443"/></a:lnTo><a:lnTo><a:pt x="20396" y="15278"/></a:lnTo><a:lnTo><a:pt x="20485" y="15024"/></a:lnTo><a:lnTo><a:pt x="20650" y="14693"/></a:lnTo><a:lnTo><a:pt x="20650" y="14516"/></a:lnTo><a:lnTo><a:pt x="20650" y="14274"/></a:lnTo><a:lnTo><a:pt x="20650" y="14097"/></a:lnTo><a:lnTo><a:pt x="20650" y="13843"/></a:lnTo><a:lnTo><a:pt x="20650" y="13677"/></a:lnTo><a:close/></a:path><a:path w="35559" h="27304"><a:moveTo><a:pt x="35433" y="76"/></a:moveTo><a:lnTo><a:pt x="35013" y="0"/></a:lnTo><a:lnTo><a:pt x="34759" y="76"/></a:lnTo><a:lnTo><a:pt x="35433" y="76"/></a:lnTo><a:close/></a:path></a:pathLst></a:custGeom><a:solidFill><a:srgbClr val="000000"/></a:solidFill></p:spPr><p:txBody><a:bodyPr wrap="square" lIns="0" tIns="0" rIns="0" bIns="0" rtlCol="0"/><a:lstStyle/><a:p/></p:txBody></p:sp><p:sp><p:nvSpPr><p:cNvPr id="758" name="object 758"/><p:cNvSpPr/><p:nvPr/></p:nvSpPr><p:spPr><a:xfrm><a:off x="17059276" y="12493387"/><a:ext cx="19050" cy="17780"/></a:xfrm><a:custGeom><a:avLst/><a:gdLst/><a:ahLst/><a:cxnLst/><a:rect l="l" t="t" r="r" b="b"/><a:pathLst><a:path w="19050" h="17779"><a:moveTo><a:pt x="4533" y="15201"/></a:moveTo><a:lnTo><a:pt x="4457" y="14871"/></a:lnTo><a:lnTo><a:pt x="4279" y="14528"/></a:lnTo><a:lnTo><a:pt x="4025" y="14109"/></a:lnTo><a:lnTo><a:pt x="3784" y="13855"/></a:lnTo><a:lnTo><a:pt x="3441" y="13525"/></a:lnTo><a:lnTo><a:pt x="3111" y="13360"/></a:lnTo><a:lnTo><a:pt x="2692" y="13271"/></a:lnTo><a:lnTo><a:pt x="2184" y="13195"/></a:lnTo><a:lnTo><a:pt x="1930" y="13271"/></a:lnTo><a:lnTo><a:pt x="1765" y="13271"/></a:lnTo><a:lnTo><a:pt x="1422" y="13360"/></a:lnTo><a:lnTo><a:pt x="1092" y="13525"/></a:lnTo><a:lnTo><a:pt x="762" y="13779"/></a:lnTo><a:lnTo><a:pt x="419" y="14109"/></a:lnTo><a:lnTo><a:pt x="254" y="14452"/></a:lnTo><a:lnTo><a:pt x="88" y="14782"/></a:lnTo><a:lnTo><a:pt x="0" y="15201"/></a:lnTo><a:lnTo><a:pt x="0" y="15621"/></a:lnTo><a:lnTo><a:pt x="88" y="16040"/></a:lnTo><a:lnTo><a:pt x="165" y="16459"/></a:lnTo><a:lnTo><a:pt x="419" y="16802"/></a:lnTo><a:lnTo><a:pt x="673" y="17132"/></a:lnTo><a:lnTo><a:pt x="1003" y="17386"/></a:lnTo><a:lnTo><a:pt x="1422" y="17551"/></a:lnTo><a:lnTo><a:pt x="1765" y="17729"/></a:lnTo><a:lnTo><a:pt x="2603" y="17729"/></a:lnTo><a:lnTo><a:pt x="3022" y="17640"/></a:lnTo><a:lnTo><a:pt x="3365" y="17475"/></a:lnTo><a:lnTo><a:pt x="3695" y="17221"/></a:lnTo><a:lnTo><a:pt x="4025" y="16878"/></a:lnTo><a:lnTo><a:pt x="4279" y="16548"/></a:lnTo><a:lnTo><a:pt x="4457" y="16129"/></a:lnTo><a:lnTo><a:pt x="4533" y="15709"/></a:lnTo><a:lnTo><a:pt x="4533" y="15290"/></a:lnTo><a:close/></a:path><a:path w="19050" h="17779"><a:moveTo><a:pt x="18808" y="177"/></a:moveTo><a:lnTo><a:pt x="18478" y="88"/></a:lnTo><a:lnTo><a:pt x="18059" y="0"/></a:lnTo><a:lnTo><a:pt x="17640" y="0"/></a:lnTo><a:lnTo><a:pt x="17221" y="88"/></a:lnTo><a:lnTo><a:pt x="16878" y="177"/></a:lnTo><a:lnTo><a:pt x="18808" y="177"/></a:lnTo><a:close/></a:path></a:pathLst></a:custGeom><a:solidFill><a:srgbClr val="000000"/></a:solidFill></p:spPr><p:txBody><a:bodyPr wrap="square" lIns="0" tIns="0" rIns="0" bIns="0" rtlCol="0"/><a:lstStyle/><a:p/></p:txBody></p:sp><p:sp><p:nvSpPr><p:cNvPr id="759" name="object 759"/><p:cNvSpPr/><p:nvPr/></p:nvSpPr><p:spPr><a:xfrm><a:off x="17074808" y="12478871"/><a:ext cx="18415" cy="19685"/></a:xfrm><a:custGeom><a:avLst/><a:gdLst/><a:ahLst/><a:cxnLst/><a:rect l="l" t="t" r="r" b="b"/><a:pathLst><a:path w="18415" h="19684"><a:moveTo><a:pt x="3276" y="14693"/></a:moveTo><a:lnTo><a:pt x="2946" y="14605"/></a:lnTo><a:lnTo><a:pt x="1689" y="14605"/></a:lnTo><a:lnTo><a:pt x="3276" y="14693"/></a:lnTo><a:close/></a:path><a:path w="18415" h="19684"><a:moveTo><a:pt x="4622" y="16789"/></a:moveTo><a:lnTo><a:pt x="4533" y="16370"/></a:lnTo><a:lnTo><a:pt x="4457" y="15951"/></a:lnTo><a:lnTo><a:pt x="4292" y="15608"/></a:lnTo><a:lnTo><a:pt x="4038" y="15278"/></a:lnTo><a:lnTo><a:pt x="3695" y="14947"/></a:lnTo><a:lnTo><a:pt x="3365" y="14770"/></a:lnTo><a:lnTo><a:pt x="1346" y="14693"/></a:lnTo><a:lnTo><a:pt x="927" y="14947"/></a:lnTo><a:lnTo><a:pt x="673" y="15189"/></a:lnTo><a:lnTo><a:pt x="419" y="15532"/></a:lnTo><a:lnTo><a:pt x="177" y="15951"/></a:lnTo><a:lnTo><a:pt x="88" y="16370"/></a:lnTo><a:lnTo><a:pt x="0" y="16789"/></a:lnTo><a:lnTo><a:pt x="88" y="17208"/></a:lnTo><a:lnTo><a:pt x="177" y="17538"/></a:lnTo><a:lnTo><a:pt x="342" y="17970"/></a:lnTo><a:lnTo><a:pt x="596" y="18300"/></a:lnTo><a:lnTo><a:pt x="927" y="18554"/></a:lnTo><a:lnTo><a:pt x="1270" y="18808"/></a:lnTo><a:lnTo><a:pt x="1689" y="18973"/></a:lnTo><a:lnTo><a:pt x="2108" y="19062"/></a:lnTo><a:lnTo><a:pt x="2527" y="19062"/></a:lnTo><a:lnTo><a:pt x="2946" y="18973"/></a:lnTo><a:lnTo><a:pt x="3276" y="18808"/></a:lnTo><a:lnTo><a:pt x="3695" y="18554"/></a:lnTo><a:lnTo><a:pt x="3949" y="18300"/></a:lnTo><a:lnTo><a:pt x="4203" y="17970"/></a:lnTo><a:lnTo><a:pt x="4457" y="17627"/></a:lnTo><a:lnTo><a:pt x="4533" y="17208"/></a:lnTo><a:lnTo><a:pt x="4622" y="16789"/></a:lnTo><a:close/></a:path><a:path w="18415" h="19684"><a:moveTo><a:pt x="18313" y="584"/></a:moveTo><a:lnTo><a:pt x="17970" y="330"/></a:lnTo><a:lnTo><a:pt x="17640" y="165"/></a:lnTo><a:lnTo><a:pt x="17221" y="76"/></a:lnTo><a:lnTo><a:pt x="16802" y="0"/></a:lnTo><a:lnTo><a:pt x="16383" y="76"/></a:lnTo><a:lnTo><a:pt x="15963" y="165"/></a:lnTo><a:lnTo><a:pt x="15621" y="330"/></a:lnTo><a:lnTo><a:pt x="15290" y="584"/></a:lnTo><a:lnTo><a:pt x="18313" y="584"/></a:lnTo><a:close/></a:path></a:pathLst></a:custGeom><a:solidFill><a:srgbClr val="000000"/></a:solidFill></p:spPr><p:txBody><a:bodyPr wrap="square" lIns="0" tIns="0" rIns="0" bIns="0" rtlCol="0"/><a:lstStyle/><a:p/></p:txBody></p:sp><p:sp><p:nvSpPr><p:cNvPr id="760" name="object 760"/><p:cNvSpPr/><p:nvPr/></p:nvSpPr><p:spPr><a:xfrm><a:off x="17089337" y="12463326"/><a:ext cx="17780" cy="20320"/></a:xfrm><a:custGeom><a:avLst/><a:gdLst/><a:ahLst/><a:cxnLst/><a:rect l="l" t="t" r="r" b="b"/><a:pathLst><a:path w="17780" h="20320"><a:moveTo><a:pt x="3784" y="16129"/></a:moveTo><a:lnTo><a:pt x="3441" y="15875"/></a:lnTo><a:lnTo><a:pt x="1092" y="15875"/></a:lnTo><a:lnTo><a:pt x="3784" y="16129"/></a:lnTo><a:close/></a:path><a:path w="17780" h="20320"><a:moveTo><a:pt x="4533" y="17640"/></a:moveTo><a:lnTo><a:pt x="4457" y="17221"/></a:lnTo><a:lnTo><a:pt x="4279" y="16802"/></a:lnTo><a:lnTo><a:pt x="4114" y="16459"/></a:lnTo><a:lnTo><a:pt x="3784" y="16129"/></a:lnTo><a:lnTo><a:pt x="762" y="16129"/></a:lnTo><a:lnTo><a:pt x="419" y="16459"/></a:lnTo><a:lnTo><a:pt x="254" y="16802"/></a:lnTo><a:lnTo><a:pt x="88" y="17221"/></a:lnTo><a:lnTo><a:pt x="0" y="17640"/></a:lnTo><a:lnTo><a:pt x="0" y="18059"/></a:lnTo><a:lnTo><a:pt x="88" y="18478"/></a:lnTo><a:lnTo><a:pt x="254" y="18808"/></a:lnTo><a:lnTo><a:pt x="419" y="19240"/></a:lnTo><a:lnTo><a:pt x="762" y="19481"/></a:lnTo><a:lnTo><a:pt x="1092" y="19735"/></a:lnTo><a:lnTo><a:pt x="1435" y="19989"/></a:lnTo><a:lnTo><a:pt x="1854" y="20078"/></a:lnTo><a:lnTo><a:pt x="2273" y="20154"/></a:lnTo><a:lnTo><a:pt x="2692" y="20078"/></a:lnTo><a:lnTo><a:pt x="3111" y="19989"/></a:lnTo><a:lnTo><a:pt x="3441" y="19824"/></a:lnTo><a:lnTo><a:pt x="3784" y="19570"/></a:lnTo><a:lnTo><a:pt x="4038" y="19240"/></a:lnTo><a:lnTo><a:pt x="4279" y="18897"/></a:lnTo><a:lnTo><a:pt x="4457" y="18478"/></a:lnTo><a:lnTo><a:pt x="4533" y="18059"/></a:lnTo><a:lnTo><a:pt x="4533" y="17640"/></a:lnTo><a:close/></a:path><a:path w="17780" h="20320"><a:moveTo><a:pt x="17475" y="1092"/></a:moveTo><a:lnTo><a:pt x="16205" y="88"/></a:lnTo><a:lnTo><a:pt x="16040" y="0"/></a:lnTo><a:lnTo><a:pt x="14947" y="0"/></a:lnTo><a:lnTo><a:pt x="14782" y="88"/></a:lnTo><a:lnTo><a:pt x="14452" y="177"/></a:lnTo><a:lnTo><a:pt x="14109" y="431"/></a:lnTo><a:lnTo><a:pt x="13779" y="762"/></a:lnTo><a:lnTo><a:pt x="13525" y="1092"/></a:lnTo><a:lnTo><a:pt x="17475" y="1092"/></a:lnTo><a:close/></a:path></a:pathLst></a:custGeom><a:solidFill><a:srgbClr val="000000"/></a:solidFill></p:spPr><p:txBody><a:bodyPr wrap="square" lIns="0" tIns="0" rIns="0" bIns="0" rtlCol="0"/><a:lstStyle/><a:p/></p:txBody></p:sp><p:sp><p:nvSpPr><p:cNvPr id="761" name="object 761"/><p:cNvSpPr/><p:nvPr/></p:nvSpPr><p:spPr><a:xfrm><a:off x="17102520" y="12446626"/><a:ext cx="16510" cy="21590"/></a:xfrm><a:custGeom><a:avLst/><a:gdLst/><a:ahLst/><a:cxnLst/><a:rect l="l" t="t" r="r" b="b"/><a:pathLst><a:path w="16509" h="21590"><a:moveTo><a:pt x="4292" y="17792"/></a:moveTo><a:lnTo><a:pt x="4114" y="17551"/></a:lnTo><a:lnTo><a:pt x="508" y="17551"/></a:lnTo><a:lnTo><a:pt x="4292" y="17792"/></a:lnTo><a:close/></a:path><a:path w="16509" h="21590"><a:moveTo><a:pt x="4533" y="18554"/></a:moveTo><a:lnTo><a:pt x="4457" y="18300"/></a:lnTo><a:lnTo><a:pt x="4457" y="18135"/></a:lnTo><a:lnTo><a:pt x="4292" y="17881"/></a:lnTo><a:lnTo><a:pt x="342" y="17792"/></a:lnTo><a:lnTo><a:pt x="177" y="18135"/></a:lnTo><a:lnTo><a:pt x="88" y="18300"/></a:lnTo><a:lnTo><a:pt x="88" y="18554"/></a:lnTo><a:lnTo><a:pt x="0" y="18808"/></a:lnTo><a:lnTo><a:pt x="0" y="18973"/></a:lnTo><a:lnTo><a:pt x="0" y="19227"/></a:lnTo><a:lnTo><a:pt x="88" y="19392"/></a:lnTo><a:lnTo><a:pt x="177" y="19646"/></a:lnTo><a:lnTo><a:pt x="177" y="19812"/></a:lnTo><a:lnTo><a:pt x="342" y="20066"/></a:lnTo><a:lnTo><a:pt x="596" y="20396"/></a:lnTo><a:lnTo><a:pt x="927" y="20739"/></a:lnTo><a:lnTo><a:pt x="1270" y="20993"/></a:lnTo><a:lnTo><a:pt x="1689" y="21158"/></a:lnTo><a:lnTo><a:pt x="2019" y="21158"/></a:lnTo><a:lnTo><a:pt x="2438" y="21234"/></a:lnTo><a:lnTo><a:pt x="2857" y="21158"/></a:lnTo><a:lnTo><a:pt x="3276" y="20993"/></a:lnTo><a:lnTo><a:pt x="3619" y="20739"/></a:lnTo><a:lnTo><a:pt x="3949" y="20485"/></a:lnTo><a:lnTo><a:pt x="4203" y="20154"/></a:lnTo><a:lnTo><a:pt x="4368" y="19812"/></a:lnTo><a:lnTo><a:pt x="4457" y="19646"/></a:lnTo><a:lnTo><a:pt x="4533" y="19392"/></a:lnTo><a:lnTo><a:pt x="4533" y="19227"/></a:lnTo><a:lnTo><a:pt x="4533" y="18973"/></a:lnTo><a:lnTo><a:pt x="4533" y="18808"/></a:lnTo><a:lnTo><a:pt x="4533" y="18554"/></a:lnTo><a:close/></a:path><a:path w="16509" h="21590"><a:moveTo><a:pt x="16383" y="1587"/></a:moveTo><a:lnTo><a:pt x="16217" y="1346"/></a:lnTo><a:lnTo><a:pt x="16040" y="914"/></a:lnTo><a:lnTo><a:pt x="15786" y="673"/></a:lnTo><a:lnTo><a:pt x="15455" y="419"/></a:lnTo><a:lnTo><a:pt x="15290" y="330"/></a:lnTo><a:lnTo><a:pt x="15036" y="165"/></a:lnTo><a:lnTo><a:pt x="14617" y="76"/></a:lnTo><a:lnTo><a:pt x="13855" y="0"/></a:lnTo><a:lnTo><a:pt x="13436" y="165"/></a:lnTo><a:lnTo><a:pt x="13017" y="330"/></a:lnTo><a:lnTo><a:pt x="12687" y="584"/></a:lnTo><a:lnTo><a:pt x="12433" y="838"/></a:lnTo><a:lnTo><a:pt x="12179" y="1257"/></a:lnTo><a:lnTo><a:pt x="12014" y="1587"/></a:lnTo><a:lnTo><a:pt x="16383" y="1676"/></a:lnTo><a:close/></a:path></a:pathLst></a:custGeom><a:solidFill><a:srgbClr val="000000"/></a:solidFill></p:spPr><p:txBody><a:bodyPr wrap="square" lIns="0" tIns="0" rIns="0" bIns="0" rtlCol="0"/><a:lstStyle/><a:p/></p:txBody></p:sp><p:sp><p:nvSpPr><p:cNvPr id="762" name="object 762"/><p:cNvSpPr/><p:nvPr/></p:nvSpPr><p:spPr><a:xfrm><a:off x="17114445" y="12429074"/><a:ext cx="15240" cy="22225"/></a:xfrm><a:custGeom><a:avLst/><a:gdLst/><a:ahLst/><a:cxnLst/><a:rect l="l" t="t" r="r" b="b"/><a:pathLst><a:path w="15240" h="22225"><a:moveTo><a:pt x="4457" y="19138"/></a:moveTo><a:lnTo><a:pt x="88" y="19138"/></a:lnTo><a:lnTo><a:pt x="4457" y="19227"/></a:lnTo><a:close/></a:path><a:path w="15240" h="22225"><a:moveTo><a:pt x="4533" y="19558"/></a:moveTo><a:lnTo><a:pt x="4457" y="19227"/></a:lnTo><a:lnTo><a:pt x="88" y="19227"/></a:lnTo><a:lnTo><a:pt x="0" y="19558"/></a:lnTo><a:lnTo><a:pt x="0" y="19977"/></a:lnTo><a:lnTo><a:pt x="88" y="20408"/></a:lnTo><a:lnTo><a:pt x="177" y="20828"/></a:lnTo><a:lnTo><a:pt x="419" y="21158"/></a:lnTo><a:lnTo><a:pt x="673" y="21488"/></a:lnTo><a:lnTo><a:pt x="1016" y="21742"/></a:lnTo><a:lnTo><a:pt x="1435" y="21920"/></a:lnTo><a:lnTo><a:pt x="1765" y="22085"/></a:lnTo><a:lnTo><a:pt x="1930" y="22085"/></a:lnTo><a:lnTo><a:pt x="2603" y="22085"/></a:lnTo><a:lnTo><a:pt x="3022" y="21996"/></a:lnTo><a:lnTo><a:pt x="3441" y="21831"/></a:lnTo><a:lnTo><a:pt x="3784" y="21577"/></a:lnTo><a:lnTo><a:pt x="4038" y="21247"/></a:lnTo><a:lnTo><a:pt x="4292" y="20904"/></a:lnTo><a:lnTo><a:pt x="4457" y="20485"/></a:lnTo><a:lnTo><a:pt x="4533" y="20066"/></a:lnTo><a:lnTo><a:pt x="4533" y="19646"/></a:lnTo><a:close/></a:path><a:path w="15240" h="22225"><a:moveTo><a:pt x="15036" y="2349"/></a:moveTo><a:lnTo><a:pt x="14947" y="2019"/></a:lnTo><a:lnTo><a:pt x="14871" y="1587"/></a:lnTo><a:lnTo><a:pt x="14693" y="1168"/></a:lnTo><a:lnTo><a:pt x="14452" y="838"/></a:lnTo><a:lnTo><a:pt x="14198" y="508"/></a:lnTo><a:lnTo><a:pt x="13779" y="254"/></a:lnTo><a:lnTo><a:pt x="13436" y="76"/></a:lnTo><a:lnTo><a:pt x="12941" y="0"/></a:lnTo><a:lnTo><a:pt x="12522" y="0"/></a:lnTo><a:lnTo><a:pt x="12090" y="76"/></a:lnTo><a:lnTo><a:pt x="11671" y="254"/></a:lnTo><a:lnTo><a:pt x="11341" y="508"/></a:lnTo><a:lnTo><a:pt x="10998" y="749"/></a:lnTo><a:lnTo><a:pt x="10756" y="1092"/></a:lnTo><a:lnTo><a:pt x="10579" y="1511"/></a:lnTo><a:lnTo><a:pt x="10502" y="1930"/></a:lnTo><a:lnTo><a:pt x="10502" y="2349"/></a:lnTo><a:lnTo><a:pt x="15036" y="2438"/></a:lnTo><a:close/></a:path></a:pathLst></a:custGeom><a:solidFill><a:srgbClr val="000000"/></a:solidFill></p:spPr><p:txBody><a:bodyPr wrap="square" lIns="0" tIns="0" rIns="0" bIns="0" rtlCol="0"/><a:lstStyle/><a:p/></p:txBody></p:sp><p:sp><p:nvSpPr><p:cNvPr id="763" name="object 763"/><p:cNvSpPr/><p:nvPr/></p:nvSpPr><p:spPr><a:xfrm><a:off x="17124948" y="12410685"/><a:ext cx="13970" cy="23495"/></a:xfrm><a:custGeom><a:avLst/><a:gdLst/><a:ahLst/><a:cxnLst/><a:rect l="l" t="t" r="r" b="b"/><a:pathLst><a:path w="13969" h="23495"><a:moveTo><a:pt x="4533" y="20828"/></a:moveTo><a:lnTo><a:pt x="0" y="20828"/></a:lnTo><a:lnTo><a:pt x="0" y="21158"/></a:lnTo><a:lnTo><a:pt x="76" y="21323"/></a:lnTo><a:lnTo><a:pt x="165" y="21577"/></a:lnTo><a:lnTo><a:pt x="254" y="21742"/></a:lnTo><a:lnTo><a:pt x="330" y="21920"/></a:lnTo><a:lnTo><a:pt x="495" y="22085"/></a:lnTo><a:lnTo><a:pt x="584" y="22250"/></a:lnTo><a:lnTo><a:pt x="749" y="22415"/></a:lnTo><a:lnTo><a:pt x="927" y="22504"/></a:lnTo><a:lnTo><a:pt x="1168" y="22669"/></a:lnTo><a:lnTo><a:pt x="1346" y="22758"/></a:lnTo><a:lnTo><a:pt x="1511" y="22834"/></a:lnTo><a:lnTo><a:pt x="1765" y="22834"/></a:lnTo><a:lnTo><a:pt x="1930" y="22923"/></a:lnTo><a:lnTo><a:pt x="2438" y="22923"/></a:lnTo><a:lnTo><a:pt x="2768" y="22834"/></a:lnTo><a:lnTo><a:pt x="2933" y="22834"/></a:lnTo><a:lnTo><a:pt x="3187" y="22758"/></a:lnTo><a:lnTo><a:pt x="3530" y="22504"/></a:lnTo><a:lnTo><a:pt x="3695" y="22415"/></a:lnTo><a:lnTo><a:pt x="3860" y="22250"/></a:lnTo><a:lnTo><a:pt x="3949" y="22085"/></a:lnTo><a:lnTo><a:pt x="4114" y="21920"/></a:lnTo><a:lnTo><a:pt x="4191" y="21742"/></a:lnTo><a:lnTo><a:pt x="4368" y="21577"/></a:lnTo><a:lnTo><a:pt x="4368" y="21323"/></a:lnTo><a:lnTo><a:pt x="4445" y="21158"/></a:lnTo><a:lnTo><a:pt x="4533" y="20828"/></a:lnTo><a:close/></a:path><a:path w="13969" h="23495"><a:moveTo><a:pt x="4533" y="20739"/></a:moveTo><a:lnTo><a:pt x="0" y="20739"/></a:lnTo><a:lnTo><a:pt x="4533" y="20828"/></a:lnTo><a:close/></a:path><a:path w="13969" h="23495"><a:moveTo><a:pt x="13512" y="2184"/></a:moveTo><a:lnTo><a:pt x="13436" y="1930"/></a:lnTo><a:lnTo><a:pt x="13436" y="1765"/></a:lnTo><a:lnTo><a:pt x="13347" y="1587"/></a:lnTo><a:lnTo><a:pt x="13271" y="1346"/></a:lnTo><a:lnTo><a:pt x="13182" y="1168"/></a:lnTo><a:lnTo><a:pt x="13093" y="1003"/></a:lnTo><a:lnTo><a:pt x="12928" y="838"/></a:lnTo><a:lnTo><a:pt x="12839" y="673"/></a:lnTo><a:lnTo><a:pt x="12674" y="508"/></a:lnTo><a:lnTo><a:pt x="12509" y="419"/></a:lnTo><a:lnTo><a:pt x="12344" y="254"/></a:lnTo><a:lnTo><a:pt x="12090" y="165"/></a:lnTo><a:lnTo><a:pt x="11925" y="76"/></a:lnTo><a:lnTo><a:pt x="11760" y="76"/></a:lnTo><a:lnTo><a:pt x="11506" y="0"/></a:lnTo><a:lnTo><a:pt x="10909" y="0"/></a:lnTo><a:lnTo><a:pt x="10744" y="76"/></a:lnTo><a:lnTo><a:pt x="10490" y="76"/></a:lnTo><a:lnTo><a:pt x="10325" y="165"/></a:lnTo><a:lnTo><a:pt x="10071" y="254"/></a:lnTo><a:lnTo><a:pt x="9994" y="419"/></a:lnTo><a:lnTo><a:pt x="9740" y="508"/></a:lnTo><a:lnTo><a:pt x="9652" y="673"/></a:lnTo><a:lnTo><a:pt x="9486" y="838"/></a:lnTo><a:lnTo><a:pt x="9321" y="1003"/></a:lnTo><a:lnTo><a:pt x="9232" y="1168"/></a:lnTo><a:lnTo><a:pt x="9156" y="1346"/></a:lnTo><a:lnTo><a:pt x="9067" y="1587"/></a:lnTo><a:lnTo><a:pt x="8978" y="1765"/></a:lnTo><a:lnTo><a:pt x="8978" y="2768"/></a:lnTo><a:lnTo><a:pt x="9067" y="3022"/></a:lnTo><a:lnTo><a:pt x="9156" y="3187"/></a:lnTo><a:lnTo><a:pt x="13271" y="3187"/></a:lnTo><a:lnTo><a:pt x="13347" y="3022"/></a:lnTo><a:lnTo><a:pt x="13436" y="2768"/></a:lnTo><a:lnTo><a:pt x="13436" y="2603"/></a:lnTo><a:lnTo><a:pt x="13512" y="2349"/></a:lnTo><a:lnTo><a:pt x="13512" y="2184"/></a:lnTo><a:close/></a:path></a:pathLst></a:custGeom><a:solidFill><a:srgbClr val="000000"/></a:solidFill></p:spPr><p:txBody><a:bodyPr wrap="square" lIns="0" tIns="0" rIns="0" bIns="0" rtlCol="0"/><a:lstStyle/><a:p/></p:txBody></p:sp><p:sp><p:nvSpPr><p:cNvPr id="764" name="object 764"/><p:cNvSpPr/><p:nvPr/></p:nvSpPr><p:spPr><a:xfrm><a:off x="17134016" y="12391622"/><a:ext cx="12065" cy="24130"/></a:xfrm><a:custGeom><a:avLst/><a:gdLst/><a:ahLst/><a:cxnLst/><a:rect l="l" t="t" r="r" b="b"/><a:pathLst><a:path w="12065" h="24129"><a:moveTo><a:pt x="4203" y="22250"/></a:moveTo><a:lnTo><a:pt x="88" y="22250"/></a:lnTo><a:lnTo><a:pt x="165" y="22415"/></a:lnTo><a:lnTo><a:pt x="254" y="22593"/></a:lnTo><a:lnTo><a:pt x="419" y="22758"/></a:lnTo><a:lnTo><a:pt x="584" y="22923"/></a:lnTo><a:lnTo><a:pt x="673" y="23088"/></a:lnTo><a:lnTo><a:pt x="838" y="23177"/></a:lnTo><a:lnTo><a:pt x="1092" y="23342"/></a:lnTo><a:lnTo><a:pt x="1257" y="23431"/></a:lnTo><a:lnTo><a:pt x="1422" y="23507"/></a:lnTo><a:lnTo><a:pt x="1676" y="23507"/></a:lnTo><a:lnTo><a:pt x="1930" y="23596"/></a:lnTo><a:lnTo><a:pt x="2438" y="23596"/></a:lnTo><a:lnTo><a:pt x="2603" y="23507"/></a:lnTo><a:lnTo><a:pt x="2857" y="23507"/></a:lnTo><a:lnTo><a:pt x="3022" y="23431"/></a:lnTo><a:lnTo><a:pt x="3276" y="23342"/></a:lnTo><a:lnTo><a:pt x="3441" y="23177"/></a:lnTo><a:lnTo><a:pt x="3606" y="23088"/></a:lnTo><a:lnTo><a:pt x="3771" y="22923"/></a:lnTo><a:lnTo><a:pt x="3949" y="22758"/></a:lnTo><a:lnTo><a:pt x="4025" y="22593"/></a:lnTo><a:lnTo><a:pt x="4114" y="22415"/></a:lnTo><a:lnTo><a:pt x="4203" y="22250"/></a:lnTo><a:close/></a:path><a:path w="12065" h="24129"><a:moveTo><a:pt x="4279" y="22085"/></a:moveTo><a:lnTo><a:pt x="0" y="22085"/></a:lnTo><a:lnTo><a:pt x="4203" y="22250"/></a:lnTo><a:lnTo><a:pt x="4279" y="22085"/></a:lnTo><a:close/></a:path><a:path w="12065" h="24129"><a:moveTo><a:pt x="11836" y="1765"/></a:moveTo><a:lnTo><a:pt x="11671" y="1346"/></a:lnTo><a:lnTo><a:pt x="11417" y="1003"/></a:lnTo><a:lnTo><a:pt x="11163" y="673"/></a:lnTo><a:lnTo><a:pt x="10833" y="419"/></a:lnTo><a:lnTo><a:pt x="10490" y="165"/></a:lnTo><a:lnTo><a:pt x="10325" y="88"/></a:lnTo><a:lnTo><a:pt x="10071" y="88"/></a:lnTo><a:lnTo><a:pt x="9906" y="0"/></a:lnTo><a:lnTo><a:pt x="9321" y="0"/></a:lnTo><a:lnTo><a:pt x="9067" y="88"/></a:lnTo><a:lnTo><a:pt x="8902" y="88"/></a:lnTo><a:lnTo><a:pt x="8648" y="165"/></a:lnTo><a:lnTo><a:pt x="8483" y="330"/></a:lnTo><a:lnTo><a:pt x="8318" y="419"/></a:lnTo><a:lnTo><a:pt x="8064" y="584"/></a:lnTo><a:lnTo><a:pt x="7810" y="927"/></a:lnTo><a:lnTo><a:pt x="7556" y="1257"/></a:lnTo><a:lnTo><a:pt x="7391" y="1676"/></a:lnTo><a:lnTo><a:pt x="7302" y="2095"/></a:lnTo><a:lnTo><a:pt x="7302" y="2603"/></a:lnTo><a:lnTo><a:pt x="7391" y="2933"/></a:lnTo><a:lnTo><a:pt x="7556" y="3352"/></a:lnTo><a:lnTo><a:pt x="7810" y="3695"/></a:lnTo><a:lnTo><a:pt x="11341" y="3784"/></a:lnTo><a:lnTo><a:pt x="11582" y="3441"/></a:lnTo><a:lnTo><a:pt x="11760" y="3022"/></a:lnTo><a:lnTo><a:pt x="11836" y="2603"/></a:lnTo><a:lnTo><a:pt x="11836" y="2184"/></a:lnTo><a:lnTo><a:pt x="11836" y="1765"/></a:lnTo><a:close/></a:path></a:pathLst></a:custGeom><a:solidFill><a:srgbClr val="000000"/></a:solidFill></p:spPr><p:txBody><a:bodyPr wrap="square" lIns="0" tIns="0" rIns="0" bIns="0" rtlCol="0"/><a:lstStyle/><a:p/></p:txBody></p:sp><p:sp><p:nvSpPr><p:cNvPr id="765" name="object 765"/><p:cNvSpPr/><p:nvPr/></p:nvSpPr><p:spPr><a:xfrm><a:off x="17141826" y="12371975"/><a:ext cx="10160" cy="24765"/></a:xfrm><a:custGeom><a:avLst/><a:gdLst/><a:ahLst/><a:cxnLst/><a:rect l="l" t="t" r="r" b="b"/><a:pathLst><a:path w="10159" h="24765"><a:moveTo><a:pt x="3530" y="23431"/></a:moveTo><a:lnTo><a:pt x="76" y="23431"/></a:lnTo><a:lnTo><a:pt x="330" y="23672"/></a:lnTo><a:lnTo><a:pt x="673" y="23926"/></a:lnTo><a:lnTo><a:pt x="838" y="23926"/></a:lnTo><a:lnTo><a:pt x="1003" y="24091"/></a:lnTo><a:lnTo><a:pt x="1257" y="24091"/></a:lnTo><a:lnTo><a:pt x="1511" y="24180"/></a:lnTo><a:lnTo><a:pt x="2019" y="24180"/></a:lnTo><a:lnTo><a:pt x="2349" y="24091"/></a:lnTo><a:lnTo><a:pt x="2514" y="24091"/></a:lnTo><a:lnTo><a:pt x="2768" y="23926"/></a:lnTo><a:lnTo><a:pt x="3187" y="23761"/></a:lnTo><a:lnTo><a:pt x="3530" y="23431"/></a:lnTo><a:close/></a:path><a:path w="10159" h="24765"><a:moveTo><a:pt x="3530" y="23342"/></a:moveTo><a:lnTo><a:pt x="0" y="23342"/></a:lnTo><a:lnTo><a:pt x="3530" y="23431"/></a:lnTo><a:close/></a:path><a:path w="10159" h="24765"><a:moveTo><a:pt x="9906" y="2184"/></a:moveTo><a:lnTo><a:pt x="9817" y="1841"/></a:lnTo><a:lnTo><a:pt x="9740" y="1422"/></a:lnTo><a:lnTo><a:pt x="9486" y="1092"/></a:lnTo><a:lnTo><a:pt x="9398" y="927"/></a:lnTo><a:lnTo><a:pt x="9232" y="749"/></a:lnTo><a:lnTo><a:pt x="8305" y="165"/></a:lnTo><a:lnTo><a:pt x="8140" y="76"/></a:lnTo><a:lnTo><a:pt x="7886" y="76"/></a:lnTo><a:lnTo><a:pt x="7721" y="0"/></a:lnTo><a:lnTo><a:pt x="7302" y="76"/></a:lnTo><a:lnTo><a:pt x="7137" y="76"/></a:lnTo><a:lnTo><a:pt x="6883" y="165"/></a:lnTo><a:lnTo><a:pt x="6718" y="254"/></a:lnTo><a:lnTo><a:pt x="6464" y="330"/></a:lnTo><a:lnTo><a:pt x="6299" y="419"/></a:lnTo><a:lnTo><a:pt x="6134" y="584"/></a:lnTo><a:lnTo><a:pt x="5956" y="749"/></a:lnTo><a:lnTo><a:pt x="5791" y="927"/></a:lnTo><a:lnTo><a:pt x="5702" y="1092"/></a:lnTo><a:lnTo><a:pt x="5537" y="1346"/></a:lnTo><a:lnTo><a:pt x="5372" y="1765"/></a:lnTo><a:lnTo><a:pt x="5372" y="2184"/></a:lnTo><a:lnTo><a:pt x="5372" y="2603"/></a:lnTo><a:lnTo><a:pt x="5461" y="3022"/></a:lnTo><a:lnTo><a:pt x="5626" y="3441"/></a:lnTo><a:lnTo><a:pt x="5880" y="3771"/></a:lnTo><a:lnTo><a:pt x="6210" y="4114"/></a:lnTo><a:lnTo><a:pt x="6553" y="4279"/></a:lnTo><a:lnTo><a:pt x="8559" y="4368"/></a:lnTo><a:lnTo><a:pt x="8737" y="4279"/></a:lnTo><a:lnTo><a:pt x="8978" y="4114"/></a:lnTo><a:lnTo><a:pt x="9321" y="3860"/></a:lnTo><a:lnTo><a:pt x="9575" y="3441"/></a:lnTo><a:lnTo><a:pt x="9740" y="3098"/></a:lnTo><a:lnTo><a:pt x="9906" y="2679"/></a:lnTo><a:lnTo><a:pt x="9906" y="2260"/></a:lnTo><a:close/></a:path></a:pathLst></a:custGeom><a:solidFill><a:srgbClr val="000000"/></a:solidFill></p:spPr><p:txBody><a:bodyPr wrap="square" lIns="0" tIns="0" rIns="0" bIns="0" rtlCol="0"/><a:lstStyle/><a:p/></p:txBody></p:sp><p:sp><p:nvSpPr><p:cNvPr id="766" name="object 766"/><p:cNvSpPr/><p:nvPr/></p:nvSpPr><p:spPr><a:xfrm><a:off x="17148379" y="12351985"/><a:ext cx="7620" cy="24765"/></a:xfrm><a:custGeom><a:avLst/><a:gdLst/><a:ahLst/><a:cxnLst/><a:rect l="l" t="t" r="r" b="b"/><a:pathLst><a:path w="7619" h="24765"><a:moveTo><a:pt x="2006" y="24358"/></a:moveTo><a:lnTo><a:pt x="76" y="24358"/></a:lnTo><a:lnTo><a:pt x="419" y="24434"/></a:lnTo><a:lnTo><a:pt x="838" y="24523"/></a:lnTo><a:lnTo><a:pt x="1333" y="24523"/></a:lnTo><a:lnTo><a:pt x="1587" y="24523"/></a:lnTo><a:lnTo><a:pt x="1752" y="24434"/></a:lnTo><a:lnTo><a:pt x="2006" y="24358"/></a:lnTo><a:close/></a:path><a:path w="7619" h="24765"><a:moveTo><a:pt x="2184" y="24269"/></a:moveTo><a:lnTo><a:pt x="0" y="24269"/></a:lnTo><a:lnTo><a:pt x="2006" y="24358"/></a:lnTo><a:lnTo><a:pt x="2184" y="24269"/></a:lnTo><a:close/></a:path><a:path w="7619" h="24765"><a:moveTo><a:pt x="7556" y="2019"/></a:moveTo><a:lnTo><a:pt x="7467" y="1600"/></a:lnTo><a:lnTo><a:pt x="7378" y="1435"/></a:lnTo><a:lnTo><a:pt x="7302" y="1181"/></a:lnTo><a:lnTo><a:pt x="7048" y="838"/></a:lnTo><a:lnTo><a:pt x="6883" y="673"/></a:lnTo><a:lnTo><a:pt x="6540" y="419"/></a:lnTo><a:lnTo><a:pt x="6210" y="165"/></a:lnTo><a:lnTo><a:pt x="6045" y="165"/></a:lnTo><a:lnTo><a:pt x="5702" y="88"/></a:lnTo><a:lnTo><a:pt x="4953" y="0"/></a:lnTo><a:lnTo><a:pt x="4787" y="88"/></a:lnTo><a:lnTo><a:pt x="4533" y="165"/></a:lnTo><a:lnTo><a:pt x="4356" y="165"/></a:lnTo><a:lnTo><a:pt x="4114" y="342"/></a:lnTo><a:lnTo><a:pt x="3937" y="419"/></a:lnTo><a:lnTo><a:pt x="3771" y="596"/></a:lnTo><a:lnTo><a:pt x="3606" y="673"/></a:lnTo><a:lnTo><a:pt x="3517" y="838"/></a:lnTo><a:lnTo><a:pt x="3352" y="1092"/></a:lnTo><a:lnTo><a:pt x="3098" y="1435"/></a:lnTo><a:lnTo><a:pt x="3098" y="1600"/></a:lnTo><a:lnTo><a:pt x="3022" y="1930"/></a:lnTo><a:lnTo><a:pt x="3022" y="2349"/></a:lnTo><a:lnTo><a:pt x="3022" y="2768"/></a:lnTo><a:lnTo><a:pt x="3187" y="3187"/></a:lnTo><a:lnTo><a:pt x="3441" y="3619"/></a:lnTo><a:lnTo><a:pt x="3695" y="3949"/></a:lnTo><a:lnTo><a:pt x="4025" y="4203"/></a:lnTo><a:lnTo><a:pt x="4445" y="4368"/></a:lnTo><a:lnTo><a:pt x="4864" y="4533"/></a:lnTo><a:lnTo><a:pt x="5537" y="4533"/></a:lnTo><a:lnTo><a:pt x="5702" y="4533"/></a:lnTo><a:lnTo><a:pt x="6045" y="4368"/></a:lnTo><a:lnTo><a:pt x="6464" y="4203"/></a:lnTo><a:lnTo><a:pt x="6794" y="3949"/></a:lnTo><a:lnTo><a:pt x="7137" y="3619"/></a:lnTo><a:lnTo><a:pt x="7302" y="3276"/></a:lnTo><a:lnTo><a:pt x="7467" y="2857"/></a:lnTo><a:lnTo><a:pt x="7556" y="2438"/></a:lnTo><a:lnTo><a:pt x="7556" y="2019"/></a:lnTo><a:close/></a:path></a:pathLst></a:custGeom><a:solidFill><a:srgbClr val="000000"/></a:solidFill></p:spPr><p:txBody><a:bodyPr wrap="square" lIns="0" tIns="0" rIns="0" bIns="0" rtlCol="0"/><a:lstStyle/><a:p/></p:txBody></p:sp><p:sp><p:nvSpPr><p:cNvPr id="767" name="object 767"/><p:cNvSpPr/><p:nvPr/></p:nvSpPr><p:spPr><a:xfrm><a:off x="17153916" y="12311269"/><a:ext cx="5080" cy="25400"/></a:xfrm><a:custGeom><a:avLst/><a:gdLst/><a:ahLst/><a:cxnLst/><a:rect l="l" t="t" r="r" b="b"/><a:pathLst><a:path w="5080" h="25400"><a:moveTo><a:pt x="4279" y="330"/></a:moveTo><a:lnTo><a:pt x="3949" y="165"/></a:lnTo><a:lnTo><a:pt x="3530" y="0"/></a:lnTo><a:lnTo><a:pt x="2692" y="0"/></a:lnTo><a:lnTo><a:pt x="2273" y="76"/></a:lnTo><a:lnTo><a:pt x="1930" y="330"/></a:lnTo><a:lnTo><a:pt x="4279" y="330"/></a:lnTo><a:close/></a:path><a:path w="5080" h="25400"><a:moveTo><a:pt x="4533" y="22491"/></a:moveTo><a:lnTo><a:pt x="4445" y="22250"/></a:lnTo><a:lnTo><a:pt x="4445" y="22072"/></a:lnTo><a:lnTo><a:pt x="4368" y="21831"/></a:lnTo><a:lnTo><a:pt x="4279" y="21653"/></a:lnTo><a:lnTo><a:pt x="4203" y="21488"/></a:lnTo><a:lnTo><a:pt x="4025" y="21234"/></a:lnTo><a:lnTo><a:pt x="3695" y="20980"/></a:lnTo><a:lnTo><a:pt x="3606" y="20815"/></a:lnTo><a:lnTo><a:pt x="3365" y="20739"/></a:lnTo><a:lnTo><a:pt x="2933" y="20485"/></a:lnTo><a:lnTo><a:pt x="2514" y="20396"/></a:lnTo><a:lnTo><a:pt x="2019" y="20396"/></a:lnTo><a:lnTo><a:pt x="1676" y="20485"/></a:lnTo><a:lnTo><a:pt x="1257" y="20650"/></a:lnTo><a:lnTo><a:pt x="927" y="20815"/></a:lnTo><a:lnTo><a:pt x="762" y="20980"/></a:lnTo><a:lnTo><a:pt x="584" y="21158"/></a:lnTo><a:lnTo><a:pt x="330" y="21488"/></a:lnTo><a:lnTo><a:pt x="254" y="21653"/></a:lnTo><a:lnTo><a:pt x="165" y="21831"/></a:lnTo><a:lnTo><a:pt x="88" y="22072"/></a:lnTo><a:lnTo><a:pt x="0" y="22250"/></a:lnTo><a:lnTo><a:pt x="0" y="22491"/></a:lnTo><a:lnTo><a:pt x="0" y="22669"/></a:lnTo><a:lnTo><a:pt x="0" y="22923"/></a:lnTo><a:lnTo><a:pt x="0" y="23088"/></a:lnTo><a:lnTo><a:pt x="88" y="23418"/></a:lnTo><a:lnTo><a:pt x="254" y="23761"/></a:lnTo><a:lnTo><a:pt x="508" y="24180"/></a:lnTo><a:lnTo><a:pt x="838" y="24434"/></a:lnTo><a:lnTo><a:pt x="1257" y="24676"/></a:lnTo><a:lnTo><a:pt x="1600" y="24853"/></a:lnTo><a:lnTo><a:pt x="2019" y="24930"/></a:lnTo><a:lnTo><a:pt x="2514" y="24930"/></a:lnTo><a:lnTo><a:pt x="2857" y="24853"/></a:lnTo><a:lnTo><a:pt x="3276" y="24676"/></a:lnTo><a:lnTo><a:pt x="3606" y="24511"/></a:lnTo><a:lnTo><a:pt x="3949" y="24180"/></a:lnTo><a:lnTo><a:pt x="4203" y="23837"/></a:lnTo><a:lnTo><a:pt x="4368" y="23507"/></a:lnTo><a:lnTo><a:pt x="4533" y="23088"/></a:lnTo><a:lnTo><a:pt x="4533" y="22923"/></a:lnTo><a:lnTo><a:pt x="4533" y="22669"/></a:lnTo><a:lnTo><a:pt x="4533" y="22491"/></a:lnTo><a:close/></a:path></a:pathLst></a:custGeom><a:solidFill><a:srgbClr val="000000"/></a:solidFill></p:spPr><p:txBody><a:bodyPr wrap="square" lIns="0" tIns="0" rIns="0" bIns="0" rtlCol="0"/><a:lstStyle/><a:p/></p:txBody></p:sp><p:sp><p:nvSpPr><p:cNvPr id="768" name="object 768"/><p:cNvSpPr/><p:nvPr/></p:nvSpPr><p:spPr><a:xfrm><a:off x="17154247" y="12290771"/><a:ext cx="5080" cy="25400"/></a:xfrm><a:custGeom><a:avLst/><a:gdLst/><a:ahLst/><a:cxnLst/><a:rect l="l" t="t" r="r" b="b"/><a:pathLst><a:path w="5080" h="25400"><a:moveTo><a:pt x="3873" y="1092"/></a:moveTo><a:lnTo><a:pt x="3695" y="838"/></a:lnTo><a:lnTo><a:pt x="3365" y="596"/></a:lnTo><a:lnTo><a:pt x="3035" y="342"/></a:lnTo><a:lnTo><a:pt x="2603" y="165"/></a:lnTo><a:lnTo><a:pt x="2184" y="0"/></a:lnTo><a:lnTo><a:pt x="1689" y="0"/></a:lnTo><a:lnTo><a:pt x="1346" y="88"/></a:lnTo><a:lnTo><a:pt x="927" y="254"/></a:lnTo><a:lnTo><a:pt x="596" y="508"/></a:lnTo><a:lnTo><a:pt x="254" y="762"/></a:lnTo><a:lnTo><a:pt x="0" y="1092"/></a:lnTo><a:lnTo><a:pt x="3873" y="1092"/></a:lnTo><a:close/></a:path><a:path w="5080" h="25400"><a:moveTo><a:pt x="5041" y="22504"/></a:moveTo><a:lnTo><a:pt x="4965" y="22339"/></a:lnTo><a:lnTo><a:pt x="4965" y="22085"/></a:lnTo><a:lnTo><a:pt x="4876" y="21831"/></a:lnTo><a:lnTo><a:pt x="4622" y="21501"/></a:lnTo><a:lnTo><a:pt x="4622" y="21336"/></a:lnTo><a:lnTo><a:pt x="4368" y="21158"/></a:lnTo><a:lnTo><a:pt x="4038" y="20828"/></a:lnTo><a:lnTo><a:pt x="1511" y="20828"/></a:lnTo><a:lnTo><a:pt x="1270" y="21082"/></a:lnTo><a:lnTo><a:pt x="927" y="21336"/></a:lnTo><a:lnTo><a:pt x="850" y="21501"/></a:lnTo><a:lnTo><a:pt x="762" y="21755"/></a:lnTo><a:lnTo><a:pt x="596" y="22085"/></a:lnTo><a:lnTo><a:pt x="508" y="22339"/></a:lnTo><a:lnTo><a:pt x="508" y="22504"/></a:lnTo><a:lnTo><a:pt x="508" y="22758"/></a:lnTo><a:lnTo><a:pt x="508" y="22923"/></a:lnTo><a:lnTo><a:pt x="508" y="23177"/></a:lnTo><a:lnTo><a:pt x="596" y="23342"/></a:lnTo><a:lnTo><a:pt x="673" y="23596"/></a:lnTo><a:lnTo><a:pt x="762" y="23761"/></a:lnTo><a:lnTo><a:pt x="850" y="24015"/></a:lnTo><a:lnTo><a:pt x="1181" y="24358"/></a:lnTo><a:lnTo><a:pt x="1511" y="24612"/></a:lnTo><a:lnTo><a:pt x="1943" y="24853"/></a:lnTo><a:lnTo><a:pt x="2362" y="24942"/></a:lnTo><a:lnTo><a:pt x="2781" y="25031"/></a:lnTo><a:lnTo><a:pt x="3200" y="24942"/></a:lnTo><a:lnTo><a:pt x="3619" y="24853"/></a:lnTo><a:lnTo><a:pt x="3949" y="24688"/></a:lnTo><a:lnTo><a:pt x="4292" y="24434"/></a:lnTo><a:lnTo><a:pt x="4622" y="24104"/></a:lnTo><a:lnTo><a:pt x="4787" y="23761"/></a:lnTo><a:lnTo><a:pt x="4876" y="23596"/></a:lnTo><a:lnTo><a:pt x="4965" y="23342"/></a:lnTo><a:lnTo><a:pt x="4965" y="23177"/></a:lnTo><a:lnTo><a:pt x="5041" y="22923"/></a:lnTo><a:lnTo><a:pt x="5041" y="22758"/></a:lnTo><a:lnTo><a:pt x="5041" y="22504"/></a:lnTo><a:close/></a:path></a:pathLst></a:custGeom><a:solidFill><a:srgbClr val="000000"/></a:solidFill></p:spPr><p:txBody><a:bodyPr wrap="square" lIns="0" tIns="0" rIns="0" bIns="0" rtlCol="0"/><a:lstStyle/><a:p/></p:txBody></p:sp><p:sp><p:nvSpPr><p:cNvPr id="769" name="object 769"/><p:cNvSpPr/><p:nvPr/></p:nvSpPr><p:spPr><a:xfrm><a:off x="17151478" y="12270451"/><a:ext cx="6985" cy="25400"/></a:xfrm><a:custGeom><a:avLst/><a:gdLst/><a:ahLst/><a:cxnLst/><a:rect l="l" t="t" r="r" b="b"/><a:pathLst><a:path w="6984" h="25400"><a:moveTo><a:pt x="4368" y="1676"/></a:moveTo><a:lnTo><a:pt x="4203" y="1346"/></a:lnTo><a:lnTo><a:pt x="4038" y="1016"/></a:lnTo><a:lnTo><a:pt x="3695" y="673"/></a:lnTo><a:lnTo><a:pt x="3365" y="419"/></a:lnTo><a:lnTo><a:pt x="3022" y="165"/></a:lnTo><a:lnTo><a:pt x="2603" y="88"/></a:lnTo><a:lnTo><a:pt x="2184" y="0"/></a:lnTo><a:lnTo><a:pt x="1765" y="88"/></a:lnTo><a:lnTo><a:pt x="1346" y="165"/></a:lnTo><a:lnTo><a:pt x="1016" y="342"/></a:lnTo><a:lnTo><a:pt x="673" y="584"/></a:lnTo><a:lnTo><a:pt x="342" y="927"/></a:lnTo><a:lnTo><a:pt x="165" y="1257"/></a:lnTo><a:lnTo><a:pt x="0" y="1676"/></a:lnTo><a:lnTo><a:pt x="4368" y="1765"/></a:lnTo><a:close/></a:path><a:path w="6984" h="25400"><a:moveTo><a:pt x="6642" y="21412"/></a:moveTo><a:lnTo><a:pt x="6464" y="21158"/></a:lnTo><a:lnTo><a:pt x="2946" y="21158"/></a:lnTo><a:lnTo><a:pt x="6642" y="21412"/></a:lnTo><a:close/></a:path><a:path w="6984" h="25400"><a:moveTo><a:pt x="6972" y="22428"/></a:moveTo><a:lnTo><a:pt x="6883" y="22174"/></a:lnTo><a:lnTo><a:pt x="6883" y="21996"/></a:lnTo><a:lnTo><a:pt x="6807" y="21755"/></a:lnTo><a:lnTo><a:pt x="6718" y="21577"/></a:lnTo><a:lnTo><a:pt x="6642" y="21412"/></a:lnTo><a:lnTo><a:pt x="2768" y="21412"/></a:lnTo><a:lnTo><a:pt x="2692" y="21577"/></a:lnTo><a:lnTo><a:pt x="2603" y="21755"/></a:lnTo><a:lnTo><a:pt x="2527" y="21996"/></a:lnTo><a:lnTo><a:pt x="2438" y="22174"/></a:lnTo><a:lnTo><a:pt x="2438" y="22428"/></a:lnTo><a:lnTo><a:pt x="2438" y="22593"/></a:lnTo><a:lnTo><a:pt x="2438" y="22847"/></a:lnTo><a:lnTo><a:pt x="2438" y="23012"/></a:lnTo><a:lnTo><a:pt x="2527" y="23342"/></a:lnTo><a:lnTo><a:pt x="2692" y="23685"/></a:lnTo><a:lnTo><a:pt x="2946" y="24104"/></a:lnTo><a:lnTo><a:pt x="3276" y="24434"/></a:lnTo><a:lnTo><a:pt x="3619" y="24599"/></a:lnTo><a:lnTo><a:pt x="4038" y="24777"/></a:lnTo><a:lnTo><a:pt x="4457" y="24853"/></a:lnTo><a:lnTo><a:pt x="4876" y="24853"/></a:lnTo><a:lnTo><a:pt x="5295" y="24777"/></a:lnTo><a:lnTo><a:pt x="5715" y="24599"/></a:lnTo><a:lnTo><a:pt x="6045" y="24434"/></a:lnTo><a:lnTo><a:pt x="6388" y="24104"/></a:lnTo><a:lnTo><a:pt x="6642" y="23761"/></a:lnTo><a:lnTo><a:pt x="6807" y="23431"/></a:lnTo><a:lnTo><a:pt x="6883" y="23012"/></a:lnTo><a:lnTo><a:pt x="6972" y="22847"/></a:lnTo><a:lnTo><a:pt x="6972" y="22593"/></a:lnTo><a:lnTo><a:pt x="6972" y="22428"/></a:lnTo><a:close/></a:path></a:pathLst></a:custGeom><a:solidFill><a:srgbClr val="000000"/></a:solidFill></p:spPr><p:txBody><a:bodyPr wrap="square" lIns="0" tIns="0" rIns="0" bIns="0" rtlCol="0"/><a:lstStyle/><a:p/></p:txBody></p:sp><p:sp><p:nvSpPr><p:cNvPr id="770" name="object 770"/><p:cNvSpPr/><p:nvPr/></p:nvSpPr><p:spPr><a:xfrm><a:off x="17147198" y="12250474"/><a:ext cx="8890" cy="24765"/></a:xfrm><a:custGeom><a:avLst/><a:gdLst/><a:ahLst/><a:cxnLst/><a:rect l="l" t="t" r="r" b="b"/><a:pathLst><a:path w="8890" h="24765"><a:moveTo><a:pt x="4533" y="1930"/></a:moveTo><a:lnTo><a:pt x="4368" y="1511"/></a:lnTo><a:lnTo><a:pt x="4203" y="1092"/></a:lnTo><a:lnTo><a:pt x="3949" y="749"/></a:lnTo><a:lnTo><a:pt x="3695" y="495"/></a:lnTo><a:lnTo><a:pt x="3276" y="241"/></a:lnTo><a:lnTo><a:pt x="2933" y="76"/></a:lnTo><a:lnTo><a:pt x="2768" y="76"/></a:lnTo><a:lnTo><a:pt x="2514" y="0"/></a:lnTo><a:lnTo><a:pt x="2019" y="0"/></a:lnTo><a:lnTo><a:pt x="1676" y="76"/></a:lnTo><a:lnTo><a:pt x="1257" y="241"/></a:lnTo><a:lnTo><a:pt x="838" y="419"/></a:lnTo><a:lnTo><a:pt x="584" y="749"/></a:lnTo><a:lnTo><a:pt x="254" y="1092"/></a:lnTo><a:lnTo><a:pt x="88" y="1511"/></a:lnTo><a:lnTo><a:pt x="0" y="1930"/></a:lnTo><a:lnTo><a:pt x="0" y="2349"/></a:lnTo><a:lnTo><a:pt x="4533" y="2425"/></a:lnTo><a:lnTo><a:pt x="4533" y="1930"/></a:lnTo><a:close/></a:path><a:path w="8890" h="24765"><a:moveTo><a:pt x="8648" y="21653"/></a:moveTo><a:lnTo><a:pt x="4279" y="21653"/></a:lnTo><a:lnTo><a:pt x="8648" y="21742"/></a:lnTo><a:close/></a:path><a:path w="8890" h="24765"><a:moveTo><a:pt x="8737" y="22085"/></a:moveTo><a:lnTo><a:pt x="8648" y="21742"/></a:lnTo><a:lnTo><a:pt x="4279" y="21742"/></a:lnTo><a:lnTo><a:pt x="4203" y="22085"/></a:lnTo><a:lnTo><a:pt x="4203" y="22504"/></a:lnTo><a:lnTo><a:pt x="4279" y="22834"/></a:lnTo><a:lnTo><a:pt x="4368" y="23253"/></a:lnTo><a:lnTo><a:pt x="4622" y="23596"/></a:lnTo><a:lnTo><a:pt x="4876" y="23926"/></a:lnTo><a:lnTo><a:pt x="5207" y="24180"/></a:lnTo><a:lnTo><a:pt x="5626" y="24434"/></a:lnTo><a:lnTo><a:pt x="5969" y="24511"/></a:lnTo><a:lnTo><a:pt x="6134" y="24511"/></a:lnTo><a:lnTo><a:pt x="6388" y="24599"/></a:lnTo><a:lnTo><a:pt x="6807" y="24511"/></a:lnTo><a:lnTo><a:pt x="7226" y="24434"/></a:lnTo><a:lnTo><a:pt x="7645" y="24257"/></a:lnTo><a:lnTo><a:pt x="7975" y="24015"/></a:lnTo><a:lnTo><a:pt x="8229" y="23672"/></a:lnTo><a:lnTo><a:pt x="8483" y="23342"/></a:lnTo><a:lnTo><a:pt x="8648" y="22923"/></a:lnTo><a:lnTo><a:pt x="8737" y="22580"/></a:lnTo><a:lnTo><a:pt x="8737" y="22161"/></a:lnTo><a:close/></a:path></a:pathLst></a:custGeom><a:solidFill><a:srgbClr val="000000"/></a:solidFill></p:spPr><p:txBody><a:bodyPr wrap="square" lIns="0" tIns="0" rIns="0" bIns="0" rtlCol="0"/><a:lstStyle/><a:p/></p:txBody></p:sp><p:sp><p:nvSpPr><p:cNvPr id="771" name="object 771"/><p:cNvSpPr/><p:nvPr/></p:nvSpPr><p:spPr><a:xfrm><a:off x="17141318" y="12230815"/><a:ext cx="10795" cy="24765"/></a:xfrm><a:custGeom><a:avLst/><a:gdLst/><a:ahLst/><a:cxnLst/><a:rect l="l" t="t" r="r" b="b"/><a:pathLst><a:path w="10794" h="24765"><a:moveTo><a:pt x="4533" y="1765"/></a:moveTo><a:lnTo><a:pt x="4457" y="1600"/></a:lnTo><a:lnTo><a:pt x="4368" y="1346"/></a:lnTo><a:lnTo><a:pt x="4114" y="1016"/></a:lnTo><a:lnTo><a:pt x="4038" y="850"/></a:lnTo><a:lnTo><a:pt x="3860" y="673"/></a:lnTo><a:lnTo><a:pt x="2768" y="88"/></a:lnTo><a:lnTo><a:pt x="2527" y="88"/></a:lnTo><a:lnTo><a:pt x="2349" y="0"/></a:lnTo><a:lnTo><a:pt x="1930" y="88"/></a:lnTo><a:lnTo><a:pt x="1511" y="177"/></a:lnTo><a:lnTo><a:pt x="1181" y="342"/></a:lnTo><a:lnTo><a:pt x="1016" y="431"/></a:lnTo><a:lnTo><a:pt x="838" y="596"/></a:lnTo><a:lnTo><a:pt x="673" y="673"/></a:lnTo><a:lnTo><a:pt x="508" y="850"/></a:lnTo><a:lnTo><a:pt x="419" y="1016"/></a:lnTo><a:lnTo><a:pt x="254" y="1270"/></a:lnTo><a:lnTo><a:pt x="88" y="1600"/></a:lnTo><a:lnTo><a:pt x="88" y="1765"/></a:lnTo><a:lnTo><a:pt x="0" y="2019"/></a:lnTo><a:lnTo><a:pt x="0" y="2184"/></a:lnTo><a:lnTo><a:pt x="0" y="2438"/></a:lnTo><a:lnTo><a:pt x="0" y="2603"/></a:lnTo><a:lnTo><a:pt x="88" y="2857"/></a:lnTo><a:lnTo><a:pt x="165" y="3022"/></a:lnTo><a:lnTo><a:pt x="254" y="3276"/></a:lnTo><a:lnTo><a:pt x="4368" y="3276"/></a:lnTo><a:lnTo><a:pt x="4457" y="3022"/></a:lnTo><a:lnTo><a:pt x="4457" y="2857"/></a:lnTo><a:lnTo><a:pt x="4533" y="2603"/></a:lnTo><a:lnTo><a:pt x="4533" y="2438"/></a:lnTo><a:lnTo><a:pt x="4533" y="2184"/></a:lnTo><a:lnTo><a:pt x="4533" y="2019"/></a:lnTo><a:lnTo><a:pt x="4533" y="1765"/></a:lnTo><a:close/></a:path><a:path w="10794" h="24765"><a:moveTo><a:pt x="10414" y="22085"/></a:moveTo><a:lnTo><a:pt x="5880" y="22085"/></a:lnTo><a:lnTo><a:pt x="5880" y="22428"/></a:lnTo><a:lnTo><a:pt x="6045" y="22847"/></a:lnTo><a:lnTo><a:pt x="6210" y="23177"/></a:lnTo><a:lnTo><a:pt x="6464" y="23520"/></a:lnTo><a:lnTo><a:pt x="6642" y="23596"/></a:lnTo><a:lnTo><a:pt x="6807" y="23774"/></a:lnTo><a:lnTo><a:pt x="6972" y="23850"/></a:lnTo><a:lnTo><a:pt x="7226" y="24015"/></a:lnTo><a:lnTo><a:pt x="7391" y="24104"/></a:lnTo><a:lnTo><a:pt x="7645" y="24104"/></a:lnTo><a:lnTo><a:pt x="7810" y="24193"/></a:lnTo><a:lnTo><a:pt x="8394" y="24193"/></a:lnTo><a:lnTo><a:pt x="8648" y="24104"/></a:lnTo><a:lnTo><a:pt x="8813" y="24104"/></a:lnTo><a:lnTo><a:pt x="9067" y="24015"/></a:lnTo><a:lnTo><a:pt x="9245" y="23850"/></a:lnTo><a:lnTo><a:pt x="9410" y="23774"/></a:lnTo><a:lnTo><a:pt x="9664" y="23596"/></a:lnTo><a:lnTo><a:pt x="9906" y="23266"/></a:lnTo><a:lnTo><a:pt x="10160" y="22923"/></a:lnTo><a:lnTo><a:pt x="10325" y="22504"/></a:lnTo><a:lnTo><a:pt x="10414" y="22085"/></a:lnTo><a:close/></a:path><a:path w="10794" h="24765"><a:moveTo><a:pt x="10414" y="22009"/></a:moveTo><a:lnTo><a:pt x="5880" y="22009"/></a:lnTo><a:lnTo><a:pt x="10414" y="22085"/></a:lnTo><a:close/></a:path></a:pathLst></a:custGeom><a:solidFill><a:srgbClr val="000000"/></a:solidFill></p:spPr><p:txBody><a:bodyPr wrap="square" lIns="0" tIns="0" rIns="0" bIns="0" rtlCol="0"/><a:lstStyle/><a:p/></p:txBody></p:sp><p:sp><p:nvSpPr><p:cNvPr id="772" name="object 772"/><p:cNvSpPr/><p:nvPr/></p:nvSpPr><p:spPr><a:xfrm><a:off x="17133927" y="12211765"/><a:ext cx="12065" cy="24130"/></a:xfrm><a:custGeom><a:avLst/><a:gdLst/><a:ahLst/><a:cxnLst/><a:rect l="l" t="t" r="r" b="b"/><a:pathLst><a:path w="12065" h="24129"><a:moveTo><a:pt x="4533" y="2171"/></a:moveTo><a:lnTo><a:pt x="4457" y="1841"/></a:lnTo><a:lnTo><a:pt x="4292" y="1422"/></a:lnTo><a:lnTo><a:pt x="4114" y="1003"/></a:lnTo><a:lnTo><a:pt x="3860" y="660"/></a:lnTo><a:lnTo><a:pt x="3530" y="419"/></a:lnTo><a:lnTo><a:pt x="3111" y="241"/></a:lnTo><a:lnTo><a:pt x="2692" y="76"/></a:lnTo><a:lnTo><a:pt x="2184" y="0"/></a:lnTo><a:lnTo><a:pt x="1930" y="76"/></a:lnTo><a:lnTo><a:pt x="1765" y="76"/></a:lnTo><a:lnTo><a:pt x="1435" y="165"/></a:lnTo><a:lnTo><a:pt x="1016" y="419"/></a:lnTo><a:lnTo><a:pt x="673" y="660"/></a:lnTo><a:lnTo><a:pt x="342" y="1003"/></a:lnTo><a:lnTo><a:pt x="177" y="1422"/></a:lnTo><a:lnTo><a:pt x="0" y="1752"/></a:lnTo><a:lnTo><a:pt x="0" y="2679"/></a:lnTo><a:lnTo><a:pt x="88" y="3022"/></a:lnTo><a:lnTo><a:pt x="254" y="3441"/></a:lnTo><a:lnTo><a:pt x="508" y="3771"/></a:lnTo><a:lnTo><a:pt x="3860" y="3860"/></a:lnTo><a:lnTo><a:pt x="4203" y="3517"/></a:lnTo><a:lnTo><a:pt x="4368" y="3098"/></a:lnTo><a:lnTo><a:pt x="4457" y="2679"/></a:lnTo><a:lnTo><a:pt x="4533" y="2260"/></a:lnTo><a:close/></a:path><a:path w="12065" h="24129"><a:moveTo><a:pt x="11760" y="22326"/></a:moveTo><a:lnTo><a:pt x="7645" y="22326"/></a:lnTo><a:lnTo><a:pt x="7734" y="22504"/></a:lnTo><a:lnTo><a:pt x="7810" y="22669"/></a:lnTo><a:lnTo><a:pt x="7899" y="22834"/></a:lnTo><a:lnTo><a:pt x="8064" y="22999"/></a:lnTo><a:lnTo><a:pt x="8229" y="23088"/></a:lnTo><a:lnTo><a:pt x="8407" y="23253"/></a:lnTo><a:lnTo><a:pt x="8572" y="23342"/></a:lnTo><a:lnTo><a:pt x="8737" y="23418"/></a:lnTo><a:lnTo><a:pt x="8991" y="23507"/></a:lnTo><a:lnTo><a:pt x="9156" y="23583"/></a:lnTo><a:lnTo><a:pt x="9410" y="23583"/></a:lnTo><a:lnTo><a:pt x="9575" y="23672"/></a:lnTo><a:lnTo><a:pt x="9994" y="23583"/></a:lnTo><a:lnTo><a:pt x="10160" y="23583"/></a:lnTo><a:lnTo><a:pt x="10414" y="23507"/></a:lnTo><a:lnTo><a:pt x="10579" y="23418"/></a:lnTo><a:lnTo><a:pt x="10833" y="23342"/></a:lnTo><a:lnTo><a:pt x="11176" y="23088"/></a:lnTo><a:lnTo><a:pt x="11430" y="22834"/></a:lnTo><a:lnTo><a:pt x="11506" y="22669"/></a:lnTo><a:lnTo><a:pt x="11671" y="22504"/></a:lnTo><a:lnTo><a:pt x="11760" y="22326"/></a:lnTo><a:close/></a:path><a:path w="12065" h="24129"><a:moveTo><a:pt x="11849" y="22072"/></a:moveTo><a:lnTo><a:pt x="7556" y="22072"/></a:lnTo><a:lnTo><a:pt x="11760" y="22326"/></a:lnTo><a:lnTo><a:pt x="11849" y="22072"/></a:lnTo><a:close/></a:path></a:pathLst></a:custGeom><a:solidFill><a:srgbClr val="000000"/></a:solidFill></p:spPr><p:txBody><a:bodyPr wrap="square" lIns="0" tIns="0" rIns="0" bIns="0" rtlCol="0"/><a:lstStyle/><a:p/></p:txBody></p:sp><p:sp><p:nvSpPr><p:cNvPr id="773" name="object 773"/><p:cNvSpPr/><p:nvPr/></p:nvSpPr><p:spPr><a:xfrm><a:off x="17124948" y="12193451"/><a:ext cx="13335" cy="23495"/></a:xfrm><a:custGeom><a:avLst/><a:gdLst/><a:ahLst/><a:cxnLst/><a:rect l="l" t="t" r="r" b="b"/><a:pathLst><a:path w="13334" h="23495"><a:moveTo><a:pt x="4533" y="2019"/></a:moveTo><a:lnTo><a:pt x="4445" y="1600"/></a:lnTo><a:lnTo><a:pt x="4191" y="1181"/></a:lnTo><a:lnTo><a:pt x="3949" y="762"/></a:lnTo><a:lnTo><a:pt x="3695" y="508"/></a:lnTo><a:lnTo><a:pt x="3352" y="254"/></a:lnTo><a:lnTo><a:pt x="2933" y="88"/></a:lnTo><a:lnTo><a:pt x="2438" y="0"/></a:lnTo><a:lnTo><a:pt x="2019" y="0"/></a:lnTo><a:lnTo><a:pt x="1587" y="88"/></a:lnTo><a:lnTo><a:pt x="1168" y="254"/></a:lnTo><a:lnTo><a:pt x="838" y="508"/></a:lnTo><a:lnTo><a:pt x="495" y="762"/></a:lnTo><a:lnTo><a:pt x="254" y="1092"/></a:lnTo><a:lnTo><a:pt x="76" y="1511"/></a:lnTo><a:lnTo><a:pt x="0" y="1930"/></a:lnTo><a:lnTo><a:pt x="0" y="2349"/></a:lnTo><a:lnTo><a:pt x="0" y="2768"/></a:lnTo><a:lnTo><a:pt x="165" y="3111"/></a:lnTo><a:lnTo><a:pt x="254" y="3276"/></a:lnTo><a:lnTo><a:pt x="330" y="3530"/></a:lnTo><a:lnTo><a:pt x="495" y="3695"/></a:lnTo><a:lnTo><a:pt x="584" y="3860"/></a:lnTo><a:lnTo><a:pt x="749" y="3949"/></a:lnTo><a:lnTo><a:pt x="927" y="4114"/></a:lnTo><a:lnTo><a:pt x="1168" y="4203"/></a:lnTo><a:lnTo><a:pt x="3187" y="4279"/></a:lnTo><a:lnTo><a:pt x="3352" y="4203"/></a:lnTo><a:lnTo><a:pt x="3530" y="4114"/></a:lnTo><a:lnTo><a:pt x="3695" y="3949"/></a:lnTo><a:lnTo><a:pt x="3860" y="3860"/></a:lnTo><a:lnTo><a:pt x="4025" y="3695"/></a:lnTo><a:lnTo><a:pt x="4114" y="3530"/></a:lnTo><a:lnTo><a:pt x="4279" y="3276"/></a:lnTo><a:lnTo><a:pt x="4279" y="3111"/></a:lnTo><a:lnTo><a:pt x="4445" y="2857"/></a:lnTo><a:lnTo><a:pt x="4533" y="2438"/></a:lnTo><a:lnTo><a:pt x="4533" y="2019"/></a:lnTo><a:close/></a:path><a:path w="13334" h="23495"><a:moveTo><a:pt x="12839" y="22174"/></a:moveTo><a:lnTo><a:pt x="9575" y="22174"/></a:lnTo><a:lnTo><a:pt x="9740" y="22339"/></a:lnTo><a:lnTo><a:pt x="9906" y="22504"/></a:lnTo><a:lnTo><a:pt x="10071" y="22593"/></a:lnTo><a:lnTo><a:pt x="10325" y="22669"/></a:lnTo><a:lnTo><a:pt x="10490" y="22758"/></a:lnTo><a:lnTo><a:pt x="10744" y="22847"/></a:lnTo><a:lnTo><a:pt x="10909" y="22847"/></a:lnTo><a:lnTo><a:pt x="11328" y="22923"/></a:lnTo><a:lnTo><a:pt x="11506" y="22847"/></a:lnTo><a:lnTo><a:pt x="11760" y="22847"/></a:lnTo><a:lnTo><a:pt x="11925" y="22758"/></a:lnTo><a:lnTo><a:pt x="12179" y="22669"/></a:lnTo><a:lnTo><a:pt x="12344" y="22593"/></a:lnTo><a:lnTo><a:pt x="12509" y="22504"/></a:lnTo><a:lnTo><a:pt x="12674" y="22339"/></a:lnTo><a:lnTo><a:pt x="12839" y="22174"/></a:lnTo><a:close/></a:path><a:path w="13334" h="23495"><a:moveTo><a:pt x="12928" y="22085"/></a:moveTo><a:lnTo><a:pt x="9486" y="22085"/></a:lnTo><a:lnTo><a:pt x="12839" y="22174"/></a:lnTo><a:close/></a:path></a:pathLst></a:custGeom><a:solidFill><a:srgbClr val="000000"/></a:solidFill></p:spPr><p:txBody><a:bodyPr wrap="square" lIns="0" tIns="0" rIns="0" bIns="0" rtlCol="0"/><a:lstStyle/><a:p/></p:txBody></p:sp><p:sp><p:nvSpPr><p:cNvPr id="774" name="object 774"/><p:cNvSpPr/><p:nvPr/></p:nvSpPr><p:spPr><a:xfrm><a:off x="17114445" y="12175824"/><a:ext cx="13970" cy="22225"/></a:xfrm><a:custGeom><a:avLst/><a:gdLst/><a:ahLst/><a:cxnLst/><a:rect l="l" t="t" r="r" b="b"/><a:pathLst><a:path w="13969" h="22225"><a:moveTo><a:pt x="4533" y="2006"/></a:moveTo><a:lnTo><a:pt x="4457" y="1765"/></a:lnTo><a:lnTo><a:pt x="4457" y="1587"/></a:lnTo><a:lnTo><a:pt x="4292" y="1346"/></a:lnTo><a:lnTo><a:pt x="4114" y="1003"/></a:lnTo><a:lnTo><a:pt x="4038" y="838"/></a:lnTo><a:lnTo><a:pt x="3860" y="673"/></a:lnTo><a:lnTo><a:pt x="3530" y="419"/></a:lnTo><a:lnTo><a:pt x="3111" y="165"/></a:lnTo><a:lnTo><a:pt x="2692" y="76"/></a:lnTo><a:lnTo><a:pt x="2184" y="0"/></a:lnTo><a:lnTo><a:pt x="1930" y="76"/></a:lnTo><a:lnTo><a:pt x="1765" y="76"/></a:lnTo><a:lnTo><a:pt x="1511" y="165"/></a:lnTo><a:lnTo><a:pt x="1346" y="165"/></a:lnTo><a:lnTo><a:pt x="1092" y="330"/></a:lnTo><a:lnTo><a:pt x="762" y="584"/></a:lnTo><a:lnTo><a:pt x="508" y="838"/></a:lnTo><a:lnTo><a:pt x="419" y="1003"/></a:lnTo><a:lnTo><a:pt x="254" y="1257"/></a:lnTo><a:lnTo><a:pt x="88" y="1587"/></a:lnTo><a:lnTo><a:pt x="88" y="1765"/></a:lnTo><a:lnTo><a:pt x="0" y="2006"/></a:lnTo><a:lnTo><a:pt x="0" y="2184"/></a:lnTo><a:lnTo><a:pt x="0" y="2425"/></a:lnTo><a:lnTo><a:pt x="0" y="2603"/></a:lnTo><a:lnTo><a:pt x="88" y="2857"/></a:lnTo><a:lnTo><a:pt x="177" y="3276"/></a:lnTo><a:lnTo><a:pt x="419" y="3606"/></a:lnTo><a:lnTo><a:pt x="673" y="3937"/></a:lnTo><a:lnTo><a:pt x="1016" y="4191"/></a:lnTo><a:lnTo><a:pt x="1435" y="4368"/></a:lnTo><a:lnTo><a:pt x="1854" y="4533"/></a:lnTo><a:lnTo><a:pt x="2527" y="4533"/></a:lnTo><a:lnTo><a:pt x="2768" y="4533"/></a:lnTo><a:lnTo><a:pt x="3022" y="4445"/></a:lnTo><a:lnTo><a:pt x="3365" y="4279"/></a:lnTo><a:lnTo><a:pt x="3530" y="4191"/></a:lnTo><a:lnTo><a:pt x="3695" y="4025"/></a:lnTo><a:lnTo><a:pt x="3860" y="3937"/></a:lnTo><a:lnTo><a:pt x="4038" y="3695"/></a:lnTo><a:lnTo><a:pt x="4292" y="3352"/></a:lnTo><a:lnTo><a:pt x="4457" y="2933"/></a:lnTo><a:lnTo><a:pt x="4533" y="2603"/></a:lnTo><a:lnTo><a:pt x="4533" y="2425"/></a:lnTo><a:lnTo><a:pt x="4533" y="2184"/></a:lnTo><a:lnTo><a:pt x="4533" y="2006"/></a:lnTo><a:close/></a:path><a:path w="13969" h="22225"><a:moveTo><a:pt x="13690" y="21907"/></a:moveTo><a:lnTo><a:pt x="11760" y="21907"/></a:lnTo><a:lnTo><a:pt x="12090" y="21996"/></a:lnTo><a:lnTo><a:pt x="12522" y="22161"/></a:lnTo><a:lnTo><a:pt x="13017" y="22161"/></a:lnTo><a:lnTo><a:pt x="13271" y="22085"/></a:lnTo><a:lnTo><a:pt x="13436" y="21996"/></a:lnTo><a:lnTo><a:pt x="13690" y="21907"/></a:lnTo><a:close/></a:path><a:path w="13969" h="22225"><a:moveTo><a:pt x="13855" y="21831"/></a:moveTo><a:lnTo><a:pt x="11671" y="21831"/></a:lnTo><a:lnTo><a:pt x="13690" y="21907"/></a:lnTo><a:lnTo><a:pt x="13855" y="21831"/></a:lnTo><a:close/></a:path></a:pathLst></a:custGeom><a:solidFill><a:srgbClr val="000000"/></a:solidFill></p:spPr><p:txBody><a:bodyPr wrap="square" lIns="0" tIns="0" rIns="0" bIns="0" rtlCol="0"/><a:lstStyle/><a:p/></p:txBody></p:sp><p:sp><p:nvSpPr><p:cNvPr id="775" name="object 775"/><p:cNvSpPr/><p:nvPr/></p:nvSpPr><p:spPr><a:xfrm><a:off x="17090772" y="12143578"/><a:ext cx="16510" cy="20320"/></a:xfrm><a:custGeom><a:avLst/><a:gdLst/><a:ahLst/><a:cxnLst/><a:rect l="l" t="t" r="r" b="b"/><a:pathLst><a:path w="16509" h="20320"><a:moveTo><a:pt x="1587" y="165"/></a:moveTo><a:lnTo><a:pt x="1333" y="76"/></a:lnTo><a:lnTo><a:pt x="1092" y="0"/></a:lnTo><a:lnTo><a:pt x="495" y="0"/></a:lnTo><a:lnTo><a:pt x="330" y="76"/></a:lnTo><a:lnTo><a:pt x="0" y="165"/></a:lnTo><a:lnTo><a:pt x="1587" y="165"/></a:lnTo><a:close/></a:path><a:path w="16509" h="20320"><a:moveTo><a:pt x="16281" y="17462"/></a:moveTo><a:lnTo><a:pt x="16205" y="17297"/></a:lnTo><a:lnTo><a:pt x="16205" y="17132"/></a:lnTo><a:lnTo><a:pt x="16116" y="16878"/></a:lnTo><a:lnTo><a:pt x="15951" y="16713"/></a:lnTo><a:lnTo><a:pt x="15862" y="16459"/></a:lnTo><a:lnTo><a:pt x="15697" y="16370"/></a:lnTo><a:lnTo><a:pt x="15532" y="16116"/></a:lnTo><a:lnTo><a:pt x="15189" y="15862"/></a:lnTo><a:lnTo><a:pt x="15024" y="15862"/></a:lnTo><a:lnTo><a:pt x="14770" y="15697"/></a:lnTo><a:lnTo><a:pt x="14605" y="15697"/></a:lnTo><a:lnTo><a:pt x="14351" y="15621"/></a:lnTo><a:lnTo><a:pt x="13855" y="15621"/></a:lnTo><a:lnTo><a:pt x="13436" y="15697"/></a:lnTo><a:lnTo><a:pt x="13017" y="15862"/></a:lnTo><a:lnTo><a:pt x="12674" y="16116"/></a:lnTo><a:lnTo><a:pt x="12344" y="16370"/></a:lnTo><a:lnTo><a:pt x="12090" y="16713"/></a:lnTo><a:lnTo><a:pt x="12001" y="16878"/></a:lnTo><a:lnTo><a:pt x="11925" y="17132"/></a:lnTo><a:lnTo><a:pt x="11836" y="17297"/></a:lnTo><a:lnTo><a:pt x="11836" y="17462"/></a:lnTo><a:lnTo><a:pt x="11747" y="17716"/></a:lnTo><a:lnTo><a:pt x="11747" y="17881"/></a:lnTo><a:lnTo><a:pt x="11836" y="18135"/></a:lnTo><a:lnTo><a:pt x="11836" y="18300"/></a:lnTo><a:lnTo><a:pt x="11925" y="18643"/></a:lnTo><a:lnTo><a:pt x="12090" y="18973"/></a:lnTo><a:lnTo><a:pt x="12166" y="19138"/></a:lnTo><a:lnTo><a:pt x="12344" y="19392"/></a:lnTo><a:lnTo><a:pt x="12674" y="19646"/></a:lnTo><a:lnTo><a:pt x="13017" y="19900"/></a:lnTo><a:lnTo><a:pt x="13436" y="20066"/></a:lnTo><a:lnTo><a:pt x="13855" y="20154"/></a:lnTo><a:lnTo><a:pt x="14274" y="20154"/></a:lnTo><a:lnTo><a:pt x="14605" y="20066"/></a:lnTo><a:lnTo><a:pt x="15024" y="19900"/></a:lnTo><a:lnTo><a:pt x="15367" y="19735"/></a:lnTo><a:lnTo><a:pt x="15697" y="19481"/></a:lnTo><a:lnTo><a:pt x="15951" y="19138"/></a:lnTo><a:lnTo><a:pt x="16040" y="18973"/></a:lnTo><a:lnTo><a:pt x="16116" y="18719"/></a:lnTo><a:lnTo><a:pt x="16281" y="18300"/></a:lnTo><a:lnTo><a:pt x="16281" y="18135"/></a:lnTo><a:lnTo><a:pt x="16281" y="17881"/></a:lnTo><a:lnTo><a:pt x="16281" y="17716"/></a:lnTo><a:lnTo><a:pt x="16281" y="17462"/></a:lnTo><a:close/></a:path></a:pathLst></a:custGeom><a:solidFill><a:srgbClr val="000000"/></a:solidFill></p:spPr><p:txBody><a:bodyPr wrap="square" lIns="0" tIns="0" rIns="0" bIns="0" rtlCol="0"/><a:lstStyle/><a:p/></p:txBody></p:sp><p:sp><p:nvSpPr><p:cNvPr id="776" name="object 776"/><p:cNvSpPr/><p:nvPr/></p:nvSpPr><p:spPr><a:xfrm><a:off x="17075481" y="12129138"/><a:ext cx="18415" cy="19050"/></a:xfrm><a:custGeom><a:avLst/><a:gdLst/><a:ahLst/><a:cxnLst/><a:rect l="l" t="t" r="r" b="b"/><a:pathLst><a:path w="18415" h="19050"><a:moveTo><a:pt x="3365" y="660"/></a:moveTo><a:lnTo><a:pt x="3022" y="419"/></a:lnTo><a:lnTo><a:pt x="2692" y="241"/></a:lnTo><a:lnTo><a:pt x="2273" y="76"/></a:lnTo><a:lnTo><a:pt x="1854" y="0"/></a:lnTo><a:lnTo><a:pt x="1435" y="0"/></a:lnTo><a:lnTo><a:pt x="1016" y="76"/></a:lnTo><a:lnTo><a:pt x="673" y="165"/></a:lnTo><a:lnTo><a:pt x="254" y="419"/></a:lnTo><a:lnTo><a:pt x="0" y="660"/></a:lnTo><a:lnTo><a:pt x="3365" y="660"/></a:lnTo><a:close/></a:path><a:path w="18415" h="19050"><a:moveTo><a:pt x="18389" y="16370"/></a:moveTo><a:lnTo><a:pt x="18313" y="16116"/></a:lnTo><a:lnTo><a:pt x="18224" y="15951"/></a:lnTo><a:lnTo><a:pt x="18135" y="15697"/></a:lnTo><a:lnTo><a:pt x="18059" y="15532"/></a:lnTo><a:lnTo><a:pt x="17894" y="15367"/></a:lnTo><a:lnTo><a:pt x="17805" y="15189"/></a:lnTo><a:lnTo><a:pt x="17640" y="15024"/></a:lnTo><a:lnTo><a:pt x="17475" y="14859"/></a:lnTo><a:lnTo><a:pt x="17297" y="14770"/></a:lnTo><a:lnTo><a:pt x="17056" y="14605"/></a:lnTo><a:lnTo><a:pt x="15201" y="14605"/></a:lnTo><a:lnTo><a:pt x="14947" y="14770"/></a:lnTo><a:lnTo><a:pt x="14782" y="14859"/></a:lnTo><a:lnTo><a:pt x="14528" y="15024"/></a:lnTo><a:lnTo><a:pt x="14452" y="15189"/></a:lnTo><a:lnTo><a:pt x="14274" y="15367"/></a:lnTo><a:lnTo><a:pt x="14198" y="15532"/></a:lnTo><a:lnTo><a:pt x="14109" y="15697"/></a:lnTo><a:lnTo><a:pt x="14020" y="15951"/></a:lnTo><a:lnTo><a:pt x="13944" y="16116"/></a:lnTo><a:lnTo><a:pt x="13855" y="16370"/></a:lnTo><a:lnTo><a:pt x="13855" y="16535"/></a:lnTo><a:lnTo><a:pt x="13855" y="16789"/></a:lnTo><a:lnTo><a:pt x="13855" y="16954"/></a:lnTo><a:lnTo><a:pt x="13944" y="17208"/></a:lnTo><a:lnTo><a:pt x="13944" y="17373"/></a:lnTo><a:lnTo><a:pt x="14020" y="17627"/></a:lnTo><a:lnTo><a:pt x="14274" y="18046"/></a:lnTo><a:lnTo><a:pt x="14528" y="18389"/></a:lnTo><a:lnTo><a:pt x="14871" y="18630"/></a:lnTo><a:lnTo><a:pt x="15290" y="18808"/></a:lnTo><a:lnTo><a:pt x="15709" y="18973"/></a:lnTo><a:lnTo><a:pt x="16459" y="18973"/></a:lnTo><a:lnTo><a:pt x="16878" y="18808"/></a:lnTo><a:lnTo><a:pt x="17297" y="18630"/></a:lnTo><a:lnTo><a:pt x="17640" y="18389"/></a:lnTo><a:lnTo><a:pt x="17894" y="18135"/></a:lnTo><a:lnTo><a:pt x="18135" y="17716"/></a:lnTo><a:lnTo><a:pt x="18313" y="17373"/></a:lnTo><a:lnTo><a:pt x="18313" y="17208"/></a:lnTo><a:lnTo><a:pt x="18389" y="16954"/></a:lnTo><a:lnTo><a:pt x="18389" y="16789"/></a:lnTo><a:lnTo><a:pt x="18389" y="16535"/></a:lnTo><a:lnTo><a:pt x="18389" y="16370"/></a:lnTo><a:close/></a:path></a:pathLst></a:custGeom><a:solidFill><a:srgbClr val="000000"/></a:solidFill></p:spPr><p:txBody><a:bodyPr wrap="square" lIns="0" tIns="0" rIns="0" bIns="0" rtlCol="0"/><a:lstStyle/><a:p/></p:txBody></p:sp><p:sp><p:nvSpPr><p:cNvPr id="777" name="object 777"/><p:cNvSpPr/><p:nvPr/></p:nvSpPr><p:spPr><a:xfrm><a:off x="17059441" y="12115867"/><a:ext cx="20320" cy="18415"/></a:xfrm><a:custGeom><a:avLst/><a:gdLst/><a:ahLst/><a:cxnLst/><a:rect l="l" t="t" r="r" b="b"/><a:pathLst><a:path w="20319" h="18415"><a:moveTo><a:pt x="4114" y="1257"/></a:moveTo><a:lnTo><a:pt x="3860" y="927"/></a:lnTo><a:lnTo><a:pt x="3619" y="673"/></a:lnTo><a:lnTo><a:pt x="3276" y="330"/></a:lnTo><a:lnTo><a:pt x="2946" y="165"/></a:lnTo><a:lnTo><a:pt x="2527" y="88"/></a:lnTo><a:lnTo><a:pt x="2108" y="0"/></a:lnTo><a:lnTo><a:pt x="1689" y="88"/></a:lnTo><a:lnTo><a:pt x="1257" y="165"/></a:lnTo><a:lnTo><a:pt x="927" y="330"/></a:lnTo><a:lnTo><a:pt x="596" y="584"/></a:lnTo><a:lnTo><a:pt x="254" y="927"/></a:lnTo><a:lnTo><a:pt x="0" y="1257"/></a:lnTo><a:lnTo><a:pt x="4114" y="1346"/></a:lnTo><a:close/></a:path><a:path w="20319" h="18415"><a:moveTo><a:pt x="19405" y="13931"/></a:moveTo><a:lnTo><a:pt x="19062" y="13690"/></a:lnTo><a:lnTo><a:pt x="16294" y="13690"/></a:lnTo><a:lnTo><a:pt x="19405" y="13931"/></a:lnTo><a:close/></a:path><a:path w="20319" h="18415"><a:moveTo><a:pt x="19989" y="15532"/></a:moveTo><a:lnTo><a:pt x="19900" y="15201"/></a:lnTo><a:lnTo><a:pt x="19824" y="14782"/></a:lnTo><a:lnTo><a:pt x="19659" y="14363"/></a:lnTo><a:lnTo><a:pt x="19405" y="14020"/></a:lnTo><a:lnTo><a:pt x="16040" y="13931"/></a:lnTo><a:lnTo><a:pt x="15709" y="14363"/></a:lnTo><a:lnTo><a:pt x="15544" y="14693"/></a:lnTo><a:lnTo><a:pt x="15455" y="15113"/></a:lnTo><a:lnTo><a:pt x="15455" y="15532"/></a:lnTo><a:lnTo><a:pt x="15455" y="15951"/></a:lnTo><a:lnTo><a:pt x="15544" y="16370"/></a:lnTo><a:lnTo><a:pt x="15786" y="16713"/></a:lnTo><a:lnTo><a:pt x="15875" y="16878"/></a:lnTo><a:lnTo><a:pt x="16040" y="17043"/></a:lnTo><a:lnTo><a:pt x="16129" y="17208"/></a:lnTo><a:lnTo><a:pt x="16383" y="17386"/></a:lnTo><a:lnTo><a:pt x="16713" y="17551"/></a:lnTo><a:lnTo><a:pt x="16878" y="17627"/></a:lnTo><a:lnTo><a:pt x="17221" y="17716"/></a:lnTo><a:lnTo><a:pt x="17970" y="17805"/></a:lnTo><a:lnTo><a:pt x="18224" y="17716"/></a:lnTo><a:lnTo><a:pt x="18389" y="17627"/></a:lnTo><a:lnTo><a:pt x="18643" y="17551"/></a:lnTo><a:lnTo><a:pt x="18808" y="17462"/></a:lnTo><a:lnTo><a:pt x="19062" y="17386"/></a:lnTo><a:lnTo><a:pt x="19227" y="17208"/></a:lnTo><a:lnTo><a:pt x="19405" y="17043"/></a:lnTo><a:lnTo><a:pt x="19481" y="16878"/></a:lnTo><a:lnTo><a:pt x="19659" y="16713"/></a:lnTo><a:lnTo><a:pt x="19735" y="16459"/></a:lnTo><a:lnTo><a:pt x="19900" y="16040"/></a:lnTo><a:lnTo><a:pt x="19989" y="15621"/></a:lnTo><a:close/></a:path></a:pathLst></a:custGeom><a:solidFill><a:srgbClr val="000000"/></a:solidFill></p:spPr><p:txBody><a:bodyPr wrap="square" lIns="0" tIns="0" rIns="0" bIns="0" rtlCol="0"/><a:lstStyle/><a:p/></p:txBody></p:sp><p:sp><p:nvSpPr><p:cNvPr id="778" name="object 778"/><p:cNvSpPr/><p:nvPr/></p:nvSpPr><p:spPr><a:xfrm><a:off x="17042563" y="12104030"/><a:ext cx="21590" cy="16510"/></a:xfrm><a:custGeom><a:avLst/><a:gdLst/><a:ahLst/><a:cxnLst/><a:rect l="l" t="t" r="r" b="b"/><a:pathLst><a:path w="21590" h="16509"><a:moveTo><a:pt x="4533" y="1765"/></a:moveTo><a:lnTo><a:pt x="4457" y="1511"/></a:lnTo><a:lnTo><a:pt x="4368" y="1333"/></a:lnTo><a:lnTo><a:pt x="4279" y="1092"/></a:lnTo><a:lnTo><a:pt x="4038" y="749"/></a:lnTo><a:lnTo><a:pt x="3695" y="419"/></a:lnTo><a:lnTo><a:pt x="3365" y="254"/></a:lnTo><a:lnTo><a:pt x="2946" y="76"/></a:lnTo><a:lnTo><a:pt x="2527" y="0"/></a:lnTo><a:lnTo><a:pt x="2108" y="0"/></a:lnTo><a:lnTo><a:pt x="1765" y="76"/></a:lnTo><a:lnTo><a:pt x="1346" y="165"/></a:lnTo><a:lnTo><a:pt x="927" y="419"/></a:lnTo><a:lnTo><a:pt x="673" y="673"/></a:lnTo><a:lnTo><a:pt x="419" y="1003"/></a:lnTo><a:lnTo><a:pt x="165" y="1333"/></a:lnTo><a:lnTo><a:pt x="165" y="1511"/></a:lnTo><a:lnTo><a:pt x="88" y="1765"/></a:lnTo><a:lnTo><a:pt x="0" y="2184"/></a:lnTo><a:lnTo><a:pt x="4533" y="2184"/></a:lnTo><a:lnTo><a:pt x="4533" y="1841"/></a:lnTo><a:close/></a:path><a:path w="21590" h="16509"><a:moveTo><a:pt x="20993" y="13093"/></a:moveTo><a:lnTo><a:pt x="16878" y="13093"/></a:lnTo><a:lnTo><a:pt x="20993" y="13182"/></a:lnTo><a:close/></a:path><a:path w="21590" h="16509"><a:moveTo><a:pt x="21247" y="13931"/></a:moveTo><a:lnTo><a:pt x="21170" y="13512"/></a:lnTo><a:lnTo><a:pt x="20993" y="13182"/></a:lnTo><a:lnTo><a:pt x="16878" y="13182"/></a:lnTo><a:lnTo><a:pt x="16713" y="13512"/></a:lnTo><a:lnTo><a:pt x="16713" y="13931"/></a:lnTo><a:lnTo><a:pt x="16713" y="14351"/></a:lnTo><a:lnTo><a:pt x="16802" y="14770"/></a:lnTo><a:lnTo><a:pt x="16967" y="15189"/></a:lnTo><a:lnTo><a:pt x="17132" y="15532"/></a:lnTo><a:lnTo><a:pt x="17475" y="15862"/></a:lnTo><a:lnTo><a:pt x="17805" y="16116"/></a:lnTo><a:lnTo><a:pt x="17970" y="16205"/></a:lnTo><a:lnTo><a:pt x="18224" y="16281"/></a:lnTo><a:lnTo><a:pt x="18732" y="16370"/></a:lnTo><a:lnTo><a:pt x="19227" y="16370"/></a:lnTo><a:lnTo><a:pt x="19481" y="16281"/></a:lnTo><a:lnTo><a:pt x="19659" y="16281"/></a:lnTo><a:lnTo><a:pt x="19900" y="16205"/></a:lnTo><a:lnTo><a:pt x="20078" y="16116"/></a:lnTo><a:lnTo><a:pt x="20320" y="15951"/></a:lnTo><a:lnTo><a:pt x="20662" y="15608"/></a:lnTo><a:lnTo><a:pt x="20916" y="15278"/></a:lnTo><a:lnTo><a:pt x="21082" y="14859"/></a:lnTo><a:lnTo><a:pt x="21170" y="14439"/></a:lnTo><a:lnTo><a:pt x="21247" y="13931"/></a:lnTo><a:close/></a:path></a:pathLst></a:custGeom><a:solidFill><a:srgbClr val="000000"/></a:solidFill></p:spPr><p:txBody><a:bodyPr wrap="square" lIns="0" tIns="0" rIns="0" bIns="0" rtlCol="0"/><a:lstStyle/><a:p/></p:txBody></p:sp><p:sp><p:nvSpPr><p:cNvPr id="779" name="object 779"/><p:cNvSpPr/><p:nvPr/></p:nvSpPr><p:spPr><a:xfrm><a:off x="17025011" y="12093528"/><a:ext cx="22225" cy="15240"/></a:xfrm><a:custGeom><a:avLst/><a:gdLst/><a:ahLst/><a:cxnLst/><a:rect l="l" t="t" r="r" b="b"/><a:pathLst><a:path w="22225" h="15240"><a:moveTo><a:pt x="4533" y="2019"/></a:moveTo><a:lnTo><a:pt x="4457" y="1676"/></a:lnTo><a:lnTo><a:pt x="4368" y="1346"/></a:lnTo><a:lnTo><a:pt x="4292" y="1181"/></a:lnTo><a:lnTo><a:pt x="4114" y="927"/></a:lnTo><a:lnTo><a:pt x="3860" y="673"/></a:lnTo><a:lnTo><a:pt x="3695" y="508"/></a:lnTo><a:lnTo><a:pt x="3530" y="342"/></a:lnTo><a:lnTo><a:pt x="3365" y="342"/></a:lnTo><a:lnTo><a:pt x="3200" y="165"/></a:lnTo><a:lnTo><a:pt x="3022" y="88"/></a:lnTo><a:lnTo><a:pt x="2781" y="88"/></a:lnTo><a:lnTo><a:pt x="2527" y="0"/></a:lnTo><a:lnTo><a:pt x="1930" y="0"/></a:lnTo><a:lnTo><a:pt x="1511" y="88"/></a:lnTo><a:lnTo><a:pt x="1181" y="342"/></a:lnTo><a:lnTo><a:pt x="1016" y="342"/></a:lnTo><a:lnTo><a:pt x="762" y="508"/></a:lnTo><a:lnTo><a:pt x="673" y="673"/></a:lnTo><a:lnTo><a:pt x="508" y="838"/></a:lnTo><a:lnTo><a:pt x="254" y="1181"/></a:lnTo><a:lnTo><a:pt x="254" y="1346"/></a:lnTo><a:lnTo><a:pt x="88" y="1600"/></a:lnTo><a:lnTo><a:pt x="0" y="2019"/></a:lnTo><a:lnTo><a:pt x="0" y="2527"/></a:lnTo><a:lnTo><a:pt x="88" y="2946"/></a:lnTo><a:lnTo><a:pt x="4457" y="2946"/></a:lnTo><a:lnTo><a:pt x="4533" y="2527"/></a:lnTo><a:lnTo><a:pt x="4533" y="2095"/></a:lnTo><a:close/></a:path><a:path w="22225" h="15240"><a:moveTo><a:pt x="22085" y="12687"/></a:moveTo><a:lnTo><a:pt x="17551" y="12687"/></a:lnTo><a:lnTo><a:pt x="17640" y="13106"/></a:lnTo><a:lnTo><a:pt x="17716" y="13525"/></a:lnTo><a:lnTo><a:pt x="17894" y="13855"/></a:lnTo><a:lnTo><a:pt x="17970" y="14020"/></a:lnTo><a:lnTo><a:pt x="18148" y="14274"/></a:lnTo><a:lnTo><a:pt x="18478" y="14528"/></a:lnTo><a:lnTo><a:pt x="18808" y="14782"/></a:lnTo><a:lnTo><a:pt x="19151" y="14947"/></a:lnTo><a:lnTo><a:pt x="19316" y="14947"/></a:lnTo><a:lnTo><a:pt x="19570" y="15036"/></a:lnTo><a:lnTo><a:pt x="20078" y="15036"/></a:lnTo><a:lnTo><a:pt x="20408" y="14947"/></a:lnTo><a:lnTo><a:pt x="20828" y="14782"/></a:lnTo><a:lnTo><a:pt x="21170" y="14617"/></a:lnTo><a:lnTo><a:pt x="21501" y="14274"/></a:lnTo><a:lnTo><a:pt x="21755" y="14020"/></a:lnTo><a:lnTo><a:pt x="21831" y="13855"/></a:lnTo><a:lnTo><a:pt x="21920" y="13601"/></a:lnTo><a:lnTo><a:pt x="22085" y="13182"/></a:lnTo><a:lnTo><a:pt x="22085" y="12763"/></a:lnTo><a:close/></a:path><a:path w="22225" h="15240"><a:moveTo><a:pt x="22085" y="12344"/></a:moveTo><a:lnTo><a:pt x="17640" y="12344"/></a:lnTo><a:lnTo><a:pt x="22085" y="12687"/></a:lnTo><a:lnTo><a:pt x="22085" y="12344"/></a:lnTo><a:close/></a:path></a:pathLst></a:custGeom><a:solidFill><a:srgbClr val="000000"/></a:solidFill></p:spPr><p:txBody><a:bodyPr wrap="square" lIns="0" tIns="0" rIns="0" bIns="0" rtlCol="0"/><a:lstStyle/><a:p/></p:txBody></p:sp><p:sp><p:nvSpPr><p:cNvPr id="780" name="object 780"/><p:cNvSpPr/><p:nvPr/></p:nvSpPr><p:spPr><a:xfrm><a:off x="17006622" y="12084549"/><a:ext cx="23495" cy="13970"/></a:xfrm><a:custGeom><a:avLst/><a:gdLst/><a:ahLst/><a:cxnLst/><a:rect l="l" t="t" r="r" b="b"/><a:pathLst><a:path w="23494" h="13970"><a:moveTo><a:pt x="4533" y="1841"/></a:moveTo><a:lnTo><a:pt x="4368" y="1422"/></a:lnTo><a:lnTo><a:pt x="4203" y="1003"/></a:lnTo><a:lnTo><a:pt x="3949" y="673"/></a:lnTo><a:lnTo><a:pt x="3619" y="419"/></a:lnTo><a:lnTo><a:pt x="3200" y="165"/></a:lnTo><a:lnTo><a:pt x="2768" y="76"/></a:lnTo><a:lnTo><a:pt x="2603" y="0"/></a:lnTo><a:lnTo><a:pt x="1854" y="0"/></a:lnTo><a:lnTo><a:pt x="1435" y="165"/></a:lnTo><a:lnTo><a:pt x="1016" y="330"/></a:lnTo><a:lnTo><a:pt x="673" y="584"/></a:lnTo><a:lnTo><a:pt x="419" y="1003"/></a:lnTo><a:lnTo><a:pt x="165" y="1346"/></a:lnTo><a:lnTo><a:pt x="88" y="1765"/></a:lnTo><a:lnTo><a:pt x="0" y="2184"/></a:lnTo><a:lnTo><a:pt x="0" y="2349"/></a:lnTo><a:lnTo><a:pt x="0" y="2603"/></a:lnTo><a:lnTo><a:pt x="88" y="2768"/></a:lnTo><a:lnTo><a:pt x="88" y="3022"/></a:lnTo><a:lnTo><a:pt x="165" y="3187"/></a:lnTo><a:lnTo><a:pt x="342" y="3352"/></a:lnTo><a:lnTo><a:pt x="419" y="3517"/></a:lnTo><a:lnTo><a:pt x="508" y="3695"/></a:lnTo><a:lnTo><a:pt x="4038" y="3695"/></a:lnTo><a:lnTo><a:pt x="4203" y="3517"/></a:lnTo><a:lnTo><a:pt x="4279" y="3352"/></a:lnTo><a:lnTo><a:pt x="4368" y="3187"/></a:lnTo><a:lnTo><a:pt x="4457" y="3022"/></a:lnTo><a:lnTo><a:pt x="4533" y="2768"/></a:lnTo><a:lnTo><a:pt x="4533" y="2603"/></a:lnTo><a:lnTo><a:pt x="4533" y="2349"/></a:lnTo><a:lnTo><a:pt x="4533" y="2184"/></a:lnTo><a:lnTo><a:pt x="4533" y="1841"/></a:lnTo><a:close/></a:path><a:path w="23494" h="13970"><a:moveTo><a:pt x="22847" y="11925"/></a:moveTo><a:lnTo><a:pt x="18478" y="11925"/></a:lnTo><a:lnTo><a:pt x="18643" y="12344"/></a:lnTo><a:lnTo><a:pt x="20408" y="13512"/></a:lnTo><a:lnTo><a:pt x="20916" y="13512"/></a:lnTo><a:lnTo><a:pt x="22847" y="11925"/></a:lnTo><a:close/></a:path><a:path w="23494" h="13970"><a:moveTo><a:pt x="22923" y="11506"/></a:moveTo><a:lnTo><a:pt x="18389" y="11506"/></a:lnTo><a:lnTo><a:pt x="22847" y="11925"/></a:lnTo><a:lnTo><a:pt x="22923" y="11506"/></a:lnTo><a:close/></a:path></a:pathLst></a:custGeom><a:solidFill><a:srgbClr val="000000"/></a:solidFill></p:spPr><p:txBody><a:bodyPr wrap="square" lIns="0" tIns="0" rIns="0" bIns="0" rtlCol="0"/><a:lstStyle/><a:p/></p:txBody></p:sp><p:sp><p:nvSpPr><p:cNvPr id="781" name="object 781"/><p:cNvSpPr/><p:nvPr/></p:nvSpPr><p:spPr><a:xfrm><a:off x="16987559" y="12077068"/><a:ext cx="23495" cy="12065"/></a:xfrm><a:custGeom><a:avLst/><a:gdLst/><a:ahLst/><a:cxnLst/><a:rect l="l" t="t" r="r" b="b"/><a:pathLst><a:path w="23494" h="12065"><a:moveTo><a:pt x="4533" y="1765"/></a:moveTo><a:lnTo><a:pt x="4457" y="1600"/></a:lnTo><a:lnTo><a:pt x="4368" y="1435"/></a:lnTo><a:lnTo><a:pt x="4279" y="1181"/></a:lnTo><a:lnTo><a:pt x="4203" y="1016"/></a:lnTo><a:lnTo><a:pt x="4038" y="838"/></a:lnTo><a:lnTo><a:pt x="3860" y="673"/></a:lnTo><a:lnTo><a:pt x="3695" y="508"/></a:lnTo><a:lnTo><a:pt x="3365" y="342"/></a:lnTo><a:lnTo><a:pt x="3200" y="254"/></a:lnTo><a:lnTo><a:pt x="2946" y="177"/></a:lnTo><a:lnTo><a:pt x="2768" y="88"/></a:lnTo><a:lnTo><a:pt x="2527" y="88"/></a:lnTo><a:lnTo><a:pt x="2019" y="88"/></a:lnTo><a:lnTo><a:pt x="1765" y="88"/></a:lnTo><a:lnTo><a:pt x="1600" y="177"/></a:lnTo><a:lnTo><a:pt x="1346" y="254"/></a:lnTo><a:lnTo><a:pt x="1181" y="342"/></a:lnTo><a:lnTo><a:pt x="1016" y="419"/></a:lnTo><a:lnTo><a:pt x="838" y="508"/></a:lnTo><a:lnTo><a:pt x="673" y="673"/></a:lnTo><a:lnTo><a:pt x="508" y="838"/></a:lnTo><a:lnTo><a:pt x="419" y="1016"/></a:lnTo><a:lnTo><a:pt x="342" y="1181"/></a:lnTo><a:lnTo><a:pt x="177" y="1435"/></a:lnTo><a:lnTo><a:pt x="88" y="1600"/></a:lnTo><a:lnTo><a:pt x="88" y="1765"/></a:lnTo><a:lnTo><a:pt x="0" y="2019"/></a:lnTo><a:lnTo><a:pt x="0" y="2184"/></a:lnTo><a:lnTo><a:pt x="0" y="2438"/></a:lnTo><a:lnTo><a:pt x="0" y="2603"/></a:lnTo><a:lnTo><a:pt x="88" y="2857"/></a:lnTo><a:lnTo><a:pt x="177" y="3022"/></a:lnTo><a:lnTo><a:pt x="254" y="3276"/></a:lnTo><a:lnTo><a:pt x="342" y="3441"/></a:lnTo><a:lnTo><a:pt x="508" y="3695"/></a:lnTo><a:lnTo><a:pt x="762" y="4038"/></a:lnTo><a:lnTo><a:pt x="927" y="4114"/></a:lnTo><a:lnTo><a:pt x="1181" y="4279"/></a:lnTo><a:lnTo><a:pt x="3441" y="4279"/></a:lnTo><a:lnTo><a:pt x="3695" y="4114"/></a:lnTo><a:lnTo><a:pt x="3949" y="3784"/></a:lnTo><a:lnTo><a:pt x="4114" y="3695"/></a:lnTo><a:lnTo><a:pt x="4279" y="3441"/></a:lnTo><a:lnTo><a:pt x="4279" y="3276"/></a:lnTo><a:lnTo><a:pt x="4457" y="3022"/></a:lnTo><a:lnTo><a:pt x="4457" y="2857"/></a:lnTo><a:lnTo><a:pt x="4533" y="2603"/></a:lnTo><a:lnTo><a:pt x="4533" y="2438"/></a:lnTo><a:lnTo><a:pt x="4533" y="2184"/></a:lnTo><a:lnTo><a:pt x="4533" y="2019"/></a:lnTo><a:lnTo><a:pt x="4533" y="1765"/></a:lnTo><a:close/></a:path><a:path w="23494" h="12065"><a:moveTo><a:pt x="23101" y="11176"/></a:moveTo><a:lnTo><a:pt x="19570" y="11176"/></a:lnTo><a:lnTo><a:pt x="19735" y="11341"/></a:lnTo><a:lnTo><a:pt x="19900" y="11506"/></a:lnTo><a:lnTo><a:pt x="20078" y="11595"/></a:lnTo><a:lnTo><a:pt x="20243" y="11760"/></a:lnTo><a:lnTo><a:pt x="20408" y="11849"/></a:lnTo><a:lnTo><a:pt x="20662" y="11925"/></a:lnTo><a:lnTo><a:pt x="20828" y="11925"/></a:lnTo><a:lnTo><a:pt x="20993" y="12014"/></a:lnTo><a:lnTo><a:pt x="21590" y="12014"/></a:lnTo><a:lnTo><a:pt x="21831" y="11925"/></a:lnTo><a:lnTo><a:pt x="22009" y="11925"/></a:lnTo><a:lnTo><a:pt x="22263" y="11849"/></a:lnTo><a:lnTo><a:pt x="22428" y="11760"/></a:lnTo><a:lnTo><a:pt x="22682" y="11595"/></a:lnTo><a:lnTo><a:pt x="22923" y="11341"/></a:lnTo><a:lnTo><a:pt x="23101" y="11176"/></a:lnTo><a:close/></a:path><a:path w="23494" h="12065"><a:moveTo><a:pt x="23266" y="10998"/></a:moveTo><a:lnTo><a:pt x="19481" y="10998"/></a:lnTo><a:lnTo><a:pt x="23101" y="11176"/></a:lnTo><a:lnTo><a:pt x="23266" y="10998"/></a:lnTo><a:close/></a:path></a:pathLst></a:custGeom><a:solidFill><a:srgbClr val="000000"/></a:solidFill></p:spPr><p:txBody><a:bodyPr wrap="square" lIns="0" tIns="0" rIns="0" bIns="0" rtlCol="0"/><a:lstStyle/><a:p/></p:txBody></p:sp><p:sp><p:nvSpPr><p:cNvPr id="782" name="object 782"/><p:cNvSpPr/><p:nvPr/></p:nvSpPr><p:spPr><a:xfrm><a:off x="16968001" y="12071277"/><a:ext cx="23495" cy="10795"/></a:xfrm><a:custGeom><a:avLst/><a:gdLst/><a:ahLst/><a:cxnLst/><a:rect l="l" t="t" r="r" b="b"/><a:pathLst><a:path w="23494" h="10795"><a:moveTo><a:pt x="2514" y="4533"/></a:moveTo><a:lnTo><a:pt x="1752" y="4457"/></a:lnTo><a:lnTo><a:pt x="2514" y="4533"/></a:lnTo><a:close/></a:path><a:path w="23494" h="10795"><a:moveTo><a:pt x="4533" y="2095"/></a:moveTo><a:lnTo><a:pt x="4445" y="1930"/></a:lnTo><a:lnTo><a:pt x="4445" y="1676"/></a:lnTo><a:lnTo><a:pt x="4356" y="1511"/></a:lnTo><a:lnTo><a:pt x="4279" y="1257"/></a:lnTo><a:lnTo><a:pt x="4191" y="1092"/></a:lnTo><a:lnTo><a:pt x="4025" y="927"/></a:lnTo><a:lnTo><a:pt x="3937" y="762"/></a:lnTo><a:lnTo><a:pt x="3771" y="584"/></a:lnTo><a:lnTo><a:pt x="3606" y="419"/></a:lnTo><a:lnTo><a:pt x="3352" y="342"/></a:lnTo><a:lnTo><a:pt x="3187" y="165"/></a:lnTo><a:lnTo><a:pt x="2933" y="88"/></a:lnTo><a:lnTo><a:pt x="2768" y="88"/></a:lnTo><a:lnTo><a:pt x="2514" y="0"/></a:lnTo><a:lnTo><a:pt x="1930" y="0"/></a:lnTo><a:lnTo><a:pt x="1752" y="88"/></a:lnTo><a:lnTo><a:pt x="1511" y="88"/></a:lnTo><a:lnTo><a:pt x="1257" y="165"/></a:lnTo><a:lnTo><a:pt x="1092" y="342"/></a:lnTo><a:lnTo><a:pt x="914" y="419"/></a:lnTo><a:lnTo><a:pt x="673" y="584"/></a:lnTo><a:lnTo><a:pt x="584" y="762"/></a:lnTo><a:lnTo><a:pt x="419" y="927"/></a:lnTo><a:lnTo><a:pt x="330" y="1092"/></a:lnTo><a:lnTo><a:pt x="165" y="1257"/></a:lnTo><a:lnTo><a:pt x="76" y="1511"/></a:lnTo><a:lnTo><a:pt x="0" y="1676"/></a:lnTo><a:lnTo><a:pt x="0" y="1930"/></a:lnTo><a:lnTo><a:pt x="0" y="2095"/></a:lnTo><a:lnTo><a:pt x="0" y="2349"/></a:lnTo><a:lnTo><a:pt x="0" y="2514"/></a:lnTo><a:lnTo><a:pt x="0" y="2857"/></a:lnTo><a:lnTo><a:pt x="673" y="3860"/></a:lnTo><a:lnTo><a:pt x="1003" y="4114"/></a:lnTo><a:lnTo><a:pt x="1333" y="4368"/></a:lnTo><a:lnTo><a:pt x="1511" y="4368"/></a:lnTo><a:lnTo><a:pt x="1752" y="4457"/></a:lnTo><a:lnTo><a:pt x="2679" y="4457"/></a:lnTo><a:lnTo><a:pt x="2933" y="4368"/></a:lnTo><a:lnTo><a:pt x="3098" y="4368"/></a:lnTo><a:lnTo><a:pt x="3352" y="4203"/></a:lnTo><a:lnTo><a:pt x="3517" y="4114"/></a:lnTo><a:lnTo><a:pt x="3695" y="3949"/></a:lnTo><a:lnTo><a:pt x="4025" y="3695"/></a:lnTo><a:lnTo><a:pt x="4191" y="3365"/></a:lnTo><a:lnTo><a:pt x="4279" y="3187"/></a:lnTo><a:lnTo><a:pt x="4356" y="2933"/></a:lnTo><a:lnTo><a:pt x="4445" y="2514"/></a:lnTo><a:lnTo><a:pt x="4533" y="2349"/></a:lnTo><a:lnTo><a:pt x="4533" y="2095"/></a:lnTo><a:close/></a:path><a:path w="23494" h="10795"><a:moveTo><a:pt x="22999" y="10071"/></a:moveTo><a:lnTo><a:pt x="20739" y="10071"/></a:lnTo><a:lnTo><a:pt x="21069" y="10248"/></a:lnTo><a:lnTo><a:pt x="21323" y="10325"/></a:lnTo><a:lnTo><a:pt x="21577" y="10325"/></a:lnTo><a:lnTo><a:pt x="22085" y="10325"/></a:lnTo><a:lnTo><a:pt x="22415" y="10325"/></a:lnTo><a:lnTo><a:pt x="22580" y="10248"/></a:lnTo><a:lnTo><a:pt x="22834" y="10160"/></a:lnTo><a:lnTo><a:pt x="22999" y="10071"/></a:lnTo><a:close/></a:path><a:path w="23494" h="10795"><a:moveTo><a:pt x="23253" y="9906"/></a:moveTo><a:lnTo><a:pt x="20485" y="9906"/></a:lnTo><a:lnTo><a:pt x="22999" y="10071"/></a:lnTo><a:lnTo><a:pt x="23253" y="9906"/></a:lnTo><a:close/></a:path></a:pathLst></a:custGeom><a:solidFill><a:srgbClr val="000000"/></a:solidFill></p:spPr><p:txBody><a:bodyPr wrap="square" lIns="0" tIns="0" rIns="0" bIns="0" rtlCol="0"/><a:lstStyle/><a:p/></p:txBody></p:sp><p:sp><p:nvSpPr><p:cNvPr id="783" name="object 783"/><p:cNvSpPr/><p:nvPr/></p:nvSpPr><p:spPr><a:xfrm><a:off x="16929038" y="12064559"/><a:ext cx="41910" cy="11430"/></a:xfrm><a:custGeom><a:avLst/><a:gdLst/><a:ahLst/><a:cxnLst/><a:rect l="l" t="t" r="r" b="b"/><a:pathLst><a:path w="41909" h="11429"><a:moveTo><a:pt x="1676" y="88"/></a:moveTo><a:lnTo><a:pt x="1257" y="0"/></a:lnTo><a:lnTo><a:pt x="419" y="0"/></a:lnTo><a:lnTo><a:pt x="76" y="88"/></a:lnTo><a:lnTo><a:pt x="1676" y="165"/></a:lnTo><a:close/></a:path><a:path w="41909" h="11429"><a:moveTo><a:pt x="23418" y="4279"/></a:moveTo><a:lnTo><a:pt x="23342" y="4038"/></a:lnTo><a:lnTo><a:pt x="23088" y="3606"/></a:lnTo><a:lnTo><a:pt x="22834" y="3276"/></a:lnTo><a:lnTo><a:pt x="22580" y="3022"/></a:lnTo><a:lnTo><a:pt x="22250" y="2768"/></a:lnTo><a:lnTo><a:pt x="21831" y="2603"/></a:lnTo><a:lnTo><a:pt x="21412" y="2514"/></a:lnTo><a:lnTo><a:pt x="20904" y="2514"/></a:lnTo><a:lnTo><a:pt x="20650" y="2603"/></a:lnTo><a:lnTo><a:pt x="20485" y="2603"/></a:lnTo><a:lnTo><a:pt x="20231" y="2692"/></a:lnTo><a:lnTo><a:pt x="19812" y="2946"/></a:lnTo><a:lnTo><a:pt x="19558" y="3187"/></a:lnTo><a:lnTo><a:pt x="19304" y="3530"/></a:lnTo><a:lnTo><a:pt x="19062" y="3949"/></a:lnTo><a:lnTo><a:pt x="18973" y="4279"/></a:lnTo><a:lnTo><a:pt x="18884" y="4699"/></a:lnTo><a:lnTo><a:pt x="18884" y="4876"/></a:lnTo><a:lnTo><a:pt x="18973" y="5118"/></a:lnTo><a:lnTo><a:pt x="18973" y="5295"/></a:lnTo><a:lnTo><a:pt x="19062" y="5549"/></a:lnTo><a:lnTo><a:pt x="19062" y="5715"/></a:lnTo><a:lnTo><a:pt x="19227" y="5969"/></a:lnTo><a:lnTo><a:pt x="19304" y="6134"/></a:lnTo><a:lnTo><a:pt x="19558" y="6299"/></a:lnTo><a:lnTo><a:pt x="19646" y="6464"/></a:lnTo><a:lnTo><a:pt x="19900" y="6629"/></a:lnTo><a:lnTo><a:pt x="20231" y="6883"/></a:lnTo><a:lnTo><a:pt x="20396" y="6883"/></a:lnTo><a:lnTo><a:pt x="20650" y="6972"/></a:lnTo><a:lnTo><a:pt x="20815" y="7061"/></a:lnTo><a:lnTo><a:pt x="21488" y="7061"/></a:lnTo><a:lnTo><a:pt x="21666" y="6972"/></a:lnTo><a:lnTo><a:pt x="21907" y="6883"/></a:lnTo><a:lnTo><a:pt x="22085" y="6883"/></a:lnTo><a:lnTo><a:pt x="22326" y="6718"/></a:lnTo><a:lnTo><a:pt x="22504" y="6629"/></a:lnTo><a:lnTo><a:pt x="22669" y="6464"/></a:lnTo><a:lnTo><a:pt x="22834" y="6299"/></a:lnTo><a:lnTo><a:pt x="22999" y="6134"/></a:lnTo><a:lnTo><a:pt x="23088" y="5969"/></a:lnTo><a:lnTo><a:pt x="23253" y="5715"/></a:lnTo><a:lnTo><a:pt x="23342" y="5549"/></a:lnTo><a:lnTo><a:pt x="23342" y="5295"/></a:lnTo><a:lnTo><a:pt x="23418" y="5118"/></a:lnTo><a:lnTo><a:pt x="23418" y="4876"/></a:lnTo><a:lnTo><a:pt x="23418" y="4699"/></a:lnTo><a:lnTo><a:pt x="23418" y="4368"/></a:lnTo><a:close/></a:path><a:path w="41909" h="11429"><a:moveTo><a:pt x="41643" y="11176"/></a:moveTo><a:lnTo><a:pt x="40716" y="11176"/></a:lnTo><a:lnTo><a:pt x="41478" y="11252"/></a:lnTo><a:lnTo><a:pt x="41643" y="11176"/></a:lnTo><a:close/></a:path></a:pathLst></a:custGeom><a:solidFill><a:srgbClr val="000000"/></a:solidFill></p:spPr><p:txBody><a:bodyPr wrap="square" lIns="0" tIns="0" rIns="0" bIns="0" rtlCol="0"/><a:lstStyle/><a:p/></p:txBody></p:sp><p:sp><p:nvSpPr><p:cNvPr id="784" name="object 784"/><p:cNvSpPr/><p:nvPr/></p:nvSpPr><p:spPr><a:xfrm><a:off x="16927602" y="12064648"/><a:ext cx="5080" cy="4445"/></a:xfrm><a:custGeom><a:avLst/><a:gdLst/><a:ahLst/><a:cxnLst/><a:rect l="l" t="t" r="r" b="b"/><a:pathLst><a:path w="5080" h="4445"><a:moveTo><a:pt x="3111" y="0"/></a:moveTo><a:lnTo><a:pt x="1511" y="0"/></a:lnTo><a:lnTo><a:pt x="3111" y="76"/></a:lnTo><a:close/></a:path><a:path w="5080" h="4445"><a:moveTo><a:pt x="4533" y="1930"/></a:moveTo><a:lnTo><a:pt x="4457" y="1587"/></a:lnTo><a:lnTo><a:pt x="4368" y="1168"/></a:lnTo><a:lnTo><a:pt x="4114" y="838"/></a:lnTo><a:lnTo><a:pt x="3860" y="495"/></a:lnTo><a:lnTo><a:pt x="3530" y="254"/></a:lnTo><a:lnTo><a:pt x="3111" y="76"/></a:lnTo><a:lnTo><a:pt x="1435" y="76"/></a:lnTo><a:lnTo><a:pt x="1092" y="254"/></a:lnTo><a:lnTo><a:pt x="762" y="495"/></a:lnTo><a:lnTo><a:pt x="508" y="749"/></a:lnTo><a:lnTo><a:pt x="254" y="1092"/></a:lnTo><a:lnTo><a:pt x="88" y="1511"/></a:lnTo><a:lnTo><a:pt x="0" y="1930"/></a:lnTo><a:lnTo><a:pt x="0" y="2349"/></a:lnTo><a:lnTo><a:pt x="88" y="2768"/></a:lnTo><a:lnTo><a:pt x="254" y="3187"/></a:lnTo><a:lnTo><a:pt x="508" y="3606"/></a:lnTo><a:lnTo><a:pt x="838" y="3860"/></a:lnTo><a:lnTo><a:pt x="1181" y="4114"/></a:lnTo><a:lnTo><a:pt x="1600" y="4368"/></a:lnTo><a:lnTo><a:pt x="2095" y="4445"/></a:lnTo><a:lnTo><a:pt x="2527" y="4445"/></a:lnTo><a:lnTo><a:pt x="2857" y="4368"/></a:lnTo><a:lnTo><a:pt x="3022" y="4368"/></a:lnTo><a:lnTo><a:pt x="3365" y="4191"/></a:lnTo><a:lnTo><a:pt x="3695" y="3949"/></a:lnTo><a:lnTo><a:pt x="4038" y="3606"/></a:lnTo><a:lnTo><a:pt x="4279" y="3276"/></a:lnTo><a:lnTo><a:pt x="4457" y="2857"/></a:lnTo><a:lnTo><a:pt x="4533" y="2425"/></a:lnTo><a:lnTo><a:pt x="4533" y="2006"/></a:lnTo><a:close/></a:path></a:pathLst></a:custGeom><a:solidFill><a:srgbClr val="000000"/></a:solidFill></p:spPr><p:txBody><a:bodyPr wrap="square" lIns="0" tIns="0" rIns="0" bIns="0" rtlCol="0"/><a:lstStyle/><a:p/></p:txBody></p:sp><p:sp><p:nvSpPr><p:cNvPr id="785" name="object 785"/><p:cNvSpPr/><p:nvPr/></p:nvSpPr><p:spPr><a:xfrm><a:off x="16607582" y="12311929"/><a:ext cx="378460" cy="497840"/></a:xfrm><a:custGeom><a:avLst/><a:gdLst/><a:ahLst/><a:cxnLst/><a:rect l="l" t="t" r="r" b="b"/><a:pathLst><a:path w="378459" h="497840"><a:moveTo><a:pt x="67599" y="66503"/></a:moveTo><a:lnTo><a:pt x="59191" y="28464"/></a:lnTo><a:lnTo><a:pt x="58530" y="16122"/></a:lnTo><a:lnTo><a:pt x="58446" y="14442"/></a:lnTo><a:lnTo><a:pt x="58004" y="10325"/></a:lnTo><a:lnTo><a:pt x="57977" y="5274"/></a:lnTo><a:lnTo><a:pt x="56934" y="1259"/></a:lnTo><a:lnTo><a:pt x="56682" y="503"/></a:lnTo><a:lnTo><a:pt x="56515" y="83"/></a:lnTo><a:lnTo><a:pt x="56179" y="0"/></a:lnTo><a:lnTo><a:pt x="55927" y="167"/></a:lnTo><a:lnTo><a:pt x="52678" y="22046"/></a:lnTo><a:lnTo><a:pt x="52064" y="28465"/></a:lnTo><a:lnTo><a:pt x="48561" y="75064"/></a:lnTo><a:lnTo><a:pt x="47697" y="87916"/></a:lnTo><a:lnTo><a:pt x="47277" y="93961"/></a:lnTo><a:lnTo><a:pt x="46857" y="100091"/></a:lnTo><a:lnTo><a:pt x="46522" y="106389"/></a:lnTo><a:lnTo><a:pt x="43170" y="158666"/></a:lnTo><a:lnTo><a:pt x="39885" y="210957"/></a:lnTo><a:lnTo><a:pt x="36470" y="263240"/></a:lnTo><a:lnTo><a:pt x="32730" y="315496"/></a:lnTo><a:lnTo><a:pt x="28467" y="367702"/></a:lnTo><a:lnTo><a:pt x="27963" y="373916"/></a:lnTo><a:lnTo><a:pt x="27375" y="379962"/></a:lnTo><a:lnTo><a:pt x="26787" y="385924"/></a:lnTo><a:lnTo><a:pt x="26200" y="391717"/></a:lnTo><a:lnTo><a:pt x="25696" y="397343"/></a:lnTo><a:lnTo><a:pt x="19818" y="443946"/></a:lnTo><a:lnTo><a:pt x="19146" y="447473"/></a:lnTo><a:lnTo><a:pt x="18558" y="450832"/></a:lnTo><a:lnTo><a:pt x="17655" y="455044"/></a:lnTo><a:lnTo><a:pt x="15703" y="466771"/></a:lnTo><a:lnTo><a:pt x="12344" y="469725"/></a:lnTo><a:lnTo><a:pt x="11756" y="470061"/></a:lnTo><a:lnTo><a:pt x="11084" y="470061"/></a:lnTo><a:lnTo><a:pt x="10412" y="469725"/></a:lnTo><a:lnTo><a:pt x="9825" y="469137"/></a:lnTo><a:lnTo><a:pt x="6293" y="463942"/></a:lnTo><a:lnTo><a:pt x="4839" y="452940"/></a:lnTo><a:lnTo><a:pt x="3778" y="446801"/></a:lnTo><a:lnTo><a:pt x="124" y="400729"/></a:lnTo><a:lnTo><a:pt x="0" y="387855"/></a:lnTo><a:lnTo><a:pt x="0" y="382565"/></a:lnTo><a:lnTo><a:pt x="2939" y="339572"/></a:lnTo><a:lnTo><a:pt x="16935" y="284074"/></a:lnTo><a:lnTo><a:pt x="52652" y="249893"/></a:lnTo><a:lnTo><a:pt x="74072" y="247570"/></a:lnTo><a:lnTo><a:pt x="84545" y="248321"/></a:lnTo><a:lnTo><a:pt x="137803" y="261501"/></a:lnTo><a:lnTo><a:pt x="161073" y="269409"/></a:lnTo><a:lnTo><a:pt x="184338" y="277300"/></a:lnTo><a:lnTo><a:pt x="225304" y="288351"/></a:lnTo><a:lnTo><a:pt x="273187" y="284923"/></a:lnTo><a:lnTo><a:pt x="300545" y="250901"/></a:lnTo><a:lnTo><a:pt x="311988" y="202083"/></a:lnTo><a:lnTo><a:pt x="314423" y="155462"/></a:lnTo><a:lnTo><a:pt x="313780" y="131773"/></a:lnTo><a:lnTo><a:pt x="309279" y="84641"/></a:lnTo><a:lnTo><a:pt x="290581" y="19722"/></a:lnTo><a:lnTo><a:pt x="280799" y="28364"/></a:lnTo><a:lnTo><a:pt x="269474" y="83129"/></a:lnTo><a:lnTo><a:pt x="262444" y="145531"/></a:lnTo><a:lnTo><a:pt x="257726" y="198736"/></a:lnTo><a:lnTo><a:pt x="253805" y="252084"/></a:lnTo><a:lnTo><a:pt x="250422" y="305510"/></a:lnTo><a:lnTo><a:pt x="247319" y="358950"/></a:lnTo><a:lnTo><a:pt x="244239" y="412339"/></a:lnTo><a:lnTo><a:pt x="240923" y="465611"/></a:lnTo><a:lnTo><a:pt x="240671" y="468969"/></a:lnTo><a:lnTo><a:pt x="240419" y="472160"/></a:lnTo><a:lnTo><a:pt x="240167" y="475183"/></a:lnTo><a:lnTo><a:pt x="239915" y="478038"/></a:lnTo><a:lnTo><a:pt x="239747" y="480725"/></a:lnTo><a:lnTo><a:pt x="239331" y="485106"/></a:lnTo><a:lnTo><a:pt x="238480" y="492783"/></a:lnTo><a:lnTo><a:pt x="237360" y="497476"/></a:lnTo><a:lnTo><a:pt x="236137" y="492901"/></a:lnTo><a:lnTo><a:pt x="236053" y="491473"/></a:lnTo><a:lnTo><a:pt x="235885" y="489710"/></a:lnTo><a:lnTo><a:pt x="235471" y="473718"/></a:lnTo><a:lnTo><a:pt x="235646" y="457662"/></a:lnTo><a:lnTo><a:pt x="236255" y="441613"/></a:lnTo><a:lnTo><a:pt x="237144" y="425641"/></a:lnTo><a:lnTo><a:pt x="237480" y="420855"/></a:lnTo><a:lnTo><a:pt x="237816" y="416069"/></a:lnTo><a:lnTo><a:pt x="238236" y="411114"/></a:lnTo><a:lnTo><a:pt x="238656" y="406076"/></a:lnTo><a:lnTo><a:pt x="244216" y="357093"/></a:lnTo><a:lnTo><a:pt x="252536" y="308598"/></a:lnTo><a:lnTo><a:pt x="263993" y="260769"/></a:lnTo><a:lnTo><a:pt x="278964" y="213786"/></a:lnTo><a:lnTo><a:pt x="303728" y="153278"/></a:lnTo><a:lnTo><a:pt x="322199" y="116358"/></a:lnTo><a:lnTo><a:pt x="343195" y="80836"/></a:lnTo><a:lnTo><a:pt x="366885" y="47694"/></a:lnTo><a:lnTo><a:pt x="375283" y="37702"/></a:lnTo><a:lnTo><a:pt x="378054" y="34595"/></a:lnTo></a:path></a:pathLst></a:custGeom><a:ln w="3175"><a:solidFill><a:srgbClr val="003EFF"/></a:solidFill></a:ln></p:spPr><p:txBody><a:bodyPr wrap="square" lIns="0" tIns="0" rIns="0" bIns="0" rtlCol="0"/><a:lstStyle/><a:p/></p:txBody></p:sp><p:sp><p:nvSpPr><p:cNvPr id="786" name="object 786"/><p:cNvSpPr/><p:nvPr/></p:nvSpPr><p:spPr><a:xfrm><a:off x="16849682" y="12420781"/><a:ext cx="449580" cy="602615"/></a:xfrm><a:custGeom><a:avLst/><a:gdLst/><a:ahLst/><a:cxnLst/><a:rect l="l" t="t" r="r" b="b"/><a:pathLst><a:path w="449580" h="602615"><a:moveTo><a:pt x="0" y="338873"/></a:moveTo><a:lnTo><a:pt x="57261" y="390438"/></a:lnTo><a:lnTo><a:pt x="84328" y="396889"/></a:lnTo><a:lnTo><a:pt x="99793" y="380244"/></a:lnTo><a:lnTo><a:pt x="106298" y="345057"/></a:lnTo><a:lnTo><a:pt x="106479" y="295880"/></a:lnTo><a:lnTo><a:pt x="106144" y="288071"/></a:lnTo><a:lnTo><a:pt x="105724" y="280178"/></a:lnTo><a:lnTo><a:pt x="105220" y="272117"/></a:lnTo><a:lnTo><a:pt x="104716" y="263888"/></a:lnTo><a:lnTo><a:pt x="101924" y="225772"/></a:lnTo><a:lnTo><a:pt x="99015" y="187642"/></a:lnTo><a:lnTo><a:pt x="96605" y="149492"/></a:lnTo><a:lnTo><a:pt x="95311" y="111315"/></a:lnTo><a:lnTo><a:pt x="95311" y="103506"/></a:lnTo><a:lnTo><a:pt x="97121" y="64834"/></a:lnTo><a:lnTo><a:pt x="105304" y="27010"/></a:lnTo><a:lnTo><a:pt x="136756" y="0"/></a:lnTo><a:lnTo><a:pt x="153085" y="1819"/></a:lnTo><a:lnTo><a:pt x="196986" y="25067"/></a:lnTo><a:lnTo><a:pt x="242567" y="78989"/></a:lnTo><a:lnTo><a:pt x="255367" y="117445"/></a:lnTo><a:lnTo><a:pt x="256007" y="139427"/></a:lnTo><a:lnTo><a:pt x="251160" y="161028"/></a:lnTo><a:lnTo><a:pt x="222785" y="193185"/></a:lnTo><a:lnTo><a:pt x="180645" y="199481"/></a:lnTo><a:lnTo><a:pt x="167406" y="198677"/></a:lnTo><a:lnTo><a:pt x="154261" y="197468"/></a:lnTo><a:lnTo><a:pt x="151238" y="197132"/></a:lnTo><a:lnTo><a:pt x="148299" y="196880"/></a:lnTo><a:lnTo><a:pt x="145528" y="196544"/></a:lnTo><a:lnTo><a:pt x="143009" y="196376"/></a:lnTo><a:lnTo><a:pt x="140573" y="196208"/></a:lnTo><a:lnTo><a:pt x="138390" y="196040"/></a:lnTo><a:lnTo><a:pt x="134527" y="196040"/></a:lnTo><a:lnTo><a:pt x="129237" y="198224"/></a:lnTo><a:lnTo><a:pt x="129321" y="198979"/></a:lnTo><a:lnTo><a:pt x="148177" y="217707"/></a:lnTo><a:lnTo><a:pt x="154009" y="222659"/></a:lnTo><a:lnTo><a:pt x="186566" y="252749"/></a:lnTo><a:lnTo><a:pt x="208425" y="286308"/></a:lnTo><a:lnTo><a:pt x="211112" y="301590"/></a:lnTo><a:lnTo><a:pt x="211028" y="304613"/></a:lnTo><a:lnTo><a:pt x="190129" y="345728"/></a:lnTo><a:lnTo><a:pt x="150818" y="366163"/></a:lnTo><a:lnTo><a:pt x="128351" y="369616"/></a:lnTo><a:lnTo><a:pt x="112498" y="367912"/></a:lnTo><a:lnTo><a:pt x="100375" y="360253"/></a:lnTo><a:lnTo><a:pt x="95311" y="344331"/></a:lnTo><a:lnTo><a:pt x="95395" y="342063"/></a:lnTo><a:lnTo><a:pt x="95479" y="339712"/></a:lnTo><a:lnTo><a:pt x="109251" y="297476"/></a:lnTo><a:lnTo><a:pt x="139643" y="247717"/></a:lnTo><a:lnTo><a:pt x="170972" y="207376"/></a:lnTo><a:lnTo><a:pt x="209583" y="165582"/></a:lnTo><a:lnTo><a:pt x="240989" y="137169"/></a:lnTo><a:lnTo><a:pt x="276883" y="112811"/></a:lnTo><a:lnTo><a:pt x="297690" y="106109"/></a:lnTo><a:lnTo><a:pt x="301217" y="106109"/></a:lnTo><a:lnTo><a:pt x="302896" y="106361"/></a:lnTo><a:lnTo><a:pt x="304492" y="106613"/></a:lnTo><a:lnTo><a:pt x="315131" y="116011"/></a:lnTo><a:lnTo><a:pt x="318932" y="133254"/></a:lnTo><a:lnTo><a:pt x="318684" y="152269"/></a:lnTo><a:lnTo><a:pt x="304691" y="230854"/></a:lnTo><a:lnTo><a:pt x="291926" y="279451"/></a:lnTo><a:lnTo><a:pt x="278244" y="327802"/></a:lnTo><a:lnTo><a:pt x="265192" y="376239"/></a:lnTo><a:lnTo><a:pt x="264688" y="378590"/></a:lnTo><a:lnTo><a:pt x="264184" y="380857"/></a:lnTo><a:lnTo><a:pt x="263680" y="382957"/></a:lnTo><a:lnTo><a:pt x="263344" y="384972"/></a:lnTo><a:lnTo><a:pt x="262471" y="397576"/></a:lnTo><a:lnTo><a:pt x="266587" y="396870"/></a:lnTo><a:lnTo><a:pt x="273008" y="389144"/></a:lnTo><a:lnTo><a:pt x="279048" y="380689"/></a:lnTo><a:lnTo><a:pt x="280643" y="378338"/></a:lnTo><a:lnTo><a:pt x="282323" y="375987"/></a:lnTo><a:lnTo><a:pt x="319405" y="324434"/></a:lnTo><a:lnTo><a:pt x="367557" y="286811"/></a:lnTo><a:lnTo><a:pt x="369656" y="286727"/></a:lnTo><a:lnTo><a:pt x="371756" y="286811"/></a:lnTo><a:lnTo><a:pt x="402970" y="322941"/></a:lnTo><a:lnTo><a:pt x="410552" y="363644"/></a:lnTo><a:lnTo><a:pt x="410804" y="367506"/></a:lnTo><a:lnTo><a:pt x="409407" y="396643"/></a:lnTo><a:lnTo><a:pt x="391918" y="449827"/></a:lnTo><a:lnTo><a:pt x="366549" y="486491"/></a:lnTo><a:lnTo><a:pt x="324253" y="526410"/></a:lnTo><a:lnTo><a:pt x="288320" y="551320"/></a:lnTo><a:lnTo><a:pt x="249913" y="572429"/></a:lnTo><a:lnTo><a:pt x="210692" y="589522"/></a:lnTo><a:lnTo><a:pt x="169461" y="601529"/></a:lnTo><a:lnTo><a:pt x="164758" y="602033"/></a:lnTo><a:lnTo><a:pt x="162911" y="602033"/></a:lnTo><a:lnTo><a:pt x="159552" y="600438"/></a:lnTo><a:lnTo><a:pt x="159636" y="600018"/></a:lnTo><a:lnTo><a:pt x="161399" y="597499"/></a:lnTo><a:lnTo><a:pt x="161987" y="596827"/></a:lnTo><a:lnTo><a:pt x="165953" y="593318"/></a:lnTo><a:lnTo><a:pt x="170493" y="590550"/></a:lnTo><a:lnTo><a:pt x="174919" y="587674"/></a:lnTo><a:lnTo><a:pt x="219195" y="562360"/></a:lnTo><a:lnTo><a:pt x="237732" y="552239"/></a:lnTo><a:lnTo><a:pt x="243778" y="548880"/></a:lnTo><a:lnTo><a:pt x="282852" y="527337"/></a:lnTo><a:lnTo><a:pt x="335340" y="497185"/></a:lnTo><a:lnTo><a:pt x="373099" y="473560"/></a:lnTo><a:lnTo><a:pt x="413532" y="444002"/></a:lnTo><a:lnTo><a:pt x="440027" y="416208"/></a:lnTo><a:lnTo><a:pt x="449023" y="396768"/></a:lnTo><a:lnTo><a:pt x="448590" y="379393"/></a:lnTo><a:lnTo><a:pt x="423904" y="349873"/></a:lnTo><a:lnTo><a:pt x="380130" y="327806"/></a:lnTo><a:lnTo><a:pt x="340997" y="314451"/></a:lnTo><a:lnTo><a:pt x="289544" y="300414"/></a:lnTo><a:lnTo><a:pt x="261413" y="293697"/></a:lnTo><a:lnTo><a:pt x="254107" y="292018"/></a:lnTo></a:path></a:pathLst></a:custGeom><a:ln w="3175"><a:solidFill><a:srgbClr val="003EFF"/></a:solidFill></a:ln></p:spPr><p:txBody><a:bodyPr wrap="square" lIns="0" tIns="0" rIns="0" bIns="0" rtlCol="0"/><a:lstStyle/><a:p/></p:txBody></p:sp><p:sp><p:nvSpPr><p:cNvPr id="787" name="object 787"/><p:cNvSpPr/><p:nvPr/></p:nvSpPr><p:spPr><a:xfrm><a:off x="16547205" y="12724891"/><a:ext cx="19050" cy="37465"/></a:xfrm><a:custGeom><a:avLst/><a:gdLst/><a:ahLst/><a:cxnLst/><a:rect l="l" t="t" r="r" b="b"/><a:pathLst><a:path w="19050" h="37465"><a:moveTo><a:pt x="0" y="36862"/></a:moveTo><a:lnTo><a:pt x="0" y="0"/></a:lnTo><a:lnTo><a:pt x="9237" y="0"/></a:lnTo><a:lnTo><a:pt x="13184" y="1679"/></a:lnTo><a:lnTo><a:pt x="15787" y="5206"/></a:lnTo><a:lnTo><a:pt x="17130" y="8732"/></a:lnTo><a:lnTo><a:pt x="18474" y="14022"/></a:lnTo><a:lnTo><a:pt x="18474" y="22839"/></a:lnTo><a:lnTo><a:pt x="17130" y="28129"/></a:lnTo><a:lnTo><a:pt x="15787" y="31656"/></a:lnTo><a:lnTo><a:pt x="13184" y="35183"/></a:lnTo><a:lnTo><a:pt x="9237" y="36862"/></a:lnTo><a:lnTo><a:pt x="0" y="36862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788" name="object 788"/><p:cNvSpPr/><p:nvPr/></p:nvSpPr><p:spPr><a:xfrm><a:off x="16589360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789" name="object 789"/><p:cNvSpPr/><p:nvPr/></p:nvSpPr><p:spPr><a:xfrm><a:off x="16573573" y="12737150"/><a:ext cx="15875" cy="24765"/></a:xfrm><a:custGeom><a:avLst/><a:gdLst/><a:ahLst/><a:cxnLst/><a:rect l="l" t="t" r="r" b="b"/><a:pathLst><a:path w="15875" h="24765"><a:moveTo><a:pt x="15787" y="5290"/></a:moveTo><a:lnTo><a:pt x="13184" y="1763"/></a:lnTo><a:lnTo><a:pt x="10580" y="0"/></a:lnTo><a:lnTo><a:pt x="6550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550" y="24603"/></a:lnTo><a:lnTo><a:pt x="10580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790" name="object 790"/><p:cNvSpPr/><p:nvPr/></p:nvSpPr><p:spPr><a:xfrm><a:off x="16601284" y="12724891"/><a:ext cx="6985" cy="37465"/></a:xfrm><a:custGeom><a:avLst/><a:gdLst/><a:ahLst/><a:cxnLst/><a:rect l="l" t="t" r="r" b="b"/><a:pathLst><a:path w="6984" h="37465"><a:moveTo><a:pt x="0" y="0"/></a:moveTo><a:lnTo><a:pt x="0" y="29893"/></a:lnTo><a:lnTo><a:pt x="1343" y="35183"/></a:lnTo><a:lnTo><a:pt x="3946" y="36862"/></a:lnTo><a:lnTo><a:pt x="655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791" name="object 791"/><p:cNvSpPr/><p:nvPr/></p:nvSpPr><p:spPr><a:xfrm><a:off x="16597338" y="12737150"/><a:ext cx="9525" cy="0"/></a:xfrm><a:custGeom><a:avLst/><a:gdLst/><a:ahLst/><a:cxnLst/><a:rect l="l" t="t" r="r" b="b"/><a:pathLst><a:path w="9525" h="0"><a:moveTo><a:pt x="0" y="0"/></a:moveTo><a:lnTo><a:pt x="923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92" name="object 792"/><p:cNvSpPr/><p:nvPr/></p:nvSpPr><p:spPr><a:xfrm><a:off x="16614468" y="12737150"/><a:ext cx="15875" cy="24765"/></a:xfrm><a:custGeom><a:avLst/><a:gdLst/><a:ahLst/><a:cxnLst/><a:rect l="l" t="t" r="r" b="b"/><a:pathLst><a:path w="15875" h="24765"><a:moveTo><a:pt x="0" y="10580"/></a:moveTo><a:lnTo><a:pt x="15871" y="10580"/></a:lnTo><a:lnTo><a:pt x="15871" y="7053"/></a:lnTo><a:lnTo><a:pt x="14527" y="3526"/></a:lnTo><a:lnTo><a:pt x="13184" y="1763"/></a:lnTo><a:lnTo><a:pt x="10580" y="0"/></a:lnTo><a:lnTo><a:pt x="6634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634" y="24603"/></a:lnTo><a:lnTo><a:pt x="10580" y="24603"/></a:lnTo><a:lnTo><a:pt x="13184" y="22923"/></a:lnTo><a:lnTo><a:pt x="15871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793" name="object 793"/><p:cNvSpPr/><p:nvPr/></p:nvSpPr><p:spPr><a:xfrm><a:off x="16665945" y="12724891"/><a:ext cx="19050" cy="37465"/></a:xfrm><a:custGeom><a:avLst/><a:gdLst/><a:ahLst/><a:cxnLst/><a:rect l="l" t="t" r="r" b="b"/><a:pathLst><a:path w="19050" h="37465"><a:moveTo><a:pt x="18474" y="5206"/></a:moveTo><a:lnTo><a:pt x="15787" y="1679"/></a:lnTo><a:lnTo><a:pt x="11840" y="0"/></a:lnTo><a:lnTo><a:pt x="6550" y="0"/></a:lnTo><a:lnTo><a:pt x="2603" y="1679"/></a:lnTo><a:lnTo><a:pt x="0" y="5206"/></a:lnTo><a:lnTo><a:pt x="0" y="8732"/></a:lnTo><a:lnTo><a:pt x="1343" y="12259"/></a:lnTo><a:lnTo><a:pt x="2603" y="14022"/></a:lnTo><a:lnTo><a:pt x="5290" y="15786"/></a:lnTo><a:lnTo><a:pt x="13184" y="19312"/></a:lnTo><a:lnTo><a:pt x="15787" y="21076"/></a:lnTo><a:lnTo><a:pt x="17130" y="22839"/></a:lnTo><a:lnTo><a:pt x="18474" y="26366"/></a:lnTo><a:lnTo><a:pt x="18474" y="31656"/></a:lnTo><a:lnTo><a:pt x="15787" y="35183"/></a:lnTo><a:lnTo><a:pt x="11840" y="36862"/></a:lnTo><a:lnTo><a:pt x="6550" y="36862"/></a:lnTo><a:lnTo><a:pt x="2603" y="35183"/></a:lnTo><a:lnTo><a:pt x="0" y="31656"/></a:lnTo></a:path></a:pathLst></a:custGeom><a:ln w="3175"><a:solidFill><a:srgbClr val="000000"/></a:solidFill></a:ln></p:spPr><p:txBody><a:bodyPr wrap="square" lIns="0" tIns="0" rIns="0" bIns="0" rtlCol="0"/><a:lstStyle/><a:p/></p:txBody></p:sp><p:sp><p:nvSpPr><p:cNvPr id="794" name="object 794"/><p:cNvSpPr/><p:nvPr/></p:nvSpPr><p:spPr><a:xfrm><a:off x="16692313" y="12723127"/><a:ext cx="3175" cy="3810"/></a:xfrm><a:custGeom><a:avLst/><a:gdLst/><a:ahLst/><a:cxnLst/><a:rect l="l" t="t" r="r" b="b"/><a:pathLst><a:path w="3175" h="3809"><a:moveTo><a:pt x="0" y="1763"/></a:moveTo><a:lnTo><a:pt x="1343" y="3442"/></a:lnTo><a:lnTo><a:pt x="2603" y="1763"/></a:lnTo><a:lnTo><a:pt x="1343" y="0"/></a:lnTo><a:lnTo><a:pt x="0" y="1763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795" name="object 795"/><p:cNvSpPr/><p:nvPr/></p:nvSpPr><p:spPr><a:xfrm><a:off x="16693657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796" name="object 796"/><p:cNvSpPr/><p:nvPr/></p:nvSpPr><p:spPr><a:xfrm><a:off x="16706841" y="12737150"/><a:ext cx="12065" cy="37465"/></a:xfrm><a:custGeom><a:avLst/><a:gdLst/><a:ahLst/><a:cxnLst/><a:rect l="l" t="t" r="r" b="b"/><a:pathLst><a:path w="12065" h="37465"><a:moveTo><a:pt x="11840" y="0"/></a:moveTo><a:lnTo><a:pt x="11840" y="28129"/></a:lnTo><a:lnTo><a:pt x="10580" y="33419"/></a:lnTo><a:lnTo><a:pt x="9237" y="35183"/></a:lnTo><a:lnTo><a:pt x="6550" y="36946"/></a:lnTo><a:lnTo><a:pt x="2603" y="36946"/></a:lnTo><a:lnTo><a:pt x="0" y="35183"/></a:lnTo></a:path></a:pathLst></a:custGeom><a:ln w="3175"><a:solidFill><a:srgbClr val="000000"/></a:solidFill></a:ln></p:spPr><p:txBody><a:bodyPr wrap="square" lIns="0" tIns="0" rIns="0" bIns="0" rtlCol="0"/><a:lstStyle/><a:p/></p:txBody></p:sp><p:sp><p:nvSpPr><p:cNvPr id="797" name="object 797"/><p:cNvSpPr/><p:nvPr/></p:nvSpPr><p:spPr><a:xfrm><a:off x="16702894" y="12737150"/><a:ext cx="15875" cy="24765"/></a:xfrm><a:custGeom><a:avLst/><a:gdLst/><a:ahLst/><a:cxnLst/><a:rect l="l" t="t" r="r" b="b"/><a:pathLst><a:path w="15875" h="24765"><a:moveTo><a:pt x="15787" y="5290"/></a:moveTo><a:lnTo><a:pt x="13184" y="1763"/></a:lnTo><a:lnTo><a:pt x="10496" y="0"/></a:lnTo><a:lnTo><a:pt x="6550" y="0"/></a:lnTo><a:lnTo><a:pt x="3946" y="1763"/></a:lnTo><a:lnTo><a:pt x="1259" y="5290"/></a:lnTo><a:lnTo><a:pt x="0" y="10580"/></a:lnTo><a:lnTo><a:pt x="0" y="14106"/></a:lnTo><a:lnTo><a:pt x="1259" y="19396"/></a:lnTo><a:lnTo><a:pt x="3946" y="22923"/></a:lnTo><a:lnTo><a:pt x="6550" y="24603"/></a:lnTo><a:lnTo><a:pt x="10496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798" name="object 798"/><p:cNvSpPr/><p:nvPr/></p:nvSpPr><p:spPr><a:xfrm><a:off x="16729262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799" name="object 799"/><p:cNvSpPr/><p:nvPr/></p:nvSpPr><p:spPr><a:xfrm><a:off x="16729262" y="12737150"/><a:ext cx="14604" cy="24765"/></a:xfrm><a:custGeom><a:avLst/><a:gdLst/><a:ahLst/><a:cxnLst/><a:rect l="l" t="t" r="r" b="b"/><a:pathLst><a:path w="14605" h="24765"><a:moveTo><a:pt x="0" y="7053"/></a:moveTo><a:lnTo><a:pt x="3946" y="1763"/></a:lnTo><a:lnTo><a:pt x="6634" y="0"/></a:lnTo><a:lnTo><a:pt x="10580" y="0"/></a:lnTo><a:lnTo><a:pt x="13184" y="1763"/></a:lnTo><a:lnTo><a:pt x="14527" y="7053"/></a:lnTo><a:lnTo><a:pt x="14527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800" name="object 800"/><p:cNvSpPr/><p:nvPr/></p:nvSpPr><p:spPr><a:xfrm><a:off x="16753027" y="12737150"/><a:ext cx="15875" cy="24765"/></a:xfrm><a:custGeom><a:avLst/><a:gdLst/><a:ahLst/><a:cxnLst/><a:rect l="l" t="t" r="r" b="b"/><a:pathLst><a:path w="15875" h="24765"><a:moveTo><a:pt x="0" y="10580"/></a:moveTo><a:lnTo><a:pt x="15787" y="10580"/></a:lnTo><a:lnTo><a:pt x="15787" y="7053"/></a:lnTo><a:lnTo><a:pt x="14527" y="3526"/></a:lnTo><a:lnTo><a:pt x="13184" y="1763"/></a:lnTo><a:lnTo><a:pt x="10580" y="0"/></a:lnTo><a:lnTo><a:pt x="6550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550" y="24603"/></a:lnTo><a:lnTo><a:pt x="10580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801" name="object 801"/><p:cNvSpPr/><p:nvPr/></p:nvSpPr><p:spPr><a:xfrm><a:off x="16792579" y="12724891"/><a:ext cx="0" cy="37465"/></a:xfrm><a:custGeom><a:avLst/><a:gdLst/><a:ahLst/><a:cxnLst/><a:rect l="l" t="t" r="r" b="b"/><a:pathLst><a:path w="0" h="37465"><a:moveTo><a:pt x="0" y="0"/></a:moveTo><a:lnTo><a:pt x="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802" name="object 802"/><p:cNvSpPr/><p:nvPr/></p:nvSpPr><p:spPr><a:xfrm><a:off x="16776792" y="12737150"/><a:ext cx="15875" cy="24765"/></a:xfrm><a:custGeom><a:avLst/><a:gdLst/><a:ahLst/><a:cxnLst/><a:rect l="l" t="t" r="r" b="b"/><a:pathLst><a:path w="15875" h="24765"><a:moveTo><a:pt x="15787" y="5290"/></a:moveTo><a:lnTo><a:pt x="13184" y="1763"/></a:lnTo><a:lnTo><a:pt x="10496" y="0"/></a:lnTo><a:lnTo><a:pt x="6550" y="0"/></a:lnTo><a:lnTo><a:pt x="3946" y="1763"/></a:lnTo><a:lnTo><a:pt x="1259" y="5290"/></a:lnTo><a:lnTo><a:pt x="0" y="10580"/></a:lnTo><a:lnTo><a:pt x="0" y="14106"/></a:lnTo><a:lnTo><a:pt x="1259" y="19396"/></a:lnTo><a:lnTo><a:pt x="3946" y="22923"/></a:lnTo><a:lnTo><a:pt x="6550" y="24603"/></a:lnTo><a:lnTo><a:pt x="10496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803" name="object 803"/><p:cNvSpPr/><p:nvPr/></p:nvSpPr><p:spPr><a:xfrm><a:off x="16803160" y="12737150"/><a:ext cx="3175" cy="3810"/></a:xfrm><a:custGeom><a:avLst/><a:gdLst/><a:ahLst/><a:cxnLst/><a:rect l="l" t="t" r="r" b="b"/><a:pathLst><a:path w="3175" h="3809"><a:moveTo><a:pt x="1343" y="0"/></a:moveTo><a:lnTo><a:pt x="0" y="1763"/></a:lnTo><a:lnTo><a:pt x="1343" y="3526"/></a:lnTo><a:lnTo><a:pt x="2603" y="1763"/></a:lnTo><a:lnTo><a:pt x="1343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804" name="object 804"/><p:cNvSpPr/><p:nvPr/></p:nvSpPr><p:spPr><a:xfrm><a:off x="16803160" y="12758311"/><a:ext cx="3175" cy="3810"/></a:xfrm><a:custGeom><a:avLst/><a:gdLst/><a:ahLst/><a:cxnLst/><a:rect l="l" t="t" r="r" b="b"/><a:pathLst><a:path w="3175" h="3809"><a:moveTo><a:pt x="1343" y="0"/></a:moveTo><a:lnTo><a:pt x="0" y="1763"/></a:lnTo><a:lnTo><a:pt x="1343" y="3442"/></a:lnTo><a:lnTo><a:pt x="2603" y="1763"/></a:lnTo><a:lnTo><a:pt x="1343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805" name="object 805"/><p:cNvSpPr/><p:nvPr/></p:nvSpPr><p:spPr><a:xfrm><a:off x="16844055" y="12724891"/><a:ext cx="19050" cy="37465"/></a:xfrm><a:custGeom><a:avLst/><a:gdLst/><a:ahLst/><a:cxnLst/><a:rect l="l" t="t" r="r" b="b"/><a:pathLst><a:path w="19050" h="37465"><a:moveTo><a:pt x="0" y="36862"/></a:moveTo><a:lnTo><a:pt x="0" y="0"/></a:lnTo><a:lnTo><a:pt x="9237" y="0"/></a:lnTo><a:lnTo><a:pt x="13184" y="1679"/></a:lnTo><a:lnTo><a:pt x="15871" y="5206"/></a:lnTo><a:lnTo><a:pt x="17130" y="8732"/></a:lnTo><a:lnTo><a:pt x="18474" y="14022"/></a:lnTo><a:lnTo><a:pt x="18474" y="22839"/></a:lnTo><a:lnTo><a:pt x="17130" y="28129"/></a:lnTo><a:lnTo><a:pt x="15871" y="31656"/></a:lnTo><a:lnTo><a:pt x="13184" y="35183"/></a:lnTo><a:lnTo><a:pt x="9237" y="36862"/></a:lnTo><a:lnTo><a:pt x="0" y="36862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806" name="object 806"/><p:cNvSpPr/><p:nvPr/></p:nvSpPr><p:spPr><a:xfrm><a:off x="16870423" y="12737150"/><a:ext cx="15875" cy="24765"/></a:xfrm><a:custGeom><a:avLst/><a:gdLst/><a:ahLst/><a:cxnLst/><a:rect l="l" t="t" r="r" b="b"/><a:pathLst><a:path w="15875" h="24765"><a:moveTo><a:pt x="0" y="10580"/></a:moveTo><a:lnTo><a:pt x="15871" y="10580"/></a:lnTo><a:lnTo><a:pt x="15871" y="7053"/></a:lnTo><a:lnTo><a:pt x="14527" y="3526"/></a:lnTo><a:lnTo><a:pt x="13184" y="1763"/></a:lnTo><a:lnTo><a:pt x="10580" y="0"/></a:lnTo><a:lnTo><a:pt x="6634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634" y="24603"/></a:lnTo><a:lnTo><a:pt x="10580" y="24603"/></a:lnTo><a:lnTo><a:pt x="13184" y="22923"/></a:lnTo><a:lnTo><a:pt x="15871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807" name="object 807"/><p:cNvSpPr/><p:nvPr/></p:nvSpPr><p:spPr><a:xfrm><a:off x="16894188" y="12737150"/><a:ext cx="15875" cy="24765"/></a:xfrm><a:custGeom><a:avLst/><a:gdLst/><a:ahLst/><a:cxnLst/><a:rect l="l" t="t" r="r" b="b"/><a:pathLst><a:path w="15875" h="24765"><a:moveTo><a:pt x="15871" y="5290"/></a:moveTo><a:lnTo><a:pt x="13184" y="1763"/></a:lnTo><a:lnTo><a:pt x="10580" y="0"/></a:lnTo><a:lnTo><a:pt x="6634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634" y="24603"/></a:lnTo><a:lnTo><a:pt x="10580" y="24603"/></a:lnTo><a:lnTo><a:pt x="13184" y="22923"/></a:lnTo><a:lnTo><a:pt x="15871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808" name="object 808"/><p:cNvSpPr/><p:nvPr/></p:nvSpPr><p:spPr><a:xfrm><a:off x="16917953" y="12737150"/><a:ext cx="15875" cy="24765"/></a:xfrm><a:custGeom><a:avLst/><a:gdLst/><a:ahLst/><a:cxnLst/><a:rect l="l" t="t" r="r" b="b"/><a:pathLst><a:path w="15875" h="24765"><a:moveTo><a:pt x="0" y="10580"/></a:moveTo><a:lnTo><a:pt x="15787" y="10580"/></a:lnTo><a:lnTo><a:pt x="15787" y="7053"/></a:lnTo><a:lnTo><a:pt x="14527" y="3526"/></a:lnTo><a:lnTo><a:pt x="13184" y="1763"/></a:lnTo><a:lnTo><a:pt x="10580" y="0"/></a:lnTo><a:lnTo><a:pt x="6550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550" y="24603"/></a:lnTo><a:lnTo><a:pt x="10580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809" name="object 809"/><p:cNvSpPr/><p:nvPr/></p:nvSpPr><p:spPr><a:xfrm><a:off x="16942978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810" name="object 810"/><p:cNvSpPr/><p:nvPr/></p:nvSpPr><p:spPr><a:xfrm><a:off x="16942978" y="12737150"/><a:ext cx="14604" cy="24765"/></a:xfrm><a:custGeom><a:avLst/><a:gdLst/><a:ahLst/><a:cxnLst/><a:rect l="l" t="t" r="r" b="b"/><a:pathLst><a:path w="14605" h="24765"><a:moveTo><a:pt x="0" y="7053"/></a:moveTo><a:lnTo><a:pt x="4030" y="1763"/></a:lnTo><a:lnTo><a:pt x="6634" y="0"/></a:lnTo><a:lnTo><a:pt x="10580" y="0"/></a:lnTo><a:lnTo><a:pt x="13268" y="1763"/></a:lnTo><a:lnTo><a:pt x="14527" y="7053"/></a:lnTo><a:lnTo><a:pt x="14527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811" name="object 811"/><p:cNvSpPr/><p:nvPr/></p:nvSpPr><p:spPr><a:xfrm><a:off x="16957505" y="12737150"/><a:ext cx="14604" cy="24765"/></a:xfrm><a:custGeom><a:avLst/><a:gdLst/><a:ahLst/><a:cxnLst/><a:rect l="l" t="t" r="r" b="b"/><a:pathLst><a:path w="14605" h="24765"><a:moveTo><a:pt x="0" y="7053"/></a:moveTo><a:lnTo><a:pt x="3946" y="1763"/></a:lnTo><a:lnTo><a:pt x="6634" y="0"/></a:lnTo><a:lnTo><a:pt x="10580" y="0"/></a:lnTo><a:lnTo><a:pt x="13184" y="1763"/></a:lnTo><a:lnTo><a:pt x="14527" y="7053"/></a:lnTo><a:lnTo><a:pt x="14527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812" name="object 812"/><p:cNvSpPr/><p:nvPr/></p:nvSpPr><p:spPr><a:xfrm><a:off x="16982614" y="12724891"/><a:ext cx="0" cy="37465"/></a:xfrm><a:custGeom><a:avLst/><a:gdLst/><a:ahLst/><a:cxnLst/><a:rect l="l" t="t" r="r" b="b"/><a:pathLst><a:path w="0" h="37465"><a:moveTo><a:pt x="0" y="0"/></a:moveTo><a:lnTo><a:pt x="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813" name="object 813"/><p:cNvSpPr/><p:nvPr/></p:nvSpPr><p:spPr><a:xfrm><a:off x="16982614" y="12737150"/><a:ext cx="15875" cy="24765"/></a:xfrm><a:custGeom><a:avLst/><a:gdLst/><a:ahLst/><a:cxnLst/><a:rect l="l" t="t" r="r" b="b"/><a:pathLst><a:path w="15875" h="24765"><a:moveTo><a:pt x="0" y="5290"/></a:moveTo><a:lnTo><a:pt x="2603" y="1763"/></a:lnTo><a:lnTo><a:pt x="5290" y="0"/></a:lnTo><a:lnTo><a:pt x="9237" y="0"/></a:lnTo><a:lnTo><a:pt x="11840" y="1763"/></a:lnTo><a:lnTo><a:pt x="14527" y="5290"/></a:lnTo><a:lnTo><a:pt x="15787" y="10580"/></a:lnTo><a:lnTo><a:pt x="15787" y="14106"/></a:lnTo><a:lnTo><a:pt x="14527" y="19396"/></a:lnTo><a:lnTo><a:pt x="11840" y="22923"/></a:lnTo><a:lnTo><a:pt x="9237" y="24603"/></a:lnTo><a:lnTo><a:pt x="5290" y="24603"/></a:lnTo><a:lnTo><a:pt x="2603" y="22923"/></a:lnTo><a:lnTo><a:pt x="0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814" name="object 814"/><p:cNvSpPr/><p:nvPr/></p:nvSpPr><p:spPr><a:xfrm><a:off x="17006379" y="12737150"/><a:ext cx="15875" cy="24765"/></a:xfrm><a:custGeom><a:avLst/><a:gdLst/><a:ahLst/><a:cxnLst/><a:rect l="l" t="t" r="r" b="b"/><a:pathLst><a:path w="15875" h="24765"><a:moveTo><a:pt x="0" y="10580"/></a:moveTo><a:lnTo><a:pt x="15787" y="10580"/></a:lnTo><a:lnTo><a:pt x="15787" y="7053"/></a:lnTo><a:lnTo><a:pt x="14527" y="3526"/></a:lnTo><a:lnTo><a:pt x="13184" y="1763"/></a:lnTo><a:lnTo><a:pt x="10496" y="0"/></a:lnTo><a:lnTo><a:pt x="6550" y="0"/></a:lnTo><a:lnTo><a:pt x="3946" y="1763"/></a:lnTo><a:lnTo><a:pt x="1259" y="5290"/></a:lnTo><a:lnTo><a:pt x="0" y="10580"/></a:lnTo><a:lnTo><a:pt x="0" y="14106"/></a:lnTo><a:lnTo><a:pt x="1259" y="19396"/></a:lnTo><a:lnTo><a:pt x="3946" y="22923"/></a:lnTo><a:lnTo><a:pt x="6550" y="24603"/></a:lnTo><a:lnTo><a:pt x="10496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815" name="object 815"/><p:cNvSpPr/><p:nvPr/></p:nvSpPr><p:spPr><a:xfrm><a:off x="17031403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816" name="object 816"/><p:cNvSpPr/><p:nvPr/></p:nvSpPr><p:spPr><a:xfrm><a:off x="17031403" y="12737150"/><a:ext cx="10795" cy="10795"/></a:xfrm><a:custGeom><a:avLst/><a:gdLst/><a:ahLst/><a:cxnLst/><a:rect l="l" t="t" r="r" b="b"/><a:pathLst><a:path w="10794" h="10795"><a:moveTo><a:pt x="0" y="10580"/></a:moveTo><a:lnTo><a:pt x="1343" y="5290"/></a:lnTo><a:lnTo><a:pt x="3946" y="1763"/></a:lnTo><a:lnTo><a:pt x="6634" y="0"/></a:lnTo><a:lnTo><a:pt x="105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817" name="object 817"/><p:cNvSpPr/><p:nvPr/></p:nvSpPr><p:spPr><a:xfrm><a:off x="17078933" y="12724891"/><a:ext cx="6985" cy="37465"/></a:xfrm><a:custGeom><a:avLst/><a:gdLst/><a:ahLst/><a:cxnLst/><a:rect l="l" t="t" r="r" b="b"/><a:pathLst><a:path w="6984" h="37465"><a:moveTo><a:pt x="0" y="6969"/></a:moveTo><a:lnTo><a:pt x="2603" y="5206"/></a:lnTo><a:lnTo><a:pt x="6550" y="0"/></a:lnTo><a:lnTo><a:pt x="655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818" name="object 818"/><p:cNvSpPr/><p:nvPr/></p:nvSpPr><p:spPr><a:xfrm><a:off x="17101354" y="12724891"/><a:ext cx="17145" cy="37465"/></a:xfrm><a:custGeom><a:avLst/><a:gdLst/><a:ahLst/><a:cxnLst/><a:rect l="l" t="t" r="r" b="b"/><a:pathLst><a:path w="17144" h="37465"><a:moveTo><a:pt x="17130" y="12259"/></a:moveTo><a:lnTo><a:pt x="0" y="12259"/></a:lnTo><a:lnTo><a:pt x="0" y="10496"/></a:lnTo><a:lnTo><a:pt x="1343" y="5206"/></a:lnTo><a:lnTo><a:pt x="3946" y="1679"/></a:lnTo><a:lnTo><a:pt x="7893" y="0"/></a:lnTo><a:lnTo><a:pt x="9237" y="0"/></a:lnTo><a:lnTo><a:pt x="13184" y="1679"/></a:lnTo><a:lnTo><a:pt x="15871" y="5206"/></a:lnTo><a:lnTo><a:pt x="17130" y="12259"/></a:lnTo><a:lnTo><a:pt x="17130" y="21076"/></a:lnTo><a:lnTo><a:pt x="15871" y="29893"/></a:lnTo><a:lnTo><a:pt x="13184" y="35183"/></a:lnTo><a:lnTo><a:pt x="9237" y="36862"/></a:lnTo><a:lnTo><a:pt x="6634" y="36862"/></a:lnTo><a:lnTo><a:pt x="2603" y="35183"/></a:lnTo><a:lnTo><a:pt x="1343" y="31656"/></a:lnTo></a:path></a:pathLst></a:custGeom><a:ln w="3175"><a:solidFill><a:srgbClr val="000000"/></a:solidFill></a:ln></p:spPr><p:txBody><a:bodyPr wrap="square" lIns="0" tIns="0" rIns="0" bIns="0" rtlCol="0"/><a:lstStyle/><a:p/></p:txBody></p:sp><p:sp><p:nvSpPr><p:cNvPr id="819" name="object 819"/><p:cNvSpPr/><p:nvPr/></p:nvSpPr><p:spPr><a:xfrm><a:off x="17129066" y="12758311"/><a:ext cx="3175" cy="10795"/></a:xfrm><a:custGeom><a:avLst/><a:gdLst/><a:ahLst/><a:cxnLst/><a:rect l="l" t="t" r="r" b="b"/><a:pathLst><a:path w="3175" h="10795"><a:moveTo><a:pt x="2603" y="1763"/></a:moveTo><a:lnTo><a:pt x="1343" y="3442"/></a:lnTo><a:lnTo><a:pt x="0" y="1763"/></a:lnTo><a:lnTo><a:pt x="1343" y="0"/></a:lnTo><a:lnTo><a:pt x="2603" y="1763"/></a:lnTo><a:lnTo><a:pt x="2603" y="5206"/></a:lnTo><a:lnTo><a:pt x="1343" y="8732"/></a:lnTo><a:lnTo><a:pt x="0" y="10496"/></a:lnTo></a:path></a:pathLst></a:custGeom><a:ln w="3175"><a:solidFill><a:srgbClr val="000000"/></a:solidFill></a:ln></p:spPr><p:txBody><a:bodyPr wrap="square" lIns="0" tIns="0" rIns="0" bIns="0" rtlCol="0"/><a:lstStyle/><a:p/></p:txBody></p:sp><p:sp><p:nvSpPr><p:cNvPr id="820" name="object 820"/><p:cNvSpPr/><p:nvPr/></p:nvSpPr><p:spPr><a:xfrm><a:off x="17168618" y="12724891"/><a:ext cx="19050" cy="37465"/></a:xfrm><a:custGeom><a:avLst/><a:gdLst/><a:ahLst/><a:cxnLst/><a:rect l="l" t="t" r="r" b="b"/><a:pathLst><a:path w="19050" h="37465"><a:moveTo><a:pt x="1343" y="8732"/></a:moveTo><a:lnTo><a:pt x="1343" y="6969"/></a:lnTo><a:lnTo><a:pt x="2687" y="3442"/></a:lnTo><a:lnTo><a:pt x="3946" y="1679"/></a:lnTo><a:lnTo><a:pt x="6634" y="0"/></a:lnTo><a:lnTo><a:pt x="11924" y="0"/></a:lnTo><a:lnTo><a:pt x="14527" y="1679"/></a:lnTo><a:lnTo><a:pt x="15871" y="3442"/></a:lnTo><a:lnTo><a:pt x="17214" y="6969"/></a:lnTo><a:lnTo><a:pt x="17214" y="10496"/></a:lnTo><a:lnTo><a:pt x="15871" y="14022"/></a:lnTo><a:lnTo><a:pt x="13184" y="19312"/></a:lnTo><a:lnTo><a:pt x="0" y="36862"/></a:lnTo><a:lnTo><a:pt x="18474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821" name="object 821"/><p:cNvSpPr/><p:nvPr/></p:nvSpPr><p:spPr><a:xfrm><a:off x="17195070" y="12724891"/><a:ext cx="19050" cy="37465"/></a:xfrm><a:custGeom><a:avLst/><a:gdLst/><a:ahLst/><a:cxnLst/><a:rect l="l" t="t" r="r" b="b"/><a:pathLst><a:path w="19050" h="37465"><a:moveTo><a:pt x="7893" y="0"/></a:moveTo><a:lnTo><a:pt x="3946" y="1679"/></a:lnTo><a:lnTo><a:pt x="1259" y="6969"/></a:lnTo><a:lnTo><a:pt x="0" y="15786"/></a:lnTo><a:lnTo><a:pt x="0" y="21076"/></a:lnTo><a:lnTo><a:pt x="1259" y="29893"/></a:lnTo><a:lnTo><a:pt x="3946" y="35183"/></a:lnTo><a:lnTo><a:pt x="7893" y="36862"/></a:lnTo><a:lnTo><a:pt x="10496" y="36862"/></a:lnTo><a:lnTo><a:pt x="14443" y="35183"/></a:lnTo><a:lnTo><a:pt x="17130" y="29893"/></a:lnTo><a:lnTo><a:pt x="18474" y="21076"/></a:lnTo><a:lnTo><a:pt x="18474" y="15786"/></a:lnTo><a:lnTo><a:pt x="17130" y="6969"/></a:lnTo><a:lnTo><a:pt x="14443" y="1679"/></a:lnTo><a:lnTo><a:pt x="10496" y="0"/></a:lnTo><a:lnTo><a:pt x="7893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822" name="object 822"/><p:cNvSpPr/><p:nvPr/></p:nvSpPr><p:spPr><a:xfrm><a:off x="17221438" y="12724891"/><a:ext cx="19050" cy="37465"/></a:xfrm><a:custGeom><a:avLst/><a:gdLst/><a:ahLst/><a:cxnLst/><a:rect l="l" t="t" r="r" b="b"/><a:pathLst><a:path w="19050" h="37465"><a:moveTo><a:pt x="1343" y="8732"/></a:moveTo><a:lnTo><a:pt x="1343" y="6969"/></a:lnTo><a:lnTo><a:pt x="2603" y="3442"/></a:lnTo><a:lnTo><a:pt x="3946" y="1679"/></a:lnTo><a:lnTo><a:pt x="6550" y="0"/></a:lnTo><a:lnTo><a:pt x="11840" y="0"/></a:lnTo><a:lnTo><a:pt x="14527" y="1679"/></a:lnTo><a:lnTo><a:pt x="15787" y="3442"/></a:lnTo><a:lnTo><a:pt x="17130" y="6969"/></a:lnTo><a:lnTo><a:pt x="17130" y="10496"/></a:lnTo><a:lnTo><a:pt x="15787" y="14022"/></a:lnTo><a:lnTo><a:pt x="13184" y="19312"/></a:lnTo><a:lnTo><a:pt x="0" y="36862"/></a:lnTo><a:lnTo><a:pt x="18474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823" name="object 823"/><p:cNvSpPr/><p:nvPr/></p:nvSpPr><p:spPr><a:xfrm><a:off x="17247806" y="12724891"/><a:ext cx="19050" cy="37465"/></a:xfrm><a:custGeom><a:avLst/><a:gdLst/><a:ahLst/><a:cxnLst/><a:rect l="l" t="t" r="r" b="b"/><a:pathLst><a:path w="19050" h="37465"><a:moveTo><a:pt x="15871" y="0"/></a:moveTo><a:lnTo><a:pt x="2687" y="0"/></a:lnTo><a:lnTo><a:pt x="1343" y="15786"/></a:lnTo><a:lnTo><a:pt x="2687" y="14022"/></a:lnTo><a:lnTo><a:pt x="6634" y="12259"/></a:lnTo><a:lnTo><a:pt x="10580" y="12259"/></a:lnTo><a:lnTo><a:pt x="14527" y="14022"/></a:lnTo><a:lnTo><a:pt x="17130" y="17549"/></a:lnTo><a:lnTo><a:pt x="18474" y="22839"/></a:lnTo><a:lnTo><a:pt x="18474" y="26366"/></a:lnTo><a:lnTo><a:pt x="17130" y="31656"/></a:lnTo><a:lnTo><a:pt x="14527" y="35183"/></a:lnTo><a:lnTo><a:pt x="10580" y="36862"/></a:lnTo><a:lnTo><a:pt x="6634" y="36862"/></a:lnTo><a:lnTo><a:pt x="2687" y="35183"/></a:lnTo><a:lnTo><a:pt x="1343" y="33419"/></a:lnTo><a:lnTo><a:pt x="0" y="29893"/></a:lnTo></a:path></a:pathLst></a:custGeom><a:ln w="3175"><a:solidFill><a:srgbClr val="000000"/></a:solidFill></a:ln></p:spPr><p:txBody><a:bodyPr wrap="square" lIns="0" tIns="0" rIns="0" bIns="0" rtlCol="0"/><a:lstStyle/><a:p/></p:txBody></p:sp></p:grpSp><p:sp><p:nvSpPr><p:cNvPr id="824" name="object 824"/><p:cNvSpPr txBox="1"/><p:nvPr/></p:nvSpPr><p:spPr><a:xfrm><a:off x="16029449" y="9400595"/><a:ext cx="1727835" cy="1189355"/></a:xfrm><a:prstGeom prst="rect"><a:avLst/></a:prstGeom></p:spPr><p:txBody><a:bodyPr wrap="square" lIns="0" tIns="19050" rIns="0" bIns="0" rtlCol="0" vert="horz"><a:spAutoFit/></a:bodyPr><a:lstStyle/><a:p><a:pPr marL="12700" marR="474345"><a:lnSpc><a:spcPts val="700"/></a:lnSpc><a:spcBef><a:spcPts val="150"/></a:spcBef></a:pPr><a:endParaRPr sz="600"><a:latin typeface="Arial"/><a:cs typeface="Arial"/></a:endParaRPr><a:r><a:rPr dirty="0" sz="600" b="1"><a:solidFill><a:srgbClr val="FF0000"/><a:t>SUBMITTED FOR REVIEW SUBJECT TO FIELD INSPECTION</a:t></a:r></a:p><a:p><a:pPr marL="12700" marR="655320"><a:lnSpc><a:spcPts val="700"/></a:lnSpc><a:spcBef><a:spcPts val="5"/></a:spcBef></a:pPr><a:endParaRPr sz="600"><a:latin typeface="Arial"/><a:cs typeface="Arial"/></a:endParaRPr><a:r><a:rPr dirty="0" sz="600" b="1"><a:solidFill><a:srgbClr val="FF0000"/><a:t> </a:t></a:r></a:p><a:p><a:pPr marL="12700" marR="771525"><a:lnSpc><a:spcPts val="700"/></a:lnSpc><a:spcBef><a:spcPts val="5"/></a:spcBef></a:pPr><a:endParaRPr sz="600"><a:latin typeface="Arial"/><a:cs typeface="Arial"/></a:endParaRPr><a:r><a:rPr dirty="0" sz="600" b="1"><a:solidFill><a:srgbClr val="FF0000"/><a:t> </a:t></a:r></a:p><a:p><a:pPr marL="12700"><a:lnSpc><a:spcPts val="710"/></a:lnSpc><a:spcBef><a:spcPts val="670"/></a:spcBef></a:pPr><a:r><a:rPr dirty="0" sz="600" b="1"><a:solidFill><a:srgbClr val="FF0000"/></a:solidFill><a:latin typeface="Arial"/><a:cs typeface="Arial"/></a:rPr><a:t>OFD</a:t></a:r><a:r><a:rPr dirty="0" sz="600" spc="25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NOTES:</a:t></a:r><a:endParaRPr sz="600"><a:latin typeface="Arial"/><a:cs typeface="Arial"/></a:endParaRPr></a:p><a:p><a:pPr marL="12700"><a:lnSpc><a:spcPts val="700"/></a:lnSpc></a:pPr><a:r><a:rPr dirty="0" sz="600" spc="-25" b="1"><a:solidFill><a:srgbClr val="FF0000"/></a:solidFill><a:latin typeface="Arial"/><a:cs typeface="Arial"/></a:rPr><a:t>1.</a:t></a:r><a:endParaRPr sz="600"><a:latin typeface="Arial"/><a:cs typeface="Arial"/></a:endParaRPr></a:p><a:p><a:pPr algn="just" marL="12700" marR="5080"><a:lnSpc><a:spcPts val="700"/></a:lnSpc><a:spcBef><a:spcPts val="30"/></a:spcBef></a:pPr><a:r><a:rPr dirty="0" sz="600" b="1"><a:solidFill><a:srgbClr val="FF0000"/></a:solidFill><a:latin typeface="Arial"/><a:cs typeface="Arial"/></a:rPr><a:t>Provide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required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minimum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5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feet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setback</a:t></a:r><a:r><a:rPr dirty="0" sz="600" spc="20" b="1"><a:solidFill><a:srgbClr val="FF0000"/></a:solidFill><a:latin typeface="Arial"/><a:cs typeface="Arial"/></a:rPr><a:t> </a:t></a:r><a:r><a:rPr dirty="0" sz="600" spc="-20" b="1"><a:solidFill><a:srgbClr val="FF0000"/></a:solidFill><a:latin typeface="Arial"/><a:cs typeface="Arial"/></a:rPr><a:t>with</a:t></a:r><a:r><a:rPr dirty="0" sz="600" spc="50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non-combustible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vegetation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or</a:t></a:r><a:r><a:rPr dirty="0" sz="600" spc="3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structure.</a:t></a:r><a:r><a:rPr dirty="0" sz="600" spc="229" b="1"><a:solidFill><a:srgbClr val="FF0000"/></a:solidFill><a:latin typeface="Arial"/><a:cs typeface="Arial"/></a:rPr><a:t> </a:t></a:r><a:r><a:rPr dirty="0" sz="600" spc="-20" b="1"><a:solidFill><a:srgbClr val="FF0000"/></a:solidFill><a:latin typeface="Arial"/><a:cs typeface="Arial"/></a:rPr><a:t>Ref.</a:t></a:r><a:r><a:rPr dirty="0" sz="600" spc="50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CA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Wildland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Urban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Interface</a:t></a:r><a:r><a:rPr dirty="0" sz="600" spc="25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Code.</a:t></a:r><a:endParaRPr sz="600"><a:latin typeface="Arial"/><a:cs typeface="Arial"/></a:endParaRPr></a:p></p:txBody></p:sp></p:spTree></p:cSld><p:clrMapOvr><a:masterClrMapping/></p:clrMapOvr></p:sld >

</file>

<file path=ppt/slides/slide5.xml><?xml version="1.0" encoding="UTF-8" standalone="yes"?>
<p:sld  showMasterSp="0"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pic><p:nvPicPr><p:cNvPr id="2" name="object 2"/><p:cNvPicPr/><p:nvPr/></p:nvPicPr><p:blipFill><a:blip r:embed="rId2" cstate="print"/><a:stretch><a:fillRect/></a:stretch></p:blipFill><p:spPr><a:xfrm><a:off x="18597145" y="4687256"/><a:ext cx="645316" cy="1715712"/></a:xfrm><a:prstGeom prst="rect"><a:avLst/></a:prstGeom></p:spPr></p:pic><p:sp><p:nvSpPr><p:cNvPr id="3" name="object 3"/><p:cNvSpPr/><p:nvPr/></p:nvSpPr><p:spPr><a:xfrm><a:off x="18608003" y="4488752"/><a:ext cx="95885" cy="110489"/></a:xfrm><a:custGeom><a:avLst/><a:gdLst/><a:ahLst/><a:cxnLst/><a:rect l="l" t="t" r="r" b="b"/><a:pathLst><a:path w="95884" h="110489"><a:moveTo><a:pt x="0" y="54789"/></a:moveTo><a:lnTo><a:pt x="95789" y="0"/></a:lnTo><a:lnTo><a:pt x="95393" y="110378"/></a:lnTo><a:lnTo><a:pt x="0" y="54789"/></a:lnTo><a:close/></a:path></a:pathLst></a:custGeom><a:ln w="7756"><a:solidFill><a:srgbClr val="000000"/></a:solidFill></a:ln></p:spPr><p:txBody><a:bodyPr wrap="square" lIns="0" tIns="0" rIns="0" bIns="0" rtlCol="0"/><a:lstStyle/><a:p/></p:txBody></p:sp><p:grpSp><p:nvGrpSpPr><p:cNvPr id="4" name="object 4"/><p:cNvGrpSpPr/><p:nvPr/></p:nvGrpSpPr><p:grpSpPr><a:xfrm><a:off x="17635531" y="12210370"/><a:ext cx="809625" cy="809625"/><a:chOff x="17635531" y="12210370"/><a:chExt cx="809625" cy="809625"/></a:xfrm></p:grpSpPr><p:pic><p:nvPicPr><p:cNvPr id="5" name="object 5"/><p:cNvPicPr/><p:nvPr/></p:nvPicPr><p:blipFill><a:blip r:embed="rId3" cstate="print"/><a:stretch><a:fillRect/></a:stretch></p:blipFill><p:spPr><a:xfrm><a:off x="17639408" y="12214249"/><a:ext cx="801837" cy="801914"/></a:xfrm><a:prstGeom prst="rect"><a:avLst/></a:prstGeom></p:spPr></p:pic><p:sp><p:nvSpPr><p:cNvPr id="6" name="object 6"/><p:cNvSpPr/><p:nvPr/></p:nvSpPr><p:spPr><a:xfrm><a:off x="17639409" y="12214249"/><a:ext cx="802005" cy="802005"/></a:xfrm><a:custGeom><a:avLst/><a:gdLst/><a:ahLst/><a:cxnLst/><a:rect l="l" t="t" r="r" b="b"/><a:pathLst><a:path w="802005" h="802005"><a:moveTo><a:pt x="0" y="400918"/></a:moveTo><a:lnTo><a:pt x="2700" y="354202"/></a:lnTo><a:lnTo><a:pt x="10599" y="309059"/></a:lnTo><a:lnTo><a:pt x="23396" y="265790"/></a:lnTo><a:lnTo><a:pt x="40787" y="224698"/></a:lnTo><a:lnTo><a:pt x="62470" y="186085"/></a:lnTo><a:lnTo><a:pt x="88144" y="150254"/></a:lnTo><a:lnTo><a:pt x="117506" y="117506"/></a:lnTo><a:lnTo><a:pt x="150254" y="88144"/></a:lnTo><a:lnTo><a:pt x="186085" y="62470"/></a:lnTo><a:lnTo><a:pt x="224698" y="40787"/></a:lnTo><a:lnTo><a:pt x="265790" y="23396"/></a:lnTo><a:lnTo><a:pt x="309059" y="10599"/></a:lnTo><a:lnTo><a:pt x="354202" y="2700"/></a:lnTo><a:lnTo><a:pt x="400918" y="0"/></a:lnTo><a:lnTo><a:pt x="447634" y="2700"/></a:lnTo><a:lnTo><a:pt x="492778" y="10599"/></a:lnTo><a:lnTo><a:pt x="536046" y="23396"/></a:lnTo><a:lnTo><a:pt x="577138" y="40787"/></a:lnTo><a:lnTo><a:pt x="615751" y="62470"/></a:lnTo><a:lnTo><a:pt x="651582" y="88144"/></a:lnTo><a:lnTo><a:pt x="684330" y="117506"/></a:lnTo><a:lnTo><a:pt x="713692" y="150254"/></a:lnTo><a:lnTo><a:pt x="739366" y="186085"/></a:lnTo><a:lnTo><a:pt x="761049" y="224698"/></a:lnTo><a:lnTo><a:pt x="778440" y="265790"/></a:lnTo><a:lnTo><a:pt x="791237" y="309059"/></a:lnTo><a:lnTo><a:pt x="799136" y="354202"/></a:lnTo><a:lnTo><a:pt x="801837" y="400918"/></a:lnTo><a:lnTo><a:pt x="799136" y="447648"/></a:lnTo><a:lnTo><a:pt x="791237" y="492802"/></a:lnTo><a:lnTo><a:pt x="778440" y="536077"/></a:lnTo><a:lnTo><a:pt x="761049" y="577172"/></a:lnTo><a:lnTo><a:pt x="739366" y="615785"/></a:lnTo><a:lnTo><a:pt x="713692" y="651615"/></a:lnTo><a:lnTo><a:pt x="684330" y="684359"/></a:lnTo><a:lnTo><a:pt x="651582" y="713716"/></a:lnTo><a:lnTo><a:pt x="615751" y="739385"/></a:lnTo><a:lnTo><a:pt x="577138" y="761063"/></a:lnTo><a:lnTo><a:pt x="536046" y="778449"/></a:lnTo><a:lnTo><a:pt x="492778" y="791241"/></a:lnTo><a:lnTo><a:pt x="447634" y="799137"/></a:lnTo><a:lnTo><a:pt x="400918" y="801837"/></a:lnTo><a:lnTo><a:pt x="354202" y="799137"/></a:lnTo><a:lnTo><a:pt x="309059" y="791241"/></a:lnTo><a:lnTo><a:pt x="265790" y="778449"/></a:lnTo><a:lnTo><a:pt x="224698" y="761063"/></a:lnTo><a:lnTo><a:pt x="186085" y="739385"/></a:lnTo><a:lnTo><a:pt x="150254" y="713716"/></a:lnTo><a:lnTo><a:pt x="117506" y="684359"/></a:lnTo><a:lnTo><a:pt x="88144" y="651615"/></a:lnTo><a:lnTo><a:pt x="62470" y="615785"/></a:lnTo><a:lnTo><a:pt x="40787" y="577172"/></a:lnTo><a:lnTo><a:pt x="23396" y="536077"/></a:lnTo><a:lnTo><a:pt x="10599" y="492802"/></a:lnTo><a:lnTo><a:pt x="2700" y="447648"/></a:lnTo><a:lnTo><a:pt x="0" y="400918"/></a:lnTo><a:close/></a:path></a:pathLst></a:custGeom><a:ln w="7756"><a:solidFill><a:srgbClr val="000000"/></a:solidFill></a:ln></p:spPr><p:txBody><a:bodyPr wrap="square" lIns="0" tIns="0" rIns="0" bIns="0" rtlCol="0"/><a:lstStyle/><a:p/></p:txBody></p:sp><p:pic><p:nvPicPr><p:cNvPr id="7" name="object 7"/><p:cNvPicPr/><p:nvPr/></p:nvPicPr><p:blipFill><a:blip r:embed="rId4" cstate="print"/><a:stretch><a:fillRect/></a:stretch></p:blipFill><p:spPr><a:xfrm><a:off x="17725037" y="12562425"/><a:ext cx="697748" cy="225938"/></a:xfrm><a:prstGeom prst="rect"><a:avLst/></a:prstGeom></p:spPr></p:pic></p:grpSp><p:grpSp><p:nvGrpSpPr><p:cNvPr id="8" name="object 8"/><p:cNvGrpSpPr/><p:nvPr/></p:nvGrpSpPr><p:grpSpPr><a:xfrm><a:off x="477114" y="4181814"/><a:ext cx="16383635" cy="6061075"/><a:chOff x="477114" y="4181814"/><a:chExt cx="16383635" cy="6061075"/></a:xfrm></p:grpSpPr><p:sp><p:nvSpPr><p:cNvPr id="9" name="object 9"/><p:cNvSpPr/><p:nvPr/></p:nvSpPr><p:spPr><a:xfrm><a:off x="1138239" y="5572217"/><a:ext cx="176530" cy="0"/></a:xfrm><a:custGeom><a:avLst/><a:gdLst/><a:ahLst/><a:cxnLst/><a:rect l="l" t="t" r="r" b="b"/><a:pathLst><a:path w="176530" h="0"><a:moveTo><a:pt x="0" y="0"/></a:moveTo><a:lnTo><a:pt x="17598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0" name="object 10"/><p:cNvSpPr/><p:nvPr/></p:nvSpPr><p:spPr><a:xfrm><a:off x="1316872" y="5476777"/><a:ext cx="0" cy="194310"/></a:xfrm><a:custGeom><a:avLst/><a:gdLst/><a:ahLst/><a:cxnLst/><a:rect l="l" t="t" r="r" b="b"/><a:pathLst><a:path w="0" h="194310"><a:moveTo><a:pt x="0" y="0"/></a:moveTo><a:lnTo><a:pt x="0" y="193905"/></a:lnTo></a:path></a:pathLst></a:custGeom><a:ln w="7756"><a:solidFill><a:srgbClr val="000000"/></a:solidFill></a:ln></p:spPr><p:txBody><a:bodyPr wrap="square" lIns="0" tIns="0" rIns="0" bIns="0" rtlCol="0"/><a:lstStyle/><a:p/></p:txBody></p:sp><p:sp><p:nvSpPr><p:cNvPr id="11" name="object 11"/><p:cNvSpPr/><p:nvPr/></p:nvSpPr><p:spPr><a:xfrm><a:off x="1361843" y="5523865"/><a:ext cx="0" cy="104775"/></a:xfrm><a:custGeom><a:avLst/><a:gdLst/><a:ahLst/><a:cxnLst/><a:rect l="l" t="t" r="r" b="b"/><a:pathLst><a:path w="0" h="104775"><a:moveTo><a:pt x="0" y="0"/></a:moveTo><a:lnTo><a:pt x="0" y="104631"/></a:lnTo></a:path></a:pathLst></a:custGeom><a:ln w="7756"><a:solidFill><a:srgbClr val="000000"/></a:solidFill></a:ln></p:spPr><p:txBody><a:bodyPr wrap="square" lIns="0" tIns="0" rIns="0" bIns="0" rtlCol="0"/><a:lstStyle/><a:p/></p:txBody></p:sp><p:sp><p:nvSpPr><p:cNvPr id="12" name="object 12"/><p:cNvSpPr/><p:nvPr/></p:nvSpPr><p:spPr><a:xfrm><a:off x="1641788" y="5574303"/><a:ext cx="165735" cy="0"/></a:xfrm><a:custGeom><a:avLst/><a:gdLst/><a:ahLst/><a:cxnLst/><a:rect l="l" t="t" r="r" b="b"/><a:pathLst><a:path w="165735" h="0"><a:moveTo><a:pt x="0" y="0"/></a:moveTo><a:lnTo><a:pt x="165439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3" name="object 13"/><p:cNvSpPr/><p:nvPr/></p:nvSpPr><p:spPr><a:xfrm><a:off x="1410730" y="5476311"/><a:ext cx="0" cy="194310"/></a:xfrm><a:custGeom><a:avLst/><a:gdLst/><a:ahLst/><a:cxnLst/><a:rect l="l" t="t" r="r" b="b"/><a:pathLst><a:path w="0" h="194310"><a:moveTo><a:pt x="0" y="0"/></a:moveTo><a:lnTo><a:pt x="0" y="193905"/></a:lnTo></a:path></a:pathLst></a:custGeom><a:ln w="7756"><a:solidFill><a:srgbClr val="000000"/></a:solidFill></a:ln></p:spPr><p:txBody><a:bodyPr wrap="square" lIns="0" tIns="0" rIns="0" bIns="0" rtlCol="0"/><a:lstStyle/><a:p/></p:txBody></p:sp><p:sp><p:nvSpPr><p:cNvPr id="14" name="object 14"/><p:cNvSpPr/><p:nvPr/></p:nvSpPr><p:spPr><a:xfrm><a:off x="1456709" y="5523632"/><a:ext cx="0" cy="104775"/></a:xfrm><a:custGeom><a:avLst/><a:gdLst/><a:ahLst/><a:cxnLst/><a:rect l="l" t="t" r="r" b="b"/><a:pathLst><a:path w="0" h="104775"><a:moveTo><a:pt x="0" y="0"/></a:moveTo><a:lnTo><a:pt x="0" y="104631"/></a:lnTo></a:path></a:pathLst></a:custGeom><a:ln w="7756"><a:solidFill><a:srgbClr val="000000"/></a:solidFill></a:ln></p:spPr><p:txBody><a:bodyPr wrap="square" lIns="0" tIns="0" rIns="0" bIns="0" rtlCol="0"/><a:lstStyle/><a:p/></p:txBody></p:sp><p:sp><p:nvSpPr><p:cNvPr id="15" name="object 15"/><p:cNvSpPr/><p:nvPr/></p:nvSpPr><p:spPr><a:xfrm><a:off x="1500431" y="5476242"/><a:ext cx="0" cy="194310"/></a:xfrm><a:custGeom><a:avLst/><a:gdLst/><a:ahLst/><a:cxnLst/><a:rect l="l" t="t" r="r" b="b"/><a:pathLst><a:path w="0" h="194310"><a:moveTo><a:pt x="0" y="0"/></a:moveTo><a:lnTo><a:pt x="0" y="193827"/></a:lnTo></a:path></a:pathLst></a:custGeom><a:ln w="7756"><a:solidFill><a:srgbClr val="000000"/></a:solidFill></a:ln></p:spPr><p:txBody><a:bodyPr wrap="square" lIns="0" tIns="0" rIns="0" bIns="0" rtlCol="0"/><a:lstStyle/><a:p/></p:txBody></p:sp><p:sp><p:nvSpPr><p:cNvPr id="16" name="object 16"/><p:cNvSpPr/><p:nvPr/></p:nvSpPr><p:spPr><a:xfrm><a:off x="1545394" y="5523330"/><a:ext cx="0" cy="104775"/></a:xfrm><a:custGeom><a:avLst/><a:gdLst/><a:ahLst/><a:cxnLst/><a:rect l="l" t="t" r="r" b="b"/><a:pathLst><a:path w="0" h="104775"><a:moveTo><a:pt x="0" y="0"/></a:moveTo><a:lnTo><a:pt x="0" y="104631"/></a:lnTo></a:path></a:pathLst></a:custGeom><a:ln w="7756"><a:solidFill><a:srgbClr val="000000"/></a:solidFill></a:ln></p:spPr><p:txBody><a:bodyPr wrap="square" lIns="0" tIns="0" rIns="0" bIns="0" rtlCol="0"/><a:lstStyle/><a:p/></p:txBody></p:sp><p:sp><p:nvSpPr><p:cNvPr id="17" name="object 17"/><p:cNvSpPr/><p:nvPr/></p:nvSpPr><p:spPr><a:xfrm><a:off x="1594281" y="5475784"/><a:ext cx="0" cy="194310"/></a:xfrm><a:custGeom><a:avLst/><a:gdLst/><a:ahLst/><a:cxnLst/><a:rect l="l" t="t" r="r" b="b"/><a:pathLst><a:path w="0" h="194310"><a:moveTo><a:pt x="0" y="0"/></a:moveTo><a:lnTo><a:pt x="0" y="193827"/></a:lnTo></a:path></a:pathLst></a:custGeom><a:ln w="7756"><a:solidFill><a:srgbClr val="000000"/></a:solidFill></a:ln></p:spPr><p:txBody><a:bodyPr wrap="square" lIns="0" tIns="0" rIns="0" bIns="0" rtlCol="0"/><a:lstStyle/><a:p/></p:txBody></p:sp><p:sp><p:nvSpPr><p:cNvPr id="18" name="object 18"/><p:cNvSpPr/><p:nvPr/></p:nvSpPr><p:spPr><a:xfrm><a:off x="1640260" y="5523105"/><a:ext cx="0" cy="104775"/></a:xfrm><a:custGeom><a:avLst/><a:gdLst/><a:ahLst/><a:cxnLst/><a:rect l="l" t="t" r="r" b="b"/><a:pathLst><a:path w="0" h="104775"><a:moveTo><a:pt x="0" y="0"/></a:moveTo><a:lnTo><a:pt x="0" y="104631"/></a:lnTo></a:path></a:pathLst></a:custGeom><a:ln w="7756"><a:solidFill><a:srgbClr val="000000"/></a:solidFill></a:ln></p:spPr><p:txBody><a:bodyPr wrap="square" lIns="0" tIns="0" rIns="0" bIns="0" rtlCol="0"/><a:lstStyle/><a:p/></p:txBody></p:sp><p:sp><p:nvSpPr><p:cNvPr id="19" name="object 19"/><p:cNvSpPr/><p:nvPr/></p:nvSpPr><p:spPr><a:xfrm><a:off x="1061724" y="5437119"/><a:ext cx="878205" cy="276860"/></a:xfrm><a:custGeom><a:avLst/><a:gdLst/><a:ahLst/><a:cxnLst/><a:rect l="l" t="t" r="r" b="b"/><a:pathLst><a:path w="878205" h="276860"><a:moveTo><a:pt x="0" y="0"/></a:moveTo><a:lnTo><a:pt x="877925" y="0"/></a:lnTo><a:lnTo><a:pt x="877925" y="276276"/></a:lnTo><a:lnTo><a:pt x="0" y="276276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0" name="object 20"/><p:cNvSpPr/><p:nvPr/></p:nvSpPr><p:spPr><a:xfrm><a:off x="1061724" y="5713031"/><a:ext cx="878205" cy="122555"/></a:xfrm><a:custGeom><a:avLst/><a:gdLst/><a:ahLst/><a:cxnLst/><a:rect l="l" t="t" r="r" b="b"/><a:pathLst><a:path w="878205" h="122554"><a:moveTo><a:pt x="0" y="729"/></a:moveTo><a:lnTo><a:pt x="0" y="122369"/></a:lnTo><a:lnTo><a:pt x="204537" y="122369"/></a:lnTo><a:lnTo><a:pt x="498864" y="122369"/></a:lnTo><a:lnTo><a:pt x="763258" y="122369"/></a:lnTo><a:lnTo><a:pt x="877995" y="122369"/></a:lnTo><a:lnTo><a:pt x="87799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1" name="object 21"/><p:cNvSpPr/><p:nvPr/></p:nvSpPr><p:spPr><a:xfrm><a:off x="1138224" y="5436282"/><a:ext cx="0" cy="137160"/></a:xfrm><a:custGeom><a:avLst/><a:gdLst/><a:ahLst/><a:cxnLst/><a:rect l="l" t="t" r="r" b="b"/><a:pathLst><a:path w="0" h="137160"><a:moveTo><a:pt x="0" y="136974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2" name="object 22"/><p:cNvSpPr/><p:nvPr/></p:nvSpPr><p:spPr><a:xfrm><a:off x="1807259" y="5439151"/><a:ext cx="0" cy="136525"/></a:xfrm><a:custGeom><a:avLst/><a:gdLst/><a:ahLst/><a:cxnLst/><a:rect l="l" t="t" r="r" b="b"/><a:pathLst><a:path w="0" h="136525"><a:moveTo><a:pt x="0" y="136276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3" name="object 23"/><p:cNvSpPr/><p:nvPr/></p:nvSpPr><p:spPr><a:xfrm><a:off x="1939781" y="5575265"/><a:ext cx="1403350" cy="0"/></a:xfrm><a:custGeom><a:avLst/><a:gdLst/><a:ahLst/><a:cxnLst/><a:rect l="l" t="t" r="r" b="b"/><a:pathLst><a:path w="1403350" h="0"><a:moveTo><a:pt x="1403021" y="0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4" name="object 24"/><p:cNvSpPr/><p:nvPr/></p:nvSpPr><p:spPr><a:xfrm><a:off x="3342361" y="5282228"/><a:ext cx="879475" cy="468630"/></a:xfrm><a:custGeom><a:avLst/><a:gdLst/><a:ahLst/><a:cxnLst/><a:rect l="l" t="t" r="r" b="b"/><a:pathLst><a:path w="879475" h="468629"><a:moveTo><a:pt x="0" y="0"/></a:moveTo><a:lnTo><a:pt x="879166" y="0"/></a:lnTo><a:lnTo><a:pt x="879166" y="468630"/></a:lnTo><a:lnTo><a:pt x="0" y="468630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5" name="object 25"/><p:cNvSpPr/><p:nvPr/></p:nvSpPr><p:spPr><a:xfrm><a:off x="3913373" y="5628380"/><a:ext cx="89535" cy="10795"/></a:xfrm><a:custGeom><a:avLst/><a:gdLst/><a:ahLst/><a:cxnLst/><a:rect l="l" t="t" r="r" b="b"/><a:pathLst><a:path w="89535" h="10795"><a:moveTo><a:pt x="0" y="10315"/></a:moveTo><a:lnTo><a:pt x="9478" y="5922"/></a:lnTo><a:lnTo><a:pt x="20330" y="2685"/></a:lnTo><a:lnTo><a:pt x="32187" y="684"/></a:lnTo><a:lnTo><a:pt x="44675" y="0"/></a:lnTo><a:lnTo><a:pt x="57119" y="684"/></a:lnTo><a:lnTo><a:pt x="68952" y="2685"/></a:lnTo><a:lnTo><a:pt x="79796" y="5922"/></a:lnTo><a:lnTo><a:pt x="89273" y="10315"/></a:lnTo></a:path></a:pathLst></a:custGeom><a:ln w="7756"><a:solidFill><a:srgbClr val="000000"/></a:solidFill></a:ln></p:spPr><p:txBody><a:bodyPr wrap="square" lIns="0" tIns="0" rIns="0" bIns="0" rtlCol="0"/><a:lstStyle/><a:p/></p:txBody></p:sp><p:sp><p:nvSpPr><p:cNvPr id="26" name="object 26"/><p:cNvSpPr/><p:nvPr/></p:nvSpPr><p:spPr><a:xfrm><a:off x="4002662" y="5638695"/><a:ext cx="89535" cy="11430"/></a:xfrm><a:custGeom><a:avLst/><a:gdLst/><a:ahLst/><a:cxnLst/><a:rect l="l" t="t" r="r" b="b"/><a:pathLst><a:path w="89535" h="11429"><a:moveTo><a:pt x="0" y="0"/></a:moveTo><a:lnTo><a:pt x="9271" y="4633"/></a:lnTo><a:lnTo><a:pt x="20069" y="8095"/></a:lnTo><a:lnTo><a:pt x="32001" y="10263"/></a:lnTo><a:lnTo><a:pt x="44675" y="11013"/></a:lnTo><a:lnTo><a:pt x="57305" y="10263"/></a:lnTo><a:lnTo><a:pt x="69214" y="8095"/></a:lnTo><a:lnTo><a:pt x="80004" y="4633"/></a:lnTo><a:lnTo><a:pt x="89273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7" name="object 27"/><p:cNvSpPr/><p:nvPr/></p:nvSpPr><p:spPr><a:xfrm><a:off x="3482414" y="5383656"/><a:ext cx="215900" cy="0"/></a:xfrm><a:custGeom><a:avLst/><a:gdLst/><a:ahLst/><a:cxnLst/><a:rect l="l" t="t" r="r" b="b"/><a:pathLst><a:path w="215900" h="0"><a:moveTo><a:pt x="0" y="0"/></a:moveTo><a:lnTo><a:pt x="215389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8" name="object 28"/><p:cNvSpPr/><p:nvPr/></p:nvSpPr><p:spPr><a:xfrm><a:off x="3342213" y="5283841"/><a:ext cx="876300" cy="467359"/></a:xfrm><a:custGeom><a:avLst/><a:gdLst/><a:ahLst/><a:cxnLst/><a:rect l="l" t="t" r="r" b="b"/><a:pathLst><a:path w="876300" h="467360"><a:moveTo><a:pt x="0" y="467311"/></a:moveTo><a:lnTo><a:pt x="875986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9" name="object 29"/><p:cNvSpPr/><p:nvPr/></p:nvSpPr><p:spPr><a:xfrm><a:off x="3342361" y="5750842"/><a:ext cx="879475" cy="122555"/></a:xfrm><a:custGeom><a:avLst/><a:gdLst/><a:ahLst/><a:cxnLst/><a:rect l="l" t="t" r="r" b="b"/><a:pathLst><a:path w="879475" h="122554"><a:moveTo><a:pt x="879189" y="0"/></a:moveTo><a:lnTo><a:pt x="879189" y="122369"/></a:lnTo><a:lnTo><a:pt x="460530" y="122369"/></a:lnTo><a:lnTo><a:pt x="229394" y="122369"/></a:lnTo><a:lnTo><a:pt x="103359" y="122369"/></a:lnTo><a:lnTo><a:pt x="0" y="122369"/></a:lnTo><a:lnTo><a:pt x="0" y="721"/></a:lnTo></a:path></a:pathLst></a:custGeom><a:ln w="7756"><a:solidFill><a:srgbClr val="000000"/></a:solidFill></a:ln></p:spPr><p:txBody><a:bodyPr wrap="square" lIns="0" tIns="0" rIns="0" bIns="0" rtlCol="0"/><a:lstStyle/><a:p/></p:txBody></p:sp><p:sp><p:nvSpPr><p:cNvPr id="30" name="object 30"/><p:cNvSpPr/><p:nvPr/></p:nvSpPr><p:spPr><a:xfrm><a:off x="4221566" y="5539036"/><a:ext cx="1228090" cy="0"/></a:xfrm><a:custGeom><a:avLst/><a:gdLst/><a:ahLst/><a:cxnLst/><a:rect l="l" t="t" r="r" b="b"/><a:pathLst><a:path w="1228089" h="0"><a:moveTo><a:pt x="1227575" y="0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1" name="object 31"/><p:cNvSpPr/><p:nvPr/></p:nvSpPr><p:spPr><a:xfrm><a:off x="481241" y="4185942"/><a:ext cx="8778240" cy="6052820"/></a:xfrm><a:custGeom><a:avLst/><a:gdLst/><a:ahLst/><a:cxnLst/><a:rect l="l" t="t" r="r" b="b"/><a:pathLst><a:path w="8778240" h="6052820"><a:moveTo><a:pt x="0" y="0"/></a:moveTo><a:lnTo><a:pt x="8777859" y="0"/></a:lnTo><a:lnTo><a:pt x="8777859" y="6052481"/></a:lnTo><a:lnTo><a:pt x="0" y="6052481"/></a:lnTo><a:lnTo><a:pt x="0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p:sp><p:nvSpPr><p:cNvPr id="32" name="object 32"/><p:cNvSpPr/><p:nvPr/></p:nvSpPr><p:spPr><a:xfrm><a:off x="7459102" y="5539377"/><a:ext cx="135890" cy="0"/></a:xfrm><a:custGeom><a:avLst/><a:gdLst/><a:ahLst/><a:cxnLst/><a:rect l="l" t="t" r="r" b="b"/><a:pathLst><a:path w="135890" h="0"><a:moveTo><a:pt x="0" y="0"/></a:moveTo><a:lnTo><a:pt x="59102" y="0"/></a:lnTo><a:lnTo><a:pt x="13557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3" name="object 33"/><p:cNvSpPr/><p:nvPr/></p:nvSpPr><p:spPr><a:xfrm><a:off x="7605795" y="5539408"/><a:ext cx="292100" cy="67310"/></a:xfrm><a:custGeom><a:avLst/><a:gdLst/><a:ahLst/><a:cxnLst/><a:rect l="l" t="t" r="r" b="b"/><a:pathLst><a:path w="292100" h="67310"><a:moveTo><a:pt x="0" y="66780"/></a:moveTo><a:lnTo><a:pt x="169240" y="0"/></a:lnTo><a:lnTo><a:pt x="29155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4" name="object 34"/><p:cNvSpPr/><p:nvPr/></p:nvSpPr><p:spPr><a:xfrm><a:off x="7139717" y="5344913"/><a:ext cx="758190" cy="389255"/></a:xfrm><a:custGeom><a:avLst/><a:gdLst/><a:ahLst/><a:cxnLst/><a:rect l="l" t="t" r="r" b="b"/><a:pathLst><a:path w="758190" h="389254"><a:moveTo><a:pt x="0" y="388896"/></a:moveTo><a:lnTo><a:pt x="757704" y="388896"/></a:lnTo><a:lnTo><a:pt x="757704" y="0"/></a:lnTo><a:lnTo><a:pt x="0" y="0"/></a:lnTo><a:lnTo><a:pt x="0" y="388896"/></a:lnTo><a:close/></a:path></a:pathLst></a:custGeom><a:ln w="11634"><a:solidFill><a:srgbClr val="000000"/></a:solidFill><a:prstDash val="lgDash"/></a:ln></p:spPr><p:txBody><a:bodyPr wrap="square" lIns="0" tIns="0" rIns="0" bIns="0" rtlCol="0"/><a:lstStyle/><a:p/></p:txBody></p:sp><p:sp><p:nvSpPr><p:cNvPr id="35" name="object 35"/><p:cNvSpPr/><p:nvPr/></p:nvSpPr><p:spPr><a:xfrm><a:off x="7139717" y="5539377"/><a:ext cx="319405" cy="0"/></a:xfrm><a:custGeom><a:avLst/><a:gdLst/><a:ahLst/><a:cxnLst/><a:rect l="l" t="t" r="r" b="b"/><a:pathLst><a:path w="319404" h="0"><a:moveTo><a:pt x="0" y="0"/></a:moveTo><a:lnTo><a:pt x="31940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6" name="object 36"/><p:cNvSpPr/><p:nvPr/></p:nvSpPr><p:spPr><a:xfrm><a:off x="7897452" y="5539377"/><a:ext cx="3957320" cy="0"/></a:xfrm><a:custGeom><a:avLst/><a:gdLst/><a:ahLst/><a:cxnLst/><a:rect l="l" t="t" r="r" b="b"/><a:pathLst><a:path w="3957320" h="0"><a:moveTo><a:pt x="0" y="0"/></a:moveTo><a:lnTo><a:pt x="395714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7" name="object 37"/><p:cNvSpPr/><p:nvPr/></p:nvSpPr><p:spPr><a:xfrm><a:off x="5596610" y="5391815"/><a:ext cx="37465" cy="74295"/></a:xfrm><a:custGeom><a:avLst/><a:gdLst/><a:ahLst/><a:cxnLst/><a:rect l="l" t="t" r="r" b="b"/><a:pathLst><a:path w="37464" h="74295"><a:moveTo><a:pt x="36872" y="0"/></a:moveTo><a:lnTo><a:pt x="22512" y="2902"/></a:lnTo><a:lnTo><a:pt x="10787" y="10816"/></a:lnTo><a:lnTo><a:pt x="2886" y="22552"/></a:lnTo><a:lnTo><a:pt x="0" y="36920"/></a:lnTo><a:lnTo><a:pt x="2900" y="51278"/></a:lnTo><a:lnTo><a:pt x="10810" y="63000"/></a:lnTo><a:lnTo><a:pt x="22545" y="70899"/></a:lnTo><a:lnTo><a:pt x="36919" y="73792"/></a:lnTo></a:path></a:pathLst></a:custGeom><a:ln w="7756"><a:solidFill><a:srgbClr val="000000"/></a:solidFill></a:ln></p:spPr><p:txBody><a:bodyPr wrap="square" lIns="0" tIns="0" rIns="0" bIns="0" rtlCol="0"/><a:lstStyle/><a:p/></p:txBody></p:sp><p:sp><p:nvSpPr><p:cNvPr id="38" name="object 38"/><p:cNvSpPr/><p:nvPr/></p:nvSpPr><p:spPr><a:xfrm><a:off x="5596672" y="5539377"/><a:ext cx="121285" cy="147955"/></a:xfrm><a:custGeom><a:avLst/><a:gdLst/><a:ahLst/><a:cxnLst/><a:rect l="l" t="t" r="r" b="b"/><a:pathLst><a:path w="121285" h="147954"><a:moveTo><a:pt x="36935" y="73847"/></a:moveTo><a:lnTo><a:pt x="22565" y="70949"/></a:lnTo><a:lnTo><a:pt x="10832" y="63047"/></a:lnTo><a:lnTo><a:pt x="2916" y="51324"/></a:lnTo><a:lnTo><a:pt x="0" y="36966"/></a:lnTo><a:lnTo><a:pt x="2895" y="22599"/></a:lnTo><a:lnTo><a:pt x="10800" y="10865"/></a:lnTo><a:lnTo><a:pt x="22527" y="2952"/></a:lnTo><a:lnTo><a:pt x="36888" y="46"/></a:lnTo><a:lnTo><a:pt x="121213" y="0"/></a:lnTo></a:path><a:path w="121285" h="147954"><a:moveTo><a:pt x="36935" y="73847"/></a:moveTo><a:lnTo><a:pt x="22568" y="76751"/></a:lnTo><a:lnTo><a:pt x="10845" y="84669"/></a:lnTo><a:lnTo><a:pt x="2946" y="96408"/></a:lnTo><a:lnTo><a:pt x="54" y="110774"/></a:lnTo><a:lnTo><a:pt x="2958" y="125131"/></a:lnTo><a:lnTo><a:pt x="10868" y="136856"/></a:lnTo><a:lnTo><a:pt x="22597" y="144760"/></a:lnTo><a:lnTo><a:pt x="36958" y="147655"/></a:lnTo></a:path></a:pathLst></a:custGeom><a:ln w="7756"><a:solidFill><a:srgbClr val="000000"/></a:solidFill></a:ln></p:spPr><p:txBody><a:bodyPr wrap="square" lIns="0" tIns="0" rIns="0" bIns="0" rtlCol="0"/><a:lstStyle/><a:p/></p:txBody></p:sp><p:sp><p:nvSpPr><p:cNvPr id="39" name="object 39"/><p:cNvSpPr/><p:nvPr/></p:nvSpPr><p:spPr><a:xfrm><a:off x="5600783" y="5732266"/><a:ext cx="45720" cy="77470"/></a:xfrm><a:custGeom><a:avLst/><a:gdLst/><a:ahLst/><a:cxnLst/><a:rect l="l" t="t" r="r" b="b"/><a:pathLst><a:path w="45720" h="77470"><a:moveTo><a:pt x="0" y="0"/></a:moveTo><a:lnTo><a:pt x="31" y="77322"/></a:lnTo><a:lnTo><a:pt x="45708" y="38633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40" name="object 40"/><p:cNvSpPr/><p:nvPr/></p:nvSpPr><p:spPr><a:xfrm><a:off x="5533343" y="5612813"/><a:ext cx="37465" cy="74295"/></a:xfrm><a:custGeom><a:avLst/><a:gdLst/><a:ahLst/><a:cxnLst/><a:rect l="l" t="t" r="r" b="b"/><a:pathLst><a:path w="37464" h="74295"><a:moveTo><a:pt x="38" y="73800"/></a:moveTo><a:lnTo><a:pt x="14402" y="70889"/></a:lnTo><a:lnTo><a:pt x="26129" y="62972"/></a:lnTo><a:lnTo><a:pt x="34032" y="51237"/></a:lnTo><a:lnTo><a:pt x="36926" y="36873"/></a:lnTo><a:lnTo><a:pt x="34024" y="22508"/></a:lnTo><a:lnTo><a:pt x="26109" y="10781"/></a:lnTo><a:lnTo><a:pt x="14372" y="2882"/></a:ln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41" name="object 41"/><p:cNvSpPr/><p:nvPr/></p:nvSpPr><p:spPr><a:xfrm><a:off x="5533304" y="5538997"/><a:ext cx="37465" cy="74295"/></a:xfrm><a:custGeom><a:avLst/><a:gdLst/><a:ahLst/><a:cxnLst/><a:rect l="l" t="t" r="r" b="b"/><a:pathLst><a:path w="37464" h="74295"><a:moveTo><a:pt x="38" y="73815"/></a:moveTo><a:lnTo><a:pt x="14406" y="70897"/></a:lnTo><a:lnTo><a:pt x="26132" y="62981"/></a:lnTo><a:lnTo><a:pt x="34034" y="51249"/></a:lnTo><a:lnTo><a:pt x="36927" y="36888"/></a:lnTo><a:lnTo><a:pt x="34014" y="22524"/></a:lnTo><a:lnTo><a:pt x="26101" y="10797"/></a:lnTo><a:lnTo><a:pt x="14369" y="2894"/></a:ln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42" name="object 42"/><p:cNvSpPr/><p:nvPr/></p:nvSpPr><p:spPr><a:xfrm><a:off x="5449141" y="5391389"/><a:ext cx="121285" cy="147955"/></a:xfrm><a:custGeom><a:avLst/><a:gdLst/><a:ahLst/><a:cxnLst/><a:rect l="l" t="t" r="r" b="b"/><a:pathLst><a:path w="121285" h="147954"><a:moveTo><a:pt x="84116" y="73800"/></a:moveTo><a:lnTo><a:pt x="98499" y="76697"/></a:lnTo><a:lnTo><a:pt x="110239" y="84599"/></a:lnTo><a:lnTo><a:pt x="118153" y="96322"/></a:lnTo><a:lnTo><a:pt x="121058" y="110681"/></a:lnTo><a:lnTo><a:pt x="118164" y="125049"/></a:lnTo><a:lnTo><a:pt x="110260" y="136785"/></a:lnTo><a:lnTo><a:pt x="98531" y="144701"/></a:lnTo><a:lnTo><a:pt x="84162" y="147608"/></a:lnTo><a:lnTo><a:pt x="0" y="147647"/></a:lnTo></a:path><a:path w="121285" h="147954"><a:moveTo><a:pt x="84116" y="73800"/></a:moveTo><a:lnTo><a:pt x="98496" y="70898"/></a:lnTo><a:lnTo><a:pt x="110228" y="62985"/></a:lnTo><a:lnTo><a:pt x="118127" y="51251"/></a:lnTo><a:lnTo><a:pt x="121012" y="36888"/></a:lnTo><a:lnTo><a:pt x="118104" y="22523"/></a:lnTo><a:lnTo><a:pt x="110193" y="10794"/></a:lnTo><a:lnTo><a:pt x="98461" y="2890"/></a:lnTo><a:lnTo><a:pt x="84093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43" name="object 43"/><p:cNvSpPr/><p:nvPr/></p:nvSpPr><p:spPr><a:xfrm><a:off x="5596649" y="5465608"/><a:ext cx="37465" cy="74295"/></a:xfrm><a:custGeom><a:avLst/><a:gdLst/><a:ahLst/><a:cxnLst/><a:rect l="l" t="t" r="r" b="b"/><a:pathLst><a:path w="37464" h="74295"><a:moveTo><a:pt x="36880" y="0"/></a:moveTo><a:lnTo><a:pt x="22510" y="2906"/></a:lnTo><a:lnTo><a:pt x="10784" y="10821"/></a:lnTo><a:lnTo><a:pt x="2887" y="22556"/></a:lnTo><a:lnTo><a:pt x="0" y="36920"/></a:lnTo><a:lnTo><a:pt x="2902" y="51285"/></a:lnTo><a:lnTo><a:pt x="10815" y="63014"/></a:lnTo><a:lnTo><a:pt x="22548" y="70920"/></a:lnTo><a:lnTo><a:pt x="36911" y="73816"/></a:lnTo></a:path></a:pathLst></a:custGeom><a:ln w="7756"><a:solidFill><a:srgbClr val="000000"/></a:solidFill></a:ln></p:spPr><p:txBody><a:bodyPr wrap="square" lIns="0" tIns="0" rIns="0" bIns="0" rtlCol="0"/><a:lstStyle/><a:p/></p:txBody></p:sp><p:sp><p:nvSpPr><p:cNvPr id="44" name="object 44"/><p:cNvSpPr/><p:nvPr/></p:nvSpPr><p:spPr><a:xfrm><a:off x="5545698" y="5737672"/><a:ext cx="33020" cy="65405"/></a:xfrm><a:custGeom><a:avLst/><a:gdLst/><a:ahLst/><a:cxnLst/><a:rect l="l" t="t" r="r" b="b"/><a:pathLst><a:path w="33020" h="65404"><a:moveTo><a:pt x="29706" y="0"/></a:moveTo><a:lnTo><a:pt x="0" y="31645"/></a:lnTo><a:lnTo><a:pt x="32576" y="65074"/></a:lnTo></a:path></a:pathLst></a:custGeom><a:ln w="7756"><a:solidFill><a:srgbClr val="000000"/></a:solidFill></a:ln></p:spPr><p:txBody><a:bodyPr wrap="square" lIns="0" tIns="0" rIns="0" bIns="0" rtlCol="0"/><a:lstStyle/><a:p/></p:txBody></p:sp><p:sp><p:nvSpPr><p:cNvPr id="45" name="object 45"/><p:cNvSpPr/><p:nvPr/></p:nvSpPr><p:spPr><a:xfrm><a:off x="5502116" y="5769287"/><a:ext cx="43815" cy="635"/></a:xfrm><a:custGeom><a:avLst/><a:gdLst/><a:ahLst/><a:cxnLst/><a:rect l="l" t="t" r="r" b="b"/><a:pathLst><a:path w="43814" h="635"><a:moveTo><a:pt x="43582" y="0"/></a:moveTo><a:lnTo><a:pt x="0" y="23"/></a:lnTo></a:path></a:pathLst></a:custGeom><a:ln w="7756"><a:solidFill><a:srgbClr val="000000"/></a:solidFill></a:ln></p:spPr><p:txBody><a:bodyPr wrap="square" lIns="0" tIns="0" rIns="0" bIns="0" rtlCol="0"/><a:lstStyle/><a:p/></p:txBody></p:sp><p:sp><p:nvSpPr><p:cNvPr id="46" name="object 46"/><p:cNvSpPr/><p:nvPr/></p:nvSpPr><p:spPr><a:xfrm><a:off x="5449025" y="5315005"/><a:ext cx="269240" cy="554990"/></a:xfrm><a:custGeom><a:avLst/><a:gdLst/><a:ahLst/><a:cxnLst/><a:rect l="l" t="t" r="r" b="b"/><a:pathLst><a:path w="269239" h="554989"><a:moveTo><a:pt x="268752" y="0"/></a:moveTo><a:lnTo><a:pt x="269047" y="554724"/></a:lnTo><a:lnTo><a:pt x="294" y="554871"/></a:lnTo><a:lnTo><a:pt x="0" y="147"/></a:lnTo><a:lnTo><a:pt x="268752" y="0"/></a:lnTo><a:close/></a:path></a:pathLst></a:custGeom><a:ln w="11634"><a:solidFill><a:srgbClr val="000000"/></a:solidFill><a:prstDash val="lgDash"/></a:ln></p:spPr><p:txBody><a:bodyPr wrap="square" lIns="0" tIns="0" rIns="0" bIns="0" rtlCol="0"/><a:lstStyle/><a:p/></p:txBody></p:sp><p:sp><p:nvSpPr><p:cNvPr id="47" name="object 47"/><p:cNvSpPr/><p:nvPr/></p:nvSpPr><p:spPr><a:xfrm><a:off x="5518699" y="5981629"/><a:ext cx="129539" cy="55880"/></a:xfrm><a:custGeom><a:avLst/><a:gdLst/><a:ahLst/><a:cxnLst/><a:rect l="l" t="t" r="r" b="b"/><a:pathLst><a:path w="129539" h="55879"><a:moveTo><a:pt x="0" y="27534"/></a:moveTo><a:lnTo><a:pt x="87722" y="27534"/></a:lnTo><a:lnTo><a:pt x="87722" y="0"/></a:lnTo><a:lnTo><a:pt x="129373" y="27534"/></a:lnTo><a:lnTo><a:pt x="87722" y="55534"/></a:lnTo></a:path></a:pathLst></a:custGeom><a:ln w="7756"><a:solidFill><a:srgbClr val="000000"/></a:solidFill></a:ln></p:spPr><p:txBody><a:bodyPr wrap="square" lIns="0" tIns="0" rIns="0" bIns="0" rtlCol="0"/><a:lstStyle/><a:p/></p:txBody></p:sp><p:sp><p:nvSpPr><p:cNvPr id="48" name="object 48"/><p:cNvSpPr/><p:nvPr/></p:nvSpPr><p:spPr><a:xfrm><a:off x="5717886" y="5539377"/><a:ext cx="1422400" cy="0"/></a:xfrm><a:custGeom><a:avLst/><a:gdLst/><a:ahLst/><a:cxnLst/><a:rect l="l" t="t" r="r" b="b"/><a:pathLst><a:path w="1422400" h="0"><a:moveTo><a:pt x="0" y="0"/></a:moveTo><a:lnTo><a:pt x="142186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49" name="object 49"/><p:cNvSpPr/><p:nvPr/></p:nvSpPr><p:spPr><a:xfrm><a:off x="14794352" y="6160440"/><a:ext cx="170815" cy="0"/></a:xfrm><a:custGeom><a:avLst/><a:gdLst/><a:ahLst/><a:cxnLst/><a:rect l="l" t="t" r="r" b="b"/><a:pathLst><a:path w="170815" h="0"><a:moveTo><a:pt x="0" y="0"/></a:moveTo><a:lnTo><a:pt x="17071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50" name="object 50"/><p:cNvSpPr/><p:nvPr/></p:nvSpPr><p:spPr><a:xfrm><a:off x="14385290" y="7644196"/><a:ext cx="2377440" cy="217170"/></a:xfrm><a:custGeom><a:avLst/><a:gdLst/><a:ahLst/><a:cxnLst/><a:rect l="l" t="t" r="r" b="b"/><a:pathLst><a:path w="2377440" h="217170"><a:moveTo><a:pt x="0" y="0"/></a:moveTo><a:lnTo><a:pt x="2377123" y="0"/></a:lnTo><a:lnTo><a:pt x="2377123" y="217018"/></a:lnTo><a:lnTo><a:pt x="0" y="217018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51" name="object 51"/><p:cNvSpPr/><p:nvPr/></p:nvSpPr><p:spPr><a:xfrm><a:off x="15471625" y="5348357"/><a:ext cx="0" cy="2296160"/></a:xfrm><a:custGeom><a:avLst/><a:gdLst/><a:ahLst/><a:cxnLst/><a:rect l="l" t="t" r="r" b="b"/><a:pathLst><a:path w="0" h="2296159"><a:moveTo><a:pt x="0" y="0"/></a:moveTo><a:lnTo><a:pt x="0" y="2295838"/></a:lnTo></a:path></a:pathLst></a:custGeom><a:ln w="7756"><a:solidFill><a:srgbClr val="000000"/></a:solidFill><a:prstDash val="lgDash"/></a:ln></p:spPr><p:txBody><a:bodyPr wrap="square" lIns="0" tIns="0" rIns="0" bIns="0" rtlCol="0"/><a:lstStyle/><a:p/></p:txBody></p:sp><p:sp><p:nvSpPr><p:cNvPr id="52" name="object 52"/><p:cNvSpPr/><p:nvPr/></p:nvSpPr><p:spPr><a:xfrm><a:off x="15958405" y="7309787"/><a:ext cx="873125" cy="0"/></a:xfrm><a:custGeom><a:avLst/><a:gdLst/><a:ahLst/><a:cxnLst/><a:rect l="l" t="t" r="r" b="b"/><a:pathLst><a:path w="873125" h="0"><a:moveTo><a:pt x="0" y="0"/></a:moveTo><a:lnTo><a:pt x="87272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53" name="object 53"/><p:cNvSpPr/><p:nvPr/></p:nvSpPr><p:spPr><a:xfrm><a:off x="16800651" y="7238127"/><a:ext cx="55880" cy="142875"/></a:xfrm><a:custGeom><a:avLst/><a:gdLst/><a:ahLst/><a:cxnLst/><a:rect l="l" t="t" r="r" b="b"/><a:pathLst><a:path w="55880" h="142875"><a:moveTo><a:pt x="30481" y="71659"/></a:moveTo><a:lnTo><a:pt x="41682" y="77570"/></a:lnTo><a:lnTo><a:pt x="49988" y="86658"/></a:lnTo><a:lnTo><a:pt x="54804" y="98000"/></a:lnTo><a:lnTo><a:pt x="55534" y="110673"/></a:lnTo><a:lnTo><a:pt x="51872" y="122792"/></a:lnTo><a:lnTo><a:pt x="44559" y="132701"/></a:lnTo><a:lnTo><a:pt x="34396" y="139642"/></a:lnTo><a:lnTo><a:pt x="22182" y="142861"/></a:lnTo></a:path><a:path w="55880" h="142875"><a:moveTo><a:pt x="30481" y="71659"/></a:moveTo><a:lnTo><a:pt x="18574" y="67446"/></a:lnTo><a:lnTo><a:pt x="9045" y="59678"/></a:lnTo><a:lnTo><a:pt x="2614" y="49184"/></a:lnTo><a:lnTo><a:pt x="0" y="36795"/></a:lnTo><a:lnTo><a:pt x="1792" y="24257"/></a:lnTo><a:lnTo><a:pt x="7534" y="13360"/></a:lnTo><a:lnTo><a:pt x="16549" y="4981"/></a:lnTo><a:lnTo><a:pt x="28162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54" name="object 54"/><p:cNvSpPr/><p:nvPr/></p:nvSpPr><p:spPr><a:xfrm><a:off x="15932654" y="5823278"/><a:ext cx="45720" cy="38735"/></a:xfrm><a:custGeom><a:avLst/><a:gdLst/><a:ahLst/><a:cxnLst/><a:rect l="l" t="t" r="r" b="b"/><a:pathLst><a:path w="45719" h="38735"><a:moveTo><a:pt x="23035" y="0"/></a:moveTo><a:lnTo><a:pt x="31827" y="1631"/></a:lnTo><a:lnTo><a:pt x="38974" y="5849"/></a:lnTo><a:lnTo><a:pt x="43737" y="12022"/></a:lnTo><a:lnTo><a:pt x="45373" y="19522"/></a:lnTo><a:lnTo><a:pt x="43465" y="26984"/></a:lnTo><a:lnTo><a:pt x="38480" y="33035"/></a:lnTo><a:lnTo><a:pt x="31183" y="37065"/></a:lnTo><a:lnTo><a:pt x="22337" y="38463"/></a:lnTo><a:lnTo><a:pt x="13549" y="36830"/></a:lnTo><a:lnTo><a:pt x="6401" y="32610"/></a:lnTo><a:lnTo><a:pt x="1637" y="26433"/></a:lnTo><a:lnTo><a:pt x="0" y="18932"/></a:lnTo><a:lnTo><a:pt x="1908" y="11472"/></a:lnTo><a:lnTo><a:pt x="6893" y="5423"/></a:lnTo><a:lnTo><a:pt x="14190" y="1396"/></a:lnTo><a:lnTo><a:pt x="23035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55" name="object 55"/><p:cNvSpPr/><p:nvPr/></p:nvSpPr><p:spPr><a:xfrm><a:off x="15933197" y="5741706"/><a:ext cx="45085" cy="635"/></a:xfrm><a:custGeom><a:avLst/><a:gdLst/><a:ahLst/><a:cxnLst/><a:rect l="l" t="t" r="r" b="b"/><a:pathLst><a:path w="45084" h="635"><a:moveTo><a:pt x="44830" y="597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56" name="object 56"/><p:cNvSpPr/><p:nvPr/></p:nvSpPr><p:spPr><a:xfrm><a:off x="15936066" y="5928615"/><a:ext cx="45720" cy="38735"/></a:xfrm><a:custGeom><a:avLst/><a:gdLst/><a:ahLst/><a:cxnLst/><a:rect l="l" t="t" r="r" b="b"/><a:pathLst><a:path w="45719" h="38735"><a:moveTo><a:pt x="22337" y="38455"/></a:moveTo><a:lnTo><a:pt x="13513" y="36822"/></a:lnTo><a:lnTo><a:pt x="6369" y="32602"/></a:lnTo><a:lnTo><a:pt x="1625" y="26425"/></a:lnTo><a:lnTo><a:pt x="0" y="18925"/></a:lnTo><a:lnTo><a:pt x="1908" y="11468"/></a:lnTo><a:lnTo><a:pt x="6893" y="5422"/></a:lnTo><a:lnTo><a:pt x="14190" y="1396"/></a:lnTo><a:lnTo><a:pt x="23035" y="0"/></a:lnTo><a:lnTo><a:pt x="31859" y="1631"/></a:lnTo><a:lnTo><a:pt x="39004" y="5849"/></a:lnTo><a:lnTo><a:pt x="43748" y="12022"/></a:lnTo><a:lnTo><a:pt x="45373" y="19522"/></a:lnTo><a:lnTo><a:pt x="43465" y="26975"/></a:lnTo><a:lnTo><a:pt x="38480" y="33023"/></a:lnTo><a:lnTo><a:pt x="31183" y="37053"/></a:lnTo><a:lnTo><a:pt x="22337" y="38455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57" name="object 57"/><p:cNvSpPr/><p:nvPr/></p:nvSpPr><p:spPr><a:xfrm><a:off x="15937386" y="6045338"/><a:ext cx="45085" cy="635"/></a:xfrm><a:custGeom><a:avLst/><a:gdLst/><a:ahLst/><a:cxnLst/><a:rect l="l" t="t" r="r" b="b"/><a:pathLst><a:path w="45084" h="635"><a:moveTo><a:pt x="0" y="0"/></a:moveTo><a:lnTo><a:pt x="44830" y="589"/></a:lnTo></a:path></a:pathLst></a:custGeom><a:ln w="7756"><a:solidFill><a:srgbClr val="000000"/></a:solidFill></a:ln></p:spPr><p:txBody><a:bodyPr wrap="square" lIns="0" tIns="0" rIns="0" bIns="0" rtlCol="0"/><a:lstStyle/><a:p/></p:txBody></p:sp><p:sp><p:nvSpPr><p:cNvPr id="58" name="object 58"/><p:cNvSpPr/><p:nvPr/></p:nvSpPr><p:spPr><a:xfrm><a:off x="15996643" y="5842994"/><a:ext cx="39370" cy="105410"/></a:xfrm><a:custGeom><a:avLst/><a:gdLst/><a:ahLst/><a:cxnLst/><a:rect l="l" t="t" r="r" b="b"/><a:pathLst><a:path w="39369" h="105410"><a:moveTo><a:pt x="0" y="0"/></a:moveTo><a:lnTo><a:pt x="16130" y="9163"/></a:lnTo><a:lnTo><a:pt x="28407" y="21509"/></a:lnTo><a:lnTo><a:pt x="36233" y="36227"/></a:lnTo><a:lnTo><a:pt x="39013" y="52501"/></a:lnTo><a:lnTo><a:pt x="36348" y="68798"/></a:lnTo><a:lnTo><a:pt x="28630" y="83558"/></a:lnTo><a:lnTo><a:pt x="16446" y="95970"/></a:lnTo><a:lnTo><a:pt x="387" y="105220"/></a:lnTo></a:path></a:pathLst></a:custGeom><a:ln w="7756"><a:solidFill><a:srgbClr val="000000"/></a:solidFill></a:ln></p:spPr><p:txBody><a:bodyPr wrap="square" lIns="0" tIns="0" rIns="0" bIns="0" rtlCol="0"/><a:lstStyle/><a:p/></p:txBody></p:sp><p:pic><p:nvPicPr><p:cNvPr id="59" name="object 59"/><p:cNvPicPr/><p:nvPr/></p:nvPicPr><p:blipFill><a:blip r:embed="rId5" cstate="print"/><a:stretch><a:fillRect/></a:stretch></p:blipFill><p:spPr><a:xfrm><a:off x="14961196" y="6046145"/><a:ext cx="228567" cy="228591"/></a:xfrm><a:prstGeom prst="rect"><a:avLst/></a:prstGeom></p:spPr></p:pic><p:sp><p:nvSpPr><p:cNvPr id="60" name="object 60"/><p:cNvSpPr/><p:nvPr/></p:nvSpPr><p:spPr><a:xfrm><a:off x="14744170" y="6032719"/><a:ext cx="51435" cy="128905"/></a:xfrm><a:custGeom><a:avLst/><a:gdLst/><a:ahLst/><a:cxnLst/><a:rect l="l" t="t" r="r" b="b"/><a:pathLst><a:path w="51434" h="128904"><a:moveTo><a:pt x="50958" y="128908"/></a:moveTo><a:lnTo><a:pt x="30245" y="122394"/></a:lnTo><a:lnTo><a:pt x="14804" y="109197"/></a:lnTo><a:lnTo><a:pt x="4700" y="90809"/></a:lnTo><a:lnTo><a:pt x="0" y="68720"/></a:lnTo><a:lnTo><a:pt x="2023" y="46060"/></a:lnTo><a:lnTo><a:pt x="11304" y="25954"/></a:lnTo><a:lnTo><a:pt x="26722" y="10050"/></a:lnTo><a:lnTo><a:pt x="47157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61" name="object 61"/><p:cNvSpPr/><p:nvPr/></p:nvSpPr><p:spPr><a:xfrm><a:off x="14747117" y="6160401"/><a:ext cx="51435" cy="128905"/></a:xfrm><a:custGeom><a:avLst/><a:gdLst/><a:ahLst/><a:cxnLst/><a:rect l="l" t="t" r="r" b="b"/><a:pathLst><a:path w="51434" h="128904"><a:moveTo><a:pt x="51035" y="128908"/></a:moveTo><a:lnTo><a:pt x="30289" y="122394"/></a:lnTo><a:lnTo><a:pt x="14843" y="109197"/></a:lnTo><a:lnTo><a:pt x="4734" y="90809"/></a:lnTo><a:lnTo><a:pt x="0" y="68720"/></a:lnTo><a:lnTo><a:pt x="2036" y="46060"/></a:lnTo><a:lnTo><a:pt x="11343" y="25954"/></a:lnTo><a:lnTo><a:pt x="26788" y="10050"/></a:lnTo><a:lnTo><a:pt x="4723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62" name="object 62"/><p:cNvSpPr/><p:nvPr/></p:nvSpPr><p:spPr><a:xfrm><a:off x="14720435" y="5539486"/><a:ext cx="140335" cy="2812415"/></a:xfrm><a:custGeom><a:avLst/><a:gdLst/><a:ahLst/><a:cxnLst/><a:rect l="l" t="t" r="r" b="b"/><a:pathLst><a:path w="140334" h="2812415"><a:moveTo><a:pt x="68797" y="2792934"/></a:moveTo><a:lnTo><a:pt x="68797" y="0"/></a:lnTo></a:path><a:path w="140334" h="2812415"><a:moveTo><a:pt x="68797" y="2792934"/></a:moveTo><a:lnTo><a:pt x="61040" y="2802956"/></a:lnTo><a:lnTo><a:pt x="50657" y="2809590"/></a:lnTo><a:lnTo><a:pt x="38661" y="2812414"/></a:lnTo><a:lnTo><a:pt x="26060" y="2811006"/></a:lnTo><a:lnTo><a:pt x="14735" y="2805357"/></a:lnTo><a:lnTo><a:pt x="6195" y="2796472"/></a:lnTo><a:lnTo><a:pt x="1072" y="2785276"/></a:lnTo><a:lnTo><a:pt x="0" y="2772690"/></a:lnTo></a:path><a:path w="140334" h="2812415"><a:moveTo><a:pt x="68797" y="2792934"/></a:moveTo><a:lnTo><a:pt x="74966" y="2781889"/></a:lnTo><a:lnTo><a:pt x="84232" y="2773805"/></a:lnTo><a:lnTo><a:pt x="95651" y="2769254"/></a:lnTo><a:lnTo><a:pt x="108276" y="2768812"/></a:lnTo><a:lnTo><a:pt x="120353" y="2772724"/></a:lnTo><a:lnTo><a:pt x="130139" y="2780213"/></a:lnTo><a:lnTo><a:pt x="136886" y="2790495"/></a:lnTo><a:lnTo><a:pt x="139844" y="2802784"/></a:lnTo></a:path></a:pathLst></a:custGeom><a:ln w="7756"><a:solidFill><a:srgbClr val="000000"/></a:solidFill></a:ln></p:spPr><p:txBody><a:bodyPr wrap="square" lIns="0" tIns="0" rIns="0" bIns="0" rtlCol="0"/><a:lstStyle/><a:p/></p:txBody></p:sp><p:sp><p:nvSpPr><p:cNvPr id="63" name="object 63"/><p:cNvSpPr/><p:nvPr/></p:nvSpPr><p:spPr><a:xfrm><a:off x="14736259" y="7296725"/><a:ext cx="107314" cy="127000"/></a:xfrm><a:custGeom><a:avLst/><a:gdLst/><a:ahLst/><a:cxnLst/><a:rect l="l" t="t" r="r" b="b"/><a:pathLst><a:path w="107315" h="127000"><a:moveTo><a:pt x="106880" y="126969"/></a:moveTo><a:lnTo><a:pt x="0" y="125495"/></a:lnTo><a:lnTo><a:pt x="52974" y="0"/></a:lnTo><a:lnTo><a:pt x="106880" y="126969"/></a:lnTo><a:close/></a:path></a:pathLst></a:custGeom><a:solidFill><a:srgbClr val="000000"/></a:solidFill></p:spPr><p:txBody><a:bodyPr wrap="square" lIns="0" tIns="0" rIns="0" bIns="0" rtlCol="0"/><a:lstStyle/><a:p/></p:txBody></p:sp><p:sp><p:nvSpPr><p:cNvPr id="64" name="object 64"/><p:cNvSpPr/><p:nvPr/></p:nvSpPr><p:spPr><a:xfrm><a:off x="14736259" y="7296725"/><a:ext cx="107314" cy="127000"/></a:xfrm><a:custGeom><a:avLst/><a:gdLst/><a:ahLst/><a:cxnLst/><a:rect l="l" t="t" r="r" b="b"/><a:pathLst><a:path w="107315" h="127000"><a:moveTo><a:pt x="0" y="125495"/></a:moveTo><a:lnTo><a:pt x="52974" y="0"/></a:lnTo><a:lnTo><a:pt x="106880" y="126969"/></a:lnTo></a:path></a:pathLst></a:custGeom><a:ln w="7756"><a:solidFill><a:srgbClr val="000000"/></a:solidFill></a:ln></p:spPr><p:txBody><a:bodyPr wrap="square" lIns="0" tIns="0" rIns="0" bIns="0" rtlCol="0"/><a:lstStyle/><a:p/></p:txBody></p:sp></p:grpSp><p:sp><p:nvSpPr><p:cNvPr id="65" name="object 65"/><p:cNvSpPr txBox="1"/><p:nvPr/></p:nvSpPr><p:spPr><a:xfrm><a:off x="16028385" y="5760635"/><a:ext cx="118745" cy="270510"/></a:xfrm><a:prstGeom prst="rect"><a:avLst/></a:prstGeom></p:spPr><p:txBody><a:bodyPr wrap="square" lIns="0" tIns="0" rIns="0" bIns="0" rtlCol="0" vert="vert"><a:spAutoFit/></a:bodyPr><a:lstStyle/><a:p><a:pPr marL="12700"><a:lnSpc><a:spcPts val="790"/></a:lnSpc></a:pPr><a:endParaRPr sz="700"><a:latin typeface="Calibri"/><a:cs typeface="Calibri"/></a:endParaRPr><a:r><a:rPr dirty="0" sz="700" spc="-10" b="1"><a:latin typeface="Calibri"/><a:t>{{MSB_SIZE}}A</a:t></a:r></a:p></p:txBody></p:sp><p:sp><p:nvSpPr><p:cNvPr id="66" name="object 66"/><p:cNvSpPr/><p:nvPr/></p:nvSpPr><p:spPr><a:xfrm><a:off x="11740112" y="453738"/><a:ext cx="2176145" cy="492759"/></a:xfrm><a:custGeom><a:avLst/><a:gdLst/><a:ahLst/><a:cxnLst/><a:rect l="l" t="t" r="r" b="b"/><a:pathLst><a:path w="2176144" h="492759"><a:moveTo><a:pt x="0" y="0"/></a:moveTo><a:lnTo><a:pt x="2175772" y="0"/></a:lnTo><a:lnTo><a:pt x="2175772" y="492441"/></a:lnTo><a:lnTo><a:pt x="0" y="492441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67" name="object 67"/><p:cNvSpPr/><p:nvPr/></p:nvSpPr><p:spPr><a:xfrm><a:off x="4811581" y="453738"/><a:ext cx="6547484" cy="1383665"/></a:xfrm><a:custGeom><a:avLst/><a:gdLst/><a:ahLst/><a:cxnLst/><a:rect l="l" t="t" r="r" b="b"/><a:pathLst><a:path w="6547484" h="1383664"><a:moveTo><a:pt x="0" y="0"/></a:moveTo><a:lnTo><a:pt x="6547172" y="0"/></a:lnTo><a:lnTo><a:pt x="6547172" y="1383087"/></a:lnTo><a:lnTo><a:pt x="0" y="1383087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68" name="object 68"/><p:cNvSpPr/><p:nvPr/></p:nvSpPr><p:spPr><a:xfrm><a:off x="554421" y="453738"/><a:ext cx="4097654" cy="1457325"/></a:xfrm><a:custGeom><a:avLst/><a:gdLst/><a:ahLst/><a:cxnLst/><a:rect l="l" t="t" r="r" b="b"/><a:pathLst><a:path w="4097654" h="1457325"><a:moveTo><a:pt x="0" y="0"/></a:moveTo><a:lnTo><a:pt x="4097140" y="0"/></a:lnTo><a:lnTo><a:pt x="4097140" y="1457004"/></a:lnTo><a:lnTo><a:pt x="0" y="1457004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69" name="object 69"/><p:cNvSpPr/><p:nvPr/></p:nvSpPr><p:spPr><a:xfrm><a:off x="14500780" y="3600696"/><a:ext cx="3546475" cy="263525"/></a:xfrm><a:custGeom><a:avLst/><a:gdLst/><a:ahLst/><a:cxnLst/><a:rect l="l" t="t" r="r" b="b"/><a:pathLst><a:path w="3546475" h="263525"><a:moveTo><a:pt x="0" y="0"/></a:moveTo><a:lnTo><a:pt x="3546062" y="0"/></a:lnTo><a:lnTo><a:pt x="3546062" y="263323"/></a:lnTo><a:lnTo><a:pt x="0" y="263323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70" name="object 70"/><p:cNvSpPr/><p:nvPr/></p:nvSpPr><p:spPr><a:xfrm><a:off x="11740112" y="1104406"/><a:ext cx="2762885" cy="1315085"/></a:xfrm><a:custGeom><a:avLst/><a:gdLst/><a:ahLst/><a:cxnLst/><a:rect l="l" t="t" r="r" b="b"/><a:pathLst><a:path w="2762884" h="1315085"><a:moveTo><a:pt x="0" y="0"/></a:moveTo><a:lnTo><a:pt x="2762529" y="0"/></a:lnTo><a:lnTo><a:pt x="2762529" y="1314600"/></a:lnTo><a:lnTo><a:pt x="0" y="1314600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grpSp><p:nvGrpSpPr><p:cNvPr id="71" name="object 71"/><p:cNvGrpSpPr/><p:nvPr/></p:nvGrpSpPr><p:grpSpPr><a:xfrm><a:off x="622699" y="4190743"/><a:ext cx="17285335" cy="6046470"/><a:chOff x="622699" y="4190743"/><a:chExt cx="17285335" cy="6046470"/></a:xfrm></p:grpSpPr><p:sp><p:nvSpPr><p:cNvPr id="72" name="object 72"/><p:cNvSpPr/><p:nvPr/></p:nvSpPr><p:spPr><a:xfrm><a:off x="15958405" y="5967070"/><a:ext cx="0" cy="1343025"/></a:xfrm><a:custGeom><a:avLst/><a:gdLst/><a:ahLst/><a:cxnLst/><a:rect l="l" t="t" r="r" b="b"/><a:pathLst><a:path w="0" h="1343025"><a:moveTo><a:pt x="0" y="0"/></a:moveTo><a:lnTo><a:pt x="0" y="249207"/></a:lnTo><a:lnTo><a:pt x="0" y="1342677"/></a:lnTo></a:path></a:pathLst></a:custGeom><a:ln w="7756"><a:solidFill><a:srgbClr val="000000"/></a:solidFill></a:ln></p:spPr><p:txBody><a:bodyPr wrap="square" lIns="0" tIns="0" rIns="0" bIns="0" rtlCol="0"/><a:lstStyle/><a:p/></p:txBody></p:sp><p:sp><p:nvSpPr><p:cNvPr id="73" name="object 73"/><p:cNvSpPr/><p:nvPr/></p:nvSpPr><p:spPr><a:xfrm><a:off x="14763870" y="5514007"/><a:ext cx="50800" cy="50800"/></a:xfrm><a:custGeom><a:avLst/><a:gdLst/><a:ahLst/><a:cxnLst/><a:rect l="l" t="t" r="r" b="b"/><a:pathLst><a:path w="50800" h="50800"><a:moveTo><a:pt x="25362" y="50725"/></a:moveTo><a:lnTo><a:pt x="15477" y="48736"/></a:lnTo><a:lnTo><a:pt x="7416" y="43308"/></a:lnTo><a:lnTo><a:pt x="1988" y="35248"/></a:lnTo><a:lnTo><a:pt x="0" y="25362"/></a:lnTo><a:lnTo><a:pt x="1988" y="15542"/></a:lnTo><a:lnTo><a:pt x="7416" y="7475"/></a:lnTo><a:lnTo><a:pt x="15477" y="2010"/></a:lnTo><a:lnTo><a:pt x="25362" y="0"/></a:lnTo><a:lnTo><a:pt x="35215" y="2010"/></a:lnTo><a:lnTo><a:pt x="43279" y="7475"/></a:lnTo><a:lnTo><a:pt x="48725" y="15542"/></a:lnTo><a:lnTo><a:pt x="50725" y="25362"/></a:lnTo><a:lnTo><a:pt x="48725" y="35248"/></a:lnTo><a:lnTo><a:pt x="43279" y="43308"/></a:lnTo><a:lnTo><a:pt x="35215" y="48736"/></a:lnTo><a:lnTo><a:pt x="25362" y="50725"/></a:lnTo><a:close/></a:path></a:pathLst></a:custGeom><a:solidFill><a:srgbClr val="000000"/></a:solidFill></p:spPr><p:txBody><a:bodyPr wrap="square" lIns="0" tIns="0" rIns="0" bIns="0" rtlCol="0"/><a:lstStyle/><a:p/></p:txBody></p:sp><p:sp><p:nvSpPr><p:cNvPr id="74" name="object 74"/><p:cNvSpPr/><p:nvPr/></p:nvSpPr><p:spPr><a:xfrm><a:off x="14763870" y="5514007"/><a:ext cx="50800" cy="50800"/></a:xfrm><a:custGeom><a:avLst/><a:gdLst/><a:ahLst/><a:cxnLst/><a:rect l="l" t="t" r="r" b="b"/><a:pathLst><a:path w="50800" h="50800"><a:moveTo><a:pt x="0" y="25362"/></a:moveTo><a:lnTo><a:pt x="1988" y="15542"/></a:lnTo><a:lnTo><a:pt x="7416" y="7475"/></a:lnTo><a:lnTo><a:pt x="15477" y="2010"/></a:lnTo><a:lnTo><a:pt x="25362" y="0"/></a:lnTo><a:lnTo><a:pt x="35215" y="2010"/></a:lnTo><a:lnTo><a:pt x="43279" y="7475"/></a:lnTo><a:lnTo><a:pt x="48725" y="15542"/></a:lnTo><a:lnTo><a:pt x="50725" y="25362"/></a:lnTo><a:lnTo><a:pt x="48725" y="35248"/></a:lnTo><a:lnTo><a:pt x="43279" y="43308"/></a:lnTo><a:lnTo><a:pt x="35215" y="48736"/></a:lnTo><a:lnTo><a:pt x="25362" y="50725"/></a:lnTo><a:lnTo><a:pt x="15477" y="48736"/></a:lnTo><a:lnTo><a:pt x="7416" y="43308"/></a:lnTo><a:lnTo><a:pt x="1988" y="35248"/></a:lnTo><a:lnTo><a:pt x="0" y="25362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75" name="object 75"/><p:cNvSpPr/><p:nvPr/></p:nvSpPr><p:spPr><a:xfrm><a:off x="14518618" y="6353996"/><a:ext cx="2126615" cy="0"/></a:xfrm><a:custGeom><a:avLst/><a:gdLst/><a:ahLst/><a:cxnLst/><a:rect l="l" t="t" r="r" b="b"/><a:pathLst><a:path w="2126615" h="0"><a:moveTo><a:pt x="2126287" y="0"/></a:moveTo><a:lnTo><a:pt x="0" y="0"/></a:lnTo></a:path></a:pathLst></a:custGeom><a:ln w="7756"><a:solidFill><a:srgbClr val="000000"/></a:solidFill><a:prstDash val="lgDash"/></a:ln></p:spPr><p:txBody><a:bodyPr wrap="square" lIns="0" tIns="0" rIns="0" bIns="0" rtlCol="0"/><a:lstStyle/><a:p/></p:txBody></p:sp><p:sp><p:nvSpPr><p:cNvPr id="76" name="object 76"/><p:cNvSpPr/><p:nvPr/></p:nvSpPr><p:spPr><a:xfrm><a:off x="14518618" y="5719306"/><a:ext cx="953135" cy="0"/></a:xfrm><a:custGeom><a:avLst/><a:gdLst/><a:ahLst/><a:cxnLst/><a:rect l="l" t="t" r="r" b="b"/><a:pathLst><a:path w="953134" h="0"><a:moveTo><a:pt x="953005" y="0"/></a:moveTo><a:lnTo><a:pt x="0" y="0"/></a:lnTo></a:path></a:pathLst></a:custGeom><a:ln w="7756"><a:solidFill><a:srgbClr val="000000"/></a:solidFill><a:prstDash val="lgDash"/></a:ln></p:spPr><p:txBody><a:bodyPr wrap="square" lIns="0" tIns="0" rIns="0" bIns="0" rtlCol="0"/><a:lstStyle/><a:p/></p:txBody></p:sp><p:sp><p:nvSpPr><p:cNvPr id="77" name="object 77"/><p:cNvSpPr/><p:nvPr/></p:nvSpPr><p:spPr><a:xfrm><a:off x="14518618" y="6353996"/><a:ext cx="2126615" cy="0"/></a:xfrm><a:custGeom><a:avLst/><a:gdLst/><a:ahLst/><a:cxnLst/><a:rect l="l" t="t" r="r" b="b"/><a:pathLst><a:path w="2126615" h="0"><a:moveTo><a:pt x="2126287" y="0"/></a:moveTo><a:lnTo><a:pt x="0" y="0"/></a:lnTo></a:path></a:pathLst></a:custGeom><a:ln w="7756"><a:solidFill><a:srgbClr val="000000"/></a:solidFill><a:prstDash val="lgDash"/></a:ln></p:spPr><p:txBody><a:bodyPr wrap="square" lIns="0" tIns="0" rIns="0" bIns="0" rtlCol="0"/><a:lstStyle/><a:p/></p:txBody></p:sp><p:sp><p:nvSpPr><p:cNvPr id="78" name="object 78"/><p:cNvSpPr/><p:nvPr/></p:nvSpPr><p:spPr><a:xfrm><a:off x="14515671" y="5343005"/><a:ext cx="2129790" cy="2301240"/></a:xfrm><a:custGeom><a:avLst/><a:gdLst/><a:ahLst/><a:cxnLst/><a:rect l="l" t="t" r="r" b="b"/><a:pathLst><a:path w="2129790" h="2301240"><a:moveTo><a:pt x="0" y="2301190"/></a:moveTo><a:lnTo><a:pt x="0" y="0"/></a:lnTo><a:lnTo><a:pt x="2129235" y="0"/></a:lnTo><a:lnTo><a:pt x="2129235" y="2301190"/></a:lnTo></a:path></a:pathLst></a:custGeom><a:ln w="7756"><a:solidFill><a:srgbClr val="000000"/></a:solidFill><a:prstDash val="lgDash"/></a:ln></p:spPr><p:txBody><a:bodyPr wrap="square" lIns="0" tIns="0" rIns="0" bIns="0" rtlCol="0"/><a:lstStyle/><a:p/></p:txBody></p:sp><p:sp><p:nvSpPr><p:cNvPr id="79" name="object 79"/><p:cNvSpPr/><p:nvPr/></p:nvSpPr><p:spPr><a:xfrm><a:off x="15955690" y="5539377"/><a:ext cx="0" cy="283845"/></a:xfrm><a:custGeom><a:avLst/><a:gdLst/><a:ahLst/><a:cxnLst/><a:rect l="l" t="t" r="r" b="b"/><a:pathLst><a:path w="0" h="283845"><a:moveTo><a:pt x="0" y="0"/></a:moveTo><a:lnTo><a:pt x="0" y="283799"/></a:lnTo></a:path></a:pathLst></a:custGeom><a:ln w="7756"><a:solidFill><a:srgbClr val="000000"/></a:solidFill></a:ln></p:spPr><p:txBody><a:bodyPr wrap="square" lIns="0" tIns="0" rIns="0" bIns="0" rtlCol="0"/><a:lstStyle/><a:p/></p:txBody></p:sp><p:sp><p:nvSpPr><p:cNvPr id="80" name="object 80"/><p:cNvSpPr/><p:nvPr/></p:nvSpPr><p:spPr><a:xfrm><a:off x="12174072" y="5539377"/><a:ext cx="135890" cy="0"/></a:xfrm><a:custGeom><a:avLst/><a:gdLst/><a:ahLst/><a:cxnLst/><a:rect l="l" t="t" r="r" b="b"/><a:pathLst><a:path w="135890" h="0"><a:moveTo><a:pt x="0" y="0"/></a:moveTo><a:lnTo><a:pt x="59102" y="0"/></a:lnTo><a:lnTo><a:pt x="13557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81" name="object 81"/><p:cNvSpPr/><p:nvPr/></p:nvSpPr><p:spPr><a:xfrm><a:off x="12320741" y="5539408"/><a:ext cx="292100" cy="67310"/></a:xfrm><a:custGeom><a:avLst/><a:gdLst/><a:ahLst/><a:cxnLst/><a:rect l="l" t="t" r="r" b="b"/><a:pathLst><a:path w="292100" h="67310"><a:moveTo><a:pt x="0" y="66780"/></a:moveTo><a:lnTo><a:pt x="169240" y="0"/></a:lnTo><a:lnTo><a:pt x="29171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82" name="object 82"/><p:cNvSpPr/><p:nvPr/></p:nvSpPr><p:spPr><a:xfrm><a:off x="11854671" y="5344913"/><a:ext cx="758190" cy="389255"/></a:xfrm><a:custGeom><a:avLst/><a:gdLst/><a:ahLst/><a:cxnLst/><a:rect l="l" t="t" r="r" b="b"/><a:pathLst><a:path w="758190" h="389254"><a:moveTo><a:pt x="0" y="388896"/></a:moveTo><a:lnTo><a:pt x="757704" y="388896"/></a:lnTo><a:lnTo><a:pt x="757704" y="0"/></a:lnTo><a:lnTo><a:pt x="0" y="0"/></a:lnTo><a:lnTo><a:pt x="0" y="388896"/></a:lnTo><a:close/></a:path></a:pathLst></a:custGeom><a:ln w="11634"><a:solidFill><a:srgbClr val="000000"/></a:solidFill><a:prstDash val="lgDash"/></a:ln></p:spPr><p:txBody><a:bodyPr wrap="square" lIns="0" tIns="0" rIns="0" bIns="0" rtlCol="0"/><a:lstStyle/><a:p/></p:txBody></p:sp><p:sp><p:nvSpPr><p:cNvPr id="83" name="object 83"/><p:cNvSpPr/><p:nvPr/></p:nvSpPr><p:spPr><a:xfrm><a:off x="11854671" y="5539377"/><a:ext cx="157480" cy="0"/></a:xfrm><a:custGeom><a:avLst/><a:gdLst/><a:ahLst/><a:cxnLst/><a:rect l="l" t="t" r="r" b="b"/><a:pathLst><a:path w="157479" h="0"><a:moveTo><a:pt x="0" y="0"/></a:moveTo><a:lnTo><a:pt x="15729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84" name="object 84"/><p:cNvSpPr/><p:nvPr/></p:nvSpPr><p:spPr><a:xfrm><a:off x="12011967" y="5510408"/><a:ext cx="162560" cy="58419"/></a:xfrm><a:custGeom><a:avLst/><a:gdLst/><a:ahLst/><a:cxnLst/><a:rect l="l" t="t" r="r" b="b"/><a:pathLst><a:path w="162559" h="58420"><a:moveTo><a:pt x="0" y="57938"/></a:moveTo><a:lnTo><a:pt x="162027" y="57938"/></a:lnTo><a:lnTo><a:pt x="162027" y="0"/></a:lnTo><a:lnTo><a:pt x="0" y="0"/></a:lnTo><a:lnTo><a:pt x="0" y="57938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85" name="object 85"/><p:cNvSpPr/><p:nvPr/></p:nvSpPr><p:spPr><a:xfrm><a:off x="12039889" y="5510400"/><a:ext cx="0" cy="58419"/></a:xfrm><a:custGeom><a:avLst/><a:gdLst/><a:ahLst/><a:cxnLst/><a:rect l="l" t="t" r="r" b="b"/><a:pathLst><a:path w="0" h="58420"><a:moveTo><a:pt x="0" y="57938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86" name="object 86"/><p:cNvSpPr/><p:nvPr/></p:nvSpPr><p:spPr><a:xfrm><a:off x="12146149" y="5510408"/><a:ext cx="0" cy="58419"/></a:xfrm><a:custGeom><a:avLst/><a:gdLst/><a:ahLst/><a:cxnLst/><a:rect l="l" t="t" r="r" b="b"/><a:pathLst><a:path w="0" h="58420"><a:moveTo><a:pt x="0" y="0"/></a:moveTo><a:lnTo><a:pt x="0" y="57938"/></a:lnTo></a:path></a:pathLst></a:custGeom><a:ln w="7756"><a:solidFill><a:srgbClr val="000000"/></a:solidFill></a:ln></p:spPr><p:txBody><a:bodyPr wrap="square" lIns="0" tIns="0" rIns="0" bIns="0" rtlCol="0"/><a:lstStyle/><a:p/></p:txBody></p:sp><p:sp><p:nvSpPr><p:cNvPr id="87" name="object 87"/><p:cNvSpPr/><p:nvPr/></p:nvSpPr><p:spPr><a:xfrm><a:off x="12612453" y="5539377"/><a:ext cx="3343275" cy="0"/></a:xfrm><a:custGeom><a:avLst/><a:gdLst/><a:ahLst/><a:cxnLst/><a:rect l="l" t="t" r="r" b="b"/><a:pathLst><a:path w="3343275" h="0"><a:moveTo><a:pt x="0" y="0"/></a:moveTo><a:lnTo><a:pt x="3343237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88" name="object 88"/><p:cNvSpPr/><p:nvPr/></p:nvSpPr><p:spPr><a:xfrm><a:off x="16262603" y="7070965"/><a:ext cx="38735" cy="45720"/></a:xfrm><a:custGeom><a:avLst/><a:gdLst/><a:ahLst/><a:cxnLst/><a:rect l="l" t="t" r="r" b="b"/><a:pathLst><a:path w="38734" h="45720"><a:moveTo><a:pt x="0" y="22345"/></a:moveTo><a:lnTo><a:pt x="1657" y="13536"/></a:lnTo><a:lnTo><a:pt x="5875" y="6394"/></a:lnTo><a:lnTo><a:pt x="12041" y="1640"/></a:lnTo><a:lnTo><a:pt x="19545" y="0"/></a:lnTo><a:lnTo><a:pt x="27007" y="1908"/></a:lnTo><a:lnTo><a:pt x="33051" y="6889"/></a:lnTo><a:lnTo><a:pt x="37073" y="14188"/></a:lnTo><a:lnTo><a:pt x="38470" y="23051"/></a:lnTo><a:lnTo><a:pt x="36846" y="31850"/></a:lnTo><a:lnTo><a:pt x="32634" y="38994"/></a:lnTo><a:lnTo><a:pt x="26472" y="43753"/></a:lnTo><a:lnTo><a:pt x="19002" y="45397"/></a:lnTo><a:lnTo><a:pt x="11528" y="43481"/></a:lnTo><a:lnTo><a:pt x="5458" y="38501"/></a:lnTo><a:lnTo><a:pt x="1409" y="31206"/></a:lnTo><a:lnTo><a:pt x="0" y="22345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89" name="object 89"/><p:cNvSpPr/><p:nvPr/></p:nvSpPr><p:spPr><a:xfrm><a:off x="16181086" y="7070965"/><a:ext cx="635" cy="45085"/></a:xfrm><a:custGeom><a:avLst/><a:gdLst/><a:ahLst/><a:cxnLst/><a:rect l="l" t="t" r="r" b="b"/><a:pathLst><a:path w="634" h="45084"><a:moveTo><a:pt x="542" y="0"/></a:moveTo><a:lnTo><a:pt x="0" y="44854"/></a:lnTo></a:path></a:pathLst></a:custGeom><a:ln w="7756"><a:solidFill><a:srgbClr val="000000"/></a:solidFill></a:ln></p:spPr><p:txBody><a:bodyPr wrap="square" lIns="0" tIns="0" rIns="0" bIns="0" rtlCol="0"/><a:lstStyle/><a:p/></p:txBody></p:sp><p:sp><p:nvSpPr><p:cNvPr id="90" name="object 90"/><p:cNvSpPr/><p:nvPr/></p:nvSpPr><p:spPr><a:xfrm><a:off x="16368009" y="7067552"/><a:ext cx="38735" cy="45720"/></a:xfrm><a:custGeom><a:avLst/><a:gdLst/><a:ahLst/><a:cxnLst/><a:rect l="l" t="t" r="r" b="b"/><a:pathLst><a:path w="38734" h="45720"><a:moveTo><a:pt x="38393" y="23043"/></a:moveTo><a:lnTo><a:pt x="36769" y="31852"/></a:lnTo><a:lnTo><a:pt x="32556" y="38996"/></a:lnTo><a:lnTo><a:pt x="26395" y="43752"/></a:lnTo><a:lnTo><a:pt x="18925" y="45397"/></a:lnTo><a:lnTo><a:pt x="11452" y="43477"/></a:lnTo><a:lnTo><a:pt x="5390" y="38496"/></a:lnTo><a:lnTo><a:pt x="1364" y="31202"/></a:lnTo><a:lnTo><a:pt x="0" y="22345"/></a:lnTo><a:lnTo><a:pt x="1625" y="13543"/></a:lnTo><a:lnTo><a:pt x="5839" y="6405"/></a:lnTo><a:lnTo><a:pt x="12001" y="1651"/></a:lnTo><a:lnTo><a:pt x="19468" y="0"/></a:lnTo><a:lnTo><a:pt x="26929" y="1909"/></a:lnTo><a:lnTo><a:pt x="32973" y="6891"/></a:lnTo><a:lnTo><a:pt x="36995" y="14188"/></a:lnTo><a:lnTo><a:pt x="38393" y="23043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91" name="object 91"/><p:cNvSpPr/><p:nvPr/></p:nvSpPr><p:spPr><a:xfrm><a:off x="16484663" y="7066784"/><a:ext cx="635" cy="45085"/></a:xfrm><a:custGeom><a:avLst/><a:gdLst/><a:ahLst/><a:cxnLst/><a:rect l="l" t="t" r="r" b="b"/><a:pathLst><a:path w="634" h="45084"><a:moveTo><a:pt x="0" y="44846"/></a:moveTo><a:lnTo><a:pt x="62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92" name="object 92"/><p:cNvSpPr/><p:nvPr/></p:nvSpPr><p:spPr><a:xfrm><a:off x="16282382" y="7013321"/><a:ext cx="105410" cy="39370"/></a:xfrm><a:custGeom><a:avLst/><a:gdLst/><a:ahLst/><a:cxnLst/><a:rect l="l" t="t" r="r" b="b"/><a:pathLst><a:path w="105409" h="39370"><a:moveTo><a:pt x="0" y="39037"/></a:moveTo><a:lnTo><a:pt x="9142" y="22908"/></a:lnTo><a:lnTo><a:pt x="21484" y="10621"/></a:lnTo><a:lnTo><a:pt x="36212" y="2782"/></a:lnTo><a:lnTo><a:pt x="52509" y="0"/></a:lnTo><a:lnTo><a:pt x="68776" y="2670"/></a:lnTo><a:lnTo><a:pt x="83524" y="10401"/></a:lnTo><a:lnTo><a:pt x="95931" y="22599"/></a:lnTo><a:lnTo><a:pt x="105174" y="38672"/></a:lnTo></a:path></a:pathLst></a:custGeom><a:ln w="7756"><a:solidFill><a:srgbClr val="000000"/></a:solidFill></a:ln></p:spPr><p:txBody><a:bodyPr wrap="square" lIns="0" tIns="0" rIns="0" bIns="0" rtlCol="0"/><a:lstStyle/><a:p/></p:txBody></p:sp><p:sp><p:nvSpPr><p:cNvPr id="93" name="object 93"/><p:cNvSpPr/><p:nvPr/></p:nvSpPr><p:spPr><a:xfrm><a:off x="15933042" y="7067948"/><a:ext cx="50800" cy="50800"/></a:xfrm><a:custGeom><a:avLst/><a:gdLst/><a:ahLst/><a:cxnLst/><a:rect l="l" t="t" r="r" b="b"/><a:pathLst><a:path w="50800" h="50800"><a:moveTo><a:pt x="25362" y="50725"/></a:moveTo><a:lnTo><a:pt x="15477" y="48715"/></a:lnTo><a:lnTo><a:pt x="7416" y="43250"/></a:lnTo><a:lnTo><a:pt x="1988" y="35182"/></a:lnTo><a:lnTo><a:pt x="0" y="25362"/></a:lnTo><a:lnTo><a:pt x="1988" y="15542"/></a:lnTo><a:lnTo><a:pt x="7416" y="7475"/></a:lnTo><a:lnTo><a:pt x="15477" y="2010"/></a:lnTo><a:lnTo><a:pt x="25362" y="0"/></a:lnTo><a:lnTo><a:pt x="35215" y="2010"/></a:lnTo><a:lnTo><a:pt x="43279" y="7475"/></a:lnTo><a:lnTo><a:pt x="48725" y="15542"/></a:lnTo><a:lnTo><a:pt x="50725" y="25362"/></a:lnTo><a:lnTo><a:pt x="48725" y="35182"/></a:lnTo><a:lnTo><a:pt x="43279" y="43250"/></a:lnTo><a:lnTo><a:pt x="35215" y="48715"/></a:lnTo><a:lnTo><a:pt x="25362" y="50725"/></a:lnTo><a:close/></a:path></a:pathLst></a:custGeom><a:solidFill><a:srgbClr val="000000"/></a:solidFill></p:spPr><p:txBody><a:bodyPr wrap="square" lIns="0" tIns="0" rIns="0" bIns="0" rtlCol="0"/><a:lstStyle/><a:p/></p:txBody></p:sp><p:sp><p:nvSpPr><p:cNvPr id="94" name="object 94"/><p:cNvSpPr/><p:nvPr/></p:nvSpPr><p:spPr><a:xfrm><a:off x="15933042" y="7067948"/><a:ext cx="50800" cy="50800"/></a:xfrm><a:custGeom><a:avLst/><a:gdLst/><a:ahLst/><a:cxnLst/><a:rect l="l" t="t" r="r" b="b"/><a:pathLst><a:path w="50800" h="50800"><a:moveTo><a:pt x="0" y="25362"/></a:moveTo><a:lnTo><a:pt x="1988" y="15542"/></a:lnTo><a:lnTo><a:pt x="7416" y="7475"/></a:lnTo><a:lnTo><a:pt x="15477" y="2010"/></a:lnTo><a:lnTo><a:pt x="25362" y="0"/></a:lnTo><a:lnTo><a:pt x="35215" y="2010"/></a:lnTo><a:lnTo><a:pt x="43279" y="7475"/></a:lnTo><a:lnTo><a:pt x="48725" y="15542"/></a:lnTo><a:lnTo><a:pt x="50725" y="25362"/></a:lnTo><a:lnTo><a:pt x="48725" y="35182"/></a:lnTo><a:lnTo><a:pt x="43279" y="43250"/></a:lnTo><a:lnTo><a:pt x="35215" y="48715"/></a:lnTo><a:lnTo><a:pt x="25362" y="50725"/></a:lnTo><a:lnTo><a:pt x="15477" y="48715"/></a:lnTo><a:lnTo><a:pt x="7416" y="43250"/></a:lnTo><a:lnTo><a:pt x="1988" y="35182"/></a:lnTo><a:lnTo><a:pt x="0" y="25362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95" name="object 95"/><p:cNvSpPr/><p:nvPr/></p:nvSpPr><p:spPr><a:xfrm><a:off x="14168581" y="4516713"/><a:ext cx="411480" cy="904875"/></a:xfrm><a:custGeom><a:avLst/><a:gdLst/><a:ahLst/><a:cxnLst/><a:rect l="l" t="t" r="r" b="b"/><a:pathLst><a:path w="411480" h="904875"><a:moveTo><a:pt x="0" y="904839"/></a:moveTo><a:lnTo><a:pt x="299467" y="0"/></a:lnTo><a:lnTo><a:pt x="411156" y="0"/></a:lnTo></a:path></a:pathLst></a:custGeom><a:ln w="7756"><a:solidFill><a:srgbClr val="000000"/></a:solidFill></a:ln></p:spPr><p:txBody><a:bodyPr wrap="square" lIns="0" tIns="0" rIns="0" bIns="0" rtlCol="0"/><a:lstStyle/><a:p/></p:txBody></p:sp><p:pic><p:nvPicPr><p:cNvPr id="96" name="object 96"/><p:cNvPicPr/><p:nvPr/></p:nvPicPr><p:blipFill><a:blip r:embed="rId6" cstate="print"/><a:stretch><a:fillRect/></a:stretch></p:blipFill><p:spPr><a:xfrm><a:off x="13940161" y="5415208"/><a:ext cx="264564" cy="285420"/></a:xfrm><a:prstGeom prst="rect"><a:avLst/></a:prstGeom></p:spPr></p:pic><p:sp><p:nvSpPr><p:cNvPr id="97" name="object 97"/><p:cNvSpPr/><p:nvPr/></p:nvSpPr><p:spPr><a:xfrm><a:off x="15323636" y="9390677"/><a:ext cx="925194" cy="302895"/></a:xfrm><a:custGeom><a:avLst/><a:gdLst/><a:ahLst/><a:cxnLst/><a:rect l="l" t="t" r="r" b="b"/><a:pathLst><a:path w="925194" h="302895"><a:moveTo><a:pt x="0" y="0"/></a:moveTo><a:lnTo><a:pt x="925160" y="0"/></a:lnTo><a:lnTo><a:pt x="925160" y="302492"/></a:lnTo><a:lnTo><a:pt x="0" y="302492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98" name="object 98"/><p:cNvSpPr/><p:nvPr/></p:nvSpPr><p:spPr><a:xfrm><a:off x="12747255" y="9390677"/><a:ext cx="925194" cy="302895"/></a:xfrm><a:custGeom><a:avLst/><a:gdLst/><a:ahLst/><a:cxnLst/><a:rect l="l" t="t" r="r" b="b"/><a:pathLst><a:path w="925194" h="302895"><a:moveTo><a:pt x="0" y="0"/></a:moveTo><a:lnTo><a:pt x="925160" y="0"/></a:lnTo><a:lnTo><a:pt x="925160" y="302492"/></a:lnTo><a:lnTo><a:pt x="0" y="302492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99" name="object 99"/><p:cNvSpPr/><p:nvPr/></p:nvSpPr><p:spPr><a:xfrm><a:off x="4071863" y="5864533"/><a:ext cx="9196070" cy="3526154"/></a:xfrm><a:custGeom><a:avLst/><a:gdLst/><a:ahLst/><a:cxnLst/><a:rect l="l" t="t" r="r" b="b"/><a:pathLst><a:path w="9196069" h="3526154"><a:moveTo><a:pt x="0" y="0"/></a:moveTo><a:lnTo><a:pt x="0" y="982495"/></a:lnTo><a:lnTo><a:pt x="9195601" y="982487"/></a:lnTo><a:lnTo><a:pt x="9195601" y="3526144"/></a:lnTo></a:path></a:pathLst></a:custGeom><a:ln w="7756"><a:solidFill><a:srgbClr val="0000FF"/></a:solidFill><a:prstDash val="lgDash"/></a:ln></p:spPr><p:txBody><a:bodyPr wrap="square" lIns="0" tIns="0" rIns="0" bIns="0" rtlCol="0"/><a:lstStyle/><a:p/></p:txBody></p:sp><p:sp><p:nvSpPr><p:cNvPr id="100" name="object 100"/><p:cNvSpPr/><p:nvPr/></p:nvSpPr><p:spPr><a:xfrm><a:off x="1351675" y="6201013"/><a:ext cx="8675370" cy="2254885"/></a:xfrm><a:custGeom><a:avLst/><a:gdLst/><a:ahLst/><a:cxnLst/><a:rect l="l" t="t" r="r" b="b"/><a:pathLst><a:path w="8675370" h="2254884"><a:moveTo><a:pt x="8675244" y="2251783"/></a:moveTo><a:lnTo><a:pt x="0" y="2254265"/></a:ln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01" name="object 101"/><p:cNvSpPr/><p:nvPr/></p:nvSpPr><p:spPr><a:xfrm><a:off x="1351706" y="5835401"/><a:ext cx="0" cy="257175"/></a:xfrm><a:custGeom><a:avLst/><a:gdLst/><a:ahLst/><a:cxnLst/><a:rect l="l" t="t" r="r" b="b"/><a:pathLst><a:path w="0" h="257175"><a:moveTo><a:pt x="0" y="257118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02" name="object 102"/><p:cNvSpPr/><p:nvPr/></p:nvSpPr><p:spPr><a:xfrm><a:off x="626577" y="6092519"/><a:ext cx="1735455" cy="108585"/></a:xfrm><a:custGeom><a:avLst/><a:gdLst/><a:ahLst/><a:cxnLst/><a:rect l="l" t="t" r="r" b="b"/><a:pathLst><a:path w="1735455" h="108585"><a:moveTo><a:pt x="69418" y="0"/></a:moveTo><a:lnTo><a:pt x="0" y="0"/></a:lnTo><a:lnTo><a:pt x="0" y="108509"/></a:lnTo><a:lnTo><a:pt x="725128" y="108509"/></a:lnTo><a:lnTo><a:pt x="1023897" y="108509"/></a:lnTo><a:lnTo><a:pt x="1734909" y="108509"/></a:lnTo><a:lnTo><a:pt x="1734909" y="0"/></a:lnTo><a:lnTo><a:pt x="1665413" y="0"/></a:lnTo><a:lnTo><a:pt x="1023897" y="0"/></a:lnTo><a:lnTo><a:pt x="725128" y="0"/></a:lnTo><a:lnTo><a:pt x="69418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03" name="object 103"/><p:cNvSpPr/><p:nvPr/></p:nvSpPr><p:spPr><a:xfrm><a:off x="695995" y="4994938"/><a:ext cx="1596390" cy="1097915"/></a:xfrm><a:custGeom><a:avLst/><a:gdLst/><a:ahLst/><a:cxnLst/><a:rect l="l" t="t" r="r" b="b"/><a:pathLst><a:path w="1596389" h="1097914"><a:moveTo><a:pt x="0" y="1097581"/></a:moveTo><a:lnTo><a:pt x="0" y="0"/></a:lnTo><a:lnTo><a:pt x="1595995" y="0"/></a:lnTo><a:lnTo><a:pt x="1595995" y="1097581"/></a:lnTo></a:path></a:pathLst></a:custGeom><a:ln w="7756"><a:solidFill><a:srgbClr val="000000"/></a:solidFill><a:prstDash val="lgDash"/></a:ln></p:spPr><p:txBody><a:bodyPr wrap="square" lIns="0" tIns="0" rIns="0" bIns="0" rtlCol="0"/><a:lstStyle/><a:p/></p:txBody></p:sp><p:sp><p:nvSpPr><p:cNvPr id="104" name="object 104"/><p:cNvSpPr/><p:nvPr/></p:nvSpPr><p:spPr><a:xfrm><a:off x="12808917" y="8148132"/><a:ext cx="0" cy="361315"/></a:xfrm><a:custGeom><a:avLst/><a:gdLst/><a:ahLst/><a:cxnLst/><a:rect l="l" t="t" r="r" b="b"/><a:pathLst><a:path w="0" h="361315"><a:moveTo><a:pt x="0" y="0"/></a:moveTo><a:lnTo><a:pt x="0" y="360896"/></a:lnTo></a:path></a:pathLst></a:custGeom><a:ln w="7756"><a:solidFill><a:srgbClr val="000000"/></a:solidFill></a:ln></p:spPr><p:txBody><a:bodyPr wrap="square" lIns="0" tIns="0" rIns="0" bIns="0" rtlCol="0"/><a:lstStyle/><a:p/></p:txBody></p:sp><p:sp><p:nvSpPr><p:cNvPr id="105" name="object 105"/><p:cNvSpPr/><p:nvPr/></p:nvSpPr><p:spPr><a:xfrm><a:off x="11883757" y="7839357"/><a:ext cx="925194" cy="866775"/></a:xfrm><a:custGeom><a:avLst/><a:gdLst/><a:ahLst/><a:cxnLst/><a:rect l="l" t="t" r="r" b="b"/><a:pathLst><a:path w="925195" h="866775"><a:moveTo><a:pt x="925160" y="669671"/></a:moveTo><a:lnTo><a:pt x="925160" y="866601"/></a:lnTo><a:lnTo><a:pt x="0" y="866601"/></a:lnTo><a:lnTo><a:pt x="0" y="0"/></a:lnTo><a:lnTo><a:pt x="925160" y="0"/></a:lnTo><a:lnTo><a:pt x="925160" y="308774"/></a:lnTo></a:path></a:pathLst></a:custGeom><a:ln w="7756"><a:solidFill><a:srgbClr val="000000"/></a:solidFill></a:ln></p:spPr><p:txBody><a:bodyPr wrap="square" lIns="0" tIns="0" rIns="0" bIns="0" rtlCol="0"/><a:lstStyle/><a:p/></p:txBody></p:sp><p:sp><p:nvSpPr><p:cNvPr id="106" name="object 106"/><p:cNvSpPr/><p:nvPr/></p:nvSpPr><p:spPr><a:xfrm><a:off x="15958405" y="7093311"/><a:ext cx="304800" cy="0"/></a:xfrm><a:custGeom><a:avLst/><a:gdLst/><a:ahLst/><a:cxnLst/><a:rect l="l" t="t" r="r" b="b"/><a:pathLst><a:path w="304800" h="0"><a:moveTo><a:pt x="304198" y="0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07" name="object 107"/><p:cNvSpPr/><p:nvPr/></p:nvSpPr><p:spPr><a:xfrm><a:off x="14072481" y="9541923"/><a:ext cx="1251585" cy="0"/></a:xfrm><a:custGeom><a:avLst/><a:gdLst/><a:ahLst/><a:cxnLst/><a:rect l="l" t="t" r="r" b="b"/><a:pathLst><a:path w="1251584" h="0"><a:moveTo><a:pt x="0" y="0"/></a:moveTo><a:lnTo><a:pt x="1251154" y="0"/></a:lnTo></a:path></a:pathLst></a:custGeom><a:ln w="7756"><a:solidFill><a:srgbClr val="0000FF"/></a:solidFill><a:prstDash val="lgDash"/></a:ln></p:spPr><p:txBody><a:bodyPr wrap="square" lIns="0" tIns="0" rIns="0" bIns="0" rtlCol="0"/><a:lstStyle/><a:p/></p:txBody></p:sp><p:sp><p:nvSpPr><p:cNvPr id="108" name="object 108"/><p:cNvSpPr/><p:nvPr/></p:nvSpPr><p:spPr><a:xfrm><a:off x="9490267" y="4194621"/><a:ext cx="8414385" cy="6038850"/></a:xfrm><a:custGeom><a:avLst/><a:gdLst/><a:ahLst/><a:cxnLst/><a:rect l="l" t="t" r="r" b="b"/><a:pathLst><a:path w="8414385" h="6038850"><a:moveTo><a:pt x="0" y="0"/></a:moveTo><a:lnTo><a:pt x="8413860" y="0"/></a:lnTo><a:lnTo><a:pt x="8413860" y="6038520"/></a:lnTo><a:lnTo><a:pt x="0" y="6038520"/></a:lnTo><a:lnTo><a:pt x="0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p:sp><p:nvSpPr><p:cNvPr id="109" name="object 109"/><p:cNvSpPr/><p:nvPr/></p:nvSpPr><p:spPr><a:xfrm><a:off x="1650459" y="5835401"/><a:ext cx="0" cy="257175"/></a:xfrm><a:custGeom><a:avLst/><a:gdLst/><a:ahLst/><a:cxnLst/><a:rect l="l" t="t" r="r" b="b"/><a:pathLst><a:path w="0" h="257175"><a:moveTo><a:pt x="0" y="0"/></a:moveTo><a:lnTo><a:pt x="0" y="257118"/></a:lnTo></a:path></a:pathLst></a:custGeom><a:ln w="7756"><a:solidFill><a:srgbClr val="000000"/></a:solidFill></a:ln></p:spPr><p:txBody><a:bodyPr wrap="square" lIns="0" tIns="0" rIns="0" bIns="0" rtlCol="0"/><a:lstStyle/><a:p/></p:txBody></p:sp><p:sp><p:nvSpPr><p:cNvPr id="110" name="object 110"/><p:cNvSpPr/><p:nvPr/></p:nvSpPr><p:spPr><a:xfrm><a:off x="1061724" y="5713411"/><a:ext cx="0" cy="122555"/></a:xfrm><a:custGeom><a:avLst/><a:gdLst/><a:ahLst/><a:cxnLst/><a:rect l="l" t="t" r="r" b="b"/><a:pathLst><a:path w="0" h="122554"><a:moveTo><a:pt x="0" y="0"/></a:moveTo><a:lnTo><a:pt x="0" y="122005"/></a:lnTo></a:path></a:pathLst></a:custGeom><a:ln w="7756"><a:solidFill><a:srgbClr val="000000"/></a:solidFill></a:ln></p:spPr><p:txBody><a:bodyPr wrap="square" lIns="0" tIns="0" rIns="0" bIns="0" rtlCol="0"/><a:lstStyle/><a:p/></p:txBody></p:sp><p:sp><p:nvSpPr><p:cNvPr id="111" name="object 111"/><p:cNvSpPr/><p:nvPr/></p:nvSpPr><p:spPr><a:xfrm><a:off x="1650459" y="6201021"/><a:ext cx="8363584" cy="1553845"/></a:xfrm><a:custGeom><a:avLst/><a:gdLst/><a:ahLst/><a:cxnLst/><a:rect l="l" t="t" r="r" b="b"/><a:pathLst><a:path w="8363584" h="1553845"><a:moveTo><a:pt x="0" y="0"/></a:moveTo><a:lnTo><a:pt x="0" y="1553646"/></a:lnTo><a:lnTo><a:pt x="8363444" y="1553646"/></a:lnTo></a:path></a:pathLst></a:custGeom><a:ln w="7756"><a:solidFill><a:srgbClr val="000000"/></a:solidFill></a:ln></p:spPr><p:txBody><a:bodyPr wrap="square" lIns="0" tIns="0" rIns="0" bIns="0" rtlCol="0"/><a:lstStyle/><a:p/></p:txBody></p:sp><p:sp><p:nvSpPr><p:cNvPr id="112" name="object 112"/><p:cNvSpPr/><p:nvPr/></p:nvSpPr><p:spPr><a:xfrm><a:off x="10159860" y="7463871"/><a:ext cx="775335" cy="2017395"/></a:xfrm><a:custGeom><a:avLst/><a:gdLst/><a:ahLst/><a:cxnLst/><a:rect l="l" t="t" r="r" b="b"/><a:pathLst><a:path w="775334" h="2017395"><a:moveTo><a:pt x="0" y="0"/></a:moveTo><a:lnTo><a:pt x="775078" y="0"/></a:lnTo><a:lnTo><a:pt x="775078" y="2017235"/></a:lnTo><a:lnTo><a:pt x="0" y="2017235"/></a:lnTo><a:lnTo><a:pt x="0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p:sp><p:nvSpPr><p:cNvPr id="113" name="object 113"/><p:cNvSpPr/><p:nvPr/></p:nvSpPr><p:spPr><a:xfrm><a:off x="10514397" y="8451943"/><a:ext cx="230504" cy="0"/></a:xfrm><a:custGeom><a:avLst/><a:gdLst/><a:ahLst/><a:cxnLst/><a:rect l="l" t="t" r="r" b="b"/><a:pathLst><a:path w="230504" h="0"><a:moveTo><a:pt x="0" y="0"/></a:moveTo><a:lnTo><a:pt x="23020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14" name="object 114"/><p:cNvSpPr/><p:nvPr/></p:nvSpPr><p:spPr><a:xfrm><a:off x="10225091" y="8436508"/><a:ext cx="116839" cy="33020"/></a:xfrm><a:custGeom><a:avLst/><a:gdLst/><a:ahLst/><a:cxnLst/><a:rect l="l" t="t" r="r" b="b"/><a:pathLst><a:path w="116840" h="33020"><a:moveTo><a:pt x="83689" y="16210"/></a:moveTo><a:lnTo><a:pt x="83689" y="7213"/></a:lnTo><a:lnTo><a:pt x="90980" y="0"/></a:lnTo><a:lnTo><a:pt x="99899" y="0"/></a:lnTo><a:lnTo><a:pt x="108974" y="0"/></a:lnTo><a:lnTo><a:pt x="116343" y="7213"/></a:lnTo><a:lnTo><a:pt x="116343" y="16210"/></a:lnTo><a:lnTo><a:pt x="116343" y="25207"/></a:lnTo><a:lnTo><a:pt x="108974" y="32420"/></a:lnTo><a:lnTo><a:pt x="99899" y="32420"/></a:lnTo><a:lnTo><a:pt x="90980" y="32420"/></a:lnTo><a:lnTo><a:pt x="83689" y="25207"/></a:lnTo><a:lnTo><a:pt x="83689" y="16210"/></a:lnTo><a:close/></a:path><a:path w="116840" h="33020"><a:moveTo><a:pt x="83689" y="16210"/></a:moveTo><a:lnTo><a:pt x="0" y="16210"/></a:lnTo></a:path></a:pathLst></a:custGeom><a:ln w="7756"><a:solidFill><a:srgbClr val="000000"/></a:solidFill></a:ln></p:spPr><p:txBody><a:bodyPr wrap="square" lIns="0" tIns="0" rIns="0" bIns="0" rtlCol="0"/><a:lstStyle/><a:p/></p:txBody></p:sp><p:sp><p:nvSpPr><p:cNvPr id="115" name="object 115"/><p:cNvSpPr/><p:nvPr/></p:nvSpPr><p:spPr><a:xfrm><a:off x="10242154" y="8436741"/><a:ext cx="0" cy="32384"/></a:xfrm><a:custGeom><a:avLst/><a:gdLst/><a:ahLst/><a:cxnLst/><a:rect l="l" t="t" r="r" b="b"/><a:pathLst><a:path w="0" h="32384"><a:moveTo><a:pt x="0" y="0"/></a:moveTo><a:lnTo><a:pt x="0" y="32188"/></a:lnTo></a:path></a:pathLst></a:custGeom><a:ln w="7756"><a:solidFill><a:srgbClr val="000000"/></a:solidFill></a:ln></p:spPr><p:txBody><a:bodyPr wrap="square" lIns="0" tIns="0" rIns="0" bIns="0" rtlCol="0"/><a:lstStyle/><a:p/></p:txBody></p:sp><p:sp><p:nvSpPr><p:cNvPr id="116" name="object 116"/><p:cNvSpPr/><p:nvPr/></p:nvSpPr><p:spPr><a:xfrm><a:off x="10308780" y="8436508"/><a:ext cx="33020" cy="33020"/></a:xfrm><a:custGeom><a:avLst/><a:gdLst/><a:ahLst/><a:cxnLst/><a:rect l="l" t="t" r="r" b="b"/><a:pathLst><a:path w="33020" h="33020"><a:moveTo><a:pt x="25285" y="32420"/></a:moveTo><a:lnTo><a:pt x="7290" y="32420"/></a:lnTo><a:lnTo><a:pt x="0" y="25207"/></a:lnTo><a:lnTo><a:pt x="0" y="16210"/></a:lnTo><a:lnTo><a:pt x="0" y="7213"/></a:lnTo><a:lnTo><a:pt x="7290" y="0"/></a:lnTo><a:lnTo><a:pt x="25285" y="0"/></a:lnTo><a:lnTo><a:pt x="32653" y="7213"/></a:lnTo><a:lnTo><a:pt x="32653" y="25207"/></a:lnTo><a:lnTo><a:pt x="25285" y="32420"/></a:lnTo><a:close/></a:path></a:pathLst></a:custGeom><a:solidFill><a:srgbClr val="FFFFFF"><a:alpha val="50199"/></a:srgbClr></a:solidFill></p:spPr><p:txBody><a:bodyPr wrap="square" lIns="0" tIns="0" rIns="0" bIns="0" rtlCol="0"/><a:lstStyle/><a:p/></p:txBody></p:sp><p:sp><p:nvSpPr><p:cNvPr id="117" name="object 117"/><p:cNvSpPr/><p:nvPr/></p:nvSpPr><p:spPr><a:xfrm><a:off x="10308780" y="8436508"/><a:ext cx="33020" cy="33020"/></a:xfrm><a:custGeom><a:avLst/><a:gdLst/><a:ahLst/><a:cxnLst/><a:rect l="l" t="t" r="r" b="b"/><a:pathLst><a:path w="33020" h="33020"><a:moveTo><a:pt x="0" y="16210"/></a:moveTo><a:lnTo><a:pt x="0" y="7213"/></a:lnTo><a:lnTo><a:pt x="7290" y="0"/></a:lnTo><a:lnTo><a:pt x="16210" y="0"/></a:lnTo><a:lnTo><a:pt x="25285" y="0"/></a:lnTo><a:lnTo><a:pt x="32653" y="7213"/></a:lnTo><a:lnTo><a:pt x="32653" y="16210"/></a:lnTo><a:lnTo><a:pt x="32653" y="25207"/></a:lnTo><a:lnTo><a:pt x="25285" y="32420"/></a:lnTo><a:lnTo><a:pt x="16210" y="32420"/></a:lnTo><a:lnTo><a:pt x="7290" y="32420"/></a:lnTo><a:lnTo><a:pt x="0" y="25207"/></a:lnTo><a:lnTo><a:pt x="0" y="1621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18" name="object 118"/><p:cNvSpPr/><p:nvPr/></p:nvSpPr><p:spPr><a:xfrm><a:off x="10242154" y="8436741"/><a:ext cx="0" cy="32384"/></a:xfrm><a:custGeom><a:avLst/><a:gdLst/><a:ahLst/><a:cxnLst/><a:rect l="l" t="t" r="r" b="b"/><a:pathLst><a:path w="0" h="32384"><a:moveTo><a:pt x="0" y="0"/></a:moveTo><a:lnTo><a:pt x="0" y="32188"/></a:lnTo></a:path></a:pathLst></a:custGeom><a:ln w="7756"><a:solidFill><a:srgbClr val="000000"/></a:solidFill></a:ln></p:spPr><p:txBody><a:bodyPr wrap="square" lIns="0" tIns="0" rIns="0" bIns="0" rtlCol="0"/><a:lstStyle/><a:p/></p:txBody></p:sp><p:sp><p:nvSpPr><p:cNvPr id="119" name="object 119"/><p:cNvSpPr/><p:nvPr/></p:nvSpPr><p:spPr><a:xfrm><a:off x="10398209" y="8435810"/><a:ext cx="116205" cy="33020"/></a:xfrm><a:custGeom><a:avLst/><a:gdLst/><a:ahLst/><a:cxnLst/><a:rect l="l" t="t" r="r" b="b"/><a:pathLst><a:path w="116204" h="33020"><a:moveTo><a:pt x="32498" y="16365"/></a:moveTo><a:lnTo><a:pt x="32498" y="25362"/></a:lnTo><a:lnTo><a:pt x="25207" y="32576"/></a:lnTo><a:lnTo><a:pt x="16288" y="32576"/></a:lnTo><a:lnTo><a:pt x="7213" y="32576"/></a:lnTo><a:lnTo><a:pt x="0" y="25362"/></a:lnTo><a:lnTo><a:pt x="0" y="16365"/></a:lnTo><a:lnTo><a:pt x="0" y="7368"/></a:lnTo><a:lnTo><a:pt x="7213" y="0"/></a:lnTo><a:lnTo><a:pt x="16288" y="0"/></a:lnTo><a:lnTo><a:pt x="25207" y="0"/></a:lnTo><a:lnTo><a:pt x="32498" y="7368"/></a:lnTo><a:lnTo><a:pt x="32498" y="16365"/></a:lnTo><a:close/></a:path><a:path w="116204" h="33020"><a:moveTo><a:pt x="32498" y="16365"/></a:moveTo><a:lnTo><a:pt x="116188" y="16365"/></a:lnTo></a:path></a:pathLst></a:custGeom><a:ln w="7756"><a:solidFill><a:srgbClr val="000000"/></a:solidFill></a:ln></p:spPr><p:txBody><a:bodyPr wrap="square" lIns="0" tIns="0" rIns="0" bIns="0" rtlCol="0"/><a:lstStyle/><a:p/></p:txBody></p:sp><p:sp><p:nvSpPr><p:cNvPr id="120" name="object 120"/><p:cNvSpPr/><p:nvPr/></p:nvSpPr><p:spPr><a:xfrm><a:off x="10497334" y="8435888"/><a:ext cx="0" cy="32384"/></a:xfrm><a:custGeom><a:avLst/><a:gdLst/><a:ahLst/><a:cxnLst/><a:rect l="l" t="t" r="r" b="b"/><a:pathLst><a:path w="0" h="32384"><a:moveTo><a:pt x="0" y="32188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21" name="object 121"/><p:cNvSpPr/><p:nvPr/></p:nvSpPr><p:spPr><a:xfrm><a:off x="10325068" y="8397572"/><a:ext cx="89535" cy="29209"/></a:xfrm><a:custGeom><a:avLst/><a:gdLst/><a:ahLst/><a:cxnLst/><a:rect l="l" t="t" r="r" b="b"/><a:pathLst><a:path w="89534" h="29209"><a:moveTo><a:pt x="0" y="28775"/></a:moveTo><a:lnTo><a:pt x="7593" y="17037"/></a:lnTo><a:lnTo><a:pt x="17936" y="8047"/></a:lnTo><a:lnTo><a:pt x="30343" y="2227"/></a:lnTo><a:lnTo><a:pt x="44132" y="0"/></a:lnTo><a:lnTo><a:pt x="57981" y="1722"/></a:lnTo><a:lnTo><a:pt x="70571" y="7080"/></a:lnTo><a:lnTo><a:pt x="81228" y="15665"/></a:lnTo><a:lnTo><a:pt x="89273" y="27069"/></a:lnTo></a:path></a:pathLst></a:custGeom><a:ln w="7756"><a:solidFill><a:srgbClr val="000000"/></a:solidFill></a:ln></p:spPr><p:txBody><a:bodyPr wrap="square" lIns="0" tIns="0" rIns="0" bIns="0" rtlCol="0"/><a:lstStyle/><a:p/></p:txBody></p:sp><p:sp><p:nvSpPr><p:cNvPr id="122" name="object 122"/><p:cNvSpPr/><p:nvPr/></p:nvSpPr><p:spPr><a:xfrm><a:off x="10720170" y="8426968"/><a:ext cx="48895" cy="48895"/></a:xfrm><a:custGeom><a:avLst/><a:gdLst/><a:ahLst/><a:cxnLst/><a:rect l="l" t="t" r="r" b="b"/><a:pathLst><a:path w="48895" h="48895"><a:moveTo><a:pt x="24199" y="48321"/></a:moveTo><a:lnTo><a:pt x="14757" y="46416"/></a:lnTo><a:lnTo><a:pt x="7067" y="41224"/></a:lnTo><a:lnTo><a:pt x="1894" y="33531"/></a:lnTo><a:lnTo><a:pt x="0" y="24121"/></a:lnTo><a:lnTo><a:pt x="1894" y="14757"/></a:lnTo><a:lnTo><a:pt x="7067" y="7087"/></a:lnTo><a:lnTo><a:pt x="14757" y="1903"/></a:lnTo><a:lnTo><a:pt x="24199" y="0"/></a:lnTo><a:lnTo><a:pt x="33563" y="1903"/></a:lnTo><a:lnTo><a:pt x="41233" y="7087"/></a:lnTo><a:lnTo><a:pt x="46417" y="14757"/></a:lnTo><a:lnTo><a:pt x="48321" y="24121"/></a:lnTo><a:lnTo><a:pt x="46417" y="33531"/></a:lnTo><a:lnTo><a:pt x="41233" y="41224"/></a:lnTo><a:lnTo><a:pt x="33563" y="46416"/></a:lnTo><a:lnTo><a:pt x="24199" y="48321"/></a:lnTo><a:close/></a:path></a:pathLst></a:custGeom><a:solidFill><a:srgbClr val="000000"/></a:solidFill></p:spPr><p:txBody><a:bodyPr wrap="square" lIns="0" tIns="0" rIns="0" bIns="0" rtlCol="0"/><a:lstStyle/><a:p/></p:txBody></p:sp><p:sp><p:nvSpPr><p:cNvPr id="123" name="object 123"/><p:cNvSpPr/><p:nvPr/></p:nvSpPr><p:spPr><a:xfrm><a:off x="10720170" y="8426968"/><a:ext cx="48895" cy="48895"/></a:xfrm><a:custGeom><a:avLst/><a:gdLst/><a:ahLst/><a:cxnLst/><a:rect l="l" t="t" r="r" b="b"/><a:pathLst><a:path w="48895" h="48895"><a:moveTo><a:pt x="0" y="24121"/></a:moveTo><a:lnTo><a:pt x="1894" y="14757"/></a:lnTo><a:lnTo><a:pt x="7067" y="7087"/></a:lnTo><a:lnTo><a:pt x="14757" y="1903"/></a:lnTo><a:lnTo><a:pt x="24199" y="0"/></a:lnTo><a:lnTo><a:pt x="33563" y="1903"/></a:lnTo><a:lnTo><a:pt x="41233" y="7087"/></a:lnTo><a:lnTo><a:pt x="46417" y="14757"/></a:lnTo><a:lnTo><a:pt x="48321" y="24121"/></a:lnTo><a:lnTo><a:pt x="46417" y="33531"/></a:lnTo><a:lnTo><a:pt x="41233" y="41224"/></a:lnTo><a:lnTo><a:pt x="33563" y="46416"/></a:lnTo><a:lnTo><a:pt x="24199" y="48321"/></a:lnTo><a:lnTo><a:pt x="14757" y="46416"/></a:lnTo><a:lnTo><a:pt x="7067" y="41224"/></a:lnTo><a:lnTo><a:pt x="1894" y="33531"/></a:lnTo><a:lnTo><a:pt x="0" y="24121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24" name="object 124"/><p:cNvSpPr/><p:nvPr/></p:nvSpPr><p:spPr><a:xfrm><a:off x="10514397" y="7753899"/><a:ext cx="230504" cy="0"/></a:xfrm><a:custGeom><a:avLst/><a:gdLst/><a:ahLst/><a:cxnLst/><a:rect l="l" t="t" r="r" b="b"/><a:pathLst><a:path w="230504" h="0"><a:moveTo><a:pt x="0" y="0"/></a:moveTo><a:lnTo><a:pt x="23020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25" name="object 125"/><p:cNvSpPr/><p:nvPr/></p:nvSpPr><p:spPr><a:xfrm><a:off x="10225091" y="7738441"/><a:ext cx="116839" cy="33020"/></a:xfrm><a:custGeom><a:avLst/><a:gdLst/><a:ahLst/><a:cxnLst/><a:rect l="l" t="t" r="r" b="b"/><a:pathLst><a:path w="116840" h="33020"><a:moveTo><a:pt x="83689" y="16210"/></a:moveTo><a:lnTo><a:pt x="83689" y="7213"/></a:lnTo><a:lnTo><a:pt x="90980" y="0"/></a:lnTo><a:lnTo><a:pt x="99899" y="0"/></a:lnTo><a:lnTo><a:pt x="108974" y="0"/></a:lnTo><a:lnTo><a:pt x="116343" y="7213"/></a:lnTo><a:lnTo><a:pt x="116343" y="16210"/></a:lnTo><a:lnTo><a:pt x="116343" y="25207"/></a:lnTo><a:lnTo><a:pt x="108974" y="32420"/></a:lnTo><a:lnTo><a:pt x="99899" y="32420"/></a:lnTo><a:lnTo><a:pt x="90980" y="32420"/></a:lnTo><a:lnTo><a:pt x="83689" y="25207"/></a:lnTo><a:lnTo><a:pt x="83689" y="16210"/></a:lnTo><a:close/></a:path><a:path w="116840" h="33020"><a:moveTo><a:pt x="83689" y="16210"/></a:moveTo><a:lnTo><a:pt x="0" y="16210"/></a:lnTo></a:path></a:pathLst></a:custGeom><a:ln w="7756"><a:solidFill><a:srgbClr val="000000"/></a:solidFill></a:ln></p:spPr><p:txBody><a:bodyPr wrap="square" lIns="0" tIns="0" rIns="0" bIns="0" rtlCol="0"/><a:lstStyle/><a:p/></p:txBody></p:sp><p:sp><p:nvSpPr><p:cNvPr id="126" name="object 126"/><p:cNvSpPr/><p:nvPr/></p:nvSpPr><p:spPr><a:xfrm><a:off x="10242154" y="7738705"/><a:ext cx="0" cy="32384"/></a:xfrm><a:custGeom><a:avLst/><a:gdLst/><a:ahLst/><a:cxnLst/><a:rect l="l" t="t" r="r" b="b"/><a:pathLst><a:path w="0" h="32384"><a:moveTo><a:pt x="0" y="0"/></a:moveTo><a:lnTo><a:pt x="0" y="32188"/></a:lnTo></a:path></a:pathLst></a:custGeom><a:ln w="7756"><a:solidFill><a:srgbClr val="000000"/></a:solidFill></a:ln></p:spPr><p:txBody><a:bodyPr wrap="square" lIns="0" tIns="0" rIns="0" bIns="0" rtlCol="0"/><a:lstStyle/><a:p/></p:txBody></p:sp><p:sp><p:nvSpPr><p:cNvPr id="127" name="object 127"/><p:cNvSpPr/><p:nvPr/></p:nvSpPr><p:spPr><a:xfrm><a:off x="10308780" y="7738441"/><a:ext cx="33020" cy="33020"/></a:xfrm><a:custGeom><a:avLst/><a:gdLst/><a:ahLst/><a:cxnLst/><a:rect l="l" t="t" r="r" b="b"/><a:pathLst><a:path w="33020" h="33020"><a:moveTo><a:pt x="25285" y="32420"/></a:moveTo><a:lnTo><a:pt x="7290" y="32420"/></a:lnTo><a:lnTo><a:pt x="0" y="25207"/></a:lnTo><a:lnTo><a:pt x="0" y="16210"/></a:lnTo><a:lnTo><a:pt x="0" y="7213"/></a:lnTo><a:lnTo><a:pt x="7290" y="0"/></a:lnTo><a:lnTo><a:pt x="25285" y="0"/></a:lnTo><a:lnTo><a:pt x="32653" y="7213"/></a:lnTo><a:lnTo><a:pt x="32653" y="25207"/></a:lnTo><a:lnTo><a:pt x="25285" y="32420"/></a:lnTo><a:close/></a:path></a:pathLst></a:custGeom><a:solidFill><a:srgbClr val="FFFFFF"><a:alpha val="50199"/></a:srgbClr></a:solidFill></p:spPr><p:txBody><a:bodyPr wrap="square" lIns="0" tIns="0" rIns="0" bIns="0" rtlCol="0"/><a:lstStyle/><a:p/></p:txBody></p:sp><p:sp><p:nvSpPr><p:cNvPr id="128" name="object 128"/><p:cNvSpPr/><p:nvPr/></p:nvSpPr><p:spPr><a:xfrm><a:off x="10308780" y="7738441"/><a:ext cx="33020" cy="33020"/></a:xfrm><a:custGeom><a:avLst/><a:gdLst/><a:ahLst/><a:cxnLst/><a:rect l="l" t="t" r="r" b="b"/><a:pathLst><a:path w="33020" h="33020"><a:moveTo><a:pt x="0" y="16210"/></a:moveTo><a:lnTo><a:pt x="0" y="7213"/></a:lnTo><a:lnTo><a:pt x="7290" y="0"/></a:lnTo><a:lnTo><a:pt x="16210" y="0"/></a:lnTo><a:lnTo><a:pt x="25285" y="0"/></a:lnTo><a:lnTo><a:pt x="32653" y="7213"/></a:lnTo><a:lnTo><a:pt x="32653" y="16210"/></a:lnTo><a:lnTo><a:pt x="32653" y="25207"/></a:lnTo><a:lnTo><a:pt x="25285" y="32420"/></a:lnTo><a:lnTo><a:pt x="16210" y="32420"/></a:lnTo><a:lnTo><a:pt x="7290" y="32420"/></a:lnTo><a:lnTo><a:pt x="0" y="25207"/></a:lnTo><a:lnTo><a:pt x="0" y="1621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29" name="object 129"/><p:cNvSpPr/><p:nvPr/></p:nvSpPr><p:spPr><a:xfrm><a:off x="10242154" y="7738705"/><a:ext cx="0" cy="32384"/></a:xfrm><a:custGeom><a:avLst/><a:gdLst/><a:ahLst/><a:cxnLst/><a:rect l="l" t="t" r="r" b="b"/><a:pathLst><a:path w="0" h="32384"><a:moveTo><a:pt x="0" y="0"/></a:moveTo><a:lnTo><a:pt x="0" y="32188"/></a:lnTo></a:path></a:pathLst></a:custGeom><a:ln w="7756"><a:solidFill><a:srgbClr val="000000"/></a:solidFill></a:ln></p:spPr><p:txBody><a:bodyPr wrap="square" lIns="0" tIns="0" rIns="0" bIns="0" rtlCol="0"/><a:lstStyle/><a:p/></p:txBody></p:sp><p:sp><p:nvSpPr><p:cNvPr id="130" name="object 130"/><p:cNvSpPr/><p:nvPr/></p:nvSpPr><p:spPr><a:xfrm><a:off x="10398209" y="7737867"/><a:ext cx="116205" cy="33020"/></a:xfrm><a:custGeom><a:avLst/><a:gdLst/><a:ahLst/><a:cxnLst/><a:rect l="l" t="t" r="r" b="b"/><a:pathLst><a:path w="116204" h="33020"><a:moveTo><a:pt x="32498" y="16210"/></a:moveTo><a:lnTo><a:pt x="32498" y="25207"/></a:lnTo><a:lnTo><a:pt x="25207" y="32420"/></a:lnTo><a:lnTo><a:pt x="16288" y="32420"/></a:lnTo><a:lnTo><a:pt x="7213" y="32420"/></a:lnTo><a:lnTo><a:pt x="0" y="25207"/></a:lnTo><a:lnTo><a:pt x="0" y="16210"/></a:lnTo><a:lnTo><a:pt x="0" y="7213"/></a:lnTo><a:lnTo><a:pt x="7213" y="0"/></a:lnTo><a:lnTo><a:pt x="16288" y="0"/></a:lnTo><a:lnTo><a:pt x="25207" y="0"/></a:lnTo><a:lnTo><a:pt x="32498" y="7213"/></a:lnTo><a:lnTo><a:pt x="32498" y="16210"/></a:lnTo><a:close/></a:path><a:path w="116204" h="33020"><a:moveTo><a:pt x="32498" y="16210"/></a:moveTo><a:lnTo><a:pt x="116188" y="16210"/></a:lnTo></a:path></a:pathLst></a:custGeom><a:ln w="7756"><a:solidFill><a:srgbClr val="000000"/></a:solidFill></a:ln></p:spPr><p:txBody><a:bodyPr wrap="square" lIns="0" tIns="0" rIns="0" bIns="0" rtlCol="0"/><a:lstStyle/><a:p/></p:txBody></p:sp><p:sp><p:nvSpPr><p:cNvPr id="131" name="object 131"/><p:cNvSpPr/><p:nvPr/></p:nvSpPr><p:spPr><a:xfrm><a:off x="10497334" y="7737829"/><a:ext cx="0" cy="32384"/></a:xfrm><a:custGeom><a:avLst/><a:gdLst/><a:ahLst/><a:cxnLst/><a:rect l="l" t="t" r="r" b="b"/><a:pathLst><a:path w="0" h="32384"><a:moveTo><a:pt x="0" y="32188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32" name="object 132"/><p:cNvSpPr/><p:nvPr/></p:nvSpPr><p:spPr><a:xfrm><a:off x="10325068" y="7699536"/><a:ext cx="89535" cy="29209"/></a:xfrm><a:custGeom><a:avLst/><a:gdLst/><a:ahLst/><a:cxnLst/><a:rect l="l" t="t" r="r" b="b"/><a:pathLst><a:path w="89534" h="29209"><a:moveTo><a:pt x="0" y="28713"/></a:moveTo><a:lnTo><a:pt x="7593" y="17011"/></a:lnTo><a:lnTo><a:pt x="17936" y="8030"/></a:lnTo><a:lnTo><a:pt x="30343" y="2212"/></a:lnTo><a:lnTo><a:pt x="44132" y="0"/></a:lnTo><a:lnTo><a:pt x="57981" y="1704"/></a:lnTo><a:lnTo><a:pt x="70571" y="7062"/></a:lnTo><a:lnTo><a:pt x="81228" y="15657"/></a:lnTo><a:lnTo><a:pt x="89273" y="27069"/></a:lnTo></a:path></a:pathLst></a:custGeom><a:ln w="7756"><a:solidFill><a:srgbClr val="000000"/></a:solidFill></a:ln></p:spPr><p:txBody><a:bodyPr wrap="square" lIns="0" tIns="0" rIns="0" bIns="0" rtlCol="0"/><a:lstStyle/><a:p/></p:txBody></p:sp><p:sp><p:nvSpPr><p:cNvPr id="133" name="object 133"/><p:cNvSpPr/><p:nvPr/></p:nvSpPr><p:spPr><a:xfrm><a:off x="10720170" y="7728948"/><a:ext cx="48895" cy="48260"/></a:xfrm><a:custGeom><a:avLst/><a:gdLst/><a:ahLst/><a:cxnLst/><a:rect l="l" t="t" r="r" b="b"/><a:pathLst><a:path w="48895" h="48259"><a:moveTo><a:pt x="24199" y="48243"/></a:moveTo><a:lnTo><a:pt x="14757" y="46339"/></a:lnTo><a:lnTo><a:pt x="7067" y="41156"/></a:lnTo><a:lnTo><a:pt x="1894" y="33486"/></a:lnTo><a:lnTo><a:pt x="0" y="24121"/></a:lnTo><a:lnTo><a:pt x="1894" y="14724"/></a:lnTo><a:lnTo><a:pt x="7067" y="7058"/></a:lnTo><a:lnTo><a:pt x="14757" y="1893"/></a:lnTo><a:lnTo><a:pt x="24199" y="0"/></a:lnTo><a:lnTo><a:pt x="33563" y="1893"/></a:lnTo><a:lnTo><a:pt x="41233" y="7058"/></a:lnTo><a:lnTo><a:pt x="46417" y="14724"/></a:lnTo><a:lnTo><a:pt x="48321" y="24121"/></a:lnTo><a:lnTo><a:pt x="46417" y="33486"/></a:lnTo><a:lnTo><a:pt x="41233" y="41156"/></a:lnTo><a:lnTo><a:pt x="33563" y="46339"/></a:lnTo><a:lnTo><a:pt x="24199" y="48243"/></a:lnTo><a:close/></a:path></a:pathLst></a:custGeom><a:solidFill><a:srgbClr val="000000"/></a:solidFill></p:spPr><p:txBody><a:bodyPr wrap="square" lIns="0" tIns="0" rIns="0" bIns="0" rtlCol="0"/><a:lstStyle/><a:p/></p:txBody></p:sp><p:sp><p:nvSpPr><p:cNvPr id="134" name="object 134"/><p:cNvSpPr/><p:nvPr/></p:nvSpPr><p:spPr><a:xfrm><a:off x="10720170" y="7728948"/><a:ext cx="48895" cy="48260"/></a:xfrm><a:custGeom><a:avLst/><a:gdLst/><a:ahLst/><a:cxnLst/><a:rect l="l" t="t" r="r" b="b"/><a:pathLst><a:path w="48895" h="48259"><a:moveTo><a:pt x="0" y="24121"/></a:moveTo><a:lnTo><a:pt x="1894" y="14724"/></a:lnTo><a:lnTo><a:pt x="7067" y="7058"/></a:lnTo><a:lnTo><a:pt x="14757" y="1893"/></a:lnTo><a:lnTo><a:pt x="24199" y="0"/></a:lnTo><a:lnTo><a:pt x="33563" y="1893"/></a:lnTo><a:lnTo><a:pt x="41233" y="7058"/></a:lnTo><a:lnTo><a:pt x="46417" y="14724"/></a:lnTo><a:lnTo><a:pt x="48321" y="24121"/></a:lnTo><a:lnTo><a:pt x="46417" y="33486"/></a:lnTo><a:lnTo><a:pt x="41233" y="41156"/></a:lnTo><a:lnTo><a:pt x="33563" y="46339"/></a:lnTo><a:lnTo><a:pt x="24199" y="48243"/></a:lnTo><a:lnTo><a:pt x="14757" y="46339"/></a:lnTo><a:lnTo><a:pt x="7067" y="41156"/></a:lnTo><a:lnTo><a:pt x="1894" y="33486"/></a:lnTo><a:lnTo><a:pt x="0" y="24121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35" name="object 135"/><p:cNvSpPr/><p:nvPr/></p:nvSpPr><p:spPr><a:xfrm><a:off x="10001169" y="8452719"/><a:ext cx="224154" cy="0"/></a:xfrm><a:custGeom><a:avLst/><a:gdLst/><a:ahLst/><a:cxnLst/><a:rect l="l" t="t" r="r" b="b"/><a:pathLst><a:path w="224154" h="0"><a:moveTo><a:pt x="0" y="0"/></a:moveTo><a:lnTo><a:pt x="22392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36" name="object 136"/><p:cNvSpPr/><p:nvPr/></p:nvSpPr><p:spPr><a:xfrm><a:off x="10001169" y="7754652"/><a:ext cx="224154" cy="635"/></a:xfrm><a:custGeom><a:avLst/><a:gdLst/><a:ahLst/><a:cxnLst/><a:rect l="l" t="t" r="r" b="b"/><a:pathLst><a:path w="224154" h="634"><a:moveTo><a:pt x="0" y="7"/></a:moveTo><a:lnTo><a:pt x="22392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37" name="object 137"/><p:cNvSpPr/><p:nvPr/></p:nvSpPr><p:spPr><a:xfrm><a:off x="10744369" y="8405095"/><a:ext cx="1602105" cy="579755"/></a:xfrm><a:custGeom><a:avLst/><a:gdLst/><a:ahLst/><a:cxnLst/><a:rect l="l" t="t" r="r" b="b"/><a:pathLst><a:path w="1602104" h="579754"><a:moveTo><a:pt x="0" y="577372"/></a:moveTo><a:lnTo><a:pt x="974800" y="579621"/></a:lnTo><a:lnTo><a:pt x="973792" y="0"/></a:lnTo><a:lnTo><a:pt x="1601967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38" name="object 138"/><p:cNvSpPr/><p:nvPr/></p:nvSpPr><p:spPr><a:xfrm><a:off x="12346337" y="7090573"/><a:ext cx="5320665" cy="1050290"/></a:xfrm><a:custGeom><a:avLst/><a:gdLst/><a:ahLst/><a:cxnLst/><a:rect l="l" t="t" r="r" b="b"/><a:pathLst><a:path w="5320665" h="1050290"><a:moveTo><a:pt x="0" y="1049260"/></a:moveTo><a:lnTo><a:pt x="5320450" y="1050268"/></a:lnTo><a:lnTo><a:pt x="5320450" y="0"/></a:lnTo><a:lnTo><a:pt x="4060066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39" name="object 139"/><p:cNvSpPr/><p:nvPr/></p:nvSpPr><p:spPr><a:xfrm><a:off x="10720170" y="8958346"/><a:ext cx="48895" cy="48260"/></a:xfrm><a:custGeom><a:avLst/><a:gdLst/><a:ahLst/><a:cxnLst/><a:rect l="l" t="t" r="r" b="b"/><a:pathLst><a:path w="48895" h="48259"><a:moveTo><a:pt x="24199" y="48243"/></a:moveTo><a:lnTo><a:pt x="14757" y="46350"/></a:lnTo><a:lnTo><a:pt x="7067" y="41185"/></a:lnTo><a:lnTo><a:pt x="1894" y="33518"/></a:lnTo><a:lnTo><a:pt x="0" y="24121"/></a:lnTo><a:lnTo><a:pt x="1894" y="14724"/></a:lnTo><a:lnTo><a:pt x="7067" y="7058"/></a:lnTo><a:lnTo><a:pt x="14757" y="1893"/></a:lnTo><a:lnTo><a:pt x="24199" y="0"/></a:lnTo><a:lnTo><a:pt x="33563" y="1893"/></a:lnTo><a:lnTo><a:pt x="41233" y="7058"/></a:lnTo><a:lnTo><a:pt x="46417" y="14724"/></a:lnTo><a:lnTo><a:pt x="48321" y="24121"/></a:lnTo><a:lnTo><a:pt x="46417" y="33518"/></a:lnTo><a:lnTo><a:pt x="41233" y="41185"/></a:lnTo><a:lnTo><a:pt x="33563" y="46350"/></a:lnTo><a:lnTo><a:pt x="24199" y="48243"/></a:lnTo><a:close/></a:path></a:pathLst></a:custGeom><a:solidFill><a:srgbClr val="000000"/></a:solidFill></p:spPr><p:txBody><a:bodyPr wrap="square" lIns="0" tIns="0" rIns="0" bIns="0" rtlCol="0"/><a:lstStyle/><a:p/></p:txBody></p:sp><p:sp><p:nvSpPr><p:cNvPr id="140" name="object 140"/><p:cNvSpPr/><p:nvPr/></p:nvSpPr><p:spPr><a:xfrm><a:off x="10720170" y="8958346"/><a:ext cx="48895" cy="48260"/></a:xfrm><a:custGeom><a:avLst/><a:gdLst/><a:ahLst/><a:cxnLst/><a:rect l="l" t="t" r="r" b="b"/><a:pathLst><a:path w="48895" h="48259"><a:moveTo><a:pt x="0" y="24121"/></a:moveTo><a:lnTo><a:pt x="1894" y="14724"/></a:lnTo><a:lnTo><a:pt x="7067" y="7058"/></a:lnTo><a:lnTo><a:pt x="14757" y="1893"/></a:lnTo><a:lnTo><a:pt x="24199" y="0"/></a:lnTo><a:lnTo><a:pt x="33563" y="1893"/></a:lnTo><a:lnTo><a:pt x="41233" y="7058"/></a:lnTo><a:lnTo><a:pt x="46417" y="14724"/></a:lnTo><a:lnTo><a:pt x="48321" y="24121"/></a:lnTo><a:lnTo><a:pt x="46417" y="33518"/></a:lnTo><a:lnTo><a:pt x="41233" y="41185"/></a:lnTo><a:lnTo><a:pt x="33563" y="46350"/></a:lnTo><a:lnTo><a:pt x="24199" y="48243"/></a:lnTo><a:lnTo><a:pt x="14757" y="46350"/></a:lnTo><a:lnTo><a:pt x="7067" y="41185"/></a:lnTo><a:lnTo><a:pt x="1894" y="33518"/></a:lnTo><a:lnTo><a:pt x="0" y="24121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41" name="object 141"/><p:cNvSpPr/><p:nvPr/></p:nvSpPr><p:spPr><a:xfrm><a:off x="10744369" y="7613365"/><a:ext cx="0" cy="1772285"/></a:xfrm><a:custGeom><a:avLst/><a:gdLst/><a:ahLst/><a:cxnLst/><a:rect l="l" t="t" r="r" b="b"/><a:pathLst><a:path w="0" h="1772284"><a:moveTo><a:pt x="0" y="0"/></a:moveTo><a:lnTo><a:pt x="0" y="1772216"/></a:lnTo></a:path></a:pathLst></a:custGeom><a:ln w="7756"><a:solidFill><a:srgbClr val="000000"/></a:solidFill></a:ln></p:spPr><p:txBody><a:bodyPr wrap="square" lIns="0" tIns="0" rIns="0" bIns="0" rtlCol="0"/><a:lstStyle/><a:p/></p:txBody></p:sp><p:sp><p:nvSpPr><p:cNvPr id="142" name="object 142"/><p:cNvSpPr/><p:nvPr/></p:nvSpPr><p:spPr><a:xfrm><a:off x="12346337" y="7904820"/><a:ext cx="0" cy="744220"/></a:xfrm><a:custGeom><a:avLst/><a:gdLst/><a:ahLst/><a:cxnLst/><a:rect l="l" t="t" r="r" b="b"/><a:pathLst><a:path w="0" h="744220"><a:moveTo><a:pt x="0" y="0"/></a:moveTo><a:lnTo><a:pt x="0" y="544951"/></a:lnTo><a:lnTo><a:pt x="0" y="743743"/></a:lnTo></a:path></a:pathLst></a:custGeom><a:ln w="7756"><a:solidFill><a:srgbClr val="000000"/></a:solidFill></a:ln></p:spPr><p:txBody><a:bodyPr wrap="square" lIns="0" tIns="0" rIns="0" bIns="0" rtlCol="0"/><a:lstStyle/><a:p/></p:txBody></p:sp><p:sp><p:nvSpPr><p:cNvPr id="143" name="object 143"/><p:cNvSpPr/><p:nvPr/></p:nvSpPr><p:spPr><a:xfrm><a:off x="12322215" y="8115711"/><a:ext cx="48260" cy="48260"/></a:xfrm><a:custGeom><a:avLst/><a:gdLst/><a:ahLst/><a:cxnLst/><a:rect l="l" t="t" r="r" b="b"/><a:pathLst><a:path w="48259" h="48259"><a:moveTo><a:pt x="24121" y="48243"/></a:moveTo><a:lnTo><a:pt x="14724" y="46350"/></a:lnTo><a:lnTo><a:pt x="7058" y="41185"/></a:lnTo><a:lnTo><a:pt x="1893" y="33518"/></a:lnTo><a:lnTo><a:pt x="0" y="24121"/></a:lnTo><a:lnTo><a:pt x="1893" y="14724"/></a:lnTo><a:lnTo><a:pt x="7058" y="7058"/></a:lnTo><a:lnTo><a:pt x="14724" y="1893"/></a:lnTo><a:lnTo><a:pt x="24121" y="0"/></a:lnTo><a:lnTo><a:pt x="33518" y="1893"/></a:lnTo><a:lnTo><a:pt x="41185" y="7058"/></a:lnTo><a:lnTo><a:pt x="46350" y="14724"/></a:lnTo><a:lnTo><a:pt x="48243" y="24121"/></a:lnTo><a:lnTo><a:pt x="46350" y="33518"/></a:lnTo><a:lnTo><a:pt x="41185" y="41185"/></a:lnTo><a:lnTo><a:pt x="33518" y="46350"/></a:lnTo><a:lnTo><a:pt x="24121" y="48243"/></a:lnTo><a:close/></a:path></a:pathLst></a:custGeom><a:solidFill><a:srgbClr val="000000"/></a:solidFill></p:spPr><p:txBody><a:bodyPr wrap="square" lIns="0" tIns="0" rIns="0" bIns="0" rtlCol="0"/><a:lstStyle/><a:p/></p:txBody></p:sp><p:sp><p:nvSpPr><p:cNvPr id="144" name="object 144"/><p:cNvSpPr/><p:nvPr/></p:nvSpPr><p:spPr><a:xfrm><a:off x="12322215" y="8115711"/><a:ext cx="48260" cy="48260"/></a:xfrm><a:custGeom><a:avLst/><a:gdLst/><a:ahLst/><a:cxnLst/><a:rect l="l" t="t" r="r" b="b"/><a:pathLst><a:path w="48259" h="48259"><a:moveTo><a:pt x="0" y="24121"/></a:moveTo><a:lnTo><a:pt x="1893" y="14724"/></a:lnTo><a:lnTo><a:pt x="7058" y="7058"/></a:lnTo><a:lnTo><a:pt x="14724" y="1893"/></a:lnTo><a:lnTo><a:pt x="24121" y="0"/></a:lnTo><a:lnTo><a:pt x="33518" y="1893"/></a:lnTo><a:lnTo><a:pt x="41185" y="7058"/></a:lnTo><a:lnTo><a:pt x="46350" y="14724"/></a:lnTo><a:lnTo><a:pt x="48243" y="24121"/></a:lnTo><a:lnTo><a:pt x="46350" y="33518"/></a:lnTo><a:lnTo><a:pt x="41185" y="41185"/></a:lnTo><a:lnTo><a:pt x="33518" y="46350"/></a:lnTo><a:lnTo><a:pt x="24121" y="48243"/></a:lnTo><a:lnTo><a:pt x="14724" y="46350"/></a:lnTo><a:lnTo><a:pt x="7058" y="41185"/></a:lnTo><a:lnTo><a:pt x="1893" y="33518"/></a:lnTo><a:lnTo><a:pt x="0" y="24121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45" name="object 145"/><p:cNvSpPr/><p:nvPr/></p:nvSpPr><p:spPr><a:xfrm><a:off x="5210002" y="6023458"/><a:ext cx="86360" cy="497840"/></a:xfrm><a:custGeom><a:avLst/><a:gdLst/><a:ahLst/><a:cxnLst/><a:rect l="l" t="t" r="r" b="b"/><a:pathLst><a:path w="86360" h="497840"><a:moveTo><a:pt x="86171" y="0"/></a:moveTo><a:lnTo><a:pt x="67479" y="497483"/></a:lnTo><a:lnTo><a:pt x="0" y="497483"/></a:lnTo></a:path></a:pathLst></a:custGeom><a:ln w="7756"><a:solidFill><a:srgbClr val="000000"/></a:solidFill></a:ln></p:spPr><p:txBody><a:bodyPr wrap="square" lIns="0" tIns="0" rIns="0" bIns="0" rtlCol="0"/><a:lstStyle/><a:p/></p:txBody></p:sp><p:sp><p:nvSpPr><p:cNvPr id="146" name="object 146"/><p:cNvSpPr/><p:nvPr/></p:nvSpPr><p:spPr><a:xfrm><a:off x="5288417" y="5977037"/><a:ext cx="15875" cy="46990"/></a:xfrm><a:custGeom><a:avLst/><a:gdLst/><a:ahLst/><a:cxnLst/><a:rect l="l" t="t" r="r" b="b"/><a:pathLst><a:path w="15875" h="46989"><a:moveTo><a:pt x="15504" y="46800"/></a:moveTo><a:lnTo><a:pt x="0" y="46211"/></a:lnTo><a:lnTo><a:pt x="9501" y="0"/></a:lnTo><a:lnTo><a:pt x="15504" y="46800"/></a:lnTo><a:close/></a:path></a:pathLst></a:custGeom><a:solidFill><a:srgbClr val="000000"/></a:solidFill></p:spPr><p:txBody><a:bodyPr wrap="square" lIns="0" tIns="0" rIns="0" bIns="0" rtlCol="0"/><a:lstStyle/><a:p/></p:txBody></p:sp><p:sp><p:nvSpPr><p:cNvPr id="147" name="object 147"/><p:cNvSpPr/><p:nvPr/></p:nvSpPr><p:spPr><a:xfrm><a:off x="5288417" y="5977037"/><a:ext cx="15875" cy="46990"/></a:xfrm><a:custGeom><a:avLst/><a:gdLst/><a:ahLst/><a:cxnLst/><a:rect l="l" t="t" r="r" b="b"/><a:pathLst><a:path w="15875" h="46989"><a:moveTo><a:pt x="9501" y="0"/></a:moveTo><a:lnTo><a:pt x="15504" y="46800"/></a:lnTo><a:lnTo><a:pt x="0" y="46211"/></a:lnTo><a:lnTo><a:pt x="9501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48" name="object 148"/><p:cNvSpPr/><p:nvPr/></p:nvSpPr><p:spPr><a:xfrm><a:off x="16670890" y="7861230"/><a:ext cx="0" cy="107314"/></a:xfrm><a:custGeom><a:avLst/><a:gdLst/><a:ahLst/><a:cxnLst/><a:rect l="l" t="t" r="r" b="b"/><a:pathLst><a:path w="0" h="107315"><a:moveTo><a:pt x="0" y="0"/></a:moveTo><a:lnTo><a:pt x="0" y="107190"/></a:lnTo></a:path></a:pathLst></a:custGeom><a:ln w="7756"><a:solidFill><a:srgbClr val="000000"/></a:solidFill></a:ln></p:spPr><p:txBody><a:bodyPr wrap="square" lIns="0" tIns="0" rIns="0" bIns="0" rtlCol="0"/><a:lstStyle/><a:p/></p:txBody></p:sp><p:sp><p:nvSpPr><p:cNvPr id="149" name="object 149"/><p:cNvSpPr/><p:nvPr/></p:nvSpPr><p:spPr><a:xfrm><a:off x="16579367" y="7968421"/><a:ext cx="183515" cy="0"/></a:xfrm><a:custGeom><a:avLst/><a:gdLst/><a:ahLst/><a:cxnLst/><a:rect l="l" t="t" r="r" b="b"/><a:pathLst><a:path w="183515" h="0"><a:moveTo><a:pt x="0" y="0"/></a:moveTo><a:lnTo><a:pt x="182969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50" name="object 150"/><p:cNvSpPr/><p:nvPr/></p:nvSpPr><p:spPr><a:xfrm><a:off x="16610004" y="8009063"/><a:ext cx="113664" cy="0"/></a:xfrm><a:custGeom><a:avLst/><a:gdLst/><a:ahLst/><a:cxnLst/><a:rect l="l" t="t" r="r" b="b"/><a:pathLst><a:path w="113665" h="0"><a:moveTo><a:pt x="0" y="0"/></a:moveTo><a:lnTo><a:pt x="113473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51" name="object 151"/><p:cNvSpPr/><p:nvPr/></p:nvSpPr><p:spPr><a:xfrm><a:off x="16644985" y="8039545"/><a:ext cx="32384" cy="0"/></a:xfrm><a:custGeom><a:avLst/><a:gdLst/><a:ahLst/><a:cxnLst/><a:rect l="l" t="t" r="r" b="b"/><a:pathLst><a:path w="32384" h="0"><a:moveTo><a:pt x="0" y="0"/></a:moveTo><a:lnTo><a:pt x="32033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52" name="object 152"/><p:cNvSpPr/><p:nvPr/></p:nvSpPr><p:spPr><a:xfrm><a:off x="5338321" y="5787452"/><a:ext cx="107314" cy="0"/></a:xfrm><a:custGeom><a:avLst/><a:gdLst/><a:ahLst/><a:cxnLst/><a:rect l="l" t="t" r="r" b="b"/><a:pathLst><a:path w="107314" h="0"><a:moveTo><a:pt x="107268" y="0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53" name="object 153"/><p:cNvSpPr/><p:nvPr/></p:nvSpPr><p:spPr><a:xfrm><a:off x="5338359" y="5695905"/><a:ext cx="0" cy="183515"/></a:xfrm><a:custGeom><a:avLst/><a:gdLst/><a:ahLst/><a:cxnLst/><a:rect l="l" t="t" r="r" b="b"/><a:pathLst><a:path w="0" h="183514"><a:moveTo><a:pt x="0" y="0"/></a:moveTo><a:lnTo><a:pt x="0" y="183124"/></a:lnTo></a:path></a:pathLst></a:custGeom><a:ln w="7756"><a:solidFill><a:srgbClr val="000000"/></a:solidFill></a:ln></p:spPr><p:txBody><a:bodyPr wrap="square" lIns="0" tIns="0" rIns="0" bIns="0" rtlCol="0"/><a:lstStyle/><a:p/></p:txBody></p:sp><p:sp><p:nvSpPr><p:cNvPr id="154" name="object 154"/><p:cNvSpPr/><p:nvPr/></p:nvSpPr><p:spPr><a:xfrm><a:off x="5297694" y="5726558"/><a:ext cx="0" cy="113664"/></a:xfrm><a:custGeom><a:avLst/><a:gdLst/><a:ahLst/><a:cxnLst/><a:rect l="l" t="t" r="r" b="b"/><a:pathLst><a:path w="0" h="113664"><a:moveTo><a:pt x="0" y="0"/></a:moveTo><a:lnTo><a:pt x="0" y="113473"/></a:lnTo></a:path></a:pathLst></a:custGeom><a:ln w="7756"><a:solidFill><a:srgbClr val="000000"/></a:solidFill></a:ln></p:spPr><p:txBody><a:bodyPr wrap="square" lIns="0" tIns="0" rIns="0" bIns="0" rtlCol="0"/><a:lstStyle/><a:p/></p:txBody></p:sp><p:sp><p:nvSpPr><p:cNvPr id="155" name="object 155"/><p:cNvSpPr/><p:nvPr/></p:nvSpPr><p:spPr><a:xfrm><a:off x="5267220" y="5761546"/><a:ext cx="0" cy="32384"/></a:xfrm><a:custGeom><a:avLst/><a:gdLst/><a:ahLst/><a:cxnLst/><a:rect l="l" t="t" r="r" b="b"/><a:pathLst><a:path w="0" h="32385"><a:moveTo><a:pt x="0" y="0"/></a:moveTo><a:lnTo><a:pt x="0" y="32033"/></a:lnTo></a:path></a:pathLst></a:custGeom><a:ln w="7756"><a:solidFill><a:srgbClr val="000000"/></a:solidFill></a:ln></p:spPr><p:txBody><a:bodyPr wrap="square" lIns="0" tIns="0" rIns="0" bIns="0" rtlCol="0"/><a:lstStyle/><a:p/></p:txBody></p:sp><p:sp><p:nvSpPr><p:cNvPr id="156" name="object 156"/><p:cNvSpPr/><p:nvPr/></p:nvSpPr><p:spPr><a:xfrm><a:off x="9778255" y="9140540"/><a:ext cx="2969260" cy="439420"/></a:xfrm><a:custGeom><a:avLst/><a:gdLst/><a:ahLst/><a:cxnLst/><a:rect l="l" t="t" r="r" b="b"/><a:pathLst><a:path w="2969259" h="439420"><a:moveTo><a:pt x="2969000" y="439389"/></a:moveTo><a:lnTo><a:pt x="3567" y="439389"/></a:lnTo><a:lnTo><a:pt x="0" y="0"/></a:lnTo><a:lnTo><a:pt x="24354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57" name="object 157"/><p:cNvSpPr/><p:nvPr/></p:nvSpPr><p:spPr><a:xfrm><a:off x="10720170" y="9115797"/><a:ext cx="48895" cy="48260"/></a:xfrm><a:custGeom><a:avLst/><a:gdLst/><a:ahLst/><a:cxnLst/><a:rect l="l" t="t" r="r" b="b"/><a:pathLst><a:path w="48895" h="48259"><a:moveTo><a:pt x="24199" y="48243"/></a:moveTo><a:lnTo><a:pt x="14757" y="46350"/></a:lnTo><a:lnTo><a:pt x="7067" y="41185"/></a:lnTo><a:lnTo><a:pt x="1894" y="33518"/></a:lnTo><a:lnTo><a:pt x="0" y="24121"/></a:lnTo><a:lnTo><a:pt x="1894" y="14724"/></a:lnTo><a:lnTo><a:pt x="7067" y="7058"/></a:lnTo><a:lnTo><a:pt x="14757" y="1893"/></a:lnTo><a:lnTo><a:pt x="24199" y="0"/></a:lnTo><a:lnTo><a:pt x="33563" y="1893"/></a:lnTo><a:lnTo><a:pt x="41233" y="7058"/></a:lnTo><a:lnTo><a:pt x="46417" y="14724"/></a:lnTo><a:lnTo><a:pt x="48321" y="24121"/></a:lnTo><a:lnTo><a:pt x="46417" y="33518"/></a:lnTo><a:lnTo><a:pt x="41233" y="41185"/></a:lnTo><a:lnTo><a:pt x="33563" y="46350"/></a:lnTo><a:lnTo><a:pt x="24199" y="48243"/></a:lnTo><a:close/></a:path></a:pathLst></a:custGeom><a:solidFill><a:srgbClr val="000000"/></a:solidFill></p:spPr><p:txBody><a:bodyPr wrap="square" lIns="0" tIns="0" rIns="0" bIns="0" rtlCol="0"/><a:lstStyle/><a:p/></p:txBody></p:sp><p:sp><p:nvSpPr><p:cNvPr id="158" name="object 158"/><p:cNvSpPr/><p:nvPr/></p:nvSpPr><p:spPr><a:xfrm><a:off x="10720170" y="9115797"/><a:ext cx="48895" cy="48260"/></a:xfrm><a:custGeom><a:avLst/><a:gdLst/><a:ahLst/><a:cxnLst/><a:rect l="l" t="t" r="r" b="b"/><a:pathLst><a:path w="48895" h="48259"><a:moveTo><a:pt x="0" y="24121"/></a:moveTo><a:lnTo><a:pt x="1894" y="14724"/></a:lnTo><a:lnTo><a:pt x="7067" y="7058"/></a:lnTo><a:lnTo><a:pt x="14757" y="1893"/></a:lnTo><a:lnTo><a:pt x="24199" y="0"/></a:lnTo><a:lnTo><a:pt x="33563" y="1893"/></a:lnTo><a:lnTo><a:pt x="41233" y="7058"/></a:lnTo><a:lnTo><a:pt x="46417" y="14724"/></a:lnTo><a:lnTo><a:pt x="48321" y="24121"/></a:lnTo><a:lnTo><a:pt x="46417" y="33518"/></a:lnTo><a:lnTo><a:pt x="41233" y="41185"/></a:lnTo><a:lnTo><a:pt x="33563" y="46350"/></a:lnTo><a:lnTo><a:pt x="24199" y="48243"/></a:lnTo><a:lnTo><a:pt x="14757" y="46350"/></a:lnTo><a:lnTo><a:pt x="7067" y="41185"/></a:lnTo><a:lnTo><a:pt x="1894" y="33518"/></a:lnTo><a:lnTo><a:pt x="0" y="24121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59" name="object 159"/><p:cNvSpPr/><p:nvPr/></p:nvSpPr><p:spPr><a:xfrm><a:off x="13670011" y="5700714"/><a:ext cx="402590" cy="3841750"/></a:xfrm><a:custGeom><a:avLst/><a:gdLst/><a:ahLst/><a:cxnLst/><a:rect l="l" t="t" r="r" b="b"/><a:pathLst><a:path w="402590" h="3841750"><a:moveTo><a:pt x="402469" y="0"/></a:moveTo><a:lnTo><a:pt x="402469" y="3841185"/></a:lnTo><a:lnTo><a:pt x="0" y="3841185"/></a:lnTo></a:path></a:pathLst></a:custGeom><a:ln w="7756"><a:solidFill><a:srgbClr val="0000FF"/></a:solidFill><a:prstDash val="lgDash"/></a:ln></p:spPr><p:txBody><a:bodyPr wrap="square" lIns="0" tIns="0" rIns="0" bIns="0" rtlCol="0"/><a:lstStyle/><a:p/></p:txBody></p:sp><p:sp><p:nvSpPr><p:cNvPr id="160" name="object 160"/><p:cNvSpPr/><p:nvPr/></p:nvSpPr><p:spPr><a:xfrm><a:off x="10514164" y="9139919"/><a:ext cx="230504" cy="0"/></a:xfrm><a:custGeom><a:avLst/><a:gdLst/><a:ahLst/><a:cxnLst/><a:rect l="l" t="t" r="r" b="b"/><a:pathLst><a:path w="230504" h="0"><a:moveTo><a:pt x="0" y="0"/></a:moveTo><a:lnTo><a:pt x="23020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61" name="object 161"/><p:cNvSpPr/><p:nvPr/></p:nvSpPr><p:spPr><a:xfrm><a:off x="10308548" y="9124407"/><a:ext cx="33020" cy="33020"/></a:xfrm><a:custGeom><a:avLst/><a:gdLst/><a:ahLst/><a:cxnLst/><a:rect l="l" t="t" r="r" b="b"/><a:pathLst><a:path w="33020" h="33020"><a:moveTo><a:pt x="25285" y="32576"/></a:moveTo><a:lnTo><a:pt x="7290" y="32576"/></a:lnTo><a:lnTo><a:pt x="0" y="25285"/></a:lnTo><a:lnTo><a:pt x="0" y="16210"/></a:lnTo><a:lnTo><a:pt x="0" y="7213"/></a:lnTo><a:lnTo><a:pt x="7290" y="0"/></a:lnTo><a:lnTo><a:pt x="25285" y="0"/></a:lnTo><a:lnTo><a:pt x="32653" y="7213"/></a:lnTo><a:lnTo><a:pt x="32653" y="25285"/></a:lnTo><a:lnTo><a:pt x="25285" y="32576"/></a:lnTo><a:close/></a:path></a:pathLst></a:custGeom><a:solidFill><a:srgbClr val="FFFFFF"><a:alpha val="50199"/></a:srgbClr></a:solidFill></p:spPr><p:txBody><a:bodyPr wrap="square" lIns="0" tIns="0" rIns="0" bIns="0" rtlCol="0"/><a:lstStyle/><a:p/></p:txBody></p:sp><p:sp><p:nvSpPr><p:cNvPr id="162" name="object 162"/><p:cNvSpPr/><p:nvPr/></p:nvSpPr><p:spPr><a:xfrm><a:off x="10224858" y="9124407"/><a:ext cx="116839" cy="33020"/></a:xfrm><a:custGeom><a:avLst/><a:gdLst/><a:ahLst/><a:cxnLst/><a:rect l="l" t="t" r="r" b="b"/><a:pathLst><a:path w="116840" h="33020"><a:moveTo><a:pt x="83689" y="16210"/></a:moveTo><a:lnTo><a:pt x="83689" y="7213"/></a:lnTo><a:lnTo><a:pt x="90980" y="0"/></a:lnTo><a:lnTo><a:pt x="99899" y="0"/></a:lnTo><a:lnTo><a:pt x="108974" y="0"/></a:lnTo><a:lnTo><a:pt x="116343" y="7213"/></a:lnTo><a:lnTo><a:pt x="116343" y="16210"/></a:lnTo><a:lnTo><a:pt x="116343" y="25285"/></a:lnTo><a:lnTo><a:pt x="108974" y="32576"/></a:lnTo><a:lnTo><a:pt x="99899" y="32576"/></a:lnTo><a:lnTo><a:pt x="90980" y="32576"/></a:lnTo><a:lnTo><a:pt x="83689" y="25285"/></a:lnTo><a:lnTo><a:pt x="83689" y="16210"/></a:lnTo><a:close/></a:path><a:path w="116840" h="33020"><a:moveTo><a:pt x="83689" y="16210"/></a:moveTo><a:lnTo><a:pt x="0" y="16210"/></a:lnTo></a:path></a:pathLst></a:custGeom><a:ln w="7756"><a:solidFill><a:srgbClr val="000000"/></a:solidFill></a:ln></p:spPr><p:txBody><a:bodyPr wrap="square" lIns="0" tIns="0" rIns="0" bIns="0" rtlCol="0"/><a:lstStyle/><a:p/></p:txBody></p:sp><p:sp><p:nvSpPr><p:cNvPr id="163" name="object 163"/><p:cNvSpPr/><p:nvPr/></p:nvSpPr><p:spPr><a:xfrm><a:off x="10241921" y="9124717"/><a:ext cx="0" cy="32384"/></a:xfrm><a:custGeom><a:avLst/><a:gdLst/><a:ahLst/><a:cxnLst/><a:rect l="l" t="t" r="r" b="b"/><a:pathLst><a:path w="0" h="32384"><a:moveTo><a:pt x="0" y="0"/></a:moveTo><a:lnTo><a:pt x="0" y="32188"/></a:lnTo></a:path></a:pathLst></a:custGeom><a:ln w="7756"><a:solidFill><a:srgbClr val="000000"/></a:solidFill></a:ln></p:spPr><p:txBody><a:bodyPr wrap="square" lIns="0" tIns="0" rIns="0" bIns="0" rtlCol="0"/><a:lstStyle/><a:p/></p:txBody></p:sp><p:sp><p:nvSpPr><p:cNvPr id="164" name="object 164"/><p:cNvSpPr/><p:nvPr/></p:nvSpPr><p:spPr><a:xfrm><a:off x="10308548" y="9124407"/><a:ext cx="33020" cy="33020"/></a:xfrm><a:custGeom><a:avLst/><a:gdLst/><a:ahLst/><a:cxnLst/><a:rect l="l" t="t" r="r" b="b"/><a:pathLst><a:path w="33020" h="33020"><a:moveTo><a:pt x="25285" y="32576"/></a:moveTo><a:lnTo><a:pt x="7290" y="32576"/></a:lnTo><a:lnTo><a:pt x="0" y="25285"/></a:lnTo><a:lnTo><a:pt x="0" y="16210"/></a:lnTo><a:lnTo><a:pt x="0" y="7213"/></a:lnTo><a:lnTo><a:pt x="7290" y="0"/></a:lnTo><a:lnTo><a:pt x="25285" y="0"/></a:lnTo><a:lnTo><a:pt x="32653" y="7213"/></a:lnTo><a:lnTo><a:pt x="32653" y="25285"/></a:lnTo><a:lnTo><a:pt x="25285" y="32576"/></a:lnTo><a:close/></a:path></a:pathLst></a:custGeom><a:solidFill><a:srgbClr val="FFFFFF"><a:alpha val="50199"/></a:srgbClr></a:solidFill></p:spPr><p:txBody><a:bodyPr wrap="square" lIns="0" tIns="0" rIns="0" bIns="0" rtlCol="0"/><a:lstStyle/><a:p/></p:txBody></p:sp><p:sp><p:nvSpPr><p:cNvPr id="165" name="object 165"/><p:cNvSpPr/><p:nvPr/></p:nvSpPr><p:spPr><a:xfrm><a:off x="10308548" y="9124407"/><a:ext cx="33020" cy="33020"/></a:xfrm><a:custGeom><a:avLst/><a:gdLst/><a:ahLst/><a:cxnLst/><a:rect l="l" t="t" r="r" b="b"/><a:pathLst><a:path w="33020" h="33020"><a:moveTo><a:pt x="0" y="16210"/></a:moveTo><a:lnTo><a:pt x="0" y="7213"/></a:lnTo><a:lnTo><a:pt x="7290" y="0"/></a:lnTo><a:lnTo><a:pt x="16210" y="0"/></a:lnTo><a:lnTo><a:pt x="25285" y="0"/></a:lnTo><a:lnTo><a:pt x="32653" y="7213"/></a:lnTo><a:lnTo><a:pt x="32653" y="16210"/></a:lnTo><a:lnTo><a:pt x="32653" y="25285"/></a:lnTo><a:lnTo><a:pt x="25285" y="32576"/></a:lnTo><a:lnTo><a:pt x="16210" y="32576"/></a:lnTo><a:lnTo><a:pt x="7290" y="32576"/></a:lnTo><a:lnTo><a:pt x="0" y="25285"/></a:lnTo><a:lnTo><a:pt x="0" y="1621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66" name="object 166"/><p:cNvSpPr/><p:nvPr/></p:nvSpPr><p:spPr><a:xfrm><a:off x="10241921" y="9124717"/><a:ext cx="0" cy="32384"/></a:xfrm><a:custGeom><a:avLst/><a:gdLst/><a:ahLst/><a:cxnLst/><a:rect l="l" t="t" r="r" b="b"/><a:pathLst><a:path w="0" h="32384"><a:moveTo><a:pt x="0" y="0"/></a:moveTo><a:lnTo><a:pt x="0" y="32188"/></a:lnTo></a:path></a:pathLst></a:custGeom><a:ln w="7756"><a:solidFill><a:srgbClr val="000000"/></a:solidFill></a:ln></p:spPr><p:txBody><a:bodyPr wrap="square" lIns="0" tIns="0" rIns="0" bIns="0" rtlCol="0"/><a:lstStyle/><a:p/></p:txBody></p:sp><p:sp><p:nvSpPr><p:cNvPr id="167" name="object 167"/><p:cNvSpPr/><p:nvPr/></p:nvSpPr><p:spPr><a:xfrm><a:off x="10397976" y="9123864"/><a:ext cx="33020" cy="33020"/></a:xfrm><a:custGeom><a:avLst/><a:gdLst/><a:ahLst/><a:cxnLst/><a:rect l="l" t="t" r="r" b="b"/><a:pathLst><a:path w="33020" h="33020"><a:moveTo><a:pt x="25207" y="32420"/></a:moveTo><a:lnTo><a:pt x="7213" y="32420"/></a:lnTo><a:lnTo><a:pt x="0" y="25207"/></a:lnTo><a:lnTo><a:pt x="0" y="7213"/></a:lnTo><a:lnTo><a:pt x="7213" y="0"/></a:lnTo><a:lnTo><a:pt x="25207" y="0"/></a:lnTo><a:lnTo><a:pt x="32498" y="7213"/></a:lnTo><a:lnTo><a:pt x="32498" y="16210"/></a:lnTo><a:lnTo><a:pt x="32498" y="25207"/></a:lnTo><a:lnTo><a:pt x="25207" y="32420"/></a:lnTo><a:close/></a:path></a:pathLst></a:custGeom><a:solidFill><a:srgbClr val="FFFFFF"><a:alpha val="50199"/></a:srgbClr></a:solidFill></p:spPr><p:txBody><a:bodyPr wrap="square" lIns="0" tIns="0" rIns="0" bIns="0" rtlCol="0"/><a:lstStyle/><a:p/></p:txBody></p:sp><p:sp><p:nvSpPr><p:cNvPr id="168" name="object 168"/><p:cNvSpPr/><p:nvPr/></p:nvSpPr><p:spPr><a:xfrm><a:off x="10397976" y="9123864"/><a:ext cx="116205" cy="33020"/></a:xfrm><a:custGeom><a:avLst/><a:gdLst/><a:ahLst/><a:cxnLst/><a:rect l="l" t="t" r="r" b="b"/><a:pathLst><a:path w="116204" h="33020"><a:moveTo><a:pt x="32498" y="16210"/></a:moveTo><a:lnTo><a:pt x="32498" y="25207"/></a:lnTo><a:lnTo><a:pt x="25207" y="32420"/></a:lnTo><a:lnTo><a:pt x="16288" y="32420"/></a:lnTo><a:lnTo><a:pt x="7213" y="32420"/></a:lnTo><a:lnTo><a:pt x="0" y="25207"/></a:lnTo><a:lnTo><a:pt x="0" y="16210"/></a:lnTo><a:lnTo><a:pt x="0" y="7213"/></a:lnTo><a:lnTo><a:pt x="7213" y="0"/></a:lnTo><a:lnTo><a:pt x="16288" y="0"/></a:lnTo><a:lnTo><a:pt x="25207" y="0"/></a:lnTo><a:lnTo><a:pt x="32498" y="7213"/></a:lnTo><a:lnTo><a:pt x="32498" y="16210"/></a:lnTo><a:close/></a:path><a:path w="116204" h="33020"><a:moveTo><a:pt x="32498" y="16210"/></a:moveTo><a:lnTo><a:pt x="116188" y="16210"/></a:lnTo></a:path></a:pathLst></a:custGeom><a:ln w="7756"><a:solidFill><a:srgbClr val="000000"/></a:solidFill></a:ln></p:spPr><p:txBody><a:bodyPr wrap="square" lIns="0" tIns="0" rIns="0" bIns="0" rtlCol="0"/><a:lstStyle/><a:p/></p:txBody></p:sp><p:sp><p:nvSpPr><p:cNvPr id="169" name="object 169"/><p:cNvSpPr/><p:nvPr/></p:nvSpPr><p:spPr><a:xfrm><a:off x="10497101" y="9123864"/><a:ext cx="0" cy="32384"/></a:xfrm><a:custGeom><a:avLst/><a:gdLst/><a:ahLst/><a:cxnLst/><a:rect l="l" t="t" r="r" b="b"/><a:pathLst><a:path w="0" h="32384"><a:moveTo><a:pt x="0" y="32188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70" name="object 170"/><p:cNvSpPr/><p:nvPr/></p:nvSpPr><p:spPr><a:xfrm><a:off x="10324836" y="9085556"/><a:ext cx="89535" cy="29209"/></a:xfrm><a:custGeom><a:avLst/><a:gdLst/><a:ahLst/><a:cxnLst/><a:rect l="l" t="t" r="r" b="b"/><a:pathLst><a:path w="89534" h="29209"><a:moveTo><a:pt x="0" y="28690"/></a:moveTo><a:lnTo><a:pt x="7593" y="16985"/></a:lnTo><a:lnTo><a:pt x="17936" y="8001"/></a:lnTo><a:lnTo><a:pt x="30343" y="2189"/></a:lnTo><a:lnTo><a:pt x="44132" y="0"/></a:lnTo><a:lnTo><a:pt x="57981" y="1683"/></a:lnTo><a:lnTo><a:pt x="70571" y="7041"/></a:lnTo><a:lnTo><a:pt x="81228" y="15644"/></a:lnTo><a:lnTo><a:pt x="89273" y="27061"/></a:lnTo></a:path></a:pathLst></a:custGeom><a:ln w="7756"><a:solidFill><a:srgbClr val="000000"/></a:solidFill></a:ln></p:spPr><p:txBody><a:bodyPr wrap="square" lIns="0" tIns="0" rIns="0" bIns="0" rtlCol="0"/><a:lstStyle/><a:p/></p:txBody></p:sp><p:sp><p:nvSpPr><p:cNvPr id="171" name="object 171"/><p:cNvSpPr/><p:nvPr/></p:nvSpPr><p:spPr><a:xfrm><a:off x="10000936" y="9140617"/><a:ext cx="224154" cy="635"/></a:xfrm><a:custGeom><a:avLst/><a:gdLst/><a:ahLst/><a:cxnLst/><a:rect l="l" t="t" r="r" b="b"/><a:pathLst><a:path w="224154" h="634"><a:moveTo><a:pt x="0" y="77"/></a:moveTo><a:lnTo><a:pt x="22392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72" name="object 172"/><p:cNvSpPr/><p:nvPr/></p:nvSpPr><p:spPr><a:xfrm><a:off x="2097504" y="6201021"/><a:ext cx="0" cy="107314"/></a:xfrm><a:custGeom><a:avLst/><a:gdLst/><a:ahLst/><a:cxnLst/><a:rect l="l" t="t" r="r" b="b"/><a:pathLst><a:path w="0" h="107314"><a:moveTo><a:pt x="0" y="0"/></a:moveTo><a:lnTo><a:pt x="0" y="107190"/></a:lnTo></a:path></a:pathLst></a:custGeom><a:ln w="7756"><a:solidFill><a:srgbClr val="000000"/></a:solidFill></a:ln></p:spPr><p:txBody><a:bodyPr wrap="square" lIns="0" tIns="0" rIns="0" bIns="0" rtlCol="0"/><a:lstStyle/><a:p/></p:txBody></p:sp><p:sp><p:nvSpPr><p:cNvPr id="173" name="object 173"/><p:cNvSpPr/><p:nvPr/></p:nvSpPr><p:spPr><a:xfrm><a:off x="2005957" y="6308250"/><a:ext cx="183515" cy="0"/></a:xfrm><a:custGeom><a:avLst/><a:gdLst/><a:ahLst/><a:cxnLst/><a:rect l="l" t="t" r="r" b="b"/><a:pathLst><a:path w="183514" h="0"><a:moveTo><a:pt x="0" y="0"/></a:moveTo><a:lnTo><a:pt x="18312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74" name="object 174"/><p:cNvSpPr/><p:nvPr/></p:nvSpPr><p:spPr><a:xfrm><a:off x="2036618" y="6348916"/><a:ext cx="113664" cy="0"/></a:xfrm><a:custGeom><a:avLst/><a:gdLst/><a:ahLst/><a:cxnLst/><a:rect l="l" t="t" r="r" b="b"/><a:pathLst><a:path w="113664" h="0"><a:moveTo><a:pt x="0" y="0"/></a:moveTo><a:lnTo><a:pt x="113473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75" name="object 175"/><p:cNvSpPr/><p:nvPr/></p:nvSpPr><p:spPr><a:xfrm><a:off x="2071606" y="6379390"/><a:ext cx="32384" cy="0"/></a:xfrm><a:custGeom><a:avLst/><a:gdLst/><a:ahLst/><a:cxnLst/><a:rect l="l" t="t" r="r" b="b"/><a:pathLst><a:path w="32385" h="0"><a:moveTo><a:pt x="0" y="0"/></a:moveTo><a:lnTo><a:pt x="32033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76" name="object 176"/><p:cNvSpPr/><p:nvPr/></p:nvSpPr><p:spPr><a:xfrm><a:off x="12322215" y="8267655"/><a:ext cx="48260" cy="48260"/></a:xfrm><a:custGeom><a:avLst/><a:gdLst/><a:ahLst/><a:cxnLst/><a:rect l="l" t="t" r="r" b="b"/><a:pathLst><a:path w="48259" h="48259"><a:moveTo><a:pt x="24121" y="48243"/></a:moveTo><a:lnTo><a:pt x="14724" y="46350"/></a:lnTo><a:lnTo><a:pt x="7058" y="41185"/></a:lnTo><a:lnTo><a:pt x="1893" y="33518"/></a:lnTo><a:lnTo><a:pt x="0" y="24121"/></a:lnTo><a:lnTo><a:pt x="1893" y="14724"/></a:lnTo><a:lnTo><a:pt x="7058" y="7058"/></a:lnTo><a:lnTo><a:pt x="14724" y="1893"/></a:lnTo><a:lnTo><a:pt x="24121" y="0"/></a:lnTo><a:lnTo><a:pt x="33486" y="1893"/></a:lnTo><a:lnTo><a:pt x="41156" y="7058"/></a:lnTo><a:lnTo><a:pt x="46339" y="14724"/></a:lnTo><a:lnTo><a:pt x="48243" y="24121"/></a:lnTo><a:lnTo><a:pt x="46339" y="33518"/></a:lnTo><a:lnTo><a:pt x="41156" y="41185"/></a:lnTo><a:lnTo><a:pt x="33486" y="46350"/></a:lnTo><a:lnTo><a:pt x="24121" y="48243"/></a:lnTo><a:close/></a:path></a:pathLst></a:custGeom><a:solidFill><a:srgbClr val="000000"/></a:solidFill></p:spPr><p:txBody><a:bodyPr wrap="square" lIns="0" tIns="0" rIns="0" bIns="0" rtlCol="0"/><a:lstStyle/><a:p/></p:txBody></p:sp><p:sp><p:nvSpPr><p:cNvPr id="177" name="object 177"/><p:cNvSpPr/><p:nvPr/></p:nvSpPr><p:spPr><a:xfrm><a:off x="12322215" y="8267655"/><a:ext cx="48260" cy="48260"/></a:xfrm><a:custGeom><a:avLst/><a:gdLst/><a:ahLst/><a:cxnLst/><a:rect l="l" t="t" r="r" b="b"/><a:pathLst><a:path w="48259" h="48259"><a:moveTo><a:pt x="0" y="24121"/></a:moveTo><a:lnTo><a:pt x="1893" y="14724"/></a:lnTo><a:lnTo><a:pt x="7058" y="7058"/></a:lnTo><a:lnTo><a:pt x="14724" y="1893"/></a:lnTo><a:lnTo><a:pt x="24121" y="0"/></a:lnTo><a:lnTo><a:pt x="33486" y="1893"/></a:lnTo><a:lnTo><a:pt x="41156" y="7058"/></a:lnTo><a:lnTo><a:pt x="46339" y="14724"/></a:lnTo><a:lnTo><a:pt x="48243" y="24121"/></a:lnTo><a:lnTo><a:pt x="46339" y="33518"/></a:lnTo><a:lnTo><a:pt x="41156" y="41185"/></a:lnTo><a:lnTo><a:pt x="33486" y="46350"/></a:lnTo><a:lnTo><a:pt x="24121" y="48243"/></a:lnTo><a:lnTo><a:pt x="14724" y="46350"/></a:lnTo><a:lnTo><a:pt x="7058" y="41185"/></a:lnTo><a:lnTo><a:pt x="1893" y="33518"/></a:lnTo><a:lnTo><a:pt x="0" y="24121"/></a:lnTo><a:close/></a:path></a:pathLst></a:custGeom><a:ln w="7756"><a:solidFill><a:srgbClr val="000000"/></a:solidFill></a:ln></p:spPr><p:txBody><a:bodyPr wrap="square" lIns="0" tIns="0" rIns="0" bIns="0" rtlCol="0"/><a:lstStyle/><a:p/></p:txBody></p:sp></p:grpSp><p:grpSp><p:nvGrpSpPr><p:cNvPr id="178" name="object 178"/><p:cNvGrpSpPr/><p:nvPr/></p:nvGrpSpPr><p:grpSpPr><a:xfrm><a:off x="515128" y="10808590"/><a:ext cx="13432155" cy="1727200"/><a:chOff x="515128" y="10808590"/><a:chExt cx="13432155" cy="1727200"/></a:xfrm></p:grpSpPr><p:sp><p:nvSpPr><p:cNvPr id="179" name="object 179"/><p:cNvSpPr/><p:nvPr/></p:nvSpPr><p:spPr><a:xfrm><a:off x="519006" y="11209198"/><a:ext cx="828675" cy="1322705"/></a:xfrm><a:custGeom><a:avLst/><a:gdLst/><a:ahLst/><a:cxnLst/><a:rect l="l" t="t" r="r" b="b"/><a:pathLst><a:path w="828675" h="1322704"><a:moveTo><a:pt x="0" y="0"/></a:moveTo><a:lnTo><a:pt x="828285" y="0"/></a:lnTo><a:lnTo><a:pt x="828285" y="1322356"/></a:lnTo><a:lnTo><a:pt x="0" y="1322356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80" name="object 180"/><p:cNvSpPr/><p:nvPr/></p:nvSpPr><p:spPr><a:xfrm><a:off x="519006" y="12399389"/><a:ext cx="828675" cy="132715"/></a:xfrm><a:custGeom><a:avLst/><a:gdLst/><a:ahLst/><a:cxnLst/><a:rect l="l" t="t" r="r" b="b"/><a:pathLst><a:path w="828675" h="132715"><a:moveTo><a:pt x="828285" y="132243"/></a:moveTo><a:lnTo><a:pt x="0" y="132243"/></a:lnTo><a:lnTo><a:pt x="0" y="0"/></a:lnTo><a:lnTo><a:pt x="828285" y="0"/></a:lnTo><a:lnTo><a:pt x="828285" y="132243"/></a:lnTo><a:close/></a:path></a:pathLst></a:custGeom><a:solidFill><a:srgbClr val="FFFFFF"/></a:solidFill></p:spPr><p:txBody><a:bodyPr wrap="square" lIns="0" tIns="0" rIns="0" bIns="0" rtlCol="0"/><a:lstStyle/><a:p/></p:txBody></p:sp><p:sp><p:nvSpPr><p:cNvPr id="181" name="object 181"/><p:cNvSpPr/><p:nvPr/></p:nvSpPr><p:spPr><a:xfrm><a:off x="519006" y="11341442"/><a:ext cx="828675" cy="0"/></a:xfrm><a:custGeom><a:avLst/><a:gdLst/><a:ahLst/><a:cxnLst/><a:rect l="l" t="t" r="r" b="b"/><a:pathLst><a:path w="828675" h="0"><a:moveTo><a:pt x="0" y="0"/></a:moveTo><a:lnTo><a:pt x="82828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82" name="object 182"/><p:cNvSpPr/><p:nvPr/></p:nvSpPr><p:spPr><a:xfrm><a:off x="519006" y="11473685"/><a:ext cx="828675" cy="0"/></a:xfrm><a:custGeom><a:avLst/><a:gdLst/><a:ahLst/><a:cxnLst/><a:rect l="l" t="t" r="r" b="b"/><a:pathLst><a:path w="828675" h="0"><a:moveTo><a:pt x="0" y="0"/></a:moveTo><a:lnTo><a:pt x="82828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83" name="object 183"/><p:cNvSpPr/><p:nvPr/></p:nvSpPr><p:spPr><a:xfrm><a:off x="519006" y="11605929"/><a:ext cx="828675" cy="0"/></a:xfrm><a:custGeom><a:avLst/><a:gdLst/><a:ahLst/><a:cxnLst/><a:rect l="l" t="t" r="r" b="b"/><a:pathLst><a:path w="828675" h="0"><a:moveTo><a:pt x="0" y="0"/></a:moveTo><a:lnTo><a:pt x="82828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84" name="object 184"/><p:cNvSpPr/><p:nvPr/></p:nvSpPr><p:spPr><a:xfrm><a:off x="519006" y="11738172"/><a:ext cx="828675" cy="0"/></a:xfrm><a:custGeom><a:avLst/><a:gdLst/><a:ahLst/><a:cxnLst/><a:rect l="l" t="t" r="r" b="b"/><a:pathLst><a:path w="828675" h="0"><a:moveTo><a:pt x="0" y="0"/></a:moveTo><a:lnTo><a:pt x="82828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85" name="object 185"/><p:cNvSpPr/><p:nvPr/></p:nvSpPr><p:spPr><a:xfrm><a:off x="519006" y="11870415"/><a:ext cx="828675" cy="0"/></a:xfrm><a:custGeom><a:avLst/><a:gdLst/><a:ahLst/><a:cxnLst/><a:rect l="l" t="t" r="r" b="b"/><a:pathLst><a:path w="828675" h="0"><a:moveTo><a:pt x="0" y="0"/></a:moveTo><a:lnTo><a:pt x="82828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86" name="object 186"/><p:cNvSpPr/><p:nvPr/></p:nvSpPr><p:spPr><a:xfrm><a:off x="519006" y="12002659"/><a:ext cx="828675" cy="0"/></a:xfrm><a:custGeom><a:avLst/><a:gdLst/><a:ahLst/><a:cxnLst/><a:rect l="l" t="t" r="r" b="b"/><a:pathLst><a:path w="828675" h="0"><a:moveTo><a:pt x="0" y="0"/></a:moveTo><a:lnTo><a:pt x="82828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87" name="object 187"/><p:cNvSpPr/><p:nvPr/></p:nvSpPr><p:spPr><a:xfrm><a:off x="519006" y="12134902"/><a:ext cx="828675" cy="0"/></a:xfrm><a:custGeom><a:avLst/><a:gdLst/><a:ahLst/><a:cxnLst/><a:rect l="l" t="t" r="r" b="b"/><a:pathLst><a:path w="828675" h="0"><a:moveTo><a:pt x="0" y="0"/></a:moveTo><a:lnTo><a:pt x="82828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88" name="object 188"/><p:cNvSpPr/><p:nvPr/></p:nvSpPr><p:spPr><a:xfrm><a:off x="519006" y="12267146"/><a:ext cx="828675" cy="0"/></a:xfrm><a:custGeom><a:avLst/><a:gdLst/><a:ahLst/><a:cxnLst/><a:rect l="l" t="t" r="r" b="b"/><a:pathLst><a:path w="828675" h="0"><a:moveTo><a:pt x="0" y="0"/></a:moveTo><a:lnTo><a:pt x="82828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89" name="object 189"/><p:cNvSpPr/><p:nvPr/></p:nvSpPr><p:spPr><a:xfrm><a:off x="519006" y="12399389"/><a:ext cx="828675" cy="0"/></a:xfrm><a:custGeom><a:avLst/><a:gdLst/><a:ahLst/><a:cxnLst/><a:rect l="l" t="t" r="r" b="b"/><a:pathLst><a:path w="828675" h="0"><a:moveTo><a:pt x="0" y="0"/></a:moveTo><a:lnTo><a:pt x="82828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90" name="object 190"/><p:cNvSpPr/><p:nvPr/></p:nvSpPr><p:spPr><a:xfrm><a:off x="519006" y="11209198"/><a:ext cx="828675" cy="1322705"/></a:xfrm><a:custGeom><a:avLst/><a:gdLst/><a:ahLst/><a:cxnLst/><a:rect l="l" t="t" r="r" b="b"/><a:pathLst><a:path w="828675" h="1322704"><a:moveTo><a:pt x="0" y="0"/></a:moveTo><a:lnTo><a:pt x="828285" y="0"/></a:lnTo><a:lnTo><a:pt x="828285" y="1322356"/></a:lnTo><a:lnTo><a:pt x="0" y="1322356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91" name="object 191"/><p:cNvSpPr/><p:nvPr/></p:nvSpPr><p:spPr><a:xfrm><a:off x="1347370" y="10812468"/><a:ext cx="2063114" cy="1057910"/></a:xfrm><a:custGeom><a:avLst/><a:gdLst/><a:ahLst/><a:cxnLst/><a:rect l="l" t="t" r="r" b="b"/><a:pathLst><a:path w="2063114" h="1057909"><a:moveTo><a:pt x="0" y="0"/></a:moveTo><a:lnTo><a:pt x="2063074" y="0"/></a:lnTo><a:lnTo><a:pt x="2063074" y="1057869"/></a:lnTo><a:lnTo><a:pt x="0" y="1057869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92" name="object 192"/><p:cNvSpPr/><p:nvPr/></p:nvSpPr><p:spPr><a:xfrm><a:off x="1347370" y="11209198"/><a:ext cx="2063114" cy="0"/></a:xfrm><a:custGeom><a:avLst/><a:gdLst/><a:ahLst/><a:cxnLst/><a:rect l="l" t="t" r="r" b="b"/><a:pathLst><a:path w="2063114" h="0"><a:moveTo><a:pt x="0" y="0"/></a:moveTo><a:lnTo><a:pt x="745216" y="0"/></a:lnTo><a:lnTo><a:pt x="1449790" y="0"/></a:lnTo><a:lnTo><a:pt x="206307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93" name="object 193"/><p:cNvSpPr/><p:nvPr/></p:nvSpPr><p:spPr><a:xfrm><a:off x="1347370" y="11341442"/><a:ext cx="2063114" cy="0"/></a:xfrm><a:custGeom><a:avLst/><a:gdLst/><a:ahLst/><a:cxnLst/><a:rect l="l" t="t" r="r" b="b"/><a:pathLst><a:path w="2063114" h="0"><a:moveTo><a:pt x="0" y="0"/></a:moveTo><a:lnTo><a:pt x="745216" y="0"/></a:lnTo><a:lnTo><a:pt x="1449790" y="0"/></a:lnTo><a:lnTo><a:pt x="206307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94" name="object 194"/><p:cNvSpPr/><p:nvPr/></p:nvSpPr><p:spPr><a:xfrm><a:off x="1347370" y="11473685"/><a:ext cx="2063114" cy="0"/></a:xfrm><a:custGeom><a:avLst/><a:gdLst/><a:ahLst/><a:cxnLst/><a:rect l="l" t="t" r="r" b="b"/><a:pathLst><a:path w="2063114" h="0"><a:moveTo><a:pt x="0" y="0"/></a:moveTo><a:lnTo><a:pt x="745216" y="0"/></a:lnTo><a:lnTo><a:pt x="1449790" y="0"/></a:lnTo><a:lnTo><a:pt x="206307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95" name="object 195"/><p:cNvSpPr/><p:nvPr/></p:nvSpPr><p:spPr><a:xfrm><a:off x="1347370" y="11605929"/><a:ext cx="2063114" cy="0"/></a:xfrm><a:custGeom><a:avLst/><a:gdLst/><a:ahLst/><a:cxnLst/><a:rect l="l" t="t" r="r" b="b"/><a:pathLst><a:path w="2063114" h="0"><a:moveTo><a:pt x="0" y="0"/></a:moveTo><a:lnTo><a:pt x="745216" y="0"/></a:lnTo><a:lnTo><a:pt x="1449790" y="0"/></a:lnTo><a:lnTo><a:pt x="206307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96" name="object 196"/><p:cNvSpPr/><p:nvPr/></p:nvSpPr><p:spPr><a:xfrm><a:off x="1347370" y="11738172"/><a:ext cx="2063114" cy="0"/></a:xfrm><a:custGeom><a:avLst/><a:gdLst/><a:ahLst/><a:cxnLst/><a:rect l="l" t="t" r="r" b="b"/><a:pathLst><a:path w="2063114" h="0"><a:moveTo><a:pt x="0" y="0"/></a:moveTo><a:lnTo><a:pt x="745216" y="0"/></a:lnTo><a:lnTo><a:pt x="1449790" y="0"/></a:lnTo><a:lnTo><a:pt x="206307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97" name="object 197"/><p:cNvSpPr/><p:nvPr/></p:nvSpPr><p:spPr><a:xfrm><a:off x="2092625" y="10812468"/><a:ext cx="0" cy="1057910"/></a:xfrm><a:custGeom><a:avLst/><a:gdLst/><a:ahLst/><a:cxnLst/><a:rect l="l" t="t" r="r" b="b"/><a:pathLst><a:path w="0" h="1057909"><a:moveTo><a:pt x="0" y="0"/></a:moveTo><a:lnTo><a:pt x="0" y="0"/></a:lnTo><a:lnTo><a:pt x="0" y="925703"/></a:lnTo><a:lnTo><a:pt x="0" y="1057869"/></a:lnTo></a:path></a:pathLst></a:custGeom><a:ln w="7756"><a:solidFill><a:srgbClr val="000000"/></a:solidFill></a:ln></p:spPr><p:txBody><a:bodyPr wrap="square" lIns="0" tIns="0" rIns="0" bIns="0" rtlCol="0"/><a:lstStyle/><a:p/></p:txBody></p:sp><p:sp><p:nvSpPr><p:cNvPr id="198" name="object 198"/><p:cNvSpPr/><p:nvPr/></p:nvSpPr><p:spPr><a:xfrm><a:off x="2797169" y="10812468"/><a:ext cx="0" cy="1057910"/></a:xfrm><a:custGeom><a:avLst/><a:gdLst/><a:ahLst/><a:cxnLst/><a:rect l="l" t="t" r="r" b="b"/><a:pathLst><a:path w="0" h="1057909"><a:moveTo><a:pt x="0" y="0"/></a:moveTo><a:lnTo><a:pt x="0" y="0"/></a:lnTo><a:lnTo><a:pt x="0" y="925703"/></a:lnTo><a:lnTo><a:pt x="0" y="1057869"/></a:lnTo></a:path></a:pathLst></a:custGeom><a:ln w="7756"><a:solidFill><a:srgbClr val="000000"/></a:solidFill></a:ln></p:spPr><p:txBody><a:bodyPr wrap="square" lIns="0" tIns="0" rIns="0" bIns="0" rtlCol="0"/><a:lstStyle/><a:p/></p:txBody></p:sp><p:sp><p:nvSpPr><p:cNvPr id="199" name="object 199"/><p:cNvSpPr/><p:nvPr/></p:nvSpPr><p:spPr><a:xfrm><a:off x="1347370" y="10812468"/><a:ext cx="2063114" cy="1057910"/></a:xfrm><a:custGeom><a:avLst/><a:gdLst/><a:ahLst/><a:cxnLst/><a:rect l="l" t="t" r="r" b="b"/><a:pathLst><a:path w="2063114" h="1057909"><a:moveTo><a:pt x="0" y="0"/></a:moveTo><a:lnTo><a:pt x="2063074" y="0"/></a:lnTo><a:lnTo><a:pt x="2063074" y="1057869"/></a:lnTo><a:lnTo><a:pt x="0" y="1057869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00" name="object 200"/><p:cNvSpPr/><p:nvPr/></p:nvSpPr><p:spPr><a:xfrm><a:off x="3410514" y="10812468"/><a:ext cx="5331460" cy="1057910"/></a:xfrm><a:custGeom><a:avLst/><a:gdLst/><a:ahLst/><a:cxnLst/><a:rect l="l" t="t" r="r" b="b"/><a:pathLst><a:path w="5331459" h="1057909"><a:moveTo><a:pt x="0" y="0"/></a:moveTo><a:lnTo><a:pt x="5331231" y="0"/></a:lnTo><a:lnTo><a:pt x="5331231" y="1057869"/></a:lnTo><a:lnTo><a:pt x="0" y="1057869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01" name="object 201"/><p:cNvSpPr/><p:nvPr/></p:nvSpPr><p:spPr><a:xfrm><a:off x="3410514" y="11209198"/><a:ext cx="5331460" cy="0"/></a:xfrm><a:custGeom><a:avLst/><a:gdLst/><a:ahLst/><a:cxnLst/><a:rect l="l" t="t" r="r" b="b"/><a:pathLst><a:path w="5331459" h="0"><a:moveTo><a:pt x="0" y="0"/></a:moveTo><a:lnTo><a:pt x="0" y="0"/></a:lnTo><a:lnTo><a:pt x="4522879" y="0"/></a:lnTo><a:lnTo><a:pt x="533123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02" name="object 202"/><p:cNvSpPr/><p:nvPr/></p:nvSpPr><p:spPr><a:xfrm><a:off x="3410514" y="11341442"/><a:ext cx="5331460" cy="0"/></a:xfrm><a:custGeom><a:avLst/><a:gdLst/><a:ahLst/><a:cxnLst/><a:rect l="l" t="t" r="r" b="b"/><a:pathLst><a:path w="5331459" h="0"><a:moveTo><a:pt x="0" y="0"/></a:moveTo><a:lnTo><a:pt x="0" y="0"/></a:lnTo><a:lnTo><a:pt x="4522879" y="0"/></a:lnTo><a:lnTo><a:pt x="533123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03" name="object 203"/><p:cNvSpPr/><p:nvPr/></p:nvSpPr><p:spPr><a:xfrm><a:off x="3410514" y="11473685"/><a:ext cx="5331460" cy="0"/></a:xfrm><a:custGeom><a:avLst/><a:gdLst/><a:ahLst/><a:cxnLst/><a:rect l="l" t="t" r="r" b="b"/><a:pathLst><a:path w="5331459" h="0"><a:moveTo><a:pt x="0" y="0"/></a:moveTo><a:lnTo><a:pt x="0" y="0"/></a:lnTo><a:lnTo><a:pt x="4522879" y="0"/></a:lnTo><a:lnTo><a:pt x="533123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04" name="object 204"/><p:cNvSpPr/><p:nvPr/></p:nvSpPr><p:spPr><a:xfrm><a:off x="3410514" y="11605929"/><a:ext cx="5331460" cy="0"/></a:xfrm><a:custGeom><a:avLst/><a:gdLst/><a:ahLst/><a:cxnLst/><a:rect l="l" t="t" r="r" b="b"/><a:pathLst><a:path w="5331459" h="0"><a:moveTo><a:pt x="0" y="0"/></a:moveTo><a:lnTo><a:pt x="0" y="0"/></a:lnTo><a:lnTo><a:pt x="4522879" y="0"/></a:lnTo><a:lnTo><a:pt x="533123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05" name="object 205"/><p:cNvSpPr/><p:nvPr/></p:nvSpPr><p:spPr><a:xfrm><a:off x="3410514" y="11738172"/><a:ext cx="5331460" cy="0"/></a:xfrm><a:custGeom><a:avLst/><a:gdLst/><a:ahLst/><a:cxnLst/><a:rect l="l" t="t" r="r" b="b"/><a:pathLst><a:path w="5331459" h="0"><a:moveTo><a:pt x="0" y="0"/></a:moveTo><a:lnTo><a:pt x="0" y="0"/></a:lnTo><a:lnTo><a:pt x="4522879" y="0"/></a:lnTo><a:lnTo><a:pt x="533123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06" name="object 206"/><p:cNvSpPr/><p:nvPr/></p:nvSpPr><p:spPr><a:xfrm><a:off x="4155770" y="10812468"/><a:ext cx="0" cy="1057910"/></a:xfrm><a:custGeom><a:avLst/><a:gdLst/><a:ahLst/><a:cxnLst/><a:rect l="l" t="t" r="r" b="b"/><a:pathLst><a:path w="0" h="1057909"><a:moveTo><a:pt x="0" y="0"/></a:moveTo><a:lnTo><a:pt x="0" y="0"/></a:lnTo><a:lnTo><a:pt x="0" y="925703"/></a:lnTo><a:lnTo><a:pt x="0" y="1057869"/></a:lnTo></a:path></a:pathLst></a:custGeom><a:ln w="7756"><a:solidFill><a:srgbClr val="000000"/></a:solidFill></a:ln></p:spPr><p:txBody><a:bodyPr wrap="square" lIns="0" tIns="0" rIns="0" bIns="0" rtlCol="0"/><a:lstStyle/><a:p/></p:txBody></p:sp><p:sp><p:nvSpPr><p:cNvPr id="207" name="object 207"/><p:cNvSpPr/><p:nvPr/></p:nvSpPr><p:spPr><a:xfrm><a:off x="4860313" y="10812468"/><a:ext cx="0" cy="1057910"/></a:xfrm><a:custGeom><a:avLst/><a:gdLst/><a:ahLst/><a:cxnLst/><a:rect l="l" t="t" r="r" b="b"/><a:pathLst><a:path w="0" h="1057909"><a:moveTo><a:pt x="0" y="0"/></a:moveTo><a:lnTo><a:pt x="0" y="0"/></a:lnTo><a:lnTo><a:pt x="0" y="925703"/></a:lnTo><a:lnTo><a:pt x="0" y="1057869"/></a:lnTo></a:path></a:pathLst></a:custGeom><a:ln w="7756"><a:solidFill><a:srgbClr val="000000"/></a:solidFill></a:ln></p:spPr><p:txBody><a:bodyPr wrap="square" lIns="0" tIns="0" rIns="0" bIns="0" rtlCol="0"/><a:lstStyle/><a:p/></p:txBody></p:sp><p:sp><p:nvSpPr><p:cNvPr id="208" name="object 208"/><p:cNvSpPr/><p:nvPr/></p:nvSpPr><p:spPr><a:xfrm><a:off x="5716521" y="10812468"/><a:ext cx="0" cy="1057910"/></a:xfrm><a:custGeom><a:avLst/><a:gdLst/><a:ahLst/><a:cxnLst/><a:rect l="l" t="t" r="r" b="b"/><a:pathLst><a:path w="0" h="1057909"><a:moveTo><a:pt x="0" y="0"/></a:moveTo><a:lnTo><a:pt x="0" y="0"/></a:lnTo><a:lnTo><a:pt x="0" y="925703"/></a:lnTo><a:lnTo><a:pt x="0" y="1057869"/></a:lnTo></a:path></a:pathLst></a:custGeom><a:ln w="7756"><a:solidFill><a:srgbClr val="000000"/></a:solidFill></a:ln></p:spPr><p:txBody><a:bodyPr wrap="square" lIns="0" tIns="0" rIns="0" bIns="0" rtlCol="0"/><a:lstStyle/><a:p/></p:txBody></p:sp><p:sp><p:nvSpPr><p:cNvPr id="209" name="object 209"/><p:cNvSpPr/><p:nvPr/></p:nvSpPr><p:spPr><a:xfrm><a:off x="6240973" y="10812468"/><a:ext cx="0" cy="1057910"/></a:xfrm><a:custGeom><a:avLst/><a:gdLst/><a:ahLst/><a:cxnLst/><a:rect l="l" t="t" r="r" b="b"/><a:pathLst><a:path w="0" h="1057909"><a:moveTo><a:pt x="0" y="0"/></a:moveTo><a:lnTo><a:pt x="0" y="0"/></a:lnTo><a:lnTo><a:pt x="0" y="925703"/></a:lnTo><a:lnTo><a:pt x="0" y="1057869"/></a:lnTo></a:path></a:pathLst></a:custGeom><a:ln w="7756"><a:solidFill><a:srgbClr val="000000"/></a:solidFill></a:ln></p:spPr><p:txBody><a:bodyPr wrap="square" lIns="0" tIns="0" rIns="0" bIns="0" rtlCol="0"/><a:lstStyle/><a:p/></p:txBody></p:sp><p:sp><p:nvSpPr><p:cNvPr id="210" name="object 210"/><p:cNvSpPr/><p:nvPr/></p:nvSpPr><p:spPr><a:xfrm><a:off x="6985569" y="10812468"/><a:ext cx="0" cy="1057910"/></a:xfrm><a:custGeom><a:avLst/><a:gdLst/><a:ahLst/><a:cxnLst/><a:rect l="l" t="t" r="r" b="b"/><a:pathLst><a:path w="0" h="1057909"><a:moveTo><a:pt x="0" y="0"/></a:moveTo><a:lnTo><a:pt x="0" y="0"/></a:lnTo><a:lnTo><a:pt x="0" y="925703"/></a:lnTo><a:lnTo><a:pt x="0" y="1057869"/></a:lnTo></a:path></a:pathLst></a:custGeom><a:ln w="7756"><a:solidFill><a:srgbClr val="000000"/></a:solidFill></a:ln></p:spPr><p:txBody><a:bodyPr wrap="square" lIns="0" tIns="0" rIns="0" bIns="0" rtlCol="0"/><a:lstStyle/><a:p/></p:txBody></p:sp><p:sp><p:nvSpPr><p:cNvPr id="211" name="object 211"/><p:cNvSpPr/><p:nvPr/></p:nvSpPr><p:spPr><a:xfrm><a:off x="7933363" y="10812468"/><a:ext cx="0" cy="1057910"/></a:xfrm><a:custGeom><a:avLst/><a:gdLst/><a:ahLst/><a:cxnLst/><a:rect l="l" t="t" r="r" b="b"/><a:pathLst><a:path w="0" h="1057909"><a:moveTo><a:pt x="0" y="0"/></a:moveTo><a:lnTo><a:pt x="0" y="0"/></a:lnTo><a:lnTo><a:pt x="0" y="925703"/></a:lnTo><a:lnTo><a:pt x="0" y="1057869"/></a:lnTo></a:path></a:pathLst></a:custGeom><a:ln w="7756"><a:solidFill><a:srgbClr val="000000"/></a:solidFill></a:ln></p:spPr><p:txBody><a:bodyPr wrap="square" lIns="0" tIns="0" rIns="0" bIns="0" rtlCol="0"/><a:lstStyle/><a:p/></p:txBody></p:sp><p:sp><p:nvSpPr><p:cNvPr id="212" name="object 212"/><p:cNvSpPr/><p:nvPr/></p:nvSpPr><p:spPr><a:xfrm><a:off x="3410514" y="10812468"/><a:ext cx="5331460" cy="1057910"/></a:xfrm><a:custGeom><a:avLst/><a:gdLst/><a:ahLst/><a:cxnLst/><a:rect l="l" t="t" r="r" b="b"/><a:pathLst><a:path w="5331459" h="1057909"><a:moveTo><a:pt x="0" y="0"/></a:moveTo><a:lnTo><a:pt x="5331231" y="0"/></a:lnTo><a:lnTo><a:pt x="5331231" y="1057869"/></a:lnTo><a:lnTo><a:pt x="0" y="1057869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13" name="object 213"/><p:cNvSpPr/><p:nvPr/></p:nvSpPr><p:spPr><a:xfrm><a:off x="8741715" y="10812468"/><a:ext cx="3751579" cy="1057910"/></a:xfrm><a:custGeom><a:avLst/><a:gdLst/><a:ahLst/><a:cxnLst/><a:rect l="l" t="t" r="r" b="b"/><a:pathLst><a:path w="3751579" h="1057909"><a:moveTo><a:pt x="0" y="0"/></a:moveTo><a:lnTo><a:pt x="3751291" y="0"/></a:lnTo><a:lnTo><a:pt x="3751291" y="1057869"/></a:lnTo><a:lnTo><a:pt x="0" y="1057869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14" name="object 214"/><p:cNvSpPr/><p:nvPr/></p:nvSpPr><p:spPr><a:xfrm><a:off x="8741715" y="11209198"/><a:ext cx="3751579" cy="0"/></a:xfrm><a:custGeom><a:avLst/><a:gdLst/><a:ahLst/><a:cxnLst/><a:rect l="l" t="t" r="r" b="b"/><a:pathLst><a:path w="3751579" h="0"><a:moveTo><a:pt x="0" y="0"/></a:moveTo><a:lnTo><a:pt x="745216" y="0"/></a:lnTo><a:lnTo><a:pt x="1449790" y="0"/></a:lnTo><a:lnTo><a:pt x="2063152" y="0"/></a:lnTo><a:lnTo><a:pt x="3006695" y="0"/></a:lnTo><a:lnTo><a:pt x="375129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15" name="object 215"/><p:cNvSpPr/><p:nvPr/></p:nvSpPr><p:spPr><a:xfrm><a:off x="8741715" y="11341442"/><a:ext cx="3751579" cy="0"/></a:xfrm><a:custGeom><a:avLst/><a:gdLst/><a:ahLst/><a:cxnLst/><a:rect l="l" t="t" r="r" b="b"/><a:pathLst><a:path w="3751579" h="0"><a:moveTo><a:pt x="0" y="0"/></a:moveTo><a:lnTo><a:pt x="745216" y="0"/></a:lnTo><a:lnTo><a:pt x="1449790" y="0"/></a:lnTo><a:lnTo><a:pt x="2063152" y="0"/></a:lnTo><a:lnTo><a:pt x="3006695" y="0"/></a:lnTo><a:lnTo><a:pt x="375129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16" name="object 216"/><p:cNvSpPr/><p:nvPr/></p:nvSpPr><p:spPr><a:xfrm><a:off x="8741715" y="11473685"/><a:ext cx="3751579" cy="0"/></a:xfrm><a:custGeom><a:avLst/><a:gdLst/><a:ahLst/><a:cxnLst/><a:rect l="l" t="t" r="r" b="b"/><a:pathLst><a:path w="3751579" h="0"><a:moveTo><a:pt x="0" y="0"/></a:moveTo><a:lnTo><a:pt x="745216" y="0"/></a:lnTo><a:lnTo><a:pt x="1449790" y="0"/></a:lnTo><a:lnTo><a:pt x="2063152" y="0"/></a:lnTo><a:lnTo><a:pt x="3006695" y="0"/></a:lnTo><a:lnTo><a:pt x="375129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17" name="object 217"/><p:cNvSpPr/><p:nvPr/></p:nvSpPr><p:spPr><a:xfrm><a:off x="8741715" y="11605929"/><a:ext cx="3751579" cy="0"/></a:xfrm><a:custGeom><a:avLst/><a:gdLst/><a:ahLst/><a:cxnLst/><a:rect l="l" t="t" r="r" b="b"/><a:pathLst><a:path w="3751579" h="0"><a:moveTo><a:pt x="0" y="0"/></a:moveTo><a:lnTo><a:pt x="745216" y="0"/></a:lnTo><a:lnTo><a:pt x="1449790" y="0"/></a:lnTo><a:lnTo><a:pt x="2063152" y="0"/></a:lnTo><a:lnTo><a:pt x="3006695" y="0"/></a:lnTo><a:lnTo><a:pt x="375129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18" name="object 218"/><p:cNvSpPr/><p:nvPr/></p:nvSpPr><p:spPr><a:xfrm><a:off x="8741715" y="11738172"/><a:ext cx="3751579" cy="0"/></a:xfrm><a:custGeom><a:avLst/><a:gdLst/><a:ahLst/><a:cxnLst/><a:rect l="l" t="t" r="r" b="b"/><a:pathLst><a:path w="3751579" h="0"><a:moveTo><a:pt x="0" y="0"/></a:moveTo><a:lnTo><a:pt x="745216" y="0"/></a:lnTo><a:lnTo><a:pt x="1449790" y="0"/></a:lnTo><a:lnTo><a:pt x="2063152" y="0"/></a:lnTo><a:lnTo><a:pt x="3006695" y="0"/></a:lnTo><a:lnTo><a:pt x="375129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19" name="object 219"/><p:cNvSpPr/><p:nvPr/></p:nvSpPr><p:spPr><a:xfrm><a:off x="9486932" y="10812468"/><a:ext cx="0" cy="1057910"/></a:xfrm><a:custGeom><a:avLst/><a:gdLst/><a:ahLst/><a:cxnLst/><a:rect l="l" t="t" r="r" b="b"/><a:pathLst><a:path w="0" h="1057909"><a:moveTo><a:pt x="0" y="0"/></a:moveTo><a:lnTo><a:pt x="0" y="0"/></a:lnTo><a:lnTo><a:pt x="0" y="925703"/></a:lnTo><a:lnTo><a:pt x="0" y="1057869"/></a:lnTo></a:path></a:pathLst></a:custGeom><a:ln w="7756"><a:solidFill><a:srgbClr val="000000"/></a:solidFill></a:ln></p:spPr><p:txBody><a:bodyPr wrap="square" lIns="0" tIns="0" rIns="0" bIns="0" rtlCol="0"/><a:lstStyle/><a:p/></p:txBody></p:sp><p:sp><p:nvSpPr><p:cNvPr id="220" name="object 220"/><p:cNvSpPr/><p:nvPr/></p:nvSpPr><p:spPr><a:xfrm><a:off x="10191506" y="10812468"/><a:ext cx="0" cy="1057910"/></a:xfrm><a:custGeom><a:avLst/><a:gdLst/><a:ahLst/><a:cxnLst/><a:rect l="l" t="t" r="r" b="b"/><a:pathLst><a:path w="0" h="1057909"><a:moveTo><a:pt x="0" y="0"/></a:moveTo><a:lnTo><a:pt x="0" y="0"/></a:lnTo><a:lnTo><a:pt x="0" y="925703"/></a:lnTo><a:lnTo><a:pt x="0" y="1057869"/></a:lnTo></a:path></a:pathLst></a:custGeom><a:ln w="7756"><a:solidFill><a:srgbClr val="000000"/></a:solidFill></a:ln></p:spPr><p:txBody><a:bodyPr wrap="square" lIns="0" tIns="0" rIns="0" bIns="0" rtlCol="0"/><a:lstStyle/><a:p/></p:txBody></p:sp><p:sp><p:nvSpPr><p:cNvPr id="221" name="object 221"/><p:cNvSpPr/><p:nvPr/></p:nvSpPr><p:spPr><a:xfrm><a:off x="10804868" y="10812468"/><a:ext cx="0" cy="1057910"/></a:xfrm><a:custGeom><a:avLst/><a:gdLst/><a:ahLst/><a:cxnLst/><a:rect l="l" t="t" r="r" b="b"/><a:pathLst><a:path w="0" h="1057909"><a:moveTo><a:pt x="0" y="0"/></a:moveTo><a:lnTo><a:pt x="0" y="0"/></a:lnTo><a:lnTo><a:pt x="0" y="925703"/></a:lnTo><a:lnTo><a:pt x="0" y="1057869"/></a:lnTo></a:path></a:pathLst></a:custGeom><a:ln w="7756"><a:solidFill><a:srgbClr val="000000"/></a:solidFill></a:ln></p:spPr><p:txBody><a:bodyPr wrap="square" lIns="0" tIns="0" rIns="0" bIns="0" rtlCol="0"/><a:lstStyle/><a:p/></p:txBody></p:sp><p:sp><p:nvSpPr><p:cNvPr id="222" name="object 222"/><p:cNvSpPr/><p:nvPr/></p:nvSpPr><p:spPr><a:xfrm><a:off x="11748411" y="10812468"/><a:ext cx="0" cy="1057910"/></a:xfrm><a:custGeom><a:avLst/><a:gdLst/><a:ahLst/><a:cxnLst/><a:rect l="l" t="t" r="r" b="b"/><a:pathLst><a:path w="0" h="1057909"><a:moveTo><a:pt x="0" y="0"/></a:moveTo><a:lnTo><a:pt x="0" y="0"/></a:lnTo><a:lnTo><a:pt x="0" y="925703"/></a:lnTo><a:lnTo><a:pt x="0" y="1057869"/></a:lnTo></a:path></a:pathLst></a:custGeom><a:ln w="7756"><a:solidFill><a:srgbClr val="000000"/></a:solidFill></a:ln></p:spPr><p:txBody><a:bodyPr wrap="square" lIns="0" tIns="0" rIns="0" bIns="0" rtlCol="0"/><a:lstStyle/><a:p/></p:txBody></p:sp><p:sp><p:nvSpPr><p:cNvPr id="223" name="object 223"/><p:cNvSpPr/><p:nvPr/></p:nvSpPr><p:spPr><a:xfrm><a:off x="8741715" y="10812468"/><a:ext cx="3751579" cy="1057910"/></a:xfrm><a:custGeom><a:avLst/><a:gdLst/><a:ahLst/><a:cxnLst/><a:rect l="l" t="t" r="r" b="b"/><a:pathLst><a:path w="3751579" h="1057909"><a:moveTo><a:pt x="0" y="0"/></a:moveTo><a:lnTo><a:pt x="3751291" y="0"/></a:lnTo><a:lnTo><a:pt x="3751291" y="1057869"/></a:lnTo><a:lnTo><a:pt x="0" y="1057869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24" name="object 224"/><p:cNvSpPr/><p:nvPr/></p:nvSpPr><p:spPr><a:xfrm><a:off x="12493006" y="10812468"/><a:ext cx="1450340" cy="1057910"/></a:xfrm><a:custGeom><a:avLst/><a:gdLst/><a:ahLst/><a:cxnLst/><a:rect l="l" t="t" r="r" b="b"/><a:pathLst><a:path w="1450340" h="1057909"><a:moveTo><a:pt x="0" y="0"/></a:moveTo><a:lnTo><a:pt x="1449868" y="0"/></a:lnTo><a:lnTo><a:pt x="1449868" y="1057869"/></a:lnTo><a:lnTo><a:pt x="0" y="1057869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25" name="object 225"/><p:cNvSpPr/><p:nvPr/></p:nvSpPr><p:spPr><a:xfrm><a:off x="12493006" y="11209198"/><a:ext cx="1450340" cy="0"/></a:xfrm><a:custGeom><a:avLst/><a:gdLst/><a:ahLst/><a:cxnLst/><a:rect l="l" t="t" r="r" b="b"/><a:pathLst><a:path w="1450340" h="0"><a:moveTo><a:pt x="0" y="0"/></a:moveTo><a:lnTo><a:pt x="745294" y="0"/></a:lnTo><a:lnTo><a:pt x="144986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26" name="object 226"/><p:cNvSpPr/><p:nvPr/></p:nvSpPr><p:spPr><a:xfrm><a:off x="12493006" y="11341442"/><a:ext cx="1450340" cy="0"/></a:xfrm><a:custGeom><a:avLst/><a:gdLst/><a:ahLst/><a:cxnLst/><a:rect l="l" t="t" r="r" b="b"/><a:pathLst><a:path w="1450340" h="0"><a:moveTo><a:pt x="0" y="0"/></a:moveTo><a:lnTo><a:pt x="745294" y="0"/></a:lnTo><a:lnTo><a:pt x="144986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27" name="object 227"/><p:cNvSpPr/><p:nvPr/></p:nvSpPr><p:spPr><a:xfrm><a:off x="12493006" y="11473685"/><a:ext cx="1450340" cy="0"/></a:xfrm><a:custGeom><a:avLst/><a:gdLst/><a:ahLst/><a:cxnLst/><a:rect l="l" t="t" r="r" b="b"/><a:pathLst><a:path w="1450340" h="0"><a:moveTo><a:pt x="0" y="0"/></a:moveTo><a:lnTo><a:pt x="745294" y="0"/></a:lnTo><a:lnTo><a:pt x="144986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28" name="object 228"/><p:cNvSpPr/><p:nvPr/></p:nvSpPr><p:spPr><a:xfrm><a:off x="12493006" y="11605929"/><a:ext cx="1450340" cy="0"/></a:xfrm><a:custGeom><a:avLst/><a:gdLst/><a:ahLst/><a:cxnLst/><a:rect l="l" t="t" r="r" b="b"/><a:pathLst><a:path w="1450340" h="0"><a:moveTo><a:pt x="0" y="0"/></a:moveTo><a:lnTo><a:pt x="745294" y="0"/></a:lnTo><a:lnTo><a:pt x="144986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29" name="object 229"/><p:cNvSpPr/><p:nvPr/></p:nvSpPr><p:spPr><a:xfrm><a:off x="12493006" y="11738172"/><a:ext cx="1450340" cy="0"/></a:xfrm><a:custGeom><a:avLst/><a:gdLst/><a:ahLst/><a:cxnLst/><a:rect l="l" t="t" r="r" b="b"/><a:pathLst><a:path w="1450340" h="0"><a:moveTo><a:pt x="0" y="0"/></a:moveTo><a:lnTo><a:pt x="745294" y="0"/></a:lnTo><a:lnTo><a:pt x="144986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30" name="object 230"/><p:cNvSpPr/><p:nvPr/></p:nvSpPr><p:spPr><a:xfrm><a:off x="13238301" y="10812468"/><a:ext cx="0" cy="1057910"/></a:xfrm><a:custGeom><a:avLst/><a:gdLst/><a:ahLst/><a:cxnLst/><a:rect l="l" t="t" r="r" b="b"/><a:pathLst><a:path w="0" h="1057909"><a:moveTo><a:pt x="0" y="0"/></a:moveTo><a:lnTo><a:pt x="0" y="0"/></a:lnTo><a:lnTo><a:pt x="0" y="925703"/></a:lnTo><a:lnTo><a:pt x="0" y="1057869"/></a:lnTo></a:path></a:pathLst></a:custGeom><a:ln w="7756"><a:solidFill><a:srgbClr val="000000"/></a:solidFill></a:ln></p:spPr><p:txBody><a:bodyPr wrap="square" lIns="0" tIns="0" rIns="0" bIns="0" rtlCol="0"/><a:lstStyle/><a:p/></p:txBody></p:sp><p:sp><p:nvSpPr><p:cNvPr id="231" name="object 231"/><p:cNvSpPr/><p:nvPr/></p:nvSpPr><p:spPr><a:xfrm><a:off x="12493006" y="10812468"/><a:ext cx="1450340" cy="1057910"/></a:xfrm><a:custGeom><a:avLst/><a:gdLst/><a:ahLst/><a:cxnLst/><a:rect l="l" t="t" r="r" b="b"/><a:pathLst><a:path w="1450340" h="1057909"><a:moveTo><a:pt x="0" y="0"/></a:moveTo><a:lnTo><a:pt x="1449868" y="0"/></a:lnTo><a:lnTo><a:pt x="1449868" y="1057869"/></a:lnTo><a:lnTo><a:pt x="0" y="1057869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32" name="object 232"/><p:cNvSpPr/><p:nvPr/></p:nvSpPr><p:spPr><a:xfrm><a:off x="1347370" y="11870415"/><a:ext cx="2063114" cy="661670"/></a:xfrm><a:custGeom><a:avLst/><a:gdLst/><a:ahLst/><a:cxnLst/><a:rect l="l" t="t" r="r" b="b"/><a:pathLst><a:path w="2063114" h="661670"><a:moveTo><a:pt x="0" y="0"/></a:moveTo><a:lnTo><a:pt x="2063074" y="0"/></a:lnTo><a:lnTo><a:pt x="2063074" y="661216"/></a:lnTo><a:lnTo><a:pt x="0" y="661216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33" name="object 233"/><p:cNvSpPr/><p:nvPr/></p:nvSpPr><p:spPr><a:xfrm><a:off x="1347370" y="12002659"/><a:ext cx="2063114" cy="0"/></a:xfrm><a:custGeom><a:avLst/><a:gdLst/><a:ahLst/><a:cxnLst/><a:rect l="l" t="t" r="r" b="b"/><a:pathLst><a:path w="2063114" h="0"><a:moveTo><a:pt x="0" y="0"/></a:moveTo><a:lnTo><a:pt x="745216" y="0"/></a:lnTo><a:lnTo><a:pt x="1449790" y="0"/></a:lnTo><a:lnTo><a:pt x="206307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34" name="object 234"/><p:cNvSpPr/><p:nvPr/></p:nvSpPr><p:spPr><a:xfrm><a:off x="1347370" y="12134902"/><a:ext cx="2063114" cy="0"/></a:xfrm><a:custGeom><a:avLst/><a:gdLst/><a:ahLst/><a:cxnLst/><a:rect l="l" t="t" r="r" b="b"/><a:pathLst><a:path w="2063114" h="0"><a:moveTo><a:pt x="0" y="0"/></a:moveTo><a:lnTo><a:pt x="745216" y="0"/></a:lnTo><a:lnTo><a:pt x="1449790" y="0"/></a:lnTo><a:lnTo><a:pt x="206307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35" name="object 235"/><p:cNvSpPr/><p:nvPr/></p:nvSpPr><p:spPr><a:xfrm><a:off x="1347370" y="12267146"/><a:ext cx="2063114" cy="0"/></a:xfrm><a:custGeom><a:avLst/><a:gdLst/><a:ahLst/><a:cxnLst/><a:rect l="l" t="t" r="r" b="b"/><a:pathLst><a:path w="2063114" h="0"><a:moveTo><a:pt x="0" y="0"/></a:moveTo><a:lnTo><a:pt x="745216" y="0"/></a:lnTo><a:lnTo><a:pt x="1449790" y="0"/></a:lnTo><a:lnTo><a:pt x="206307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36" name="object 236"/><p:cNvSpPr/><p:nvPr/></p:nvSpPr><p:spPr><a:xfrm><a:off x="1347370" y="12399389"/><a:ext cx="2063114" cy="0"/></a:xfrm><a:custGeom><a:avLst/><a:gdLst/><a:ahLst/><a:cxnLst/><a:rect l="l" t="t" r="r" b="b"/><a:pathLst><a:path w="2063114" h="0"><a:moveTo><a:pt x="0" y="0"/></a:moveTo><a:lnTo><a:pt x="745216" y="0"/></a:lnTo><a:lnTo><a:pt x="1449790" y="0"/></a:lnTo><a:lnTo><a:pt x="206307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37" name="object 237"/><p:cNvSpPr/><p:nvPr/></p:nvSpPr><p:spPr><a:xfrm><a:off x="2092625" y="11870415"/><a:ext cx="0" cy="661670"/></a:xfrm><a:custGeom><a:avLst/><a:gdLst/><a:ahLst/><a:cxnLst/><a:rect l="l" t="t" r="r" b="b"/><a:pathLst><a:path w="0" h="661670"><a:moveTo><a:pt x="0" y="0"/></a:moveTo><a:lnTo><a:pt x="0" y="132243"/></a:lnTo><a:lnTo><a:pt x="0" y="264409"/></a:lnTo><a:lnTo><a:pt x="0" y="396730"/></a:lnTo><a:lnTo><a:pt x="0" y="528896"/></a:lnTo><a:lnTo><a:pt x="0" y="661216"/></a:lnTo></a:path></a:pathLst></a:custGeom><a:ln w="7756"><a:solidFill><a:srgbClr val="000000"/></a:solidFill></a:ln></p:spPr><p:txBody><a:bodyPr wrap="square" lIns="0" tIns="0" rIns="0" bIns="0" rtlCol="0"/><a:lstStyle/><a:p/></p:txBody></p:sp><p:sp><p:nvSpPr><p:cNvPr id="238" name="object 238"/><p:cNvSpPr/><p:nvPr/></p:nvSpPr><p:spPr><a:xfrm><a:off x="2797169" y="11870415"/><a:ext cx="0" cy="661670"/></a:xfrm><a:custGeom><a:avLst/><a:gdLst/><a:ahLst/><a:cxnLst/><a:rect l="l" t="t" r="r" b="b"/><a:pathLst><a:path w="0" h="661670"><a:moveTo><a:pt x="0" y="0"/></a:moveTo><a:lnTo><a:pt x="0" y="132243"/></a:lnTo><a:lnTo><a:pt x="0" y="264409"/></a:lnTo><a:lnTo><a:pt x="0" y="396730"/></a:lnTo><a:lnTo><a:pt x="0" y="528896"/></a:lnTo><a:lnTo><a:pt x="0" y="661216"/></a:lnTo></a:path></a:pathLst></a:custGeom><a:ln w="7756"><a:solidFill><a:srgbClr val="000000"/></a:solidFill></a:ln></p:spPr><p:txBody><a:bodyPr wrap="square" lIns="0" tIns="0" rIns="0" bIns="0" rtlCol="0"/><a:lstStyle/><a:p/></p:txBody></p:sp><p:sp><p:nvSpPr><p:cNvPr id="239" name="object 239"/><p:cNvSpPr/><p:nvPr/></p:nvSpPr><p:spPr><a:xfrm><a:off x="1347370" y="11870415"/><a:ext cx="2063114" cy="661670"/></a:xfrm><a:custGeom><a:avLst/><a:gdLst/><a:ahLst/><a:cxnLst/><a:rect l="l" t="t" r="r" b="b"/><a:pathLst><a:path w="2063114" h="661670"><a:moveTo><a:pt x="0" y="0"/></a:moveTo><a:lnTo><a:pt x="2063074" y="0"/></a:lnTo><a:lnTo><a:pt x="2063074" y="661216"/></a:lnTo><a:lnTo><a:pt x="0" y="661216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40" name="object 240"/><p:cNvSpPr/><p:nvPr/></p:nvSpPr><p:spPr><a:xfrm><a:off x="3410514" y="11870415"/><a:ext cx="5331460" cy="661670"/></a:xfrm><a:custGeom><a:avLst/><a:gdLst/><a:ahLst/><a:cxnLst/><a:rect l="l" t="t" r="r" b="b"/><a:pathLst><a:path w="5331459" h="661670"><a:moveTo><a:pt x="0" y="0"/></a:moveTo><a:lnTo><a:pt x="5331231" y="0"/></a:lnTo><a:lnTo><a:pt x="5331231" y="661216"/></a:lnTo><a:lnTo><a:pt x="0" y="661216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41" name="object 241"/><p:cNvSpPr/><p:nvPr/></p:nvSpPr><p:spPr><a:xfrm><a:off x="3410514" y="12002659"/><a:ext cx="5331460" cy="0"/></a:xfrm><a:custGeom><a:avLst/><a:gdLst/><a:ahLst/><a:cxnLst/><a:rect l="l" t="t" r="r" b="b"/><a:pathLst><a:path w="5331459" h="0"><a:moveTo><a:pt x="0" y="0"/></a:moveTo><a:lnTo><a:pt x="0" y="0"/></a:lnTo><a:lnTo><a:pt x="4522879" y="0"/></a:lnTo><a:lnTo><a:pt x="533123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42" name="object 242"/><p:cNvSpPr/><p:nvPr/></p:nvSpPr><p:spPr><a:xfrm><a:off x="3410514" y="12134902"/><a:ext cx="5331460" cy="0"/></a:xfrm><a:custGeom><a:avLst/><a:gdLst/><a:ahLst/><a:cxnLst/><a:rect l="l" t="t" r="r" b="b"/><a:pathLst><a:path w="5331459" h="0"><a:moveTo><a:pt x="0" y="0"/></a:moveTo><a:lnTo><a:pt x="0" y="0"/></a:lnTo><a:lnTo><a:pt x="4522879" y="0"/></a:lnTo><a:lnTo><a:pt x="533123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43" name="object 243"/><p:cNvSpPr/><p:nvPr/></p:nvSpPr><p:spPr><a:xfrm><a:off x="3410514" y="12267146"/><a:ext cx="5331460" cy="0"/></a:xfrm><a:custGeom><a:avLst/><a:gdLst/><a:ahLst/><a:cxnLst/><a:rect l="l" t="t" r="r" b="b"/><a:pathLst><a:path w="5331459" h="0"><a:moveTo><a:pt x="0" y="0"/></a:moveTo><a:lnTo><a:pt x="0" y="0"/></a:lnTo><a:lnTo><a:pt x="4522879" y="0"/></a:lnTo><a:lnTo><a:pt x="533123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44" name="object 244"/><p:cNvSpPr/><p:nvPr/></p:nvSpPr><p:spPr><a:xfrm><a:off x="3410514" y="12399389"/><a:ext cx="5331460" cy="0"/></a:xfrm><a:custGeom><a:avLst/><a:gdLst/><a:ahLst/><a:cxnLst/><a:rect l="l" t="t" r="r" b="b"/><a:pathLst><a:path w="5331459" h="0"><a:moveTo><a:pt x="0" y="0"/></a:moveTo><a:lnTo><a:pt x="0" y="0"/></a:lnTo><a:lnTo><a:pt x="4522879" y="0"/></a:lnTo><a:lnTo><a:pt x="533123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45" name="object 245"/><p:cNvSpPr/><p:nvPr/></p:nvSpPr><p:spPr><a:xfrm><a:off x="4155770" y="11870415"/><a:ext cx="0" cy="661670"/></a:xfrm><a:custGeom><a:avLst/><a:gdLst/><a:ahLst/><a:cxnLst/><a:rect l="l" t="t" r="r" b="b"/><a:pathLst><a:path w="0" h="661670"><a:moveTo><a:pt x="0" y="0"/></a:moveTo><a:lnTo><a:pt x="0" y="132243"/></a:lnTo><a:lnTo><a:pt x="0" y="264409"/></a:lnTo><a:lnTo><a:pt x="0" y="396730"/></a:lnTo><a:lnTo><a:pt x="0" y="528896"/></a:lnTo><a:lnTo><a:pt x="0" y="661216"/></a:lnTo></a:path></a:pathLst></a:custGeom><a:ln w="7756"><a:solidFill><a:srgbClr val="000000"/></a:solidFill></a:ln></p:spPr><p:txBody><a:bodyPr wrap="square" lIns="0" tIns="0" rIns="0" bIns="0" rtlCol="0"/><a:lstStyle/><a:p/></p:txBody></p:sp><p:sp><p:nvSpPr><p:cNvPr id="246" name="object 246"/><p:cNvSpPr/><p:nvPr/></p:nvSpPr><p:spPr><a:xfrm><a:off x="4860313" y="11870415"/><a:ext cx="0" cy="661670"/></a:xfrm><a:custGeom><a:avLst/><a:gdLst/><a:ahLst/><a:cxnLst/><a:rect l="l" t="t" r="r" b="b"/><a:pathLst><a:path w="0" h="661670"><a:moveTo><a:pt x="0" y="0"/></a:moveTo><a:lnTo><a:pt x="0" y="132243"/></a:lnTo><a:lnTo><a:pt x="0" y="264409"/></a:lnTo><a:lnTo><a:pt x="0" y="396730"/></a:lnTo><a:lnTo><a:pt x="0" y="528896"/></a:lnTo><a:lnTo><a:pt x="0" y="661216"/></a:lnTo></a:path></a:pathLst></a:custGeom><a:ln w="7756"><a:solidFill><a:srgbClr val="000000"/></a:solidFill></a:ln></p:spPr><p:txBody><a:bodyPr wrap="square" lIns="0" tIns="0" rIns="0" bIns="0" rtlCol="0"/><a:lstStyle/><a:p/></p:txBody></p:sp><p:sp><p:nvSpPr><p:cNvPr id="247" name="object 247"/><p:cNvSpPr/><p:nvPr/></p:nvSpPr><p:spPr><a:xfrm><a:off x="5716521" y="11870415"/><a:ext cx="0" cy="661670"/></a:xfrm><a:custGeom><a:avLst/><a:gdLst/><a:ahLst/><a:cxnLst/><a:rect l="l" t="t" r="r" b="b"/><a:pathLst><a:path w="0" h="661670"><a:moveTo><a:pt x="0" y="0"/></a:moveTo><a:lnTo><a:pt x="0" y="132243"/></a:lnTo><a:lnTo><a:pt x="0" y="264409"/></a:lnTo><a:lnTo><a:pt x="0" y="396730"/></a:lnTo><a:lnTo><a:pt x="0" y="528896"/></a:lnTo><a:lnTo><a:pt x="0" y="661216"/></a:lnTo></a:path></a:pathLst></a:custGeom><a:ln w="7756"><a:solidFill><a:srgbClr val="000000"/></a:solidFill></a:ln></p:spPr><p:txBody><a:bodyPr wrap="square" lIns="0" tIns="0" rIns="0" bIns="0" rtlCol="0"/><a:lstStyle/><a:p/></p:txBody></p:sp><p:sp><p:nvSpPr><p:cNvPr id="248" name="object 248"/><p:cNvSpPr/><p:nvPr/></p:nvSpPr><p:spPr><a:xfrm><a:off x="6240973" y="11870415"/><a:ext cx="0" cy="661670"/></a:xfrm><a:custGeom><a:avLst/><a:gdLst/><a:ahLst/><a:cxnLst/><a:rect l="l" t="t" r="r" b="b"/><a:pathLst><a:path w="0" h="661670"><a:moveTo><a:pt x="0" y="0"/></a:moveTo><a:lnTo><a:pt x="0" y="132243"/></a:lnTo><a:lnTo><a:pt x="0" y="264409"/></a:lnTo><a:lnTo><a:pt x="0" y="396730"/></a:lnTo><a:lnTo><a:pt x="0" y="528896"/></a:lnTo><a:lnTo><a:pt x="0" y="661216"/></a:lnTo></a:path></a:pathLst></a:custGeom><a:ln w="7756"><a:solidFill><a:srgbClr val="000000"/></a:solidFill></a:ln></p:spPr><p:txBody><a:bodyPr wrap="square" lIns="0" tIns="0" rIns="0" bIns="0" rtlCol="0"/><a:lstStyle/><a:p/></p:txBody></p:sp><p:sp><p:nvSpPr><p:cNvPr id="249" name="object 249"/><p:cNvSpPr/><p:nvPr/></p:nvSpPr><p:spPr><a:xfrm><a:off x="6985569" y="11870415"/><a:ext cx="0" cy="661670"/></a:xfrm><a:custGeom><a:avLst/><a:gdLst/><a:ahLst/><a:cxnLst/><a:rect l="l" t="t" r="r" b="b"/><a:pathLst><a:path w="0" h="661670"><a:moveTo><a:pt x="0" y="0"/></a:moveTo><a:lnTo><a:pt x="0" y="132243"/></a:lnTo><a:lnTo><a:pt x="0" y="264409"/></a:lnTo><a:lnTo><a:pt x="0" y="396730"/></a:lnTo><a:lnTo><a:pt x="0" y="528896"/></a:lnTo><a:lnTo><a:pt x="0" y="661216"/></a:lnTo></a:path></a:pathLst></a:custGeom><a:ln w="7756"><a:solidFill><a:srgbClr val="000000"/></a:solidFill></a:ln></p:spPr><p:txBody><a:bodyPr wrap="square" lIns="0" tIns="0" rIns="0" bIns="0" rtlCol="0"/><a:lstStyle/><a:p/></p:txBody></p:sp><p:sp><p:nvSpPr><p:cNvPr id="250" name="object 250"/><p:cNvSpPr/><p:nvPr/></p:nvSpPr><p:spPr><a:xfrm><a:off x="7933363" y="11870415"/><a:ext cx="0" cy="661670"/></a:xfrm><a:custGeom><a:avLst/><a:gdLst/><a:ahLst/><a:cxnLst/><a:rect l="l" t="t" r="r" b="b"/><a:pathLst><a:path w="0" h="661670"><a:moveTo><a:pt x="0" y="0"/></a:moveTo><a:lnTo><a:pt x="0" y="132243"/></a:lnTo><a:lnTo><a:pt x="0" y="264409"/></a:lnTo><a:lnTo><a:pt x="0" y="396730"/></a:lnTo><a:lnTo><a:pt x="0" y="528896"/></a:lnTo><a:lnTo><a:pt x="0" y="661216"/></a:lnTo></a:path></a:pathLst></a:custGeom><a:ln w="7756"><a:solidFill><a:srgbClr val="000000"/></a:solidFill></a:ln></p:spPr><p:txBody><a:bodyPr wrap="square" lIns="0" tIns="0" rIns="0" bIns="0" rtlCol="0"/><a:lstStyle/><a:p/></p:txBody></p:sp><p:sp><p:nvSpPr><p:cNvPr id="251" name="object 251"/><p:cNvSpPr/><p:nvPr/></p:nvSpPr><p:spPr><a:xfrm><a:off x="3410514" y="11870415"/><a:ext cx="5331460" cy="661670"/></a:xfrm><a:custGeom><a:avLst/><a:gdLst/><a:ahLst/><a:cxnLst/><a:rect l="l" t="t" r="r" b="b"/><a:pathLst><a:path w="5331459" h="661670"><a:moveTo><a:pt x="0" y="0"/></a:moveTo><a:lnTo><a:pt x="5331231" y="0"/></a:lnTo><a:lnTo><a:pt x="5331231" y="661216"/></a:lnTo><a:lnTo><a:pt x="0" y="661216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52" name="object 252"/><p:cNvSpPr/><p:nvPr/></p:nvSpPr><p:spPr><a:xfrm><a:off x="8741715" y="11870415"/><a:ext cx="3751579" cy="661670"/></a:xfrm><a:custGeom><a:avLst/><a:gdLst/><a:ahLst/><a:cxnLst/><a:rect l="l" t="t" r="r" b="b"/><a:pathLst><a:path w="3751579" h="661670"><a:moveTo><a:pt x="0" y="0"/></a:moveTo><a:lnTo><a:pt x="3751291" y="0"/></a:lnTo><a:lnTo><a:pt x="3751291" y="661216"/></a:lnTo><a:lnTo><a:pt x="0" y="661216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53" name="object 253"/><p:cNvSpPr/><p:nvPr/></p:nvSpPr><p:spPr><a:xfrm><a:off x="8741715" y="12002659"/><a:ext cx="3751579" cy="0"/></a:xfrm><a:custGeom><a:avLst/><a:gdLst/><a:ahLst/><a:cxnLst/><a:rect l="l" t="t" r="r" b="b"/><a:pathLst><a:path w="3751579" h="0"><a:moveTo><a:pt x="0" y="0"/></a:moveTo><a:lnTo><a:pt x="745216" y="0"/></a:lnTo><a:lnTo><a:pt x="1449790" y="0"/></a:lnTo><a:lnTo><a:pt x="2063152" y="0"/></a:lnTo><a:lnTo><a:pt x="3006695" y="0"/></a:lnTo><a:lnTo><a:pt x="375129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54" name="object 254"/><p:cNvSpPr/><p:nvPr/></p:nvSpPr><p:spPr><a:xfrm><a:off x="8741715" y="12134902"/><a:ext cx="3751579" cy="0"/></a:xfrm><a:custGeom><a:avLst/><a:gdLst/><a:ahLst/><a:cxnLst/><a:rect l="l" t="t" r="r" b="b"/><a:pathLst><a:path w="3751579" h="0"><a:moveTo><a:pt x="0" y="0"/></a:moveTo><a:lnTo><a:pt x="745216" y="0"/></a:lnTo><a:lnTo><a:pt x="1449790" y="0"/></a:lnTo><a:lnTo><a:pt x="2063152" y="0"/></a:lnTo><a:lnTo><a:pt x="3006695" y="0"/></a:lnTo><a:lnTo><a:pt x="375129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55" name="object 255"/><p:cNvSpPr/><p:nvPr/></p:nvSpPr><p:spPr><a:xfrm><a:off x="8741715" y="12267146"/><a:ext cx="3751579" cy="0"/></a:xfrm><a:custGeom><a:avLst/><a:gdLst/><a:ahLst/><a:cxnLst/><a:rect l="l" t="t" r="r" b="b"/><a:pathLst><a:path w="3751579" h="0"><a:moveTo><a:pt x="0" y="0"/></a:moveTo><a:lnTo><a:pt x="745216" y="0"/></a:lnTo><a:lnTo><a:pt x="1449790" y="0"/></a:lnTo><a:lnTo><a:pt x="2063152" y="0"/></a:lnTo><a:lnTo><a:pt x="3006695" y="0"/></a:lnTo><a:lnTo><a:pt x="375129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56" name="object 256"/><p:cNvSpPr/><p:nvPr/></p:nvSpPr><p:spPr><a:xfrm><a:off x="8741715" y="12399389"/><a:ext cx="3751579" cy="0"/></a:xfrm><a:custGeom><a:avLst/><a:gdLst/><a:ahLst/><a:cxnLst/><a:rect l="l" t="t" r="r" b="b"/><a:pathLst><a:path w="3751579" h="0"><a:moveTo><a:pt x="0" y="0"/></a:moveTo><a:lnTo><a:pt x="745216" y="0"/></a:lnTo><a:lnTo><a:pt x="1449790" y="0"/></a:lnTo><a:lnTo><a:pt x="2063152" y="0"/></a:lnTo><a:lnTo><a:pt x="3006695" y="0"/></a:lnTo><a:lnTo><a:pt x="375129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57" name="object 257"/><p:cNvSpPr/><p:nvPr/></p:nvSpPr><p:spPr><a:xfrm><a:off x="9486932" y="11870415"/><a:ext cx="0" cy="661670"/></a:xfrm><a:custGeom><a:avLst/><a:gdLst/><a:ahLst/><a:cxnLst/><a:rect l="l" t="t" r="r" b="b"/><a:pathLst><a:path w="0" h="661670"><a:moveTo><a:pt x="0" y="0"/></a:moveTo><a:lnTo><a:pt x="0" y="132243"/></a:lnTo><a:lnTo><a:pt x="0" y="264409"/></a:lnTo><a:lnTo><a:pt x="0" y="396730"/></a:lnTo><a:lnTo><a:pt x="0" y="528896"/></a:lnTo><a:lnTo><a:pt x="0" y="661216"/></a:lnTo></a:path></a:pathLst></a:custGeom><a:ln w="7756"><a:solidFill><a:srgbClr val="000000"/></a:solidFill></a:ln></p:spPr><p:txBody><a:bodyPr wrap="square" lIns="0" tIns="0" rIns="0" bIns="0" rtlCol="0"/><a:lstStyle/><a:p/></p:txBody></p:sp><p:sp><p:nvSpPr><p:cNvPr id="258" name="object 258"/><p:cNvSpPr/><p:nvPr/></p:nvSpPr><p:spPr><a:xfrm><a:off x="10191506" y="11870415"/><a:ext cx="0" cy="661670"/></a:xfrm><a:custGeom><a:avLst/><a:gdLst/><a:ahLst/><a:cxnLst/><a:rect l="l" t="t" r="r" b="b"/><a:pathLst><a:path w="0" h="661670"><a:moveTo><a:pt x="0" y="0"/></a:moveTo><a:lnTo><a:pt x="0" y="132243"/></a:lnTo><a:lnTo><a:pt x="0" y="264409"/></a:lnTo><a:lnTo><a:pt x="0" y="396730"/></a:lnTo><a:lnTo><a:pt x="0" y="528896"/></a:lnTo><a:lnTo><a:pt x="0" y="661216"/></a:lnTo></a:path></a:pathLst></a:custGeom><a:ln w="7756"><a:solidFill><a:srgbClr val="000000"/></a:solidFill></a:ln></p:spPr><p:txBody><a:bodyPr wrap="square" lIns="0" tIns="0" rIns="0" bIns="0" rtlCol="0"/><a:lstStyle/><a:p/></p:txBody></p:sp><p:sp><p:nvSpPr><p:cNvPr id="259" name="object 259"/><p:cNvSpPr/><p:nvPr/></p:nvSpPr><p:spPr><a:xfrm><a:off x="10804868" y="11870415"/><a:ext cx="0" cy="661670"/></a:xfrm><a:custGeom><a:avLst/><a:gdLst/><a:ahLst/><a:cxnLst/><a:rect l="l" t="t" r="r" b="b"/><a:pathLst><a:path w="0" h="661670"><a:moveTo><a:pt x="0" y="0"/></a:moveTo><a:lnTo><a:pt x="0" y="132243"/></a:lnTo><a:lnTo><a:pt x="0" y="264409"/></a:lnTo><a:lnTo><a:pt x="0" y="396730"/></a:lnTo><a:lnTo><a:pt x="0" y="528896"/></a:lnTo><a:lnTo><a:pt x="0" y="661216"/></a:lnTo></a:path></a:pathLst></a:custGeom><a:ln w="7756"><a:solidFill><a:srgbClr val="000000"/></a:solidFill></a:ln></p:spPr><p:txBody><a:bodyPr wrap="square" lIns="0" tIns="0" rIns="0" bIns="0" rtlCol="0"/><a:lstStyle/><a:p/></p:txBody></p:sp><p:sp><p:nvSpPr><p:cNvPr id="260" name="object 260"/><p:cNvSpPr/><p:nvPr/></p:nvSpPr><p:spPr><a:xfrm><a:off x="11748411" y="11870415"/><a:ext cx="0" cy="661670"/></a:xfrm><a:custGeom><a:avLst/><a:gdLst/><a:ahLst/><a:cxnLst/><a:rect l="l" t="t" r="r" b="b"/><a:pathLst><a:path w="0" h="661670"><a:moveTo><a:pt x="0" y="0"/></a:moveTo><a:lnTo><a:pt x="0" y="132243"/></a:lnTo><a:lnTo><a:pt x="0" y="264409"/></a:lnTo><a:lnTo><a:pt x="0" y="396730"/></a:lnTo><a:lnTo><a:pt x="0" y="528896"/></a:lnTo><a:lnTo><a:pt x="0" y="661216"/></a:lnTo></a:path></a:pathLst></a:custGeom><a:ln w="7756"><a:solidFill><a:srgbClr val="000000"/></a:solidFill></a:ln></p:spPr><p:txBody><a:bodyPr wrap="square" lIns="0" tIns="0" rIns="0" bIns="0" rtlCol="0"/><a:lstStyle/><a:p/></p:txBody></p:sp><p:sp><p:nvSpPr><p:cNvPr id="261" name="object 261"/><p:cNvSpPr/><p:nvPr/></p:nvSpPr><p:spPr><a:xfrm><a:off x="8741715" y="11870415"/><a:ext cx="3751579" cy="661670"/></a:xfrm><a:custGeom><a:avLst/><a:gdLst/><a:ahLst/><a:cxnLst/><a:rect l="l" t="t" r="r" b="b"/><a:pathLst><a:path w="3751579" h="661670"><a:moveTo><a:pt x="0" y="0"/></a:moveTo><a:lnTo><a:pt x="3751291" y="0"/></a:lnTo><a:lnTo><a:pt x="3751291" y="661216"/></a:lnTo><a:lnTo><a:pt x="0" y="661216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62" name="object 262"/><p:cNvSpPr/><p:nvPr/></p:nvSpPr><p:spPr><a:xfrm><a:off x="12493006" y="11870415"/><a:ext cx="1450340" cy="661670"/></a:xfrm><a:custGeom><a:avLst/><a:gdLst/><a:ahLst/><a:cxnLst/><a:rect l="l" t="t" r="r" b="b"/><a:pathLst><a:path w="1450340" h="661670"><a:moveTo><a:pt x="0" y="0"/></a:moveTo><a:lnTo><a:pt x="1449868" y="0"/></a:lnTo><a:lnTo><a:pt x="1449868" y="661216"/></a:lnTo><a:lnTo><a:pt x="0" y="661216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63" name="object 263"/><p:cNvSpPr/><p:nvPr/></p:nvSpPr><p:spPr><a:xfrm><a:off x="12493006" y="12002659"/><a:ext cx="1450340" cy="0"/></a:xfrm><a:custGeom><a:avLst/><a:gdLst/><a:ahLst/><a:cxnLst/><a:rect l="l" t="t" r="r" b="b"/><a:pathLst><a:path w="1450340" h="0"><a:moveTo><a:pt x="0" y="0"/></a:moveTo><a:lnTo><a:pt x="745294" y="0"/></a:lnTo><a:lnTo><a:pt x="144986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64" name="object 264"/><p:cNvSpPr/><p:nvPr/></p:nvSpPr><p:spPr><a:xfrm><a:off x="12493006" y="12134902"/><a:ext cx="1450340" cy="0"/></a:xfrm><a:custGeom><a:avLst/><a:gdLst/><a:ahLst/><a:cxnLst/><a:rect l="l" t="t" r="r" b="b"/><a:pathLst><a:path w="1450340" h="0"><a:moveTo><a:pt x="0" y="0"/></a:moveTo><a:lnTo><a:pt x="745294" y="0"/></a:lnTo><a:lnTo><a:pt x="144986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65" name="object 265"/><p:cNvSpPr/><p:nvPr/></p:nvSpPr><p:spPr><a:xfrm><a:off x="12493006" y="12267146"/><a:ext cx="1450340" cy="0"/></a:xfrm><a:custGeom><a:avLst/><a:gdLst/><a:ahLst/><a:cxnLst/><a:rect l="l" t="t" r="r" b="b"/><a:pathLst><a:path w="1450340" h="0"><a:moveTo><a:pt x="0" y="0"/></a:moveTo><a:lnTo><a:pt x="745294" y="0"/></a:lnTo><a:lnTo><a:pt x="144986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66" name="object 266"/><p:cNvSpPr/><p:nvPr/></p:nvSpPr><p:spPr><a:xfrm><a:off x="12493006" y="12399389"/><a:ext cx="1450340" cy="0"/></a:xfrm><a:custGeom><a:avLst/><a:gdLst/><a:ahLst/><a:cxnLst/><a:rect l="l" t="t" r="r" b="b"/><a:pathLst><a:path w="1450340" h="0"><a:moveTo><a:pt x="0" y="0"/></a:moveTo><a:lnTo><a:pt x="745294" y="0"/></a:lnTo><a:lnTo><a:pt x="144986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67" name="object 267"/><p:cNvSpPr/><p:nvPr/></p:nvSpPr><p:spPr><a:xfrm><a:off x="13238301" y="11870415"/><a:ext cx="0" cy="661670"/></a:xfrm><a:custGeom><a:avLst/><a:gdLst/><a:ahLst/><a:cxnLst/><a:rect l="l" t="t" r="r" b="b"/><a:pathLst><a:path w="0" h="661670"><a:moveTo><a:pt x="0" y="0"/></a:moveTo><a:lnTo><a:pt x="0" y="132243"/></a:lnTo><a:lnTo><a:pt x="0" y="264409"/></a:lnTo><a:lnTo><a:pt x="0" y="396730"/></a:lnTo><a:lnTo><a:pt x="0" y="528896"/></a:lnTo><a:lnTo><a:pt x="0" y="661216"/></a:lnTo></a:path></a:pathLst></a:custGeom><a:ln w="7756"><a:solidFill><a:srgbClr val="000000"/></a:solidFill></a:ln></p:spPr><p:txBody><a:bodyPr wrap="square" lIns="0" tIns="0" rIns="0" bIns="0" rtlCol="0"/><a:lstStyle/><a:p/></p:txBody></p:sp><p:sp><p:nvSpPr><p:cNvPr id="268" name="object 268"/><p:cNvSpPr/><p:nvPr/></p:nvSpPr><p:spPr><a:xfrm><a:off x="12493006" y="11870415"/><a:ext cx="1450340" cy="661670"/></a:xfrm><a:custGeom><a:avLst/><a:gdLst/><a:ahLst/><a:cxnLst/><a:rect l="l" t="t" r="r" b="b"/><a:pathLst><a:path w="1450340" h="661670"><a:moveTo><a:pt x="0" y="0"/></a:moveTo><a:lnTo><a:pt x="1449868" y="0"/></a:lnTo><a:lnTo><a:pt x="1449868" y="661216"/></a:lnTo><a:lnTo><a:pt x="0" y="661216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/p:grpSp><p:grpSp><p:nvGrpSpPr><p:cNvPr id="269" name="object 269"/><p:cNvGrpSpPr/><p:nvPr/></p:nvGrpSpPr><p:grpSpPr><a:xfrm><a:off x="18451996" y="11011182"/><a:ext cx="204470" cy="1095375"/><a:chOff x="18451996" y="11011182"/><a:chExt cx="204470" cy="1095375"/></a:xfrm></p:grpSpPr><p:pic><p:nvPicPr><p:cNvPr id="270" name="object 270"/><p:cNvPicPr/><p:nvPr/></p:nvPicPr><p:blipFill><a:blip r:embed="rId7" cstate="print"/><a:stretch><a:fillRect/></a:stretch></p:blipFill><p:spPr><a:xfrm><a:off x="18626845" y="11103171"/><a:ext cx="29240" cy="1003110"/></a:xfrm><a:prstGeom prst="rect"><a:avLst/></a:prstGeom></p:spPr></p:pic><p:sp><p:nvSpPr><p:cNvPr id="271" name="object 271"/><p:cNvSpPr/><p:nvPr/></p:nvSpPr><p:spPr><a:xfrm><a:off x="18455874" y="11015061"/><a:ext cx="168275" cy="146050"/></a:xfrm><a:custGeom><a:avLst/><a:gdLst/><a:ahLst/><a:cxnLst/><a:rect l="l" t="t" r="r" b="b"/><a:pathLst><a:path w="168275" h="146050"><a:moveTo><a:pt x="84077" y="0"/></a:moveTo><a:lnTo><a:pt x="168077" y="145584"/></a:lnTo><a:lnTo><a:pt x="0" y="145584"/></a:lnTo><a:lnTo><a:pt x="84077" y="0"/></a:lnTo><a:close/></a:path></a:pathLst></a:custGeom><a:ln w="7756"><a:solidFill><a:srgbClr val="FF0000"/></a:solidFill></a:ln></p:spPr><p:txBody><a:bodyPr wrap="square" lIns="0" tIns="0" rIns="0" bIns="0" rtlCol="0"/><a:lstStyle/><a:p/></p:txBody></p:sp></p:grpSp><p:graphicFrame><p:nvGraphicFramePr><p:cNvPr id="272" name="object 272"/><p:cNvGraphicFramePr><a:graphicFrameLocks noGrp="1"/></p:cNvGraphicFramePr><p:nvPr/></p:nvGraphicFramePr><p:xfrm><a:off x="276873" y="272758"/><a:ext cx="19626580" cy="12836525"/></p:xfrm><a:graphic><a:graphicData uri="http://schemas.openxmlformats.org/drawingml/2006/table"><a:tbl><a:tblPr firstRow="1" bandRow="1"><a:tableStyleId>{2D5ABB26-0587-4C30-8999-92F81FD0307C}</a:tableStyleId></a:tblPr><a:tblGrid><a:gridCol w="18315940"/><a:gridCol w="111759"/><a:gridCol w="111759"/><a:gridCol w="111759"/><a:gridCol w="111759"/><a:gridCol w="129540"/><a:gridCol w="93980"/><a:gridCol w="111759"/><a:gridCol w="111759"/><a:gridCol w="111759"/><a:gridCol w="111759"/><a:gridCol w="100965"/></a:tblGrid><a:tr h="296545"><a:tc rowSpan="11"><a:txBody><a:bodyPr/><a:lstStyle/><a:p><a:pPr marL="4791075"><a:lnSpc><a:spcPct val="100000"/></a:lnSpc><a:spcBef><a:spcPts val="535"/></a:spcBef><a:tabLst><a:tab pos="8757920" algn="l"/></a:tabLst></a:pPr><a:r><a:rPr dirty="0" sz="700" spc="-10"><a:latin typeface="Verdana"/><a:cs typeface="Verdana"/></a:rPr><a:t>INTERCONNECTION</a:t></a:r><a:r><a:rPr dirty="0" sz="700"><a:latin typeface="Verdana"/><a:cs typeface="Verdana"/></a:rPr><a:t>	</a:t></a:r><a:r><a:rPr dirty="0" sz="700" spc="-10"><a:latin typeface="Verdana"/><a:cs typeface="Verdana"/></a:rPr><a:t>iAscConnect</a:t></a:r><a:endParaRPr sz="700"><a:latin typeface="Verdana"/><a:cs typeface="Verdana"/></a:endParaRPr></a:p><a:p><a:pPr marL="283210"><a:lnSpc><a:spcPct val="100000"/></a:lnSpc><a:spcBef><a:spcPts val="45"/></a:spcBef><a:tabLst><a:tab pos="3025140" algn="l"/><a:tab pos="4542155" algn="l"/><a:tab pos="11466830" algn="l"/></a:tabLst></a:pPr><a:r><a:rPr dirty="0" sz="700" spc="-395"><a:latin typeface="Verdana"/><a:cs typeface="Verdana"/></a:rPr><a:t>O</a:t></a:r><a:r><a:rPr dirty="0" u="sng" sz="700" spc="150"><a:uFill><a:solidFill><a:srgbClr val="000000"/></a:solidFill></a:uFill><a:latin typeface="Verdana"/><a:cs typeface="Verdana"/></a:rPr><a:t>P</a:t></a:r><a:r><a:rPr dirty="0" u="sng" sz="700" spc="-295"><a:uFill><a:solidFill><a:srgbClr val="000000"/></a:solidFill></a:uFill><a:latin typeface="Verdana"/><a:cs typeface="Verdana"/></a:rPr><a:t>O</a:t></a:r><a:r><a:rPr dirty="0" u="sng" sz="700" spc="55"><a:uFill><a:solidFill><a:srgbClr val="000000"/></a:solidFill></a:uFill><a:latin typeface="Verdana"/><a:cs typeface="Verdana"/></a:rPr><a:t>N</a:t></a:r><a:r><a:rPr dirty="0" u="sng" sz="700" spc="-70"><a:uFill><a:solidFill><a:srgbClr val="000000"/></a:solidFill></a:uFill><a:latin typeface="Verdana"/><a:cs typeface="Verdana"/></a:rPr><a:t>I</a:t></a:r><a:r><a:rPr dirty="0" u="sng" sz="700" spc="-170"><a:uFill><a:solidFill><a:srgbClr val="000000"/></a:solidFill></a:uFill><a:latin typeface="Verdana"/><a:cs typeface="Verdana"/></a:rPr><a:t>N</a:t></a:r><a:r><a:rPr dirty="0" u="sng" sz="700" spc="-65"><a:uFill><a:solidFill><a:srgbClr val="000000"/></a:solidFill></a:uFill><a:latin typeface="Verdana"/><a:cs typeface="Verdana"/></a:rPr><a:t>N</a:t></a:r><a:r><a:rPr dirty="0" u="sng" sz="700" spc="-90"><a:uFill><a:solidFill><a:srgbClr val="000000"/></a:solidFill></a:uFill><a:latin typeface="Verdana"/><a:cs typeface="Verdana"/></a:rPr><a:t>E</a:t></a:r><a:r><a:rPr dirty="0" u="sng" sz="700" spc="-55"><a:uFill><a:solidFill><a:srgbClr val="000000"/></a:solidFill></a:uFill><a:latin typeface="Verdana"/><a:cs typeface="Verdana"/></a:rPr><a:t>T</a:t></a:r><a:r><a:rPr dirty="0" u="sng" sz="700" spc="150"><a:uFill><a:solidFill><a:srgbClr val="000000"/></a:solidFill></a:uFill><a:latin typeface="Verdana"/><a:cs typeface="Verdana"/></a:rPr><a:t>CTION</a:t></a:r><a:r><a:rPr dirty="0" u="sng" sz="700"><a:uFill><a:solidFill><a:srgbClr val="000000"/></a:solidFill></a:uFill><a:latin typeface="Verdana"/><a:cs typeface="Verdana"/></a:rPr><a:t>	</a:t></a:r><a:r><a:rPr dirty="0" u="none" sz="700"><a:latin typeface="Verdana"/><a:cs typeface="Verdana"/></a:rPr><a:t>	</a:t></a:r><a:r><a:rPr dirty="0" u="none" sz="700" spc="-10"><a:latin typeface="Verdana"/><a:cs typeface="Verdana"/></a:rPr><a:t>Terht</a:t></a:r><a:r><a:rPr dirty="0" u="none" sz="700" spc="-10" b="1"><a:latin typeface="Verdana"/><a:cs typeface="Verdana"/></a:rPr><a:t>e</a:t></a:r><a:r><a:rPr dirty="0" u="none" sz="700" spc="-10"><a:latin typeface="Verdana"/><a:cs typeface="Verdana"/></a:rPr><a:t>rs</a:t></a:r><a:r><a:rPr dirty="0" u="none" sz="700"><a:latin typeface="Verdana"/><a:cs typeface="Verdana"/></a:rPr><a:t>	</a:t></a:r><a:r><a:rPr dirty="0" u="none" sz="700" spc="-575"><a:latin typeface="Verdana"/><a:cs typeface="Verdana"/></a:rPr><a:t>m</a:t></a:r><a:r><a:rPr dirty="0" u="none" sz="700" spc="80"><a:latin typeface="Verdana"/><a:cs typeface="Verdana"/></a:rPr><a:t>S</a:t></a:r><a:r><a:rPr dirty="0" u="none" sz="700" spc="60"><a:latin typeface="Verdana"/><a:cs typeface="Verdana"/></a:rPr><a:t>i</a:t></a:r><a:r><a:rPr dirty="0" u="none" sz="700" spc="-335"><a:latin typeface="Verdana"/><a:cs typeface="Verdana"/></a:rPr><a:t>a</a:t></a:r><a:r><a:rPr dirty="0" u="none" sz="700" spc="35"><a:latin typeface="Verdana"/><a:cs typeface="Verdana"/></a:rPr><a:t>n</a:t></a:r><a:r><a:rPr dirty="0" u="none" sz="700" spc="-165"><a:latin typeface="Verdana"/><a:cs typeface="Verdana"/></a:rPr><a:t>t</a:t></a:r><a:r><a:rPr dirty="0" u="none" sz="700" spc="-125"><a:latin typeface="Verdana"/><a:cs typeface="Verdana"/></a:rPr><a:t>g</a:t></a:r><a:r><a:rPr dirty="0" u="none" sz="700" spc="80"><a:latin typeface="Verdana"/><a:cs typeface="Verdana"/></a:rPr><a:t>i</a:t></a:r><a:r><a:rPr dirty="0" u="none" sz="700" spc="-280"><a:latin typeface="Verdana"/><a:cs typeface="Verdana"/></a:rPr><a:t>c</a:t></a:r><a:r><a:rPr dirty="0" u="none" sz="700" spc="80"><a:latin typeface="Verdana"/><a:cs typeface="Verdana"/></a:rPr><a:t>le</a:t></a:r><a:endParaRPr sz="700"><a:latin typeface="Verdana"/><a:cs typeface="Verdana"/></a:endParaRPr></a:p><a:p><a:pPr marL="4513580"><a:lnSpc><a:spcPct val="100000"/></a:lnSpc><a:spcBef><a:spcPts val="40"/></a:spcBef><a:tabLst><a:tab pos="11470640" algn="l"/></a:tabLst></a:pPr><a:r><a:rPr dirty="0" sz="700" spc="-10"><a:latin typeface="Verdana"/><a:cs typeface="Verdana"/></a:rPr><a:t>raAsrngde</a:t></a:r><a:r><a:rPr dirty="0" sz="700"><a:latin typeface="Verdana"/><a:cs typeface="Verdana"/></a:rPr><a:t>	</a:t></a:r><a:r><a:rPr dirty="0" sz="700" spc="-10"><a:latin typeface="Verdana"/><a:cs typeface="Verdana"/></a:rPr><a:t>determined</a:t></a:r><a:endParaRPr sz="700"><a:latin typeface="Verdana"/><a:cs typeface="Verdana"/></a:endParaRPr></a:p><a:p><a:pPr marL="250190"><a:lnSpc><a:spcPct val="100000"/></a:lnSpc><a:spcBef><a:spcPts val="45"/></a:spcBef><a:tabLst><a:tab pos="4542155" algn="l"/><a:tab pos="11447780" algn="l"/></a:tabLst></a:pPr><a:r><a:rPr dirty="0" sz="700" spc="-10"><a:latin typeface="Verdana"/><a:cs typeface="Verdana"/></a:rPr><a:t>ED1RYNA</a:t></a:r><a:r><a:rPr dirty="0" sz="700"><a:latin typeface="Verdana"/><a:cs typeface="Verdana"/></a:rPr><a:t>	</a:t></a:r><a:r><a:rPr dirty="0" sz="700" spc="-10"><a:latin typeface="Verdana"/><a:cs typeface="Verdana"/></a:rPr><a:t>Photovoltaic</a:t></a:r><a:r><a:rPr dirty="0" sz="700"><a:latin typeface="Verdana"/><a:cs typeface="Verdana"/></a:rPr><a:t>	</a:t></a:r><a:r><a:rPr dirty="0" sz="700" spc="-215"><a:latin typeface="Verdana"/><a:cs typeface="Verdana"/></a:rPr><a:t>aAnzlal</a:t></a:r><a:r><a:rPr dirty="0" sz="700" spc="-55"><a:latin typeface="Verdana"/><a:cs typeface="Verdana"/></a:rPr><a:t> </a:t></a:r><a:r><a:rPr dirty="0" sz="700" spc="-10"><a:latin typeface="Verdana"/><a:cs typeface="Verdana"/></a:rPr><a:t>rdous</a:t></a:r><a:endParaRPr sz="700"><a:latin typeface="Verdana"/><a:cs typeface="Verdana"/></a:endParaRPr></a:p><a:p><a:pPr marL="285115"><a:lnSpc><a:spcPct val="100000"/></a:lnSpc><a:spcBef><a:spcPts val="40"/></a:spcBef><a:tabLst><a:tab pos="11463020" algn="l"/></a:tabLst></a:pPr><a:r><a:rPr dirty="0" sz="700" spc="-10"><a:latin typeface="Verdana"/><a:cs typeface="Verdana"/></a:rPr><a:t>INVERTER</a:t></a:r><a:r><a:rPr dirty="0" sz="700"><a:latin typeface="Verdana"/><a:cs typeface="Verdana"/></a:rPr><a:t>	</a:t></a:r><a:r><a:rPr dirty="0" sz="700" spc="-500"><a:latin typeface="Verdana"/><a:cs typeface="Verdana"/></a:rPr><a:t>O</a:t></a:r><a:r><a:rPr dirty="0" sz="700"><a:latin typeface="Verdana"/><a:cs typeface="Verdana"/></a:rPr><a:t>l</a:t></a:r><a:r><a:rPr dirty="0" sz="700" spc="-125"><a:latin typeface="Verdana"/><a:cs typeface="Verdana"/></a:rPr><a:t>a</a:t></a:r><a:r><a:rPr dirty="0" sz="700" spc="-409"><a:latin typeface="Verdana"/><a:cs typeface="Verdana"/></a:rPr><a:t>N</a:t></a:r><a:r><a:rPr dirty="0" sz="700" spc="-35"><a:latin typeface="Verdana"/><a:cs typeface="Verdana"/></a:rPr><a:t>b</a:t></a:r><a:r><a:rPr dirty="0" sz="700" spc="-285"><a:latin typeface="Verdana"/><a:cs typeface="Verdana"/></a:rPr><a:t>-</a:t></a:r><a:r><a:rPr dirty="0" sz="700" spc="-40"><a:latin typeface="Verdana"/><a:cs typeface="Verdana"/></a:rPr><a:t>eEleledc:trical</a:t></a:r><a:endParaRPr sz="700"><a:latin typeface="Verdana"/><a:cs typeface="Verdana"/></a:endParaRPr></a:p><a:p><a:pPr marL="4542155"><a:lnSpc><a:spcPct val="100000"/></a:lnSpc><a:spcBef><a:spcPts val="45"/></a:spcBef></a:pPr><a:r><a:rPr dirty="0" sz="700"><a:latin typeface="Verdana"/><a:cs typeface="Verdana"/></a:rPr><a:t>IEEE-929-</a:t></a:r><a:r><a:rPr dirty="0" sz="700" spc="-20"><a:latin typeface="Verdana"/><a:cs typeface="Verdana"/></a:rPr><a:t>2000</a:t></a:r><a:endParaRPr sz="700"><a:latin typeface="Verdana"/><a:cs typeface="Verdana"/></a:endParaRPr></a:p><a:p><a:pPr marL="258445"><a:lnSpc><a:spcPts val="610"/></a:lnSpc><a:spcBef><a:spcPts val="40"/></a:spcBef><a:tabLst><a:tab pos="4542155" algn="l"/></a:tabLst></a:pPr><a:r><a:rPr dirty="0" sz="700" spc="-10"><a:latin typeface="Verdana"/><a:cs typeface="Verdana"/></a:rPr><a:t>G1uangzhou</a:t></a:r><a:r><a:rPr dirty="0" sz="700"><a:latin typeface="Verdana"/><a:cs typeface="Verdana"/></a:rPr><a:t>	</a:t></a:r><a:r><a:rPr dirty="0" sz="700" spc="-10"><a:latin typeface="Verdana"/><a:cs typeface="Verdana"/></a:rPr><a:t>systems</a:t></a:r><a:endParaRPr sz="700"><a:latin typeface="Verdana"/><a:cs typeface="Verdana"/></a:endParaRPr></a:p><a:p><a:pPr marL="278130"><a:lnSpc><a:spcPts val="1210"/></a:lnSpc><a:tabLst><a:tab pos="4521835" algn="l"/><a:tab pos="11470640" algn="l"/></a:tabLst></a:pPr><a:r><a:rPr dirty="0" sz="700" spc="-235"><a:latin typeface="Verdana"/><a:cs typeface="Verdana"/></a:rPr><a:t>2MSA1XR-</a:t></a:r><a:r><a:rPr dirty="0" sz="700" spc="-240"><a:latin typeface="Verdana"/><a:cs typeface="Verdana"/></a:rPr><a:t>82-</a:t></a:r><a:r><a:rPr dirty="0" sz="700" spc="-220"><a:latin typeface="Verdana"/><a:cs typeface="Verdana"/></a:rPr><a:t>0AH0C1-</a:t></a:r><a:r><a:rPr dirty="0" sz="700" spc="-10"><a:latin typeface="Verdana"/><a:cs typeface="Verdana"/></a:rPr><a:t>)5000</a:t></a:r><a:r><a:rPr dirty="0" sz="700"><a:latin typeface="Verdana"/><a:cs typeface="Verdana"/></a:rPr><a:t>	</a:t></a:r><a:r><a:rPr dirty="0" sz="700" spc="-10"><a:latin typeface="Verdana"/><a:cs typeface="Verdana"/></a:rPr><a:t>vtehreter</a:t></a:r><a:r><a:rPr dirty="0" sz="700"><a:latin typeface="Verdana"/><a:cs typeface="Verdana"/></a:rPr><a:t>	</a:t></a:r><a:r><a:rPr dirty="0" baseline="-13888" sz="1800" spc="-15" b="1"><a:latin typeface="Verdana"/><a:cs typeface="Verdana"/></a:rPr><a:t>STORAGE</a:t></a:r><a:endParaRPr baseline="-13888" sz="1800"><a:latin typeface="Verdana"/><a:cs typeface="Verdana"/></a:endParaRPr></a:p><a:p><a:pPr marL="271145"><a:lnSpc><a:spcPts val="950"/></a:lnSpc><a:spcBef><a:spcPts val="675"/></a:spcBef><a:tabLst><a:tab pos="4502785" algn="l"/><a:tab pos="11470640" algn="l"/></a:tabLst></a:pPr><a:r><a:rPr dirty="0" sz="700" spc="-10"><a:latin typeface="Verdana"/><a:cs typeface="Verdana"/></a:rPr><a:t>u1a2ngzhou</a:t></a:r><a:r><a:rPr dirty="0" sz="700"><a:latin typeface="Verdana"/><a:cs typeface="Verdana"/></a:rPr><a:t>	</a:t></a:r><a:r><a:rPr dirty="0" sz="700" spc="-10"><a:latin typeface="Verdana"/><a:cs typeface="Verdana"/></a:rPr><a:t>aIpfplicable,</a:t></a:r><a:r><a:rPr dirty="0" sz="700"><a:latin typeface="Verdana"/><a:cs typeface="Verdana"/></a:rPr><a:t>	</a:t></a:r><a:r><a:rPr dirty="0" baseline="22875" sz="1275" spc="-15"><a:latin typeface="Verdana"/><a:cs typeface="Verdana"/></a:rPr><a:t>PRODUCERS</a:t></a:r><a:endParaRPr baseline="22875" sz="1275"><a:latin typeface="Verdana"/><a:cs typeface="Verdana"/></a:endParaRPr></a:p><a:p><a:pPr marL="285115"><a:lnSpc><a:spcPts val="880"/></a:lnSpc><a:tabLst><a:tab pos="4542155" algn="l"/><a:tab pos="11470640" algn="l"/></a:tabLst></a:pPr><a:endParaRPr baseline="13071" sz="1275"><a:latin typeface="Verdana"/><a:cs typeface="Verdana"/></a:endParaRPr><a:r><a:rPr dirty="0" sz="700"><a:latin typeface="Verdana"/><a:t>RIQRACK-280AH-{{BAT_RACK_MODEL}}	inverters	CAUSE</a:t></a:r></a:p><a:p><a:pPr algn="r" marR="6368415"><a:lnSpc><a:spcPts val="880"/></a:lnSpc><a:tabLst><a:tab pos="6927850" algn="l"/></a:tabLst></a:pPr><a:r><a:rPr dirty="0" sz="700" spc="-10"><a:latin typeface="Verdana"/><a:cs typeface="Verdana"/></a:rPr><a:t>exclusively</a:t></a:r><a:r><a:rPr dirty="0" sz="700"><a:latin typeface="Verdana"/><a:cs typeface="Verdana"/></a:rPr><a:t>	</a:t></a:r><a:r><a:rPr dirty="0" baseline="3267" sz="1275" spc="-15"><a:latin typeface="Verdana"/><a:cs typeface="Verdana"/></a:rPr><a:t>NORMAL</a:t></a:r><a:endParaRPr baseline="3267" sz="1275"><a:latin typeface="Verdana"/><a:cs typeface="Verdana"/></a:endParaRPr></a:p><a:p><a:pPr algn="r" marR="6424930"><a:lnSpc><a:spcPts val="880"/></a:lnSpc><a:tabLst><a:tab pos="4232910" algn="l"/><a:tab pos="11198860" algn="l"/></a:tabLst></a:pPr><a:r><a:rPr dirty="0" sz="700" spc="-10"><a:latin typeface="Verdana"/><a:cs typeface="Verdana"/></a:rPr><a:t>U9A6NGZHOU</a:t></a:r><a:r><a:rPr dirty="0" sz="700"><a:latin typeface="Verdana"/><a:cs typeface="Verdana"/></a:rPr><a:t>	</a:t></a:r><a:r><a:rPr dirty="0" sz="700" spc="-10"><a:latin typeface="Verdana"/><a:cs typeface="Verdana"/></a:rPr><a:t>eRnetsfer</a:t></a:r><a:r><a:rPr dirty="0" sz="700"><a:latin typeface="Verdana"/><a:cs typeface="Verdana"/></a:rPr><a:t>	</a:t></a:r><a:r><a:rPr dirty="0" baseline="-6535" sz="1275" spc="-15"><a:latin typeface="Verdana"/><a:cs typeface="Verdana"/></a:rPr><a:t>IESFINED</a:t></a:r><a:endParaRPr baseline="-6535" sz="1275"><a:latin typeface="Verdana"/><a:cs typeface="Verdana"/></a:endParaRPr></a:p><a:p><a:pPr marL="285115"><a:lnSpc><a:spcPts val="950"/></a:lnSpc><a:tabLst><a:tab pos="11461115" algn="l"/></a:tabLst></a:pPr><a:endParaRPr baseline="-19607" sz="1275"><a:latin typeface="Verdana"/><a:cs typeface="Verdana"/></a:endParaRPr><a:r><a:rPr dirty="0" sz="700"><a:latin typeface="Verdana"/><a:t>{{BAT_RACK_MODEL}}-1P52S	RPOEDWER</a:t></a:r></a:p><a:p><a:pPr marL="11445875" marR="6303645" indent="-17145"><a:lnSpc><a:spcPct val="101499"/></a:lnSpc><a:spcBef><a:spcPts val="280"/></a:spcBef></a:pPr><a:r><a:rPr dirty="0" sz="850" spc="-80"><a:latin typeface="Verdana"/><a:cs typeface="Verdana"/></a:rPr><a:t>ESRYSSTEM </a:t></a:r><a:r><a:rPr dirty="0" sz="850" spc="-10"><a:latin typeface="Verdana"/><a:cs typeface="Verdana"/></a:rPr><a:t>WITHOUT </a:t></a:r><a:r><a:rPr dirty="0" sz="850" spc="-65" b="1"><a:latin typeface="Verdana"/><a:cs typeface="Verdana"/></a:rPr><a:t>S</a:t></a:r><a:r><a:rPr dirty="0" sz="850" spc="-65"><a:latin typeface="Verdana"/><a:cs typeface="Verdana"/></a:rPr><a:t>)T.ORAGE</a:t></a:r><a:endParaRPr sz="850"><a:latin typeface="Verdana"/><a:cs typeface="Verdana"/></a:endParaRPr></a:p><a:p><a:pPr><a:lnSpc><a:spcPct val="100000"/></a:lnSpc></a:pPr><a:endParaRPr sz="850"><a:latin typeface="Times New Roman"/><a:cs typeface="Times New Roman"/></a:endParaRPr></a:p><a:p><a:pPr><a:lnSpc><a:spcPct val="100000"/></a:lnSpc></a:pPr><a:endParaRPr sz="850"><a:latin typeface="Times New Roman"/><a:cs typeface="Times New Roman"/></a:endParaRPr></a:p><a:p><a:pPr><a:lnSpc><a:spcPct val="100000"/></a:lnSpc></a:pPr><a:endParaRPr sz="850"><a:latin typeface="Times New Roman"/><a:cs typeface="Times New Roman"/></a:endParaRPr></a:p><a:p><a:pPr><a:lnSpc><a:spcPct val="100000"/></a:lnSpc></a:pPr><a:endParaRPr sz="850"><a:latin typeface="Times New Roman"/><a:cs typeface="Times New Roman"/></a:endParaRPr></a:p><a:p><a:pPr><a:lnSpc><a:spcPct val="100000"/></a:lnSpc></a:pPr><a:endParaRPr sz="850"><a:latin typeface="Times New Roman"/><a:cs typeface="Times New Roman"/></a:endParaRPr></a:p><a:p><a:pPr><a:lnSpc><a:spcPct val="100000"/></a:lnSpc></a:pPr><a:endParaRPr sz="850"><a:latin typeface="Times New Roman"/><a:cs typeface="Times New Roman"/></a:endParaRPr></a:p><a:p><a:pPr><a:lnSpc><a:spcPct val="100000"/></a:lnSpc></a:pPr><a:endParaRPr sz="850"><a:latin typeface="Times New Roman"/><a:cs typeface="Times New Roman"/></a:endParaRPr></a:p><a:p><a:pPr><a:lnSpc><a:spcPct val="100000"/></a:lnSpc></a:pPr><a:endParaRPr sz="850"><a:latin typeface="Times New Roman"/><a:cs typeface="Times New Roman"/></a:endParaRPr></a:p><a:p><a:pPr><a:lnSpc><a:spcPct val="100000"/></a:lnSpc></a:pPr><a:endParaRPr sz="850"><a:latin typeface="Times New Roman"/><a:cs typeface="Times New Roman"/></a:endParaRPr></a:p><a:p><a:pPr><a:lnSpc><a:spcPct val="100000"/></a:lnSpc><a:spcBef><a:spcPts val="145"/></a:spcBef></a:pPr><a:endParaRPr sz="850"><a:latin typeface="Times New Roman"/><a:cs typeface="Times New Roman"/></a:endParaRPr></a:p><a:p><a:pPr marL="14207490"><a:lnSpc><a:spcPct val="100000"/></a:lnSpc></a:pPr><a:r><a:rPr dirty="0" sz="1700" spc="-745" b="1"><a:latin typeface="Verdana"/><a:cs typeface="Verdana"/></a:rPr><a:t>b</a:t></a:r><a:r><a:rPr dirty="0" sz="1700" spc="-900" b="1"><a:latin typeface="Verdana"/><a:cs typeface="Verdana"/></a:rPr><a:t>M</a:t></a:r><a:r><a:rPr dirty="0" sz="1700" spc="-260" b="1"><a:latin typeface="Verdana"/><a:cs typeface="Verdana"/></a:rPr><a:t>e</a:t></a:r><a:r><a:rPr dirty="0" sz="1700" spc="-900" b="1"><a:latin typeface="Verdana"/><a:cs typeface="Verdana"/></a:rPr><a:t>e</a:t></a:r><a:r><a:rPr dirty="0" sz="1700" spc="-10" b="1"><a:latin typeface="Verdana"/><a:cs typeface="Verdana"/></a:rPr><a:t>r</a:t></a:r><a:r><a:rPr dirty="0" sz="1700" spc="-670" b="1"><a:latin typeface="Verdana"/><a:cs typeface="Verdana"/></a:rPr><a:t>:</a:t></a:r><a:r><a:rPr dirty="0" sz="1700" spc="-10" b="1"><a:latin typeface="Verdana"/><a:cs typeface="Verdana"/></a:rPr><a:t>ter</a:t></a:r><a:endParaRPr sz="1700"><a:latin typeface="Verdana"/><a:cs typeface="Verdana"/></a:endParaRPr></a:p><a:p><a:pPr marL="3976370"><a:lnSpc><a:spcPct val="100000"/></a:lnSpc><a:spcBef><a:spcPts val="685"/></a:spcBef><a:tabLst><a:tab pos="12047855" algn="l"/></a:tabLst></a:pPr><a:r><a:rPr dirty="0" sz="950" spc="-10" b="1"><a:latin typeface="Calibri"/><a:cs typeface="Calibri"/></a:rPr><a:t>AINRKING</a:t></a:r><a:r><a:rPr dirty="0" sz="950" b="1"><a:latin typeface="Calibri"/><a:cs typeface="Calibri"/></a:rPr><a:t>	</a:t></a:r><a:r><a:rPr dirty="0" sz="950" spc="-10" b="1"><a:latin typeface="Calibri"/><a:cs typeface="Calibri"/></a:rPr><a:t>ELIENCTRICAL</a:t></a:r><a:endParaRPr sz="950"><a:latin typeface="Calibri"/><a:cs typeface="Calibri"/></a:endParaRPr></a:p><a:p><a:pPr><a:lnSpc><a:spcPct val="100000"/></a:lnSpc></a:pPr><a:endParaRPr sz="950"><a:latin typeface="Times New Roman"/><a:cs typeface="Times New Roman"/></a:endParaRPr></a:p><a:p><a:pPr><a:lnSpc><a:spcPct val="100000"/></a:lnSpc><a:spcBef><a:spcPts val="695"/></a:spcBef></a:pPr><a:endParaRPr sz="950"><a:latin typeface="Times New Roman"/><a:cs typeface="Times New Roman"/></a:endParaRPr></a:p><a:p><a:pPr marL="14314169" marR="3810635" indent="-15875"><a:lnSpc><a:spcPct val="105100"/></a:lnSpc></a:pPr><a:r><a:rPr dirty="0" sz="700" spc="-595" b="1"><a:latin typeface="Verdana"/><a:cs typeface="Verdana"/></a:rPr><a:t>w</a:t></a:r><a:r><a:rPr dirty="0" sz="700" spc="-490" b="1"><a:latin typeface="Verdana"/><a:cs typeface="Verdana"/></a:rPr><a:t>n</a:t></a:r><a:r><a:rPr dirty="0" sz="700" b="1"><a:latin typeface="Verdana"/><a:cs typeface="Verdana"/></a:rPr><a:t>(</a:t></a:r><a:r><a:rPr dirty="0" sz="700" spc="-500" b="1"><a:latin typeface="Verdana"/><a:cs typeface="Verdana"/></a:rPr><a:t>N</a:t></a:r><a:r><a:rPr dirty="0" sz="700" spc="-405" b="1"><a:latin typeface="Verdana"/><a:cs typeface="Verdana"/></a:rPr><a:t>g</a:t></a:r><a:r><a:rPr dirty="0" sz="700" spc="-65" b="1"><a:latin typeface="Verdana"/><a:cs typeface="Verdana"/></a:rPr><a:t>e</a:t></a:r><a:r><a:rPr dirty="0" sz="700" spc="-325" b="1"><a:latin typeface="Verdana"/><a:cs typeface="Verdana"/></a:rPr><a:t>)</a:t></a:r><a:r><a:rPr dirty="0" sz="700" b="1"><a:latin typeface="Verdana"/><a:cs typeface="Verdana"/></a:rPr><a:t>r</a:t></a:r><a:r><a:rPr dirty="0" sz="700" spc="-25" b="1"><a:latin typeface="Verdana"/><a:cs typeface="Verdana"/></a:rPr><a:t> PT</a:t></a:r><a:endParaRPr sz="700"><a:latin typeface="Verdana"/><a:cs typeface="Verdana"/></a:endParaRPr></a:p><a:p><a:pPr algn="r" marR="6506845"><a:lnSpc><a:spcPts val="850"/></a:lnSpc><a:spcBef><a:spcPts val="325"/></a:spcBef><a:tabLst><a:tab pos="4588510" algn="l"/><a:tab pos="6446520" algn="l"/><a:tab pos="11161395" algn="l"/></a:tabLst></a:pPr><a:r><a:rPr dirty="0" sz="950" spc="-365" b="1"><a:latin typeface="Calibri"/><a:cs typeface="Calibri"/></a:rPr><a:t>BE</a:t></a:r><a:r><a:rPr dirty="0" sz="950" spc="-254" b="1"><a:latin typeface="Calibri"/><a:cs typeface="Calibri"/></a:rPr><a:t>0</a:t></a:r><a:r><a:rPr dirty="0" sz="950" spc="-355" b="1"><a:latin typeface="Calibri"/><a:cs typeface="Calibri"/></a:rPr><a:t>E</a:t></a:r><a:r><a:rPr dirty="0" sz="950" spc="-710" b="1"><a:latin typeface="Calibri"/><a:cs typeface="Calibri"/></a:rPr><a:t>M</a:t></a:r><a:r><a:rPr dirty="0" sz="950" spc="-240" b="1"><a:latin typeface="Calibri"/><a:cs typeface="Calibri"/></a:rPr><a:t>k</a:t></a:r><a:r><a:rPr dirty="0" sz="950" spc="-455" b="1"><a:latin typeface="Calibri"/><a:cs typeface="Calibri"/></a:rPr><a:t>S</a:t></a:r><a:r><a:rPr dirty="0" sz="950" spc="-80" b="1"><a:latin typeface="Calibri"/><a:cs typeface="Calibri"/></a:rPr><a:t>(</a:t></a:r><a:r><a:rPr dirty="0" sz="950" spc="-805" b="1"><a:latin typeface="Calibri"/><a:cs typeface="Calibri"/></a:rPr><a:t>W</a:t></a:r><a:r><a:rPr dirty="0" sz="950" spc="-495" b="1"><a:latin typeface="Calibri"/><a:cs typeface="Calibri"/></a:rPr><a:t>N</a:t></a:r><a:r><a:rPr dirty="0" sz="950" spc="25" b="1"><a:latin typeface="Calibri"/><a:cs typeface="Calibri"/></a:rPr><a:t>S</a:t></a:r><a:r><a:rPr dirty="0" sz="950" spc="-145" b="1"><a:latin typeface="Calibri"/><a:cs typeface="Calibri"/></a:rPr><a:t>)</a:t></a:r><a:r><a:rPr dirty="0" sz="950" spc="-5" b="1"><a:latin typeface="Calibri"/><a:cs typeface="Calibri"/></a:rPr><a:t>h)</a:t></a:r><a:r><a:rPr dirty="0" sz="950" b="1"><a:latin typeface="Calibri"/><a:cs typeface="Calibri"/></a:rPr><a:t>	</a:t></a:r><a:r><a:rPr dirty="0" baseline="-17543" sz="1425" spc="67" b="1"><a:latin typeface="Calibri"/><a:cs typeface="Calibri"/></a:rPr><a:t>0</a:t></a:r><a:r><a:rPr dirty="0" baseline="-17543" sz="1425" spc="-682" b="1"><a:latin typeface="Calibri"/><a:cs typeface="Calibri"/></a:rPr><a:t>V</a:t></a:r><a:r><a:rPr dirty="0" baseline="-17543" sz="1425" spc="67" b="1"><a:latin typeface="Calibri"/><a:cs typeface="Calibri"/></a:rPr><a:t>1000KVA</a:t></a:r><a:r><a:rPr dirty="0" baseline="-17543" sz="1425" b="1"><a:latin typeface="Calibri"/><a:cs typeface="Calibri"/></a:rPr><a:t>	</a:t></a:r><a:r><a:rPr dirty="0" baseline="29239" sz="1425" spc="-15" b="1"><a:latin typeface="Calibri"/><a:cs typeface="Calibri"/></a:rPr><a:t>Y/217270V0,A,</a:t></a:r><a:r><a:rPr dirty="0" baseline="29239" sz="1425" b="1"><a:latin typeface="Calibri"/><a:cs typeface="Calibri"/></a:rPr><a:t>	</a:t></a:r><a:r><a:rPr dirty="0" baseline="38011" sz="1425" spc="-135" b="1"><a:latin typeface="Calibri"/><a:cs typeface="Calibri"/></a:rPr><a:t>Y/217270V0,A,</a:t></a:r><a:endParaRPr baseline="38011" sz="1425"><a:latin typeface="Calibri"/><a:cs typeface="Calibri"/></a:endParaRPr></a:p><a:p><a:pPr algn="r" marR="6569709"><a:lnSpc><a:spcPts val="850"/></a:lnSpc><a:tabLst><a:tab pos="1685925" algn="l"/><a:tab pos="3269615" algn="l"/><a:tab pos="7984490" algn="l"/></a:tabLst></a:pPr><a:endParaRPr sz="950"><a:latin typeface="Calibri"/><a:cs typeface="Calibri"/></a:endParaRPr><a:r><a:rPr dirty="0" baseline="-38011" sz="1425" spc="-15" b="1"><a:latin typeface="Calibri"/><a:t>{{KW}}kW	ISOLATION	AWIC,3PH,	AWIC,3PH,</a:t></a:r></a:p><a:p><a:pPr marL="970915" marR="3641725" indent="2354580"><a:lnSpc><a:spcPct val="106700"/></a:lnSpc><a:spcBef><a:spcPts val="220"/></a:spcBef><a:tabLst><a:tab pos="4900930" algn="l"/><a:tab pos="6676390" algn="l"/><a:tab pos="6924040" algn="l"/><a:tab pos="6974840" algn="l"/><a:tab pos="11315700" algn="l"/><a:tab pos="11426825" algn="l"/><a:tab pos="11724640" algn="l"/><a:tab pos="14210665" algn="l"/><a:tab pos="14236065" algn="l"/></a:tabLst></a:pPr><a:r><a:rPr dirty="0" baseline="-23391" sz="1425" spc="-15" b="1"><a:latin typeface="Calibri"/><a:cs typeface="Calibri"/></a:rPr><a:t>[480V]</a:t></a:r><a:r><a:rPr dirty="0" baseline="-23391" sz="1425" b="1"><a:latin typeface="Calibri"/><a:cs typeface="Calibri"/></a:rPr><a:t>	</a:t></a:r><a:r><a:rPr dirty="0" baseline="-40935" sz="1425" spc="-15" b="1"><a:latin typeface="Calibri"/><a:cs typeface="Calibri"/></a:rPr><a:t>TRANSFORMER</a:t></a:r><a:r><a:rPr dirty="0" baseline="-40935" sz="1425" b="1"><a:latin typeface="Calibri"/><a:cs typeface="Calibri"/></a:rPr><a:t>	</a:t></a:r><a:r><a:rPr dirty="0" baseline="5847" sz="1425" spc="-37" b="1"><a:latin typeface="Calibri"/><a:cs typeface="Calibri"/></a:rPr><a:t>3R,</a:t></a:r><a:r><a:rPr dirty="0" baseline="5847" sz="1425" b="1"><a:latin typeface="Calibri"/><a:cs typeface="Calibri"/></a:rPr><a:t>		</a:t></a:r><a:r><a:rPr dirty="0" baseline="5847" sz="1425" spc="-30" b="1"><a:latin typeface="Calibri"/><a:cs typeface="Calibri"/></a:rPr><a:t>NEMA</a:t></a:r><a:r><a:rPr dirty="0" baseline="5847" sz="1425" b="1"><a:latin typeface="Calibri"/><a:cs typeface="Calibri"/></a:rPr><a:t>		</a:t></a:r><a:r><a:rPr dirty="0" baseline="14619" sz="1425" spc="-37" b="1"><a:latin typeface="Calibri"/><a:cs typeface="Calibri"/></a:rPr><a:t>1,</a:t></a:r><a:r><a:rPr dirty="0" baseline="14619" sz="1425" b="1"><a:latin typeface="Calibri"/><a:cs typeface="Calibri"/></a:rPr><a:t>	</a:t></a:r><a:r><a:rPr dirty="0" baseline="14619" sz="1425" spc="-30" b="1"><a:latin typeface="Calibri"/><a:cs typeface="Calibri"/></a:rPr><a:t>NEMA</a:t></a:r><a:r><a:rPr dirty="0" baseline="14619" sz="1425" b="1"><a:latin typeface="Calibri"/><a:cs typeface="Calibri"/></a:rPr><a:t>	</a:t></a:r><a:r><a:rPr dirty="0" sz="950" spc="-240" b="1"><a:latin typeface="Calibri"/><a:cs typeface="Calibri"/></a:rPr><a:t>H</a:t></a:r><a:r><a:rPr dirty="0" sz="950" spc="-565" b="1"><a:latin typeface="Calibri"/><a:cs typeface="Calibri"/></a:rPr><a:t>A</a:t></a:r><a:r><a:rPr dirty="0" sz="950" spc="-75" b="1"><a:latin typeface="Calibri"/><a:cs typeface="Calibri"/></a:rPr><a:t>(</a:t></a:r><a:r><a:rPr dirty="0" sz="950" spc="-470" b="1"><a:latin typeface="Calibri"/><a:cs typeface="Calibri"/></a:rPr><a:t>B</a:t></a:r><a:r><a:rPr dirty="0" sz="950" spc="-195" b="1"><a:latin typeface="Calibri"/><a:cs typeface="Calibri"/></a:rPr><a:t>E</a:t></a:r><a:r><a:rPr dirty="0" sz="950" spc="-60" b="1"><a:latin typeface="Calibri"/><a:cs typeface="Calibri"/></a:rPr><a:t>I</a:t></a:r><a:r><a:rPr dirty="0" sz="950" spc="-295" b="1"><a:latin typeface="Calibri"/><a:cs typeface="Calibri"/></a:rPr><a:t>)</a:t></a:r><a:r><a:rPr dirty="0" sz="950" spc="-585" b="1"><a:latin typeface="Calibri"/><a:cs typeface="Calibri"/></a:rPr><a:t>O</a:t></a:r><a:r><a:rPr dirty="0" sz="950" spc="-45" b="1"><a:latin typeface="Calibri"/><a:cs typeface="Calibri"/></a:rPr><a:t>N</a:t></a:r><a:r><a:rPr dirty="0" sz="950" spc="5" b="1"><a:latin typeface="Calibri"/><a:cs typeface="Calibri"/></a:rPr><a:t>ARD</a:t></a:r><a:r><a:rPr dirty="0" sz="950" spc="-10" b="1"><a:latin typeface="Calibri"/><a:cs typeface="Calibri"/></a:rPr><a:t> 5000kWh</a:t></a:r><a:r><a:rPr dirty="0" sz="950" b="1"><a:latin typeface="Calibri"/><a:cs typeface="Calibri"/></a:rPr><a:t>			</a:t></a:r><a:r><a:rPr dirty="0" baseline="8771" sz="1425" b="1"><a:latin typeface="Calibri"/><a:cs typeface="Calibri"/></a:rPr><a:t>NON-</a:t></a:r><a:r><a:rPr dirty="0" baseline="8771" sz="1425" spc="-15" b="1"><a:latin typeface="Calibri"/><a:cs typeface="Calibri"/></a:rPr><a:t>FUSED</a:t></a:r><a:r><a:rPr dirty="0" baseline="8771" sz="1425" b="1"><a:latin typeface="Calibri"/><a:cs typeface="Calibri"/></a:rPr><a:t>	</a:t></a:r><a:r><a:rPr dirty="0" baseline="14619" sz="1425" spc="-15" b="1"><a:latin typeface="Calibri"/><a:cs typeface="Calibri"/></a:rPr><a:t>ES12(030)A</a:t></a:r><a:r><a:rPr dirty="0" baseline="14619" sz="1425" b="1"><a:latin typeface="Calibri"/><a:cs typeface="Calibri"/></a:rPr><a:t>		</a:t></a:r><a:r><a:rPr dirty="0" baseline="2923" sz="1425" spc="-195" b="1"><a:latin typeface="Calibri"/><a:cs typeface="Calibri"/></a:rPr><a:t>27070V0,A,</a:t></a:r><a:endParaRPr baseline="2923" sz="1425"><a:latin typeface="Calibri"/><a:cs typeface="Calibri"/></a:endParaRPr></a:p><a:p><a:pPr marL="1091565"><a:lnSpc><a:spcPts val="795"/></a:lnSpc><a:spcBef><a:spcPts val="50"/></a:spcBef></a:pPr><a:r><a:rPr dirty="0" sz="950" spc="-20" b="1"><a:latin typeface="Calibri"/><a:cs typeface="Calibri"/></a:rPr><a:t>BESS</a:t></a:r><a:endParaRPr sz="950"><a:latin typeface="Calibri"/><a:cs typeface="Calibri"/></a:endParaRPr></a:p><a:p><a:pPr marL="909319"><a:lnSpc><a:spcPts val="975"/></a:lnSpc><a:tabLst><a:tab pos="1379220" algn="l"/><a:tab pos="2017395" algn="l"/><a:tab pos="4005579" algn="l"/><a:tab pos="5580380" algn="l"/><a:tab pos="7772400" algn="l"/><a:tab pos="12597130" algn="l"/><a:tab pos="15570200" algn="l"/></a:tabLst></a:pPr><a:endParaRPr baseline="3267" sz="1275"><a:latin typeface="Calibri"/><a:cs typeface="Calibri"/></a:endParaRPr><a:r><a:rPr dirty="0" baseline="-20202" sz="1650" spc="-75" b="1"><a:latin typeface="Calibri"/><a:t>+	_	A6 {{DC_A}}A	{{INV_AC}}A	{{INV_AC}}A	{{INV_AC}}A	{{INV_AC}}A	TIMONAIN</a:t></a:r></a:p><a:p><a:pPr marL="2045970"><a:lnSpc><a:spcPct val="100000"/></a:lnSpc><a:spcBef><a:spcPts val="585"/></a:spcBef><a:tabLst><a:tab pos="4035425" algn="l"/><a:tab pos="5732145" algn="l"/><a:tab pos="7828280" algn="l"/><a:tab pos="12595860" algn="l"/></a:tabLst></a:pPr><a:r><a:rPr dirty="0" sz="700"><a:latin typeface="Calibri"/><a:cs typeface="Calibri"/></a:rPr><a:t>N</a:t></a:r><a:r><a:rPr dirty="0" sz="700" spc="235"><a:latin typeface="Calibri"/><a:cs typeface="Calibri"/></a:rPr><a:t> </a:t></a:r><a:r><a:rPr dirty="0" sz="700" spc="-10"><a:latin typeface="Calibri"/><a:cs typeface="Calibri"/></a:rPr><a:t>CADBCLE</a:t></a:r><a:r><a:rPr dirty="0" sz="700"><a:latin typeface="Calibri"/><a:cs typeface="Calibri"/></a:rPr><a:t>	N</a:t></a:r><a:r><a:rPr dirty="0" sz="700" spc="235"><a:latin typeface="Calibri"/><a:cs typeface="Calibri"/></a:rPr><a:t> </a:t></a:r><a:r><a:rPr dirty="0" sz="700" spc="-10"><a:latin typeface="Calibri"/><a:cs typeface="Calibri"/></a:rPr><a:t>CAABCLE</a:t></a:r><a:r><a:rPr dirty="0" sz="700"><a:latin typeface="Calibri"/><a:cs typeface="Calibri"/></a:rPr><a:t>	</a:t></a:r><a:r><a:rPr dirty="0" sz="700" spc="-10"><a:latin typeface="Calibri"/><a:cs typeface="Calibri"/></a:rPr><a:t>AABCLE</a:t></a:r><a:r><a:rPr dirty="0" sz="700"><a:latin typeface="Calibri"/><a:cs typeface="Calibri"/></a:rPr><a:t>	N</a:t></a:r><a:r><a:rPr dirty="0" sz="700" spc="235"><a:latin typeface="Calibri"/><a:cs typeface="Calibri"/></a:rPr><a:t> </a:t></a:r><a:r><a:rPr dirty="0" sz="700" spc="-10"><a:latin typeface="Calibri"/><a:cs typeface="Calibri"/></a:rPr><a:t>CAABCLE</a:t></a:r><a:r><a:rPr dirty="0" sz="700"><a:latin typeface="Calibri"/><a:cs typeface="Calibri"/></a:rPr><a:t>	N</a:t></a:r><a:r><a:rPr dirty="0" sz="700" spc="235"><a:latin typeface="Calibri"/><a:cs typeface="Calibri"/></a:rPr><a:t> </a:t></a:r><a:r><a:rPr dirty="0" sz="700" spc="-10"><a:latin typeface="Calibri"/><a:cs typeface="Calibri"/></a:rPr><a:t>CAABCLE</a:t></a:r><a:endParaRPr sz="700"><a:latin typeface="Calibri"/><a:cs typeface="Calibri"/></a:endParaRPr></a:p><a:p><a:pPr marL="1006475"><a:lnSpc><a:spcPct val="100000"/></a:lnSpc><a:spcBef><a:spcPts val="405"/></a:spcBef><a:tabLst><a:tab pos="3052445" algn="l"/><a:tab pos="14623415" algn="l"/></a:tabLst></a:pPr><a:r><a:rPr dirty="0" baseline="29914" sz="975" spc="-15" b="1"><a:latin typeface="Calibri"/><a:cs typeface="Calibri"/></a:rPr><a:t>BATTERY</a:t></a:r><a:r><a:rPr dirty="0" baseline="29914" sz="975" b="1"><a:latin typeface="Calibri"/><a:cs typeface="Calibri"/></a:rPr><a:t>	</a:t></a:r><a:r><a:rPr dirty="0" baseline="4273" sz="975" spc="-15" b="1"><a:latin typeface="Calibri"/><a:cs typeface="Calibri"/></a:rPr><a:t>EBRATTERY</a:t></a:r><a:r><a:rPr dirty="0" baseline="4273" sz="975" b="1"><a:latin typeface="Calibri"/><a:cs typeface="Calibri"/></a:rPr><a:t>	</a:t></a:r><a:r><a:rPr dirty="0" sz="850" spc="-10" b="1"><a:latin typeface="Calibri"/><a:cs typeface="Calibri"/></a:rPr><a:t>METER</a:t></a:r><a:endParaRPr sz="850"><a:latin typeface="Calibri"/><a:cs typeface="Calibri"/></a:endParaRPr></a:p><a:p><a:pPr marL="6779895"><a:lnSpc><a:spcPct val="100000"/></a:lnSpc><a:spcBef><a:spcPts val="5"/></a:spcBef><a:tabLst><a:tab pos="11494770" algn="l"/><a:tab pos="14623415" algn="l"/></a:tabLst></a:pPr><a:r><a:rPr dirty="0" sz="950" spc="-10" b="1"><a:latin typeface="Calibri"/><a:cs typeface="Calibri"/></a:rPr><a:t>ISACONNECT</a:t></a:r><a:r><a:rPr dirty="0" sz="950" b="1"><a:latin typeface="Calibri"/><a:cs typeface="Calibri"/></a:rPr><a:t>	</a:t></a:r><a:r><a:rPr dirty="0" sz="950" spc="-10" b="1"><a:latin typeface="Calibri"/><a:cs typeface="Calibri"/></a:rPr><a:t>ISACONNECT</a:t></a:r><a:r><a:rPr dirty="0" sz="950" b="1"><a:latin typeface="Calibri"/><a:cs typeface="Calibri"/></a:rPr><a:t>	</a:t></a:r><a:r><a:rPr dirty="0" baseline="6535" sz="1275" spc="-15" b="1"><a:latin typeface="Calibri"/><a:cs typeface="Calibri"/></a:rPr><a:t>SECTION</a:t></a:r><a:endParaRPr baseline="6535" sz="1275"><a:latin typeface="Calibri"/><a:cs typeface="Calibri"/></a:endParaRPr></a:p><a:p><a:pPr marL="14736444"><a:lnSpc><a:spcPct val="100000"/></a:lnSpc><a:spcBef><a:spcPts val="525"/></a:spcBef></a:pPr><a:r><a:rPr dirty="0" sz="950" spc="-50" b="1"><a:latin typeface="Calibri"/><a:cs typeface="Calibri"/></a:rPr><a:t>M</a:t></a:r><a:endParaRPr sz="950"><a:latin typeface="Calibri"/><a:cs typeface="Calibri"/></a:endParaRPr></a:p><a:p><a:pPr marL="4094479" marR="13646785" indent="79375"><a:lnSpc><a:spcPct val="105100"/></a:lnSpc><a:spcBef><a:spcPts val="980"/></a:spcBef></a:pPr><a:r><a:rPr dirty="0" sz="700" spc="-10"><a:latin typeface="Verdana"/><a:cs typeface="Verdana"/></a:rPr><a:t>Grounding XoFfMRside</a:t></a:r><a:endParaRPr sz="700"><a:latin typeface="Verdana"/><a:cs typeface="Verdana"/></a:endParaRPr></a:p><a:p><a:pPr><a:lnSpc><a:spcPct val="100000"/></a:lnSpc></a:pPr><a:endParaRPr sz="700"><a:latin typeface="Times New Roman"/><a:cs typeface="Times New Roman"/></a:endParaRPr></a:p><a:p><a:pPr><a:lnSpc><a:spcPct val="100000"/></a:lnSpc><a:spcBef><a:spcPts val="725"/></a:spcBef></a:pPr><a:endParaRPr sz="700"><a:latin typeface="Times New Roman"/><a:cs typeface="Times New Roman"/></a:endParaRPr></a:p><a:p><a:pPr marL="6236335"><a:lnSpc><a:spcPct val="100000"/></a:lnSpc><a:spcBef><a:spcPts val="5"/></a:spcBef><a:tabLst><a:tab pos="15829915" algn="l"/></a:tabLst></a:pPr><a:r><a:rPr dirty="0" sz="950" spc="-10"><a:latin typeface="Calibri"/><a:cs typeface="Calibri"/></a:rPr><a:t>CONTROL</a:t></a:r><a:r><a:rPr dirty="0" sz="950"><a:latin typeface="Calibri"/><a:cs typeface="Calibri"/></a:rPr><a:t>	</a:t></a:r><a:r><a:rPr dirty="0" baseline="3968" sz="1050" spc="-15" b="1"><a:latin typeface="Calibri"/><a:cs typeface="Calibri"/></a:rPr><a:t>75(NA)</a:t></a:r><a:endParaRPr baseline="3968" sz="1050"><a:latin typeface="Calibri"/><a:cs typeface="Calibri"/></a:endParaRPr></a:p><a:p><a:pPr marL="9822180"><a:lnSpc><a:spcPct val="100000"/></a:lnSpc><a:spcBef><a:spcPts val="150"/></a:spcBef><a:tabLst><a:tab pos="14603094" algn="l"/></a:tabLst></a:pPr><a:r><a:rPr dirty="0" sz="700" spc="-10" b="1"><a:latin typeface="Calibri"/><a:cs typeface="Calibri"/></a:rPr><a:t>8IA0(NRV)Y</a:t></a:r><a:r><a:rPr dirty="0" sz="700" b="1"><a:latin typeface="Calibri"/><a:cs typeface="Calibri"/></a:rPr><a:t>	</a:t></a:r><a:r><a:rPr dirty="0" baseline="-32679" sz="1275" spc="-15" b="1"><a:latin typeface="Calibri"/><a:cs typeface="Calibri"/></a:rPr><a:t>LUL.G</a:t></a:r><a:endParaRPr baseline="-32679" sz="1275"><a:latin typeface="Calibri"/><a:cs typeface="Calibri"/></a:endParaRPr></a:p><a:p><a:pPr algn="ctr" marL="1753870"><a:lnSpc><a:spcPts val="790"/></a:lnSpc><a:spcBef><a:spcPts val="20"/></a:spcBef></a:pPr><a:r><a:rPr dirty="0" sz="700" spc="-10" b="1"><a:latin typeface="Calibri"/><a:cs typeface="Calibri"/></a:rPr><a:t>PANELOAD</a:t></a:r><a:endParaRPr sz="700"><a:latin typeface="Calibri"/><a:cs typeface="Calibri"/></a:endParaRPr></a:p><a:p><a:pPr marL="9828530"><a:lnSpc><a:spcPts val="770"/></a:lnSpc><a:tabLst><a:tab pos="14623415" algn="l"/><a:tab pos="16666210" algn="l"/></a:tabLst></a:pPr><a:r><a:rPr dirty="0" sz="700" spc="-10" b="1"><a:latin typeface="Calibri"/><a:cs typeface="Calibri"/></a:rPr><a:t>0Y/220707AV,</a:t></a:r><a:r><a:rPr dirty="0" sz="700" b="1"><a:latin typeface="Calibri"/><a:cs typeface="Calibri"/></a:rPr><a:t>	</a:t></a:r><a:r><a:rPr dirty="0" baseline="16339" sz="1275" spc="-15" b="1"><a:latin typeface="Calibri"/><a:cs typeface="Calibri"/></a:rPr><a:t>SECTION</a:t></a:r><a:r><a:rPr dirty="0" baseline="16339" sz="1275" b="1"><a:latin typeface="Calibri"/><a:cs typeface="Calibri"/></a:rPr><a:t>	</a:t></a:r><a:r><a:rPr dirty="0" baseline="13071" sz="1275" spc="-15" b="1"><a:latin typeface="Calibri"/><a:cs typeface="Calibri"/></a:rPr><a:t>TAODS</a:t></a:r><a:endParaRPr baseline="13071" sz="1275"><a:latin typeface="Calibri"/><a:cs typeface="Calibri"/></a:endParaRPr></a:p><a:p><a:pPr algn="r" marR="1998980"><a:lnSpc><a:spcPts val="675"/></a:lnSpc></a:pPr><a:r><a:rPr dirty="0" sz="850" spc="-10" b="1"><a:latin typeface="Calibri"/><a:cs typeface="Calibri"/></a:rPr><a:t>DISTRIBUTION</a:t></a:r><a:endParaRPr sz="850"><a:latin typeface="Calibri"/><a:cs typeface="Calibri"/></a:endParaRPr></a:p><a:p><a:pPr marL="7169784"><a:lnSpc><a:spcPts val="994"/></a:lnSpc><a:tabLst><a:tab pos="15811500" algn="l"/></a:tabLst></a:pPr><a:r><a:rPr dirty="0" sz="950" spc="180" b="1"><a:latin typeface="Calibri"/><a:cs typeface="Calibri"/></a:rPr><a:t>X</a:t></a:r><a:r><a:rPr dirty="0" sz="950" spc="-280" b="1"><a:latin typeface="Calibri"/><a:cs typeface="Calibri"/></a:rPr><a:t>B</a:t></a:r><a:r><a:rPr dirty="0" sz="950" spc="225" b="1"><a:latin typeface="Calibri"/><a:cs typeface="Calibri"/></a:rPr><a:t>I</a:t></a:r><a:r><a:rPr dirty="0" sz="950" spc="60" b="1"><a:latin typeface="Calibri"/><a:cs typeface="Calibri"/></a:rPr><a:t>L</a:t></a:r><a:r><a:rPr dirty="0" sz="950" spc="-80" b="1"><a:latin typeface="Calibri"/><a:cs typeface="Calibri"/></a:rPr><a:t>E</a:t></a:r><a:r><a:rPr dirty="0" sz="950" spc="170" b="1"><a:latin typeface="Calibri"/><a:cs typeface="Calibri"/></a:rPr><a:t>I</a:t></a:r><a:r><a:rPr dirty="0" sz="950" spc="-204" b="1"><a:latin typeface="Calibri"/><a:cs typeface="Calibri"/></a:rPr><a:t>T</a:t></a:r><a:r><a:rPr dirty="0" sz="950" spc="-310" b="1"><a:latin typeface="Calibri"/><a:cs typeface="Calibri"/></a:rPr><a:t>A</a:t></a:r><a:r><a:rPr dirty="0" sz="950" spc="140" b="1"><a:latin typeface="Calibri"/><a:cs typeface="Calibri"/></a:rPr><a:t>S</a:t></a:r><a:r><a:rPr dirty="0" sz="950" spc="-340" b="1"><a:latin typeface="Calibri"/><a:cs typeface="Calibri"/></a:rPr><a:t>O</a:t></a:r><a:r><a:rPr dirty="0" sz="950" spc="-150" b="1"><a:latin typeface="Calibri"/><a:cs typeface="Calibri"/></a:rPr><a:t>S</a:t></a:r><a:r><a:rPr dirty="0" sz="950" spc="225" b="1"><a:latin typeface="Calibri"/><a:cs typeface="Calibri"/></a:rPr><a:t>RY</a:t></a:r><a:r><a:rPr dirty="0" sz="950" b="1"><a:latin typeface="Calibri"/><a:cs typeface="Calibri"/></a:rPr><a:t>	</a:t></a:r><a:r><a:rPr dirty="0" baseline="-13071" sz="1275" spc="-15" b="1"><a:latin typeface="Calibri"/><a:cs typeface="Calibri"/></a:rPr><a:t>SECTION</a:t></a:r><a:endParaRPr baseline="-13071" sz="1275"><a:latin typeface="Calibri"/><a:cs typeface="Calibri"/></a:endParaRPr></a:p><a:p><a:pPr marL="1611630"><a:lnSpc><a:spcPts val="815"/></a:lnSpc><a:spcBef><a:spcPts val="105"/></a:spcBef><a:tabLst><a:tab pos="7867015" algn="l"/><a:tab pos="9975215" algn="l"/></a:tabLst></a:pPr><a:r><a:rPr dirty="0" sz="700"><a:latin typeface="Calibri"/><a:cs typeface="Calibri"/></a:rPr><a:t>N</a:t></a:r><a:r><a:rPr dirty="0" sz="700" spc="235"><a:latin typeface="Calibri"/><a:cs typeface="Calibri"/></a:rPr><a:t> </a:t></a:r><a:r><a:rPr dirty="0" sz="700" spc="-10"><a:latin typeface="Calibri"/><a:cs typeface="Calibri"/></a:rPr><a:t>CAABCLE</a:t></a:r><a:r><a:rPr dirty="0" sz="700"><a:latin typeface="Calibri"/><a:cs typeface="Calibri"/></a:rPr><a:t>	</a:t></a:r><a:r><a:rPr dirty="0" baseline="2923" sz="1425" spc="-15" b="1"><a:latin typeface="Calibri"/><a:cs typeface="Calibri"/></a:rPr><a:t>(HVAC)</a:t></a:r><a:r><a:rPr dirty="0" baseline="2923" sz="1425" b="1"><a:latin typeface="Calibri"/><a:cs typeface="Calibri"/></a:rPr><a:t>	</a:t></a:r><a:r><a:rPr dirty="0" baseline="43650" sz="1050" spc="-30"><a:latin typeface="Calibri"/><a:cs typeface="Calibri"/></a:rPr><a:t>100A</a:t></a:r><a:endParaRPr baseline="43650" sz="1050"><a:latin typeface="Calibri"/><a:cs typeface="Calibri"/></a:endParaRPr></a:p><a:p><a:pPr algn="ctr" marL="5102860"><a:lnSpc><a:spcPts val="815"/></a:lnSpc></a:pPr><a:r><a:rPr dirty="0" sz="950" spc="-10"><a:latin typeface="Calibri"/><a:cs typeface="Calibri"/></a:rPr><a:t>50(N)</a:t></a:r><a:endParaRPr sz="950"><a:latin typeface="Calibri"/><a:cs typeface="Calibri"/></a:endParaRPr></a:p><a:p><a:pPr algn="ctr" marL="1854200"><a:lnSpc><a:spcPts val="1540"/></a:lnSpc><a:spcBef><a:spcPts val="495"/></a:spcBef></a:pPr><a:r><a:rPr dirty="0" sz="1450" spc="-25" b="1"><a:latin typeface="Calibri"/><a:cs typeface="Calibri"/></a:rPr><a:t>...</a:t></a:r><a:endParaRPr sz="1450"><a:latin typeface="Calibri"/><a:cs typeface="Calibri"/></a:endParaRPr></a:p><a:p><a:pPr algn="r" marR="5059680"><a:lnSpc><a:spcPts val="640"/></a:lnSpc></a:pPr><a:r><a:rPr dirty="0" sz="700"><a:latin typeface="Calibri"/><a:cs typeface="Calibri"/></a:rPr><a:t>N</a:t></a:r><a:r><a:rPr dirty="0" sz="700" spc="235"><a:latin typeface="Calibri"/><a:cs typeface="Calibri"/></a:rPr><a:t> </a:t></a:r><a:r><a:rPr dirty="0" sz="700" spc="-10"><a:latin typeface="Calibri"/><a:cs typeface="Calibri"/></a:rPr><a:t>CAABCLE</a:t></a:r><a:endParaRPr sz="700"><a:latin typeface="Calibri"/><a:cs typeface="Calibri"/></a:endParaRPr></a:p><a:p><a:pPr marL="7115809"><a:lnSpc><a:spcPts val="990"/></a:lnSpc><a:spcBef><a:spcPts val="50"/></a:spcBef></a:pPr><a:r><a:rPr dirty="0" sz="950" spc="-60" b="1"><a:latin typeface="Calibri"/><a:cs typeface="Calibri"/></a:rPr><a:t>I</a:t></a:r><a:r><a:rPr dirty="0" sz="950" spc="-434" b="1"><a:latin typeface="Calibri"/><a:cs typeface="Calibri"/></a:rPr><a:t>T</a:t></a:r><a:r><a:rPr dirty="0" sz="950" spc="-540" b="1"><a:latin typeface="Calibri"/><a:cs typeface="Calibri"/></a:rPr><a:t>A</a:t></a:r><a:r><a:rPr dirty="0" sz="950" spc="-90" b="1"><a:latin typeface="Calibri"/><a:cs typeface="Calibri"/></a:rPr><a:t>S</a:t></a:r><a:r><a:rPr dirty="0" sz="950" spc="-570" b="1"><a:latin typeface="Calibri"/><a:cs typeface="Calibri"/></a:rPr><a:t>O</a:t></a:r><a:r><a:rPr dirty="0" sz="950" spc="-380" b="1"><a:latin typeface="Calibri"/><a:cs typeface="Calibri"/></a:rPr><a:t>S</a:t></a:r><a:r><a:rPr dirty="0" sz="950" spc="-5" b="1"><a:latin typeface="Calibri"/><a:cs typeface="Calibri"/></a:rPr><a:t>RY</a:t></a:r><a:endParaRPr sz="950"><a:latin typeface="Calibri"/><a:cs typeface="Calibri"/></a:endParaRPr></a:p><a:p><a:pPr algn="ctr" marL="1783714"><a:lnSpc><a:spcPts val="445"/></a:lnSpc></a:pPr><a:r><a:rPr dirty="0" sz="700" spc="-25"><a:latin typeface="Calibri"/><a:cs typeface="Calibri"/></a:rPr><a:t>50A</a:t></a:r><a:endParaRPr sz="700"><a:latin typeface="Calibri"/><a:cs typeface="Calibri"/></a:endParaRPr></a:p><a:p><a:pPr marL="1357630"><a:lnSpc><a:spcPts val="840"/></a:lnSpc><a:tabLst><a:tab pos="7608570" algn="l"/></a:tabLst></a:pPr><a:r><a:rPr dirty="0" baseline="3968" sz="1050"><a:latin typeface="Calibri"/><a:cs typeface="Calibri"/></a:rPr><a:t>N</a:t></a:r><a:r><a:rPr dirty="0" baseline="3968" sz="1050" spc="352"><a:latin typeface="Calibri"/><a:cs typeface="Calibri"/></a:rPr><a:t> </a:t></a:r><a:r><a:rPr dirty="0" baseline="3968" sz="1050" spc="-15"><a:latin typeface="Calibri"/><a:cs typeface="Calibri"/></a:rPr><a:t>CAABCLE</a:t></a:r><a:r><a:rPr dirty="0" baseline="3968" sz="1050"><a:latin typeface="Calibri"/><a:cs typeface="Calibri"/></a:rPr><a:t>	</a:t></a:r><a:r><a:rPr dirty="0" sz="950" spc="-10" b="1"><a:latin typeface="Calibri"/><a:cs typeface="Calibri"/></a:rPr><a:t>SUPPRESSION)</a:t></a:r><a:endParaRPr sz="950"><a:latin typeface="Calibri"/><a:cs typeface="Calibri"/></a:endParaRPr></a:p><a:p><a:pPr marL="13943330"><a:lnSpc><a:spcPts val="1085"/></a:lnSpc></a:pPr><a:r><a:rPr dirty="0" sz="950" spc="-10" b="1"><a:latin typeface="Calibri"/><a:cs typeface="Calibri"/></a:rPr><a:t>INCOMING</a:t></a:r><a:endParaRPr sz="950"><a:latin typeface="Calibri"/><a:cs typeface="Calibri"/></a:endParaRPr></a:p><a:p><a:pPr marL="13913485"><a:lnSpc><a:spcPct val="100000"/></a:lnSpc><a:spcBef><a:spcPts val="50"/></a:spcBef></a:pPr><a:r><a:rPr dirty="0" sz="950" spc="-10" b="1"><a:latin typeface="Calibri"/><a:cs typeface="Calibri"/></a:rPr><a:t>TFYROM</a:t></a:r><a:endParaRPr sz="950"><a:latin typeface="Calibri"/><a:cs typeface="Calibri"/></a:endParaRPr></a:p><a:p><a:pPr algn="ctr" marL="3063240"><a:lnSpc><a:spcPts val="810"/></a:lnSpc><a:spcBef><a:spcPts val="930"/></a:spcBef></a:pPr><a:r><a:rPr dirty="0" sz="700"><a:latin typeface="Calibri"/><a:cs typeface="Calibri"/></a:rPr><a:t>N</a:t></a:r><a:r><a:rPr dirty="0" sz="700" spc="235"><a:latin typeface="Calibri"/><a:cs typeface="Calibri"/></a:rPr><a:t> </a:t></a:r><a:r><a:rPr dirty="0" sz="700" spc="-10"><a:latin typeface="Calibri"/><a:cs typeface="Calibri"/></a:rPr><a:t>CAABCLE</a:t></a:r><a:endParaRPr sz="700"><a:latin typeface="Calibri"/><a:cs typeface="Calibri"/></a:endParaRPr></a:p><a:p><a:pPr algn="ctr" marL="1783080"><a:lnSpc><a:spcPts val="810"/></a:lnSpc></a:pPr><a:r><a:rPr dirty="0" sz="700" spc="-25"><a:latin typeface="Calibri"/><a:cs typeface="Calibri"/></a:rPr><a:t>10A</a:t></a:r><a:endParaRPr sz="700"><a:latin typeface="Calibri"/><a:cs typeface="Calibri"/></a:endParaRPr></a:p><a:p><a:pPr><a:lnSpc><a:spcPct val="100000"/></a:lnSpc></a:pPr><a:endParaRPr sz="700"><a:latin typeface="Times New Roman"/><a:cs typeface="Times New Roman"/></a:endParaRPr></a:p><a:p><a:pPr><a:lnSpc><a:spcPct val="100000"/></a:lnSpc></a:pPr><a:endParaRPr sz="700"><a:latin typeface="Times New Roman"/><a:cs typeface="Times New Roman"/></a:endParaRPr></a:p><a:p><a:pPr><a:lnSpc><a:spcPct val="100000"/></a:lnSpc></a:pPr><a:endParaRPr sz="700"><a:latin typeface="Times New Roman"/><a:cs typeface="Times New Roman"/></a:endParaRPr></a:p><a:p><a:pPr><a:lnSpc><a:spcPct val="100000"/></a:lnSpc><a:spcBef><a:spcPts val="60"/></a:spcBef></a:pPr><a:endParaRPr sz="700"><a:latin typeface="Times New Roman"/><a:cs typeface="Times New Roman"/></a:endParaRPr></a:p><a:p><a:pPr algn="r" marR="2856865"><a:lnSpc><a:spcPts val="1025"/></a:lnSpc><a:tabLst><a:tab pos="2242185" algn="l"/></a:tabLst></a:pPr><a:r><a:rPr dirty="0" sz="950" spc="-25"><a:latin typeface="Calibri"/><a:cs typeface="Calibri"/></a:rPr><a:t>EMS</a:t></a:r><a:r><a:rPr dirty="0" sz="950"><a:latin typeface="Calibri"/><a:cs typeface="Calibri"/></a:rPr><a:t>	</a:t></a:r><a:r><a:rPr dirty="0" sz="950" spc="-70" b="1"><a:latin typeface="Calibri"/><a:cs typeface="Calibri"/></a:rPr><a:t>TESRITNEET</a:t></a:r><a:endParaRPr sz="950"><a:latin typeface="Calibri"/><a:cs typeface="Calibri"/></a:endParaRPr></a:p><a:p><a:pPr algn="ctr" marL="1381125"><a:lnSpc><a:spcPts val="725"/></a:lnSpc></a:pPr><a:r><a:rPr dirty="0" sz="700"><a:latin typeface="Calibri"/><a:cs typeface="Calibri"/></a:rPr><a:t>N</a:t></a:r><a:r><a:rPr dirty="0" sz="700" spc="235"><a:latin typeface="Calibri"/><a:cs typeface="Calibri"/></a:rPr><a:t> </a:t></a:r><a:r><a:rPr dirty="0" sz="700" spc="-10"><a:latin typeface="Calibri"/><a:cs typeface="Calibri"/></a:rPr><a:t>CAABCLE</a:t></a:r><a:endParaRPr sz="700"><a:latin typeface="Calibri"/><a:cs typeface="Calibri"/></a:endParaRPr></a:p><a:p><a:pPr><a:lnSpc><a:spcPct val="100000"/></a:lnSpc></a:pPr><a:endParaRPr sz="700"><a:latin typeface="Times New Roman"/><a:cs typeface="Times New Roman"/></a:endParaRPr></a:p><a:p><a:pPr><a:lnSpc><a:spcPct val="100000"/></a:lnSpc></a:pPr><a:endParaRPr sz="700"><a:latin typeface="Times New Roman"/><a:cs typeface="Times New Roman"/></a:endParaRPr></a:p><a:p><a:pPr><a:lnSpc><a:spcPct val="100000"/></a:lnSpc></a:pPr><a:endParaRPr sz="700"><a:latin typeface="Times New Roman"/><a:cs typeface="Times New Roman"/></a:endParaRPr></a:p><a:p><a:pPr><a:lnSpc><a:spcPct val="100000"/></a:lnSpc></a:pPr><a:endParaRPr sz="700"><a:latin typeface="Times New Roman"/><a:cs typeface="Times New Roman"/></a:endParaRPr></a:p><a:p><a:pPr><a:lnSpc><a:spcPct val="100000"/></a:lnSpc></a:pPr><a:endParaRPr sz="700"><a:latin typeface="Times New Roman"/><a:cs typeface="Times New Roman"/></a:endParaRPr></a:p><a:p><a:pPr><a:lnSpc><a:spcPct val="100000"/></a:lnSpc></a:pPr><a:endParaRPr sz="700"><a:latin typeface="Times New Roman"/><a:cs typeface="Times New Roman"/></a:endParaRPr></a:p><a:p><a:pPr><a:lnSpc><a:spcPct val="100000"/></a:lnSpc></a:pPr><a:endParaRPr sz="700"><a:latin typeface="Times New Roman"/><a:cs typeface="Times New Roman"/></a:endParaRPr></a:p><a:p><a:pPr><a:lnSpc><a:spcPct val="100000"/></a:lnSpc></a:pPr><a:endParaRPr sz="700"><a:latin typeface="Times New Roman"/><a:cs typeface="Times New Roman"/></a:endParaRPr></a:p><a:p><a:pPr><a:lnSpc><a:spcPct val="100000"/></a:lnSpc></a:pPr><a:endParaRPr sz="700"><a:latin typeface="Times New Roman"/><a:cs typeface="Times New Roman"/></a:endParaRPr></a:p><a:p><a:pPr><a:lnSpc><a:spcPct val="100000"/></a:lnSpc></a:pPr><a:endParaRPr sz="700"><a:latin typeface="Times New Roman"/><a:cs typeface="Times New Roman"/></a:endParaRPr></a:p><a:p><a:pPr><a:lnSpc><a:spcPct val="100000"/></a:lnSpc></a:pPr><a:endParaRPr sz="700"><a:latin typeface="Times New Roman"/><a:cs typeface="Times New Roman"/></a:endParaRPr></a:p><a:p><a:pPr><a:lnSpc><a:spcPct val="100000"/></a:lnSpc><a:spcBef><a:spcPts val="215"/></a:spcBef></a:pPr><a:endParaRPr sz="700"><a:latin typeface="Times New Roman"/><a:cs typeface="Times New Roman"/></a:endParaRPr></a:p><a:p><a:pPr marL="1216025"><a:lnSpc><a:spcPts val="770"/></a:lnSpc><a:tabLst><a:tab pos="1823085" algn="l"/><a:tab pos="2498090" algn="l"/><a:tab pos="3141345" algn="l"/><a:tab pos="3998595" algn="l"/><a:tab pos="4561205" algn="l"/><a:tab pos="5506720" algn="l"/><a:tab pos="6082665" algn="l"/><a:tab pos="6669405" algn="l"/><a:tab pos="7628255" algn="l"/><a:tab pos="8578850" algn="l"/><a:tab pos="9257030" algn="l"/><a:tab pos="9911715" algn="l"/><a:tab pos="10710545" algn="l"/><a:tab pos="11668760" algn="l"/><a:tab pos="12256135" algn="l"/><a:tab pos="13053060" algn="l"/></a:tabLst></a:pPr><a:r><a:rPr dirty="0" baseline="32679" sz="1275" spc="-15"><a:latin typeface="Calibri"/><a:cs typeface="Calibri"/></a:rPr><a:t>Apparent</a:t></a:r><a:r><a:rPr dirty="0" baseline="32679" sz="1275"><a:latin typeface="Calibri"/><a:cs typeface="Calibri"/></a:rPr><a:t>	</a:t></a:r><a:r><a:rPr dirty="0" baseline="32679" sz="1275" spc="240"><a:latin typeface="Calibri"/><a:cs typeface="Calibri"/></a:rPr><a:t>l</a:t></a:r><a:r><a:rPr dirty="0" baseline="32679" sz="1275" spc="75"><a:latin typeface="Calibri"/><a:cs typeface="Calibri"/></a:rPr><a:t>t</a:t></a:r><a:r><a:rPr dirty="0" baseline="32679" sz="1275" spc="-712"><a:latin typeface="Calibri"/><a:cs typeface="Calibri"/></a:rPr><a:t>M</a:t></a:r><a:r><a:rPr dirty="0" baseline="32679" sz="1275" spc="240"><a:latin typeface="Calibri"/><a:cs typeface="Calibri"/></a:rPr><a:t>a</a:t></a:r><a:r><a:rPr dirty="0" baseline="32679" sz="1275" spc="-37"><a:latin typeface="Calibri"/><a:cs typeface="Calibri"/></a:rPr><a:t>g</a:t></a:r><a:r><a:rPr dirty="0" baseline="32679" sz="1275" spc="-112"><a:latin typeface="Calibri"/><a:cs typeface="Calibri"/></a:rPr><a:t>a</a:t></a:r><a:r><a:rPr dirty="0" baseline="32679" sz="1275" spc="-60"><a:latin typeface="Calibri"/><a:cs typeface="Calibri"/></a:rPr><a:t>e</a:t></a:r><a:r><a:rPr dirty="0" baseline="32679" sz="1275" spc="240"><a:latin typeface="Calibri"/><a:cs typeface="Calibri"/></a:rPr><a:t>x</a:t></a:r><a:r><a:rPr dirty="0" baseline="32679" sz="1275"><a:latin typeface="Calibri"/><a:cs typeface="Calibri"/></a:rPr><a:t>	</a:t></a:r><a:r><a:rPr dirty="0" baseline="32679" sz="1275" spc="-15"><a:latin typeface="Calibri"/><a:cs typeface="Calibri"/></a:rPr><a:t>ngRtuhn</a:t></a:r><a:r><a:rPr dirty="0" baseline="32679" sz="1275"><a:latin typeface="Calibri"/><a:cs typeface="Calibri"/></a:rPr><a:t>	</a:t></a:r><a:r><a:rPr dirty="0" sz="850" spc="-140"><a:latin typeface="Calibri"/><a:cs typeface="Calibri"/></a:rPr><a:t>oLlt-</a:t></a:r><a:r><a:rPr dirty="0" sz="850" spc="-20"><a:latin typeface="Calibri"/><a:cs typeface="Calibri"/></a:rPr><a:t>Lage</a:t></a:r><a:r><a:rPr dirty="0" sz="850"><a:latin typeface="Calibri"/><a:cs typeface="Calibri"/></a:rPr><a:t>	</a:t></a:r><a:r><a:rPr dirty="0" sz="850" spc="-10"><a:latin typeface="Calibri"/><a:cs typeface="Calibri"/></a:rPr><a:t>Phases</a:t></a:r><a:r><a:rPr dirty="0" sz="850"><a:latin typeface="Calibri"/><a:cs typeface="Calibri"/></a:rPr><a:t>	c.</a:t></a:r><a:r><a:rPr dirty="0" sz="850" spc="375"><a:latin typeface="Calibri"/><a:cs typeface="Calibri"/></a:rPr><a:t> </a:t></a:r><a:r><a:rPr dirty="0" sz="850" spc="-10"><a:latin typeface="Calibri"/><a:cs typeface="Calibri"/></a:rPr><a:t>Neutral</a:t></a:r><a:r><a:rPr dirty="0" sz="850"><a:latin typeface="Calibri"/><a:cs typeface="Calibri"/></a:rPr><a:t>	</a:t></a:r><a:r><a:rPr dirty="0" sz="850" spc="-10"><a:latin typeface="Calibri"/><a:cs typeface="Calibri"/></a:rPr><a:t>Material</a:t></a:r><a:r><a:rPr dirty="0" sz="850"><a:latin typeface="Calibri"/><a:cs typeface="Calibri"/></a:rPr><a:t>	</a:t></a:r><a:r><a:rPr dirty="0" sz="850" spc="-10"><a:latin typeface="Calibri"/><a:cs typeface="Calibri"/></a:rPr><a:t>Current</a:t></a:r><a:r><a:rPr dirty="0" sz="850"><a:latin typeface="Calibri"/><a:cs typeface="Calibri"/></a:rPr><a:t>	</a:t></a:r><a:r><a:rPr dirty="0" baseline="32679" sz="1275" spc="-15"><a:latin typeface="Calibri"/><a:cs typeface="Calibri"/></a:rPr><a:t>mpaTcaibtyle</a:t></a:r><a:r><a:rPr dirty="0" baseline="32679" sz="1275"><a:latin typeface="Calibri"/><a:cs typeface="Calibri"/></a:rPr><a:t>	</a:t></a:r><a:r><a:rPr dirty="0" sz="850" spc="-10"><a:latin typeface="Calibri"/><a:cs typeface="Calibri"/></a:rPr><a:t>atiOngCP</a:t></a:r><a:r><a:rPr dirty="0" sz="850"><a:latin typeface="Calibri"/><a:cs typeface="Calibri"/></a:rPr><a:t>	</a:t></a:r><a:r><a:rPr dirty="0" baseline="32679" sz="1275" spc="-15"><a:latin typeface="Calibri"/><a:cs typeface="Calibri"/></a:rPr><a:t>Number</a:t></a:r><a:r><a:rPr dirty="0" baseline="32679" sz="1275"><a:latin typeface="Calibri"/><a:cs typeface="Calibri"/></a:rPr><a:t>	</a:t></a:r><a:r><a:rPr dirty="0" baseline="32679" sz="1275" spc="-15"><a:latin typeface="Calibri"/><a:cs typeface="Calibri"/></a:rPr><a:t>Voltage</a:t></a:r><a:r><a:rPr dirty="0" baseline="32679" sz="1275"><a:latin typeface="Calibri"/><a:cs typeface="Calibri"/></a:rPr><a:t>	</a:t></a:r><a:r><a:rPr dirty="0" baseline="32679" sz="1275" spc="-15"><a:latin typeface="Calibri"/><a:cs typeface="Calibri"/></a:rPr><a:t>itCode</a:t></a:r><a:r><a:rPr dirty="0" baseline="32679" sz="1275"><a:latin typeface="Calibri"/><a:cs typeface="Calibri"/></a:rPr><a:t>	</a:t></a:r><a:r><a:rPr dirty="0" sz="850" spc="-10"><a:latin typeface="Calibri"/><a:cs typeface="Calibri"/></a:rPr><a:t>Specification</a:t></a:r><a:r><a:rPr dirty="0" sz="850"><a:latin typeface="Calibri"/><a:cs typeface="Calibri"/></a:rPr><a:t>	</a:t></a:r><a:r><a:rPr dirty="0" sz="850" spc="-10"><a:latin typeface="Calibri"/><a:cs typeface="Calibri"/></a:rPr><a:t>Ground</a:t></a:r><a:r><a:rPr dirty="0" sz="850"><a:latin typeface="Calibri"/><a:cs typeface="Calibri"/></a:rPr><a:t>	</a:t></a:r><a:r><a:rPr dirty="0" baseline="32679" sz="1275" spc="-15"><a:latin typeface="Calibri"/><a:cs typeface="Calibri"/></a:rPr><a:t>Conduit</a:t></a:r><a:r><a:rPr dirty="0" baseline="32679" sz="1275"><a:latin typeface="Calibri"/><a:cs typeface="Calibri"/></a:rPr><a:t>	</a:t></a:r><a:r><a:rPr dirty="0" sz="850" spc="-130"><a:latin typeface="Calibri"/><a:cs typeface="Calibri"/></a:rPr><a:t>[%V]</a:t></a:r><a:r><a:rPr dirty="0" sz="850" spc="-20"><a:latin typeface="Calibri"/><a:cs typeface="Calibri"/></a:rPr><a:t> </a:t></a:r><a:r><a:rPr dirty="0" sz="850" spc="-50"><a:latin typeface="Calibri"/><a:cs typeface="Calibri"/></a:rPr><a:t>D</a:t></a:r><a:endParaRPr sz="850"><a:latin typeface="Calibri"/><a:cs typeface="Calibri"/></a:endParaRPr></a:p><a:p><a:pPr marL="1046480"><a:lnSpc><a:spcPts val="770"/></a:lnSpc><a:tabLst><a:tab pos="1819910" algn="l"/><a:tab pos="2750820" algn="l"/><a:tab pos="6699250" algn="l"/><a:tab pos="6924675" algn="l"/><a:tab pos="8458200" algn="l"/><a:tab pos="9455785" algn="l"/><a:tab pos="9884410" algn="l"/><a:tab pos="12494895" algn="l"/><a:tab pos="18235295" algn="l"/></a:tabLst></a:pPr><a:r><a:rPr dirty="0" sz="850"><a:latin typeface="Calibri"/><a:cs typeface="Calibri"/></a:rPr><a:t>A]</a:t></a:r><a:r><a:rPr dirty="0" sz="850" spc="-45"><a:latin typeface="Calibri"/><a:cs typeface="Calibri"/></a:rPr><a:t> </a:t></a:r><a:r><a:rPr dirty="0" sz="850" spc="-10"><a:latin typeface="Calibri"/><a:cs typeface="Calibri"/></a:rPr><a:t>power</a:t></a:r><a:r><a:rPr dirty="0" sz="850"><a:latin typeface="Calibri"/><a:cs typeface="Calibri"/></a:rPr><a:t>	%]</a:t></a:r><a:r><a:rPr dirty="0" sz="850" spc="105"><a:latin typeface="Calibri"/><a:cs typeface="Calibri"/></a:rPr><a:t> </a:t></a:r><a:r><a:rPr dirty="0" sz="850" spc="-20"><a:latin typeface="Calibri"/><a:cs typeface="Calibri"/></a:rPr><a:t>drop</a:t></a:r><a:r><a:rPr dirty="0" sz="850"><a:latin typeface="Calibri"/><a:cs typeface="Calibri"/></a:rPr><a:t>	</a:t></a:r><a:r><a:rPr dirty="0" sz="850" spc="-20"><a:latin typeface="Calibri"/><a:cs typeface="Calibri"/></a:rPr><a:t>[ft]</a:t></a:r><a:r><a:rPr dirty="0" sz="850"><a:latin typeface="Calibri"/><a:cs typeface="Calibri"/></a:rPr><a:t>	</a:t></a:r><a:r><a:rPr dirty="0" sz="850" spc="-50"><a:latin typeface="Calibri"/><a:cs typeface="Calibri"/></a:rPr><a:t>]</a:t></a:r><a:r><a:rPr dirty="0" sz="850"><a:latin typeface="Calibri"/><a:cs typeface="Calibri"/></a:rPr><a:t>	</a:t></a:r><a:r><a:rPr dirty="0" sz="850" spc="-10"><a:latin typeface="Calibri"/><a:cs typeface="Calibri"/></a:rPr><a:t>Needed</a:t></a:r><a:r><a:rPr dirty="0" sz="850"><a:latin typeface="Calibri"/><a:cs typeface="Calibri"/></a:rPr><a:t>	[#]</a:t></a:r><a:r><a:rPr dirty="0" sz="850" spc="340"><a:latin typeface="Calibri"/><a:cs typeface="Calibri"/></a:rPr><a:t> </a:t></a:r><a:r><a:rPr dirty="0" sz="850" spc="-20"><a:latin typeface="Calibri"/><a:cs typeface="Calibri"/></a:rPr><a:t>Runs</a:t></a:r><a:r><a:rPr dirty="0" sz="850"><a:latin typeface="Calibri"/><a:cs typeface="Calibri"/></a:rPr><a:t>	</a:t></a:r><a:r><a:rPr dirty="0" sz="850" spc="-10"><a:latin typeface="Calibri"/><a:cs typeface="Calibri"/></a:rPr><a:t>limit</a:t></a:r><a:r><a:rPr dirty="0" sz="850"><a:latin typeface="Calibri"/><a:cs typeface="Calibri"/></a:rPr><a:t>	</a:t></a:r><a:r><a:rPr dirty="0" sz="850" spc="-175"><a:latin typeface="Calibri"/><a:cs typeface="Calibri"/></a:rPr><a:t>Moinr</a:t></a:r><a:r><a:rPr dirty="0" sz="850" spc="-95"><a:latin typeface="Calibri"/><a:cs typeface="Calibri"/></a:rPr><a:t> </a:t></a:r><a:r><a:rPr dirty="0" sz="850" spc="-50"><a:latin typeface="Calibri"/><a:cs typeface="Calibri"/></a:rPr><a:t>.</a:t></a:r><a:r><a:rPr dirty="0" sz="850"><a:latin typeface="Calibri"/><a:cs typeface="Calibri"/></a:rPr><a:t>	</a:t></a:r><a:r><a:rPr dirty="0" sz="850" spc="-20"><a:latin typeface="Calibri"/><a:cs typeface="Calibri"/></a:rPr><a:t>Size</a:t></a:r><a:r><a:rPr dirty="0" sz="850"><a:latin typeface="Calibri"/><a:cs typeface="Calibri"/></a:rPr><a:t>	</a:t></a:r><a:r><a:rPr dirty="0" baseline="-13888" sz="900" spc="-75"><a:solidFill><a:srgbClr val="FF0000"/></a:solidFill><a:latin typeface="Verdana"/><a:cs typeface="Verdana"/></a:rPr><a:t>1</a:t></a:r><a:endParaRPr baseline="-13888" sz="900"><a:latin typeface="Verdana"/><a:cs typeface="Verdana"/></a:endParaRPr></a:p><a:p><a:pPr marL="207010"><a:lnSpc><a:spcPct val="100000"/></a:lnSpc><a:spcBef><a:spcPts val="540"/></a:spcBef><a:tabLst><a:tab pos="1311910" algn="l"/><a:tab pos="2063750" algn="l"/><a:tab pos="2763520" algn="l"/><a:tab pos="3388360" algn="l"/><a:tab pos="4195445" algn="l"/><a:tab pos="4546600" algn="l"/><a:tab pos="5401945" algn="l"/><a:tab pos="6205220" algn="l"/><a:tab pos="7023734" algn="l"/><a:tab pos="7969884" algn="l"/><a:tab pos="8801735" algn="l"/><a:tab pos="9430385" algn="l"/><a:tab pos="10137140" algn="l"/><a:tab pos="10915650" algn="l"/><a:tab pos="11739245" algn="l"/><a:tab pos="12460605" algn="l"/><a:tab pos="13209269" algn="l"/><a:tab pos="14165580" algn="l"/></a:tabLst></a:pPr><a:endParaRPr baseline="9259" sz="900"><a:latin typeface="Arial"/><a:cs typeface="Arial"/></a:endParaRPr><a:r><a:rPr dirty="0" sz="850" spc="-10"><a:latin typeface="Calibri"/><a:t>ADBCLE	802,0	1,56	20	1300	1	dullNyot	VnCAL	193,0	301,56	350	2	1#2	4/0	4/0	1#	1-1/2	0,02	SUBMITTED FOR REVIEW</a:t></a:r></a:p><a:p><a:pPr marL="211454"><a:lnSpc><a:spcPts val="775"/></a:lnSpc><a:spcBef><a:spcPts val="25"/></a:spcBef><a:tabLst><a:tab pos="1311910" algn="l"/><a:tab pos="2063750" algn="l"/><a:tab pos="2791460" algn="l"/><a:tab pos="3415665" algn="l"/><a:tab pos="4195445" algn="l"/><a:tab pos="4546600" algn="l"/><a:tab pos="5401945" algn="l"/><a:tab pos="6205220" algn="l"/><a:tab pos="6996430" algn="l"/><a:tab pos="7943215" algn="l"/><a:tab pos="8801735" algn="l"/><a:tab pos="9430385" algn="l"/><a:tab pos="9911715" algn="l"/><a:tab pos="10640695" algn="l"/><a:tab pos="11485245" algn="l"/><a:tab pos="12460605" algn="l"/><a:tab pos="13209269" algn="l"/><a:tab pos="14165580" algn="l"/></a:tabLst></a:pPr><a:r><a:rPr dirty="0" sz="850" spc="-10"><a:latin typeface="Calibri"/><a:cs typeface="Calibri"/></a:rPr><a:t>AABCLE</a:t></a:r><a:r><a:rPr dirty="0" sz="850"><a:latin typeface="Calibri"/><a:cs typeface="Calibri"/></a:rPr><a:t>	</a:t></a:r><a:r><a:rPr dirty="0" sz="850" spc="-10"><a:latin typeface="Calibri"/><a:cs typeface="Calibri"/></a:rPr><a:t>802,0</a:t></a:r><a:r><a:rPr dirty="0" sz="850"><a:latin typeface="Calibri"/><a:cs typeface="Calibri"/></a:rPr><a:t>	</a:t></a:r><a:r><a:rPr dirty="0" sz="850" spc="-20"><a:latin typeface="Calibri"/><a:cs typeface="Calibri"/></a:rPr><a:t>1,25</a:t></a:r><a:r><a:rPr dirty="0" sz="850"><a:latin typeface="Calibri"/><a:cs typeface="Calibri"/></a:rPr><a:t>	</a:t></a:r><a:r><a:rPr dirty="0" sz="850" spc="-50"><a:latin typeface="Calibri"/><a:cs typeface="Calibri"/></a:rPr><a:t>5</a:t></a:r><a:r><a:rPr dirty="0" sz="850"><a:latin typeface="Calibri"/><a:cs typeface="Calibri"/></a:rPr><a:t>	</a:t></a:r><a:r><a:rPr dirty="0" sz="850" spc="-25"><a:latin typeface="Calibri"/><a:cs typeface="Calibri"/></a:rPr><a:t>480</a:t></a:r><a:r><a:rPr dirty="0" sz="850"><a:latin typeface="Calibri"/><a:cs typeface="Calibri"/></a:rPr><a:t>	</a:t></a:r><a:r><a:rPr dirty="0" sz="850" spc="-50"><a:latin typeface="Calibri"/><a:cs typeface="Calibri"/></a:rPr><a:t>3</a:t></a:r><a:r><a:rPr dirty="0" sz="850"><a:latin typeface="Calibri"/><a:cs typeface="Calibri"/></a:rPr><a:t>	</a:t></a:r><a:r><a:rPr dirty="0" sz="850" spc="-10"><a:latin typeface="Calibri"/><a:cs typeface="Calibri"/></a:rPr><a:t>dullNyot</a:t></a:r><a:r><a:rPr dirty="0" sz="850"><a:latin typeface="Calibri"/><a:cs typeface="Calibri"/></a:rPr><a:t>	</a:t></a:r><a:r><a:rPr dirty="0" sz="850" spc="-10"><a:latin typeface="Calibri"/><a:cs typeface="Calibri"/></a:rPr><a:t>VnCAL</a:t></a:r><a:r><a:rPr dirty="0" sz="850"><a:latin typeface="Calibri"/><a:cs typeface="Calibri"/></a:rPr><a:t>	</a:t></a:r><a:r><a:rPr dirty="0" sz="850" spc="-10"><a:latin typeface="Calibri"/><a:cs typeface="Calibri"/></a:rPr><a:t>964,6</a:t></a:r><a:r><a:rPr dirty="0" sz="850"><a:latin typeface="Calibri"/><a:cs typeface="Calibri"/></a:rPr><a:t>	</a:t></a:r><a:r><a:rPr dirty="0" sz="850" spc="-10"><a:latin typeface="Calibri"/><a:cs typeface="Calibri"/></a:rPr><a:t>1205,82</a:t></a:r><a:r><a:rPr dirty="0" sz="850"><a:latin typeface="Calibri"/><a:cs typeface="Calibri"/></a:rPr><a:t>	</a:t></a:r><a:r><a:rPr dirty="0" sz="850" spc="-20"><a:latin typeface="Calibri"/><a:cs typeface="Calibri"/></a:rPr><a:t>1200</a:t></a:r><a:r><a:rPr dirty="0" sz="850"><a:latin typeface="Calibri"/><a:cs typeface="Calibri"/></a:rPr><a:t>	</a:t></a:r><a:r><a:rPr dirty="0" sz="850" spc="-50"><a:latin typeface="Calibri"/><a:cs typeface="Calibri"/></a:rPr><a:t>4</a:t></a:r><a:r><a:rPr dirty="0" sz="850"><a:latin typeface="Calibri"/><a:cs typeface="Calibri"/></a:rPr><a:t>	</a:t></a:r><a:r><a:rPr dirty="0" sz="850" spc="-25"><a:latin typeface="Calibri"/><a:cs typeface="Calibri"/></a:rPr><a:t>1#0</a:t></a:r><a:r><a:rPr dirty="0" sz="850"><a:latin typeface="Calibri"/><a:cs typeface="Calibri"/></a:rPr><a:t>	</a:t></a:r><a:r><a:rPr dirty="0" sz="850" spc="-155"><a:latin typeface="Calibri"/><a:cs typeface="Calibri"/></a:rPr><a:t>cm5i0l</a:t></a:r><a:r><a:rPr dirty="0" sz="850" spc="5"><a:latin typeface="Calibri"/><a:cs typeface="Calibri"/></a:rPr><a:t> </a:t></a:r><a:r><a:rPr dirty="0" sz="850" spc="-50"><a:latin typeface="Calibri"/><a:cs typeface="Calibri"/></a:rPr><a:t>0</a:t></a:r><a:r><a:rPr dirty="0" sz="850"><a:latin typeface="Calibri"/><a:cs typeface="Calibri"/></a:rPr><a:t>	</a:t></a:r><a:r><a:rPr dirty="0" sz="850" spc="-130"><a:latin typeface="Calibri"/><a:cs typeface="Calibri"/></a:rPr><a:t>kcm5i0l</a:t></a:r><a:r><a:rPr dirty="0" sz="850" spc="-10"><a:latin typeface="Calibri"/><a:cs typeface="Calibri"/></a:rPr><a:t> </a:t></a:r><a:r><a:rPr dirty="0" sz="850" spc="-50"><a:latin typeface="Calibri"/><a:cs typeface="Calibri"/></a:rPr><a:t>0</a:t></a:r><a:r><a:rPr dirty="0" sz="850"><a:latin typeface="Calibri"/><a:cs typeface="Calibri"/></a:rPr><a:t>	</a:t></a:r><a:r><a:rPr dirty="0" sz="850" spc="-130"><a:latin typeface="Calibri"/><a:cs typeface="Calibri"/></a:rPr><a:t>kcm3i5l</a:t></a:r><a:r><a:rPr dirty="0" sz="850" spc="-10"><a:latin typeface="Calibri"/><a:cs typeface="Calibri"/></a:rPr><a:t> </a:t></a:r><a:r><a:rPr dirty="0" sz="850" spc="-50"><a:latin typeface="Calibri"/><a:cs typeface="Calibri"/></a:rPr><a:t>0</a:t></a:r><a:r><a:rPr dirty="0" sz="850"><a:latin typeface="Calibri"/><a:cs typeface="Calibri"/></a:rPr><a:t>	3-</a:t></a:r><a:r><a:rPr dirty="0" sz="850" spc="-25"><a:latin typeface="Calibri"/><a:cs typeface="Calibri"/></a:rPr><a:t>1/2</a:t></a:r><a:r><a:rPr dirty="0" sz="850"><a:latin typeface="Calibri"/><a:cs typeface="Calibri"/></a:rPr><a:t>	</a:t></a:r><a:r><a:rPr dirty="0" sz="850" spc="-20"><a:latin typeface="Calibri"/><a:cs typeface="Calibri"/></a:rPr><a:t>0,01</a:t></a:r><a:r><a:rPr dirty="0" sz="850"><a:latin typeface="Calibri"/><a:cs typeface="Calibri"/></a:rPr><a:t>	</a:t></a:r><a:r><a:rPr dirty="0" baseline="37037" sz="900" b="1"><a:solidFill><a:srgbClr val="FF0000"/></a:solidFill><a:latin typeface="Arial"/><a:cs typeface="Arial"/></a:rPr><a:t>SUBJECT</a:t></a:r><a:r><a:rPr dirty="0" baseline="37037" sz="900" spc="37" b="1"><a:solidFill><a:srgbClr val="FF0000"/></a:solidFill><a:latin typeface="Arial"/><a:cs typeface="Arial"/></a:rPr><a:t> </a:t></a:r><a:r><a:rPr dirty="0" baseline="37037" sz="900" b="1"><a:solidFill><a:srgbClr val="FF0000"/></a:solidFill><a:latin typeface="Arial"/><a:cs typeface="Arial"/></a:rPr><a:t>TO</a:t></a:r><a:r><a:rPr dirty="0" baseline="37037" sz="900" spc="37" b="1"><a:solidFill><a:srgbClr val="FF0000"/></a:solidFill><a:latin typeface="Arial"/><a:cs typeface="Arial"/></a:rPr><a:t> </a:t></a:r><a:r><a:rPr dirty="0" baseline="37037" sz="900" b="1"><a:solidFill><a:srgbClr val="FF0000"/></a:solidFill><a:latin typeface="Arial"/><a:cs typeface="Arial"/></a:rPr><a:t>FIELD</a:t></a:r><a:r><a:rPr dirty="0" baseline="37037" sz="900" spc="37" b="1"><a:solidFill><a:srgbClr val="FF0000"/></a:solidFill><a:latin typeface="Arial"/><a:cs typeface="Arial"/></a:rPr><a:t> </a:t></a:r><a:r><a:rPr dirty="0" baseline="37037" sz="900" spc="-15" b="1"><a:solidFill><a:srgbClr val="FF0000"/></a:solidFill><a:latin typeface="Arial"/><a:cs typeface="Arial"/></a:rPr><a:t>INSPECTION</a:t></a:r><a:endParaRPr baseline="37037" sz="900"><a:latin typeface="Arial"/><a:cs typeface="Arial"/></a:endParaRPr></a:p><a:p><a:pPr marL="14165580"><a:lnSpc><a:spcPts val="370"/></a:lnSpc></a:pPr><a:r><a:rPr dirty="0" sz="600" b="1"><a:solidFill><a:srgbClr val="FF0000"/></a:solidFill><a:latin typeface="Arial"/><a:cs typeface="Arial"/></a:rPr><a:t>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Fire</a:t></a:r><a:r><a:rPr dirty="0" sz="600" spc="30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Department</a:t></a:r><a:endParaRPr sz="600"><a:latin typeface="Arial"/><a:cs typeface="Arial"/></a:endParaRPr></a:p><a:p><a:pPr marL="211454"><a:lnSpc><a:spcPts val="915"/></a:lnSpc><a:tabLst><a:tab pos="1311910" algn="l"/><a:tab pos="2063750" algn="l"/><a:tab pos="2791460" algn="l"/><a:tab pos="3415665" algn="l"/><a:tab pos="4195445" algn="l"/><a:tab pos="4546600" algn="l"/><a:tab pos="5401945" algn="l"/><a:tab pos="6205220" algn="l"/><a:tab pos="6996430" algn="l"/><a:tab pos="7943215" algn="l"/><a:tab pos="8801735" algn="l"/><a:tab pos="9430385" algn="l"/><a:tab pos="9911715" algn="l"/><a:tab pos="10640695" algn="l"/><a:tab pos="11485245" algn="l"/><a:tab pos="12460605" algn="l"/><a:tab pos="13209269" algn="l"/><a:tab pos="14165580" algn="l"/></a:tabLst></a:pPr><a:r><a:rPr dirty="0" sz="850" spc="-10"><a:latin typeface="Calibri"/><a:cs typeface="Calibri"/></a:rPr><a:t>AABCLE</a:t></a:r><a:r><a:rPr dirty="0" sz="850"><a:latin typeface="Calibri"/><a:cs typeface="Calibri"/></a:rPr><a:t>	</a:t></a:r><a:r><a:rPr dirty="0" sz="850" spc="-10"><a:latin typeface="Calibri"/><a:cs typeface="Calibri"/></a:rPr><a:t>802,0</a:t></a:r><a:r><a:rPr dirty="0" sz="850"><a:latin typeface="Calibri"/><a:cs typeface="Calibri"/></a:rPr><a:t>	</a:t></a:r><a:r><a:rPr dirty="0" sz="850" spc="-20"><a:latin typeface="Calibri"/><a:cs typeface="Calibri"/></a:rPr><a:t>1,25</a:t></a:r><a:r><a:rPr dirty="0" sz="850"><a:latin typeface="Calibri"/><a:cs typeface="Calibri"/></a:rPr><a:t>	</a:t></a:r><a:r><a:rPr dirty="0" sz="850" spc="-50"><a:latin typeface="Calibri"/><a:cs typeface="Calibri"/></a:rPr><a:t>5</a:t></a:r><a:r><a:rPr dirty="0" sz="850"><a:latin typeface="Calibri"/><a:cs typeface="Calibri"/></a:rPr><a:t>	</a:t></a:r><a:r><a:rPr dirty="0" sz="850" spc="-25"><a:latin typeface="Calibri"/><a:cs typeface="Calibri"/></a:rPr><a:t>480</a:t></a:r><a:r><a:rPr dirty="0" sz="850"><a:latin typeface="Calibri"/><a:cs typeface="Calibri"/></a:rPr><a:t>	</a:t></a:r><a:r><a:rPr dirty="0" sz="850" spc="-50"><a:latin typeface="Calibri"/><a:cs typeface="Calibri"/></a:rPr><a:t>3</a:t></a:r><a:r><a:rPr dirty="0" sz="850"><a:latin typeface="Calibri"/><a:cs typeface="Calibri"/></a:rPr><a:t>	</a:t></a:r><a:r><a:rPr dirty="0" sz="850" spc="-10"><a:latin typeface="Calibri"/><a:cs typeface="Calibri"/></a:rPr><a:t>dullNyot</a:t></a:r><a:r><a:rPr dirty="0" sz="850"><a:latin typeface="Calibri"/><a:cs typeface="Calibri"/></a:rPr><a:t>	</a:t></a:r><a:r><a:rPr dirty="0" sz="850" spc="-10"><a:latin typeface="Calibri"/><a:cs typeface="Calibri"/></a:rPr><a:t>VnCAL</a:t></a:r><a:r><a:rPr dirty="0" sz="850"><a:latin typeface="Calibri"/><a:cs typeface="Calibri"/></a:rPr><a:t>	</a:t></a:r><a:r><a:rPr dirty="0" sz="850" spc="-10"><a:latin typeface="Calibri"/><a:cs typeface="Calibri"/></a:rPr><a:t>964,6</a:t></a:r><a:r><a:rPr dirty="0" sz="850"><a:latin typeface="Calibri"/><a:cs typeface="Calibri"/></a:rPr><a:t>	</a:t></a:r><a:r><a:rPr dirty="0" sz="850" spc="-10"><a:latin typeface="Calibri"/><a:cs typeface="Calibri"/></a:rPr><a:t>1205,82</a:t></a:r><a:r><a:rPr dirty="0" sz="850"><a:latin typeface="Calibri"/><a:cs typeface="Calibri"/></a:rPr><a:t>	</a:t></a:r><a:r><a:rPr dirty="0" sz="850" spc="-20"><a:latin typeface="Calibri"/><a:cs typeface="Calibri"/></a:rPr><a:t>1200</a:t></a:r><a:r><a:rPr dirty="0" sz="850"><a:latin typeface="Calibri"/><a:cs typeface="Calibri"/></a:rPr><a:t>	</a:t></a:r><a:r><a:rPr dirty="0" sz="850" spc="-50"><a:latin typeface="Calibri"/><a:cs typeface="Calibri"/></a:rPr><a:t>4</a:t></a:r><a:r><a:rPr dirty="0" sz="850"><a:latin typeface="Calibri"/><a:cs typeface="Calibri"/></a:rPr><a:t>	</a:t></a:r><a:r><a:rPr dirty="0" sz="850" spc="-25"><a:latin typeface="Calibri"/><a:cs typeface="Calibri"/></a:rPr><a:t>1#0</a:t></a:r><a:r><a:rPr dirty="0" sz="850"><a:latin typeface="Calibri"/><a:cs typeface="Calibri"/></a:rPr><a:t>	</a:t></a:r><a:r><a:rPr dirty="0" sz="850" spc="-155"><a:latin typeface="Calibri"/><a:cs typeface="Calibri"/></a:rPr><a:t>cm5i0l</a:t></a:r><a:r><a:rPr dirty="0" sz="850" spc="5"><a:latin typeface="Calibri"/><a:cs typeface="Calibri"/></a:rPr><a:t> </a:t></a:r><a:r><a:rPr dirty="0" sz="850" spc="-50"><a:latin typeface="Calibri"/><a:cs typeface="Calibri"/></a:rPr><a:t>0</a:t></a:r><a:r><a:rPr dirty="0" sz="850"><a:latin typeface="Calibri"/><a:cs typeface="Calibri"/></a:rPr><a:t>	</a:t></a:r><a:r><a:rPr dirty="0" sz="850" spc="-130"><a:latin typeface="Calibri"/><a:cs typeface="Calibri"/></a:rPr><a:t>kcm5i0l</a:t></a:r><a:r><a:rPr dirty="0" sz="850" spc="-10"><a:latin typeface="Calibri"/><a:cs typeface="Calibri"/></a:rPr><a:t> </a:t></a:r><a:r><a:rPr dirty="0" sz="850" spc="-50"><a:latin typeface="Calibri"/><a:cs typeface="Calibri"/></a:rPr><a:t>0</a:t></a:r><a:r><a:rPr dirty="0" sz="850"><a:latin typeface="Calibri"/><a:cs typeface="Calibri"/></a:rPr><a:t>	</a:t></a:r><a:r><a:rPr dirty="0" sz="850" spc="-130"><a:latin typeface="Calibri"/><a:cs typeface="Calibri"/></a:rPr><a:t>kcm3i5l</a:t></a:r><a:r><a:rPr dirty="0" sz="850" spc="-10"><a:latin typeface="Calibri"/><a:cs typeface="Calibri"/></a:rPr><a:t> </a:t></a:r><a:r><a:rPr dirty="0" sz="850" spc="-50"><a:latin typeface="Calibri"/><a:cs typeface="Calibri"/></a:rPr><a:t>0</a:t></a:r><a:r><a:rPr dirty="0" sz="850"><a:latin typeface="Calibri"/><a:cs typeface="Calibri"/></a:rPr><a:t>	3-</a:t></a:r><a:r><a:rPr dirty="0" sz="850" spc="-25"><a:latin typeface="Calibri"/><a:cs typeface="Calibri"/></a:rPr><a:t>1/2</a:t></a:r><a:r><a:rPr dirty="0" sz="850"><a:latin typeface="Calibri"/><a:cs typeface="Calibri"/></a:rPr><a:t>	</a:t></a:r><a:r><a:rPr dirty="0" sz="850" spc="-20"><a:latin typeface="Calibri"/><a:cs typeface="Calibri"/></a:rPr><a:t>0,01</a:t></a:r><a:r><a:rPr dirty="0" sz="850"><a:latin typeface="Calibri"/><a:cs typeface="Calibri"/></a:rPr><a:t>	</a:t></a:r><a:r><a:rPr dirty="0" baseline="4629" sz="900" b="1"><a:solidFill><a:srgbClr val="FF0000"/></a:solidFill><a:latin typeface="Arial"/><a:cs typeface="Arial"/></a:rPr><a:t>Fire</a:t></a:r><a:r><a:rPr dirty="0" baseline="4629" sz="900" spc="22" b="1"><a:solidFill><a:srgbClr val="FF0000"/></a:solidFill><a:latin typeface="Arial"/><a:cs typeface="Arial"/></a:rPr><a:t> </a:t></a:r><a:r><a:rPr dirty="0" baseline="4629" sz="900" b="1"><a:solidFill><a:srgbClr val="FF0000"/></a:solidFill><a:latin typeface="Arial"/><a:cs typeface="Arial"/></a:rPr><a:t>Prevention</a:t></a:r><a:r><a:rPr dirty="0" baseline="4629" sz="900" spc="22" b="1"><a:solidFill><a:srgbClr val="FF0000"/></a:solidFill><a:latin typeface="Arial"/><a:cs typeface="Arial"/></a:rPr><a:t> </a:t></a:r><a:r><a:rPr dirty="0" baseline="4629" sz="900" b="1"><a:solidFill><a:srgbClr val="FF0000"/></a:solidFill><a:latin typeface="Arial"/><a:cs typeface="Arial"/></a:rPr><a:t>Bureau</a:t></a:r><a:r><a:rPr dirty="0" baseline="4629" sz="900" spc="292" b="1"><a:solidFill><a:srgbClr val="FF0000"/></a:solidFill><a:latin typeface="Arial"/><a:cs typeface="Arial"/></a:rPr><a:t> </a:t></a:r><a:r><a:rPr dirty="0" baseline="4629" sz="900" spc="-37"><a:solidFill><a:srgbClr val="FF0000"/></a:solidFill><a:latin typeface="Vladimir Script"/><a:cs typeface="Vladimir Script"/></a:rPr><a:t>PCB</a:t></a:r><a:endParaRPr baseline="4629" sz="900"><a:latin typeface="Vladimir Script"/><a:cs typeface="Vladimir Script"/></a:endParaRPr></a:p><a:p><a:pPr marL="211454"><a:lnSpc><a:spcPts val="785"/></a:lnSpc><a:spcBef><a:spcPts val="20"/></a:spcBef><a:tabLst><a:tab pos="1311910" algn="l"/><a:tab pos="2063750" algn="l"/><a:tab pos="2736850" algn="l"/><a:tab pos="3415665" algn="l"/><a:tab pos="4195445" algn="l"/><a:tab pos="4546600" algn="l"/><a:tab pos="5401945" algn="l"/><a:tab pos="6205220" algn="l"/><a:tab pos="6996430" algn="l"/><a:tab pos="7943215" algn="l"/><a:tab pos="8801735" algn="l"/><a:tab pos="9203690" algn="l"/><a:tab pos="9911715" algn="l"/><a:tab pos="10640695" algn="l"/><a:tab pos="11485245" algn="l"/><a:tab pos="12460605" algn="l"/><a:tab pos="13209269" algn="l"/><a:tab pos="14165580" algn="l"/></a:tabLst></a:pPr><a:endParaRPr baseline="37037" sz="900"><a:latin typeface="Arial"/><a:cs typeface="Arial"/></a:endParaRPr><a:r><a:rPr dirty="0" sz="850" spc="-10"><a:latin typeface="Calibri"/><a:t>AABCLE	802,0	1,25	160	480	3	dullNyot	VnCAL	964,6	1205,82	1200	4	kcm2i5l 0	cm5i0l 0	kcm5i0l 0	kcm3i5l 0	3-1/2	0,59	</a:t></a:r></a:p><a:p><a:pPr marL="14165580"><a:lnSpc><a:spcPts val="370"/></a:lnSpc></a:pPr><a:endParaRPr sz="600"><a:latin typeface="Arial"/><a:cs typeface="Arial"/></a:endParaRPr><a:r><a:rPr dirty="0" sz="600" b="1"><a:solidFill><a:srgbClr val="FF0000"/><a:t></a:t></a:r></a:p><a:p><a:pPr marL="211454"><a:lnSpc><a:spcPts val="905"/></a:lnSpc><a:tabLst><a:tab pos="1311910" algn="l"/><a:tab pos="2063750" algn="l"/><a:tab pos="2763520" algn="l"/><a:tab pos="3415665" algn="l"/><a:tab pos="4195445" algn="l"/><a:tab pos="4578350" algn="l"/><a:tab pos="5450840" algn="l"/><a:tab pos="6205220" algn="l"/><a:tab pos="6996430" algn="l"/><a:tab pos="7943215" algn="l"/><a:tab pos="8801735" algn="l"/><a:tab pos="9430385" algn="l"/><a:tab pos="9911715" algn="l"/><a:tab pos="10640695" algn="l"/><a:tab pos="11760200" algn="l"/><a:tab pos="12553315" algn="l"/><a:tab pos="13209269" algn="l"/><a:tab pos="14165580" algn="l"/></a:tabLst></a:pPr><a:endParaRPr baseline="4629" sz="900"><a:latin typeface="Arial"/><a:cs typeface="Arial"/></a:endParaRPr><a:r><a:rPr dirty="0" sz="850" spc="-10"><a:latin typeface="Calibri"/><a:t>AABCLE	802,0	1,25	10	480	3	RateFdully	TCU	964,6	1205,82	1200	4	1#0	cm3i5l 0	kcm3i5l 0	4/0	3	0,03	</a:t></a:r></a:p><a:p><a:pPr marL="211454"><a:lnSpc><a:spcPct val="100000"/></a:lnSpc><a:spcBef><a:spcPts val="20"/></a:spcBef><a:tabLst><a:tab pos="1311910" algn="l"/><a:tab pos="2063750" algn="l"/><a:tab pos="2763520" algn="l"/><a:tab pos="3415665" algn="l"/><a:tab pos="4195445" algn="l"/><a:tab pos="4578350" algn="l"/><a:tab pos="5387340" algn="l"/><a:tab pos="6205220" algn="l"/><a:tab pos="7023734" algn="l"/><a:tab pos="7969884" algn="l"/><a:tab pos="8801735" algn="l"/><a:tab pos="9457690" algn="l"/><a:tab pos="9911715" algn="l"/><a:tab pos="10640695" algn="l"/><a:tab pos="11739245" algn="l"/><a:tab pos="12460605" algn="l"/><a:tab pos="13209269" algn="l"/><a:tab pos="14165580" algn="l"/></a:tabLst></a:pPr><a:r><a:rPr dirty="0" sz="850" spc="-10"><a:latin typeface="Calibri"/><a:cs typeface="Calibri"/></a:rPr><a:t>AABCLE</a:t></a:r><a:r><a:rPr dirty="0" sz="850"><a:latin typeface="Calibri"/><a:cs typeface="Calibri"/></a:rPr><a:t>	</a:t></a:r><a:r><a:rPr dirty="0" sz="850" spc="-10"><a:latin typeface="Calibri"/><a:cs typeface="Calibri"/></a:rPr><a:t>145,4</a:t></a:r><a:r><a:rPr dirty="0" sz="850"><a:latin typeface="Calibri"/><a:cs typeface="Calibri"/></a:rPr><a:t>	</a:t></a:r><a:r><a:rPr dirty="0" sz="850" spc="-20"><a:latin typeface="Calibri"/><a:cs typeface="Calibri"/></a:rPr><a:t>1,25</a:t></a:r><a:r><a:rPr dirty="0" sz="850"><a:latin typeface="Calibri"/><a:cs typeface="Calibri"/></a:rPr><a:t>	</a:t></a:r><a:r><a:rPr dirty="0" sz="850" spc="-25"><a:latin typeface="Calibri"/><a:cs typeface="Calibri"/></a:rPr><a:t>10</a:t></a:r><a:r><a:rPr dirty="0" sz="850"><a:latin typeface="Calibri"/><a:cs typeface="Calibri"/></a:rPr><a:t>	</a:t></a:r><a:r><a:rPr dirty="0" sz="850" spc="-25"><a:latin typeface="Calibri"/><a:cs typeface="Calibri"/></a:rPr><a:t>480</a:t></a:r><a:r><a:rPr dirty="0" sz="850"><a:latin typeface="Calibri"/><a:cs typeface="Calibri"/></a:rPr><a:t>	</a:t></a:r><a:r><a:rPr dirty="0" sz="850" spc="-50"><a:latin typeface="Calibri"/><a:cs typeface="Calibri"/></a:rPr><a:t>3</a:t></a:r><a:r><a:rPr dirty="0" sz="850"><a:latin typeface="Calibri"/><a:cs typeface="Calibri"/></a:rPr><a:t>	</a:t></a:r><a:r><a:rPr dirty="0" sz="850" spc="-10"><a:latin typeface="Calibri"/><a:cs typeface="Calibri"/></a:rPr><a:t>RateFdully</a:t></a:r><a:r><a:rPr dirty="0" sz="850"><a:latin typeface="Calibri"/><a:cs typeface="Calibri"/></a:rPr><a:t>	</a:t></a:r><a:r><a:rPr dirty="0" sz="850" spc="-345"><a:latin typeface="Calibri"/><a:cs typeface="Calibri"/></a:rPr><a:t>M</a:t></a:r><a:r><a:rPr dirty="0" sz="850" spc="175"><a:latin typeface="Calibri"/><a:cs typeface="Calibri"/></a:rPr><a:t>n</a:t></a:r><a:r><a:rPr dirty="0" sz="850" spc="-300"><a:latin typeface="Calibri"/><a:cs typeface="Calibri"/></a:rPr><a:t>A</a:t></a:r><a:r><a:rPr dirty="0" sz="850" spc="200"><a:latin typeface="Calibri"/><a:cs typeface="Calibri"/></a:rPr><a:t>T</a:t></a:r><a:r><a:rPr dirty="0" sz="850" spc="160"><a:latin typeface="Calibri"/><a:cs typeface="Calibri"/></a:rPr><a:t>L</a:t></a:r><a:r><a:rPr dirty="0" sz="850"><a:latin typeface="Calibri"/><a:cs typeface="Calibri"/></a:rPr><a:t>	</a:t></a:r><a:r><a:rPr dirty="0" sz="850" spc="-10"><a:latin typeface="Calibri"/><a:cs typeface="Calibri"/></a:rPr><a:t>174,0</a:t></a:r><a:r><a:rPr dirty="0" sz="850"><a:latin typeface="Calibri"/><a:cs typeface="Calibri"/></a:rPr><a:t>	</a:t></a:r><a:r><a:rPr dirty="0" sz="850" spc="-10"><a:latin typeface="Calibri"/><a:cs typeface="Calibri"/></a:rPr><a:t>218,75</a:t></a:r><a:r><a:rPr dirty="0" sz="850"><a:latin typeface="Calibri"/><a:cs typeface="Calibri"/></a:rPr><a:t>	</a:t></a:r><a:r><a:rPr dirty="0" sz="850" spc="-25"><a:latin typeface="Calibri"/><a:cs typeface="Calibri"/></a:rPr><a:t>225</a:t></a:r><a:r><a:rPr dirty="0" sz="850"><a:latin typeface="Calibri"/><a:cs typeface="Calibri"/></a:rPr><a:t>	</a:t></a:r><a:r><a:rPr dirty="0" sz="850" spc="-50"><a:latin typeface="Calibri"/><a:cs typeface="Calibri"/></a:rPr><a:t>1</a:t></a:r><a:r><a:rPr dirty="0" sz="850"><a:latin typeface="Calibri"/><a:cs typeface="Calibri"/></a:rPr><a:t>	</a:t></a:r><a:r><a:rPr dirty="0" sz="850" spc="-25"><a:latin typeface="Calibri"/><a:cs typeface="Calibri"/></a:rPr><a:t>8#</a:t></a:r><a:r><a:rPr dirty="0" sz="850"><a:latin typeface="Calibri"/><a:cs typeface="Calibri"/></a:rPr><a:t>	</a:t></a:r><a:r><a:rPr dirty="0" sz="850" spc="-155"><a:latin typeface="Calibri"/><a:cs typeface="Calibri"/></a:rPr><a:t>cm3i0l</a:t></a:r><a:r><a:rPr dirty="0" sz="850" spc="5"><a:latin typeface="Calibri"/><a:cs typeface="Calibri"/></a:rPr><a:t> </a:t></a:r><a:r><a:rPr dirty="0" sz="850" spc="-50"><a:latin typeface="Calibri"/><a:cs typeface="Calibri"/></a:rPr><a:t>0</a:t></a:r><a:r><a:rPr dirty="0" sz="850"><a:latin typeface="Calibri"/><a:cs typeface="Calibri"/></a:rPr><a:t>	</a:t></a:r><a:r><a:rPr dirty="0" sz="850" spc="-130"><a:latin typeface="Calibri"/><a:cs typeface="Calibri"/></a:rPr><a:t>kcm3i0l</a:t></a:r><a:r><a:rPr dirty="0" sz="850" spc="-10"><a:latin typeface="Calibri"/><a:cs typeface="Calibri"/></a:rPr><a:t> </a:t></a:r><a:r><a:rPr dirty="0" sz="850" spc="-50"><a:latin typeface="Calibri"/><a:cs typeface="Calibri"/></a:rPr><a:t>0</a:t></a:r><a:r><a:rPr dirty="0" sz="850"><a:latin typeface="Calibri"/><a:cs typeface="Calibri"/></a:rPr><a:t>	</a:t></a:r><a:r><a:rPr dirty="0" sz="850" spc="-25"><a:latin typeface="Calibri"/><a:cs typeface="Calibri"/></a:rPr><a:t>2#</a:t></a:r><a:r><a:rPr dirty="0" sz="850"><a:latin typeface="Calibri"/><a:cs typeface="Calibri"/></a:rPr><a:t>	2-</a:t></a:r><a:r><a:rPr dirty="0" sz="850" spc="-25"><a:latin typeface="Calibri"/><a:cs typeface="Calibri"/></a:rPr><a:t>1/2</a:t></a:r><a:r><a:rPr dirty="0" sz="850"><a:latin typeface="Calibri"/><a:cs typeface="Calibri"/></a:rPr><a:t>	</a:t></a:r><a:r><a:rPr dirty="0" sz="850" spc="-20"><a:latin typeface="Calibri"/><a:cs typeface="Calibri"/></a:rPr><a:t>0,04</a:t></a:r><a:r><a:rPr dirty="0" sz="850"><a:latin typeface="Calibri"/><a:cs typeface="Calibri"/></a:rPr><a:t>	</a:t></a:r><a:r><a:rPr dirty="0" baseline="-32407" sz="900" b="1"><a:solidFill><a:srgbClr val="FF0000"/></a:solidFill><a:latin typeface="Arial"/><a:cs typeface="Arial"/></a:rPr><a:t>OFD</a:t></a:r><a:r><a:rPr dirty="0" baseline="-32407" sz="900" spc="37" b="1"><a:solidFill><a:srgbClr val="FF0000"/></a:solidFill><a:latin typeface="Arial"/><a:cs typeface="Arial"/></a:rPr><a:t> </a:t></a:r><a:r><a:rPr dirty="0" baseline="-32407" sz="900" spc="-15" b="1"><a:solidFill><a:srgbClr val="FF0000"/></a:solidFill><a:latin typeface="Arial"/><a:cs typeface="Arial"/></a:rPr><a:t>NOTES:</a:t></a:r><a:endParaRPr baseline="-32407" sz="900"><a:latin typeface="Arial"/><a:cs typeface="Arial"/></a:endParaRPr></a:p><a:p><a:pPr marL="211454"><a:lnSpc><a:spcPct val="100000"/></a:lnSpc><a:spcBef><a:spcPts val="20"/></a:spcBef><a:tabLst><a:tab pos="1311910" algn="l"/><a:tab pos="2063750" algn="l"/><a:tab pos="2763520" algn="l"/><a:tab pos="3415665" algn="l"/><a:tab pos="4195445" algn="l"/><a:tab pos="4578350" algn="l"/><a:tab pos="5387340" algn="l"/><a:tab pos="6205220" algn="l"/><a:tab pos="7023734" algn="l"/><a:tab pos="7969884" algn="l"/><a:tab pos="8801735" algn="l"/><a:tab pos="9457690" algn="l"/><a:tab pos="9911715" algn="l"/><a:tab pos="10640695" algn="l"/><a:tab pos="11739245" algn="l"/><a:tab pos="12460605" algn="l"/><a:tab pos="13209269" algn="l"/><a:tab pos="14165580" algn="l"/></a:tabLst></a:pPr><a:r><a:rPr dirty="0" sz="850" spc="-10"><a:latin typeface="Calibri"/><a:cs typeface="Calibri"/></a:rPr><a:t>AABCLE</a:t></a:r><a:r><a:rPr dirty="0" sz="850"><a:latin typeface="Calibri"/><a:cs typeface="Calibri"/></a:rPr><a:t>	</a:t></a:r><a:r><a:rPr dirty="0" sz="850" spc="-10"><a:latin typeface="Calibri"/><a:cs typeface="Calibri"/></a:rPr><a:t>145,4</a:t></a:r><a:r><a:rPr dirty="0" sz="850"><a:latin typeface="Calibri"/><a:cs typeface="Calibri"/></a:rPr><a:t>	</a:t></a:r><a:r><a:rPr dirty="0" sz="850" spc="-20"><a:latin typeface="Calibri"/><a:cs typeface="Calibri"/></a:rPr><a:t>1,25</a:t></a:r><a:r><a:rPr dirty="0" sz="850"><a:latin typeface="Calibri"/><a:cs typeface="Calibri"/></a:rPr><a:t>	</a:t></a:r><a:r><a:rPr dirty="0" sz="850" spc="-25"><a:latin typeface="Calibri"/><a:cs typeface="Calibri"/></a:rPr><a:t>10</a:t></a:r><a:r><a:rPr dirty="0" sz="850"><a:latin typeface="Calibri"/><a:cs typeface="Calibri"/></a:rPr><a:t>	</a:t></a:r><a:r><a:rPr dirty="0" sz="850" spc="-25"><a:latin typeface="Calibri"/><a:cs typeface="Calibri"/></a:rPr><a:t>480</a:t></a:r><a:r><a:rPr dirty="0" sz="850"><a:latin typeface="Calibri"/><a:cs typeface="Calibri"/></a:rPr><a:t>	</a:t></a:r><a:r><a:rPr dirty="0" sz="850" spc="-50"><a:latin typeface="Calibri"/><a:cs typeface="Calibri"/></a:rPr><a:t>3</a:t></a:r><a:r><a:rPr dirty="0" sz="850"><a:latin typeface="Calibri"/><a:cs typeface="Calibri"/></a:rPr><a:t>	</a:t></a:r><a:r><a:rPr dirty="0" sz="850" spc="-10"><a:latin typeface="Calibri"/><a:cs typeface="Calibri"/></a:rPr><a:t>RateFdully</a:t></a:r><a:r><a:rPr dirty="0" sz="850"><a:latin typeface="Calibri"/><a:cs typeface="Calibri"/></a:rPr><a:t>	</a:t></a:r><a:r><a:rPr dirty="0" sz="850" spc="-345"><a:latin typeface="Calibri"/><a:cs typeface="Calibri"/></a:rPr><a:t>M</a:t></a:r><a:r><a:rPr dirty="0" sz="850" spc="175"><a:latin typeface="Calibri"/><a:cs typeface="Calibri"/></a:rPr><a:t>n</a:t></a:r><a:r><a:rPr dirty="0" sz="850" spc="-300"><a:latin typeface="Calibri"/><a:cs typeface="Calibri"/></a:rPr><a:t>A</a:t></a:r><a:r><a:rPr dirty="0" sz="850" spc="200"><a:latin typeface="Calibri"/><a:cs typeface="Calibri"/></a:rPr><a:t>T</a:t></a:r><a:r><a:rPr dirty="0" sz="850" spc="160"><a:latin typeface="Calibri"/><a:cs typeface="Calibri"/></a:rPr><a:t>L</a:t></a:r><a:r><a:rPr dirty="0" sz="850"><a:latin typeface="Calibri"/><a:cs typeface="Calibri"/></a:rPr><a:t>	</a:t></a:r><a:r><a:rPr dirty="0" sz="850" spc="-10"><a:latin typeface="Calibri"/><a:cs typeface="Calibri"/></a:rPr><a:t>174,0</a:t></a:r><a:r><a:rPr dirty="0" sz="850"><a:latin typeface="Calibri"/><a:cs typeface="Calibri"/></a:rPr><a:t>	</a:t></a:r><a:r><a:rPr dirty="0" sz="850" spc="-10"><a:latin typeface="Calibri"/><a:cs typeface="Calibri"/></a:rPr><a:t>218,75</a:t></a:r><a:r><a:rPr dirty="0" sz="850"><a:latin typeface="Calibri"/><a:cs typeface="Calibri"/></a:rPr><a:t>	</a:t></a:r><a:r><a:rPr dirty="0" sz="850" spc="-25"><a:latin typeface="Calibri"/><a:cs typeface="Calibri"/></a:rPr><a:t>225</a:t></a:r><a:r><a:rPr dirty="0" sz="850"><a:latin typeface="Calibri"/><a:cs typeface="Calibri"/></a:rPr><a:t>	</a:t></a:r><a:r><a:rPr dirty="0" sz="850" spc="-50"><a:latin typeface="Calibri"/><a:cs typeface="Calibri"/></a:rPr><a:t>1</a:t></a:r><a:r><a:rPr dirty="0" sz="850"><a:latin typeface="Calibri"/><a:cs typeface="Calibri"/></a:rPr><a:t>	</a:t></a:r><a:r><a:rPr dirty="0" sz="850" spc="-25"><a:latin typeface="Calibri"/><a:cs typeface="Calibri"/></a:rPr><a:t>8#</a:t></a:r><a:r><a:rPr dirty="0" sz="850"><a:latin typeface="Calibri"/><a:cs typeface="Calibri"/></a:rPr><a:t>	</a:t></a:r><a:r><a:rPr dirty="0" sz="850" spc="-155"><a:latin typeface="Calibri"/><a:cs typeface="Calibri"/></a:rPr><a:t>cm3i0l</a:t></a:r><a:r><a:rPr dirty="0" sz="850" spc="5"><a:latin typeface="Calibri"/><a:cs typeface="Calibri"/></a:rPr><a:t> </a:t></a:r><a:r><a:rPr dirty="0" sz="850" spc="-50"><a:latin typeface="Calibri"/><a:cs typeface="Calibri"/></a:rPr><a:t>0</a:t></a:r><a:r><a:rPr dirty="0" sz="850"><a:latin typeface="Calibri"/><a:cs typeface="Calibri"/></a:rPr><a:t>	</a:t></a:r><a:r><a:rPr dirty="0" sz="850" spc="-130"><a:latin typeface="Calibri"/><a:cs typeface="Calibri"/></a:rPr><a:t>kcm3i0l</a:t></a:r><a:r><a:rPr dirty="0" sz="850" spc="-10"><a:latin typeface="Calibri"/><a:cs typeface="Calibri"/></a:rPr><a:t> </a:t></a:r><a:r><a:rPr dirty="0" sz="850" spc="-50"><a:latin typeface="Calibri"/><a:cs typeface="Calibri"/></a:rPr><a:t>0</a:t></a:r><a:r><a:rPr dirty="0" sz="850"><a:latin typeface="Calibri"/><a:cs typeface="Calibri"/></a:rPr><a:t>	</a:t></a:r><a:r><a:rPr dirty="0" sz="850" spc="-25"><a:latin typeface="Calibri"/><a:cs typeface="Calibri"/></a:rPr><a:t>2#</a:t></a:r><a:r><a:rPr dirty="0" sz="850"><a:latin typeface="Calibri"/><a:cs typeface="Calibri"/></a:rPr><a:t>	2-</a:t></a:r><a:r><a:rPr dirty="0" sz="850" spc="-25"><a:latin typeface="Calibri"/><a:cs typeface="Calibri"/></a:rPr><a:t>1/2</a:t></a:r><a:r><a:rPr dirty="0" sz="850"><a:latin typeface="Calibri"/><a:cs typeface="Calibri"/></a:rPr><a:t>	</a:t></a:r><a:r><a:rPr dirty="0" sz="850" spc="-20"><a:latin typeface="Calibri"/><a:cs typeface="Calibri"/></a:rPr><a:t>0,04</a:t></a:r><a:r><a:rPr dirty="0" sz="850"><a:latin typeface="Calibri"/><a:cs typeface="Calibri"/></a:rPr><a:t>	</a:t></a:r><a:r><a:rPr dirty="0" sz="600" spc="-25" b="1"><a:solidFill><a:srgbClr val="FF0000"/></a:solidFill><a:latin typeface="Arial"/><a:cs typeface="Arial"/></a:rPr><a:t>1.</a:t></a:r><a:endParaRPr sz="600"><a:latin typeface="Arial"/><a:cs typeface="Arial"/></a:endParaRPr></a:p><a:p><a:pPr marL="211454"><a:lnSpc><a:spcPts val="810"/></a:lnSpc><a:spcBef><a:spcPts val="25"/></a:spcBef><a:tabLst><a:tab pos="1339215" algn="l"/><a:tab pos="2063750" algn="l"/><a:tab pos="2736850" algn="l"/><a:tab pos="3415665" algn="l"/><a:tab pos="4195445" algn="l"/><a:tab pos="4578350" algn="l"/><a:tab pos="5387340" algn="l"/><a:tab pos="6205220" algn="l"/><a:tab pos="7023734" algn="l"/><a:tab pos="7969884" algn="l"/><a:tab pos="8801735" algn="l"/><a:tab pos="9478645" algn="l"/><a:tab pos="10137140" algn="l"/><a:tab pos="10915650" algn="l"/><a:tab pos="11739245" algn="l"/><a:tab pos="12553315" algn="l"/><a:tab pos="13209269" algn="l"/><a:tab pos="14165580" algn="l"/></a:tabLst></a:pPr><a:r><a:rPr dirty="0" sz="850" spc="-10"><a:latin typeface="Calibri"/><a:cs typeface="Calibri"/></a:rPr><a:t>AABCLE</a:t></a:r><a:r><a:rPr dirty="0" sz="850"><a:latin typeface="Calibri"/><a:cs typeface="Calibri"/></a:rPr><a:t>	</a:t></a:r><a:r><a:rPr dirty="0" sz="850" spc="-20"><a:latin typeface="Calibri"/><a:cs typeface="Calibri"/></a:rPr><a:t>83,1</a:t></a:r><a:r><a:rPr dirty="0" sz="850"><a:latin typeface="Calibri"/><a:cs typeface="Calibri"/></a:rPr><a:t>	</a:t></a:r><a:r><a:rPr dirty="0" sz="850" spc="-20"><a:latin typeface="Calibri"/><a:cs typeface="Calibri"/></a:rPr><a:t>1,25</a:t></a:r><a:r><a:rPr dirty="0" sz="850"><a:latin typeface="Calibri"/><a:cs typeface="Calibri"/></a:rPr><a:t>	</a:t></a:r><a:r><a:rPr dirty="0" sz="850" spc="-25"><a:latin typeface="Calibri"/><a:cs typeface="Calibri"/></a:rPr><a:t>160</a:t></a:r><a:r><a:rPr dirty="0" sz="850"><a:latin typeface="Calibri"/><a:cs typeface="Calibri"/></a:rPr><a:t>	</a:t></a:r><a:r><a:rPr dirty="0" sz="850" spc="-25"><a:latin typeface="Calibri"/><a:cs typeface="Calibri"/></a:rPr><a:t>480</a:t></a:r><a:r><a:rPr dirty="0" sz="850"><a:latin typeface="Calibri"/><a:cs typeface="Calibri"/></a:rPr><a:t>	</a:t></a:r><a:r><a:rPr dirty="0" sz="850" spc="-50"><a:latin typeface="Calibri"/><a:cs typeface="Calibri"/></a:rPr><a:t>3</a:t></a:r><a:r><a:rPr dirty="0" sz="850"><a:latin typeface="Calibri"/><a:cs typeface="Calibri"/></a:rPr><a:t>	</a:t></a:r><a:r><a:rPr dirty="0" sz="850" spc="-10"><a:latin typeface="Calibri"/><a:cs typeface="Calibri"/></a:rPr><a:t>RateFdully</a:t></a:r><a:r><a:rPr dirty="0" sz="850"><a:latin typeface="Calibri"/><a:cs typeface="Calibri"/></a:rPr><a:t>	</a:t></a:r><a:r><a:rPr dirty="0" sz="850" spc="-345"><a:latin typeface="Calibri"/><a:cs typeface="Calibri"/></a:rPr><a:t>M</a:t></a:r><a:r><a:rPr dirty="0" sz="850" spc="175"><a:latin typeface="Calibri"/><a:cs typeface="Calibri"/></a:rPr><a:t>n</a:t></a:r><a:r><a:rPr dirty="0" sz="850" spc="-300"><a:latin typeface="Calibri"/><a:cs typeface="Calibri"/></a:rPr><a:t>A</a:t></a:r><a:r><a:rPr dirty="0" sz="850" spc="200"><a:latin typeface="Calibri"/><a:cs typeface="Calibri"/></a:rPr><a:t>T</a:t></a:r><a:r><a:rPr dirty="0" sz="850" spc="160"><a:latin typeface="Calibri"/><a:cs typeface="Calibri"/></a:rPr><a:t>L</a:t></a:r><a:r><a:rPr dirty="0" sz="850"><a:latin typeface="Calibri"/><a:cs typeface="Calibri"/></a:rPr><a:t>	</a:t></a:r><a:r><a:rPr dirty="0" sz="850" spc="-10"><a:latin typeface="Calibri"/><a:cs typeface="Calibri"/></a:rPr><a:t>100,0</a:t></a:r><a:r><a:rPr dirty="0" sz="850"><a:latin typeface="Calibri"/><a:cs typeface="Calibri"/></a:rPr><a:t>	</a:t></a:r><a:r><a:rPr dirty="0" sz="850" spc="-10"><a:latin typeface="Calibri"/><a:cs typeface="Calibri"/></a:rPr><a:t>125,00</a:t></a:r><a:r><a:rPr dirty="0" sz="850"><a:latin typeface="Calibri"/><a:cs typeface="Calibri"/></a:rPr><a:t>	</a:t></a:r><a:r><a:rPr dirty="0" sz="850" spc="-25"><a:latin typeface="Calibri"/><a:cs typeface="Calibri"/></a:rPr><a:t>125</a:t></a:r><a:r><a:rPr dirty="0" sz="850"><a:latin typeface="Calibri"/><a:cs typeface="Calibri"/></a:rPr><a:t>	</a:t></a:r><a:r><a:rPr dirty="0" sz="850" spc="-50"><a:latin typeface="Calibri"/><a:cs typeface="Calibri"/></a:rPr><a:t>1</a:t></a:r><a:r><a:rPr dirty="0" sz="850"><a:latin typeface="Calibri"/><a:cs typeface="Calibri"/></a:rPr><a:t>	</a:t></a:r><a:r><a:rPr dirty="0" sz="850" spc="-25"><a:latin typeface="Calibri"/><a:cs typeface="Calibri"/></a:rPr><a:t>1/0</a:t></a:r><a:r><a:rPr dirty="0" sz="850"><a:latin typeface="Calibri"/><a:cs typeface="Calibri"/></a:rPr><a:t>	</a:t></a:r><a:r><a:rPr dirty="0" sz="850" spc="-25"><a:latin typeface="Calibri"/><a:cs typeface="Calibri"/></a:rPr><a:t>2/0</a:t></a:r><a:r><a:rPr dirty="0" sz="850"><a:latin typeface="Calibri"/><a:cs typeface="Calibri"/></a:rPr><a:t>	</a:t></a:r><a:r><a:rPr dirty="0" sz="850" spc="-25"><a:latin typeface="Calibri"/><a:cs typeface="Calibri"/></a:rPr><a:t>2/0</a:t></a:r><a:r><a:rPr dirty="0" sz="850"><a:latin typeface="Calibri"/><a:cs typeface="Calibri"/></a:rPr><a:t>	</a:t></a:r><a:r><a:rPr dirty="0" sz="850" spc="-25"><a:latin typeface="Calibri"/><a:cs typeface="Calibri"/></a:rPr><a:t>4#</a:t></a:r><a:r><a:rPr dirty="0" sz="850"><a:latin typeface="Calibri"/><a:cs typeface="Calibri"/></a:rPr><a:t>	</a:t></a:r><a:r><a:rPr dirty="0" sz="850" spc="-50"><a:latin typeface="Calibri"/><a:cs typeface="Calibri"/></a:rPr><a:t>2</a:t></a:r><a:r><a:rPr dirty="0" sz="850"><a:latin typeface="Calibri"/><a:cs typeface="Calibri"/></a:rPr><a:t>	</a:t></a:r><a:r><a:rPr dirty="0" sz="850" spc="-20"><a:latin typeface="Calibri"/><a:cs typeface="Calibri"/></a:rPr><a:t>0,92</a:t></a:r><a:r><a:rPr dirty="0" sz="850"><a:latin typeface="Calibri"/><a:cs typeface="Calibri"/></a:rPr><a:t>	</a:t></a:r><a:r><a:rPr dirty="0" baseline="32407" sz="900" b="1"><a:solidFill><a:srgbClr val="FF0000"/></a:solidFill><a:latin typeface="Arial"/><a:cs typeface="Arial"/></a:rPr><a:t>Provide</a:t></a:r><a:r><a:rPr dirty="0" baseline="32407" sz="900" spc="30" b="1"><a:solidFill><a:srgbClr val="FF0000"/></a:solidFill><a:latin typeface="Arial"/><a:cs typeface="Arial"/></a:rPr><a:t> </a:t></a:r><a:r><a:rPr dirty="0" baseline="32407" sz="900" b="1"><a:solidFill><a:srgbClr val="FF0000"/></a:solidFill><a:latin typeface="Arial"/><a:cs typeface="Arial"/></a:rPr><a:t>required</a:t></a:r><a:r><a:rPr dirty="0" baseline="32407" sz="900" spc="30" b="1"><a:solidFill><a:srgbClr val="FF0000"/></a:solidFill><a:latin typeface="Arial"/><a:cs typeface="Arial"/></a:rPr><a:t> </a:t></a:r><a:r><a:rPr dirty="0" baseline="32407" sz="900" b="1"><a:solidFill><a:srgbClr val="FF0000"/></a:solidFill><a:latin typeface="Arial"/><a:cs typeface="Arial"/></a:rPr><a:t>minimum</a:t></a:r><a:r><a:rPr dirty="0" baseline="32407" sz="900" spc="30" b="1"><a:solidFill><a:srgbClr val="FF0000"/></a:solidFill><a:latin typeface="Arial"/><a:cs typeface="Arial"/></a:rPr><a:t> </a:t></a:r><a:r><a:rPr dirty="0" baseline="32407" sz="900" b="1"><a:solidFill><a:srgbClr val="FF0000"/></a:solidFill><a:latin typeface="Arial"/><a:cs typeface="Arial"/></a:rPr><a:t>5</a:t></a:r><a:r><a:rPr dirty="0" baseline="32407" sz="900" spc="37" b="1"><a:solidFill><a:srgbClr val="FF0000"/></a:solidFill><a:latin typeface="Arial"/><a:cs typeface="Arial"/></a:rPr><a:t> </a:t></a:r><a:r><a:rPr dirty="0" baseline="32407" sz="900" b="1"><a:solidFill><a:srgbClr val="FF0000"/></a:solidFill><a:latin typeface="Arial"/><a:cs typeface="Arial"/></a:rPr><a:t>feet</a:t></a:r><a:r><a:rPr dirty="0" baseline="32407" sz="900" spc="30" b="1"><a:solidFill><a:srgbClr val="FF0000"/></a:solidFill><a:latin typeface="Arial"/><a:cs typeface="Arial"/></a:rPr><a:t> </a:t></a:r><a:r><a:rPr dirty="0" baseline="32407" sz="900" b="1"><a:solidFill><a:srgbClr val="FF0000"/></a:solidFill><a:latin typeface="Arial"/><a:cs typeface="Arial"/></a:rPr><a:t>setback</a:t></a:r><a:r><a:rPr dirty="0" baseline="32407" sz="900" spc="30" b="1"><a:solidFill><a:srgbClr val="FF0000"/></a:solidFill><a:latin typeface="Arial"/><a:cs typeface="Arial"/></a:rPr><a:t> </a:t></a:r><a:r><a:rPr dirty="0" baseline="32407" sz="900" spc="-30" b="1"><a:solidFill><a:srgbClr val="FF0000"/></a:solidFill><a:latin typeface="Arial"/><a:cs typeface="Arial"/></a:rPr><a:t>with</a:t></a:r><a:endParaRPr baseline="32407" sz="900"><a:latin typeface="Arial"/><a:cs typeface="Arial"/></a:endParaRPr></a:p><a:p><a:pPr marL="14165580"><a:lnSpc><a:spcPts val="375"/></a:lnSpc></a:pPr><a:r><a:rPr dirty="0" sz="600" b="1"><a:solidFill><a:srgbClr val="FF0000"/></a:solidFill><a:latin typeface="Arial"/><a:cs typeface="Arial"/></a:rPr><a:t>non-combustible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vegetation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or</a:t></a:r><a:r><a:rPr dirty="0" sz="600" spc="3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structure.</a:t></a:r><a:r><a:rPr dirty="0" sz="600" spc="229" b="1"><a:solidFill><a:srgbClr val="FF0000"/></a:solidFill><a:latin typeface="Arial"/><a:cs typeface="Arial"/></a:rPr><a:t> </a:t></a:r><a:r><a:rPr dirty="0" sz="600" spc="-20" b="1"><a:solidFill><a:srgbClr val="FF0000"/></a:solidFill><a:latin typeface="Arial"/><a:cs typeface="Arial"/></a:rPr><a:t>Ref.</a:t></a:r><a:endParaRPr sz="600"><a:latin typeface="Arial"/><a:cs typeface="Arial"/></a:endParaRPr></a:p><a:p><a:pPr marL="211454"><a:lnSpc><a:spcPts val="885"/></a:lnSpc><a:tabLst><a:tab pos="1339215" algn="l"/><a:tab pos="2063750" algn="l"/><a:tab pos="2736850" algn="l"/><a:tab pos="3415665" algn="l"/><a:tab pos="4195445" algn="l"/><a:tab pos="4578350" algn="l"/><a:tab pos="5387340" algn="l"/><a:tab pos="6232525" algn="l"/><a:tab pos="7051040" algn="l"/><a:tab pos="7997825" algn="l"/><a:tab pos="8801735" algn="l"/><a:tab pos="9457690" algn="l"/><a:tab pos="10116820" algn="l"/><a:tab pos="10895330" algn="l"/><a:tab pos="11739245" algn="l"/><a:tab pos="12460605" algn="l"/><a:tab pos="13209269" algn="l"/><a:tab pos="14187169" algn="l"/></a:tabLst></a:pPr><a:r><a:rPr dirty="0" sz="850" spc="-10"><a:latin typeface="Calibri"/><a:cs typeface="Calibri"/></a:rPr><a:t>AABCLE</a:t></a:r><a:r><a:rPr dirty="0" sz="850"><a:latin typeface="Calibri"/><a:cs typeface="Calibri"/></a:rPr><a:t>	</a:t></a:r><a:r><a:rPr dirty="0" sz="850" spc="-20"><a:latin typeface="Calibri"/><a:cs typeface="Calibri"/></a:rPr><a:t>41,5</a:t></a:r><a:r><a:rPr dirty="0" sz="850"><a:latin typeface="Calibri"/><a:cs typeface="Calibri"/></a:rPr><a:t>	</a:t></a:r><a:r><a:rPr dirty="0" sz="850" spc="-20"><a:latin typeface="Calibri"/><a:cs typeface="Calibri"/></a:rPr><a:t>1,25</a:t></a:r><a:r><a:rPr dirty="0" sz="850"><a:latin typeface="Calibri"/><a:cs typeface="Calibri"/></a:rPr><a:t>	</a:t></a:r><a:r><a:rPr dirty="0" sz="850" spc="-25"><a:latin typeface="Calibri"/><a:cs typeface="Calibri"/></a:rPr><a:t>160</a:t></a:r><a:r><a:rPr dirty="0" sz="850"><a:latin typeface="Calibri"/><a:cs typeface="Calibri"/></a:rPr><a:t>	</a:t></a:r><a:r><a:rPr dirty="0" sz="850" spc="-25"><a:latin typeface="Calibri"/><a:cs typeface="Calibri"/></a:rPr><a:t>480</a:t></a:r><a:r><a:rPr dirty="0" sz="850"><a:latin typeface="Calibri"/><a:cs typeface="Calibri"/></a:rPr><a:t>	</a:t></a:r><a:r><a:rPr dirty="0" sz="850" spc="-50"><a:latin typeface="Calibri"/><a:cs typeface="Calibri"/></a:rPr><a:t>3</a:t></a:r><a:r><a:rPr dirty="0" sz="850"><a:latin typeface="Calibri"/><a:cs typeface="Calibri"/></a:rPr><a:t>	</a:t></a:r><a:r><a:rPr dirty="0" sz="850" spc="-10"><a:latin typeface="Calibri"/><a:cs typeface="Calibri"/></a:rPr><a:t>RateFdully</a:t></a:r><a:r><a:rPr dirty="0" sz="850"><a:latin typeface="Calibri"/><a:cs typeface="Calibri"/></a:rPr><a:t>	</a:t></a:r><a:r><a:rPr dirty="0" sz="850" spc="-345"><a:latin typeface="Calibri"/><a:cs typeface="Calibri"/></a:rPr><a:t>M</a:t></a:r><a:r><a:rPr dirty="0" sz="850" spc="175"><a:latin typeface="Calibri"/><a:cs typeface="Calibri"/></a:rPr><a:t>n</a:t></a:r><a:r><a:rPr dirty="0" sz="850" spc="-300"><a:latin typeface="Calibri"/><a:cs typeface="Calibri"/></a:rPr><a:t>A</a:t></a:r><a:r><a:rPr dirty="0" sz="850" spc="200"><a:latin typeface="Calibri"/><a:cs typeface="Calibri"/></a:rPr><a:t>T</a:t></a:r><a:r><a:rPr dirty="0" sz="850" spc="160"><a:latin typeface="Calibri"/><a:cs typeface="Calibri"/></a:rPr><a:t>L</a:t></a:r><a:r><a:rPr dirty="0" sz="850"><a:latin typeface="Calibri"/><a:cs typeface="Calibri"/></a:rPr><a:t>	</a:t></a:r><a:r><a:rPr dirty="0" sz="850" spc="-20"><a:latin typeface="Calibri"/><a:cs typeface="Calibri"/></a:rPr><a:t>50,0</a:t></a:r><a:r><a:rPr dirty="0" sz="850"><a:latin typeface="Calibri"/><a:cs typeface="Calibri"/></a:rPr><a:t>	</a:t></a:r><a:r><a:rPr dirty="0" sz="850" spc="-10"><a:latin typeface="Calibri"/><a:cs typeface="Calibri"/></a:rPr><a:t>62,50</a:t></a:r><a:r><a:rPr dirty="0" sz="850"><a:latin typeface="Calibri"/><a:cs typeface="Calibri"/></a:rPr><a:t>	</a:t></a:r><a:r><a:rPr dirty="0" sz="850" spc="-25"><a:latin typeface="Calibri"/><a:cs typeface="Calibri"/></a:rPr><a:t>70</a:t></a:r><a:r><a:rPr dirty="0" sz="850"><a:latin typeface="Calibri"/><a:cs typeface="Calibri"/></a:rPr><a:t>	</a:t></a:r><a:r><a:rPr dirty="0" sz="850" spc="-50"><a:latin typeface="Calibri"/><a:cs typeface="Calibri"/></a:rPr><a:t>1</a:t></a:r><a:r><a:rPr dirty="0" sz="850"><a:latin typeface="Calibri"/><a:cs typeface="Calibri"/></a:rPr><a:t>	</a:t></a:r><a:r><a:rPr dirty="0" sz="850" spc="-25"><a:latin typeface="Calibri"/><a:cs typeface="Calibri"/></a:rPr><a:t>3#</a:t></a:r><a:r><a:rPr dirty="0" sz="850"><a:latin typeface="Calibri"/><a:cs typeface="Calibri"/></a:rPr><a:t>	</a:t></a:r><a:r><a:rPr dirty="0" sz="850" spc="-25"><a:latin typeface="Calibri"/><a:cs typeface="Calibri"/></a:rPr><a:t>3#</a:t></a:r><a:r><a:rPr dirty="0" sz="850"><a:latin typeface="Calibri"/><a:cs typeface="Calibri"/></a:rPr><a:t>	</a:t></a:r><a:r><a:rPr dirty="0" sz="850" spc="-25"><a:latin typeface="Calibri"/><a:cs typeface="Calibri"/></a:rPr><a:t>3#</a:t></a:r><a:r><a:rPr dirty="0" sz="850"><a:latin typeface="Calibri"/><a:cs typeface="Calibri"/></a:rPr><a:t>	</a:t></a:r><a:r><a:rPr dirty="0" sz="850" spc="-25"><a:latin typeface="Calibri"/><a:cs typeface="Calibri"/></a:rPr><a:t>6#</a:t></a:r><a:r><a:rPr dirty="0" sz="850"><a:latin typeface="Calibri"/><a:cs typeface="Calibri"/></a:rPr><a:t>	1-</a:t></a:r><a:r><a:rPr dirty="0" sz="850" spc="-25"><a:latin typeface="Calibri"/><a:cs typeface="Calibri"/></a:rPr><a:t>1/4</a:t></a:r><a:r><a:rPr dirty="0" sz="850"><a:latin typeface="Calibri"/><a:cs typeface="Calibri"/></a:rPr><a:t>	</a:t></a:r><a:r><a:rPr dirty="0" sz="850" spc="-20"><a:latin typeface="Calibri"/><a:cs typeface="Calibri"/></a:rPr><a:t>1,15</a:t></a:r><a:r><a:rPr dirty="0" sz="850"><a:latin typeface="Calibri"/><a:cs typeface="Calibri"/></a:rPr><a:t>	</a:t></a:r><a:r><a:rPr dirty="0" sz="600" b="1"><a:solidFill><a:srgbClr val="FF0000"/></a:solidFill><a:latin typeface="Arial"/><a:cs typeface="Arial"/></a:rPr><a:t>CA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Wildland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Urban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Interface</a:t></a:r><a:r><a:rPr dirty="0" sz="600" spc="25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Code.</a:t></a:r><a:endParaRPr sz="600"><a:latin typeface="Arial"/><a:cs typeface="Arial"/></a:endParaRPr></a:p><a:p><a:pPr marL="211454"><a:lnSpc><a:spcPct val="100000"/></a:lnSpc><a:spcBef><a:spcPts val="5"/></a:spcBef><a:tabLst><a:tab pos="1366520" algn="l"/><a:tab pos="2063750" algn="l"/><a:tab pos="2763520" algn="l"/><a:tab pos="3415665" algn="l"/><a:tab pos="4195445" algn="l"/><a:tab pos="4578350" algn="l"/><a:tab pos="5387340" algn="l"/><a:tab pos="6259830" algn="l"/><a:tab pos="7078345" algn="l"/><a:tab pos="7997825" algn="l"/><a:tab pos="8801735" algn="l"/><a:tab pos="9430385" algn="l"/><a:tab pos="10116820" algn="l"/><a:tab pos="10895330" algn="l"/><a:tab pos="11739245" algn="l"/><a:tab pos="12553315" algn="l"/><a:tab pos="13209269" algn="l"/></a:tabLst></a:pPr><a:r><a:rPr dirty="0" sz="850" spc="-10"><a:latin typeface="Calibri"/><a:cs typeface="Calibri"/></a:rPr><a:t>AABCLE</a:t></a:r><a:r><a:rPr dirty="0" sz="850"><a:latin typeface="Calibri"/><a:cs typeface="Calibri"/></a:rPr><a:t>	</a:t></a:r><a:r><a:rPr dirty="0" sz="850" spc="-25"><a:latin typeface="Calibri"/><a:cs typeface="Calibri"/></a:rPr><a:t>5,0</a:t></a:r><a:r><a:rPr dirty="0" sz="850"><a:latin typeface="Calibri"/><a:cs typeface="Calibri"/></a:rPr><a:t>	</a:t></a:r><a:r><a:rPr dirty="0" sz="850" spc="-20"><a:latin typeface="Calibri"/><a:cs typeface="Calibri"/></a:rPr><a:t>1,25</a:t></a:r><a:r><a:rPr dirty="0" sz="850"><a:latin typeface="Calibri"/><a:cs typeface="Calibri"/></a:rPr><a:t>	</a:t></a:r><a:r><a:rPr dirty="0" sz="850" spc="-25"><a:latin typeface="Calibri"/><a:cs typeface="Calibri"/></a:rPr><a:t>10</a:t></a:r><a:r><a:rPr dirty="0" sz="850"><a:latin typeface="Calibri"/><a:cs typeface="Calibri"/></a:rPr><a:t>	</a:t></a:r><a:r><a:rPr dirty="0" sz="850" spc="-25"><a:latin typeface="Calibri"/><a:cs typeface="Calibri"/></a:rPr><a:t>480</a:t></a:r><a:r><a:rPr dirty="0" sz="850"><a:latin typeface="Calibri"/><a:cs typeface="Calibri"/></a:rPr><a:t>	</a:t></a:r><a:r><a:rPr dirty="0" sz="850" spc="-50"><a:latin typeface="Calibri"/><a:cs typeface="Calibri"/></a:rPr><a:t>3</a:t></a:r><a:r><a:rPr dirty="0" sz="850"><a:latin typeface="Calibri"/><a:cs typeface="Calibri"/></a:rPr><a:t>	</a:t></a:r><a:r><a:rPr dirty="0" sz="850" spc="-10"><a:latin typeface="Calibri"/><a:cs typeface="Calibri"/></a:rPr><a:t>RateFdully</a:t></a:r><a:r><a:rPr dirty="0" sz="850"><a:latin typeface="Calibri"/><a:cs typeface="Calibri"/></a:rPr><a:t>	</a:t></a:r><a:r><a:rPr dirty="0" sz="850" spc="-345"><a:latin typeface="Calibri"/><a:cs typeface="Calibri"/></a:rPr><a:t>M</a:t></a:r><a:r><a:rPr dirty="0" sz="850" spc="175"><a:latin typeface="Calibri"/><a:cs typeface="Calibri"/></a:rPr><a:t>n</a:t></a:r><a:r><a:rPr dirty="0" sz="850" spc="-300"><a:latin typeface="Calibri"/><a:cs typeface="Calibri"/></a:rPr><a:t>A</a:t></a:r><a:r><a:rPr dirty="0" sz="850" spc="200"><a:latin typeface="Calibri"/><a:cs typeface="Calibri"/></a:rPr><a:t>T</a:t></a:r><a:r><a:rPr dirty="0" sz="850" spc="160"><a:latin typeface="Calibri"/><a:cs typeface="Calibri"/></a:rPr><a:t>L</a:t></a:r><a:r><a:rPr dirty="0" sz="850"><a:latin typeface="Calibri"/><a:cs typeface="Calibri"/></a:rPr><a:t>	</a:t></a:r><a:r><a:rPr dirty="0" sz="850" spc="-25"><a:latin typeface="Calibri"/><a:cs typeface="Calibri"/></a:rPr><a:t>6,0</a:t></a:r><a:r><a:rPr dirty="0" sz="850"><a:latin typeface="Calibri"/><a:cs typeface="Calibri"/></a:rPr><a:t>	</a:t></a:r><a:r><a:rPr dirty="0" sz="850" spc="-20"><a:latin typeface="Calibri"/><a:cs typeface="Calibri"/></a:rPr><a:t>7,51</a:t></a:r><a:r><a:rPr dirty="0" sz="850"><a:latin typeface="Calibri"/><a:cs typeface="Calibri"/></a:rPr><a:t>	</a:t></a:r><a:r><a:rPr dirty="0" sz="850" spc="-25"><a:latin typeface="Calibri"/><a:cs typeface="Calibri"/></a:rPr><a:t>15</a:t></a:r><a:r><a:rPr dirty="0" sz="850"><a:latin typeface="Calibri"/><a:cs typeface="Calibri"/></a:rPr><a:t>	</a:t></a:r><a:r><a:rPr dirty="0" sz="850" spc="-50"><a:latin typeface="Calibri"/><a:cs typeface="Calibri"/></a:rPr><a:t>1</a:t></a:r><a:r><a:rPr dirty="0" sz="850"><a:latin typeface="Calibri"/><a:cs typeface="Calibri"/></a:rPr><a:t>	</a:t></a:r><a:r><a:rPr dirty="0" sz="850" spc="-25"><a:latin typeface="Calibri"/><a:cs typeface="Calibri"/></a:rPr><a:t>1#2</a:t></a:r><a:r><a:rPr dirty="0" sz="850"><a:latin typeface="Calibri"/><a:cs typeface="Calibri"/></a:rPr><a:t>	</a:t></a:r><a:r><a:rPr dirty="0" sz="850" spc="-25"><a:latin typeface="Calibri"/><a:cs typeface="Calibri"/></a:rPr><a:t>6#</a:t></a:r><a:r><a:rPr dirty="0" sz="850"><a:latin typeface="Calibri"/><a:cs typeface="Calibri"/></a:rPr><a:t>	</a:t></a:r><a:r><a:rPr dirty="0" sz="850" spc="-25"><a:latin typeface="Calibri"/><a:cs typeface="Calibri"/></a:rPr><a:t>6#</a:t></a:r><a:r><a:rPr dirty="0" sz="850"><a:latin typeface="Calibri"/><a:cs typeface="Calibri"/></a:rPr><a:t>	</a:t></a:r><a:r><a:rPr dirty="0" sz="850" spc="-25"><a:latin typeface="Calibri"/><a:cs typeface="Calibri"/></a:rPr><a:t>6#</a:t></a:r><a:r><a:rPr dirty="0" sz="850"><a:latin typeface="Calibri"/><a:cs typeface="Calibri"/></a:rPr><a:t>	</a:t></a:r><a:r><a:rPr dirty="0" sz="850" spc="-50"><a:latin typeface="Calibri"/><a:cs typeface="Calibri"/></a:rPr><a:t>1</a:t></a:r><a:r><a:rPr dirty="0" sz="850"><a:latin typeface="Calibri"/><a:cs typeface="Calibri"/></a:rPr><a:t>	</a:t></a:r><a:r><a:rPr dirty="0" sz="850" spc="-20"><a:latin typeface="Calibri"/><a:cs typeface="Calibri"/></a:rPr><a:t>0,01</a:t></a:r><a:endParaRPr sz="850"><a:latin typeface="Calibri"/><a:cs typeface="Calibri"/></a:endParaRPr></a:p><a:p><a:pPr><a:lnSpc><a:spcPct val="100000"/></a:lnSpc></a:pPr><a:endParaRPr sz="850"><a:latin typeface="Times New Roman"/><a:cs typeface="Times New Roman"/></a:endParaRPr></a:p><a:p><a:pPr><a:lnSpc><a:spcPct val="100000"/></a:lnSpc><a:spcBef><a:spcPts val="509"/></a:spcBef></a:pPr><a:endParaRPr sz="850"><a:latin typeface="Times New Roman"/><a:cs typeface="Times New Roman"/></a:endParaRPr></a:p><a:p><a:pPr algn="r" marR="593090"><a:lnSpc><a:spcPct val="100000"/></a:lnSpc><a:spcBef><a:spcPts val="5"/></a:spcBef></a:pPr><a:r><a:rPr dirty="0" sz="300" spc="-10"><a:latin typeface="Calibri"/><a:cs typeface="Calibri"/></a:rPr><a:t>31E/X2P1.</a:t></a:r><a:endParaRPr sz="300"><a:latin typeface="Calibri"/><a:cs typeface="Calibri"/></a:endParaRPr></a:p></a:txBody><a:tcPr marL="0" marR="0" marB="0" marT="6794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><a:txBody><a:bodyPr/><a:lstStyle/><a:p><a:pPr marL="98425"><a:lnSpc><a:spcPts val="700"/></a:lnSpc><a:spcBef><a:spcPts val="80"/></a:spcBef></a:pPr><a:r><a:rPr dirty="0" sz="600" spc="-25"><a:latin typeface="Verdana"/><a:cs typeface="Verdana"/></a:rPr><a:t>ER</a:t></a:r><a:endParaRPr sz="600"><a:latin typeface="Verdana"/><a:cs typeface="Verdana"/></a:endParaRPr></a:p></a:txBody><a:tcPr marL="0" marR="0" marB="0" marT="10160" vert="vert27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marL="90170"><a:lnSpc><a:spcPts val="660"/></a:lnSpc><a:spcBef><a:spcPts val="35"/></a:spcBef></a:pPr><a:r><a:rPr dirty="0" sz="600" spc="-25" b="1"><a:latin typeface="Verdana"/><a:cs typeface="Verdana"/></a:rPr><a:t>BY</a:t></a:r><a:endParaRPr sz="600"><a:latin typeface="Verdana"/><a:cs typeface="Verdana"/></a:endParaRPr></a:p></a:txBody><a:tcPr marL="0" marR="0" marB="0" marT="4445" vert="vert270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3300729"><a:tc vMerge="1"><a:txBody><a:bodyPr/><a:lstStyle/><a:p><a:pPr/></a:p></a:txBody><a:tcPr marL="0" marR="0" marB="0" marT="6794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><a:txBody><a:bodyPr/><a:lstStyle/><a:p><a:pPr marL="17145"><a:lnSpc><a:spcPts val="700"/></a:lnSpc><a:spcBef><a:spcPts val="80"/></a:spcBef></a:pPr><a:r><a:rPr dirty="0" sz="600" spc="-10"><a:latin typeface="Verdana"/><a:cs typeface="Verdana"/></a:rPr><a:t>UPDATED</a:t></a:r><a:endParaRPr sz="600"><a:latin typeface="Verdana"/><a:cs typeface="Verdana"/></a:endParaRPr></a:p></a:txBody><a:tcPr marL="0" marR="0" marB="0" marT="10160" vert="vert27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490220"><a:tc vMerge="1"><a:txBody><a:bodyPr/><a:lstStyle/><a:p><a:pPr/></a:p></a:txBody><a:tcPr marL="0" marR="0" marB="0" marT="6794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><a:txBody><a:bodyPr/><a:lstStyle/><a:p><a:pPr marL="38100"><a:lnSpc><a:spcPct val="100000"/></a:lnSpc><a:spcBef><a:spcPts val="110"/></a:spcBef></a:pPr><a:endParaRPr sz="550"><a:latin typeface="Verdana"/><a:cs typeface="Verdana"/></a:endParaRPr><a:r><a:rPr dirty="0" sz="550" spc="-10"><a:latin typeface="Verdana"/><a:t>{{ISSUE_DATE}}</a:t></a:r></a:p></a:txBody><a:tcPr marL="0" marR="0" marB="0" marT="13970" vert="vert27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marL="16510"><a:lnSpc><a:spcPts val="620"/></a:lnSpc><a:spcBef><a:spcPts val="75"/></a:spcBef></a:pPr><a:r><a:rPr dirty="0" sz="600" spc="-10" b="1"><a:latin typeface="Verdana"/><a:cs typeface="Verdana"/></a:rPr><a:t>REEV.</a:t></a:r><a:endParaRPr sz="600"><a:latin typeface="Verdana"/><a:cs typeface="Verdana"/></a:endParaRPr></a:p></a:txBody><a:tcPr marL="0" marR="0" marB="0" marT="9525" vert="vert270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324485"><a:tc vMerge="1"><a:txBody><a:bodyPr/><a:lstStyle/><a:p><a:pPr/></a:p></a:txBody><a:tcPr marL="0" marR="0" marB="0" marT="6794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><a:txBody><a:bodyPr/><a:lstStyle/><a:p><a:pPr algn="ctr"><a:lnSpc><a:spcPts val="700"/></a:lnSpc><a:spcBef><a:spcPts val="80"/></a:spcBef></a:pPr><a:r><a:rPr dirty="0" sz="600" spc="-50"><a:latin typeface="Verdana"/><a:cs typeface="Verdana"/></a:rPr><a:t>1</a:t></a:r><a:endParaRPr sz="600"><a:latin typeface="Verdana"/><a:cs typeface="Verdana"/></a:endParaRPr></a:p></a:txBody><a:tcPr marL="0" marR="0" marB="0" marT="10160" vert="vert27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marL="15240"><a:lnSpc><a:spcPts val="690"/></a:lnSpc><a:spcBef><a:spcPts val="5"/></a:spcBef></a:pPr><a:r><a:rPr dirty="0" sz="600" spc="-20" b="1"><a:latin typeface="Verdana"/><a:cs typeface="Verdana"/></a:rPr><a:t>REV.</a:t></a:r><a:endParaRPr sz="600"><a:latin typeface="Verdana"/><a:cs typeface="Verdana"/></a:endParaRPr></a:p></a:txBody><a:tcPr marL="0" marR="0" marB="0" marT="635" vert="vert270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1707514"><a:tc vMerge="1"><a:txBody><a:bodyPr/><a:lstStyle/><a:p><a:pPr/></a:p></a:txBody><a:tcPr marL="0" marR="0" marB="0" marT="6794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 gridSpan="6"><a:txBody><a:bodyPr/><a:lstStyle/><a:p><a:pPr><a:lnSpc><a:spcPct val="100000"/></a:lnSpc></a:pPr><a:endParaRPr sz="8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gridSpan="5"><a:txBody><a:bodyPr/><a:lstStyle/><a:p><a:pPr marL="28575"><a:lnSpc><a:spcPts val="1065"/></a:lnSpc></a:pPr><a:r><a:rPr dirty="0" sz="1100" spc="-10"><a:latin typeface="Verdana"/><a:cs typeface="Verdana"/></a:rPr><a:t>0</a:t></a:r><a:r><a:rPr dirty="0" sz="1100" spc="-130"><a:latin typeface="Verdana"/><a:cs typeface="Verdana"/></a:rPr><a:t>6</a:t></a:r><a:r><a:rPr dirty="0" sz="1100" spc="-655"><a:latin typeface="Verdana"/><a:cs typeface="Verdana"/></a:rPr><a:t>B</a:t></a:r><a:r><a:rPr dirty="0" sz="1100" spc="-75"><a:latin typeface="Verdana"/><a:cs typeface="Verdana"/></a:rPr><a:t>3</a:t></a:r><a:r><a:rPr dirty="0" sz="1100" spc="-819"><a:latin typeface="Verdana"/><a:cs typeface="Verdana"/></a:rPr><a:t>O</a:t></a:r><a:r><a:rPr dirty="0" sz="1100" spc="-385"><a:latin typeface="Verdana"/><a:cs typeface="Verdana"/></a:rPr><a:t>7</a:t></a:r><a:r><a:rPr dirty="0" sz="1100" spc="-195"><a:latin typeface="Verdana"/><a:cs typeface="Verdana"/></a:rPr><a:t>P</a:t></a:r><a:r><a:rPr dirty="0" sz="1100" spc="-580"><a:latin typeface="Verdana"/><a:cs typeface="Verdana"/></a:rPr><a:t>X</a:t></a:r><a:r><a:rPr dirty="0" sz="1100" spc="-10"><a:latin typeface="Verdana"/><a:cs typeface="Verdana"/></a:rPr><a:t>O</a:t></a:r><a:endParaRPr sz="1100"><a:latin typeface="Verdana"/><a:cs typeface="Verdana"/></a:endParaRPr></a:p><a:p><a:pPr marR="626745" indent="-5715"><a:lnSpc><a:spcPct val="100899"/></a:lnSpc></a:pPr><a:endParaRPr sz="1100"><a:latin typeface="Verdana"/><a:cs typeface="Verdana"/></a:endParaRPr><a:r><a:rPr dirty="0" sz="1100" spc="-495"><a:latin typeface="Verdana"/><a:t>A81 CLINTON, 70P7H):-252-9990</a:t></a:r></a:p></a:txBody><a:tcPr marL="0" marR="0" marB="0" marT="0" vert="vert270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/a:tr><a:tr h="4715510"><a:tc vMerge="1"><a:txBody><a:bodyPr/><a:lstStyle/><a:p><a:pPr/></a:p></a:txBody><a:tcPr marL="0" marR="0" marB="0" marT="6794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 gridSpan="11"><a:txBody><a:bodyPr/><a:lstStyle/><a:p><a:pPr marL="78105"><a:lnSpc><a:spcPct val="100000"/></a:lnSpc><a:spcBef><a:spcPts val="259"/></a:spcBef></a:pPr><a:r><a:rPr dirty="0" sz="1700" spc="-680" b="1"><a:latin typeface="Arial"/><a:cs typeface="Arial"/></a:rPr><a:t>a</a:t></a:r><a:r><a:rPr dirty="0" sz="1700" spc="-484" b="1"><a:latin typeface="Arial"/><a:cs typeface="Arial"/></a:rPr><a:t>P</a:t></a:r><a:r><a:rPr dirty="0" sz="1700" spc="-204" b="1"><a:latin typeface="Arial"/><a:cs typeface="Arial"/></a:rPr><a:t>r</a:t></a:r><a:r><a:rPr dirty="0" sz="1700" spc="-1055" b="1"><a:latin typeface="Arial"/><a:cs typeface="Arial"/></a:rPr><a:t>N</a:t></a:r><a:r><a:rPr dirty="0" sz="1700" spc="-10" b="1"><a:latin typeface="Arial"/><a:cs typeface="Arial"/></a:rPr><a:t>emont</a:t></a:r><a:endParaRPr sz="1700"><a:latin typeface="Arial"/><a:cs typeface="Arial"/></a:endParaRPr></a:p><a:p><a:pPr marL="114300" marR="3882390" indent="-38100"><a:lnSpc><a:spcPct val="134400"/></a:lnSpc><a:spcBef><a:spcPts val="5"/></a:spcBef></a:pPr><a:endParaRPr sz="1350"><a:latin typeface="Arial"/><a:cs typeface="Arial"/></a:endParaRPr><a:r><a:rPr dirty="0" sz="1350" spc="-90"><a:latin typeface="Arial"/><a:t>u4n1nel {{CITY_SHORT}},</a:t></a:r></a:p><a:p><a:pPr marL="46990"><a:lnSpc><a:spcPct val="100000"/></a:lnSpc><a:spcBef><a:spcPts val="445"/></a:spcBef></a:pPr><a:r><a:rPr dirty="0" sz="1350" spc="-310"><a:latin typeface="Arial"/><a:cs typeface="Arial"/></a:rPr><a:t>HA-</a:t></a:r><a:r><a:rPr dirty="0" sz="1350" spc="-765"><a:latin typeface="Arial"/><a:cs typeface="Arial"/></a:rPr><a:t>7</a:t></a:r><a:r><a:rPr dirty="0" sz="1350" spc="-160"><a:latin typeface="Arial"/><a:cs typeface="Arial"/></a:rPr><a:t>P</a:t></a:r><a:r><a:rPr dirty="0" sz="1350" spc="-615"><a:latin typeface="Arial"/><a:cs typeface="Arial"/></a:rPr><a:t>6</a:t></a:r><a:r><a:rPr dirty="0" sz="1350" spc="-385"><a:latin typeface="Arial"/><a:cs typeface="Arial"/></a:rPr><a:t>N7</a:t></a:r><a:r><a:rPr dirty="0" sz="1350" spc="-5"><a:latin typeface="Arial"/><a:cs typeface="Arial"/></a:rPr><a:t>:0-</a:t></a:r><a:r><a:rPr dirty="0" sz="1350" spc="-25"><a:latin typeface="Arial"/><a:cs typeface="Arial"/></a:rPr><a:t>027</a:t></a:r><a:endParaRPr sz="1350"><a:latin typeface="Arial"/><a:cs typeface="Arial"/></a:endParaRPr></a:p></a:txBody><a:tcPr marL="0" marR="0" marB="0" marT="33019" vert="vert270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38100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/a:tr><a:tr h="1000760"><a:tc vMerge="1"><a:txBody><a:bodyPr/><a:lstStyle/><a:p><a:pPr/></a:p></a:txBody><a:tcPr marL="0" marR="0" marB="0" marT="6794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 gridSpan="11"><a:txBody><a:bodyPr/><a:lstStyle/><a:p><a:pPr><a:lnSpc><a:spcPct val="100000"/></a:lnSpc><a:spcBef><a:spcPts val="425"/></a:spcBef></a:pPr><a:endParaRPr sz="1800"><a:latin typeface="Times New Roman"/><a:cs typeface="Times New Roman"/></a:endParaRPr></a:p><a:p><a:pPr marL="322580"><a:lnSpc><a:spcPct val="100000"/></a:lnSpc></a:pPr><a:r><a:rPr dirty="0" sz="1800" spc="-20" b="1"><a:latin typeface="Verdana"/><a:cs typeface="Verdana"/></a:rPr><a:t>E2.0</a:t></a:r><a:endParaRPr sz="1800"><a:latin typeface="Verdana"/><a:cs typeface="Verdana"/></a:endParaRPr></a:p><a:p><a:pPr marL="231775"><a:lnSpc><a:spcPct val="100000"/></a:lnSpc><a:spcBef><a:spcPts val="60"/></a:spcBef></a:pPr><a:r><a:rPr dirty="0" sz="700" spc="-10"><a:latin typeface="Verdana"/><a:cs typeface="Verdana"/></a:rPr><a:t>POIS1LD</a:t></a:r><a:endParaRPr sz="700"><a:latin typeface="Verdana"/><a:cs typeface="Verdana"/></a:endParaRPr></a:p></a:txBody><a:tcPr marL="0" marR="0" marB="0" marT="53975"><a:lnL w="9525"><a:solidFill><a:srgbClr val="000000"/></a:solidFill><a:prstDash val="solid"/></a:lnL><a:lnR w="19050"><a:solidFill><a:srgbClr val="000000"/></a:solidFill><a:prstDash val="solid"/></a:lnR><a:lnT w="38100"><a:solidFill><a:srgbClr val="000000"/></a:solidFill><a:prstDash val="solid"/></a:lnT><a:lnB w="76200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/a:tr><a:tr h="276225"><a:tc vMerge="1"><a:txBody><a:bodyPr/><a:lstStyle/><a:p><a:pPr/></a:p></a:txBody><a:tcPr marL="0" marR="0" marB="0" marT="6794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 gridSpan="5"><a:txBody><a:bodyPr/><a:lstStyle/><a:p><a:pPr><a:lnSpc><a:spcPct val="100000"/></a:lnSpc><a:spcBef><a:spcPts val="540"/></a:spcBef></a:pPr><a:r><a:rPr dirty="0" sz="550" spc="-10"><a:latin typeface="Verdana"/><a:cs typeface="Verdana"/></a:rPr><a:t>UEFIRST</a:t></a:r><a:endParaRPr sz="550"><a:latin typeface="Verdana"/><a:cs typeface="Verdana"/></a:endParaRPr></a:p><a:p><a:pPr marL="187325"><a:lnSpc><a:spcPct val="100000"/></a:lnSpc></a:pPr><a:r><a:rPr dirty="0" sz="550" spc="-10"><a:latin typeface="Verdana"/><a:cs typeface="Verdana"/></a:rPr><a:t>DATE:</a:t></a:r><a:endParaRPr sz="550"><a:latin typeface="Verdana"/><a:cs typeface="Verdana"/></a:endParaRPr></a:p></a:txBody><a:tcPr marL="0" marR="0" marB="0" marT="68580"><a:lnL w="9525"><a:solidFill><a:srgbClr val="000000"/></a:solidFill><a:prstDash val="solid"/></a:lnL><a:lnR w="9525"><a:solidFill><a:srgbClr val="000000"/></a:solidFill><a:prstDash val="solid"/></a:lnR><a:lnT w="76200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gridSpan="6"><a:txBody><a:bodyPr/><a:lstStyle/><a:p><a:pPr marL="51435"><a:lnSpc><a:spcPct val="100000"/></a:lnSpc><a:spcBef><a:spcPts val="795"/></a:spcBef></a:pPr><a:endParaRPr sz="700"><a:latin typeface="Verdana"/><a:cs typeface="Verdana"/></a:endParaRPr><a:r><a:rPr dirty="0" sz="700" spc="-10"><a:latin typeface="Verdana"/><a:t>{{ISSUE_DATE}}</a:t></a:r></a:p></a:txBody><a:tcPr marL="0" marR="0" marB="0" marT="100965"><a:lnL w="9525"><a:solidFill><a:srgbClr val="000000"/></a:solidFill><a:prstDash val="solid"/></a:lnL><a:lnR w="19050"><a:solidFill><a:srgbClr val="000000"/></a:solidFill><a:prstDash val="solid"/></a:lnR><a:lnT w="76200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/a:tr><a:tr h="247015"><a:tc vMerge="1"><a:txBody><a:bodyPr/><a:lstStyle/><a:p><a:pPr/></a:p></a:txBody><a:tcPr marL="0" marR="0" marB="0" marT="6794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 gridSpan="5"><a:txBody><a:bodyPr/><a:lstStyle/><a:p><a:pPr><a:lnSpc><a:spcPct val="100000"/></a:lnSpc><a:spcBef><a:spcPts val="10"/></a:spcBef></a:pPr><a:endParaRPr sz="550"><a:latin typeface="Times New Roman"/><a:cs typeface="Times New Roman"/></a:endParaRPr></a:p><a:p><a:pPr marL="34925"><a:lnSpc><a:spcPct val="100000"/></a:lnSpc></a:pPr><a:r><a:rPr dirty="0" sz="550" spc="-10"><a:latin typeface="Verdana"/><a:cs typeface="Verdana"/></a:rPr><a:t>DESIGNED</a:t></a:r><a:endParaRPr sz="550"><a:latin typeface="Verdana"/><a:cs typeface="Verdana"/></a:endParaRPr></a:p></a:txBody><a:tcPr marL="0" marR="0" marB="0" marT="127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gridSpan="6"><a:txBody><a:bodyPr/><a:lstStyle/><a:p><a:pPr marL="232410"><a:lnSpc><a:spcPct val="100000"/></a:lnSpc><a:spcBef><a:spcPts val="565"/></a:spcBef></a:pPr><a:endParaRPr sz="700"><a:latin typeface="Verdana"/><a:cs typeface="Verdana"/></a:endParaRPr><a:r><a:rPr dirty="0" sz="700" spc="-20"><a:latin typeface="Verdana"/><a:t>{{DESIGNED_BY}}</a:t></a:r></a:p></a:txBody><a:tcPr marL="0" marR="0" marB="0" marT="71755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/a:tr><a:tr h="247015"><a:tc vMerge="1"><a:txBody><a:bodyPr/><a:lstStyle/><a:p><a:pPr/></a:p></a:txBody><a:tcPr marL="0" marR="0" marB="0" marT="6794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 gridSpan="5"><a:txBody><a:bodyPr/><a:lstStyle/><a:p><a:pPr><a:lnSpc><a:spcPct val="100000"/></a:lnSpc><a:spcBef><a:spcPts val="10"/></a:spcBef></a:pPr><a:endParaRPr sz="550"><a:latin typeface="Times New Roman"/><a:cs typeface="Times New Roman"/></a:endParaRPr></a:p><a:p><a:pPr marL="54610"><a:lnSpc><a:spcPct val="100000"/></a:lnSpc></a:pPr><a:r><a:rPr dirty="0" sz="550" spc="-10"><a:latin typeface="Verdana"/><a:cs typeface="Verdana"/></a:rPr><a:t>CHECKED</a:t></a:r><a:endParaRPr sz="550"><a:latin typeface="Verdana"/><a:cs typeface="Verdana"/></a:endParaRPr></a:p></a:txBody><a:tcPr marL="0" marR="0" marB="0" marT="127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gridSpan="6"><a:txBody><a:bodyPr/><a:lstStyle/><a:p><a:pPr marL="103505"><a:lnSpc><a:spcPct val="100000"/></a:lnSpc><a:spcBef><a:spcPts val="565"/></a:spcBef></a:pPr><a:endParaRPr sz="700"><a:latin typeface="Verdana"/><a:cs typeface="Verdana"/></a:endParaRPr><a:r><a:rPr dirty="0" sz="700" spc="-10"><a:latin typeface="Verdana"/><a:t>{{CHECKED_BY}}</a:t></a:r></a:p></a:txBody><a:tcPr marL="0" marR="0" marB="0" marT="71755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/a:tr><a:tr h="230504"><a:tc vMerge="1"><a:txBody><a:bodyPr/><a:lstStyle/><a:p><a:pPr/></a:p></a:txBody><a:tcPr marL="0" marR="0" marB="0" marT="6794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 gridSpan="5"><a:txBody><a:bodyPr/><a:lstStyle/><a:p><a:pPr marL="36195"><a:lnSpc><a:spcPct val="100000"/></a:lnSpc><a:spcBef><a:spcPts val="420"/></a:spcBef></a:pPr><a:r><a:rPr dirty="0" sz="800" spc="-10"><a:latin typeface="Verdana"/><a:cs typeface="Verdana"/></a:rPr><a:t>.J:OB</a:t></a:r><a:endParaRPr sz="800"><a:latin typeface="Verdana"/><a:cs typeface="Verdana"/></a:endParaRPr></a:p></a:txBody><a:tcPr marL="0" marR="0" marB="0" marT="5334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gridSpan="6"><a:txBody><a:bodyPr/><a:lstStyle/><a:p><a:pPr marL="213360"><a:lnSpc><a:spcPct val="100000"/></a:lnSpc><a:spcBef><a:spcPts val="545"/></a:spcBef></a:pPr><a:endParaRPr sz="600"><a:latin typeface="Verdana"/><a:cs typeface="Verdana"/></a:endParaRPr><a:r><a:rPr dirty="0" sz="600"><a:latin typeface="Verdana"/><a:t>{{JOB_NO}}</a:t></a:r></a:p></a:txBody><a:tcPr marL="0" marR="0" marB="0" marT="69215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/a:tr></a:tbl></a:graphicData></a:graphic></p:graphicFrame><p:pic><p:nvPicPr><p:cNvPr id="273" name="object 273"/><p:cNvPicPr/><p:nvPr/></p:nvPicPr><p:blipFill><a:blip r:embed="rId8" cstate="print"/><a:stretch><a:fillRect/></a:stretch></p:blipFill><p:spPr><a:xfrm><a:off x="14925898" y="804552"/><a:ext cx="2695981" cy="2656502"/></a:xfrm><a:prstGeom prst="rect"><a:avLst/></a:prstGeom></p:spPr></p:pic><p:pic><p:nvPicPr><p:cNvPr id="274" name="object 274"/><p:cNvPicPr/><p:nvPr/></p:nvPicPr><p:blipFill><a:blip r:embed="rId9" cstate="print"/><a:stretch><a:fillRect/></a:stretch></p:blipFill><p:spPr><a:xfrm><a:off x="19765226" y="11107748"/><a:ext cx="28930" cy="1008462"/></a:xfrm><a:prstGeom prst="rect"><a:avLst/></a:prstGeom></p:spPr></p:pic><p:grpSp><p:nvGrpSpPr><p:cNvPr id="275" name="object 275"/><p:cNvGrpSpPr/><p:nvPr/></p:nvGrpSpPr><p:grpSpPr><a:xfrm><a:off x="16527191" y="11920818"/><a:ext cx="772160" cy="1102995"/><a:chOff x="16527191" y="11920818"/><a:chExt cx="772160" cy="1102995"/></a:xfrm></p:grpSpPr><p:sp><p:nvSpPr><p:cNvPr id="276" name="object 276"/><p:cNvSpPr/><p:nvPr/></p:nvSpPr><p:spPr><a:xfrm><a:off x="16706169" y="12047844"/><a:ext cx="40005" cy="46990"/></a:xfrm><a:custGeom><a:avLst/><a:gdLst/><a:ahLst/><a:cxnLst/><a:rect l="l" t="t" r="r" b="b"/><a:pathLst><a:path w="40005" h="46990"><a:moveTo><a:pt x="26536" y="46771"/></a:moveTo><a:lnTo><a:pt x="0" y="7641"/></a:lnTo><a:lnTo><a:pt x="9741" y="1007"/></a:lnTo><a:lnTo><a:pt x="15199" y="0"/></a:lnTo><a:lnTo><a:pt x="39552" y="29809"/></a:lnTo><a:lnTo><a:pt x="39300" y="35435"/></a:lnTo><a:lnTo><a:pt x="36361" y="40137"/></a:lnTo><a:lnTo><a:pt x="26536" y="46771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277" name="object 277"/><p:cNvSpPr/><p:nvPr/></p:nvSpPr><p:spPr><a:xfrm><a:off x="16679801" y="12064302"/><a:ext cx="32384" cy="50165"/></a:xfrm><a:custGeom><a:avLst/><a:gdLst/><a:ahLst/><a:cxnLst/><a:rect l="l" t="t" r="r" b="b"/><a:pathLst><a:path w="32384" h="50165"><a:moveTo><a:pt x="31910" y="49709"/></a:moveTo><a:lnTo><a:pt x="0" y="14778"/></a:lnTo><a:lnTo><a:pt x="16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78" name="object 278"/><p:cNvSpPr/><p:nvPr/></p:nvSpPr><p:spPr><a:xfrm><a:off x="16695000" y="12086638"/><a:ext cx="10160" cy="9525"/></a:xfrm><a:custGeom><a:avLst/><a:gdLst/><a:ahLst/><a:cxnLst/><a:rect l="l" t="t" r="r" b="b"/><a:pathLst><a:path w="10159" h="9525"><a:moveTo><a:pt x="0" y="9068"/></a:moveTo><a:lnTo><a:pt x="999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79" name="object 279"/><p:cNvSpPr/><p:nvPr/></p:nvSpPr><p:spPr><a:xfrm><a:off x="16711711" y="12099150"/><a:ext cx="16510" cy="15240"/></a:xfrm><a:custGeom><a:avLst/><a:gdLst/><a:ahLst/><a:cxnLst/><a:rect l="l" t="t" r="r" b="b"/><a:pathLst><a:path w="16509" h="15240"><a:moveTo><a:pt x="0" y="14862"/></a:moveTo><a:lnTo><a:pt x="16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0" name="object 280"/><p:cNvSpPr/><p:nvPr/></p:nvSpPr><p:spPr><a:xfrm><a:off x="16714398" y="11978150"/><a:ext cx="29845" cy="9525"/></a:xfrm><a:custGeom><a:avLst/><a:gdLst/><a:ahLst/><a:cxnLst/><a:rect l="l" t="t" r="r" b="b"/><a:pathLst><a:path w="29844" h="9525"><a:moveTo><a:pt x="29391" y="9068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1" name="object 281"/><p:cNvSpPr/><p:nvPr/></p:nvSpPr><p:spPr><a:xfrm><a:off x="16714482" y="11962531"/><a:ext cx="26034" cy="15875"/></a:xfrm><a:custGeom><a:avLst/><a:gdLst/><a:ahLst/><a:cxnLst/><a:rect l="l" t="t" r="r" b="b"/><a:pathLst><a:path w="26034" h="15875"><a:moveTo><a:pt x="25864" y="0"/></a:moveTo><a:lnTo><a:pt x="23344" y="587"/></a:lnTo><a:lnTo><a:pt x="15083" y="2804"/></a:lnTo><a:lnTo><a:pt x="7423" y="7326"/></a:lnTo><a:lnTo><a:pt x="1679" y="13687"/></a:lnTo><a:lnTo><a:pt x="0" y="15618"/></a:lnTo></a:path></a:pathLst></a:custGeom><a:ln w="3175"><a:solidFill><a:srgbClr val="000000"/></a:solidFill></a:ln></p:spPr><p:txBody><a:bodyPr wrap="square" lIns="0" tIns="0" rIns="0" bIns="0" rtlCol="0"/><a:lstStyle/><a:p/></p:txBody></p:sp><p:sp><p:nvSpPr><p:cNvPr id="282" name="object 282"/><p:cNvSpPr/><p:nvPr/></p:nvSpPr><p:spPr><a:xfrm><a:off x="16689206" y="11994692"/><a:ext cx="30480" cy="6985"/></a:xfrm><a:custGeom><a:avLst/><a:gdLst/><a:ahLst/><a:cxnLst/><a:rect l="l" t="t" r="r" b="b"/><a:pathLst><a:path w="30480" h="6984"><a:moveTo><a:pt x="29978" y="671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3" name="object 283"/><p:cNvSpPr/><p:nvPr/></p:nvSpPr><p:spPr><a:xfrm><a:off x="16695840" y="11999982"/><a:ext cx="20955" cy="17780"/></a:xfrm><a:custGeom><a:avLst/><a:gdLst/><a:ahLst/><a:cxnLst/><a:rect l="l" t="t" r="r" b="b"/><a:pathLst><a:path w="20955" h="17779"><a:moveTo><a:pt x="0" y="17465"/></a:moveTo><a:lnTo><a:pt x="2435" y="16206"/></a:lnTo><a:lnTo><a:pt x="8408" y="13236"/></a:lnTo><a:lnTo><a:pt x="15319" y="7582"/></a:lnTo><a:lnTo><a:pt x="19230" y="2183"/></a:lnTo><a:lnTo><a:pt x="2090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4" name="object 284"/><p:cNvSpPr/><p:nvPr/></p:nvSpPr><p:spPr><a:xfrm><a:off x="16710787" y="12599440"/><a:ext cx="6350" cy="30480"/></a:xfrm><a:custGeom><a:avLst/><a:gdLst/><a:ahLst/><a:cxnLst/><a:rect l="l" t="t" r="r" b="b"/><a:pathLst><a:path w="6350" h="30479"><a:moveTo><a:pt x="0" y="0"/></a:moveTo><a:lnTo><a:pt x="6046" y="30145"/></a:lnTo></a:path></a:pathLst></a:custGeom><a:ln w="3175"><a:solidFill><a:srgbClr val="000000"/></a:solidFill></a:ln></p:spPr><p:txBody><a:bodyPr wrap="square" lIns="0" tIns="0" rIns="0" bIns="0" rtlCol="0"/><a:lstStyle/><a:p/></p:txBody></p:sp><p:sp><p:nvSpPr><p:cNvPr id="285" name="object 285"/><p:cNvSpPr/><p:nvPr/></p:nvSpPr><p:spPr><a:xfrm><a:off x="16690717" y="12614219"/><a:ext cx="26670" cy="15875"/></a:xfrm><a:custGeom><a:avLst/><a:gdLst/><a:ahLst/><a:cxnLst/><a:rect l="l" t="t" r="r" b="b"/><a:pathLst><a:path w="26669" h="15875"><a:moveTo><a:pt x="0" y="0"/></a:moveTo><a:lnTo><a:pt x="1763" y="1931"/></a:lnTo><a:lnTo><a:pt x="7301" y="8010"/></a:lnTo><a:lnTo><a:pt x="15598" y="12859"/></a:lnTo><a:lnTo><a:pt x="23596" y="14778"/></a:lnTo><a:lnTo><a:pt x="26116" y="15282"/></a:lnTo></a:path></a:pathLst></a:custGeom><a:ln w="3175"><a:solidFill><a:srgbClr val="000000"/></a:solidFill></a:ln></p:spPr><p:txBody><a:bodyPr wrap="square" lIns="0" tIns="0" rIns="0" bIns="0" rtlCol="0"/><a:lstStyle/><a:p/></p:txBody></p:sp><p:sp><p:nvSpPr><p:cNvPr id="286" name="object 286"/><p:cNvSpPr/><p:nvPr/></p:nvSpPr><p:spPr><a:xfrm><a:off x="16710451" y="12602211"/><a:ext cx="24765" cy="12700"/></a:xfrm><a:custGeom><a:avLst/><a:gdLst/><a:ahLst/><a:cxnLst/><a:rect l="l" t="t" r="r" b="b"/><a:pathLst><a:path w="24765" h="12700"><a:moveTo><a:pt x="24436" y="12091"/></a:moveTo><a:lnTo><a:pt x="22337" y="10328"/></a:lnTo><a:lnTo><a:pt x="16743" y="5817"/></a:lnTo><a:lnTo><a:pt x="9680" y="2276"/></a:lnTo><a:lnTo><a:pt x="2687" y="58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7" name="object 287"/><p:cNvSpPr/><p:nvPr/></p:nvSpPr><p:spPr><a:xfrm><a:off x="16604895" y="12202432"/><a:ext cx="44450" cy="17780"/></a:xfrm><a:custGeom><a:avLst/><a:gdLst/><a:ahLst/><a:cxnLst/><a:rect l="l" t="t" r="r" b="b"/><a:pathLst><a:path w="44450" h="17779"><a:moveTo><a:pt x="0" y="0"/></a:moveTo><a:lnTo><a:pt x="43918" y="17465"/></a:lnTo></a:path></a:pathLst></a:custGeom><a:ln w="3175"><a:solidFill><a:srgbClr val="000000"/></a:solidFill></a:ln></p:spPr><p:txBody><a:bodyPr wrap="square" lIns="0" tIns="0" rIns="0" bIns="0" rtlCol="0"/><a:lstStyle/><a:p/></p:txBody></p:sp><p:sp><p:nvSpPr><p:cNvPr id="288" name="object 288"/><p:cNvSpPr/><p:nvPr/></p:nvSpPr><p:spPr><a:xfrm><a:off x="16612033" y="12173127"/><a:ext cx="46355" cy="35560"/></a:xfrm><a:custGeom><a:avLst/><a:gdLst/><a:ahLst/><a:cxnLst/><a:rect l="l" t="t" r="r" b="b"/><a:pathLst><a:path w="46355" h="35559"><a:moveTo><a:pt x="12596" y="0"/></a:moveTo><a:lnTo><a:pt x="7053" y="1175"/></a:lnTo><a:lnTo><a:pt x="2939" y="4786"/></a:lnTo><a:lnTo><a:pt x="83" y="11000"/></a:lnTo><a:lnTo><a:pt x="0" y="16542"/></a:lnTo><a:lnTo><a:pt x="2687" y="21496"/></a:lnTo><a:lnTo><a:pt x="6801" y="23343"/></a:lnTo><a:lnTo><a:pt x="11588" y="23679"/></a:lnTo><a:lnTo><a:pt x="14359" y="23091"/></a:lnTo><a:lnTo><a:pt x="17802" y="20908"/></a:lnTo><a:lnTo><a:pt x="26116" y="13603"/></a:lnTo><a:lnTo><a:pt x="29559" y="11503"/></a:lnTo><a:lnTo><a:pt x="32330" y="10916"/></a:lnTo><a:lnTo><a:pt x="37116" y="11251"/></a:lnTo><a:lnTo><a:pt x="43246" y="14022"/></a:lnTo><a:lnTo><a:pt x="45934" y="18977"/></a:lnTo><a:lnTo><a:pt x="45934" y="24519"/></a:lnTo><a:lnTo><a:pt x="43079" y="30648"/></a:lnTo><a:lnTo><a:pt x="38880" y="34343"/></a:lnTo><a:lnTo><a:pt x="33421" y="35519"/></a:lnTo></a:path></a:pathLst></a:custGeom><a:ln w="3175"><a:solidFill><a:srgbClr val="000000"/></a:solidFill></a:ln></p:spPr><p:txBody><a:bodyPr wrap="square" lIns="0" tIns="0" rIns="0" bIns="0" rtlCol="0"/><a:lstStyle/><a:p/></p:txBody></p:sp><p:sp><p:nvSpPr><p:cNvPr id="289" name="object 289"/><p:cNvSpPr/><p:nvPr/></p:nvSpPr><p:spPr><a:xfrm><a:off x="16540822" y="12200333"/><a:ext cx="27305" cy="14604"/></a:xfrm><a:custGeom><a:avLst/><a:gdLst/><a:ahLst/><a:cxnLst/><a:rect l="l" t="t" r="r" b="b"/><a:pathLst><a:path w="27305" h="14604"><a:moveTo><a:pt x="27039" y="0"/></a:moveTo><a:lnTo><a:pt x="0" y="14610"/></a:lnTo></a:path></a:pathLst></a:custGeom><a:ln w="3175"><a:solidFill><a:srgbClr val="000000"/></a:solidFill></a:ln></p:spPr><p:txBody><a:bodyPr wrap="square" lIns="0" tIns="0" rIns="0" bIns="0" rtlCol="0"/><a:lstStyle/><a:p/></p:txBody></p:sp><p:sp><p:nvSpPr><p:cNvPr id="290" name="object 290"/><p:cNvSpPr/><p:nvPr/></p:nvSpPr><p:spPr><a:xfrm><a:off x="16540655" y="12185470"/><a:ext cx="7620" cy="29845"/></a:xfrm><a:custGeom><a:avLst/><a:gdLst/><a:ahLst/><a:cxnLst/><a:rect l="l" t="t" r="r" b="b"/><a:pathLst><a:path w="7619" h="29845"><a:moveTo><a:pt x="7137" y="0"/></a:moveTo><a:lnTo><a:pt x="0" y="26870"/></a:lnTo><a:lnTo><a:pt x="167" y="29473"/></a:lnTo></a:path></a:pathLst></a:custGeom><a:ln w="3175"><a:solidFill><a:srgbClr val="000000"/></a:solidFill></a:ln></p:spPr><p:txBody><a:bodyPr wrap="square" lIns="0" tIns="0" rIns="0" bIns="0" rtlCol="0"/><a:lstStyle/><a:p/></p:txBody></p:sp><p:sp><p:nvSpPr><p:cNvPr id="291" name="object 291"/><p:cNvSpPr/><p:nvPr/></p:nvSpPr><p:spPr><a:xfrm><a:off x="16560725" y="12200837"/><a:ext cx="5080" cy="27305"/></a:xfrm><a:custGeom><a:avLst/><a:gdLst/><a:ahLst/><a:cxnLst/><a:rect l="l" t="t" r="r" b="b"/><a:pathLst><a:path w="5080" h="27304"><a:moveTo><a:pt x="0" y="26954"/></a:moveTo><a:lnTo><a:pt x="1511" y="23259"/></a:lnTo><a:lnTo><a:pt x="3932" y="17198"/></a:lnTo><a:lnTo><a:pt x="4737" y="10434"/></a:lnTo><a:lnTo><a:pt x="4702" y="3946"/></a:lnTo><a:lnTo><a:pt x="445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92" name="object 292"/><p:cNvSpPr/><p:nvPr/></p:nvSpPr><p:spPr><a:xfrm><a:off x="16573405" y="12449723"/><a:ext cx="10795" cy="29209"/></a:xfrm><a:custGeom><a:avLst/><a:gdLst/><a:ahLst/><a:cxnLst/><a:rect l="l" t="t" r="r" b="b"/><a:pathLst><a:path w="10794" h="29209"><a:moveTo><a:pt x="10748" y="0"/></a:moveTo><a:lnTo><a:pt x="0" y="28717"/></a:lnTo></a:path></a:pathLst></a:custGeom><a:ln w="3175"><a:solidFill><a:srgbClr val="000000"/></a:solidFill></a:ln></p:spPr><p:txBody><a:bodyPr wrap="square" lIns="0" tIns="0" rIns="0" bIns="0" rtlCol="0"/><a:lstStyle/><a:p/></p:txBody></p:sp><p:sp><p:nvSpPr><p:cNvPr id="293" name="object 293"/><p:cNvSpPr/><p:nvPr/></p:nvSpPr><p:spPr><a:xfrm><a:off x="16559297" y="12451654"/><a:ext cx="14604" cy="27305"/></a:xfrm><a:custGeom><a:avLst/><a:gdLst/><a:ahLst/><a:cxnLst/><a:rect l="l" t="t" r="r" b="b"/><a:pathLst><a:path w="14605" h="27304"><a:moveTo><a:pt x="0" y="0"/></a:moveTo><a:lnTo><a:pt x="503" y="2603"/></a:lnTo><a:lnTo><a:pt x="2166" y="11134"/></a:lnTo><a:lnTo><a:pt x="6284" y="18744"/></a:lnTo><a:lnTo><a:pt x="12260" y="25022"/></a:lnTo><a:lnTo><a:pt x="14107" y="26786"/></a:lnTo></a:path></a:pathLst></a:custGeom><a:ln w="3175"><a:solidFill><a:srgbClr val="000000"/></a:solidFill></a:ln></p:spPr><p:txBody><a:bodyPr wrap="square" lIns="0" tIns="0" rIns="0" bIns="0" rtlCol="0"/><a:lstStyle/><a:p/></p:txBody></p:sp><p:sp><p:nvSpPr><p:cNvPr id="294" name="object 294"/><p:cNvSpPr/><p:nvPr/></p:nvSpPr><p:spPr><a:xfrm><a:off x="16582474" y="12451906"/><a:ext cx="14604" cy="23495"/></a:xfrm><a:custGeom><a:avLst/><a:gdLst/><a:ahLst/><a:cxnLst/><a:rect l="l" t="t" r="r" b="b"/><a:pathLst><a:path w="14605" h="23495"><a:moveTo><a:pt x="14359" y="23175"/></a:moveTo><a:lnTo><a:pt x="13519" y="20572"/></a:lnTo><a:lnTo><a:pt x="10947" y="13486"/></a:lnTo><a:lnTo><a:pt x="7105" y="7469"/></a:lnTo><a:lnTo><a:pt x="2015" y="193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95" name="object 295"/><p:cNvSpPr/><p:nvPr/></p:nvSpPr><p:spPr><a:xfrm><a:off x="16645119" y="12544104"/><a:ext cx="1270" cy="31115"/></a:xfrm><a:custGeom><a:avLst/><a:gdLst/><a:ahLst/><a:cxnLst/><a:rect l="l" t="t" r="r" b="b"/><a:pathLst><a:path w="1269" h="31115"><a:moveTo><a:pt x="1259" y="0"/></a:moveTo><a:lnTo><a:pt x="0" y="30648"/></a:lnTo></a:path></a:pathLst></a:custGeom><a:ln w="3175"><a:solidFill><a:srgbClr val="000000"/></a:solidFill></a:ln></p:spPr><p:txBody><a:bodyPr wrap="square" lIns="0" tIns="0" rIns="0" bIns="0" rtlCol="0"/><a:lstStyle/><a:p/></p:txBody></p:sp><p:sp><p:nvSpPr><p:cNvPr id="296" name="object 296"/><p:cNvSpPr/><p:nvPr/></p:nvSpPr><p:spPr><a:xfrm><a:off x="16666365" y="12564257"/><a:ext cx="1270" cy="31115"/></a:xfrm><a:custGeom><a:avLst/><a:gdLst/><a:ahLst/><a:cxnLst/><a:rect l="l" t="t" r="r" b="b"/><a:pathLst><a:path w="1269" h="31115"><a:moveTo><a:pt x="0" y="0"/></a:moveTo><a:lnTo><a:pt x="1175" y="30648"/></a:lnTo></a:path></a:pathLst></a:custGeom><a:ln w="3175"><a:solidFill><a:srgbClr val="000000"/></a:solidFill></a:ln></p:spPr><p:txBody><a:bodyPr wrap="square" lIns="0" tIns="0" rIns="0" bIns="0" rtlCol="0"/><a:lstStyle/><a:p/></p:txBody></p:sp><p:sp><p:nvSpPr><p:cNvPr id="297" name="object 297"/><p:cNvSpPr/><p:nvPr/></p:nvSpPr><p:spPr><a:xfrm><a:off x="16644195" y="12575677"/><a:ext cx="23495" cy="19685"/></a:xfrm><a:custGeom><a:avLst/><a:gdLst/><a:ahLst/><a:cxnLst/><a:rect l="l" t="t" r="r" b="b"/><a:pathLst><a:path w="23494" h="19684"><a:moveTo><a:pt x="0" y="0"/></a:moveTo><a:lnTo><a:pt x="20909" y="18305"/></a:lnTo><a:lnTo><a:pt x="23344" y="19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298" name="object 298"/><p:cNvSpPr/><p:nvPr/></p:nvSpPr><p:spPr><a:xfrm><a:off x="16645455" y="12546791"/><a:ext cx="20955" cy="17780"/></a:xfrm><a:custGeom><a:avLst/><a:gdLst/><a:ahLst/><a:cxnLst/><a:rect l="l" t="t" r="r" b="b"/><a:pathLst><a:path w="20955" h="17779"><a:moveTo><a:pt x="20909" y="17465"/></a:moveTo><a:lnTo><a:pt x="19230" y="15282"/></a:lnTo><a:lnTo><a:pt x="14881" y="9533"/></a:lnTo><a:lnTo><a:pt x="8814" y="4510"/></a:lnTo><a:lnTo><a:pt x="2435" y="117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99" name="object 299"/><p:cNvSpPr/><p:nvPr/></p:nvSpPr><p:spPr><a:xfrm><a:off x="16687862" y="12582730"/><a:ext cx="3810" cy="30480"/></a:xfrm><a:custGeom><a:avLst/><a:gdLst/><a:ahLst/><a:cxnLst/><a:rect l="l" t="t" r="r" b="b"/><a:pathLst><a:path w="3809" h="30479"><a:moveTo><a:pt x="0" y="0"/></a:moveTo><a:lnTo><a:pt x="3610" y="3048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0" name="object 300"/><p:cNvSpPr/><p:nvPr/></p:nvSpPr><p:spPr><a:xfrm><a:off x="16666701" y="12595830"/><a:ext cx="25400" cy="17780"/></a:xfrm><a:custGeom><a:avLst/><a:gdLst/><a:ahLst/><a:cxnLst/><a:rect l="l" t="t" r="r" b="b"/><a:pathLst><a:path w="25400" h="17779"><a:moveTo><a:pt x="0" y="0"/></a:moveTo><a:lnTo><a:pt x="1595" y="2099"/></a:lnTo><a:lnTo><a:pt x="6897" y="8830"/></a:lnTo><a:lnTo><a:pt x="14242" y="13861"/></a:lnTo><a:lnTo><a:pt x="22337" y="16625"/></a:lnTo><a:lnTo><a:pt x="24772" y="17381"/></a:lnTo></a:path></a:pathLst></a:custGeom><a:ln w="3175"><a:solidFill><a:srgbClr val="000000"/></a:solidFill></a:ln></p:spPr><p:txBody><a:bodyPr wrap="square" lIns="0" tIns="0" rIns="0" bIns="0" rtlCol="0"/><a:lstStyle/><a:p/></p:txBody></p:sp><p:sp><p:nvSpPr><p:cNvPr id="301" name="object 301"/><p:cNvSpPr/><p:nvPr/></p:nvSpPr><p:spPr><a:xfrm><a:off x="16665609" y="12566944"/><a:ext cx="22860" cy="15875"/></a:xfrm><a:custGeom><a:avLst/><a:gdLst/><a:ahLst/><a:cxnLst/><a:rect l="l" t="t" r="r" b="b"/><a:pathLst><a:path w="22859" h="15875"><a:moveTo><a:pt x="22253" y="15786"/></a:moveTo><a:lnTo><a:pt x="20405" y="13687"/></a:lnTo><a:lnTo><a:pt x="15407" y="8255"/></a:lnTo><a:lnTo><a:pt x="9398" y="3911"/></a:lnTo><a:lnTo><a:pt x="2603" y="100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2" name="object 302"/><p:cNvSpPr/><p:nvPr/></p:nvSpPr><p:spPr><a:xfrm><a:off x="16687274" y="12585417"/><a:ext cx="23495" cy="14604"/></a:xfrm><a:custGeom><a:avLst/><a:gdLst/><a:ahLst/><a:cxnLst/><a:rect l="l" t="t" r="r" b="b"/><a:pathLst><a:path w="23494" h="14604"><a:moveTo><a:pt x="23428" y="14022"/></a:moveTo><a:lnTo><a:pt x="21413" y="12091"/></a:lnTo><a:lnTo><a:pt x="16471" y="7372"/></a:lnTo><a:lnTo><a:pt x="9219" y="2894"/></a:lnTo><a:lnTo><a:pt x="2687" y="83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3" name="object 303"/><p:cNvSpPr/><p:nvPr/></p:nvSpPr><p:spPr><a:xfrm><a:off x="16588436" y="12475081"/><a:ext cx="8890" cy="29845"/></a:xfrm><a:custGeom><a:avLst/><a:gdLst/><a:ahLst/><a:cxnLst/><a:rect l="l" t="t" r="r" b="b"/><a:pathLst><a:path w="8890" h="29845"><a:moveTo><a:pt x="8397" y="0"/></a:moveTo><a:lnTo><a:pt x="0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304" name="object 304"/><p:cNvSpPr/><p:nvPr/></p:nvSpPr><p:spPr><a:xfrm><a:off x="16572229" y="12479028"/><a:ext cx="16510" cy="26034"/></a:xfrm><a:custGeom><a:avLst/><a:gdLst/><a:ahLst/><a:cxnLst/><a:rect l="l" t="t" r="r" b="b"/><a:pathLst><a:path w="16509" h="26034"><a:moveTo><a:pt x="0" y="0"/></a:moveTo><a:lnTo><a:pt x="671" y="2519"/></a:lnTo><a:lnTo><a:pt x="2950" y="10780"/></a:lnTo><a:lnTo><a:pt x="7778" y="18273"/></a:lnTo><a:lnTo><a:pt x="14191" y="23931"/></a:lnTo><a:lnTo><a:pt x="16207" y="2561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5" name="object 305"/><p:cNvSpPr/><p:nvPr/></p:nvSpPr><p:spPr><a:xfrm><a:off x="16605399" y="12499349"/><a:ext cx="6350" cy="30480"/></a:xfrm><a:custGeom><a:avLst/><a:gdLst/><a:ahLst/><a:cxnLst/><a:rect l="l" t="t" r="r" b="b"/><a:pathLst><a:path w="6350" h="30479"><a:moveTo><a:pt x="6130" y="0"/></a:moveTo><a:lnTo><a:pt x="0" y="30145"/></a:lnTo></a:path></a:pathLst></a:custGeom><a:ln w="3175"><a:solidFill><a:srgbClr val="000000"/></a:solidFill></a:ln></p:spPr><p:txBody><a:bodyPr wrap="square" lIns="0" tIns="0" rIns="0" bIns="0" rtlCol="0"/><a:lstStyle/><a:p/></p:txBody></p:sp><p:sp><p:nvSpPr><p:cNvPr id="306" name="object 306"/><p:cNvSpPr/><p:nvPr/></p:nvSpPr><p:spPr><a:xfrm><a:off x="16587261" y="12505310"/><a:ext cx="18415" cy="24765"/></a:xfrm><a:custGeom><a:avLst/><a:gdLst/><a:ahLst/><a:cxnLst/><a:rect l="l" t="t" r="r" b="b"/><a:pathLst><a:path w="18415" h="24765"><a:moveTo><a:pt x="0" y="0"/></a:moveTo><a:lnTo><a:pt x="839" y="2435"/></a:lnTo><a:lnTo><a:pt x="3904" y="10431"/></a:lnTo><a:lnTo><a:pt x="9107" y="17598"/></a:lnTo><a:lnTo><a:pt x="16039" y="22671"/></a:lnTo><a:lnTo><a:pt x="18138" y="24183"/></a:lnTo></a:path></a:pathLst></a:custGeom><a:ln w="3175"><a:solidFill><a:srgbClr val="000000"/></a:solidFill></a:ln></p:spPr><p:txBody><a:bodyPr wrap="square" lIns="0" tIns="0" rIns="0" bIns="0" rtlCol="0"/><a:lstStyle/><a:p/></p:txBody></p:sp><p:sp><p:nvSpPr><p:cNvPr id="307" name="object 307"/><p:cNvSpPr/><p:nvPr/></p:nvSpPr><p:spPr><a:xfrm><a:off x="16595406" y="12477433"/><a:ext cx="16510" cy="22225"/></a:xfrm><a:custGeom><a:avLst/><a:gdLst/><a:ahLst/><a:cxnLst/><a:rect l="l" t="t" r="r" b="b"/><a:pathLst><a:path w="16509" h="22225"><a:moveTo><a:pt x="16123" y="21916"/></a:moveTo><a:lnTo><a:pt x="15031" y="19396"/></a:lnTo><a:lnTo><a:pt x="11976" y="12657"/></a:lnTo><a:lnTo><a:pt x="7633" y="6682"/></a:lnTo><a:lnTo><a:pt x="2099" y="1763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8" name="object 308"/><p:cNvSpPr/><p:nvPr/></p:nvSpPr><p:spPr><a:xfrm><a:off x="16624377" y="12522440"/><a:ext cx="3810" cy="30480"/></a:xfrm><a:custGeom><a:avLst/><a:gdLst/><a:ahLst/><a:cxnLst/><a:rect l="l" t="t" r="r" b="b"/><a:pathLst><a:path w="3809" h="30479"><a:moveTo><a:pt x="3694" y="0"/></a:moveTo><a:lnTo><a:pt x="0" y="3048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9" name="object 309"/><p:cNvSpPr/><p:nvPr/></p:nvSpPr><p:spPr><a:xfrm><a:off x="16604391" y="12530249"/><a:ext cx="20320" cy="22860"/></a:xfrm><a:custGeom><a:avLst/><a:gdLst/><a:ahLst/><a:cxnLst/><a:rect l="l" t="t" r="r" b="b"/><a:pathLst><a:path w="20319" h="22859"><a:moveTo><a:pt x="0" y="0"/></a:moveTo><a:lnTo><a:pt x="1007" y="2351"/></a:lnTo><a:lnTo><a:pt x="4780" y="10377"/></a:lnTo><a:lnTo><a:pt x="10307" y="16565"/></a:lnTo><a:lnTo><a:pt x="17718" y="21412"/></a:lnTo><a:lnTo><a:pt x="19985" y="22671"/></a:lnTo></a:path></a:pathLst></a:custGeom><a:ln w="3175"><a:solidFill><a:srgbClr val="000000"/></a:solidFill></a:ln></p:spPr><p:txBody><a:bodyPr wrap="square" lIns="0" tIns="0" rIns="0" bIns="0" rtlCol="0"/><a:lstStyle/><a:p/></p:txBody></p:sp><p:sp><p:nvSpPr><p:cNvPr id="310" name="object 310"/><p:cNvSpPr/><p:nvPr/></p:nvSpPr><p:spPr><a:xfrm><a:off x="16610186" y="12501868"/><a:ext cx="18415" cy="20955"/></a:xfrm><a:custGeom><a:avLst/><a:gdLst/><a:ahLst/><a:cxnLst/><a:rect l="l" t="t" r="r" b="b"/><a:pathLst><a:path w="18415" h="20954"><a:moveTo><a:pt x="17802" y="20572"/></a:moveTo><a:lnTo><a:pt x="16543" y="18137"/></a:lnTo><a:lnTo><a:pt x="13245" y="11897"/></a:lnTo><a:lnTo><a:pt x="7906" y="5831"/></a:lnTo><a:lnTo><a:pt x="2267" y="159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11" name="object 311"/><p:cNvSpPr/><p:nvPr/></p:nvSpPr><p:spPr><a:xfrm><a:off x="16623370" y="12553761"/><a:ext cx="22225" cy="21590"/></a:xfrm><a:custGeom><a:avLst/><a:gdLst/><a:ahLst/><a:cxnLst/><a:rect l="l" t="t" r="r" b="b"/><a:pathLst><a:path w="22225" h="21590"><a:moveTo><a:pt x="0" y="0"/></a:moveTo><a:lnTo><a:pt x="1175" y="2267"/></a:lnTo><a:lnTo><a:pt x="5406" y="9687"/></a:lnTo><a:lnTo><a:pt x="11834" y="15927"/></a:lnTo><a:lnTo><a:pt x="19398" y="19900"/></a:lnTo><a:lnTo><a:pt x="21749" y="21076"/></a:lnTo></a:path></a:pathLst></a:custGeom><a:ln w="3175"><a:solidFill><a:srgbClr val="000000"/></a:solidFill></a:ln></p:spPr><p:txBody><a:bodyPr wrap="square" lIns="0" tIns="0" rIns="0" bIns="0" rtlCol="0"/><a:lstStyle/><a:p/></p:txBody></p:sp><p:sp><p:nvSpPr><p:cNvPr id="312" name="object 312"/><p:cNvSpPr/><p:nvPr/></p:nvSpPr><p:spPr><a:xfrm><a:off x="16626897" y="12524959"/><a:ext cx="19685" cy="19685"/></a:xfrm><a:custGeom><a:avLst/><a:gdLst/><a:ahLst/><a:cxnLst/><a:rect l="l" t="t" r="r" b="b"/><a:pathLst><a:path w="19684" h="19684"><a:moveTo><a:pt x="19398" y="19145"/></a:moveTo><a:lnTo><a:pt x="17970" y="16793"/></a:lnTo><a:lnTo><a:pt x="13752" y="10508"/></a:lnTo><a:lnTo><a:pt x="8790" y="5448"/></a:lnTo><a:lnTo><a:pt x="2351" y="142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13" name="object 313"/><p:cNvSpPr/><p:nvPr/></p:nvSpPr><p:spPr><a:xfrm><a:off x="16534180" y="12214608"/><a:ext cx="5715" cy="30480"/></a:xfrm><a:custGeom><a:avLst/><a:gdLst/><a:ahLst/><a:cxnLst/><a:rect l="l" t="t" r="r" b="b"/><a:pathLst><a:path w="5715" h="30479"><a:moveTo><a:pt x="5383" y="0"/></a:moveTo><a:lnTo><a:pt x="4291" y="2267"/></a:lnTo><a:lnTo><a:pt x="1958" y="8251"/></a:lnTo><a:lnTo><a:pt x="518" y="14532"/></a:lnTo><a:lnTo><a:pt x="0" y="20957"/></a:lnTo><a:lnTo><a:pt x="428" y="27374"/></a:lnTo><a:lnTo><a:pt x="848" y="29893"/></a:lnTo></a:path></a:pathLst></a:custGeom><a:ln w="3175"><a:solidFill><a:srgbClr val="000000"/></a:solidFill></a:ln></p:spPr><p:txBody><a:bodyPr wrap="square" lIns="0" tIns="0" rIns="0" bIns="0" rtlCol="0"/><a:lstStyle/><a:p/></p:txBody></p:sp><p:sp><p:nvSpPr><p:cNvPr id="314" name="object 314"/><p:cNvSpPr/><p:nvPr/></p:nvSpPr><p:spPr><a:xfrm><a:off x="16531501" y="12255669"/><a:ext cx="24765" cy="19050"/></a:xfrm><a:custGeom><a:avLst/><a:gdLst/><a:ahLst/><a:cxnLst/><a:rect l="l" t="t" r="r" b="b"/><a:pathLst><a:path w="24765" h="19050"><a:moveTo><a:pt x="24352" y="0"/></a:moveTo><a:lnTo><a:pt x="0" y="18725"/></a:lnTo></a:path></a:pathLst></a:custGeom><a:ln w="3175"><a:solidFill><a:srgbClr val="000000"/></a:solidFill></a:ln></p:spPr><p:txBody><a:bodyPr wrap="square" lIns="0" tIns="0" rIns="0" bIns="0" rtlCol="0"/><a:lstStyle/><a:p/></p:txBody></p:sp><p:sp><p:nvSpPr><p:cNvPr id="315" name="object 315"/><p:cNvSpPr/><p:nvPr/></p:nvSpPr><p:spPr><a:xfrm><a:off x="16530410" y="12283967"/><a:ext cx="22860" cy="20955"/></a:xfrm><a:custGeom><a:avLst/><a:gdLst/><a:ahLst/><a:cxnLst/><a:rect l="l" t="t" r="r" b="b"/><a:pathLst><a:path w="22859" h="20954"><a:moveTo><a:pt x="22841" y="0"/></a:moveTo><a:lnTo><a:pt x="0" y="20572"/></a:lnTo></a:path></a:pathLst></a:custGeom><a:ln w="3175"><a:solidFill><a:srgbClr val="000000"/></a:solidFill></a:ln></p:spPr><p:txBody><a:bodyPr wrap="square" lIns="0" tIns="0" rIns="0" bIns="0" rtlCol="0"/><a:lstStyle/><a:p/></p:txBody></p:sp><p:sp><p:nvSpPr><p:cNvPr id="316" name="object 316"/><p:cNvSpPr/><p:nvPr/></p:nvSpPr><p:spPr><a:xfrm><a:off x="16531753" y="12312264"/><a:ext cx="21590" cy="22860"/></a:xfrm><a:custGeom><a:avLst/><a:gdLst/><a:ahLst/><a:cxnLst/><a:rect l="l" t="t" r="r" b="b"/><a:pathLst><a:path w="21590" h="22859"><a:moveTo><a:pt x="21077" y="0"/></a:moveTo><a:lnTo><a:pt x="0" y="22419"/></a:lnTo></a:path></a:pathLst></a:custGeom><a:ln w="3175"><a:solidFill><a:srgbClr val="000000"/></a:solidFill></a:ln></p:spPr><p:txBody><a:bodyPr wrap="square" lIns="0" tIns="0" rIns="0" bIns="0" rtlCol="0"/><a:lstStyle/><a:p/></p:txBody></p:sp><p:sp><p:nvSpPr><p:cNvPr id="317" name="object 317"/><p:cNvSpPr/><p:nvPr/></p:nvSpPr><p:spPr><a:xfrm><a:off x="16529751" y="12334768"/><a:ext cx="5715" cy="29845"/></a:xfrm><a:custGeom><a:avLst/><a:gdLst/><a:ahLst/><a:cxnLst/><a:rect l="l" t="t" r="r" b="b"/><a:pathLst><a:path w="5715" h="29845"><a:moveTo><a:pt x="658" y="0"/></a:moveTo><a:lnTo><a:pt x="322" y="2519"/></a:lnTo><a:lnTo><a:pt x="0" y="8938"/></a:lnTo><a:lnTo><a:pt x="591" y="15341"/></a:lnTo><a:lnTo><a:pt x="2098" y="21588"/></a:lnTo><a:lnTo><a:pt x="4521" y="27542"/></a:lnTo><a:lnTo><a:pt x="5697" y="29809"/></a:lnTo></a:path></a:pathLst></a:custGeom><a:ln w="3175"><a:solidFill><a:srgbClr val="000000"/></a:solidFill></a:ln></p:spPr><p:txBody><a:bodyPr wrap="square" lIns="0" tIns="0" rIns="0" bIns="0" rtlCol="0"/><a:lstStyle/><a:p/></p:txBody></p:sp><p:sp><p:nvSpPr><p:cNvPr id="318" name="object 318"/><p:cNvSpPr/><p:nvPr/></p:nvSpPr><p:spPr><a:xfrm><a:off x="16533937" y="12364745"/><a:ext cx="7620" cy="29845"/></a:xfrm><a:custGeom><a:avLst/><a:gdLst/><a:ahLst/><a:cxnLst/><a:rect l="l" t="t" r="r" b="b"/><a:pathLst><a:path w="7619" h="29845"><a:moveTo><a:pt x="167" y="0"/></a:moveTo><a:lnTo><a:pt x="6214" y="27206"/></a:lnTo><a:lnTo><a:pt x="7557" y="29389"/></a:lnTo></a:path></a:pathLst></a:custGeom><a:ln w="3175"><a:solidFill><a:srgbClr val="000000"/></a:solidFill></a:ln></p:spPr><p:txBody><a:bodyPr wrap="square" lIns="0" tIns="0" rIns="0" bIns="0" rtlCol="0"/><a:lstStyle/><a:p/></p:txBody></p:sp><p:sp><p:nvSpPr><p:cNvPr id="319" name="object 319"/><p:cNvSpPr/><p:nvPr/></p:nvSpPr><p:spPr><a:xfrm><a:off x="16530002" y="12244249"/><a:ext cx="3810" cy="30480"/></a:xfrm><a:custGeom><a:avLst/><a:gdLst/><a:ahLst/><a:cxnLst/><a:rect l="l" t="t" r="r" b="b"/><a:pathLst><a:path w="3809" h="30479"><a:moveTo><a:pt x="3682" y="0"/></a:moveTo><a:lnTo><a:pt x="2759" y="2435"/></a:lnTo><a:lnTo><a:pt x="938" y="8589"/></a:lnTo><a:lnTo><a:pt x="13" y="14940"/></a:lnTo><a:lnTo><a:pt x="0" y="21357"/></a:lnTo><a:lnTo><a:pt x="911" y="27709"/></a:lnTo><a:lnTo><a:pt x="1499" y="30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320" name="object 320"/><p:cNvSpPr/><p:nvPr/></p:nvSpPr><p:spPr><a:xfrm><a:off x="16527726" y="12274310"/><a:ext cx="3175" cy="30480"/></a:xfrm><a:custGeom><a:avLst/><a:gdLst/><a:ahLst/><a:cxnLst/><a:rect l="l" t="t" r="r" b="b"/><a:pathLst><a:path w="3175" h="30479"><a:moveTo><a:pt x="2515" y="0"/></a:moveTo><a:lnTo><a:pt x="1759" y="2435"/></a:lnTo><a:lnTo><a:pt x="423" y="8608"/></a:lnTo><a:lnTo><a:pt x="0" y="15127"/></a:lnTo><a:lnTo><a:pt x="498" y="21640"/></a:lnTo><a:lnTo><a:pt x="1927" y="27793"/></a:lnTo><a:lnTo><a:pt x="2683" y="30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321" name="object 321"/><p:cNvSpPr/><p:nvPr/></p:nvSpPr><p:spPr><a:xfrm><a:off x="16527695" y="12304539"/><a:ext cx="4445" cy="30480"/></a:xfrm><a:custGeom><a:avLst/><a:gdLst/><a:ahLst/><a:cxnLst/><a:rect l="l" t="t" r="r" b="b"/><a:pathLst><a:path w="4444" h="30479"><a:moveTo><a:pt x="1371" y="0"/></a:moveTo><a:lnTo><a:pt x="867" y="2519"/></a:lnTo><a:lnTo><a:pt x="0" y="8854"/></a:lnTo><a:lnTo><a:pt x="98" y="15314"/></a:lnTo><a:lnTo><a:pt x="1127" y="21695"/></a:lnTo><a:lnTo><a:pt x="3050" y="27793"/></a:lnTo><a:lnTo><a:pt x="3974" y="30145"/></a:lnTo></a:path></a:pathLst></a:custGeom><a:ln w="3175"><a:solidFill><a:srgbClr val="000000"/></a:solidFill></a:ln></p:spPr><p:txBody><a:bodyPr wrap="square" lIns="0" tIns="0" rIns="0" bIns="0" rtlCol="0"/><a:lstStyle/><a:p/></p:txBody></p:sp><p:sp><p:nvSpPr><p:cNvPr id="322" name="object 322"/><p:cNvSpPr/><p:nvPr/></p:nvSpPr><p:spPr><a:xfrm><a:off x="16588352" y="12283463"/><a:ext cx="47625" cy="24765"/></a:xfrm><a:custGeom><a:avLst/><a:gdLst/><a:ahLst/><a:cxnLst/><a:rect l="l" t="t" r="r" b="b"/><a:pathLst><a:path w="47625" h="24765"><a:moveTo><a:pt x="47277" y="24435"/></a:moveTo><a:lnTo><a:pt x="0" y="23511"/></a:lnTo><a:lnTo><a:pt x="335" y="8312"/></a:lnTo><a:lnTo><a:pt x="2687" y="3274"/></a:lnTo><a:lnTo><a:pt x="4954" y="1679"/></a:lnTo><a:lnTo><a:pt x="9489" y="0"/></a:lnTo><a:lnTo><a:pt x="14023" y="83"/></a:lnTo><a:lnTo><a:pt x="18474" y="1931"/></a:lnTo><a:lnTo><a:pt x="20657" y="3610"/></a:lnTo><a:lnTo><a:pt x="22841" y="8732"/></a:lnTo><a:lnTo><a:pt x="22505" y="23931"/></a:lnTo></a:path></a:pathLst></a:custGeom><a:ln w="3175"><a:solidFill><a:srgbClr val="000000"/></a:solidFill></a:ln></p:spPr><p:txBody><a:bodyPr wrap="square" lIns="0" tIns="0" rIns="0" bIns="0" rtlCol="0"/><a:lstStyle/><a:p/></p:txBody></p:sp><p:sp><p:nvSpPr><p:cNvPr id="323" name="object 323"/><p:cNvSpPr/><p:nvPr/></p:nvSpPr><p:spPr><a:xfrm><a:off x="16611109" y="12284219"/><a:ext cx="25400" cy="11430"/></a:xfrm><a:custGeom><a:avLst/><a:gdLst/><a:ahLst/><a:cxnLst/><a:rect l="l" t="t" r="r" b="b"/><a:pathLst><a:path w="25400" h="11429"><a:moveTo><a:pt x="0" y="11335"/></a:moveTo><a:lnTo><a:pt x="2502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24" name="object 324"/><p:cNvSpPr/><p:nvPr/></p:nvSpPr><p:spPr><a:xfrm><a:off x="16589612" y="12251135"/><a:ext cx="47625" cy="27305"/></a:xfrm><a:custGeom><a:avLst/><a:gdLst/><a:ahLst/><a:cxnLst/><a:rect l="l" t="t" r="r" b="b"/><a:pathLst><a:path w="47625" h="27304"><a:moveTo><a:pt x="47025" y="27038"/></a:moveTo><a:lnTo><a:pt x="0" y="21832"/></a:lnTo><a:lnTo><a:pt x="243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25" name="object 325"/><p:cNvSpPr/><p:nvPr/></p:nvSpPr><p:spPr><a:xfrm><a:off x="16612033" y="12262051"/><a:ext cx="1905" cy="13970"/></a:xfrm><a:custGeom><a:avLst/><a:gdLst/><a:ahLst/><a:cxnLst/><a:rect l="l" t="t" r="r" b="b"/><a:pathLst><a:path w="1905" h="13970"><a:moveTo><a:pt x="0" y="13435"/></a:moveTo><a:lnTo><a:pt x="142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26" name="object 326"/><p:cNvSpPr/><p:nvPr/></p:nvSpPr><p:spPr><a:xfrm><a:off x="16636638" y="12256341"/><a:ext cx="2540" cy="22225"/></a:xfrm><a:custGeom><a:avLst/><a:gdLst/><a:ahLst/><a:cxnLst/><a:rect l="l" t="t" r="r" b="b"/><a:pathLst><a:path w="2540" h="22225"><a:moveTo><a:pt x="0" y="21832"/></a:moveTo><a:lnTo><a:pt x="243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27" name="object 327"/><p:cNvSpPr/><p:nvPr/></p:nvSpPr><p:spPr><a:xfrm><a:off x="16535028" y="12227791"/><a:ext cx="26034" cy="17145"/></a:xfrm><a:custGeom><a:avLst/><a:gdLst/><a:ahLst/><a:cxnLst/><a:rect l="l" t="t" r="r" b="b"/><a:pathLst><a:path w="26034" h="17145"><a:moveTo><a:pt x="25696" y="0"/></a:moveTo><a:lnTo><a:pt x="0" y="16709"/></a:lnTo></a:path></a:pathLst></a:custGeom><a:ln w="3175"><a:solidFill><a:srgbClr val="000000"/></a:solidFill></a:ln></p:spPr><p:txBody><a:bodyPr wrap="square" lIns="0" tIns="0" rIns="0" bIns="0" rtlCol="0"/><a:lstStyle/><a:p/></p:txBody></p:sp><p:sp><p:nvSpPr><p:cNvPr id="328" name="object 328"/><p:cNvSpPr/><p:nvPr/></p:nvSpPr><p:spPr><a:xfrm><a:off x="16555854" y="12228547"/><a:ext cx="3810" cy="27305"/></a:xfrm><a:custGeom><a:avLst/><a:gdLst/><a:ahLst/><a:cxnLst/><a:rect l="l" t="t" r="r" b="b"/><a:pathLst><a:path w="3809" h="27304"><a:moveTo><a:pt x="0" y="27122"/></a:moveTo><a:lnTo><a:pt x="1175" y="23427"/></a:lnTo><a:lnTo><a:pt x="2951" y="17262"/></a:lnTo><a:lnTo><a:pt x="3568" y="10227"/></a:lnTo><a:lnTo><a:pt x="2771" y="3862"/></a:lnTo><a:lnTo><a:pt x="226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29" name="object 329"/><p:cNvSpPr/><p:nvPr/></p:nvSpPr><p:spPr><a:xfrm><a:off x="16553251" y="12256677"/><a:ext cx="2540" cy="27305"/></a:xfrm><a:custGeom><a:avLst/><a:gdLst/><a:ahLst/><a:cxnLst/><a:rect l="l" t="t" r="r" b="b"/><a:pathLst><a:path w="2540" h="27304"><a:moveTo><a:pt x="0" y="27290"/></a:moveTo><a:lnTo><a:pt x="839" y="23427"/></a:lnTo><a:lnTo><a:pt x="2060" y="16987"/></a:lnTo><a:lnTo><a:pt x="2158" y="10308"/></a:lnTo><a:lnTo><a:pt x="923" y="3862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30" name="object 330"/><p:cNvSpPr/><p:nvPr/></p:nvSpPr><p:spPr><a:xfrm><a:off x="16550732" y="12285142"/><a:ext cx="3810" cy="27305"/></a:xfrm><a:custGeom><a:avLst/><a:gdLst/><a:ahLst/><a:cxnLst/><a:rect l="l" t="t" r="r" b="b"/><a:pathLst><a:path w="3809" h="27304"><a:moveTo><a:pt x="2099" y="27122"/></a:moveTo><a:lnTo><a:pt x="2687" y="23259"/></a:lnTo><a:lnTo><a:pt x="3329" y="16187"/></a:lnTo><a:lnTo><a:pt x="2965" y="10661"/></a:lnTo><a:lnTo><a:pt x="1175" y="3778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31" name="object 331"/><p:cNvSpPr/><p:nvPr/></p:nvSpPr><p:spPr><a:xfrm><a:off x="16535448" y="12313692"/><a:ext cx="20320" cy="51435"/></a:xfrm><a:custGeom><a:avLst/><a:gdLst/><a:ahLst/><a:cxnLst/><a:rect l="l" t="t" r="r" b="b"/><a:pathLst><a:path w="20319" h="51434"><a:moveTo><a:pt x="0" y="50885"/></a:moveTo><a:lnTo><a:pt x="19230" y="26954"/></a:lnTo><a:lnTo><a:pt x="19482" y="23007"/></a:lnTo><a:lnTo><a:pt x="19739" y="16425"/></a:lnTo><a:lnTo><a:pt x="18645" y="9816"/></a:lnTo><a:lnTo><a:pt x="16459" y="3610"/></a:lnTo><a:lnTo><a:pt x="1494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32" name="object 332"/><p:cNvSpPr/><p:nvPr/></p:nvSpPr><p:spPr><a:xfrm><a:off x="16541494" y="12342158"/><a:ext cx="17780" cy="52069"/></a:xfrm><a:custGeom><a:avLst/><a:gdLst/><a:ahLst/><a:cxnLst/><a:rect l="l" t="t" r="r" b="b"/><a:pathLst><a:path w="17780" h="52070"><a:moveTo><a:pt x="0" y="51893"/></a:moveTo><a:lnTo><a:pt x="17298" y="26534"/></a:lnTo><a:lnTo><a:pt x="17214" y="22587"/></a:lnTo><a:lnTo><a:pt x="16849" y="15325"/></a:lnTo><a:lnTo><a:pt x="15470" y="10199"/></a:lnTo><a:lnTo><a:pt x="12680" y="3526"/></a:lnTo><a:lnTo><a:pt x="1091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33" name="object 333"/><p:cNvSpPr/><p:nvPr/></p:nvSpPr><p:spPr><a:xfrm><a:off x="16549892" y="12396318"/><a:ext cx="15240" cy="27305"/></a:xfrm><a:custGeom><a:avLst/><a:gdLst/><a:ahLst/><a:cxnLst/><a:rect l="l" t="t" r="r" b="b"/><a:pathLst><a:path w="15240" h="27304"><a:moveTo><a:pt x="15199" y="0"/></a:moveTo><a:lnTo><a:pt x="0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334" name="object 334"/><p:cNvSpPr/><p:nvPr/></p:nvSpPr><p:spPr><a:xfrm><a:off x="16540235" y="12394387"/><a:ext cx="10160" cy="29209"/></a:xfrm><a:custGeom><a:avLst/><a:gdLst/><a:ahLst/><a:cxnLst/><a:rect l="l" t="t" r="r" b="b"/><a:pathLst><a:path w="10159" h="29209"><a:moveTo><a:pt x="0" y="0"/></a:moveTo><a:lnTo><a:pt x="0" y="2603"/></a:lnTo><a:lnTo><a:pt x="480" y="11475"/></a:lnTo><a:lnTo><a:pt x="3122" y="19285"/></a:lnTo><a:lnTo><a:pt x="8145" y="26618"/></a:lnTo><a:lnTo><a:pt x="9657" y="28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335" name="object 335"/><p:cNvSpPr/><p:nvPr/></p:nvSpPr><p:spPr><a:xfrm><a:off x="16556610" y="12370455"/><a:ext cx="8890" cy="26034"/></a:xfrm><a:custGeom><a:avLst/><a:gdLst/><a:ahLst/><a:cxnLst/><a:rect l="l" t="t" r="r" b="b"/><a:pathLst><a:path w="8890" h="26034"><a:moveTo><a:pt x="8481" y="25862"/></a:moveTo><a:lnTo><a:pt x="8145" y="21916"/></a:lnTo><a:lnTo><a:pt x="7233" y="15216"/></a:lnTo><a:lnTo><a:pt x="5235" y="9296"/></a:lnTo><a:lnTo><a:pt x="2015" y="3358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36" name="object 336"/><p:cNvSpPr/><p:nvPr/></p:nvSpPr><p:spPr><a:xfrm><a:off x="16560557" y="12423356"/><a:ext cx="13335" cy="27940"/></a:xfrm><a:custGeom><a:avLst/><a:gdLst/><a:ahLst/><a:cxnLst/><a:rect l="l" t="t" r="r" b="b"/><a:pathLst><a:path w="13334" h="27940"><a:moveTo><a:pt x="13016" y="0"/></a:moveTo><a:lnTo><a:pt x="0" y="27877"/></a:lnTo></a:path></a:pathLst></a:custGeom><a:ln w="3175"><a:solidFill><a:srgbClr val="000000"/></a:solidFill></a:ln></p:spPr><p:txBody><a:bodyPr wrap="square" lIns="0" tIns="0" rIns="0" bIns="0" rtlCol="0"/><a:lstStyle/><a:p/></p:txBody></p:sp><p:sp><p:nvSpPr><p:cNvPr id="337" name="object 337"/><p:cNvSpPr/><p:nvPr/></p:nvSpPr><p:spPr><a:xfrm><a:off x="16548632" y="12423440"/><a:ext cx="12065" cy="27940"/></a:xfrm><a:custGeom><a:avLst/><a:gdLst/><a:ahLst/><a:cxnLst/><a:rect l="l" t="t" r="r" b="b"/><a:pathLst><a:path w="12065" h="27940"><a:moveTo><a:pt x="0" y="0"/></a:moveTo><a:lnTo><a:pt x="251" y="2519"/></a:lnTo><a:lnTo><a:pt x="1242" y="11086"/></a:lnTo><a:lnTo><a:pt x="4750" y="19216"/></a:lnTo><a:lnTo><a:pt x="10244" y="25862"/></a:lnTo><a:lnTo><a:pt x="11924" y="27793"/></a:lnTo></a:path></a:pathLst></a:custGeom><a:ln w="3175"><a:solidFill><a:srgbClr val="000000"/></a:solidFill></a:ln></p:spPr><p:txBody><a:bodyPr wrap="square" lIns="0" tIns="0" rIns="0" bIns="0" rtlCol="0"/><a:lstStyle/><a:p/></p:txBody></p:sp><p:sp><p:nvSpPr><p:cNvPr id="338" name="object 338"/><p:cNvSpPr/><p:nvPr/></p:nvSpPr><p:spPr><a:xfrm><a:off x="16563076" y="12398249"/><a:ext cx="10795" cy="25400"/></a:xfrm><a:custGeom><a:avLst/><a:gdLst/><a:ahLst/><a:cxnLst/><a:rect l="l" t="t" r="r" b="b"/><a:pathLst><a:path w="10794" h="25400"><a:moveTo><a:pt x="10496" y="25190"/></a:moveTo><a:lnTo><a:pt x="9992" y="22419"/></a:lnTo><a:lnTo><a:pt x="8901" y="15581"/></a:lnTo><a:lnTo><a:pt x="5623" y="7895"/></a:lnTo><a:lnTo><a:pt x="1595" y="22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39" name="object 339"/><p:cNvSpPr/><p:nvPr/></p:nvSpPr><p:spPr><a:xfrm><a:off x="16571725" y="12425539"/><a:ext cx="12700" cy="24765"/></a:xfrm><a:custGeom><a:avLst/><a:gdLst/><a:ahLst/><a:cxnLst/><a:rect l="l" t="t" r="r" b="b"/><a:pathLst><a:path w="12700" h="24765"><a:moveTo><a:pt x="12428" y="24183"/></a:moveTo><a:lnTo><a:pt x="11840" y="21496"/></a:lnTo><a:lnTo><a:pt x="9710" y="14238"/></a:lnTo><a:lnTo><a:pt x="6555" y="7891"/></a:lnTo><a:lnTo><a:pt x="1763" y="201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40" name="object 340"/><p:cNvSpPr/><p:nvPr/></p:nvSpPr><p:spPr><a:xfrm><a:off x="16595490" y="12220570"/><a:ext cx="48260" cy="28575"/></a:xfrm><a:custGeom><a:avLst/><a:gdLst/><a:ahLst/><a:cxnLst/><a:rect l="l" t="t" r="r" b="b"/><a:pathLst><a:path w="48259" h="28575"><a:moveTo><a:pt x="13855" y="0"/></a:moveTo><a:lnTo><a:pt x="9153" y="839"/></a:lnTo><a:lnTo><a:pt x="4114" y="3358"/></a:lnTo><a:lnTo><a:pt x="1259" y="6213"/></a:lnTo><a:lnTo><a:pt x="0" y="12847"/></a:lnTo><a:lnTo><a:pt x="1595" y="16625"/></a:lnTo><a:lnTo><a:pt x="5374" y="20740"/></a:lnTo><a:lnTo><a:pt x="9489" y="23259"/></a:lnTo><a:lnTo><a:pt x="15871" y="26114"/></a:lnTo><a:lnTo><a:pt x="26955" y="28213"/></a:lnTo><a:lnTo><a:pt x="33841" y="27793"/></a:lnTo><a:lnTo><a:pt x="38628" y="26954"/></a:lnTo><a:lnTo><a:pt x="43666" y="24519"/></a:lnTo><a:lnTo><a:pt x="46522" y="21580"/></a:lnTo><a:lnTo><a:pt x="47781" y="14946"/></a:lnTo><a:lnTo><a:pt x="46186" y="11251"/></a:lnTo><a:lnTo><a:pt x="42323" y="7053"/></a:lnTo><a:lnTo><a:pt x="38208" y="4618"/></a:lnTo><a:lnTo><a:pt x="31574" y="3358"/></a:lnTo><a:lnTo><a:pt x="30062" y="11671"/></a:lnTo></a:path></a:pathLst></a:custGeom><a:ln w="3175"><a:solidFill><a:srgbClr val="000000"/></a:solidFill></a:ln></p:spPr><p:txBody><a:bodyPr wrap="square" lIns="0" tIns="0" rIns="0" bIns="0" rtlCol="0"/><a:lstStyle/><a:p/></p:txBody></p:sp><p:sp><p:nvSpPr><p:cNvPr id="341" name="object 341"/><p:cNvSpPr/><p:nvPr/></p:nvSpPr><p:spPr><a:xfrm><a:off x="16656288" y="12092348"/><a:ext cx="36195" cy="45085"/></a:xfrm><a:custGeom><a:avLst/><a:gdLst/><a:ahLst/><a:cxnLst/><a:rect l="l" t="t" r="r" b="b"/><a:pathLst><a:path w="36194" h="45084"><a:moveTo><a:pt x="35605" y="44923"/></a:moveTo><a:lnTo><a:pt x="0" y="13771"/></a:lnTo><a:lnTo><a:pt x="10076" y="2267"/></a:lnTo><a:lnTo><a:pt x="15115" y="0"/></a:lnTo><a:lnTo><a:pt x="16962" y="28549"/></a:lnTo></a:path></a:pathLst></a:custGeom><a:ln w="3175"><a:solidFill><a:srgbClr val="000000"/></a:solidFill></a:ln></p:spPr><p:txBody><a:bodyPr wrap="square" lIns="0" tIns="0" rIns="0" bIns="0" rtlCol="0"/><a:lstStyle/><a:p/></p:txBody></p:sp><p:sp><p:nvSpPr><p:cNvPr id="342" name="object 342"/><p:cNvSpPr/><p:nvPr/></p:nvSpPr><p:spPr><a:xfrm><a:off x="16681060" y="12112081"/><a:ext cx="26670" cy="7620"/></a:xfrm><a:custGeom><a:avLst/><a:gdLst/><a:ahLst/><a:cxnLst/><a:rect l="l" t="t" r="r" b="b"/><a:pathLst><a:path w="26669" h="7620"><a:moveTo><a:pt x="0" y="0"/></a:moveTo><a:lnTo><a:pt x="26368" y="7389"/></a:lnTo></a:path></a:pathLst></a:custGeom><a:ln w="3175"><a:solidFill><a:srgbClr val="000000"/></a:solidFill></a:ln></p:spPr><p:txBody><a:bodyPr wrap="square" lIns="0" tIns="0" rIns="0" bIns="0" rtlCol="0"/><a:lstStyle/><a:p/></p:txBody></p:sp><p:sp><p:nvSpPr><p:cNvPr id="343" name="object 343"/><p:cNvSpPr/><p:nvPr/></p:nvSpPr><p:spPr><a:xfrm><a:off x="16689206" y="11977058"/><a:ext cx="24765" cy="17780"/></a:xfrm><a:custGeom><a:avLst/><a:gdLst/><a:ahLst/><a:cxnLst/><a:rect l="l" t="t" r="r" b="b"/><a:pathLst><a:path w="24765" h="17779"><a:moveTo><a:pt x="24520" y="0"/></a:moveTo><a:lnTo><a:pt x="22085" y="839"/></a:lnTo><a:lnTo><a:pt x="13978" y="3630"/></a:lnTo><a:lnTo><a:pt x="6773" y="8862"/></a:lnTo><a:lnTo><a:pt x="1511" y="15618"/></a:lnTo><a:lnTo><a:pt x="0" y="17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344" name="object 344"/><p:cNvSpPr/><p:nvPr/></p:nvSpPr><p:spPr><a:xfrm><a:off x="16665357" y="12013165"/><a:ext cx="30480" cy="4445"/></a:xfrm><a:custGeom><a:avLst/><a:gdLst/><a:ahLst/><a:cxnLst/><a:rect l="l" t="t" r="r" b="b"/><a:pathLst><a:path w="30480" h="4445"><a:moveTo><a:pt x="30482" y="4282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45" name="object 345"/><p:cNvSpPr/><p:nvPr/></p:nvSpPr><p:spPr><a:xfrm><a:off x="16665441" y="11993684"/><a:ext cx="23495" cy="19685"/></a:xfrm><a:custGeom><a:avLst/><a:gdLst/><a:ahLst/><a:cxnLst/><a:rect l="l" t="t" r="r" b="b"/><a:pathLst><a:path w="23494" h="19684"><a:moveTo><a:pt x="23093" y="0"/></a:moveTo><a:lnTo><a:pt x="20741" y="923"/></a:lnTo><a:lnTo><a:pt x="12520" y="4642"/></a:lnTo><a:lnTo><a:pt x="6457" y="9890"/></a:lnTo><a:lnTo><a:pt x="1343" y="17297"/></a:lnTo><a:lnTo><a:pt x="0" y="19480"/></a:lnTo></a:path></a:pathLst></a:custGeom><a:ln w="3175"><a:solidFill><a:srgbClr val="000000"/></a:solidFill></a:ln></p:spPr><p:txBody><a:bodyPr wrap="square" lIns="0" tIns="0" rIns="0" bIns="0" rtlCol="0"/><a:lstStyle/><a:p/></p:txBody></p:sp><p:sp><p:nvSpPr><p:cNvPr id="346" name="object 346"/><p:cNvSpPr/><p:nvPr/></p:nvSpPr><p:spPr><a:xfrm><a:off x="16643104" y="12033486"/><a:ext cx="31115" cy="1905"/></a:xfrm><a:custGeom><a:avLst/><a:gdLst/><a:ahLst/><a:cxnLst/><a:rect l="l" t="t" r="r" b="b"/><a:pathLst><a:path w="31115" h="1904"><a:moveTo><a:pt x="30734" y="184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47" name="object 347"/><p:cNvSpPr/><p:nvPr/></p:nvSpPr><p:spPr><a:xfrm><a:off x="16643104" y="12012157"/><a:ext cx="21590" cy="21590"/></a:xfrm><a:custGeom><a:avLst/><a:gdLst/><a:ahLst/><a:cxnLst/><a:rect l="l" t="t" r="r" b="b"/><a:pathLst><a:path w="21590" h="21590"><a:moveTo><a:pt x="21413" y="0"/></a:moveTo><a:lnTo><a:pt x="19146" y="1175"/></a:lnTo><a:lnTo><a:pt x="11503" y="5416"/></a:lnTo><a:lnTo><a:pt x="5438" y="11429"/></a:lnTo><a:lnTo><a:pt x="1175" y="19061"/></a:lnTo><a:lnTo><a:pt x="0" y="21328"/></a:lnTo></a:path></a:pathLst></a:custGeom><a:ln w="3175"><a:solidFill><a:srgbClr val="000000"/></a:solidFill></a:ln></p:spPr><p:txBody><a:bodyPr wrap="square" lIns="0" tIns="0" rIns="0" bIns="0" rtlCol="0"/><a:lstStyle/><a:p/></p:txBody></p:sp><p:sp><p:nvSpPr><p:cNvPr id="348" name="object 348"/><p:cNvSpPr/><p:nvPr/></p:nvSpPr><p:spPr><a:xfrm><a:off x="16673839" y="12016272"/><a:ext cx="19685" cy="19050"/></a:xfrm><a:custGeom><a:avLst/><a:gdLst/><a:ahLst/><a:cxnLst/><a:rect l="l" t="t" r="r" b="b"/><a:pathLst><a:path w="19684" h="19050"><a:moveTo><a:pt x="0" y="18977"/></a:moveTo><a:lnTo><a:pt x="2351" y="17549"/></a:lnTo><a:lnTo><a:pt x="8505" y="13818"/></a:lnTo><a:lnTo><a:pt x="14090" y="8318"/></a:lnTo><a:lnTo><a:pt x="17970" y="2267"/></a:lnTo><a:lnTo><a:pt x="1948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49" name="object 349"/><p:cNvSpPr/><p:nvPr/></p:nvSpPr><p:spPr><a:xfrm><a:off x="16653265" y="12034325"/><a:ext cx="18415" cy="20955"/></a:xfrm><a:custGeom><a:avLst/><a:gdLst/><a:ahLst/><a:cxnLst/><a:rect l="l" t="t" r="r" b="b"/><a:pathLst><a:path w="18415" h="20954"><a:moveTo><a:pt x="0" y="20488"/></a:moveTo><a:lnTo><a:pt x="2267" y="18977"/></a:lnTo><a:lnTo><a:pt x="8396" y="14214"/></a:lnTo><a:lnTo><a:pt x="12831" y="9224"/></a:lnTo><a:lnTo><a:pt x="16627" y="2435"/></a:lnTo><a:lnTo><a:pt x="1788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0" name="object 350"/><p:cNvSpPr/><p:nvPr/></p:nvSpPr><p:spPr><a:xfrm><a:off x="16603804" y="12076058"/><a:ext cx="31115" cy="3175"/></a:xfrm><a:custGeom><a:avLst/><a:gdLst/><a:ahLst/><a:cxnLst/><a:rect l="l" t="t" r="r" b="b"/><a:pathLst><a:path w="31115" h="3175"><a:moveTo><a:pt x="30566" y="0"/></a:moveTo><a:lnTo><a:pt x="0" y="3022"/></a:lnTo></a:path></a:pathLst></a:custGeom><a:ln w="3175"><a:solidFill><a:srgbClr val="000000"/></a:solidFill></a:ln></p:spPr><p:txBody><a:bodyPr wrap="square" lIns="0" tIns="0" rIns="0" bIns="0" rtlCol="0"/><a:lstStyle/><a:p/></p:txBody></p:sp><p:sp><p:nvSpPr><p:cNvPr id="351" name="object 351"/><p:cNvSpPr/><p:nvPr/></p:nvSpPr><p:spPr><a:xfrm><a:off x="16603720" y="12054646"/><a:ext cx="18415" cy="24765"/></a:xfrm><a:custGeom><a:avLst/><a:gdLst/><a:ahLst/><a:cxnLst/><a:rect l="l" t="t" r="r" b="b"/><a:pathLst><a:path w="18415" h="24765"><a:moveTo><a:pt x="17802" y="0"/></a:moveTo><a:lnTo><a:pt x="15787" y="1511"/></a:lnTo><a:lnTo><a:pt x="8930" y="6667"/></a:lnTo><a:lnTo><a:pt x="3724" y="13937"/></a:lnTo><a:lnTo><a:pt x="839" y="22000"/></a:lnTo><a:lnTo><a:pt x="0" y="24435"/></a:lnTo></a:path></a:pathLst></a:custGeom><a:ln w="3175"><a:solidFill><a:srgbClr val="000000"/></a:solidFill></a:ln></p:spPr><p:txBody><a:bodyPr wrap="square" lIns="0" tIns="0" rIns="0" bIns="0" rtlCol="0"/><a:lstStyle/><a:p/></p:txBody></p:sp><p:sp><p:nvSpPr><p:cNvPr id="352" name="object 352"/><p:cNvSpPr/><p:nvPr/></p:nvSpPr><p:spPr><a:xfrm><a:off x="16586925" y="12098646"/><a:ext cx="30480" cy="5715"/></a:xfrm><a:custGeom><a:avLst/><a:gdLst/><a:ahLst/><a:cxnLst/><a:rect l="l" t="t" r="r" b="b"/><a:pathLst><a:path w="30480" h="5715"><a:moveTo><a:pt x="30230" y="0"/></a:moveTo><a:lnTo><a:pt x="0" y="5374"/></a:lnTo></a:path></a:pathLst></a:custGeom><a:ln w="3175"><a:solidFill><a:srgbClr val="000000"/></a:solidFill></a:ln></p:spPr><p:txBody><a:bodyPr wrap="square" lIns="0" tIns="0" rIns="0" bIns="0" rtlCol="0"/><a:lstStyle/><a:p/></p:txBody></p:sp><p:sp><p:nvSpPr><p:cNvPr id="353" name="object 353"/><p:cNvSpPr/><p:nvPr/></p:nvSpPr><p:spPr><a:xfrm><a:off x="16586925" y="12078241"/><a:ext cx="15875" cy="26034"/></a:xfrm><a:custGeom><a:avLst/><a:gdLst/><a:ahLst/><a:cxnLst/><a:rect l="l" t="t" r="r" b="b"/><a:pathLst><a:path w="15875" h="26034"><a:moveTo><a:pt x="15787" y="0"/></a:moveTo><a:lnTo><a:pt x="587" y="23343"/></a:lnTo><a:lnTo><a:pt x="0" y="25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354" name="object 354"/><p:cNvSpPr/><p:nvPr/></p:nvSpPr><p:spPr><a:xfrm><a:off x="16617156" y="12075470"/><a:ext cx="14604" cy="23495"/></a:xfrm><a:custGeom><a:avLst/><a:gdLst/><a:ahLst/><a:cxnLst/><a:rect l="l" t="t" r="r" b="b"/><a:pathLst><a:path w="14605" h="23495"><a:moveTo><a:pt x="0" y="23091"/></a:moveTo><a:lnTo><a:pt x="2015" y="21160"/></a:lnTo><a:lnTo><a:pt x="7186" y="15849"/></a:lnTo><a:lnTo><a:pt x="11070" y="9562"/></a:lnTo><a:lnTo><a:pt x="13603" y="2603"/></a:lnTo><a:lnTo><a:pt x="1444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5" name="object 355"/><p:cNvSpPr/><p:nvPr/></p:nvSpPr><p:spPr><a:xfrm><a:off x="16572145" y="12122493"/><a:ext cx="29845" cy="8255"/></a:xfrm><a:custGeom><a:avLst/><a:gdLst/><a:ahLst/><a:cxnLst/><a:rect l="l" t="t" r="r" b="b"/><a:pathLst><a:path w="29844" h="8254"><a:moveTo><a:pt x="29727" y="0"/></a:moveTo><a:lnTo><a:pt x="0" y="7809"/></a:lnTo></a:path></a:pathLst></a:custGeom><a:ln w="3175"><a:solidFill><a:srgbClr val="000000"/></a:solidFill></a:ln></p:spPr><p:txBody><a:bodyPr wrap="square" lIns="0" tIns="0" rIns="0" bIns="0" rtlCol="0"/><a:lstStyle/><a:p/></p:txBody></p:sp><p:sp><p:nvSpPr><p:cNvPr id="356" name="object 356"/><p:cNvSpPr/><p:nvPr/></p:nvSpPr><p:spPr><a:xfrm><a:off x="16572061" y="12103348"/><a:ext cx="13970" cy="27305"/></a:xfrm><a:custGeom><a:avLst/><a:gdLst/><a:ahLst/><a:cxnLst/><a:rect l="l" t="t" r="r" b="b"/><a:pathLst><a:path w="13969" h="27304"><a:moveTo><a:pt x="13771" y="0"/></a:moveTo><a:lnTo><a:pt x="11924" y="1763"/></a:lnTo><a:lnTo><a:pt x="5729" y="8538"/></a:lnTo><a:lnTo><a:pt x="2314" y="15386"/></a:lnTo><a:lnTo><a:pt x="419" y="24351"/></a:lnTo><a:lnTo><a:pt x="0" y="26954"/></a:lnTo></a:path></a:pathLst></a:custGeom><a:ln w="3175"><a:solidFill><a:srgbClr val="000000"/></a:solidFill></a:ln></p:spPr><p:txBody><a:bodyPr wrap="square" lIns="0" tIns="0" rIns="0" bIns="0" rtlCol="0"/><a:lstStyle/><a:p/></p:txBody></p:sp><p:sp><p:nvSpPr><p:cNvPr id="357" name="object 357"/><p:cNvSpPr/><p:nvPr/></p:nvSpPr><p:spPr><a:xfrm><a:off x="16601788" y="12098226"/><a:ext cx="12700" cy="24765"/></a:xfrm><a:custGeom><a:avLst/><a:gdLst/><a:ahLst/><a:cxnLst/><a:rect l="l" t="t" r="r" b="b"/><a:pathLst><a:path w="12700" h="24765"><a:moveTo><a:pt x="0" y="24183"/></a:moveTo><a:lnTo><a:pt x="1847" y="22167"/></a:lnTo><a:lnTo><a:pt x="6505" y="16463"/></a:lnTo><a:lnTo><a:pt x="9938" y="9775"/></a:lnTo><a:lnTo><a:pt x="11924" y="2687"/></a:lnTo><a:lnTo><a:pt x="1259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8" name="object 358"/><p:cNvSpPr/><p:nvPr/></p:nvSpPr><p:spPr><a:xfrm><a:off x="16559465" y="12147516"/><a:ext cx="29209" cy="10160"/></a:xfrm><a:custGeom><a:avLst/><a:gdLst/><a:ahLst/><a:cxnLst/><a:rect l="l" t="t" r="r" b="b"/><a:pathLst><a:path w="29209" h="10159"><a:moveTo><a:pt x="28971" y="0"/></a:moveTo><a:lnTo><a:pt x="0" y="1016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9" name="object 359"/><p:cNvSpPr/><p:nvPr/></p:nvSpPr><p:spPr><a:xfrm><a:off x="16559465" y="12129631"/><a:ext cx="12065" cy="28575"/></a:xfrm><a:custGeom><a:avLst/><a:gdLst/><a:ahLst/><a:cxnLst/><a:rect l="l" t="t" r="r" b="b"/><a:pathLst><a:path w="12065" h="28575"><a:moveTo><a:pt x="11504" y="0"/></a:moveTo><a:lnTo><a:pt x="9825" y="2015"/></a:lnTo><a:lnTo><a:pt x="4464" y="8658"/></a:lnTo><a:lnTo><a:pt x="1091" y="16968"/></a:lnTo><a:lnTo><a:pt x="167" y="25442"/></a:lnTo><a:lnTo><a:pt x="0" y="27961"/></a:lnTo></a:path></a:pathLst></a:custGeom><a:ln w="3175"><a:solidFill><a:srgbClr val="000000"/></a:solidFill></a:ln></p:spPr><p:txBody><a:bodyPr wrap="square" lIns="0" tIns="0" rIns="0" bIns="0" rtlCol="0"/><a:lstStyle/><a:p/></p:txBody></p:sp><p:sp><p:nvSpPr><p:cNvPr id="360" name="object 360"/><p:cNvSpPr/><p:nvPr/></p:nvSpPr><p:spPr><a:xfrm><a:off x="16588436" y="12122409"/><a:ext cx="10795" cy="25400"/></a:xfrm><a:custGeom><a:avLst/><a:gdLst/><a:ahLst/><a:cxnLst/><a:rect l="l" t="t" r="r" b="b"/><a:pathLst><a:path w="10794" h="25400"><a:moveTo><a:pt x="0" y="25106"/></a:moveTo><a:lnTo><a:pt x="1679" y="22839"/></a:lnTo><a:lnTo><a:pt x="5893" y="16779"/></a:lnTo><a:lnTo><a:pt x="8761" y="9933"/></a:lnTo><a:lnTo><a:pt x="10160" y="2687"/></a:lnTo><a:lnTo><a:pt x="105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1" name="object 361"/><p:cNvSpPr/><p:nvPr/></p:nvSpPr><p:spPr><a:xfrm><a:off x="16549052" y="12173463"/><a:ext cx="28575" cy="12700"/></a:xfrm><a:custGeom><a:avLst/><a:gdLst/><a:ahLst/><a:cxnLst/><a:rect l="l" t="t" r="r" b="b"/><a:pathLst><a:path w="28575" h="12700"><a:moveTo><a:pt x="28047" y="0"/></a:moveTo><a:lnTo><a:pt x="0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362" name="object 362"/><p:cNvSpPr/><p:nvPr/></p:nvSpPr><p:spPr><a:xfrm><a:off x="16548968" y="12157089"/><a:ext cx="9525" cy="29209"/></a:xfrm><a:custGeom><a:avLst/><a:gdLst/><a:ahLst/><a:cxnLst/><a:rect l="l" t="t" r="r" b="b"/><a:pathLst><a:path w="9525" h="29209"><a:moveTo><a:pt x="9321" y="0"/></a:moveTo><a:lnTo><a:pt x="7809" y="2099"/></a:lnTo><a:lnTo><a:pt x="2962" y="9152"/></a:lnTo><a:lnTo><a:pt x="215" y="17642"/></a:lnTo><a:lnTo><a:pt x="0" y="26198"/></a:lnTo><a:lnTo><a:pt x="0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363" name="object 363"/><p:cNvSpPr/><p:nvPr/></p:nvSpPr><p:spPr><a:xfrm><a:off x="16577100" y="12147600"/><a:ext cx="8890" cy="26034"/></a:xfrm><a:custGeom><a:avLst/><a:gdLst/><a:ahLst/><a:cxnLst/><a:rect l="l" t="t" r="r" b="b"/><a:pathLst><a:path w="8890" h="26034"><a:moveTo><a:pt x="0" y="25862"/></a:moveTo><a:lnTo><a:pt x="1427" y="23511"/></a:lnTo><a:lnTo><a:pt x="4979" y="17675"/></a:lnTo><a:lnTo><a:pt x="7738" y="9499"/></a:lnTo><a:lnTo><a:pt x="8313" y="2687"/></a:lnTo><a:lnTo><a:pt x="856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4" name="object 364"/><p:cNvSpPr/><p:nvPr/></p:nvSpPr><p:spPr><a:xfrm><a:off x="16567862" y="12173799"/><a:ext cx="6985" cy="26670"/></a:xfrm><a:custGeom><a:avLst/><a:gdLst/><a:ahLst/><a:cxnLst/><a:rect l="l" t="t" r="r" b="b"/><a:pathLst><a:path w="6984" h="26670"><a:moveTo><a:pt x="0" y="26450"/></a:moveTo><a:lnTo><a:pt x="1259" y="24015"/></a:lnTo><a:lnTo><a:pt x="4461" y="17171"/></a:lnTo><a:lnTo><a:pt x="6172" y="10325"/></a:lnTo><a:lnTo><a:pt x="6466" y="2770"/></a:lnTo><a:lnTo><a:pt x="646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5" name="object 365"/><p:cNvSpPr/><p:nvPr/></p:nvSpPr><p:spPr><a:xfrm><a:off x="16624545" y="12154402"/><a:ext cx="42545" cy="21590"/></a:xfrm><a:custGeom><a:avLst/><a:gdLst/><a:ahLst/><a:cxnLst/><a:rect l="l" t="t" r="r" b="b"/><a:pathLst><a:path w="42544" h="21590"><a:moveTo><a:pt x="0" y="0"/></a:moveTo><a:lnTo><a:pt x="42323" y="21076"/></a:lnTo></a:path></a:pathLst></a:custGeom><a:ln w="3175"><a:solidFill><a:srgbClr val="000000"/></a:solidFill></a:ln></p:spPr><p:txBody><a:bodyPr wrap="square" lIns="0" tIns="0" rIns="0" bIns="0" rtlCol="0"/><a:lstStyle/><a:p/></p:txBody></p:sp><p:sp><p:nvSpPr><p:cNvPr id="366" name="object 366"/><p:cNvSpPr/><p:nvPr/></p:nvSpPr><p:spPr><a:xfrm><a:off x="16619255" y="12143822"/><a:ext cx="10795" cy="21590"/></a:xfrm><a:custGeom><a:avLst/><a:gdLst/><a:ahLst/><a:cxnLst/><a:rect l="l" t="t" r="r" b="b"/><a:pathLst><a:path w="10794" h="21590"><a:moveTo><a:pt x="0" y="21160"/></a:moveTo><a:lnTo><a:pt x="105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7" name="object 367"/><p:cNvSpPr/><p:nvPr/></p:nvSpPr><p:spPr><a:xfrm><a:off x="16637645" y="12115020"/><a:ext cx="38735" cy="45720"/></a:xfrm><a:custGeom><a:avLst/><a:gdLst/><a:ahLst/><a:cxnLst/><a:rect l="l" t="t" r="r" b="b"/><a:pathLst><a:path w="38734" h="45720"><a:moveTo><a:pt x="38376" y="45427"/></a:moveTo><a:lnTo><a:pt x="0" y="17801"/></a:lnTo><a:lnTo><a:pt x="1284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8" name="object 368"/><p:cNvSpPr/><p:nvPr/></p:nvSpPr><p:spPr><a:xfrm><a:off x="16655952" y="12135005"/><a:ext cx="8255" cy="11430"/></a:xfrm><a:custGeom><a:avLst/><a:gdLst/><a:ahLst/><a:cxnLst/><a:rect l="l" t="t" r="r" b="b"/><a:pathLst><a:path w="8255" h="11429"><a:moveTo><a:pt x="0" y="11000"/></a:moveTo><a:lnTo><a:pt x="789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9" name="object 369"/><p:cNvSpPr/><p:nvPr/></p:nvSpPr><p:spPr><a:xfrm><a:off x="16676022" y="12142646"/><a:ext cx="13335" cy="18415"/></a:xfrm><a:custGeom><a:avLst/><a:gdLst/><a:ahLst/><a:cxnLst/><a:rect l="l" t="t" r="r" b="b"/><a:pathLst><a:path w="13334" h="18415"><a:moveTo><a:pt x="0" y="17801"/></a:moveTo><a:lnTo><a:pt x="1284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0" name="object 370"/><p:cNvSpPr/><p:nvPr/></p:nvSpPr><p:spPr><a:xfrm><a:off x="16622530" y="12054898"/><a:ext cx="31115" cy="635"/></a:xfrm><a:custGeom><a:avLst/><a:gdLst/><a:ahLst/><a:cxnLst/><a:rect l="l" t="t" r="r" b="b"/><a:pathLst><a:path w="31115" h="634"><a:moveTo><a:pt x="30734" y="0"/></a:moveTo><a:lnTo><a:pt x="0" y="587"/></a:lnTo></a:path></a:pathLst></a:custGeom><a:ln w="3175"><a:solidFill><a:srgbClr val="000000"/></a:solidFill></a:ln></p:spPr><p:txBody><a:bodyPr wrap="square" lIns="0" tIns="0" rIns="0" bIns="0" rtlCol="0"/><a:lstStyle/><a:p/></p:txBody></p:sp><p:sp><p:nvSpPr><p:cNvPr id="371" name="object 371"/><p:cNvSpPr/><p:nvPr/></p:nvSpPr><p:spPr><a:xfrm><a:off x="16622530" y="12032562"/><a:ext cx="20320" cy="23495"/></a:xfrm><a:custGeom><a:avLst/><a:gdLst/><a:ahLst/><a:cxnLst/><a:rect l="l" t="t" r="r" b="b"/><a:pathLst><a:path w="20319" h="23495"><a:moveTo><a:pt x="19734" y="0"/></a:moveTo><a:lnTo><a:pt x="17466" y="1343"/></a:lnTo><a:lnTo><a:pt x="10293" y="6114"/></a:lnTo><a:lnTo><a:pt x="4531" y="12691"/></a:lnTo><a:lnTo><a:pt x="1007" y="20572"/></a:lnTo><a:lnTo><a:pt x="0" y="23007"/></a:lnTo></a:path></a:pathLst></a:custGeom><a:ln w="3175"><a:solidFill><a:srgbClr val="000000"/></a:solidFill></a:ln></p:spPr><p:txBody><a:bodyPr wrap="square" lIns="0" tIns="0" rIns="0" bIns="0" rtlCol="0"/><a:lstStyle/><a:p/></p:txBody></p:sp><p:sp><p:nvSpPr><p:cNvPr id="372" name="object 372"/><p:cNvSpPr/><p:nvPr/></p:nvSpPr><p:spPr><a:xfrm><a:off x="16634370" y="12054142"/><a:ext cx="16510" cy="22225"/></a:xfrm><a:custGeom><a:avLst/><a:gdLst/><a:ahLst/><a:cxnLst/><a:rect l="l" t="t" r="r" b="b"/><a:pathLst><a:path w="16509" h="22225"><a:moveTo><a:pt x="0" y="21832"/></a:moveTo><a:lnTo><a:pt x="2099" y="20068"/></a:lnTo><a:lnTo><a:pt x="7511" y="15423"/></a:lnTo><a:lnTo><a:pt x="12258" y="9054"/></a:lnTo><a:lnTo><a:pt x="15115" y="2519"/></a:lnTo><a:lnTo><a:pt x="16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3" name="object 373"/><p:cNvSpPr/><p:nvPr/></p:nvSpPr><p:spPr><a:xfrm><a:off x="17165007" y="12190089"/><a:ext cx="52069" cy="20955"/></a:xfrm><a:custGeom><a:avLst/><a:gdLst/><a:ahLst/><a:cxnLst/><a:rect l="l" t="t" r="r" b="b"/><a:pathLst><a:path w="52069" h="20954"><a:moveTo><a:pt x="0" y="14862"/></a:moveTo><a:lnTo><a:pt x="44926" y="0"/></a:lnTo><a:lnTo><a:pt x="51812" y="20908"/></a:lnTo></a:path></a:pathLst></a:custGeom><a:ln w="3175"><a:solidFill><a:srgbClr val="000000"/></a:solidFill></a:ln></p:spPr><p:txBody><a:bodyPr wrap="square" lIns="0" tIns="0" rIns="0" bIns="0" rtlCol="0"/><a:lstStyle/><a:p/></p:txBody></p:sp><p:sp><p:nvSpPr><p:cNvPr id="374" name="object 374"/><p:cNvSpPr/><p:nvPr/></p:nvSpPr><p:spPr><a:xfrm><a:off x="17188520" y="12197226"/><a:ext cx="4445" cy="13335"/></a:xfrm><a:custGeom><a:avLst/><a:gdLst/><a:ahLst/><a:cxnLst/><a:rect l="l" t="t" r="r" b="b"/><a:pathLst><a:path w="4444" h="13334"><a:moveTo><a:pt x="0" y="0"/></a:moveTo><a:lnTo><a:pt x="4282" y="12763"/></a:lnTo></a:path></a:pathLst></a:custGeom><a:ln w="3175"><a:solidFill><a:srgbClr val="000000"/></a:solidFill></a:ln></p:spPr><p:txBody><a:bodyPr wrap="square" lIns="0" tIns="0" rIns="0" bIns="0" rtlCol="0"/><a:lstStyle/><a:p/></p:txBody></p:sp><p:sp><p:nvSpPr><p:cNvPr id="375" name="object 375"/><p:cNvSpPr/><p:nvPr/></p:nvSpPr><p:spPr><a:xfrm><a:off x="17165007" y="12204951"/><a:ext cx="6985" cy="20955"/></a:xfrm><a:custGeom><a:avLst/><a:gdLst/><a:ahLst/><a:cxnLst/><a:rect l="l" t="t" r="r" b="b"/><a:pathLst><a:path w="6984" h="20954"><a:moveTo><a:pt x="0" y="0"/></a:moveTo><a:lnTo><a:pt x="6885" y="20908"/></a:lnTo></a:path></a:pathLst></a:custGeom><a:ln w="3175"><a:solidFill><a:srgbClr val="000000"/></a:solidFill></a:ln></p:spPr><p:txBody><a:bodyPr wrap="square" lIns="0" tIns="0" rIns="0" bIns="0" rtlCol="0"/><a:lstStyle/><a:p/></p:txBody></p:sp><p:sp><p:nvSpPr><p:cNvPr id="376" name="object 376"/><p:cNvSpPr/><p:nvPr/></p:nvSpPr><p:spPr><a:xfrm><a:off x="17257211" y="12197646"/><a:ext cx="16510" cy="26670"/></a:xfrm><a:custGeom><a:avLst/><a:gdLst/><a:ahLst/><a:cxnLst/><a:rect l="l" t="t" r="r" b="b"/><a:pathLst><a:path w="16509" h="26670"><a:moveTo><a:pt x="0" y="26114"/></a:moveTo><a:lnTo><a:pt x="1629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7" name="object 377"/><p:cNvSpPr/><p:nvPr/></p:nvSpPr><p:spPr><a:xfrm><a:off x="17273502" y="12197730"/><a:ext cx="8890" cy="29209"/></a:xfrm><a:custGeom><a:avLst/><a:gdLst/><a:ahLst/><a:cxnLst/><a:rect l="l" t="t" r="r" b="b"/><a:pathLst><a:path w="8890" h="29209"><a:moveTo><a:pt x="8481" y="28969"/></a:moveTo><a:lnTo><a:pt x="8565" y="26450"/></a:lnTo><a:lnTo><a:pt x="8503" y="17879"/></a:lnTo><a:lnTo><a:pt x="6131" y="9294"/></a:lnTo><a:lnTo><a:pt x="1427" y="209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8" name="object 378"/><p:cNvSpPr/><p:nvPr/></p:nvSpPr><p:spPr><a:xfrm><a:off x="17249821" y="12196386"/><a:ext cx="9525" cy="26034"/></a:xfrm><a:custGeom><a:avLst/><a:gdLst/><a:ahLst/><a:cxnLst/><a:rect l="l" t="t" r="r" b="b"/><a:pathLst><a:path w="9525" h="26034"><a:moveTo><a:pt x="0" y="0"/></a:moveTo><a:lnTo><a:pt x="503" y="3862"/></a:lnTo><a:lnTo><a:pt x="1749" y="10609"/></a:lnTo><a:lnTo><a:pt x="3855" y="16320"/></a:lnTo><a:lnTo><a:pt x="7305" y="22251"/></a:lnTo><a:lnTo><a:pt x="9489" y="25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379" name="object 379"/><p:cNvSpPr/><p:nvPr/></p:nvSpPr><p:spPr><a:xfrm><a:off x="17062474" y="12625387"/><a:ext cx="29209" cy="10795"/></a:xfrm><a:custGeom><a:avLst/><a:gdLst/><a:ahLst/><a:cxnLst/><a:rect l="l" t="t" r="r" b="b"/><a:pathLst><a:path w="29209" h="10795"><a:moveTo><a:pt x="0" y="0"/></a:moveTo><a:lnTo><a:pt x="28971" y="10244"/></a:lnTo></a:path></a:pathLst></a:custGeom><a:ln w="3175"><a:solidFill><a:srgbClr val="000000"/></a:solidFill></a:ln></p:spPr><p:txBody><a:bodyPr wrap="square" lIns="0" tIns="0" rIns="0" bIns="0" rtlCol="0"/><a:lstStyle/><a:p/></p:txBody></p:sp><p:sp><p:nvSpPr><p:cNvPr id="380" name="object 380"/><p:cNvSpPr/><p:nvPr/></p:nvSpPr><p:spPr><a:xfrm><a:off x="17064909" y="12635631"/><a:ext cx="26670" cy="14604"/></a:xfrm><a:custGeom><a:avLst/><a:gdLst/><a:ahLst/><a:cxnLst/><a:rect l="l" t="t" r="r" b="b"/><a:pathLst><a:path w="26669" h="14604"><a:moveTo><a:pt x="0" y="14610"/></a:moveTo><a:lnTo><a:pt x="2519" y="14106"/></a:lnTo><a:lnTo><a:pt x="10806" y="12305"/></a:lnTo><a:lnTo><a:pt x="18790" y="7977"/></a:lnTo><a:lnTo><a:pt x="24688" y="1847"/></a:lnTo><a:lnTo><a:pt x="2645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1" name="object 381"/><p:cNvSpPr/><p:nvPr/></p:nvSpPr><p:spPr><a:xfrm><a:off x="17064657" y="12612288"/><a:ext cx="22860" cy="15240"/></a:xfrm><a:custGeom><a:avLst/><a:gdLst/><a:ahLst/><a:cxnLst/><a:rect l="l" t="t" r="r" b="b"/><a:pathLst><a:path w="22859" h="15240"><a:moveTo><a:pt x="22841" y="0"/></a:moveTo><a:lnTo><a:pt x="20237" y="923"/></a:lnTo><a:lnTo><a:pt x="13722" y="3340"/></a:lnTo><a:lnTo><a:pt x="6752" y="7741"/></a:lnTo><a:lnTo><a:pt x="1931" y="12763"/></a:lnTo><a:lnTo><a:pt x="0" y="14778"/></a:lnTo></a:path></a:pathLst></a:custGeom><a:ln w="3175"><a:solidFill><a:srgbClr val="000000"/></a:solidFill></a:ln></p:spPr><p:txBody><a:bodyPr wrap="square" lIns="0" tIns="0" rIns="0" bIns="0" rtlCol="0"/><a:lstStyle/><a:p/></p:txBody></p:sp><p:sp><p:nvSpPr><p:cNvPr id="382" name="object 382"/><p:cNvSpPr/><p:nvPr/></p:nvSpPr><p:spPr><a:xfrm><a:off x="16898639" y="12492043"/><a:ext cx="1905" cy="31750"/></a:xfrm><a:custGeom><a:avLst/><a:gdLst/><a:ahLst/><a:cxnLst/><a:rect l="l" t="t" r="r" b="b"/><a:pathLst><a:path w="1905" h="31750"><a:moveTo><a:pt x="1679" y="0"/></a:moveTo><a:lnTo><a:pt x="0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383" name="object 383"/><p:cNvSpPr/><p:nvPr/></p:nvSpPr><p:spPr><a:xfrm><a:off x="16892425" y="12491623"/><a:ext cx="15875" cy="1270"/></a:xfrm><a:custGeom><a:avLst/><a:gdLst/><a:ahLst/><a:cxnLst/><a:rect l="l" t="t" r="r" b="b"/><a:pathLst><a:path w="15875" h="1270"><a:moveTo><a:pt x="0" y="0"/></a:moveTo><a:lnTo><a:pt x="15787" y="839"/></a:lnTo></a:path></a:pathLst></a:custGeom><a:ln w="3175"><a:solidFill><a:srgbClr val="000000"/></a:solidFill></a:ln></p:spPr><p:txBody><a:bodyPr wrap="square" lIns="0" tIns="0" rIns="0" bIns="0" rtlCol="0"/><a:lstStyle/><a:p/></p:txBody></p:sp><p:sp><p:nvSpPr><p:cNvPr id="384" name="object 384"/><p:cNvSpPr/><p:nvPr/></p:nvSpPr><p:spPr><a:xfrm><a:off x="16888142" y="12682066"/><a:ext cx="30480" cy="3175"/></a:xfrm><a:custGeom><a:avLst/><a:gdLst/><a:ahLst/><a:cxnLst/><a:rect l="l" t="t" r="r" b="b"/><a:pathLst><a:path w="30480" h="3175"><a:moveTo><a:pt x="0" y="839"/></a:moveTo><a:lnTo><a:pt x="2519" y="1511"/></a:lnTo><a:lnTo><a:pt x="8832" y="2712"/></a:lnTo><a:lnTo><a:pt x="15251" y="3015"/></a:lnTo><a:lnTo><a:pt x="21645" y="2398"/></a:lnTo><a:lnTo><a:pt x="27879" y="839"/></a:lnTo><a:lnTo><a:pt x="3023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5" name="object 385"/><p:cNvSpPr/><p:nvPr/></p:nvSpPr><p:spPr><a:xfrm><a:off x="16870088" y="12657526"/><a:ext cx="27305" cy="3175"/></a:xfrm><a:custGeom><a:avLst/><a:gdLst/><a:ahLst/><a:cxnLst/><a:rect l="l" t="t" r="r" b="b"/><a:pathLst><a:path w="27305" h="3175"><a:moveTo><a:pt x="27207" y="2204"/></a:moveTo><a:lnTo><a:pt x="24520" y="1616"/></a:lnTo><a:lnTo><a:pt x="17337" y="0"/></a:lnTo><a:lnTo><a:pt x="9846" y="446"/></a:lnTo><a:lnTo><a:pt x="2687" y="1952"/></a:lnTo><a:lnTo><a:pt x="0" y="2708"/></a:lnTo></a:path></a:pathLst></a:custGeom><a:ln w="3175"><a:solidFill><a:srgbClr val="000000"/></a:solidFill></a:ln></p:spPr><p:txBody><a:bodyPr wrap="square" lIns="0" tIns="0" rIns="0" bIns="0" rtlCol="0"/><a:lstStyle/><a:p/></p:txBody></p:sp><p:sp><p:nvSpPr><p:cNvPr id="386" name="object 386"/><p:cNvSpPr/><p:nvPr/></p:nvSpPr><p:spPr><a:xfrm><a:off x="16833139" y="12480204"/><a:ext cx="13335" cy="34290"/></a:xfrm><a:custGeom><a:avLst/><a:gdLst/><a:ahLst/><a:cxnLst/><a:rect l="l" t="t" r="r" b="b"/><a:pathLst><a:path w="13334" h="34290"><a:moveTo><a:pt x="9909" y="0"/></a:moveTo><a:lnTo><a:pt x="0" y="29893"/></a:lnTo><a:lnTo><a:pt x="12764" y="34175"/></a:lnTo></a:path></a:pathLst></a:custGeom><a:ln w="3175"><a:solidFill><a:srgbClr val="000000"/></a:solidFill></a:ln></p:spPr><p:txBody><a:bodyPr wrap="square" lIns="0" tIns="0" rIns="0" bIns="0" rtlCol="0"/><a:lstStyle/><a:p/></p:txBody></p:sp><p:sp><p:nvSpPr><p:cNvPr id="387" name="object 387"/><p:cNvSpPr/><p:nvPr/></p:nvSpPr><p:spPr><a:xfrm><a:off x="16812313" y="12472059"/><a:ext cx="26034" cy="29209"/></a:xfrm><a:custGeom><a:avLst/><a:gdLst/><a:ahLst/><a:cxnLst/><a:rect l="l" t="t" r="r" b="b"/><a:pathLst><a:path w="26034" h="29209"><a:moveTo><a:pt x="0" y="29053"/></a:moveTo><a:lnTo><a:pt x="12260" y="0"/></a:lnTo><a:lnTo><a:pt x="25780" y="5709"/></a:lnTo></a:path></a:pathLst></a:custGeom><a:ln w="3175"><a:solidFill><a:srgbClr val="000000"/></a:solidFill></a:ln></p:spPr><p:txBody><a:bodyPr wrap="square" lIns="0" tIns="0" rIns="0" bIns="0" rtlCol="0"/><a:lstStyle/><a:p/></p:txBody></p:sp><p:sp><p:nvSpPr><p:cNvPr id="388" name="object 388"/><p:cNvSpPr/><p:nvPr/></p:nvSpPr><p:spPr><a:xfrm><a:off x="16818695" y="12485913"/><a:ext cx="8890" cy="3810"/></a:xfrm><a:custGeom><a:avLst/><a:gdLst/><a:ahLst/><a:cxnLst/><a:rect l="l" t="t" r="r" b="b"/><a:pathLst><a:path w="8890" h="3809"><a:moveTo><a:pt x="0" y="0"/></a:moveTo><a:lnTo><a:pt x="8313" y="3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389" name="object 389"/><p:cNvSpPr/><p:nvPr/></p:nvSpPr><p:spPr><a:xfrm><a:off x="16812313" y="12501112"/><a:ext cx="13970" cy="5715"/></a:xfrm><a:custGeom><a:avLst/><a:gdLst/><a:ahLst/><a:cxnLst/><a:rect l="l" t="t" r="r" b="b"/><a:pathLst><a:path w="13969" h="5715"><a:moveTo><a:pt x="0" y="0"/></a:moveTo><a:lnTo><a:pt x="13435" y="5709"/></a:lnTo></a:path></a:pathLst></a:custGeom><a:ln w="3175"><a:solidFill><a:srgbClr val="000000"/></a:solidFill></a:ln></p:spPr><p:txBody><a:bodyPr wrap="square" lIns="0" tIns="0" rIns="0" bIns="0" rtlCol="0"/><a:lstStyle/><a:p/></p:txBody></p:sp><p:sp><p:nvSpPr><p:cNvPr id="390" name="object 390"/><p:cNvSpPr/><p:nvPr/></p:nvSpPr><p:spPr><a:xfrm><a:off x="16850102" y="12484654"/><a:ext cx="20955" cy="31115"/></a:xfrm><a:custGeom><a:avLst/><a:gdLst/><a:ahLst/><a:cxnLst/><a:rect l="l" t="t" r="r" b="b"/><a:pathLst><a:path w="20955" h="31115"><a:moveTo><a:pt x="0" y="30816"/></a:moveTo><a:lnTo><a:pt x="6634" y="0"/></a:lnTo><a:lnTo><a:pt x="20909" y="3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391" name="object 391"/><p:cNvSpPr/><p:nvPr/></p:nvSpPr><p:spPr><a:xfrm><a:off x="16853544" y="12499349"/><a:ext cx="8890" cy="2540"/></a:xfrm><a:custGeom><a:avLst/><a:gdLst/><a:ahLst/><a:cxnLst/><a:rect l="l" t="t" r="r" b="b"/><a:pathLst><a:path w="8890" h="2540"><a:moveTo><a:pt x="0" y="0"/></a:moveTo><a:lnTo><a:pt x="8817" y="1931"/></a:lnTo></a:path></a:pathLst></a:custGeom><a:ln w="3175"><a:solidFill><a:srgbClr val="000000"/></a:solidFill></a:ln></p:spPr><p:txBody><a:bodyPr wrap="square" lIns="0" tIns="0" rIns="0" bIns="0" rtlCol="0"/><a:lstStyle/><a:p/></p:txBody></p:sp><p:sp><p:nvSpPr><p:cNvPr id="392" name="object 392"/><p:cNvSpPr/><p:nvPr/></p:nvSpPr><p:spPr><a:xfrm><a:off x="16850102" y="12515471"/><a:ext cx="14604" cy="3175"/></a:xfrm><a:custGeom><a:avLst/><a:gdLst/><a:ahLst/><a:cxnLst/><a:rect l="l" t="t" r="r" b="b"/><a:pathLst><a:path w="14605" h="3175"><a:moveTo><a:pt x="0" y="0"/></a:moveTo><a:lnTo><a:pt x="14275" y="3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393" name="object 393"/><p:cNvSpPr/><p:nvPr/></p:nvSpPr><p:spPr><a:xfrm><a:off x="16870759" y="12489860"/><a:ext cx="19050" cy="32384"/></a:xfrm><a:custGeom><a:avLst/><a:gdLst/><a:ahLst/><a:cxnLst/><a:rect l="l" t="t" r="r" b="b"/><a:pathLst><a:path w="19050" h="32384"><a:moveTo><a:pt x="18474" y="8984"/></a:moveTo><a:lnTo><a:pt x="17802" y="5793"/></a:lnTo><a:lnTo><a:pt x="16039" y="2519"/></a:lnTo><a:lnTo><a:pt x="14023" y="671"/></a:lnTo><a:lnTo><a:pt x="9573" y="0"/></a:lnTo><a:lnTo><a:pt x="7137" y="1175"/></a:lnTo><a:lnTo><a:pt x="4450" y="3778"/></a:lnTo><a:lnTo><a:pt x="2855" y="6633"/></a:lnTo><a:lnTo><a:pt x="1091" y="10916"/></a:lnTo><a:lnTo><a:pt x="0" y="18305"/></a:lnTo><a:lnTo><a:pt x="419" y="22923"/></a:lnTo><a:lnTo><a:pt x="1091" y="26114"/></a:lnTo><a:lnTo><a:pt x="2855" y="29389"/></a:lnTo><a:lnTo><a:pt x="4870" y="31236"/></a:lnTo><a:lnTo><a:pt x="9321" y="31908"/></a:lnTo><a:lnTo><a:pt x="11756" y="30732"/></a:lnTo><a:lnTo><a:pt x="14443" y="28129"/></a:lnTo><a:lnTo><a:pt x="16039" y="25274"/></a:lnTo></a:path></a:pathLst></a:custGeom><a:ln w="3175"><a:solidFill><a:srgbClr val="000000"/></a:solidFill></a:ln></p:spPr><p:txBody><a:bodyPr wrap="square" lIns="0" tIns="0" rIns="0" bIns="0" rtlCol="0"/><a:lstStyle/><a:p/></p:txBody></p:sp><p:sp><p:nvSpPr><p:cNvPr id="394" name="object 394"/><p:cNvSpPr/><p:nvPr/></p:nvSpPr><p:spPr><a:xfrm><a:off x="16813405" y="12646715"/><a:ext cx="15240" cy="27305"/></a:xfrm><a:custGeom><a:avLst/><a:gdLst/><a:ahLst/><a:cxnLst/><a:rect l="l" t="t" r="r" b="b"/><a:pathLst><a:path w="15240" h="27304"><a:moveTo><a:pt x="0" y="0"/></a:moveTo><a:lnTo><a:pt x="15199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395" name="object 395"/><p:cNvSpPr/><p:nvPr/></p:nvSpPr><p:spPr><a:xfrm><a:off x="16841032" y="12653265"/><a:ext cx="17780" cy="26034"/></a:xfrm><a:custGeom><a:avLst/><a:gdLst/><a:ahLst/><a:cxnLst/><a:rect l="l" t="t" r="r" b="b"/><a:pathLst><a:path w="17780" h="26034"><a:moveTo><a:pt x="0" y="0"/></a:moveTo><a:lnTo><a:pt x="17214" y="25442"/></a:lnTo></a:path></a:pathLst></a:custGeom><a:ln w="3175"><a:solidFill><a:srgbClr val="000000"/></a:solidFill></a:ln></p:spPr><p:txBody><a:bodyPr wrap="square" lIns="0" tIns="0" rIns="0" bIns="0" rtlCol="0"/><a:lstStyle/><a:p/></p:txBody></p:sp><p:sp><p:nvSpPr><p:cNvPr id="396" name="object 396"/><p:cNvSpPr/><p:nvPr/></p:nvSpPr><p:spPr><a:xfrm><a:off x="16828184" y="12674677"/><a:ext cx="30480" cy="5080"/></a:xfrm><a:custGeom><a:avLst/><a:gdLst/><a:ahLst/><a:cxnLst/><a:rect l="l" t="t" r="r" b="b"/><a:pathLst><a:path w="30480" h="5079"><a:moveTo><a:pt x="0" y="0"/></a:moveTo><a:lnTo><a:pt x="2351" y="1091"/></a:lnTo><a:lnTo><a:pt x="8392" y="3230"/></a:lnTo><a:lnTo><a:pt x="14674" y="4539"/></a:lnTo><a:lnTo><a:pt x="21072" y="4964"/></a:lnTo><a:lnTo><a:pt x="27459" y="4450"/></a:lnTo><a:lnTo><a:pt x="30062" y="3946"/></a:lnTo></a:path></a:pathLst></a:custGeom><a:ln w="3175"><a:solidFill><a:srgbClr val="000000"/></a:solidFill></a:ln></p:spPr><p:txBody><a:bodyPr wrap="square" lIns="0" tIns="0" rIns="0" bIns="0" rtlCol="0"/><a:lstStyle/><a:p/></p:txBody></p:sp><p:sp><p:nvSpPr><p:cNvPr id="397" name="object 397"/><p:cNvSpPr/><p:nvPr/></p:nvSpPr><p:spPr><a:xfrm><a:off x="16814076" y="12648521"/><a:ext cx="27305" cy="5080"/></a:xfrm><a:custGeom><a:avLst/><a:gdLst/><a:ahLst/><a:cxnLst/><a:rect l="l" t="t" r="r" b="b"/><a:pathLst><a:path w="27305" h="5079"><a:moveTo><a:pt x="26955" y="4744"/></a:moveTo><a:lnTo><a:pt x="24352" y="3736"/></a:lnTo><a:lnTo><a:pt x="17431" y="1311"/></a:lnTo><a:lnTo><a:pt x="10025" y="0"/></a:lnTo><a:lnTo><a:pt x="2687" y="713"/></a:lnTo><a:lnTo><a:pt x="0" y="965"/></a:lnTo></a:path></a:pathLst></a:custGeom><a:ln w="3175"><a:solidFill><a:srgbClr val="000000"/></a:solidFill></a:ln></p:spPr><p:txBody><a:bodyPr wrap="square" lIns="0" tIns="0" rIns="0" bIns="0" rtlCol="0"/><a:lstStyle/><a:p/></p:txBody></p:sp><p:sp><p:nvSpPr><p:cNvPr id="398" name="object 398"/><p:cNvSpPr/><p:nvPr/></p:nvSpPr><p:spPr><a:xfrm><a:off x="16868996" y="12657631"/><a:ext cx="19685" cy="24130"/></a:xfrm><a:custGeom><a:avLst/><a:gdLst/><a:ahLst/><a:cxnLst/><a:rect l="l" t="t" r="r" b="b"/><a:pathLst><a:path w="19684" h="24129"><a:moveTo><a:pt x="0" y="0"/></a:moveTo><a:lnTo><a:pt x="19230" y="23931"/></a:lnTo></a:path></a:pathLst></a:custGeom><a:ln w="3175"><a:solidFill><a:srgbClr val="000000"/></a:solidFill></a:ln></p:spPr><p:txBody><a:bodyPr wrap="square" lIns="0" tIns="0" rIns="0" bIns="0" rtlCol="0"/><a:lstStyle/><a:p/></p:txBody></p:sp><p:sp><p:nvSpPr><p:cNvPr id="399" name="object 399"/><p:cNvSpPr/><p:nvPr/></p:nvSpPr><p:spPr><a:xfrm><a:off x="16857995" y="12679967"/><a:ext cx="30480" cy="3810"/></a:xfrm><a:custGeom><a:avLst/><a:gdLst/><a:ahLst/><a:cxnLst/><a:rect l="l" t="t" r="r" b="b"/><a:pathLst><a:path w="30480" h="3809"><a:moveTo><a:pt x="0" y="0"/></a:moveTo><a:lnTo><a:pt x="2435" y="923"/></a:lnTo><a:lnTo><a:pt x="8635" y="2610"/></a:lnTo><a:lnTo><a:pt x="14975" y="3379"/></a:lnTo><a:lnTo><a:pt x="21364" y="3256"/></a:lnTo><a:lnTo><a:pt x="27711" y="2267"/></a:lnTo><a:lnTo><a:pt x="30230" y="1595"/></a:lnTo></a:path></a:pathLst></a:custGeom><a:ln w="3175"><a:solidFill><a:srgbClr val="000000"/></a:solidFill></a:ln></p:spPr><p:txBody><a:bodyPr wrap="square" lIns="0" tIns="0" rIns="0" bIns="0" rtlCol="0"/><a:lstStyle/><a:p/></p:txBody></p:sp><p:sp><p:nvSpPr><p:cNvPr id="400" name="object 400"/><p:cNvSpPr/><p:nvPr/></p:nvSpPr><p:spPr><a:xfrm><a:off x="16841788" y="12654380"/><a:ext cx="27305" cy="3810"/></a:xfrm><a:custGeom><a:avLst/><a:gdLst/><a:ahLst/><a:cxnLst/><a:rect l="l" t="t" r="r" b="b"/><a:pathLst><a:path w="27305" h="3809"><a:moveTo><a:pt x="27207" y="3251"/></a:moveTo><a:lnTo><a:pt x="24520" y="2411"/></a:lnTo><a:lnTo><a:pt x="17206" y="382"/></a:lnTo><a:lnTo><a:pt x="10194" y="0"/></a:lnTo><a:lnTo><a:pt x="2687" y="1067"/></a:lnTo><a:lnTo><a:pt x="0" y="1571"/></a:lnTo></a:path></a:pathLst></a:custGeom><a:ln w="3175"><a:solidFill><a:srgbClr val="000000"/></a:solidFill></a:ln></p:spPr><p:txBody><a:bodyPr wrap="square" lIns="0" tIns="0" rIns="0" bIns="0" rtlCol="0"/><a:lstStyle/><a:p/></p:txBody></p:sp><p:sp><p:nvSpPr><p:cNvPr id="401" name="object 401"/><p:cNvSpPr/><p:nvPr/></p:nvSpPr><p:spPr><a:xfrm><a:off x="16734888" y="12614303"/><a:ext cx="8890" cy="29845"/></a:xfrm><a:custGeom><a:avLst/><a:gdLst/><a:ahLst/><a:cxnLst/><a:rect l="l" t="t" r="r" b="b"/><a:pathLst><a:path w="8890" h="29845"><a:moveTo><a:pt x="0" y="0"/></a:moveTo><a:lnTo><a:pt x="8481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402" name="object 402"/><p:cNvSpPr/><p:nvPr/></p:nvSpPr><p:spPr><a:xfrm><a:off x="16716078" y="12630677"/><a:ext cx="27305" cy="13335"/></a:xfrm><a:custGeom><a:avLst/><a:gdLst/><a:ahLst/><a:cxnLst/><a:rect l="l" t="t" r="r" b="b"/><a:pathLst><a:path w="27305" h="13334"><a:moveTo><a:pt x="0" y="0"/></a:moveTo><a:lnTo><a:pt x="1847" y="1763"/></a:lnTo><a:lnTo><a:pt x="8208" y="7504"/></a:lnTo><a:lnTo><a:pt x="16239" y="11398"/></a:lnTo><a:lnTo><a:pt x="24688" y="12847"/></a:lnTo><a:lnTo><a:pt x="27207" y="13183"/></a:lnTo></a:path></a:pathLst></a:custGeom><a:ln w="3175"><a:solidFill><a:srgbClr val="000000"/></a:solidFill></a:ln></p:spPr><p:txBody><a:bodyPr wrap="square" lIns="0" tIns="0" rIns="0" bIns="0" rtlCol="0"/><a:lstStyle/><a:p/></p:txBody></p:sp><p:sp><p:nvSpPr><p:cNvPr id="403" name="object 403"/><p:cNvSpPr/><p:nvPr/></p:nvSpPr><p:spPr><a:xfrm><a:off x="16760165" y="12627150"/><a:ext cx="10795" cy="29209"/></a:xfrm><a:custGeom><a:avLst/><a:gdLst/><a:ahLst/><a:cxnLst/><a:rect l="l" t="t" r="r" b="b"/><a:pathLst><a:path w="10794" h="29209"><a:moveTo><a:pt x="0" y="0"/></a:moveTo><a:lnTo><a:pt x="10748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404" name="object 404"/><p:cNvSpPr/><p:nvPr/></p:nvSpPr><p:spPr><a:xfrm><a:off x="16742698" y="12644952"/><a:ext cx="28575" cy="11430"/></a:xfrm><a:custGeom><a:avLst/><a:gdLst/><a:ahLst/><a:cxnLst/><a:rect l="l" t="t" r="r" b="b"/><a:pathLst><a:path w="28575" h="11429"><a:moveTo><a:pt x="0" y="0"/></a:moveTo><a:lnTo><a:pt x="2015" y="1595"/></a:lnTo><a:lnTo><a:pt x="8986" y="6959"/></a:lnTo><a:lnTo><a:pt x="16871" y="9965"/></a:lnTo><a:lnTo><a:pt x="25612" y="10832"/></a:lnTo><a:lnTo><a:pt x="28215" y="1100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5" name="object 405"/><p:cNvSpPr/><p:nvPr/></p:nvSpPr><p:spPr><a:xfrm><a:off x="16734888" y="12617074"/><a:ext cx="25400" cy="10160"/></a:xfrm><a:custGeom><a:avLst/><a:gdLst/><a:ahLst/><a:cxnLst/><a:rect l="l" t="t" r="r" b="b"/><a:pathLst><a:path w="25400" h="10159"><a:moveTo><a:pt x="25276" y="10076"/></a:moveTo><a:lnTo><a:pt x="23009" y="8480"/></a:lnTo><a:lnTo><a:pt x="16846" y="4461"/></a:lnTo><a:lnTo><a:pt x="9974" y="1574"/></a:lnTo><a:lnTo><a:pt x="2687" y="41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6" name="object 406"/><p:cNvSpPr/><p:nvPr/></p:nvSpPr><p:spPr><a:xfrm><a:off x="16786365" y="12637982"/><a:ext cx="13335" cy="27940"/></a:xfrm><a:custGeom><a:avLst/><a:gdLst/><a:ahLst/><a:cxnLst/><a:rect l="l" t="t" r="r" b="b"/><a:pathLst><a:path w="13334" h="27940"><a:moveTo><a:pt x="0" y="0"/></a:moveTo><a:lnTo><a:pt x="13016" y="27877"/></a:lnTo></a:path></a:pathLst></a:custGeom><a:ln w="3175"><a:solidFill><a:srgbClr val="000000"/></a:solidFill></a:ln></p:spPr><p:txBody><a:bodyPr wrap="square" lIns="0" tIns="0" rIns="0" bIns="0" rtlCol="0"/><a:lstStyle/><a:p/></p:txBody></p:sp><p:sp><p:nvSpPr><p:cNvPr id="407" name="object 407"/><p:cNvSpPr/><p:nvPr/></p:nvSpPr><p:spPr><a:xfrm><a:off x="16770409" y="12657127"/><a:ext cx="29209" cy="8890"/></a:xfrm><a:custGeom><a:avLst/><a:gdLst/><a:ahLst/><a:cxnLst/><a:rect l="l" t="t" r="r" b="b"/><a:pathLst><a:path w="29209" h="8890"><a:moveTo><a:pt x="0" y="0"/></a:moveTo><a:lnTo><a:pt x="2099" y="1427"/></a:lnTo><a:lnTo><a:pt x="9251" y="6136"/></a:lnTo><a:lnTo><a:pt x="17809" y="8679"/></a:lnTo><a:lnTo><a:pt x="26368" y="8732"/></a:lnTo><a:lnTo><a:pt x="28971" y="8648"/></a:lnTo></a:path></a:pathLst></a:custGeom><a:ln w="3175"><a:solidFill><a:srgbClr val="000000"/></a:solidFill></a:ln></p:spPr><p:txBody><a:bodyPr wrap="square" lIns="0" tIns="0" rIns="0" bIns="0" rtlCol="0"/><a:lstStyle/><a:p/></p:txBody></p:sp><p:sp><p:nvSpPr><p:cNvPr id="408" name="object 408"/><p:cNvSpPr/><p:nvPr/></p:nvSpPr><p:spPr><a:xfrm><a:off x="16760332" y="12629921"/><a:ext cx="26034" cy="8255"/></a:xfrm><a:custGeom><a:avLst/><a:gdLst/><a:ahLst/><a:cxnLst/><a:rect l="l" t="t" r="r" b="b"/><a:pathLst><a:path w="26034" h="8254"><a:moveTo><a:pt x="26032" y="8061"/></a:moveTo><a:lnTo><a:pt x="23680" y="6717"/></a:lnTo><a:lnTo><a:pt x="17521" y="3014"/></a:lnTo><a:lnTo><a:pt x="9885" y="911"/></a:lnTo><a:lnTo><a:pt x="2771" y="1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9" name="object 409"/><p:cNvSpPr/><p:nvPr/></p:nvSpPr><p:spPr><a:xfrm><a:off x="16798961" y="12667120"/><a:ext cx="29845" cy="6985"/></a:xfrm><a:custGeom><a:avLst/><a:gdLst/><a:ahLst/><a:cxnLst/><a:rect l="l" t="t" r="r" b="b"/><a:pathLst><a:path w="29844" h="6984"><a:moveTo><a:pt x="0" y="0"/></a:moveTo><a:lnTo><a:pt x="27039" y="6633"/></a:lnTo><a:lnTo><a:pt x="29559" y="6381"/></a:lnTo></a:path></a:pathLst></a:custGeom><a:ln w="3175"><a:solidFill><a:srgbClr val="000000"/></a:solidFill></a:ln></p:spPr><p:txBody><a:bodyPr wrap="square" lIns="0" tIns="0" rIns="0" bIns="0" rtlCol="0"/><a:lstStyle/><a:p/></p:txBody></p:sp><p:sp><p:nvSpPr><p:cNvPr id="410" name="object 410"/><p:cNvSpPr/><p:nvPr/></p:nvSpPr><p:spPr><a:xfrm><a:off x="16786785" y="12640753"/><a:ext cx="26670" cy="6350"/></a:xfrm><a:custGeom><a:avLst/><a:gdLst/><a:ahLst/><a:cxnLst/><a:rect l="l" t="t" r="r" b="b"/><a:pathLst><a:path w="26669" h="6350"><a:moveTo><a:pt x="26619" y="6045"/></a:moveTo><a:lnTo><a:pt x="24100" y="4786"/></a:lnTo><a:lnTo><a:pt x="17522" y="1746"/></a:lnTo><a:lnTo><a:pt x="10019" y="40"/></a:lnTo><a:lnTo><a:pt x="2771" y="0"/></a:lnTo><a:lnTo><a:pt x="0" y="83"/></a:lnTo></a:path></a:pathLst></a:custGeom><a:ln w="3175"><a:solidFill><a:srgbClr val="000000"/></a:solidFill></a:ln></p:spPr><p:txBody><a:bodyPr wrap="square" lIns="0" tIns="0" rIns="0" bIns="0" rtlCol="0"/><a:lstStyle/><a:p/></p:txBody></p:sp><p:sp><p:nvSpPr><p:cNvPr id="411" name="object 411"/><p:cNvSpPr/><p:nvPr/></p:nvSpPr><p:spPr><a:xfrm><a:off x="16979591" y="12478776"/><a:ext cx="25400" cy="29209"/></a:xfrm><a:custGeom><a:avLst/><a:gdLst/><a:ahLst/><a:cxnLst/><a:rect l="l" t="t" r="r" b="b"/><a:pathLst><a:path w="25400" h="29209"><a:moveTo><a:pt x="0" y="0"/></a:moveTo><a:lnTo><a:pt x="12596" y="28885"/></a:lnTo><a:lnTo><a:pt x="25024" y="23511"/></a:lnTo></a:path></a:pathLst></a:custGeom><a:ln w="3175"><a:solidFill><a:srgbClr val="000000"/></a:solidFill></a:ln></p:spPr><p:txBody><a:bodyPr wrap="square" lIns="0" tIns="0" rIns="0" bIns="0" rtlCol="0"/><a:lstStyle/><a:p/></p:txBody></p:sp><p:sp><p:nvSpPr><p:cNvPr id="412" name="object 412"/><p:cNvSpPr/><p:nvPr/></p:nvSpPr><p:spPr><a:xfrm><a:off x="16966994" y="12483059"/><a:ext cx="19050" cy="33020"/></a:xfrm><a:custGeom><a:avLst/><a:gdLst/><a:ahLst/><a:cxnLst/><a:rect l="l" t="t" r="r" b="b"/><a:pathLst><a:path w="19050" h="33020"><a:moveTo><a:pt x="1763" y="32748"/></a:moveTo><a:lnTo><a:pt x="0" y="0"/></a:lnTo><a:lnTo><a:pt x="18726" y="2687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3" name="object 413"/><p:cNvSpPr/><p:nvPr/></p:nvSpPr><p:spPr><a:xfrm><a:off x="16968506" y="12501028"/><a:ext cx="10795" cy="3810"/></a:xfrm><a:custGeom><a:avLst/><a:gdLst/><a:ahLst/><a:cxnLst/><a:rect l="l" t="t" r="r" b="b"/><a:pathLst><a:path w="10794" h="3809"><a:moveTo><a:pt x="0" y="3694"/></a:moveTo><a:lnTo><a:pt x="1066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4" name="object 414"/><p:cNvSpPr/><p:nvPr/></p:nvSpPr><p:spPr><a:xfrm><a:off x="16943481" y="12487089"/><a:ext cx="19685" cy="31750"/></a:xfrm><a:custGeom><a:avLst/><a:gdLst/><a:ahLst/><a:cxnLst/><a:rect l="l" t="t" r="r" b="b"/><a:pathLst><a:path w="19684" h="31750"><a:moveTo><a:pt x="15451" y="6045"/></a:moveTo><a:lnTo><a:pt x="13687" y="3358"/></a:lnTo><a:lnTo><a:pt x="10748" y="923"/></a:lnTo><a:lnTo><a:pt x="8229" y="0"/></a:lnTo><a:lnTo><a:pt x="3862" y="1007"/></a:lnTo><a:lnTo><a:pt x="2015" y="3022"/></a:lnTo><a:lnTo><a:pt x="503" y="6465"/></a:lnTo><a:lnTo><a:pt x="83" y="9656"/></a:lnTo><a:lnTo><a:pt x="0" y="14274"/></a:lnTo><a:lnTo><a:pt x="1763" y="21580"/></a:lnTo><a:lnTo><a:pt x="3862" y="25694"/></a:lnTo><a:lnTo><a:pt x="5626" y="28381"/></a:lnTo><a:lnTo><a:pt x="8481" y="30816"/></a:lnTo><a:lnTo><a:pt x="11084" y="31740"/></a:lnTo><a:lnTo><a:pt x="15451" y="30732"/></a:lnTo><a:lnTo><a:pt x="17298" y="28717"/></a:lnTo><a:lnTo><a:pt x="18810" y="25274"/></a:lnTo><a:lnTo><a:pt x="19230" y="22083"/></a:lnTo></a:path></a:pathLst></a:custGeom><a:ln w="3175"><a:solidFill><a:srgbClr val="000000"/></a:solidFill></a:ln></p:spPr><p:txBody><a:bodyPr wrap="square" lIns="0" tIns="0" rIns="0" bIns="0" rtlCol="0"/><a:lstStyle/><a:p/></p:txBody></p:sp><p:sp><p:nvSpPr><p:cNvPr id="415" name="object 415"/><p:cNvSpPr/><p:nvPr/></p:nvSpPr><p:spPr><a:xfrm><a:off x="16934748" y="12490616"/><a:ext cx="5080" cy="31750"/></a:xfrm><a:custGeom><a:avLst/><a:gdLst/><a:ahLst/><a:cxnLst/><a:rect l="l" t="t" r="r" b="b"/><a:pathLst><a:path w="5080" h="31750"><a:moveTo><a:pt x="0" y="0"/></a:moveTo><a:lnTo><a:pt x="4702" y="31152"/></a:lnTo></a:path></a:pathLst></a:custGeom><a:ln w="3175"><a:solidFill><a:srgbClr val="000000"/></a:solidFill></a:ln></p:spPr><p:txBody><a:bodyPr wrap="square" lIns="0" tIns="0" rIns="0" bIns="0" rtlCol="0"/><a:lstStyle/><a:p/></p:txBody></p:sp><p:sp><p:nvSpPr><p:cNvPr id="416" name="object 416"/><p:cNvSpPr/><p:nvPr/></p:nvSpPr><p:spPr><a:xfrm><a:off x="16914006" y="12491455"/><a:ext cx="16510" cy="32384"/></a:xfrm><a:custGeom><a:avLst/><a:gdLst/><a:ahLst/><a:cxnLst/><a:rect l="l" t="t" r="r" b="b"/><a:pathLst><a:path w="16509" h="32384"><a:moveTo><a:pt x="2099" y="32160"/></a:moveTo><a:lnTo><a:pt x="0" y="755"/></a:lnTo><a:lnTo><a:pt x="10076" y="0"/></a:lnTo><a:lnTo><a:pt x="13519" y="1343"/></a:lnTo><a:lnTo><a:pt x="14779" y="2687"/></a:lnTo><a:lnTo><a:pt x="16123" y="5625"/></a:lnTo><a:lnTo><a:pt x="16291" y="8648"/></a:lnTo><a:lnTo><a:pt x="15367" y="11755"/></a:lnTo><a:lnTo><a:pt x="14359" y="13267"/></a:lnTo><a:lnTo><a:pt x="11084" y="15030"/></a:lnTo><a:lnTo><a:pt x="1007" y="15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417" name="object 417"/><p:cNvSpPr/><p:nvPr/></p:nvSpPr><p:spPr><a:xfrm><a:off x="16922908" y="12506654"/><a:ext cx="9525" cy="15875"/></a:xfrm><a:custGeom><a:avLst/><a:gdLst/><a:ahLst/><a:cxnLst/><a:rect l="l" t="t" r="r" b="b"/><a:pathLst><a:path w="9525" h="15875"><a:moveTo><a:pt x="0" y="0"/></a:moveTo><a:lnTo><a:pt x="8985" y="1587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8" name="object 418"/><p:cNvSpPr/><p:nvPr/></p:nvSpPr><p:spPr><a:xfrm><a:off x="16981942" y="12652425"/><a:ext cx="26034" cy="17145"/></a:xfrm><a:custGeom><a:avLst/><a:gdLst/><a:ahLst/><a:cxnLst/><a:rect l="l" t="t" r="r" b="b"/><a:pathLst><a:path w="26034" h="17145"><a:moveTo><a:pt x="0" y="0"/></a:moveTo><a:lnTo><a:pt x="25696" y="16793"/></a:lnTo></a:path></a:pathLst></a:custGeom><a:ln w="3175"><a:solidFill><a:srgbClr val="000000"/></a:solidFill></a:ln></p:spPr><p:txBody><a:bodyPr wrap="square" lIns="0" tIns="0" rIns="0" bIns="0" rtlCol="0"/><a:lstStyle/><a:p/></p:txBody></p:sp><p:sp><p:nvSpPr><p:cNvPr id="419" name="object 419"/><p:cNvSpPr/><p:nvPr/></p:nvSpPr><p:spPr><a:xfrm><a:off x="16978499" y="12669219"/><a:ext cx="29845" cy="8255"/></a:xfrm><a:custGeom><a:avLst/><a:gdLst/><a:ahLst/><a:cxnLst/><a:rect l="l" t="t" r="r" b="b"/><a:pathLst><a:path w="29844" h="8254"><a:moveTo><a:pt x="0" y="7893"/></a:moveTo><a:lnTo><a:pt x="27039" y="1427"/></a:lnTo><a:lnTo><a:pt x="2922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0" name="object 420"/><p:cNvSpPr/><p:nvPr/></p:nvSpPr><p:spPr><a:xfrm><a:off x="17009486" y="12645624"/><a:ext cx="27305" cy="14604"/></a:xfrm><a:custGeom><a:avLst/><a:gdLst/><a:ahLst/><a:cxnLst/><a:rect l="l" t="t" r="r" b="b"/><a:pathLst><a:path w="27305" h="14604"><a:moveTo><a:pt x="0" y="0"/></a:moveTo><a:lnTo><a:pt x="26955" y="1461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1" name="object 421"/><p:cNvSpPr/><p:nvPr/></p:nvSpPr><p:spPr><a:xfrm><a:off x="17007974" y="12660234"/><a:ext cx="28575" cy="10795"/></a:xfrm><a:custGeom><a:avLst/><a:gdLst/><a:ahLst/><a:cxnLst/><a:rect l="l" t="t" r="r" b="b"/><a:pathLst><a:path w="28575" h="10795"><a:moveTo><a:pt x="0" y="10244"/></a:moveTo><a:lnTo><a:pt x="26452" y="1595"/></a:lnTo><a:lnTo><a:pt x="2846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2" name="object 422"/><p:cNvSpPr/><p:nvPr/></p:nvSpPr><p:spPr><a:xfrm><a:off x="16983705" y="12645624"/><a:ext cx="26034" cy="9525"/></a:xfrm><a:custGeom><a:avLst/><a:gdLst/><a:ahLst/><a:cxnLst/><a:rect l="l" t="t" r="r" b="b"/><a:pathLst><a:path w="26034" h="9525"><a:moveTo><a:pt x="25696" y="0"/></a:moveTo><a:lnTo><a:pt x="23009" y="251"/></a:lnTo><a:lnTo><a:pt x="16048" y="1034"/></a:lnTo><a:lnTo><a:pt x="8270" y="3740"/></a:lnTo><a:lnTo><a:pt x="2351" y="7473"/></a:lnTo><a:lnTo><a:pt x="0" y="8984"/></a:lnTo></a:path></a:pathLst></a:custGeom><a:ln w="3175"><a:solidFill><a:srgbClr val="000000"/></a:solidFill></a:ln></p:spPr><p:txBody><a:bodyPr wrap="square" lIns="0" tIns="0" rIns="0" bIns="0" rtlCol="0"/><a:lstStyle/><a:p/></p:txBody></p:sp><p:sp><p:nvSpPr><p:cNvPr id="423" name="object 423"/><p:cNvSpPr/><p:nvPr/></p:nvSpPr><p:spPr><a:xfrm><a:off x="17036357" y="12636555"/><a:ext cx="28575" cy="12700"/></a:xfrm><a:custGeom><a:avLst/><a:gdLst/><a:ahLst/><a:cxnLst/><a:rect l="l" t="t" r="r" b="b"/><a:pathLst><a:path w="28575" h="12700"><a:moveTo><a:pt x="0" y="0"/></a:moveTo><a:lnTo><a:pt x="28047" y="12511"/></a:lnTo></a:path></a:pathLst></a:custGeom><a:ln w="3175"><a:solidFill><a:srgbClr val="000000"/></a:solidFill></a:ln></p:spPr><p:txBody><a:bodyPr wrap="square" lIns="0" tIns="0" rIns="0" bIns="0" rtlCol="0"/><a:lstStyle/><a:p/></p:txBody></p:sp><p:sp><p:nvSpPr><p:cNvPr id="424" name="object 424"/><p:cNvSpPr/><p:nvPr/></p:nvSpPr><p:spPr><a:xfrm><a:off x="17036861" y="12649066"/><a:ext cx="27940" cy="12700"/></a:xfrm><a:custGeom><a:avLst/><a:gdLst/><a:ahLst/><a:cxnLst/><a:rect l="l" t="t" r="r" b="b"/><a:pathLst><a:path w="27940" h="12700"><a:moveTo><a:pt x="0" y="12427"/></a:moveTo><a:lnTo><a:pt x="2519" y="12175"/></a:lnTo><a:lnTo><a:pt x="10468" y="11093"/></a:lnTo><a:lnTo><a:pt x="19683" y="7138"/></a:lnTo><a:lnTo><a:pt x="25612" y="1679"/></a:lnTo><a:lnTo><a:pt x="2754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5" name="object 425"/><p:cNvSpPr/><p:nvPr/></p:nvSpPr><p:spPr><a:xfrm><a:off x="17011417" y="12636555"/><a:ext cx="25400" cy="11430"/></a:xfrm><a:custGeom><a:avLst/><a:gdLst/><a:ahLst/><a:cxnLst/><a:rect l="l" t="t" r="r" b="b"/><a:pathLst><a:path w="25400" h="11429"><a:moveTo><a:pt x="24856" y="0"/></a:moveTo><a:lnTo><a:pt x="22169" y="503"/></a:lnTo><a:lnTo><a:pt x="14976" y="1962"/></a:lnTo><a:lnTo><a:pt x="8130" y="5025"/></a:lnTo><a:lnTo><a:pt x="2183" y="9320"/></a:lnTo><a:lnTo><a:pt x="0" y="1100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6" name="object 426"/><p:cNvSpPr/><p:nvPr/></p:nvSpPr><p:spPr><a:xfrm><a:off x="17038541" y="12625387"/><a:ext cx="24130" cy="13335"/></a:xfrm><a:custGeom><a:avLst/><a:gdLst/><a:ahLst/><a:cxnLst/><a:rect l="l" t="t" r="r" b="b"/><a:pathLst><a:path w="24130" h="13334"><a:moveTo><a:pt x="23932" y="0"/></a:moveTo><a:lnTo><a:pt x="21245" y="755"/></a:lnTo><a:lnTo><a:pt x="14601" y="2573"/></a:lnTo><a:lnTo><a:pt x="7179" y="6627"/></a:lnTo><a:lnTo><a:pt x="2015" y="11167"/></a:lnTo><a:lnTo><a:pt x="0" y="13015"/></a:lnTo></a:path></a:pathLst></a:custGeom><a:ln w="3175"><a:solidFill><a:srgbClr val="000000"/></a:solidFill></a:ln></p:spPr><p:txBody><a:bodyPr wrap="square" lIns="0" tIns="0" rIns="0" bIns="0" rtlCol="0"/><a:lstStyle/><a:p/></p:txBody></p:sp><p:sp><p:nvSpPr><p:cNvPr id="427" name="object 427"/><p:cNvSpPr/><p:nvPr/></p:nvSpPr><p:spPr><a:xfrm><a:off x="16897295" y="12659646"/><a:ext cx="21590" cy="22860"/></a:xfrm><a:custGeom><a:avLst/><a:gdLst/><a:ahLst/><a:cxnLst/><a:rect l="l" t="t" r="r" b="b"/><a:pathLst><a:path w="21590" h="22859"><a:moveTo><a:pt x="0" y="0"/></a:moveTo><a:lnTo><a:pt x="21077" y="22419"/></a:lnTo></a:path></a:pathLst></a:custGeom><a:ln w="3175"><a:solidFill><a:srgbClr val="000000"/></a:solidFill></a:ln></p:spPr><p:txBody><a:bodyPr wrap="square" lIns="0" tIns="0" rIns="0" bIns="0" rtlCol="0"/><a:lstStyle/><a:p/></p:txBody></p:sp><p:sp><p:nvSpPr><p:cNvPr id="428" name="object 428"/><p:cNvSpPr/><p:nvPr/></p:nvSpPr><p:spPr><a:xfrm><a:off x="16925679" y="12659562"/><a:ext cx="22860" cy="20955"/></a:xfrm><a:custGeom><a:avLst/><a:gdLst/><a:ahLst/><a:cxnLst/><a:rect l="l" t="t" r="r" b="b"/><a:pathLst><a:path w="22859" h="20954"><a:moveTo><a:pt x="0" y="0"/></a:moveTo><a:lnTo><a:pt x="22757" y="20572"/></a:lnTo></a:path></a:pathLst></a:custGeom><a:ln w="3175"><a:solidFill><a:srgbClr val="000000"/></a:solidFill></a:ln></p:spPr><p:txBody><a:bodyPr wrap="square" lIns="0" tIns="0" rIns="0" bIns="0" rtlCol="0"/><a:lstStyle/><a:p/></p:txBody></p:sp><p:sp><p:nvSpPr><p:cNvPr id="429" name="object 429"/><p:cNvSpPr/><p:nvPr/></p:nvSpPr><p:spPr><a:xfrm><a:off x="16918373" y="12680135"/><a:ext cx="30480" cy="4445"/></a:xfrm><a:custGeom><a:avLst/><a:gdLst/><a:ahLst/><a:cxnLst/><a:rect l="l" t="t" r="r" b="b"/><a:pathLst><a:path w="30480" h="4445"><a:moveTo><a:pt x="0" y="3190"/></a:moveTo><a:lnTo><a:pt x="2519" y="3694"/></a:lnTo><a:lnTo><a:pt x="8803" y="4419"/></a:lnTo><a:lnTo><a:pt x="15309" y="4189"/></a:lnTo><a:lnTo><a:pt x="21718" y="3039"/></a:lnTo><a:lnTo><a:pt x="27711" y="1007"/></a:lnTo><a:lnTo><a:pt x="3006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0" name="object 430"/><p:cNvSpPr/><p:nvPr/></p:nvSpPr><p:spPr><a:xfrm><a:off x="16898555" y="12658296"/><a:ext cx="27305" cy="4445"/></a:xfrm><a:custGeom><a:avLst/><a:gdLst/><a:ahLst/><a:cxnLst/><a:rect l="l" t="t" r="r" b="b"/><a:pathLst><a:path w="27305" h="4445"><a:moveTo><a:pt x="27123" y="1266"/></a:moveTo><a:lnTo><a:pt x="24436" y="846"/></a:lnTo><a:lnTo><a:pt x="17118" y="0"/></a:lnTo><a:lnTo><a:pt x="9638" y="794"/></a:lnTo><a:lnTo><a:pt x="2603" y="2945"/></a:lnTo><a:lnTo><a:pt x="0" y="3869"/></a:lnTo></a:path></a:pathLst></a:custGeom><a:ln w="3175"><a:solidFill><a:srgbClr val="000000"/></a:solidFill></a:ln></p:spPr><p:txBody><a:bodyPr wrap="square" lIns="0" tIns="0" rIns="0" bIns="0" rtlCol="0"/><a:lstStyle/><a:p/></p:txBody></p:sp><p:sp><p:nvSpPr><p:cNvPr id="431" name="object 431"/><p:cNvSpPr/><p:nvPr/></p:nvSpPr><p:spPr><a:xfrm><a:off x="16927106" y="12656845"/><a:ext cx="27305" cy="5080"/></a:xfrm><a:custGeom><a:avLst/><a:gdLst/><a:ahLst/><a:cxnLst/><a:rect l="l" t="t" r="r" b="b"/><a:pathLst><a:path w="27305" h="5079"><a:moveTo><a:pt x="26787" y="282"/></a:moveTo><a:lnTo><a:pt x="24016" y="114"/></a:lnTo><a:lnTo><a:pt x="16261" y="0"/></a:lnTo><a:lnTo><a:pt x="9746" y="1165"/></a:lnTo><a:lnTo><a:pt x="2519" y="3977"/></a:lnTo><a:lnTo><a:pt x="0" y="5068"/></a:lnTo></a:path></a:pathLst></a:custGeom><a:ln w="3175"><a:solidFill><a:srgbClr val="000000"/></a:solidFill></a:ln></p:spPr><p:txBody><a:bodyPr wrap="square" lIns="0" tIns="0" rIns="0" bIns="0" rtlCol="0"/><a:lstStyle/><a:p/></p:txBody></p:sp><p:sp><p:nvSpPr><p:cNvPr id="432" name="object 432"/><p:cNvSpPr/><p:nvPr/></p:nvSpPr><p:spPr><a:xfrm><a:off x="16953978" y="12657127"/><a:ext cx="24765" cy="19050"/></a:xfrm><a:custGeom><a:avLst/><a:gdLst/><a:ahLst/><a:cxnLst/><a:rect l="l" t="t" r="r" b="b"/><a:pathLst><a:path w="24765" h="19050"><a:moveTo><a:pt x="0" y="0"/></a:moveTo><a:lnTo><a:pt x="24268" y="18725"/></a:lnTo></a:path></a:pathLst></a:custGeom><a:ln w="3175"><a:solidFill><a:srgbClr val="000000"/></a:solidFill></a:ln></p:spPr><p:txBody><a:bodyPr wrap="square" lIns="0" tIns="0" rIns="0" bIns="0" rtlCol="0"/><a:lstStyle/><a:p/></p:txBody></p:sp><p:sp><p:nvSpPr><p:cNvPr id="433" name="object 433"/><p:cNvSpPr/><p:nvPr/></p:nvSpPr><p:spPr><a:xfrm><a:off x="16948604" y="12675853"/><a:ext cx="29845" cy="6350"/></a:xfrm><a:custGeom><a:avLst/><a:gdLst/><a:ahLst/><a:cxnLst/><a:rect l="l" t="t" r="r" b="b"/><a:pathLst><a:path w="29844" h="6350"><a:moveTo><a:pt x="0" y="5541"/></a:moveTo><a:lnTo><a:pt x="2519" y="5877"/></a:lnTo><a:lnTo><a:pt x="8911" y="6122"/></a:lnTo><a:lnTo><a:pt x="15309" y="5363"/></a:lnTo><a:lnTo><a:pt x="21548" y="3706"/></a:lnTo><a:lnTo><a:pt x="27459" y="1259"/></a:lnTo><a:lnTo><a:pt x="2972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4" name="object 434"/><p:cNvSpPr/><p:nvPr/></p:nvSpPr><p:spPr><a:xfrm><a:off x="16955574" y="12652509"/><a:ext cx="26670" cy="6985"/></a:xfrm><a:custGeom><a:avLst/><a:gdLst/><a:ahLst/><a:cxnLst/><a:rect l="l" t="t" r="r" b="b"/><a:pathLst><a:path w="26669" h="6984"><a:moveTo><a:pt x="26368" y="0"/></a:moveTo><a:lnTo><a:pt x="23596" y="83"/></a:lnTo><a:lnTo><a:pt x="16060" y="393"/></a:lnTo><a:lnTo><a:pt x="9153" y="2190"/></a:lnTo><a:lnTo><a:pt x="2435" y="5625"/></a:lnTo><a:lnTo><a:pt x="0" y="6885"/></a:lnTo></a:path></a:pathLst></a:custGeom><a:ln w="3175"><a:solidFill><a:srgbClr val="000000"/></a:solidFill></a:ln></p:spPr><p:txBody><a:bodyPr wrap="square" lIns="0" tIns="0" rIns="0" bIns="0" rtlCol="0"/><a:lstStyle/><a:p/></p:txBody></p:sp><p:sp><p:nvSpPr><p:cNvPr id="435" name="object 435"/><p:cNvSpPr/><p:nvPr/></p:nvSpPr><p:spPr><a:xfrm><a:off x="16763272" y="12379860"/><a:ext cx="15240" cy="31750"/></a:xfrm><a:custGeom><a:avLst/><a:gdLst/><a:ahLst/><a:cxnLst/><a:rect l="l" t="t" r="r" b="b"/><a:pathLst><a:path w="15240" h="31750"><a:moveTo><a:pt x="0" y="31488"/></a:moveTo><a:lnTo><a:pt x="0" y="0"/></a:lnTo><a:lnTo><a:pt x="1469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6" name="object 436"/><p:cNvSpPr/><p:nvPr/></p:nvSpPr><p:spPr><a:xfrm><a:off x="16763272" y="12394891"/><a:ext cx="9525" cy="0"/></a:xfrm><a:custGeom><a:avLst/><a:gdLst/><a:ahLst/><a:cxnLst/><a:rect l="l" t="t" r="r" b="b"/><a:pathLst><a:path w="9525" h="0"><a:moveTo><a:pt x="0" y="0"/></a:moveTo><a:lnTo><a:pt x="906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7" name="object 437"/><p:cNvSpPr/><p:nvPr/></p:nvSpPr><p:spPr><a:xfrm><a:off x="16763272" y="12411349"/><a:ext cx="15240" cy="0"/></a:xfrm><a:custGeom><a:avLst/><a:gdLst/><a:ahLst/><a:cxnLst/><a:rect l="l" t="t" r="r" b="b"/><a:pathLst><a:path w="15240" h="0"><a:moveTo><a:pt x="0" y="0"/></a:moveTo><a:lnTo><a:pt x="1469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8" name="object 438"/><p:cNvSpPr/><p:nvPr/></p:nvSpPr><p:spPr><a:xfrm><a:off x="16783594" y="12379860"/><a:ext cx="15875" cy="31750"/></a:xfrm><a:custGeom><a:avLst/><a:gdLst/><a:ahLst/><a:cxnLst/><a:rect l="l" t="t" r="r" b="b"/><a:pathLst><a:path w="15875" h="31750"><a:moveTo><a:pt x="0" y="0"/></a:moveTo><a:lnTo><a:pt x="15703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439" name="object 439"/><p:cNvSpPr/><p:nvPr/></p:nvSpPr><p:spPr><a:xfrm><a:off x="16783594" y="12379860"/><a:ext cx="15875" cy="31750"/></a:xfrm><a:custGeom><a:avLst/><a:gdLst/><a:ahLst/><a:cxnLst/><a:rect l="l" t="t" r="r" b="b"/><a:pathLst><a:path w="15875" h="31750"><a:moveTo><a:pt x="15703" y="0"/></a:moveTo><a:lnTo><a:pt x="0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440" name="object 440"/><p:cNvSpPr/><p:nvPr/></p:nvSpPr><p:spPr><a:xfrm><a:off x="16807190" y="12379860"/><a:ext cx="15875" cy="31750"/></a:xfrm><a:custGeom><a:avLst/><a:gdLst/><a:ahLst/><a:cxnLst/><a:rect l="l" t="t" r="r" b="b"/><a:pathLst><a:path w="15875" h="31750"><a:moveTo><a:pt x="0" y="31488"/></a:moveTo><a:lnTo><a:pt x="0" y="0"/></a:lnTo><a:lnTo><a:pt x="10160" y="0"/></a:lnTo><a:lnTo><a:pt x="13519" y="1511"/></a:lnTo><a:lnTo><a:pt x="14695" y="3022"/></a:lnTo><a:lnTo><a:pt x="15787" y="5961"/></a:lnTo><a:lnTo><a:pt x="15787" y="10496"/></a:lnTo><a:lnTo><a:pt x="14695" y="13519"/></a:lnTo><a:lnTo><a:pt x="13519" y="15030"/></a:lnTo><a:lnTo><a:pt x="10160" y="16542"/></a:lnTo><a:lnTo><a:pt x="0" y="16542"/></a:lnTo></a:path></a:pathLst></a:custGeom><a:ln w="3175"><a:solidFill><a:srgbClr val="000000"/></a:solidFill></a:ln></p:spPr><p:txBody><a:bodyPr wrap="square" lIns="0" tIns="0" rIns="0" bIns="0" rtlCol="0"/><a:lstStyle/><a:p/></p:txBody></p:sp><p:sp><p:nvSpPr><p:cNvPr id="441" name="object 441"/><p:cNvSpPr/><p:nvPr/></p:nvSpPr><p:spPr><a:xfrm><a:off x="16830871" y="12408410"/><a:ext cx="2540" cy="3175"/></a:xfrm><a:custGeom><a:avLst/><a:gdLst/><a:ahLst/><a:cxnLst/><a:rect l="l" t="t" r="r" b="b"/><a:pathLst><a:path w="2540" h="3175"><a:moveTo><a:pt x="1091" y="0"/></a:moveTo><a:lnTo><a:pt x="0" y="1427"/></a:lnTo><a:lnTo><a:pt x="1091" y="2938"/></a:lnTo><a:lnTo><a:pt x="2267" y="1427"/></a:lnTo><a:lnTo><a:pt x="1091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442" name="object 442"/><p:cNvSpPr/><p:nvPr/></p:nvSpPr><p:spPr><a:xfrm><a:off x="16865805" y="12379860"/><a:ext cx="15240" cy="31750"/></a:xfrm><a:custGeom><a:avLst/><a:gdLst/><a:ahLst/><a:cxnLst/><a:rect l="l" t="t" r="r" b="b"/><a:pathLst><a:path w="15240" h="31750"><a:moveTo><a:pt x="13435" y="4534"/></a:moveTo><a:lnTo><a:pt x="12344" y="1511"/></a:lnTo><a:lnTo><a:pt x="8985" y="0"/></a:lnTo><a:lnTo><a:pt x="6717" y="0"/></a:lnTo><a:lnTo><a:pt x="3358" y="1511"/></a:lnTo><a:lnTo><a:pt x="1091" y="5961"/></a:lnTo><a:lnTo><a:pt x="0" y="13519"/></a:lnTo><a:lnTo><a:pt x="0" y="20992"/></a:lnTo><a:lnTo><a:pt x="1091" y="27038"/></a:lnTo><a:lnTo><a:pt x="3358" y="29977"/></a:lnTo><a:lnTo><a:pt x="6717" y="31488"/></a:lnTo><a:lnTo><a:pt x="7809" y="31488"/></a:lnTo><a:lnTo><a:pt x="11252" y="29977"/></a:lnTo><a:lnTo><a:pt x="13435" y="27038"/></a:lnTo><a:lnTo><a:pt x="14611" y="22503"/></a:lnTo><a:lnTo><a:pt x="14611" y="20992"/></a:lnTo><a:lnTo><a:pt x="0" y="20992"/></a:lnTo></a:path></a:pathLst></a:custGeom><a:ln w="3175"><a:solidFill><a:srgbClr val="000000"/></a:solidFill></a:ln></p:spPr><p:txBody><a:bodyPr wrap="square" lIns="0" tIns="0" rIns="0" bIns="0" rtlCol="0"/><a:lstStyle/><a:p/></p:txBody></p:sp><p:sp><p:nvSpPr><p:cNvPr id="443" name="object 443"/><p:cNvSpPr/><p:nvPr/></p:nvSpPr><p:spPr><a:xfrm><a:off x="16888310" y="12397829"/><a:ext cx="20320" cy="0"/></a:xfrm><a:custGeom><a:avLst/><a:gdLst/><a:ahLst/><a:cxnLst/><a:rect l="l" t="t" r="r" b="b"/><a:pathLst><a:path w="20319" h="0"><a:moveTo><a:pt x="0" y="0"/></a:moveTo><a:lnTo><a:pt x="2023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4" name="object 444"/><p:cNvSpPr/><p:nvPr/></p:nvSpPr><p:spPr><a:xfrm><a:off x="16916442" y="12379860"/><a:ext cx="15875" cy="31750"/></a:xfrm><a:custGeom><a:avLst/><a:gdLst/><a:ahLst/><a:cxnLst/><a:rect l="l" t="t" r="r" b="b"/><a:pathLst><a:path w="15875" h="31750"><a:moveTo><a:pt x="2267" y="0"/></a:moveTo><a:lnTo><a:pt x="14611" y="0"/></a:lnTo><a:lnTo><a:pt x="7893" y="12007"/></a:lnTo><a:lnTo><a:pt x="11252" y="12007"/></a:lnTo><a:lnTo><a:pt x="13519" y="13519"/></a:lnTo><a:lnTo><a:pt x="14611" y="15030"/></a:lnTo><a:lnTo><a:pt x="15787" y="19480"/></a:lnTo><a:lnTo><a:pt x="15787" y="22503"/></a:lnTo><a:lnTo><a:pt x="14611" y="27038"/></a:lnTo><a:lnTo><a:pt x="12344" y="29977"/></a:lnTo><a:lnTo><a:pt x="8985" y="31488"/></a:lnTo><a:lnTo><a:pt x="5626" y="31488"/></a:lnTo><a:lnTo><a:pt x="2267" y="29977"/></a:lnTo><a:lnTo><a:pt x="1091" y="28549"/></a:lnTo><a:lnTo><a:pt x="0" y="25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445" name="object 445"/><p:cNvSpPr/><p:nvPr/></p:nvSpPr><p:spPr><a:xfrm><a:off x="16938947" y="12379860"/><a:ext cx="15875" cy="31750"/></a:xfrm><a:custGeom><a:avLst/><a:gdLst/><a:ahLst/><a:cxnLst/><a:rect l="l" t="t" r="r" b="b"/><a:pathLst><a:path w="15875" h="31750"><a:moveTo><a:pt x="6801" y="0"/></a:moveTo><a:lnTo><a:pt x="3358" y="1511"/></a:lnTo><a:lnTo><a:pt x="1091" y="5961"/></a:lnTo><a:lnTo><a:pt x="0" y="13519"/></a:lnTo><a:lnTo><a:pt x="0" y="17969"/></a:lnTo><a:lnTo><a:pt x="1091" y="25526"/></a:lnTo><a:lnTo><a:pt x="3358" y="29977"/></a:lnTo><a:lnTo><a:pt x="6801" y="31488"/></a:lnTo><a:lnTo><a:pt x="8985" y="31488"/></a:lnTo><a:lnTo><a:pt x="12428" y="29977"/></a:lnTo><a:lnTo><a:pt x="14611" y="25526"/></a:lnTo><a:lnTo><a:pt x="15787" y="17969"/></a:lnTo><a:lnTo><a:pt x="15787" y="13519"/></a:lnTo><a:lnTo><a:pt x="14611" y="5961"/></a:lnTo><a:lnTo><a:pt x="12428" y="1511"/></a:lnTo><a:lnTo><a:pt x="8985" y="0"/></a:lnTo><a:lnTo><a:pt x="6801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446" name="object 446"/><p:cNvSpPr/><p:nvPr/></p:nvSpPr><p:spPr><a:xfrm><a:off x="16962628" y="12397829"/><a:ext cx="20320" cy="0"/></a:xfrm><a:custGeom><a:avLst/><a:gdLst/><a:ahLst/><a:cxnLst/><a:rect l="l" t="t" r="r" b="b"/><a:pathLst><a:path w="20319" h="0"><a:moveTo><a:pt x="0" y="0"/></a:moveTo><a:lnTo><a:pt x="2023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7" name="object 447"/><p:cNvSpPr/><p:nvPr/></p:nvSpPr><p:spPr><a:xfrm><a:off x="16990759" y="12379860"/><a:ext cx="15875" cy="31750"/></a:xfrm><a:custGeom><a:avLst/><a:gdLst/><a:ahLst/><a:cxnLst/><a:rect l="l" t="t" r="r" b="b"/><a:pathLst><a:path w="15875" h="31750"><a:moveTo><a:pt x="1091" y="7473"/></a:moveTo><a:lnTo><a:pt x="1091" y="5961"/></a:lnTo><a:lnTo><a:pt x="2267" y="3022"/></a:lnTo><a:lnTo><a:pt x="3358" y="1511"/></a:lnTo><a:lnTo><a:pt x="5626" y="0"/></a:lnTo><a:lnTo><a:pt x="10160" y="0"/></a:lnTo><a:lnTo><a:pt x="12344" y="1511"/></a:lnTo><a:lnTo><a:pt x="13519" y="3022"/></a:lnTo><a:lnTo><a:pt x="14611" y="5961"/></a:lnTo><a:lnTo><a:pt x="14611" y="8984"/></a:lnTo><a:lnTo><a:pt x="13519" y="12007"/></a:lnTo><a:lnTo><a:pt x="11252" y="16542"/></a:lnTo><a:lnTo><a:pt x="0" y="31488"/></a:lnTo><a:lnTo><a:pt x="15787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448" name="object 448"/><p:cNvSpPr/><p:nvPr/></p:nvSpPr><p:spPr><a:xfrm><a:off x="17013264" y="12379860"/><a:ext cx="15875" cy="31750"/></a:xfrm><a:custGeom><a:avLst/><a:gdLst/><a:ahLst/><a:cxnLst/><a:rect l="l" t="t" r="r" b="b"/><a:pathLst><a:path w="15875" h="31750"><a:moveTo><a:pt x="6717" y="0"/></a:moveTo><a:lnTo><a:pt x="3358" y="1511"/></a:lnTo><a:lnTo><a:pt x="1091" y="5961"/></a:lnTo><a:lnTo><a:pt x="0" y="13519"/></a:lnTo><a:lnTo><a:pt x="0" y="17969"/></a:lnTo><a:lnTo><a:pt x="1091" y="25526"/></a:lnTo><a:lnTo><a:pt x="3358" y="29977"/></a:lnTo><a:lnTo><a:pt x="6717" y="31488"/></a:lnTo><a:lnTo><a:pt x="8985" y="31488"/></a:lnTo><a:lnTo><a:pt x="12428" y="29977"/></a:lnTo><a:lnTo><a:pt x="14611" y="25526"/></a:lnTo><a:lnTo><a:pt x="15787" y="17969"/></a:lnTo><a:lnTo><a:pt x="15787" y="13519"/></a:lnTo><a:lnTo><a:pt x="14611" y="5961"/></a:lnTo><a:lnTo><a:pt x="12428" y="1511"/></a:lnTo><a:lnTo><a:pt x="8985" y="0"/></a:lnTo><a:lnTo><a:pt x="6717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449" name="object 449"/><p:cNvSpPr/><p:nvPr/></p:nvSpPr><p:spPr><a:xfrm><a:off x="17035770" y="12379860"/><a:ext cx="15875" cy="31750"/></a:xfrm><a:custGeom><a:avLst/><a:gdLst/><a:ahLst/><a:cxnLst/><a:rect l="l" t="t" r="r" b="b"/><a:pathLst><a:path w="15875" h="31750"><a:moveTo><a:pt x="1175" y="7473"/></a:moveTo><a:lnTo><a:pt x="1175" y="5961"/></a:lnTo><a:lnTo><a:pt x="2267" y="3022"/></a:lnTo><a:lnTo><a:pt x="3358" y="1511"/></a:lnTo><a:lnTo><a:pt x="5626" y="0"/></a:lnTo><a:lnTo><a:pt x="10160" y="0"/></a:lnTo><a:lnTo><a:pt x="12428" y="1511"/></a:lnTo><a:lnTo><a:pt x="13519" y="3022"/></a:lnTo><a:lnTo><a:pt x="14611" y="5961"/></a:lnTo><a:lnTo><a:pt x="14611" y="8984"/></a:lnTo><a:lnTo><a:pt x="13519" y="12007"/></a:lnTo><a:lnTo><a:pt x="11252" y="16542"/></a:lnTo><a:lnTo><a:pt x="0" y="31488"/></a:lnTo><a:lnTo><a:pt x="15787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450" name="object 450"/><p:cNvSpPr/><p:nvPr/></p:nvSpPr><p:spPr><a:xfrm><a:off x="17058275" y="12379860"/><a:ext cx="15875" cy="31750"/></a:xfrm><a:custGeom><a:avLst/><a:gdLst/><a:ahLst/><a:cxnLst/><a:rect l="l" t="t" r="r" b="b"/><a:pathLst><a:path w="15875" h="31750"><a:moveTo><a:pt x="4534" y="31488"/></a:moveTo><a:lnTo><a:pt x="15787" y="0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1" name="object 451"/><p:cNvSpPr/><p:nvPr/></p:nvSpPr><p:spPr><a:xfrm><a:off x="16769066" y="12281448"/><a:ext cx="22225" cy="43815"/></a:xfrm><a:custGeom><a:avLst/><a:gdLst/><a:ahLst/><a:cxnLst/><a:rect l="l" t="t" r="r" b="b"/><a:pathLst><a:path w="22225" h="43815"><a:moveTo><a:pt x="0" y="43412"/></a:moveTo><a:lnTo><a:pt x="0" y="0"/></a:lnTo><a:lnTo><a:pt x="21749" y="43412"/></a:lnTo><a:lnTo><a:pt x="2174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2" name="object 452"/><p:cNvSpPr/><p:nvPr/></p:nvSpPr><p:spPr><a:xfrm><a:off x="16801648" y="12295974"/><a:ext cx="20320" cy="29209"/></a:xfrm><a:custGeom><a:avLst/><a:gdLst/><a:ahLst/><a:cxnLst/><a:rect l="l" t="t" r="r" b="b"/><a:pathLst><a:path w="20319" h="29209"><a:moveTo><a:pt x="7725" y="0"/></a:moveTo><a:lnTo><a:pt x="4618" y="2015"/></a:lnTo><a:lnTo><a:pt x="1511" y="6129"/></a:lnTo><a:lnTo><a:pt x="0" y="12343"/></a:lnTo><a:lnTo><a:pt x="0" y="16458"/></a:lnTo><a:lnTo><a:pt x="1511" y="22671"/></a:lnTo><a:lnTo><a:pt x="4618" y="26786"/></a:lnTo><a:lnTo><a:pt x="7725" y="28885"/></a:lnTo><a:lnTo><a:pt x="12344" y="28885"/></a:lnTo><a:lnTo><a:pt x="15451" y="26786"/></a:lnTo><a:lnTo><a:pt x="18558" y="22671"/></a:lnTo><a:lnTo><a:pt x="20069" y="16458"/></a:lnTo><a:lnTo><a:pt x="20069" y="12343"/></a:lnTo><a:lnTo><a:pt x="18558" y="6129"/></a:lnTo><a:lnTo><a:pt x="15451" y="2015"/></a:lnTo><a:lnTo><a:pt x="12344" y="0"/></a:lnTo><a:lnTo><a:pt x="7725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453" name="object 453"/><p:cNvSpPr/><p:nvPr/></p:nvSpPr><p:spPr><a:xfrm><a:off x="16832551" y="12320745"/><a:ext cx="3175" cy="4445"/></a:xfrm><a:custGeom><a:avLst/><a:gdLst/><a:ahLst/><a:cxnLst/><a:rect l="l" t="t" r="r" b="b"/><a:pathLst><a:path w="3175" h="4445"><a:moveTo><a:pt x="1595" y="0"/></a:moveTo><a:lnTo><a:pt x="0" y="2015"/></a:lnTo><a:lnTo><a:pt x="1595" y="4114"/></a:lnTo><a:lnTo><a:pt x="3107" y="2015"/></a:lnTo><a:lnTo><a:pt x="1595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454" name="object 454"/><p:cNvSpPr/><p:nvPr/></p:nvSpPr><p:spPr><a:xfrm><a:off x="16880584" y="12281448"/><a:ext cx="20320" cy="43815"/></a:xfrm><a:custGeom><a:avLst/><a:gdLst/><a:ahLst/><a:cxnLst/><a:rect l="l" t="t" r="r" b="b"/><a:pathLst><a:path w="20319" h="43815"><a:moveTo><a:pt x="0" y="43412"/></a:moveTo><a:lnTo><a:pt x="0" y="0"/></a:lnTo><a:lnTo><a:pt x="2006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5" name="object 455"/><p:cNvSpPr/><p:nvPr/></p:nvSpPr><p:spPr><a:xfrm><a:off x="16880584" y="12302104"/><a:ext cx="12700" cy="0"/></a:xfrm><a:custGeom><a:avLst/><a:gdLst/><a:ahLst/><a:cxnLst/><a:rect l="l" t="t" r="r" b="b"/><a:pathLst><a:path w="12700" h="0"><a:moveTo><a:pt x="0" y="0"/></a:moveTo><a:lnTo><a:pt x="1234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6" name="object 456"/><p:cNvSpPr/><p:nvPr/></p:nvSpPr><p:spPr><a:xfrm><a:off x="16880584" y="12324860"/><a:ext cx="20320" cy="0"/></a:xfrm><a:custGeom><a:avLst/><a:gdLst/><a:ahLst/><a:cxnLst/><a:rect l="l" t="t" r="r" b="b"/><a:pathLst><a:path w="20319" h="0"><a:moveTo><a:pt x="0" y="0"/></a:moveTo><a:lnTo><a:pt x="2006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7" name="object 457"/><p:cNvSpPr/><p:nvPr/></p:nvSpPr><p:spPr><a:xfrm><a:off x="16909975" y="12306219"/><a:ext cx="27940" cy="0"/></a:xfrm><a:custGeom><a:avLst/><a:gdLst/><a:ahLst/><a:cxnLst/><a:rect l="l" t="t" r="r" b="b"/><a:pathLst><a:path w="27940" h="0"><a:moveTo><a:pt x="0" y="0"/></a:moveTo><a:lnTo><a:pt x="2787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8" name="object 458"/><p:cNvSpPr/><p:nvPr/></p:nvSpPr><p:spPr><a:xfrm><a:off x="16953306" y="12281448"/><a:ext cx="8255" cy="43815"/></a:xfrm><a:custGeom><a:avLst/><a:gdLst/><a:ahLst/><a:cxnLst/><a:rect l="l" t="t" r="r" b="b"/><a:pathLst><a:path w="8255" h="43815"><a:moveTo><a:pt x="0" y="8312"/></a:moveTo><a:lnTo><a:pt x="3107" y="6213"/></a:lnTo><a:lnTo><a:pt x="7809" y="0"/></a:lnTo><a:lnTo><a:pt x="7809" y="43412"/></a:lnTo></a:path></a:pathLst></a:custGeom><a:ln w="3175"><a:solidFill><a:srgbClr val="000000"/></a:solidFill></a:ln></p:spPr><p:txBody><a:bodyPr wrap="square" lIns="0" tIns="0" rIns="0" bIns="0" rtlCol="0"/><a:lstStyle/><a:p/></p:txBody></p:sp><p:sp><p:nvSpPr><p:cNvPr id="459" name="object 459"/><p:cNvSpPr/><p:nvPr/></p:nvSpPr><p:spPr><a:xfrm><a:off x="16981186" y="12281448"/><a:ext cx="20320" cy="43815"/></a:xfrm><a:custGeom><a:avLst/><a:gdLst/><a:ahLst/><a:cxnLst/><a:rect l="l" t="t" r="r" b="b"/><a:pathLst><a:path w="20319" h="43815"><a:moveTo><a:pt x="18558" y="6213"/></a:moveTo><a:lnTo><a:pt x="17046" y="2099"/></a:lnTo><a:lnTo><a:pt x="12428" y="0"/></a:lnTo><a:lnTo><a:pt x="9321" y="0"/></a:lnTo><a:lnTo><a:pt x="4618" y="2099"/></a:lnTo><a:lnTo><a:pt x="1595" y="8312"/></a:lnTo><a:lnTo><a:pt x="0" y="18641"/></a:lnTo><a:lnTo><a:pt x="0" y="28969"/></a:lnTo><a:lnTo><a:pt x="1595" y="37198"/></a:lnTo><a:lnTo><a:pt x="4618" y="41313"/></a:lnTo><a:lnTo><a:pt x="9321" y="43412"/></a:lnTo><a:lnTo><a:pt x="10832" y="43412"/></a:lnTo><a:lnTo><a:pt x="15535" y="41313"/></a:lnTo><a:lnTo><a:pt x="18558" y="37198"/></a:lnTo><a:lnTo><a:pt x="20153" y="30984"/></a:lnTo><a:lnTo><a:pt x="20153" y="28969"/></a:lnTo><a:lnTo><a:pt x="0" y="28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460" name="object 460"/><p:cNvSpPr/><p:nvPr/></p:nvSpPr><p:spPr><a:xfrm><a:off x="17010577" y="12281448"/><a:ext cx="20320" cy="43815"/></a:xfrm><a:custGeom><a:avLst/><a:gdLst/><a:ahLst/><a:cxnLst/><a:rect l="l" t="t" r="r" b="b"/><a:pathLst><a:path w="20319" h="43815"><a:moveTo><a:pt x="20153" y="14526"/></a:moveTo><a:lnTo><a:pt x="0" y="14526"/></a:lnTo><a:lnTo><a:pt x="0" y="12427"/></a:lnTo><a:lnTo><a:pt x="1595" y="6213"/></a:lnTo><a:lnTo><a:pt x="4702" y="2099"/></a:lnTo><a:lnTo><a:pt x="9321" y="0"/></a:lnTo><a:lnTo><a:pt x="10916" y="0"/></a:lnTo><a:lnTo><a:pt x="15535" y="2099"/></a:lnTo><a:lnTo><a:pt x="18642" y="6213"/></a:lnTo><a:lnTo><a:pt x="20153" y="14526"/></a:lnTo><a:lnTo><a:pt x="20153" y="24771"/></a:lnTo><a:lnTo><a:pt x="18642" y="35099"/></a:lnTo><a:lnTo><a:pt x="15535" y="41313"/></a:lnTo><a:lnTo><a:pt x="10916" y="43412"/></a:lnTo><a:lnTo><a:pt x="7809" y="43412"/></a:lnTo><a:lnTo><a:pt x="3107" y="41313"/></a:lnTo><a:lnTo><a:pt x="1595" y="37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461" name="object 461"/><p:cNvSpPr/><p:nvPr/></p:nvSpPr><p:spPr><a:xfrm><a:off x="17041564" y="12281448"/><a:ext cx="23495" cy="43815"/></a:xfrm><a:custGeom><a:avLst/><a:gdLst/><a:ahLst/><a:cxnLst/><a:rect l="l" t="t" r="r" b="b"/><a:pathLst><a:path w="23494" h="43815"><a:moveTo><a:pt x="15535" y="0"/></a:moveTo><a:lnTo><a:pt x="0" y="28969"/></a:lnTo><a:lnTo><a:pt x="23261" y="28969"/></a:lnTo></a:path><a:path w="23494" h="43815"><a:moveTo><a:pt x="15535" y="0"/></a:moveTo><a:lnTo><a:pt x="15535" y="43412"/></a:lnTo></a:path></a:pathLst></a:custGeom><a:ln w="3175"><a:solidFill><a:srgbClr val="000000"/></a:solidFill></a:ln></p:spPr><p:txBody><a:bodyPr wrap="square" lIns="0" tIns="0" rIns="0" bIns="0" rtlCol="0"/><a:lstStyle/><a:p/></p:txBody></p:sp><p:sp><p:nvSpPr><p:cNvPr id="462" name="object 462"/><p:cNvSpPr/><p:nvPr/></p:nvSpPr><p:spPr><a:xfrm><a:off x="17072551" y="12281448"/><a:ext cx="22225" cy="43815"/></a:xfrm><a:custGeom><a:avLst/><a:gdLst/><a:ahLst/><a:cxnLst/><a:rect l="l" t="t" r="r" b="b"/><a:pathLst><a:path w="22225" h="43815"><a:moveTo><a:pt x="18558" y="0"/></a:moveTo><a:lnTo><a:pt x="3107" y="0"/></a:lnTo><a:lnTo><a:pt x="1511" y="18641"/></a:lnTo><a:lnTo><a:pt x="3107" y="16542"/></a:lnTo><a:lnTo><a:pt x="7725" y="14526"/></a:lnTo><a:lnTo><a:pt x="12344" y="14526"/></a:lnTo><a:lnTo><a:pt x="17046" y="16542"/></a:lnTo><a:lnTo><a:pt x="20153" y="20656"/></a:lnTo><a:lnTo><a:pt x="21665" y="26870"/></a:lnTo><a:lnTo><a:pt x="21665" y="30984"/></a:lnTo><a:lnTo><a:pt x="20153" y="37198"/></a:lnTo><a:lnTo><a:pt x="17046" y="41313"/></a:lnTo><a:lnTo><a:pt x="12344" y="43412"/></a:lnTo><a:lnTo><a:pt x="7725" y="43412"/></a:lnTo><a:lnTo><a:pt x="3107" y="41313"/></a:lnTo><a:lnTo><a:pt x="1511" y="39297"/></a:lnTo><a:lnTo><a:pt x="0" y="35099"/></a:lnTo></a:path></a:pathLst></a:custGeom><a:ln w="3175"><a:solidFill><a:srgbClr val="000000"/></a:solidFill></a:ln></p:spPr><p:txBody><a:bodyPr wrap="square" lIns="0" tIns="0" rIns="0" bIns="0" rtlCol="0"/><a:lstStyle/><a:p/></p:txBody></p:sp><p:sp><p:nvSpPr><p:cNvPr id="463" name="object 463"/><p:cNvSpPr/><p:nvPr/></p:nvSpPr><p:spPr><a:xfrm><a:off x="17254524" y="12434608"/><a:ext cx="10795" cy="28575"/></a:xfrm><a:custGeom><a:avLst/><a:gdLst/><a:ahLst/><a:cxnLst/><a:rect l="l" t="t" r="r" b="b"/><a:pathLst><a:path w="10794" h="28575"><a:moveTo><a:pt x="0" y="28465"/></a:moveTo><a:lnTo><a:pt x="1595" y="26366"/></a:lnTo><a:lnTo><a:pt x="6849" y="19091"/></a:lnTo><a:lnTo><a:pt x="9626" y="11550"/></a:lnTo><a:lnTo><a:pt x="10328" y="2603"/></a:lnTo><a:lnTo><a:pt x="1041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4" name="object 464"/><p:cNvSpPr/><p:nvPr/></p:nvSpPr><p:spPr><a:xfrm><a:off x="17226812" y="12445944"/><a:ext cx="10160" cy="26034"/></a:xfrm><a:custGeom><a:avLst/><a:gdLst/><a:ahLst/><a:cxnLst/><a:rect l="l" t="t" r="r" b="b"/><a:pathLst><a:path w="10159" h="26034"><a:moveTo><a:pt x="9573" y="0"/></a:moveTo><a:lnTo><a:pt x="7389" y="3274"/></a:lnTo><a:lnTo><a:pt x="3885" y="8983"/></a:lnTo><a:lnTo><a:pt x="1706" y="15002"/></a:lnTo><a:lnTo><a:pt x="503" y="21580"/></a:lnTo><a:lnTo><a:pt x="0" y="25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465" name="object 465"/><p:cNvSpPr/><p:nvPr/></p:nvSpPr><p:spPr><a:xfrm><a:off x="17155602" y="12561402"/><a:ext cx="31115" cy="1270"/></a:xfrm><a:custGeom><a:avLst/><a:gdLst/><a:ahLst/><a:cxnLst/><a:rect l="l" t="t" r="r" b="b"/><a:pathLst><a:path w="31115" h="1270"><a:moveTo><a:pt x="0" y="0"/></a:moveTo><a:lnTo><a:pt x="30650" y="671"/></a:lnTo></a:path></a:pathLst></a:custGeom><a:ln w="3175"><a:solidFill><a:srgbClr val="000000"/></a:solidFill></a:ln></p:spPr><p:txBody><a:bodyPr wrap="square" lIns="0" tIns="0" rIns="0" bIns="0" rtlCol="0"/><a:lstStyle/><a:p/></p:txBody></p:sp><p:sp><p:nvSpPr><p:cNvPr id="466" name="object 466"/><p:cNvSpPr/><p:nvPr/></p:nvSpPr><p:spPr><a:xfrm><a:off x="17165679" y="12561990"/><a:ext cx="20955" cy="22225"/></a:xfrm><a:custGeom><a:avLst/><a:gdLst/><a:ahLst/><a:cxnLst/><a:rect l="l" t="t" r="r" b="b"/><a:pathLst><a:path w="20955" h="22225"><a:moveTo><a:pt x="0" y="22167"/></a:moveTo><a:lnTo><a:pt x="2183" y="20908"/></a:lnTo><a:lnTo><a:pt x="9259" y="16936"/></a:lnTo><a:lnTo><a:pt x="15959" y="9636"/></a:lnTo><a:lnTo><a:pt x="19482" y="2351"/></a:lnTo><a:lnTo><a:pt x="2057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7" name="object 467"/><p:cNvSpPr/><p:nvPr/></p:nvSpPr><p:spPr><a:xfrm><a:off x="17175336" y="12539234"/><a:ext cx="31115" cy="1905"/></a:xfrm><a:custGeom><a:avLst/><a:gdLst/><a:ahLst/><a:cxnLst/><a:rect l="l" t="t" r="r" b="b"/><a:pathLst><a:path w="31115" h="1904"><a:moveTo><a:pt x="0" y="1763"/></a:moveTo><a:lnTo><a:pt x="3065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8" name="object 468"/><p:cNvSpPr/><p:nvPr/></p:nvSpPr><p:spPr><a:xfrm><a:off x="17187260" y="12539234"/><a:ext cx="19050" cy="24130"/></a:xfrm><a:custGeom><a:avLst/><a:gdLst/><a:ahLst/><a:cxnLst/><a:rect l="l" t="t" r="r" b="b"/><a:pathLst><a:path w="19050" h="24129"><a:moveTo><a:pt x="0" y="23763"/></a:moveTo><a:lnTo><a:pt x="17886" y="2435"/></a:lnTo><a:lnTo><a:pt x="1872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9" name="object 469"/><p:cNvSpPr/><p:nvPr/></p:nvSpPr><p:spPr><a:xfrm><a:off x="17158205" y="12541081"/><a:ext cx="17145" cy="21590"/></a:xfrm><a:custGeom><a:avLst/><a:gdLst/><a:ahLst/><a:cxnLst/><a:rect l="l" t="t" r="r" b="b"/><a:pathLst><a:path w="17144" h="21590"><a:moveTo><a:pt x="17130" y="0"/></a:moveTo><a:lnTo><a:pt x="14947" y="1679"/></a:lnTo><a:lnTo><a:pt x="8890" y="6563"/></a:lnTo><a:lnTo><a:pt x="4768" y="11848"/></a:lnTo><a:lnTo><a:pt x="1175" y="18725"/></a:lnTo><a:lnTo><a:pt x="0" y="2116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0" name="object 470"/><p:cNvSpPr/><p:nvPr/></p:nvSpPr><p:spPr><a:xfrm><a:off x="17193390" y="12514883"/><a:ext cx="30480" cy="4445"/></a:xfrm><a:custGeom><a:avLst/><a:gdLst/><a:ahLst/><a:cxnLst/><a:rect l="l" t="t" r="r" b="b"/><a:pathLst><a:path w="30480" h="4445"><a:moveTo><a:pt x="0" y="4282"/></a:moveTo><a:lnTo><a:pt x="3039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1" name="object 471"/><p:cNvSpPr/><p:nvPr/></p:nvSpPr><p:spPr><a:xfrm><a:off x="17206994" y="12514883"/><a:ext cx="17145" cy="25400"/></a:xfrm><a:custGeom><a:avLst/><a:gdLst/><a:ahLst/><a:cxnLst/><a:rect l="l" t="t" r="r" b="b"/><a:pathLst><a:path w="17144" h="25400"><a:moveTo><a:pt x="0" y="25190"/></a:moveTo><a:lnTo><a:pt x="2015" y="23595"/></a:lnTo><a:lnTo><a:pt x="8568" y="18078"/></a:lnTo><a:lnTo><a:pt x="13529" y="10683"/></a:lnTo><a:lnTo><a:pt x="16123" y="2519"/></a:lnTo><a:lnTo><a:pt x="1679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2" name="object 472"/><p:cNvSpPr/><p:nvPr/></p:nvSpPr><p:spPr><a:xfrm><a:off x="17178023" y="12519165"/><a:ext cx="15875" cy="22860"/></a:xfrm><a:custGeom><a:avLst/><a:gdLst/><a:ahLst/><a:cxnLst/><a:rect l="l" t="t" r="r" b="b"/><a:pathLst><a:path w="15875" h="22859"><a:moveTo><a:pt x="15367" y="0"/></a:moveTo><a:lnTo><a:pt x="13351" y="1847"/></a:lnTo><a:lnTo><a:pt x="8027" y="6931"/></a:lnTo><a:lnTo><a:pt x="3718" y="13130"/></a:lnTo><a:lnTo><a:pt x="1007" y="19984"/></a:lnTo><a:lnTo><a:pt x="0" y="22503"/></a:lnTo></a:path></a:pathLst></a:custGeom><a:ln w="3175"><a:solidFill><a:srgbClr val="000000"/></a:solidFill></a:ln></p:spPr><p:txBody><a:bodyPr wrap="square" lIns="0" tIns="0" rIns="0" bIns="0" rtlCol="0"/><a:lstStyle/><a:p/></p:txBody></p:sp><p:sp><p:nvSpPr><p:cNvPr id="473" name="object 473"/><p:cNvSpPr/><p:nvPr/></p:nvSpPr><p:spPr><a:xfrm><a:off x="17209597" y="12489272"/><a:ext cx="30480" cy="6985"/></a:xfrm><a:custGeom><a:avLst/><a:gdLst/><a:ahLst/><a:cxnLst/><a:rect l="l" t="t" r="r" b="b"/><a:pathLst><a:path w="30480" h="6984"><a:moveTo><a:pt x="0" y="6633"/></a:moveTo><a:lnTo><a:pt x="3006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4" name="object 474"/><p:cNvSpPr/><p:nvPr/></p:nvSpPr><p:spPr><a:xfrm><a:off x="17224797" y="12489272"/><a:ext cx="15240" cy="26670"/></a:xfrm><a:custGeom><a:avLst/><a:gdLst/><a:ahLst/><a:cxnLst/><a:rect l="l" t="t" r="r" b="b"/><a:pathLst><a:path w="15240" h="26670"><a:moveTo><a:pt x="0" y="26450"/></a:moveTo><a:lnTo><a:pt x="1931" y="24687"/></a:lnTo><a:lnTo><a:pt x="7997" y="18757"/></a:lnTo><a:lnTo><a:pt x="12491" y="10816"/></a:lnTo><a:lnTo><a:pt x="14275" y="2519"/></a:lnTo><a:lnTo><a:pt x="1477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5" name="object 475"/><p:cNvSpPr/><p:nvPr/></p:nvSpPr><p:spPr><a:xfrm><a:off x="17196161" y="12495990"/><a:ext cx="13970" cy="24130"/></a:xfrm><a:custGeom><a:avLst/><a:gdLst/><a:ahLst/><a:cxnLst/><a:rect l="l" t="t" r="r" b="b"/><a:pathLst><a:path w="13969" h="24129"><a:moveTo><a:pt x="13519" y="0"/></a:moveTo><a:lnTo><a:pt x="11588" y="2015"/></a:lnTo><a:lnTo><a:pt x="6699" y="7526"/></a:lnTo><a:lnTo><a:pt x="2997" y="13971"/></a:lnTo><a:lnTo><a:pt x="755" y="20992"/></a:lnTo><a:lnTo><a:pt x="0" y="23595"/></a:lnTo></a:path></a:pathLst></a:custGeom><a:ln w="3175"><a:solidFill><a:srgbClr val="000000"/></a:solidFill></a:ln></p:spPr><p:txBody><a:bodyPr wrap="square" lIns="0" tIns="0" rIns="0" bIns="0" rtlCol="0"/><a:lstStyle/><a:p/></p:txBody></p:sp><p:sp><p:nvSpPr><p:cNvPr id="476" name="object 476"/><p:cNvSpPr/><p:nvPr/></p:nvSpPr><p:spPr><a:xfrm><a:off x="17223957" y="12462486"/><a:ext cx="29845" cy="9525"/></a:xfrm><a:custGeom><a:avLst/><a:gdLst/><a:ahLst/><a:cxnLst/><a:rect l="l" t="t" r="r" b="b"/><a:pathLst><a:path w="29844" h="9525"><a:moveTo><a:pt x="0" y="8984"/></a:moveTo><a:lnTo><a:pt x="2939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7" name="object 477"/><p:cNvSpPr/><p:nvPr/></p:nvSpPr><p:spPr><a:xfrm><a:off x="17240668" y="12462486"/><a:ext cx="12700" cy="27940"/></a:xfrm><a:custGeom><a:avLst/><a:gdLst/><a:ahLst/><a:cxnLst/><a:rect l="l" t="t" r="r" b="b"/><a:pathLst><a:path w="12700" h="27940"><a:moveTo><a:pt x="0" y="27458"/></a:moveTo><a:lnTo><a:pt x="12344" y="2519"/></a:lnTo><a:lnTo><a:pt x="126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8" name="object 478"/><p:cNvSpPr/><p:nvPr/></p:nvSpPr><p:spPr><a:xfrm><a:off x="17212369" y="12471471"/><a:ext cx="12065" cy="24765"/></a:xfrm><a:custGeom><a:avLst/><a:gdLst/><a:ahLst/><a:cxnLst/><a:rect l="l" t="t" r="r" b="b"/><a:pathLst><a:path w="12065" h="24765"><a:moveTo><a:pt x="11588" y="0"/></a:moveTo><a:lnTo><a:pt x="9153" y="3106"/></a:lnTo><a:lnTo><a:pt x="5102" y="8752"/></a:lnTo><a:lnTo><a:pt x="2682" y="14147"/></a:lnTo><a:lnTo><a:pt x="839" y="20824"/></a:lnTo><a:lnTo><a:pt x="0" y="24687"/></a:lnTo></a:path></a:pathLst></a:custGeom><a:ln w="3175"><a:solidFill><a:srgbClr val="000000"/></a:solidFill></a:ln></p:spPr><p:txBody><a:bodyPr wrap="square" lIns="0" tIns="0" rIns="0" bIns="0" rtlCol="0"/><a:lstStyle/><a:p/></p:txBody></p:sp><p:sp><p:nvSpPr><p:cNvPr id="479" name="object 479"/><p:cNvSpPr/><p:nvPr/></p:nvSpPr><p:spPr><a:xfrm><a:off x="17087582" y="12612288"/><a:ext cx="29845" cy="8255"/></a:xfrm><a:custGeom><a:avLst/><a:gdLst/><a:ahLst/><a:cxnLst/><a:rect l="l" t="t" r="r" b="b"/><a:pathLst><a:path w="29844" h="8254"><a:moveTo><a:pt x="0" y="0"/></a:moveTo><a:lnTo><a:pt x="29643" y="7809"/></a:lnTo></a:path></a:pathLst></a:custGeom><a:ln w="3175"><a:solidFill><a:srgbClr val="000000"/></a:solidFill></a:ln></p:spPr><p:txBody><a:bodyPr wrap="square" lIns="0" tIns="0" rIns="0" bIns="0" rtlCol="0"/><a:lstStyle/><a:p/></p:txBody></p:sp><p:sp><p:nvSpPr><p:cNvPr id="480" name="object 480"/><p:cNvSpPr/><p:nvPr/></p:nvSpPr><p:spPr><a:xfrm><a:off x="17092033" y="12620097"/><a:ext cx="25400" cy="17145"/></a:xfrm><a:custGeom><a:avLst/><a:gdLst/><a:ahLst/><a:cxnLst/><a:rect l="l" t="t" r="r" b="b"/><a:pathLst><a:path w="25400" h="17145"><a:moveTo><a:pt x="0" y="16625"/></a:moveTo><a:lnTo><a:pt x="2435" y="15954"/></a:lnTo><a:lnTo><a:pt x="10424" y="13597"/></a:lnTo><a:lnTo><a:pt x="18271" y="8406"/></a:lnTo><a:lnTo><a:pt x="23596" y="2015"/></a:lnTo><a:lnTo><a:pt x="2527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81" name="object 481"/><p:cNvSpPr/><p:nvPr/></p:nvSpPr><p:spPr><a:xfrm><a:off x="17111515" y="12597089"/><a:ext cx="30480" cy="5715"/></a:xfrm><a:custGeom><a:avLst/><a:gdLst/><a:ahLst/><a:cxnLst/><a:rect l="l" t="t" r="r" b="b"/><a:pathLst><a:path w="30480" h="5715"><a:moveTo><a:pt x="0" y="0"/></a:moveTo><a:lnTo><a:pt x="30230" y="5541"/></a:lnTo></a:path></a:pathLst></a:custGeom><a:ln w="3175"><a:solidFill><a:srgbClr val="000000"/></a:solidFill></a:ln></p:spPr><p:txBody><a:bodyPr wrap="square" lIns="0" tIns="0" rIns="0" bIns="0" rtlCol="0"/><a:lstStyle/><a:p/></p:txBody></p:sp><p:sp><p:nvSpPr><p:cNvPr id="482" name="object 482"/><p:cNvSpPr/><p:nvPr/></p:nvSpPr><p:spPr><a:xfrm><a:off x="17117981" y="12602631"/><a:ext cx="24130" cy="19050"/></a:xfrm><a:custGeom><a:avLst/><a:gdLst/><a:ahLst/><a:cxnLst/><a:rect l="l" t="t" r="r" b="b"/><a:pathLst><a:path w="24130" h="19050"><a:moveTo><a:pt x="0" y="18557"/></a:moveTo><a:lnTo><a:pt x="2435" y="17717"/></a:lnTo><a:lnTo><a:pt x="10620" y="14365"/></a:lnTo><a:lnTo><a:pt x="17209" y="9256"/></a:lnTo><a:lnTo><a:pt x="22421" y="2099"/></a:lnTo><a:lnTo><a:pt x="2384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83" name="object 483"/><p:cNvSpPr/><p:nvPr/></p:nvSpPr><p:spPr><a:xfrm><a:off x="17090017" y="12597173"/><a:ext cx="21590" cy="17145"/></a:xfrm><a:custGeom><a:avLst/><a:gdLst/><a:ahLst/><a:cxnLst/><a:rect l="l" t="t" r="r" b="b"/><a:pathLst><a:path w="21590" h="17145"><a:moveTo><a:pt x="21581" y="0"/></a:moveTo><a:lnTo><a:pt x="19062" y="1091"/></a:lnTo><a:lnTo><a:pt x="12258" y="4321"/></a:lnTo><a:lnTo><a:pt x="6636" y="8704"/></a:lnTo><a:lnTo><a:pt x="1679" y="14358"/></a:lnTo><a:lnTo><a:pt x="0" y="16542"/></a:lnTo></a:path></a:pathLst></a:custGeom><a:ln w="3175"><a:solidFill><a:srgbClr val="000000"/></a:solidFill></a:ln></p:spPr><p:txBody><a:bodyPr wrap="square" lIns="0" tIns="0" rIns="0" bIns="0" rtlCol="0"/><a:lstStyle/><a:p/></p:txBody></p:sp><p:sp><p:nvSpPr><p:cNvPr id="484" name="object 484"/><p:cNvSpPr/><p:nvPr/></p:nvSpPr><p:spPr><a:xfrm><a:off x="17114034" y="12580127"/><a:ext cx="20320" cy="18415"/></a:xfrm><a:custGeom><a:avLst/><a:gdLst/><a:ahLst/><a:cxnLst/><a:rect l="l" t="t" r="r" b="b"/><a:pathLst><a:path w="20319" h="18415"><a:moveTo><a:pt x="20237" y="0"/></a:moveTo><a:lnTo><a:pt x="17802" y="1343"/></a:lnTo><a:lnTo><a:pt x="11399" y="4936"/></a:lnTo><a:lnTo><a:pt x="5883" y="10009"/></a:lnTo><a:lnTo><a:pt x="1595" y="15954"/></a:lnTo><a:lnTo><a:pt x="0" y="18221"/></a:lnTo></a:path></a:pathLst></a:custGeom><a:ln w="3175"><a:solidFill><a:srgbClr val="000000"/></a:solidFill></a:ln></p:spPr><p:txBody><a:bodyPr wrap="square" lIns="0" tIns="0" rIns="0" bIns="0" rtlCol="0"/><a:lstStyle/><a:p/></p:txBody></p:sp><p:sp><p:nvSpPr><p:cNvPr id="485" name="object 485"/><p:cNvSpPr/><p:nvPr/></p:nvSpPr><p:spPr><a:xfrm><a:off x="17134272" y="12580127"/><a:ext cx="31115" cy="3175"/></a:xfrm><a:custGeom><a:avLst/><a:gdLst/><a:ahLst/><a:cxnLst/><a:rect l="l" t="t" r="r" b="b"/><a:pathLst><a:path w="31115" h="3175"><a:moveTo><a:pt x="0" y="0"/></a:moveTo><a:lnTo><a:pt x="30566" y="3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486" name="object 486"/><p:cNvSpPr/><p:nvPr/></p:nvSpPr><p:spPr><a:xfrm><a:off x="17142586" y="12583234"/><a:ext cx="22860" cy="20955"/></a:xfrm><a:custGeom><a:avLst/><a:gdLst/><a:ahLst/><a:cxnLst/><a:rect l="l" t="t" r="r" b="b"/><a:pathLst><a:path w="22859" h="20954"><a:moveTo><a:pt x="0" y="20404"/></a:moveTo><a:lnTo><a:pt x="2351" y="19396"/></a:lnTo><a:lnTo><a:pt x="9939" y="15457"/></a:lnTo><a:lnTo><a:pt x="16709" y="9650"/></a:lnTo><a:lnTo><a:pt x="20993" y="2183"/></a:lnTo><a:lnTo><a:pt x="222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87" name="object 487"/><p:cNvSpPr/><p:nvPr/></p:nvSpPr><p:spPr><a:xfrm><a:off x="17136875" y="12561402"/><a:ext cx="19050" cy="20320"/></a:xfrm><a:custGeom><a:avLst/><a:gdLst/><a:ahLst/><a:cxnLst/><a:rect l="l" t="t" r="r" b="b"/><a:pathLst><a:path w="19050" h="20320"><a:moveTo><a:pt x="18726" y="0"/></a:moveTo><a:lnTo><a:pt x="16375" y="1511"/></a:lnTo><a:lnTo><a:pt x="10324" y="5672"/></a:lnTo><a:lnTo><a:pt x="5221" y="11158"/></a:lnTo><a:lnTo><a:pt x="1343" y="17381"/></a:lnTo><a:lnTo><a:pt x="0" y="19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488" name="object 488"/><p:cNvSpPr/><p:nvPr/></p:nvSpPr><p:spPr><a:xfrm><a:off x="17236385" y="12434608"/><a:ext cx="28575" cy="11430"/></a:xfrm><a:custGeom><a:avLst/><a:gdLst/><a:ahLst/><a:cxnLst/><a:rect l="l" t="t" r="r" b="b"/><a:pathLst><a:path w="28575" h="11429"><a:moveTo><a:pt x="0" y="11335"/></a:moveTo><a:lnTo><a:pt x="2855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89" name="object 489"/><p:cNvSpPr/><p:nvPr/></p:nvSpPr><p:spPr><a:xfrm><a:off x="17246714" y="12405974"/><a:ext cx="27940" cy="13970"/></a:xfrm><a:custGeom><a:avLst/><a:gdLst/><a:ahLst/><a:cxnLst/><a:rect l="l" t="t" r="r" b="b"/><a:pathLst><a:path w="27940" h="13970"><a:moveTo><a:pt x="0" y="13519"/></a:moveTo><a:lnTo><a:pt x="2754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90" name="object 490"/><p:cNvSpPr/><p:nvPr/></p:nvSpPr><p:spPr><a:xfrm><a:off x="17254860" y="12376669"/><a:ext cx="26670" cy="15875"/></a:xfrm><a:custGeom><a:avLst/><a:gdLst/><a:ahLst/><a:cxnLst/><a:rect l="l" t="t" r="r" b="b"/><a:pathLst><a:path w="26669" h="15875"><a:moveTo><a:pt x="0" y="15702"/></a:moveTo><a:lnTo><a:pt x="2645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91" name="object 491"/><p:cNvSpPr/><p:nvPr/></p:nvSpPr><p:spPr><a:xfrm><a:off x="17256730" y="12364661"/><a:ext cx="4445" cy="27305"/></a:xfrm><a:custGeom><a:avLst/><a:gdLst/><a:ahLst/><a:cxnLst/><a:rect l="l" t="t" r="r" b="b"/><a:pathLst><a:path w="4444" h="27304"><a:moveTo><a:pt x="4092" y="0"/></a:moveTo><a:lnTo><a:pt x="2748" y="3694"/></a:lnTo><a:lnTo><a:pt x="822" y="10116"/></a:lnTo><a:lnTo><a:pt x="0" y="16389"/></a:lnTo><a:lnTo><a:pt x="397" y="23091"/></a:lnTo><a:lnTo><a:pt x="817" y="27038"/></a:lnTo></a:path></a:pathLst></a:custGeom><a:ln w="3175"><a:solidFill><a:srgbClr val="000000"/></a:solidFill></a:ln></p:spPr><p:txBody><a:bodyPr wrap="square" lIns="0" tIns="0" rIns="0" bIns="0" rtlCol="0"/><a:lstStyle/><a:p/></p:txBody></p:sp><p:sp><p:nvSpPr><p:cNvPr id="492" name="object 492"/><p:cNvSpPr/><p:nvPr/></p:nvSpPr><p:spPr><a:xfrm><a:off x="17257211" y="12223761"/><a:ext cx="7620" cy="26670"/></a:xfrm><a:custGeom><a:avLst/><a:gdLst/><a:ahLst/><a:cxnLst/><a:rect l="l" t="t" r="r" b="b"/><a:pathLst><a:path w="7619" h="26670"><a:moveTo><a:pt x="0" y="0"/></a:moveTo><a:lnTo><a:pt x="251" y="3946"/></a:lnTo><a:lnTo><a:pt x="877" y="10714"/></a:lnTo><a:lnTo><a:pt x="2610" y="16634"/></a:lnTo><a:lnTo><a:pt x="5542" y="22755"/></a:lnTo><a:lnTo><a:pt x="7473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493" name="object 493"/><p:cNvSpPr/><p:nvPr/></p:nvSpPr><p:spPr><a:xfrm><a:off x="17180374" y="12259616"/><a:ext cx="48895" cy="24765"/></a:xfrm><a:custGeom><a:avLst/><a:gdLst/><a:ahLst/><a:cxnLst/><a:rect l="l" t="t" r="r" b="b"/><a:pathLst><a:path w="48894" h="24765"><a:moveTo><a:pt x="0" y="4450"/></a:moveTo><a:lnTo><a:pt x="47109" y="0"/></a:lnTo><a:lnTo><a:pt x="48537" y="15114"/></a:lnTo><a:lnTo><a:pt x="46773" y="20404"/></a:lnTo><a:lnTo><a:pt x="44674" y="22251"/></a:lnTo><a:lnTo><a:pt x="40391" y="24351"/></a:lnTo><a:lnTo><a:pt x="35857" y="24771"/></a:lnTo><a:lnTo><a:pt x="31238" y="23511"/></a:lnTo><a:lnTo><a:pt x="28803" y="22083"/></a:lnTo><a:lnTo><a:pt x="26116" y="17213"/></a:lnTo><a:lnTo><a:pt x="24688" y="2099"/></a:lnTo></a:path></a:pathLst></a:custGeom><a:ln w="3175"><a:solidFill><a:srgbClr val="000000"/></a:solidFill></a:ln></p:spPr><p:txBody><a:bodyPr wrap="square" lIns="0" tIns="0" rIns="0" bIns="0" rtlCol="0"/><a:lstStyle/><a:p/></p:txBody></p:sp><p:sp><p:nvSpPr><p:cNvPr id="494" name="object 494"/><p:cNvSpPr/><p:nvPr/></p:nvSpPr><p:spPr><a:xfrm><a:off x="17182642" y="12273471"/><a:ext cx="24130" cy="14604"/></a:xfrm><a:custGeom><a:avLst/><a:gdLst/><a:ahLst/><a:cxnLst/><a:rect l="l" t="t" r="r" b="b"/><a:pathLst><a:path w="24130" h="14604"><a:moveTo><a:pt x="23512" y="0"/></a:moveTo><a:lnTo><a:pt x="0" y="14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495" name="object 495"/><p:cNvSpPr/><p:nvPr/></p:nvSpPr><p:spPr><a:xfrm><a:off x="17173824" y="12224012"/><a:ext cx="50800" cy="21590"/></a:xfrm><a:custGeom><a:avLst/><a:gdLst/><a:ahLst/><a:cxnLst/><a:rect l="l" t="t" r="r" b="b"/><a:pathLst><a:path w="50800" h="21590"><a:moveTo><a:pt x="0" y="8816"/></a:moveTo><a:lnTo><a:pt x="46438" y="0"/></a:lnTo><a:lnTo><a:pt x="50552" y="21580"/></a:lnTo></a:path></a:pathLst></a:custGeom><a:ln w="3175"><a:solidFill><a:srgbClr val="000000"/></a:solidFill></a:ln></p:spPr><p:txBody><a:bodyPr wrap="square" lIns="0" tIns="0" rIns="0" bIns="0" rtlCol="0"/><a:lstStyle/><a:p/></p:txBody></p:sp><p:sp><p:nvSpPr><p:cNvPr id="496" name="object 496"/><p:cNvSpPr/><p:nvPr/></p:nvSpPr><p:spPr><a:xfrm><a:off x="17198177" y="12228211"/><a:ext cx="2540" cy="13335"/></a:xfrm><a:custGeom><a:avLst/><a:gdLst/><a:ahLst/><a:cxnLst/><a:rect l="l" t="t" r="r" b="b"/><a:pathLst><a:path w="2540" h="13334"><a:moveTo><a:pt x="0" y="0"/></a:moveTo><a:lnTo><a:pt x="2519" y="13267"/></a:lnTo></a:path></a:pathLst></a:custGeom><a:ln w="3175"><a:solidFill><a:srgbClr val="000000"/></a:solidFill></a:ln></p:spPr><p:txBody><a:bodyPr wrap="square" lIns="0" tIns="0" rIns="0" bIns="0" rtlCol="0"/><a:lstStyle/><a:p/></p:txBody></p:sp><p:sp><p:nvSpPr><p:cNvPr id="497" name="object 497"/><p:cNvSpPr/><p:nvPr/></p:nvSpPr><p:spPr><a:xfrm><a:off x="17173824" y="12232829"/><a:ext cx="4445" cy="21590"/></a:xfrm><a:custGeom><a:avLst/><a:gdLst/><a:ahLst/><a:cxnLst/><a:rect l="l" t="t" r="r" b="b"/><a:pathLst><a:path w="4444" h="21590"><a:moveTo><a:pt x="0" y="0"/></a:moveTo><a:lnTo><a:pt x="4114" y="21496"/></a:lnTo></a:path></a:pathLst></a:custGeom><a:ln w="3175"><a:solidFill><a:srgbClr val="000000"/></a:solidFill></a:ln></p:spPr><p:txBody><a:bodyPr wrap="square" lIns="0" tIns="0" rIns="0" bIns="0" rtlCol="0"/><a:lstStyle/><a:p/></p:txBody></p:sp><p:sp><p:nvSpPr><p:cNvPr id="498" name="object 498"/><p:cNvSpPr/><p:nvPr/></p:nvSpPr><p:spPr><a:xfrm><a:off x="17239156" y="12419494"/><a:ext cx="7620" cy="26670"/></a:xfrm><a:custGeom><a:avLst/><a:gdLst/><a:ahLst/><a:cxnLst/><a:rect l="l" t="t" r="r" b="b"/><a:pathLst><a:path w="7619" h="26670"><a:moveTo><a:pt x="7557" y="0"/></a:moveTo><a:lnTo><a:pt x="5626" y="3442"/></a:lnTo><a:lnTo><a:pt x="2755" y="8973"/></a:lnTo><a:lnTo><a:pt x="719" y="16046"/></a:lnTo><a:lnTo><a:pt x="167" y="22251"/></a:lnTo><a:lnTo><a:pt x="0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499" name="object 499"/><p:cNvSpPr/><p:nvPr/></p:nvSpPr><p:spPr><a:xfrm><a:off x="17249257" y="12392371"/><a:ext cx="5715" cy="27305"/></a:xfrm><a:custGeom><a:avLst/><a:gdLst/><a:ahLst/><a:cxnLst/><a:rect l="l" t="t" r="r" b="b"/><a:pathLst><a:path w="5715" h="27304"><a:moveTo><a:pt x="5602" y="0"/></a:moveTo><a:lnTo><a:pt x="4006" y="3610"/></a:lnTo><a:lnTo><a:pt x="1603" y="9050"/></a:lnTo><a:lnTo><a:pt x="0" y="16802"/></a:lnTo><a:lnTo><a:pt x="60" y="22755"/></a:lnTo><a:lnTo><a:pt x="144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500" name="object 500"/><p:cNvSpPr/><p:nvPr/></p:nvSpPr><p:spPr><a:xfrm><a:off x="17266112" y="12405974"/><a:ext cx="8255" cy="29209"/></a:xfrm><a:custGeom><a:avLst/><a:gdLst/><a:ahLst/><a:cxnLst/><a:rect l="l" t="t" r="r" b="b"/><a:pathLst><a:path w="8255" h="29209"><a:moveTo><a:pt x="0" y="29137"/></a:moveTo><a:lnTo><a:pt x="1427" y="26954"/></a:lnTo><a:lnTo><a:pt x="6104" y="19269"/></a:lnTo><a:lnTo><a:pt x="8212" y="11503"/></a:lnTo><a:lnTo><a:pt x="8229" y="2519"/></a:lnTo><a:lnTo><a:pt x="814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1" name="object 501"/><p:cNvSpPr/><p:nvPr/></p:nvSpPr><p:spPr><a:xfrm><a:off x="17275518" y="12376669"/><a:ext cx="6350" cy="29845"/></a:xfrm><a:custGeom><a:avLst/><a:gdLst/><a:ahLst/><a:cxnLst/><a:rect l="l" t="t" r="r" b="b"/><a:pathLst><a:path w="6350" h="29845"><a:moveTo><a:pt x="0" y="29725"/></a:moveTo><a:lnTo><a:pt x="1259" y="27458"/></a:lnTo><a:lnTo><a:pt x="3790" y="21523"/></a:lnTo><a:lnTo><a:pt x="5456" y="15331"/></a:lnTo><a:lnTo><a:pt x="6242" y="8967"/></a:lnTo><a:lnTo><a:pt x="6130" y="2519"/></a:lnTo><a:lnTo><a:pt x="579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2" name="object 502"/><p:cNvSpPr/><p:nvPr/></p:nvSpPr><p:spPr><a:xfrm><a:off x="17260822" y="12346860"/><a:ext cx="25400" cy="18415"/></a:xfrm><a:custGeom><a:avLst/><a:gdLst/><a:ahLst/><a:cxnLst/><a:rect l="l" t="t" r="r" b="b"/><a:pathLst><a:path w="25400" h="18415"><a:moveTo><a:pt x="0" y="17801"/></a:moveTo><a:lnTo><a:pt x="2510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3" name="object 503"/><p:cNvSpPr/><p:nvPr/></p:nvSpPr><p:spPr><a:xfrm><a:off x="17282571" y="12346860"/><a:ext cx="5080" cy="30480"/></a:xfrm><a:custGeom><a:avLst/><a:gdLst/><a:ahLst/><a:cxnLst/><a:rect l="l" t="t" r="r" b="b"/><a:pathLst><a:path w="5080" h="30479"><a:moveTo><a:pt x="0" y="30061"/></a:moveTo><a:lnTo><a:pt x="1007" y="27709"/></a:lnTo><a:lnTo><a:pt x="3085" y="21611"/></a:lnTo><a:lnTo><a:pt x="4247" y="15323"/></a:lnTo><a:lnTo><a:pt x="4503" y="8931"/></a:lnTo><a:lnTo><a:pt x="3862" y="2519"/></a:lnTo><a:lnTo><a:pt x="335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4" name="object 504"/><p:cNvSpPr/><p:nvPr/></p:nvSpPr><p:spPr><a:xfrm><a:off x="17264601" y="12316799"/><a:ext cx="24130" cy="20320"/></a:xfrm><a:custGeom><a:avLst/><a:gdLst/><a:ahLst/><a:cxnLst/><a:rect l="l" t="t" r="r" b="b"/><a:pathLst><a:path w="24130" h="20320"><a:moveTo><a:pt x="0" y="19732"/></a:moveTo><a:lnTo><a:pt x="2359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5" name="object 505"/><p:cNvSpPr/><p:nvPr/></p:nvSpPr><p:spPr><a:xfrm><a:off x="17287274" y="12316883"/><a:ext cx="3175" cy="30480"/></a:xfrm><a:custGeom><a:avLst/><a:gdLst/><a:ahLst/><a:cxnLst/><a:rect l="l" t="t" r="r" b="b"/><a:pathLst><a:path w="3175" h="30479"><a:moveTo><a:pt x="0" y="30229"/></a:moveTo><a:lnTo><a:pt x="839" y="27793"/></a:lnTo><a:lnTo><a:pt x="2425" y="21568"/></a:lnTo><a:lnTo><a:pt x="3090" y="15176"/></a:lnTo><a:lnTo><a:pt x="2840" y="8753"/></a:lnTo><a:lnTo><a:pt x="1679" y="2435"/></a:lnTo><a:lnTo><a:pt x="10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6" name="object 506"/><p:cNvSpPr/><p:nvPr/></p:nvSpPr><p:spPr><a:xfrm><a:off x="17261870" y="12336532"/><a:ext cx="3175" cy="27305"/></a:xfrm><a:custGeom><a:avLst/><a:gdLst/><a:ahLst/><a:cxnLst/><a:rect l="l" t="t" r="r" b="b"/><a:pathLst><a:path w="3175" h="27304"><a:moveTo><a:pt x="2730" y="0"/></a:moveTo><a:lnTo><a:pt x="1722" y="3778"/></a:lnTo><a:lnTo><a:pt x="159" y="10167"/></a:lnTo><a:lnTo><a:pt x="0" y="16842"/></a:lnTo><a:lnTo><a:pt x="883" y="23343"/></a:lnTo><a:lnTo><a:pt x="1638" y="27206"/></a:lnTo></a:path></a:pathLst></a:custGeom><a:ln w="3175"><a:solidFill><a:srgbClr val="000000"/></a:solidFill></a:ln></p:spPr><p:txBody><a:bodyPr wrap="square" lIns="0" tIns="0" rIns="0" bIns="0" rtlCol="0"/><a:lstStyle/><a:p/></p:txBody></p:sp><p:sp><p:nvSpPr><p:cNvPr id="507" name="object 507"/><p:cNvSpPr/><p:nvPr/></p:nvSpPr><p:spPr><a:xfrm><a:off x="17266196" y="12286738"/><a:ext cx="22225" cy="21590"/></a:xfrm><a:custGeom><a:avLst/><a:gdLst/><a:ahLst/><a:cxnLst/><a:rect l="l" t="t" r="r" b="b"/><a:pathLst><a:path w="22225" h="21590"><a:moveTo><a:pt x="0" y="21496"/></a:moveTo><a:lnTo><a:pt x="2191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8" name="object 508"/><p:cNvSpPr/><p:nvPr/></p:nvSpPr><p:spPr><a:xfrm><a:off x="17288114" y="12286738"/><a:ext cx="3810" cy="30480"/></a:xfrm><a:custGeom><a:avLst/><a:gdLst/><a:ahLst/><a:cxnLst/><a:rect l="l" t="t" r="r" b="b"/><a:pathLst><a:path w="3809" h="30479"><a:moveTo><a:pt x="1427" y="30145"/></a:moveTo><a:lnTo><a:pt x="2099" y="27709"/></a:lnTo><a:lnTo><a:pt x="3158" y="21348"/></a:lnTo><a:lnTo><a:pt x="3298" y="14949"/></a:lnTo><a:lnTo><a:pt x="2544" y="8590"/></a:lnTo><a:lnTo><a:pt x="923" y="235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9" name="object 509"/><p:cNvSpPr/><p:nvPr/></p:nvSpPr><p:spPr><a:xfrm><a:off x="17264369" y="12308234"/><a:ext cx="3175" cy="27305"/></a:xfrm><a:custGeom><a:avLst/><a:gdLst/><a:ahLst/><a:cxnLst/><a:rect l="l" t="t" r="r" b="b"/><a:pathLst><a:path w="3175" h="27304"><a:moveTo><a:pt x="1827" y="0"/></a:moveTo><a:lnTo><a:pt x="1072" y="3862"/></a:lnTo><a:lnTo><a:pt x="0" y="10081"/></a:lnTo><a:lnTo><a:pt x="330" y="17296"/></a:lnTo><a:lnTo><a:pt x="1827" y="23427"/></a:lnTo><a:lnTo><a:pt x="2835" y="27206"/></a:lnTo></a:path></a:pathLst></a:custGeom><a:ln w="3175"><a:solidFill><a:srgbClr val="000000"/></a:solidFill></a:ln></p:spPr><p:txBody><a:bodyPr wrap="square" lIns="0" tIns="0" rIns="0" bIns="0" rtlCol="0"/><a:lstStyle/><a:p/></p:txBody></p:sp><p:sp><p:nvSpPr><p:cNvPr id="510" name="object 510"/><p:cNvSpPr/><p:nvPr/></p:nvSpPr><p:spPr><a:xfrm><a:off x="17265441" y="12256677"/><a:ext cx="20320" cy="23495"/></a:xfrm><a:custGeom><a:avLst/><a:gdLst/><a:ahLst/><a:cxnLst/><a:rect l="l" t="t" r="r" b="b"/><a:pathLst><a:path w="20319" h="23495"><a:moveTo><a:pt x="0" y="23175"/></a:moveTo><a:lnTo><a:pt x="201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1" name="object 511"/><p:cNvSpPr/><p:nvPr/></p:nvSpPr><p:spPr><a:xfrm><a:off x="17285595" y="12256677"/><a:ext cx="5080" cy="30480"/></a:xfrm><a:custGeom><a:avLst/><a:gdLst/><a:ahLst/><a:cxnLst/><a:rect l="l" t="t" r="r" b="b"/><a:pathLst><a:path w="5080" h="30479"><a:moveTo><a:pt x="3862" y="29977"/></a:moveTo><a:lnTo><a:pt x="4282" y="27458"/></a:lnTo><a:lnTo><a:pt x="4854" y="21050"/></a:lnTo><a:lnTo><a:pt x="4526" y="14624"/></a:lnTo><a:lnTo><a:pt x="3279" y="8317"/></a:lnTo><a:lnTo><a:pt x="1091" y="22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2" name="object 512"/><p:cNvSpPr/><p:nvPr/></p:nvSpPr><p:spPr><a:xfrm><a:off x="17264429" y="12279852"/><a:ext cx="4445" cy="27305"/></a:xfrm><a:custGeom><a:avLst/><a:gdLst/><a:ahLst/><a:cxnLst/><a:rect l="l" t="t" r="r" b="b"/><a:pathLst><a:path w="4444" h="27304"><a:moveTo><a:pt x="1011" y="0"/></a:moveTo><a:lnTo><a:pt x="592" y="3946"/></a:lnTo><a:lnTo><a:pt x="0" y="10452"/></a:lnTo><a:lnTo><a:pt x="1002" y="17108"/></a:lnTo><a:lnTo><a:pt x="2859" y="23343"/></a:lnTo><a:lnTo><a:pt x="4202" y="27038"/></a:lnTo></a:path></a:pathLst></a:custGeom><a:ln w="3175"><a:solidFill><a:srgbClr val="000000"/></a:solidFill></a:ln></p:spPr><p:txBody><a:bodyPr wrap="square" lIns="0" tIns="0" rIns="0" bIns="0" rtlCol="0"/><a:lstStyle/><a:p/></p:txBody></p:sp><p:sp><p:nvSpPr><p:cNvPr id="513" name="object 513"/><p:cNvSpPr/><p:nvPr/></p:nvSpPr><p:spPr><a:xfrm><a:off x="17262418" y="12226951"/><a:ext cx="18415" cy="24765"/></a:xfrm><a:custGeom><a:avLst/><a:gdLst/><a:ahLst/><a:cxnLst/><a:rect l="l" t="t" r="r" b="b"/><a:pathLst><a:path w="18415" h="24765"><a:moveTo><a:pt x="0" y="24687"/></a:moveTo><a:lnTo><a:pt x="1830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4" name="object 514"/><p:cNvSpPr/><p:nvPr/></p:nvSpPr><p:spPr><a:xfrm><a:off x="17280808" y="12226951"/><a:ext cx="6985" cy="29845"/></a:xfrm><a:custGeom><a:avLst/><a:gdLst/><a:ahLst/><a:cxnLst/><a:rect l="l" t="t" r="r" b="b"/><a:pathLst><a:path w="6984" h="29845"><a:moveTo><a:pt x="6130" y="29641"/></a:moveTo><a:lnTo><a:pt x="6382" y="27038"/></a:lnTo><a:lnTo><a:pt x="6485" y="20630"/></a:lnTo><a:lnTo><a:pt x="5618" y="14287"/></a:lnTo><a:lnTo><a:pt x="3853" y="8127"/></a:lnTo><a:lnTo><a:pt x="1259" y="22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5" name="object 515"/><p:cNvSpPr/><p:nvPr/></p:nvSpPr><p:spPr><a:xfrm><a:off x="17262334" y="12251638"/><a:ext cx="5715" cy="27305"/></a:xfrm><a:custGeom><a:avLst/><a:gdLst/><a:ahLst/><a:cxnLst/><a:rect l="l" t="t" r="r" b="b"/><a:pathLst><a:path w="5715" h="27304"><a:moveTo><a:pt x="83" y="0"/></a:moveTo><a:lnTo><a:pt x="0" y="3946"/></a:lnTo><a:lnTo><a:pt x="26" y="10498"/></a:lnTo><a:lnTo><a:pt x="1389" y="17029"/></a:lnTo><a:lnTo><a:pt x="3862" y="23091"/></a:lnTo><a:lnTo><a:pt x="5458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516" name="object 516"/><p:cNvSpPr/><p:nvPr/></p:nvSpPr><p:spPr><a:xfrm><a:off x="17061886" y="12037348"/><a:ext cx="27940" cy="50800"/></a:xfrm><a:custGeom><a:avLst/><a:gdLst/><a:ahLst/><a:cxnLst/><a:rect l="l" t="t" r="r" b="b"/><a:pathLst><a:path w="27940" h="50800"><a:moveTo><a:pt x="27711" y="0"/></a:moveTo><a:lnTo><a:pt x="0" y="38290"/></a:lnTo><a:lnTo><a:pt x="16459" y="50213"/></a:lnTo></a:path></a:pathLst></a:custGeom><a:ln w="3175"><a:solidFill><a:srgbClr val="000000"/></a:solidFill></a:ln></p:spPr><p:txBody><a:bodyPr wrap="square" lIns="0" tIns="0" rIns="0" bIns="0" rtlCol="0"/><a:lstStyle/><a:p/></p:txBody></p:sp><p:sp><p:nvSpPr><p:cNvPr id="517" name="object 517"/><p:cNvSpPr/><p:nvPr/></p:nvSpPr><p:spPr><a:xfrm><a:off x="17071459" y="11985371"/><a:ext cx="25400" cy="11430"/></a:xfrm><a:custGeom><a:avLst/><a:gdLst/><a:ahLst/><a:cxnLst/><a:rect l="l" t="t" r="r" b="b"/><a:pathLst><a:path w="25400" h="11429"><a:moveTo><a:pt x="0" y="0"/></a:moveTo><a:lnTo><a:pt x="3191" y="2351"/></a:lnTo><a:lnTo><a:pt x="9185" y="6488"/></a:lnTo><a:lnTo><a:pt x="14034" y="8555"/></a:lnTo><a:lnTo><a:pt x="21077" y="10328"/></a:lnTo><a:lnTo><a:pt x="24940" y="11083"/></a:lnTo></a:path></a:pathLst></a:custGeom><a:ln w="3175"><a:solidFill><a:srgbClr val="000000"/></a:solidFill></a:ln></p:spPr><p:txBody><a:bodyPr wrap="square" lIns="0" tIns="0" rIns="0" bIns="0" rtlCol="0"/><a:lstStyle/><a:p/></p:txBody></p:sp><p:sp><p:nvSpPr><p:cNvPr id="518" name="object 518"/><p:cNvSpPr/><p:nvPr/></p:nvSpPr><p:spPr><a:xfrm><a:off x="17061886" y="11956150"/><a:ext cx="27940" cy="12700"/></a:xfrm><a:custGeom><a:avLst/><a:gdLst/><a:ahLst/><a:cxnLst/><a:rect l="l" t="t" r="r" b="b"/><a:pathLst><a:path w="27940" h="12700"><a:moveTo><a:pt x="27795" y="12091"/></a:moveTo><a:lnTo><a:pt x="25864" y="10412"/></a:lnTo><a:lnTo><a:pt x="19325" y="4849"/></a:lnTo><a:lnTo><a:pt x="11088" y="1385"/></a:lnTo><a:lnTo><a:pt x="2603" y="25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9" name="object 519"/><p:cNvSpPr/><p:nvPr/></p:nvSpPr><p:spPr><a:xfrm><a:off x="16823146" y="11949096"/><a:ext cx="26034" cy="8255"/></a:xfrm><a:custGeom><a:avLst/><a:gdLst/><a:ahLst/><a:cxnLst/><a:rect l="l" t="t" r="r" b="b"/><a:pathLst><a:path w="26034" h="8254"><a:moveTo><a:pt x="0" y="7893"/></a:moveTo><a:lnTo><a:pt x="3946" y="7641"/></a:lnTo><a:lnTo><a:pt x="10864" y="6843"/></a:lnTo><a:lnTo><a:pt x="16463" y="5045"/></a:lnTo><a:lnTo><a:pt x="22673" y="1931"/></a:lnTo><a:lnTo><a:pt x="2603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0" name="object 520"/><p:cNvSpPr/><p:nvPr/></p:nvSpPr><p:spPr><a:xfrm><a:off x="17033838" y="11945150"/><a:ext cx="12065" cy="28575"/></a:xfrm><a:custGeom><a:avLst/><a:gdLst/><a:ahLst/><a:cxnLst/><a:rect l="l" t="t" r="r" b="b"/><a:pathLst><a:path w="12065" h="28575"><a:moveTo><a:pt x="11840" y="2829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1" name="object 521"/><p:cNvSpPr/><p:nvPr/></p:nvSpPr><p:spPr><a:xfrm><a:off x="17005035" y="11936417"/><a:ext cx="14604" cy="27305"/></a:xfrm><a:custGeom><a:avLst/><a:gdLst/><a:ahLst/><a:cxnLst/><a:rect l="l" t="t" r="r" b="b"/><a:pathLst><a:path w="14605" h="27304"><a:moveTo><a:pt x="14023" y="2729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2" name="object 522"/><p:cNvSpPr/><p:nvPr/></p:nvSpPr><p:spPr><a:xfrm><a:off x="16991767" y="11956066"/><a:ext cx="27305" cy="5715"/></a:xfrm><a:custGeom><a:avLst/><a:gdLst/><a:ahLst/><a:cxnLst/><a:rect l="l" t="t" r="r" b="b"/><a:pathLst><a:path w="27305" h="5715"><a:moveTo><a:pt x="0" y="0"/></a:moveTo><a:lnTo><a:pt x="3610" y="1511"/></a:lnTo><a:lnTo><a:pt x="9407" y="3963"/></a:lnTo><a:lnTo><a:pt x="16561" y="5136"/></a:lnTo><a:lnTo><a:pt x="22841" y="5038"/></a:lnTo><a:lnTo><a:pt x="26787" y="487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3" name="object 523"/><p:cNvSpPr/><p:nvPr/></p:nvSpPr><p:spPr><a:xfrm><a:off x="16768394" y="11951363"/><a:ext cx="27940" cy="13970"/></a:xfrm><a:custGeom><a:avLst/><a:gdLst/><a:ahLst/><a:cxnLst/><a:rect l="l" t="t" r="r" b="b"/><a:pathLst><a:path w="27940" h="13970"><a:moveTo><a:pt x="27543" y="1360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4" name="object 524"/><p:cNvSpPr/><p:nvPr/></p:nvSpPr><p:spPr><a:xfrm><a:off x="16740850" y="11950188"/><a:ext cx="27305" cy="13970"/></a:xfrm><a:custGeom><a:avLst/><a:gdLst/><a:ahLst/><a:cxnLst/><a:rect l="l" t="t" r="r" b="b"/><a:pathLst><a:path w="27305" h="13970"><a:moveTo><a:pt x="27039" y="0"/></a:moveTo><a:lnTo><a:pt x="24520" y="419"/></a:lnTo><a:lnTo><a:pt x="15991" y="1922"/></a:lnTo><a:lnTo><a:pt x="8172" y="5831"/></a:lnTo><a:lnTo><a:pt x="1847" y="11755"/></a:lnTo><a:lnTo><a:pt x="0" y="13519"/></a:lnTo></a:path></a:pathLst></a:custGeom><a:ln w="3175"><a:solidFill><a:srgbClr val="000000"/></a:solidFill></a:ln></p:spPr><p:txBody><a:bodyPr wrap="square" lIns="0" tIns="0" rIns="0" bIns="0" rtlCol="0"/><a:lstStyle/><a:p/></p:txBody></p:sp><p:sp><p:nvSpPr><p:cNvPr id="525" name="object 525"/><p:cNvSpPr/><p:nvPr/></p:nvSpPr><p:spPr><a:xfrm><a:off x="16796778" y="11941287"/><a:ext cx="26670" cy="15875"/></a:xfrm><a:custGeom><a:avLst/><a:gdLst/><a:ahLst/><a:cxnLst/><a:rect l="l" t="t" r="r" b="b"/><a:pathLst><a:path w="26669" h="15875"><a:moveTo><a:pt x="26368" y="15702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6" name="object 526"/><p:cNvSpPr/><p:nvPr/></p:nvSpPr><p:spPr><a:xfrm><a:off x="16795938" y="11954974"/><a:ext cx="25400" cy="10160"/></a:xfrm><a:custGeom><a:avLst/><a:gdLst/><a:ahLst/><a:cxnLst/><a:rect l="l" t="t" r="r" b="b"/><a:pathLst><a:path w="25400" h="10159"><a:moveTo><a:pt x="0" y="9992"/></a:moveTo><a:lnTo><a:pt x="3862" y="9404"/></a:lnTo><a:lnTo><a:pt x="10620" y="8234"/></a:lnTo><a:lnTo><a:pt x="16237" y="5764"/></a:lnTo><a:lnTo><a:pt x="22085" y="2267"/></a:lnTo><a:lnTo><a:pt x="2536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7" name="object 527"/><p:cNvSpPr/><p:nvPr/></p:nvSpPr><p:spPr><a:xfrm><a:off x="16886127" y="11982936"/><a:ext cx="22225" cy="47625"/></a:xfrm><a:custGeom><a:avLst/><a:gdLst/><a:ahLst/><a:cxnLst/><a:rect l="l" t="t" r="r" b="b"/><a:pathLst><a:path w="22225" h="47625"><a:moveTo><a:pt x="671" y="47526"/></a:moveTo><a:lnTo><a:pt x="0" y="251"/></a:lnTo><a:lnTo><a:pt x="2200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8" name="object 528"/><p:cNvSpPr/><p:nvPr/></p:nvSpPr><p:spPr><a:xfrm><a:off x="16886463" y="12005524"/><a:ext cx="13970" cy="635"/></a:xfrm><a:custGeom><a:avLst/><a:gdLst/><a:ahLst/><a:cxnLst/><a:rect l="l" t="t" r="r" b="b"/><a:pathLst><a:path w="13969" h="634"><a:moveTo><a:pt x="0" y="167"/></a:moveTo><a:lnTo><a:pt x="13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9" name="object 529"/><p:cNvSpPr/><p:nvPr/></p:nvSpPr><p:spPr><a:xfrm><a:off x="16886798" y="12030211"/><a:ext cx="22225" cy="635"/></a:xfrm><a:custGeom><a:avLst/><a:gdLst/><a:ahLst/><a:cxnLst/><a:rect l="l" t="t" r="r" b="b"/><a:pathLst><a:path w="22225" h="634"><a:moveTo><a:pt x="0" y="251"/></a:moveTo><a:lnTo><a:pt x="2191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0" name="object 530"/><p:cNvSpPr/><p:nvPr/></p:nvSpPr><p:spPr><a:xfrm><a:off x="16849934" y="12096883"/><a:ext cx="17780" cy="32384"/></a:xfrm><a:custGeom><a:avLst/><a:gdLst/><a:ahLst/><a:cxnLst/><a:rect l="l" t="t" r="r" b="b"/><a:pathLst><a:path w="17780" h="32384"><a:moveTo><a:pt x="0" y="1427"/></a:moveTo><a:lnTo><a:pt x="2099" y="23847"/></a:lnTo><a:lnTo><a:pt x="3610" y="28297"/></a:lnTo><a:lnTo><a:pt x="6130" y="31068"/></a:lnTo><a:lnTo><a:pt x="9657" y="32244"/></a:lnTo><a:lnTo><a:pt x="11840" y="31992"/></a:lnTo><a:lnTo><a:pt x="15115" y="30229"/></a:lnTo><a:lnTo><a:pt x="17046" y="27038"/></a:lnTo><a:lnTo><a:pt x="17718" y="22419"/></a:lnTo><a:lnTo><a:pt x="1570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1" name="object 531"/><p:cNvSpPr/><p:nvPr/></p:nvSpPr><p:spPr><a:xfrm><a:off x="16826253" y="11990493"/><a:ext cx="29209" cy="47625"/></a:xfrm><a:custGeom><a:avLst/><a:gdLst/><a:ahLst/><a:cxnLst/><a:rect l="l" t="t" r="r" b="b"/><a:pathLst><a:path w="29209" h="47625"><a:moveTo><a:pt x="5878" y="1427"/></a:moveTo><a:lnTo><a:pt x="3107" y="4366"/></a:lnTo><a:lnTo><a:pt x="839" y="9572"/></a:lnTo><a:lnTo><a:pt x="167" y="14274"/></a:lnTo><a:lnTo><a:pt x="0" y="21244"/></a:lnTo><a:lnTo><a:pt x="2519" y="32244"/></a:lnTo><a:lnTo><a:pt x="5710" y="38458"/></a:lnTo><a:lnTo><a:pt x="8313" y="42488"/></a:lnTo><a:lnTo><a:pt x="12596" y="46099"/></a:lnTo><a:lnTo><a:pt x="16375" y="47610"/></a:lnTo><a:lnTo><a:pt x="23009" y="46099"/></a:lnTo><a:lnTo><a:pt x="25780" y="43160"/></a:lnTo><a:lnTo><a:pt x="28047" y="37954"/></a:lnTo><a:lnTo><a:pt x="28719" y="33251"/></a:lnTo><a:lnTo><a:pt x="28887" y="26282"/></a:lnTo><a:lnTo><a:pt x="26368" y="15282"/></a:lnTo><a:lnTo><a:pt x="23261" y="9068"/></a:lnTo><a:lnTo><a:pt x="20573" y="5038"/></a:lnTo><a:lnTo><a:pt x="16291" y="1427"/></a:lnTo><a:lnTo><a:pt x="12512" y="0"/></a:lnTo><a:lnTo><a:pt x="5878" y="1427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32" name="object 532"/><p:cNvSpPr/><p:nvPr/></p:nvSpPr><p:spPr><a:xfrm><a:off x="16858835" y="11984195"/><a:ext cx="22225" cy="49530"/></a:xfrm><a:custGeom><a:avLst/><a:gdLst/><a:ahLst/><a:cxnLst/><a:rect l="l" t="t" r="r" b="b"/><a:pathLst><a:path w="22225" h="49529"><a:moveTo><a:pt x="4702" y="49206"/></a:moveTo><a:lnTo><a:pt x="0" y="2183"/></a:lnTo><a:lnTo><a:pt x="2183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3" name="object 533"/><p:cNvSpPr/><p:nvPr/></p:nvSpPr><p:spPr><a:xfrm><a:off x="16861102" y="12007455"/><a:ext cx="13970" cy="1905"/></a:xfrm><a:custGeom><a:avLst/><a:gdLst/><a:ahLst/><a:cxnLst/><a:rect l="l" t="t" r="r" b="b"/><a:pathLst><a:path w="13969" h="1904"><a:moveTo><a:pt x="0" y="1343"/></a:moveTo><a:lnTo><a:pt x="1343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4" name="object 534"/><p:cNvSpPr/><p:nvPr/></p:nvSpPr><p:spPr><a:xfrm><a:off x="16824153" y="12105112"/><a:ext cx="11430" cy="29845"/></a:xfrm><a:custGeom><a:avLst/><a:gdLst/><a:ahLst/><a:cxnLst/><a:rect l="l" t="t" r="r" b="b"/><a:pathLst><a:path w="11430" h="29845"><a:moveTo><a:pt x="0" y="0"/></a:moveTo><a:lnTo><a:pt x="10832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535" name="object 535"/><p:cNvSpPr/><p:nvPr/></p:nvSpPr><p:spPr><a:xfrm><a:off x="16838933" y="12099654"/><a:ext cx="11430" cy="29845"/></a:xfrm><a:custGeom><a:avLst/><a:gdLst/><a:ahLst/><a:cxnLst/><a:rect l="l" t="t" r="r" b="b"/><a:pathLst><a:path w="11430" h="29845"><a:moveTo><a:pt x="0" y="0"/></a:moveTo><a:lnTo><a:pt x="10832" y="29641"/></a:lnTo></a:path></a:pathLst></a:custGeom><a:ln w="3175"><a:solidFill><a:srgbClr val="000000"/></a:solidFill></a:ln></p:spPr><p:txBody><a:bodyPr wrap="square" lIns="0" tIns="0" rIns="0" bIns="0" rtlCol="0"/><a:lstStyle/><a:p/></p:txBody></p:sp><p:sp><p:nvSpPr><p:cNvPr id="536" name="object 536"/><p:cNvSpPr/><p:nvPr/></p:nvSpPr><p:spPr><a:xfrm><a:off x="16829276" y="12113760"/><a:ext cx="15240" cy="5715"/></a:xfrm><a:custGeom><a:avLst/><a:gdLst/><a:ahLst/><a:cxnLst/><a:rect l="l" t="t" r="r" b="b"/><a:pathLst><a:path w="15240" h="5715"><a:moveTo><a:pt x="0" y="5458"/></a:moveTo><a:lnTo><a:pt x="148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7" name="object 537"/><p:cNvSpPr/><p:nvPr/></p:nvSpPr><p:spPr><a:xfrm><a:off x="16760584" y="12012745"/><a:ext cx="28575" cy="49530"/></a:xfrm><a:custGeom><a:avLst/><a:gdLst/><a:ahLst/><a:cxnLst/><a:rect l="l" t="t" r="r" b="b"/><a:pathLst><a:path w="28575" h="49529"><a:moveTo><a:pt x="19398" y="49374"/></a:moveTo><a:lnTo><a:pt x="0" y="6213"/></a:lnTo><a:lnTo><a:pt x="13855" y="0"/></a:lnTo><a:lnTo><a:pt x="19482" y="0"/></a:lnTo><a:lnTo><a:pt x="21917" y="1343"/></a:lnTo><a:lnTo><a:pt x="25276" y="4786"/></a:lnTo><a:lnTo><a:pt x="28047" y="10916"/></a:lnTo><a:lnTo><a:pt x="28383" y="15702"/></a:lnTo><a:lnTo><a:pt x="27711" y="18473"/></a:lnTo><a:lnTo><a:pt x="24016" y="22587"/></a:lnTo><a:lnTo><a:pt x="10160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538" name="object 538"/><p:cNvSpPr/><p:nvPr/></p:nvSpPr><p:spPr><a:xfrm><a:off x="16743705" y="12161623"/><a:ext cx="22860" cy="22225"/></a:xfrm><a:custGeom><a:avLst/><a:gdLst/><a:ahLst/><a:cxnLst/><a:rect l="l" t="t" r="r" b="b"/><a:pathLst><a:path w="22859" h="22225"><a:moveTo><a:pt x="0" y="0"/></a:moveTo><a:lnTo><a:pt x="22757" y="21832"/></a:lnTo></a:path></a:pathLst></a:custGeom><a:ln w="3175"><a:solidFill><a:srgbClr val="000000"/></a:solidFill></a:ln></p:spPr><p:txBody><a:bodyPr wrap="square" lIns="0" tIns="0" rIns="0" bIns="0" rtlCol="0"/><a:lstStyle/><a:p/></p:txBody></p:sp><p:sp><p:nvSpPr><p:cNvPr id="539" name="object 539"/><p:cNvSpPr/><p:nvPr/></p:nvSpPr><p:spPr><a:xfrm><a:off x="16729178" y="12179425"/><a:ext cx="25400" cy="19685"/></a:xfrm><a:custGeom><a:avLst/><a:gdLst/><a:ahLst/><a:cxnLst/><a:rect l="l" t="t" r="r" b="b"/><a:pathLst><a:path w="25400" h="19684"><a:moveTo><a:pt x="0" y="0"/></a:moveTo><a:lnTo><a:pt x="25024" y="19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540" name="object 540"/><p:cNvSpPr/><p:nvPr/></p:nvSpPr><p:spPr><a:xfrm><a:off x="16738835" y="12166913"/><a:ext cx="25400" cy="19685"/></a:xfrm><a:custGeom><a:avLst/><a:gdLst/><a:ahLst/><a:cxnLst/><a:rect l="l" t="t" r="r" b="b"/><a:pathLst><a:path w="25400" h="19684"><a:moveTo><a:pt x="0" y="0"/></a:moveTo><a:lnTo><a:pt x="24940" y="19312"/></a:lnTo></a:path></a:pathLst></a:custGeom><a:ln w="3175"><a:solidFill><a:srgbClr val="000000"/></a:solidFill></a:ln></p:spPr><p:txBody><a:bodyPr wrap="square" lIns="0" tIns="0" rIns="0" bIns="0" rtlCol="0"/><a:lstStyle/><a:p/></p:txBody></p:sp><p:sp><p:nvSpPr><p:cNvPr id="541" name="object 541"/><p:cNvSpPr/><p:nvPr/></p:nvSpPr><p:spPr><a:xfrm><a:off x="16741102" y="12176150"/><a:ext cx="10160" cy="12700"/></a:xfrm><a:custGeom><a:avLst/><a:gdLst/><a:ahLst/><a:cxnLst/><a:rect l="l" t="t" r="r" b="b"/><a:pathLst><a:path w="10159" h="12700"><a:moveTo><a:pt x="0" y="12427"/></a:moveTo><a:lnTo><a:pt x="965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2" name="object 542"/><p:cNvSpPr/><p:nvPr/></p:nvSpPr><p:spPr><a:xfrm><a:off x="16770577" y="12137272"/><a:ext cx="26034" cy="31115"/></a:xfrm><a:custGeom><a:avLst/><a:gdLst/><a:ahLst/><a:cxnLst/><a:rect l="l" t="t" r="r" b="b"/><a:pathLst><a:path w="26034" h="31115"><a:moveTo><a:pt x="11168" y="30816"/></a:moveTo><a:lnTo><a:pt x="0" y="0"/></a:lnTo><a:lnTo><a:pt x="25780" y="2032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3" name="object 543"/><p:cNvSpPr/><p:nvPr/></p:nvSpPr><p:spPr><a:xfrm><a:off x="16778303" y="12151043"/><a:ext cx="9525" cy="6985"/></a:xfrm><a:custGeom><a:avLst/><a:gdLst/><a:ahLst/><a:cxnLst/><a:rect l="l" t="t" r="r" b="b"/><a:pathLst><a:path w="9525" h="6984"><a:moveTo><a:pt x="0" y="6549"/></a:moveTo><a:lnTo><a:pt x="91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4" name="object 544"/><p:cNvSpPr/><p:nvPr/></p:nvSpPr><p:spPr><a:xfrm><a:off x="16748828" y="12144745"/><a:ext cx="34925" cy="35560"/></a:xfrm><a:custGeom><a:avLst/><a:gdLst/><a:ahLst/><a:cxnLst/><a:rect l="l" t="t" r="r" b="b"/><a:pathLst><a:path w="34925" h="35559"><a:moveTo><a:pt x="20909" y="35519"/></a:moveTo><a:lnTo><a:pt x="0" y="12007"/></a:lnTo><a:lnTo><a:pt x="27627" y="29473"/></a:lnTo><a:lnTo><a:pt x="13435" y="0"/></a:lnTo><a:lnTo><a:pt x="34429" y="23511"/></a:lnTo></a:path></a:pathLst></a:custGeom><a:ln w="3175"><a:solidFill><a:srgbClr val="000000"/></a:solidFill></a:ln></p:spPr><p:txBody><a:bodyPr wrap="square" lIns="0" tIns="0" rIns="0" bIns="0" rtlCol="0"/><a:lstStyle/><a:p/></p:txBody></p:sp><p:sp><p:nvSpPr><p:cNvPr id="545" name="object 545"/><p:cNvSpPr/><p:nvPr/></p:nvSpPr><p:spPr><a:xfrm><a:off x="16740850" y="11963119"/><a:ext cx="53340" cy="12065"/></a:xfrm><a:custGeom><a:avLst/><a:gdLst/><a:ahLst/><a:cxnLst/><a:rect l="l" t="t" r="r" b="b"/><a:pathLst><a:path w="53340" h="12065"><a:moveTo><a:pt x="0" y="587"/></a:moveTo><a:lnTo><a:pt x="28551" y="11923"/></a:lnTo><a:lnTo><a:pt x="32414" y="11083"/></a:lnTo><a:lnTo><a:pt x="38480" y="9364"/></a:lnTo><a:lnTo><a:pt x="45002" y="6353"/></a:lnTo><a:lnTo><a:pt x="49964" y="2435"/></a:lnTo><a:lnTo><a:pt x="5307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6" name="object 546"/><p:cNvSpPr/><p:nvPr/></p:nvSpPr><p:spPr><a:xfrm><a:off x="16743789" y="11973363"/><a:ext cx="23495" cy="13970"/></a:xfrm><a:custGeom><a:avLst/><a:gdLst/><a:ahLst/><a:cxnLst/><a:rect l="l" t="t" r="r" b="b"/><a:pathLst><a:path w="23494" h="13970"><a:moveTo><a:pt x="0" y="13854"/></a:moveTo><a:lnTo><a:pt x="3778" y="12679"/></a:lnTo><a:lnTo><a:pt x="9910" y="10375"/></a:lnTo><a:lnTo><a:pt x="15718" y="7116"/></a:lnTo><a:lnTo><a:pt x="20573" y="2687"/></a:lnTo><a:lnTo><a:pt x="2342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7" name="object 547"/><p:cNvSpPr/><p:nvPr/></p:nvSpPr><p:spPr><a:xfrm><a:off x="16719185" y="11985707"/><a:ext cx="22860" cy="15875"/></a:xfrm><a:custGeom><a:avLst/><a:gdLst/><a:ahLst/><a:cxnLst/><a:rect l="l" t="t" r="r" b="b"/><a:pathLst><a:path w="22859" h="15875"><a:moveTo><a:pt x="0" y="15702"/></a:moveTo><a:lnTo><a:pt x="3694" y="14190"/></a:lnTo><a:lnTo><a:pt x="9829" y="11424"/></a:lnTo><a:lnTo><a:pt x="14908" y="7686"/></a:lnTo><a:lnTo><a:pt x="19650" y="2938"/></a:lnTo><a:lnTo><a:pt x="222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8" name="object 548"/><p:cNvSpPr/><p:nvPr/></p:nvSpPr><p:spPr><a:xfrm><a:off x="16790395" y="12000486"/><a:ext cx="27305" cy="50165"/></a:xfrm><a:custGeom><a:avLst/><a:gdLst/><a:ahLst/><a:cxnLst/><a:rect l="l" t="t" r="r" b="b"/><a:pathLst><a:path w="27305" h="50165"><a:moveTo><a:pt x="14863" y="49709"/></a:moveTo><a:lnTo><a:pt x="0" y="4786"/></a:lnTo><a:lnTo><a:pt x="14443" y="0"/></a:lnTo><a:lnTo><a:pt x="19902" y="587"/></a:lnTo><a:lnTo><a:pt x="22253" y="2183"/></a:lnTo><a:lnTo><a:pt x="25276" y="5877"/></a:lnTo><a:lnTo><a:pt x="26703" y="10160"/></a:lnTo><a:lnTo><a:pt x="26536" y="15030"/></a:lnTo><a:lnTo><a:pt x="25612" y="17633"/></a:lnTo><a:lnTo><a:pt x="21497" y="21412"/></a:lnTo><a:lnTo><a:pt x="7053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549" name="object 549"/><p:cNvSpPr/><p:nvPr/></p:nvSpPr><p:spPr><a:xfrm><a:off x="16808702" y="12022905"/><a:ext cx="19050" cy="20320"/></a:xfrm><a:custGeom><a:avLst/><a:gdLst/><a:ahLst/><a:cxnLst/><a:rect l="l" t="t" r="r" b="b"/><a:pathLst><a:path w="19050" h="20320"><a:moveTo><a:pt x="0" y="0"/></a:moveTo><a:lnTo><a:pt x="18978" y="19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550" name="object 550"/><p:cNvSpPr/><p:nvPr/></p:nvSpPr><p:spPr><a:xfrm><a:off x="16803831" y="12111493"/><a:ext cx="24130" cy="31115"/></a:xfrm><a:custGeom><a:avLst/><a:gdLst/><a:ahLst/><a:cxnLst/><a:rect l="l" t="t" r="r" b="b"/><a:pathLst><a:path w="24130" h="31115"><a:moveTo><a:pt x="14275" y="1763"/></a:moveTo><a:lnTo><a:pt x="11000" y="0"/></a:lnTo><a:lnTo><a:pt x="7305" y="83"/></a:lnTo><a:lnTo><a:pt x="3191" y="1931"/></a:lnTo><a:lnTo><a:pt x="755" y="4702"/></a:lnTo><a:lnTo><a:pt x="0" y="8396"/></a:lnTo><a:lnTo><a:pt x="1259" y="11167"/></a:lnTo><a:lnTo><a:pt x="3610" y="13351"/></a:lnTo><a:lnTo><a:pt x="5206" y="14274"/></a:lnTo><a:lnTo><a:pt x="7893" y="14694"/></a:lnTo><a:lnTo><a:pt x="15283" y="14526"/></a:lnTo><a:lnTo><a:pt x="17970" y="14946"/></a:lnTo><a:lnTo><a:pt x="19650" y="15870"/></a:lnTo><a:lnTo><a:pt x="21917" y="18053"/></a:lnTo><a:lnTo><a:pt x="23848" y="22167"/></a:lnTo><a:lnTo><a:pt x="23009" y="25862"/></a:lnTo><a:lnTo><a:pt x="20573" y="28633"/></a:lnTo><a:lnTo><a:pt x="16543" y="30564"/></a:lnTo><a:lnTo><a:pt x="12848" y="30564"/></a:lnTo><a:lnTo><a:pt x="9489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551" name="object 551"/><p:cNvSpPr/><p:nvPr/></p:nvSpPr><p:spPr><a:xfrm><a:off x="16783929" y="12118883"/><a:ext cx="29845" cy="35560"/></a:xfrm><a:custGeom><a:avLst/><a:gdLst/><a:ahLst/><a:cxnLst/><a:rect l="l" t="t" r="r" b="b"/><a:pathLst><a:path w="29844" h="35559"><a:moveTo><a:pt x="16123" y="35099"/></a:moveTo><a:lnTo><a:pt x="0" y="8061"/></a:lnTo><a:lnTo><a:pt x="29643" y="27038"/></a:lnTo><a:lnTo><a:pt x="13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52" name="object 552"/><p:cNvSpPr/><p:nvPr/></p:nvSpPr><p:spPr><a:xfrm><a:off x="16984125" y="11997127"/><a:ext cx="30480" cy="46990"/></a:xfrm><a:custGeom><a:avLst/><a:gdLst/><a:ahLst/><a:cxnLst/><a:rect l="l" t="t" r="r" b="b"/><a:pathLst><a:path w="30480" h="46990"><a:moveTo><a:pt x="19818" y="0"/></a:moveTo><a:lnTo><a:pt x="0" y="31152"/></a:lnTo><a:lnTo><a:pt x="83" y="36022"/></a:lnTo><a:lnTo><a:pt x="1763" y="41396"/></a:lnTo><a:lnTo><a:pt x="4198" y="44587"/></a:lnTo><a:lnTo><a:pt x="10580" y="46855"/></a:lnTo><a:lnTo><a:pt x="14527" y="45847"/></a:lnTo><a:lnTo><a:pt x="30482" y="15618"/></a:lnTo><a:lnTo><a:pt x="30314" y="10832"/></a:lnTo><a:lnTo><a:pt x="28635" y="5458"/></a:lnTo><a:lnTo><a:pt x="26200" y="2183"/></a:lnTo><a:lnTo><a:pt x="19818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53" name="object 553"/><p:cNvSpPr/><p:nvPr/></p:nvSpPr><p:spPr><a:xfrm><a:off x="17009234" y="12005860"/><a:ext cx="41910" cy="53340"/></a:xfrm><a:custGeom><a:avLst/><a:gdLst/><a:ahLst/><a:cxnLst/><a:rect l="l" t="t" r="r" b="b"/><a:pathLst><a:path w="41909" h="53340"><a:moveTo><a:pt x="0" y="42572"/></a:moveTo><a:lnTo><a:pt x="20573" y="0"/></a:lnTo><a:lnTo><a:pt x="21245" y="52900"/></a:lnTo><a:lnTo><a:pt x="41819" y="10328"/></a:lnTo></a:path></a:pathLst></a:custGeom><a:ln w="3175"><a:solidFill><a:srgbClr val="000000"/></a:solidFill></a:ln></p:spPr><p:txBody><a:bodyPr wrap="square" lIns="0" tIns="0" rIns="0" bIns="0" rtlCol="0"/><a:lstStyle/><a:p/></p:txBody></p:sp><p:sp><p:nvSpPr><p:cNvPr id="554" name="object 554"/><p:cNvSpPr/><p:nvPr/></p:nvSpPr><p:spPr><a:xfrm><a:off x="17033166" y="12025424"/><a:ext cx="36830" cy="47625"/></a:xfrm><a:custGeom><a:avLst/><a:gdLst/><a:ahLst/><a:cxnLst/><a:rect l="l" t="t" r="r" b="b"/><a:pathLst><a:path w="36830" h="47625"><a:moveTo><a:pt x="0" y="33251"/></a:moveTo><a:lnTo><a:pt x="36277" y="0"/></a:lnTo><a:lnTo><a:pt x="23009" y="47358"/></a:lnTo></a:path></a:pathLst></a:custGeom><a:ln w="3175"><a:solidFill><a:srgbClr val="000000"/></a:solidFill></a:ln></p:spPr><p:txBody><a:bodyPr wrap="square" lIns="0" tIns="0" rIns="0" bIns="0" rtlCol="0"/><a:lstStyle/><a:p/></p:txBody></p:sp><p:sp><p:nvSpPr><p:cNvPr id="555" name="object 555"/><p:cNvSpPr/><p:nvPr/></p:nvSpPr><p:spPr><a:xfrm><a:off x="17045679" y="12047844"/><a:ext cx="14604" cy="9525"/></a:xfrm><a:custGeom><a:avLst/><a:gdLst/><a:ahLst/><a:cxnLst/><a:rect l="l" t="t" r="r" b="b"/><a:pathLst><a:path w="14605" h="9525"><a:moveTo><a:pt x="0" y="0"/></a:moveTo><a:lnTo><a:pt x="14443" y="8900"/></a:lnTo></a:path></a:pathLst></a:custGeom><a:ln w="3175"><a:solidFill><a:srgbClr val="000000"/></a:solidFill></a:ln></p:spPr><p:txBody><a:bodyPr wrap="square" lIns="0" tIns="0" rIns="0" bIns="0" rtlCol="0"/><a:lstStyle/><a:p/></p:txBody></p:sp><p:sp><p:nvSpPr><p:cNvPr id="556" name="object 556"/><p:cNvSpPr/><p:nvPr/></p:nvSpPr><p:spPr><a:xfrm><a:off x="17008394" y="12121318"/><a:ext cx="17780" cy="26670"/></a:xfrm><a:custGeom><a:avLst/><a:gdLst/><a:ahLst/><a:cxnLst/><a:rect l="l" t="t" r="r" b="b"/><a:pathLst><a:path w="17780" h="26670"><a:moveTo><a:pt x="17466" y="0"/></a:moveTo><a:lnTo><a:pt x="0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557" name="object 557"/><p:cNvSpPr/><p:nvPr/></p:nvSpPr><p:spPr><a:xfrm><a:off x="17019395" y="12116951"/><a:ext cx="13335" cy="8890"/></a:xfrm><a:custGeom><a:avLst/><a:gdLst/><a:ahLst/><a:cxnLst/><a:rect l="l" t="t" r="r" b="b"/><a:pathLst><a:path w="13334" h="8890"><a:moveTo><a:pt x="0" y="0"/></a:moveTo><a:lnTo><a:pt x="13016" y="8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558" name="object 558"/><p:cNvSpPr/><p:nvPr/></p:nvSpPr><p:spPr><a:xfrm><a:off x="16986393" y="12107799"/><a:ext cx="26034" cy="28575"/></a:xfrm><a:custGeom><a:avLst/><a:gdLst/><a:ahLst/><a:cxnLst/><a:rect l="l" t="t" r="r" b="b"/><a:pathLst><a:path w="26034" h="28575"><a:moveTo><a:pt x="0" y="28045"/></a:moveTo><a:lnTo><a:pt x="14443" y="0"/></a:lnTo><a:lnTo><a:pt x="23428" y="4618"/></a:lnTo><a:lnTo><a:pt x="25696" y="7557"/></a:lnTo><a:lnTo><a:pt x="26032" y="9404"/></a:lnTo><a:lnTo><a:pt x="25696" y="12595"/></a:lnTo><a:lnTo><a:pt x="7557" y="13351"/></a:lnTo></a:path></a:pathLst></a:custGeom><a:ln w="3175"><a:solidFill><a:srgbClr val="000000"/></a:solidFill></a:ln></p:spPr><p:txBody><a:bodyPr wrap="square" lIns="0" tIns="0" rIns="0" bIns="0" rtlCol="0"/><a:lstStyle/><a:p/></p:txBody></p:sp><p:sp><p:nvSpPr><p:cNvPr id="559" name="object 559"/><p:cNvSpPr/><p:nvPr/></p:nvSpPr><p:spPr><a:xfrm><a:off x="17000332" y="12124760"/><a:ext cx="635" cy="18415"/></a:xfrm><a:custGeom><a:avLst/><a:gdLst/><a:ahLst/><a:cxnLst/><a:rect l="l" t="t" r="r" b="b"/><a:pathLst><a:path w="634" h="18415"><a:moveTo><a:pt x="587" y="0"/></a:moveTo><a:lnTo><a:pt x="0" y="18305"/></a:lnTo></a:path></a:pathLst></a:custGeom><a:ln w="3175"><a:solidFill><a:srgbClr val="000000"/></a:solidFill></a:ln></p:spPr><p:txBody><a:bodyPr wrap="square" lIns="0" tIns="0" rIns="0" bIns="0" rtlCol="0"/><a:lstStyle/><a:p/></p:txBody></p:sp><p:sp><p:nvSpPr><p:cNvPr id="560" name="object 560"/><p:cNvSpPr/><p:nvPr/></p:nvSpPr><p:spPr><a:xfrm><a:off x="17022250" y="12132066"/><a:ext cx="19685" cy="25400"/></a:xfrm><a:custGeom><a:avLst/><a:gdLst/><a:ahLst/><a:cxnLst/><a:rect l="l" t="t" r="r" b="b"/><a:pathLst><a:path w="19684" h="25400"><a:moveTo><a:pt x="19146" y="0"/></a:moveTo><a:lnTo><a:pt x="0" y="25022"/></a:lnTo></a:path></a:pathLst></a:custGeom><a:ln w="3175"><a:solidFill><a:srgbClr val="000000"/></a:solidFill></a:ln></p:spPr><p:txBody><a:bodyPr wrap="square" lIns="0" tIns="0" rIns="0" bIns="0" rtlCol="0"/><a:lstStyle/><a:p/></p:txBody></p:sp><p:sp><p:nvSpPr><p:cNvPr id="561" name="object 561"/><p:cNvSpPr/><p:nvPr/></p:nvSpPr><p:spPr><a:xfrm><a:off x="17038625" y="12154570"/><a:ext cx="29845" cy="28575"/></a:xfrm><a:custGeom><a:avLst/><a:gdLst/><a:ahLst/><a:cxnLst/><a:rect l="l" t="t" r="r" b="b"/><a:pathLst><a:path w="29844" h="28575"><a:moveTo><a:pt x="0" y="14862"/></a:moveTo><a:lnTo><a:pt x="29223" y="0"/></a:lnTo><a:lnTo><a:pt x="12260" y="28045"/></a:lnTo></a:path></a:pathLst></a:custGeom><a:ln w="3175"><a:solidFill><a:srgbClr val="000000"/></a:solidFill></a:ln></p:spPr><p:txBody><a:bodyPr wrap="square" lIns="0" tIns="0" rIns="0" bIns="0" rtlCol="0"/><a:lstStyle/><a:p/></p:txBody></p:sp><p:sp><p:nvSpPr><p:cNvPr id="562" name="object 562"/><p:cNvSpPr/><p:nvPr/></p:nvSpPr><p:spPr><a:xfrm><a:off x="17048618" y="12164730"/><a:ext cx="8255" cy="8255"/></a:xfrm><a:custGeom><a:avLst/><a:gdLst/><a:ahLst/><a:cxnLst/><a:rect l="l" t="t" r="r" b="b"/><a:pathLst><a:path w="8255" h="8254"><a:moveTo><a:pt x="0" y="0"/></a:moveTo><a:lnTo><a:pt x="7641" y="8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563" name="object 563"/><p:cNvSpPr/><p:nvPr/></p:nvSpPr><p:spPr><a:xfrm><a:off x="17029891" y="12133157"/><a:ext cx="14604" cy="29845"/></a:xfrm><a:custGeom><a:avLst/><a:gdLst/><a:ahLst/><a:cxnLst/><a:rect l="l" t="t" r="r" b="b"/><a:pathLst><a:path w="14605" h="29845"><a:moveTo><a:pt x="14191" y="0"/></a:moveTo><a:lnTo><a:pt x="10916" y="17213"/></a:lnTo><a:lnTo><a:pt x="0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564" name="object 564"/><p:cNvSpPr/><p:nvPr/></p:nvSpPr><p:spPr><a:xfrm><a:off x="17040808" y="12145165"/><a:ext cx="17145" cy="5715"/></a:xfrm><a:custGeom><a:avLst/><a:gdLst/><a:ahLst/><a:cxnLst/><a:rect l="l" t="t" r="r" b="b"/><a:pathLst><a:path w="17144" h="5715"><a:moveTo><a:pt x="16710" y="0"/></a:moveTo><a:lnTo><a:pt x="0" y="5206"/></a:lnTo></a:path></a:pathLst></a:custGeom><a:ln w="3175"><a:solidFill><a:srgbClr val="000000"/></a:solidFill></a:ln></p:spPr><p:txBody><a:bodyPr wrap="square" lIns="0" tIns="0" rIns="0" bIns="0" rtlCol="0"/><a:lstStyle/><a:p/></p:txBody></p:sp><p:sp><p:nvSpPr><p:cNvPr id="565" name="object 565"/><p:cNvSpPr/><p:nvPr/></p:nvSpPr><p:spPr><a:xfrm><a:off x="17061886" y="11956150"/><a:ext cx="10160" cy="29845"/></a:xfrm><a:custGeom><a:avLst/><a:gdLst/><a:ahLst/><a:cxnLst/><a:rect l="l" t="t" r="r" b="b"/><a:pathLst><a:path w="10159" h="29845"><a:moveTo><a:pt x="9573" y="29221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6" name="object 566"/><p:cNvSpPr/><p:nvPr/></p:nvSpPr><p:spPr><a:xfrm><a:off x="17045679" y="11973447"/><a:ext cx="26034" cy="9525"/></a:xfrm><a:custGeom><a:avLst/><a:gdLst/><a:ahLst/><a:cxnLst/><a:rect l="l" t="t" r="r" b="b"/><a:pathLst><a:path w="26034" h="9525"><a:moveTo><a:pt x="0" y="0"/></a:moveTo><a:lnTo><a:pt x="3358" y="2099"/></a:lnTo><a:lnTo><a:pt x="8989" y="5652"/></a:lnTo><a:lnTo><a:pt x="15312" y="7554"/></a:lnTo><a:lnTo><a:pt x="21833" y="8648"/></a:lnTo><a:lnTo><a:pt x="25696" y="9152"/></a:lnTo></a:path></a:pathLst></a:custGeom><a:ln w="3175"><a:solidFill><a:srgbClr val="000000"/></a:solidFill></a:ln></p:spPr><p:txBody><a:bodyPr wrap="square" lIns="0" tIns="0" rIns="0" bIns="0" rtlCol="0"/><a:lstStyle/><a:p/></p:txBody></p:sp><p:sp><p:nvSpPr><p:cNvPr id="567" name="object 567"/><p:cNvSpPr/><p:nvPr/></p:nvSpPr><p:spPr><a:xfrm><a:off x="17019059" y="11963707"/><a:ext cx="26670" cy="6985"/></a:xfrm><a:custGeom><a:avLst/><a:gdLst/><a:ahLst/><a:cxnLst/><a:rect l="l" t="t" r="r" b="b"/><a:pathLst><a:path w="26669" h="6984"><a:moveTo><a:pt x="0" y="0"/></a:moveTo><a:lnTo><a:pt x="3526" y="1847"/></a:lnTo><a:lnTo><a:pt x="9081" y="4598"/></a:lnTo><a:lnTo><a:pt x="16235" y="6497"/></a:lnTo><a:lnTo><a:pt x="22421" y="6885"/></a:lnTo><a:lnTo><a:pt x="26368" y="6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568" name="object 568"/><p:cNvSpPr/><p:nvPr/></p:nvSpPr><p:spPr><a:xfrm><a:off x="16913251" y="11982600"/><a:ext cx="26034" cy="47625"/></a:xfrm><a:custGeom><a:avLst/><a:gdLst/><a:ahLst/><a:cxnLst/><a:rect l="l" t="t" r="r" b="b"/><a:pathLst><a:path w="26034" h="47625"><a:moveTo><a:pt x="25696" y="7725"/></a:moveTo><a:lnTo><a:pt x="22589" y="3022"/></a:lnTo><a:lnTo><a:pt x="17634" y="419"/></a:lnTo><a:lnTo><a:pt x="10916" y="0"/></a:lnTo><a:lnTo><a:pt x="5710" y="1931"/></a:lnTo><a:lnTo><a:pt x="2099" y="6297"/></a:lnTo><a:lnTo><a:pt x="1847" y="10748"/></a:lnTo><a:lnTo><a:pt x="3191" y="15366"/></a:lnTo><a:lnTo><a:pt x="4786" y="17717"/></a:lnTo><a:lnTo><a:pt x="7977" y="20152"/></a:lnTo><a:lnTo><a:pt x="17886" y="25274"/></a:lnTo><a:lnTo><a:pt x="21077" y="27709"/></a:lnTo><a:lnTo><a:pt x="22673" y="30061"/></a:lnTo><a:lnTo><a:pt x="24016" y="34679"/></a:lnTo><a:lnTo><a:pt x="23680" y="41396"/></a:lnTo><a:lnTo><a:pt x="19985" y="45679"/></a:lnTo><a:lnTo><a:pt x="14779" y="47610"/></a:lnTo><a:lnTo><a:pt x="8061" y="47190"/></a:lnTo><a:lnTo><a:pt x="3107" y="44671"/></a:lnTo><a:lnTo><a:pt x="0" y="39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569" name="object 569"/><p:cNvSpPr/><p:nvPr/></p:nvSpPr><p:spPr><a:xfrm><a:off x="16944153" y="11986211"/><a:ext cx="29209" cy="48260"/></a:xfrm><a:custGeom><a:avLst/><a:gdLst/><a:ahLst/><a:cxnLst/><a:rect l="l" t="t" r="r" b="b"/><a:pathLst><a:path w="29209" h="48259"><a:moveTo><a:pt x="29055" y="9236"/></a:moveTo><a:lnTo><a:pt x="26452" y="4198"/></a:lnTo><a:lnTo><a:pt x="21917" y="1175"/></a:lnTo><a:lnTo><a:pt x="15199" y="0"/></a:lnTo><a:lnTo><a:pt x="9825" y="1343"/></a:lnTo><a:lnTo><a:pt x="5710" y="5206"/></a:lnTo><a:lnTo><a:pt x="4954" y="9656"/></a:lnTo><a:lnTo><a:pt x="5878" y="14358"/></a:lnTo><a:lnTo><a:pt x="7137" y="16877"/></a:lnTo><a:lnTo><a:pt x="10076" y="19648"/></a:lnTo><a:lnTo><a:pt x="19314" y="25862"/></a:lnTo><a:lnTo><a:pt x="22253" y="28633"/></a:lnTo><a:lnTo><a:pt x="23512" y="31152"/></a:lnTo><a:lnTo><a:pt x="24436" y="35854"/></a:lnTo><a:lnTo><a:pt x="23261" y="42572"/></a:lnTo><a:lnTo><a:pt x="19146" y="46435"/></a:lnTo><a:lnTo><a:pt x="13771" y="47778"/></a:lnTo><a:lnTo><a:pt x="7137" y="46603"/></a:lnTo><a:lnTo><a:pt x="2519" y="43496"/></a:lnTo><a:lnTo><a:pt x="0" y="38458"/></a:lnTo></a:path></a:pathLst></a:custGeom><a:ln w="3175"><a:solidFill><a:srgbClr val="000000"/></a:solidFill></a:ln></p:spPr><p:txBody><a:bodyPr wrap="square" lIns="0" tIns="0" rIns="0" bIns="0" rtlCol="0"/><a:lstStyle/><a:p/></p:txBody></p:sp><p:sp><p:nvSpPr><p:cNvPr id="570" name="object 570"/><p:cNvSpPr/><p:nvPr/></p:nvSpPr><p:spPr><a:xfrm><a:off x="16948856" y="12093608"/><a:ext cx="8890" cy="30480"/></a:xfrm><a:custGeom><a:avLst/><a:gdLst/><a:ahLst/><a:cxnLst/><a:rect l="l" t="t" r="r" b="b"/><a:pathLst><a:path w="8890" h="30479"><a:moveTo><a:pt x="8817" y="0"/></a:moveTo><a:lnTo><a:pt x="0" y="30313"/></a:lnTo></a:path></a:pathLst></a:custGeom><a:ln w="3175"><a:solidFill><a:srgbClr val="000000"/></a:solidFill></a:ln></p:spPr><p:txBody><a:bodyPr wrap="square" lIns="0" tIns="0" rIns="0" bIns="0" rtlCol="0"/><a:lstStyle/><a:p/></p:txBody></p:sp><p:sp><p:nvSpPr><p:cNvPr id="571" name="object 571"/><p:cNvSpPr/><p:nvPr/></p:nvSpPr><p:spPr><a:xfrm><a:off x="16963971" y="12098058"/><a:ext cx="8890" cy="30480"/></a:xfrm><a:custGeom><a:avLst/><a:gdLst/><a:ahLst/><a:cxnLst/><a:rect l="l" t="t" r="r" b="b"/><a:pathLst><a:path w="8890" h="30479"><a:moveTo><a:pt x="8817" y="0"/></a:moveTo><a:lnTo><a:pt x="0" y="30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572" name="object 572"/><p:cNvSpPr/><p:nvPr/></p:nvSpPr><p:spPr><a:xfrm><a:off x="16953474" y="12108051"/><a:ext cx="15240" cy="4445"/></a:xfrm><a:custGeom><a:avLst/><a:gdLst/><a:ahLst/><a:cxnLst/><a:rect l="l" t="t" r="r" b="b"/><a:pathLst><a:path w="15240" h="4445"><a:moveTo><a:pt x="0" y="0"/></a:moveTo><a:lnTo><a:pt x="15115" y="4366"/></a:lnTo></a:path></a:pathLst></a:custGeom><a:ln w="3175"><a:solidFill><a:srgbClr val="000000"/></a:solidFill></a:ln></p:spPr><p:txBody><a:bodyPr wrap="square" lIns="0" tIns="0" rIns="0" bIns="0" rtlCol="0"/><a:lstStyle/><a:p/></p:txBody></p:sp><p:sp><p:nvSpPr><p:cNvPr id="573" name="object 573"/><p:cNvSpPr/><p:nvPr/></p:nvSpPr><p:spPr><a:xfrm><a:off x="16929038" y="12089409"/><a:ext cx="19685" cy="31750"/></a:xfrm><a:custGeom><a:avLst/><a:gdLst/><a:ahLst/><a:cxnLst/><a:rect l="l" t="t" r="r" b="b"/><a:pathLst><a:path w="19684" h="31750"><a:moveTo><a:pt x="0" y="31236"/></a:moveTo><a:lnTo><a:pt x="4534" y="0"/></a:lnTo><a:lnTo><a:pt x="14611" y="1511"/></a:lnTo><a:lnTo><a:pt x="17718" y="3442"/></a:lnTo><a:lnTo><a:pt x="18642" y="5122"/></a:lnTo><a:lnTo><a:pt x="19314" y="8229"/></a:lnTo><a:lnTo><a:pt x="18894" y="11251"/></a:lnTo><a:lnTo><a:pt x="17298" y="14022"/></a:lnTo><a:lnTo><a:pt x="15955" y="15366"/></a:lnTo><a:lnTo><a:pt x="12428" y="16374"/></a:lnTo><a:lnTo><a:pt x="2435" y="14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574" name="object 574"/><p:cNvSpPr/><p:nvPr/></p:nvSpPr><p:spPr><a:xfrm><a:off x="16929038" y="12105783"/><a:ext cx="17145" cy="16510"/></a:xfrm><a:custGeom><a:avLst/><a:gdLst/><a:ahLst/><a:cxnLst/><a:rect l="l" t="t" r="r" b="b"/><a:pathLst><a:path w="17144" h="16509"><a:moveTo><a:pt x="12428" y="0"/></a:moveTo><a:lnTo><a:pt x="15535" y="1931"/></a:lnTo><a:lnTo><a:pt x="16459" y="3610"/></a:lnTo><a:lnTo><a:pt x="17130" y="6717"/></a:lnTo><a:lnTo><a:pt x="16459" y="11167"/></a:lnTo><a:lnTo><a:pt x="14947" y="14022"/></a:lnTo><a:lnTo><a:pt x="13603" y="15282"/></a:lnTo><a:lnTo><a:pt x="10076" y="16290"/></a:lnTo><a:lnTo><a:pt x="0" y="14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575" name="object 575"/><p:cNvSpPr/><p:nvPr/></p:nvSpPr><p:spPr><a:xfrm><a:off x="16972285" y="11990913"/><a:ext cx="12700" cy="45720"/></a:xfrm><a:custGeom><a:avLst/><a:gdLst/><a:ahLst/><a:cxnLst/><a:rect l="l" t="t" r="r" b="b"/><a:pathLst><a:path w="12700" h="45720"><a:moveTo><a:pt x="12344" y="0"/></a:moveTo><a:lnTo><a:pt x="0" y="45679"/></a:lnTo></a:path></a:pathLst></a:custGeom><a:ln w="3175"><a:solidFill><a:srgbClr val="000000"/></a:solidFill></a:ln></p:spPr><p:txBody><a:bodyPr wrap="square" lIns="0" tIns="0" rIns="0" bIns="0" rtlCol="0"/><a:lstStyle/><a:p/></p:txBody></p:sp><p:sp><p:nvSpPr><p:cNvPr id="576" name="object 576"/><p:cNvSpPr/><p:nvPr/></p:nvSpPr><p:spPr><a:xfrm><a:off x="16963719" y="12101585"/><a:ext cx="20320" cy="33020"/></a:xfrm><a:custGeom><a:avLst/><a:gdLst/><a:ahLst/><a:cxnLst/><a:rect l="l" t="t" r="r" b="b"/><a:pathLst><a:path w="20319" h="33020"><a:moveTo><a:pt x="0" y="25778"/></a:moveTo><a:lnTo><a:pt x="20237" y="0"/></a:lnTo><a:lnTo><a:pt x="16710" y="32580"/></a:lnTo></a:path></a:pathLst></a:custGeom><a:ln w="3175"><a:solidFill><a:srgbClr val="000000"/></a:solidFill></a:ln></p:spPr><p:txBody><a:bodyPr wrap="square" lIns="0" tIns="0" rIns="0" bIns="0" rtlCol="0"/><a:lstStyle/><a:p/></p:txBody></p:sp><p:sp><p:nvSpPr><p:cNvPr id="577" name="object 577"/><p:cNvSpPr/><p:nvPr/></p:nvSpPr><p:spPr><a:xfrm><a:off x="16970857" y="12118883"/><a:ext cx="10795" cy="4445"/></a:xfrm><a:custGeom><a:avLst/><a:gdLst/><a:ahLst/><a:cxnLst/><a:rect l="l" t="t" r="r" b="b"/><a:pathLst><a:path w="10794" h="4445"><a:moveTo><a:pt x="0" y="0"/></a:moveTo><a:lnTo><a:pt x="10412" y="4282"/></a:lnTo></a:path></a:pathLst></a:custGeom><a:ln w="3175"><a:solidFill><a:srgbClr val="000000"/></a:solidFill></a:ln></p:spPr><p:txBody><a:bodyPr wrap="square" lIns="0" tIns="0" rIns="0" bIns="0" rtlCol="0"/><a:lstStyle/><a:p/></p:txBody></p:sp><p:sp><p:nvSpPr><p:cNvPr id="578" name="object 578"/><p:cNvSpPr/><p:nvPr/></p:nvSpPr><p:spPr><a:xfrm><a:off x="16885455" y="11924913"/><a:ext cx="22225" cy="21590"/></a:xfrm><a:custGeom><a:avLst/><a:gdLst/><a:ahLst/><a:cxnLst/><a:rect l="l" t="t" r="r" b="b"/><a:pathLst><a:path w="22225" h="21590"><a:moveTo><a:pt x="21917" y="21496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79" name="object 579"/><p:cNvSpPr/><p:nvPr/></p:nvSpPr><p:spPr><a:xfrm><a:off x="16885539" y="11921322"/><a:ext cx="30480" cy="3810"/></a:xfrm><a:custGeom><a:avLst/><a:gdLst/><a:ahLst/><a:cxnLst/><a:rect l="l" t="t" r="r" b="b"/><a:pathLst><a:path w="30480" h="3809"><a:moveTo><a:pt x="30146" y="1575"/></a:moveTo><a:lnTo><a:pt x="27627" y="987"/></a:lnTo><a:lnTo><a:pt x="21283" y="31"/></a:lnTo><a:lnTo><a:pt x="14868" y="0"/></a:lnTo><a:lnTo><a:pt x="8513" y="881"/></a:lnTo><a:lnTo><a:pt x="2351" y="2667"/></a:lnTo><a:lnTo><a:pt x="0" y="3590"/></a:lnTo></a:path></a:pathLst></a:custGeom><a:ln w="3175"><a:solidFill><a:srgbClr val="000000"/></a:solidFill></a:ln></p:spPr><p:txBody><a:bodyPr wrap="square" lIns="0" tIns="0" rIns="0" bIns="0" rtlCol="0"/><a:lstStyle/><a:p/></p:txBody></p:sp><p:sp><p:nvSpPr><p:cNvPr id="580" name="object 580"/><p:cNvSpPr/><p:nvPr/></p:nvSpPr><p:spPr><a:xfrm><a:off x="16855308" y="11926760"/><a:ext cx="50800" cy="21590"/></a:xfrm><a:custGeom><a:avLst/><a:gdLst/><a:ahLst/><a:cxnLst/><a:rect l="l" t="t" r="r" b="b"/><a:pathLst><a:path w="50800" h="21590"><a:moveTo><a:pt x="25192" y="21160"/></a:moveTo><a:lnTo><a:pt x="29559" y="21412"/></a:lnTo><a:lnTo><a:pt x="33841" y="21244"/></a:lnTo><a:lnTo><a:pt x="38208" y="20824"/></a:lnTo><a:lnTo><a:pt x="42491" y="19984"/></a:lnTo><a:lnTo><a:pt x="46689" y="18809"/></a:lnTo><a:lnTo><a:pt x="50720" y="17213"/></a:lnTo></a:path><a:path w="50800" h="21590"><a:moveTo><a:pt x="25192" y="2116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81" name="object 581"/><p:cNvSpPr/><p:nvPr/></p:nvSpPr><p:spPr><a:xfrm><a:off x="16825833" y="11933478"/><a:ext cx="25400" cy="18415"/></a:xfrm><a:custGeom><a:avLst/><a:gdLst/><a:ahLst/><a:cxnLst/><a:rect l="l" t="t" r="r" b="b"/><a:pathLst><a:path w="25400" h="18415"><a:moveTo><a:pt x="25108" y="17801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82" name="object 582"/><p:cNvSpPr/><p:nvPr/></p:nvSpPr><p:spPr><a:xfrm><a:off x="16825833" y="11926508"/><a:ext cx="29845" cy="6985"/></a:xfrm><a:custGeom><a:avLst/><a:gdLst/><a:ahLst/><a:cxnLst/><a:rect l="l" t="t" r="r" b="b"/><a:pathLst><a:path w="29844" h="6984"><a:moveTo><a:pt x="29475" y="251"/></a:moveTo><a:lnTo><a:pt x="26955" y="0"/></a:lnTo><a:lnTo><a:pt x="20525" y="71"/></a:lnTo><a:lnTo><a:pt x="14180" y="1075"/></a:lnTo><a:lnTo><a:pt x="8030" y="2947"/></a:lnTo><a:lnTo><a:pt x="2183" y="5625"/></a:lnTo><a:lnTo><a:pt x="0" y="6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583" name="object 583"/><p:cNvSpPr/><p:nvPr/></p:nvSpPr><p:spPr><a:xfrm><a:off x="16850941" y="11945402"/><a:ext cx="26670" cy="6350"/></a:xfrm><a:custGeom><a:avLst/><a:gdLst/><a:ahLst/><a:cxnLst/><a:rect l="l" t="t" r="r" b="b"/><a:pathLst><a:path w="26669" h="6350"><a:moveTo><a:pt x="0" y="5877"/></a:moveTo><a:lnTo><a:pt x="3946" y="5877"/></a:lnTo><a:lnTo><a:pt x="10494" y="5733"/></a:lnTo><a:lnTo><a:pt x="17004" y="4286"/></a:lnTo><a:lnTo><a:pt x="23009" y="1679"/></a:lnTo><a:lnTo><a:pt x="266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84" name="object 584"/><p:cNvSpPr/><p:nvPr/></p:nvSpPr><p:spPr><a:xfrm><a:off x="16856316" y="11922020"/><a:ext cx="29209" cy="5715"/></a:xfrm><a:custGeom><a:avLst/><a:gdLst/><a:ahLst/><a:cxnLst/><a:rect l="l" t="t" r="r" b="b"/><a:pathLst><a:path w="29209" h="5715"><a:moveTo><a:pt x="29139" y="1549"/></a:moveTo><a:lnTo><a:pt x="26619" y="1129"/></a:lnTo><a:lnTo><a:pt x="18359" y="0"/></a:lnTo><a:lnTo><a:pt x="9907" y="1140"/></a:lnTo><a:lnTo><a:pt x="2267" y="4488"/></a:lnTo><a:lnTo><a:pt x="0" y="5495"/></a:lnTo></a:path></a:pathLst></a:custGeom><a:ln w="3175"><a:solidFill><a:srgbClr val="000000"/></a:solidFill></a:ln></p:spPr><p:txBody><a:bodyPr wrap="square" lIns="0" tIns="0" rIns="0" bIns="0" rtlCol="0"/><a:lstStyle/><a:p/></p:txBody></p:sp><p:sp><p:nvSpPr><p:cNvPr id="585" name="object 585"/><p:cNvSpPr/><p:nvPr/></p:nvSpPr><p:spPr><a:xfrm><a:off x="16768394" y="11940027"/><a:ext cx="28575" cy="11430"/></a:xfrm><a:custGeom><a:avLst/><a:gdLst/><a:ahLst/><a:cxnLst/><a:rect l="l" t="t" r="r" b="b"/><a:pathLst><a:path w="28575" h="11429"><a:moveTo><a:pt x="28047" y="0"/></a:moveTo><a:lnTo><a:pt x="25444" y="251"/></a:lnTo><a:lnTo><a:pt x="16794" y="1118"/></a:lnTo><a:lnTo><a:pt x="8773" y="4384"/></a:lnTo><a:lnTo><a:pt x="1931" y="9740"/></a:lnTo><a:lnTo><a:pt x="0" y="11419"/></a:lnTo></a:path></a:pathLst></a:custGeom><a:ln w="3175"><a:solidFill><a:srgbClr val="000000"/></a:solidFill></a:ln></p:spPr><p:txBody><a:bodyPr wrap="square" lIns="0" tIns="0" rIns="0" bIns="0" rtlCol="0"/><a:lstStyle/><a:p/></p:txBody></p:sp><p:sp><p:nvSpPr><p:cNvPr id="586" name="object 586"/><p:cNvSpPr/><p:nvPr/></p:nvSpPr><p:spPr><a:xfrm><a:off x="16796778" y="11932218"/><a:ext cx="29209" cy="9525"/></a:xfrm><a:custGeom><a:avLst/><a:gdLst/><a:ahLst/><a:cxnLst/><a:rect l="l" t="t" r="r" b="b"/><a:pathLst><a:path w="29209" h="9525"><a:moveTo><a:pt x="28887" y="0"/></a:moveTo><a:lnTo><a:pt x="26284" y="0"/></a:lnTo><a:lnTo><a:pt x="17714" y="228"/></a:lnTo><a:lnTo><a:pt x="9189" y="2790"/></a:lnTo><a:lnTo><a:pt x="2099" y="7641"/></a:lnTo><a:lnTo><a:pt x="0" y="9068"/></a:lnTo></a:path></a:pathLst></a:custGeom><a:ln w="3175"><a:solidFill><a:srgbClr val="000000"/></a:solidFill></a:ln></p:spPr><p:txBody><a:bodyPr wrap="square" lIns="0" tIns="0" rIns="0" bIns="0" rtlCol="0"/><a:lstStyle/><a:p/></p:txBody></p:sp><p:sp><p:nvSpPr><p:cNvPr id="587" name="object 587"/><p:cNvSpPr/><p:nvPr/></p:nvSpPr><p:spPr><a:xfrm><a:off x="17033838" y="11945150"/><a:ext cx="28575" cy="10160"/></a:xfrm><a:custGeom><a:avLst/><a:gdLst/><a:ahLst/><a:cxnLst/><a:rect l="l" t="t" r="r" b="b"/><a:pathLst><a:path w="28575" h="10159"><a:moveTo><a:pt x="28551" y="9824"/></a:moveTo><a:lnTo><a:pt x="26536" y="8312"/></a:lnTo><a:lnTo><a:pt x="19489" y="3258"/></a:lnTo><a:lnTo><a:pt x="11170" y="456"/></a:lnTo><a:lnTo><a:pt x="2519" y="83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88" name="object 588"/><p:cNvSpPr/><p:nvPr/></p:nvSpPr><p:spPr><a:xfrm><a:off x="17005035" y="11936249"/><a:ext cx="29845" cy="8255"/></a:xfrm><a:custGeom><a:avLst/><a:gdLst/><a:ahLst/><a:cxnLst/><a:rect l="l" t="t" r="r" b="b"/><a:pathLst><a:path w="29844" h="8254"><a:moveTo><a:pt x="29307" y="7725"/></a:moveTo><a:lnTo><a:pt x="2519" y="0"/></a:lnTo><a:lnTo><a:pt x="0" y="167"/></a:lnTo></a:path></a:pathLst></a:custGeom><a:ln w="3175"><a:solidFill><a:srgbClr val="000000"/></a:solidFill></a:ln></p:spPr><p:txBody><a:bodyPr wrap="square" lIns="0" tIns="0" rIns="0" bIns="0" rtlCol="0"/><a:lstStyle/><a:p/></p:txBody></p:sp><p:sp><p:nvSpPr><p:cNvPr id="589" name="object 589"/><p:cNvSpPr/><p:nvPr/></p:nvSpPr><p:spPr><a:xfrm><a:off x="16945665" y="11925921"/><a:ext cx="18415" cy="24765"/></a:xfrm><a:custGeom><a:avLst/><a:gdLst/><a:ahLst/><a:cxnLst/><a:rect l="l" t="t" r="r" b="b"/><a:pathLst><a:path w="18415" h="24765"><a:moveTo><a:pt x="18306" y="2468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90" name="object 590"/><p:cNvSpPr/><p:nvPr/></p:nvSpPr><p:spPr><a:xfrm><a:off x="16945749" y="11924549"/><a:ext cx="30480" cy="4445"/></a:xfrm><a:custGeom><a:avLst/><a:gdLst/><a:ahLst/><a:cxnLst/><a:rect l="l" t="t" r="r" b="b"/><a:pathLst><a:path w="30480" h="4445"><a:moveTo><a:pt x="30062" y="4142"/></a:moveTo><a:lnTo><a:pt x="27711" y="3134"/></a:lnTo><a:lnTo><a:pt x="21499" y="1155"/></a:lnTo><a:lnTo><a:pt x="15247" y="117"/></a:lnTo><a:lnTo><a:pt x="8908" y="0"/></a:lnTo><a:lnTo><a:pt x="2435" y="783"/></a:lnTo><a:lnTo><a:pt x="0" y="1371"/></a:lnTo></a:path></a:pathLst></a:custGeom><a:ln w="3175"><a:solidFill><a:srgbClr val="000000"/></a:solidFill></a:ln></p:spPr><p:txBody><a:bodyPr wrap="square" lIns="0" tIns="0" rIns="0" bIns="0" rtlCol="0"/><a:lstStyle/><a:p/></p:txBody></p:sp><p:sp><p:nvSpPr><p:cNvPr id="591" name="object 591"/><p:cNvSpPr/><p:nvPr/></p:nvSpPr><p:spPr><a:xfrm><a:off x="16915602" y="11924157"/><a:ext cx="20320" cy="23495"/></a:xfrm><a:custGeom><a:avLst/><a:gdLst/><a:ahLst/><a:cxnLst/><a:rect l="l" t="t" r="r" b="b"/><a:pathLst><a:path w="20319" h="23495"><a:moveTo><a:pt x="20153" y="23259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92" name="object 592"/><p:cNvSpPr/><p:nvPr/></p:nvSpPr><p:spPr><a:xfrm><a:off x="16915602" y="11921813"/><a:ext cx="30480" cy="3175"/></a:xfrm><a:custGeom><a:avLst/><a:gdLst/><a:ahLst/><a:cxnLst/><a:rect l="l" t="t" r="r" b="b"/><a:pathLst><a:path w="30480" h="3175"><a:moveTo><a:pt x="30230" y="2764"/></a:moveTo><a:lnTo><a:pt x="27795" y="2008"/></a:lnTo><a:lnTo><a:pt x="21540" y="534"/></a:lnTo><a:lnTo><a:pt x="15140" y="0"/></a:lnTo><a:lnTo><a:pt x="8727" y="385"/></a:lnTo><a:lnTo><a:pt x="2435" y="1672"/></a:lnTo><a:lnTo><a:pt x="0" y="2428"/></a:lnTo></a:path></a:pathLst></a:custGeom><a:ln w="3175"><a:solidFill><a:srgbClr val="000000"/></a:solidFill></a:ln></p:spPr><p:txBody><a:bodyPr wrap="square" lIns="0" tIns="0" rIns="0" bIns="0" rtlCol="0"/><a:lstStyle/><a:p/></p:txBody></p:sp><p:sp><p:nvSpPr><p:cNvPr id="593" name="object 593"/><p:cNvSpPr/><p:nvPr/></p:nvSpPr><p:spPr><a:xfrm><a:off x="16935756" y="11947417"/><a:ext cx="27305" cy="2540"/></a:xfrm><a:custGeom><a:avLst/><a:gdLst/><a:ahLst/><a:cxnLst/><a:rect l="l" t="t" r="r" b="b"/><a:pathLst><a:path w="27305" h="2540"><a:moveTo><a:pt x="0" y="0"/></a:moveTo><a:lnTo><a:pt x="3778" y="923"/></a:lnTo><a:lnTo><a:pt x="10650" y="2328"/></a:lnTo><a:lnTo><a:pt x="16417" y="2489"/></a:lnTo><a:lnTo><a:pt x="23344" y="1343"/></a:lnTo><a:lnTo><a:pt x="27207" y="587"/></a:lnTo></a:path></a:pathLst></a:custGeom><a:ln w="3175"><a:solidFill><a:srgbClr val="000000"/></a:solidFill></a:ln></p:spPr><p:txBody><a:bodyPr wrap="square" lIns="0" tIns="0" rIns="0" bIns="0" rtlCol="0"/><a:lstStyle/><a:p/></p:txBody></p:sp><p:sp><p:nvSpPr><p:cNvPr id="594" name="object 594"/><p:cNvSpPr/><p:nvPr/></p:nvSpPr><p:spPr><a:xfrm><a:off x="16907372" y="11944898"/><a:ext cx="27305" cy="3175"/></a:xfrm><a:custGeom><a:avLst/><a:gdLst/><a:ahLst/><a:cxnLst/><a:rect l="l" t="t" r="r" b="b"/><a:pathLst><a:path w="27305" h="3175"><a:moveTo><a:pt x="0" y="1511"/></a:moveTo><a:lnTo><a:pt x="3946" y="2183"/></a:lnTo><a:lnTo><a:pt x="10431" y="3154"/></a:lnTo><a:lnTo><a:pt x="17067" y="2569"/></a:lnTo><a:lnTo><a:pt x="23428" y="1091"/></a:lnTo><a:lnTo><a:pt x="27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95" name="object 595"/><p:cNvSpPr/><p:nvPr/></p:nvSpPr><p:spPr><a:xfrm><a:off x="16975560" y="11929951"/><a:ext cx="16510" cy="26670"/></a:xfrm><a:custGeom><a:avLst/><a:gdLst/><a:ahLst/><a:cxnLst/><a:rect l="l" t="t" r="r" b="b"/><a:pathLst><a:path w="16509" h="26670"><a:moveTo><a:pt x="16207" y="26114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96" name="object 596"/><p:cNvSpPr/><p:nvPr/></p:nvSpPr><p:spPr><a:xfrm><a:off x="16975476" y="11929318"/><a:ext cx="29845" cy="6350"/></a:xfrm><a:custGeom><a:avLst/><a:gdLst/><a:ahLst/><a:cxnLst/><a:rect l="l" t="t" r="r" b="b"/><a:pathLst><a:path w="29844" h="6350"><a:moveTo><a:pt x="29811" y="5755"/></a:moveTo><a:lnTo><a:pt x="27543" y="4580"/></a:lnTo><a:lnTo><a:pt x="21610" y="2161"/></a:lnTo><a:lnTo><a:pt x="15387" y="641"/></a:lnTo><a:lnTo><a:pt x="9006" y="0"/></a:lnTo><a:lnTo><a:pt x="2603" y="213"/></a:lnTo><a:lnTo><a:pt x="0" y="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597" name="object 597"/><p:cNvSpPr/><p:nvPr/></p:nvSpPr><p:spPr><a:xfrm><a:off x="16963971" y="11950608"/><a:ext cx="27305" cy="3810"/></a:xfrm><a:custGeom><a:avLst/><a:gdLst/><a:ahLst/><a:cxnLst/><a:rect l="l" t="t" r="r" b="b"/><a:pathLst><a:path w="27305" h="3809"><a:moveTo><a:pt x="0" y="0"/></a:moveTo><a:lnTo><a:pt x="3694" y="1259"/></a:lnTo><a:lnTo><a:pt x="9974" y="3196"/></a:lnTo><a:lnTo><a:pt x="16636" y="3788"/></a:lnTo><a:lnTo><a:pt x="23177" y="3274"/></a:lnTo><a:lnTo><a:pt x="27039" y="2770"/></a:lnTo></a:path></a:pathLst></a:custGeom><a:ln w="3175"><a:solidFill><a:srgbClr val="000000"/></a:solidFill></a:ln></p:spPr><p:txBody><a:bodyPr wrap="square" lIns="0" tIns="0" rIns="0" bIns="0" rtlCol="0"/><a:lstStyle/><a:p/></p:txBody></p:sp><p:sp><p:nvSpPr><p:cNvPr id="598" name="object 598"/><p:cNvSpPr/><p:nvPr/></p:nvSpPr><p:spPr><a:xfrm><a:off x="17249821" y="12169096"/><a:ext cx="14604" cy="27305"/></a:xfrm><a:custGeom><a:avLst/><a:gdLst/><a:ahLst/><a:cxnLst/><a:rect l="l" t="t" r="r" b="b"/><a:pathLst><a:path w="14605" h="27304"><a:moveTo><a:pt x="0" y="27290"/></a:moveTo><a:lnTo><a:pt x="1419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99" name="object 599"/><p:cNvSpPr/><p:nvPr/></p:nvSpPr><p:spPr><a:xfrm><a:off x="17252173" y="12141386"/><a:ext cx="13335" cy="27305"/></a:xfrm><a:custGeom><a:avLst/><a:gdLst/><a:ahLst/><a:cxnLst/><a:rect l="l" t="t" r="r" b="b"/><a:pathLst><a:path w="13334" h="27304"><a:moveTo><a:pt x="13016" y="27290"/></a:moveTo><a:lnTo><a:pt x="12680" y="24687"/></a:lnTo><a:lnTo><a:pt x="11290" y="16180"/></a:lnTo><a:lnTo><a:pt x="7533" y="8252"/></a:lnTo><a:lnTo><a:pt x="1763" y="184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00" name="object 600"/><p:cNvSpPr/><p:nvPr/></p:nvSpPr><p:spPr><a:xfrm><a:off x="17147708" y="12145501"/><a:ext cx="41910" cy="22860"/></a:xfrm><a:custGeom><a:avLst/><a:gdLst/><a:ahLst/><a:cxnLst/><a:rect l="l" t="t" r="r" b="b"/><a:pathLst><a:path w="41909" h="22859"><a:moveTo><a:pt x="41651" y="0"/></a:moveTo><a:lnTo><a:pt x="0" y="22503"/></a:lnTo></a:path></a:pathLst></a:custGeom><a:ln w="3175"><a:solidFill><a:srgbClr val="000000"/></a:solidFill></a:ln></p:spPr><p:txBody><a:bodyPr wrap="square" lIns="0" tIns="0" rIns="0" bIns="0" rtlCol="0"/><a:lstStyle/><a:p/></p:txBody></p:sp><p:sp><p:nvSpPr><p:cNvPr id="601" name="object 601"/><p:cNvSpPr/><p:nvPr/></p:nvSpPr><p:spPr><a:xfrm><a:off x="17152243" y="12158180"/><a:ext cx="53340" cy="40640"/></a:xfrm><a:custGeom><a:avLst/><a:gdLst/><a:ahLst/><a:cxnLst/><a:rect l="l" t="t" r="r" b="b"/><a:pathLst><a:path w="53340" h="40640"><a:moveTo><a:pt x="0" y="18809"/></a:moveTo><a:lnTo><a:pt x="43414" y="0"/></a:lnTo><a:lnTo><a:pt x="9405" y="40557"/></a:lnTo><a:lnTo><a:pt x="52820" y="21748"/></a:lnTo></a:path></a:pathLst></a:custGeom><a:ln w="3175"><a:solidFill><a:srgbClr val="000000"/></a:solidFill></a:ln></p:spPr><p:txBody><a:bodyPr wrap="square" lIns="0" tIns="0" rIns="0" bIns="0" rtlCol="0"/><a:lstStyle/><a:p/></p:txBody></p:sp><p:sp><p:nvSpPr><p:cNvPr id="602" name="object 602"/><p:cNvSpPr/><p:nvPr/></p:nvSpPr><p:spPr><a:xfrm><a:off x="17240248" y="12141386"/><a:ext cx="12065" cy="53340"/></a:xfrm><a:custGeom><a:avLst/><a:gdLst/><a:ahLst/><a:cxnLst/><a:rect l="l" t="t" r="r" b="b"/><a:pathLst><a:path w="12065" h="53340"><a:moveTo><a:pt x="11924" y="0"/></a:moveTo><a:lnTo><a:pt x="0" y="28297"/></a:lnTo><a:lnTo><a:pt x="839" y="32160"/></a:lnTo><a:lnTo><a:pt x="2222" y="38011"/></a:lnTo><a:lnTo><a:pt x="5535" y="45018"/></a:lnTo><a:lnTo><a:pt x="9069" y="49877"/></a:lnTo><a:lnTo><a:pt x="11504" y="52984"/></a:lnTo></a:path></a:pathLst></a:custGeom><a:ln w="3175"><a:solidFill><a:srgbClr val="000000"/></a:solidFill></a:ln></p:spPr><p:txBody><a:bodyPr wrap="square" lIns="0" tIns="0" rIns="0" bIns="0" rtlCol="0"/><a:lstStyle/><a:p/></p:txBody></p:sp><p:sp><p:nvSpPr><p:cNvPr id="603" name="object 603"/><p:cNvSpPr/><p:nvPr/></p:nvSpPr><p:spPr><a:xfrm><a:off x="17228660" y="12114600"/><a:ext cx="10160" cy="29845"/></a:xfrm><a:custGeom><a:avLst/><a:gdLst/><a:ahLst/><a:cxnLst/><a:rect l="l" t="t" r="r" b="b"/><a:pathLst><a:path w="10159" h="29845"><a:moveTo><a:pt x="0" y="29221"/></a:moveTo><a:lnTo><a:pt x="957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04" name="object 604"/><p:cNvSpPr/><p:nvPr/></p:nvSpPr><p:spPr><a:xfrm><a:off x="17238233" y="12114684"/><a:ext cx="15240" cy="26670"/></a:xfrm><a:custGeom><a:avLst/><a:gdLst/><a:ahLst/><a:cxnLst/><a:rect l="l" t="t" r="r" b="b"/><a:pathLst><a:path w="15240" h="26670"><a:moveTo><a:pt x="15115" y="26114"/></a:moveTo><a:lnTo><a:pt x="14611" y="23679"/></a:lnTo><a:lnTo><a:pt x="12585" y="15328"/></a:lnTo><a:lnTo><a:pt x="8067" y="7676"/></a:lnTo><a:lnTo><a:pt x="1931" y="167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05" name="object 605"/><p:cNvSpPr/><p:nvPr/></p:nvSpPr><p:spPr><a:xfrm><a:off x="17228660" y="12143822"/><a:ext cx="13970" cy="24130"/></a:xfrm><a:custGeom><a:avLst/><a:gdLst/><a:ahLst/><a:cxnLst/><a:rect l="l" t="t" r="r" b="b"/><a:pathLst><a:path w="13969" h="24129"><a:moveTo><a:pt x="0" y="0"/></a:moveTo><a:lnTo><a:pt x="1091" y="3778"/></a:lnTo><a:lnTo><a:pt x="3213" y="9912"/></a:lnTo><a:lnTo><a:pt x="6536" y="15878"/></a:lnTo><a:lnTo><a:pt x="10748" y="20824"/></a:lnTo><a:lnTo><a:pt x="13351" y="23679"/></a:lnTo></a:path></a:pathLst></a:custGeom><a:ln w="3175"><a:solidFill><a:srgbClr val="000000"/></a:solidFill></a:ln></p:spPr><p:txBody><a:bodyPr wrap="square" lIns="0" tIns="0" rIns="0" bIns="0" rtlCol="0"/><a:lstStyle/><a:p/></p:txBody></p:sp><p:sp><p:nvSpPr><p:cNvPr id="606" name="object 606"/><p:cNvSpPr/><p:nvPr/></p:nvSpPr><p:spPr><a:xfrm><a:off x="17214972" y="12089073"/><a:ext cx="7620" cy="30480"/></a:xfrm><a:custGeom><a:avLst/><a:gdLst/><a:ahLst/><a:cxnLst/><a:rect l="l" t="t" r="r" b="b"/><a:pathLst><a:path w="7619" h="30479"><a:moveTo><a:pt x="0" y="29893"/></a:moveTo><a:lnTo><a:pt x="730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07" name="object 607"/><p:cNvSpPr/><p:nvPr/></p:nvSpPr><p:spPr><a:xfrm><a:off x="17222194" y="12089073"/><a:ext cx="17780" cy="25400"/></a:xfrm><a:custGeom><a:avLst/><a:gdLst/><a:ahLst/><a:cxnLst/><a:rect l="l" t="t" r="r" b="b"/><a:pathLst><a:path w="17780" h="25400"><a:moveTo><a:pt x="17214" y="24938"/></a:moveTo><a:lnTo><a:pt x="16459" y="22419"/></a:lnTo><a:lnTo><a:pt x="13630" y="14294"/></a:lnTo><a:lnTo><a:pt x="8855" y="6989"/></a:lnTo><a:lnTo><a:pt x="2099" y="159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08" name="object 608"/><p:cNvSpPr/><p:nvPr/></p:nvSpPr><p:spPr><a:xfrm><a:off x="17214972" y="12118967"/><a:ext cx="15875" cy="22860"/></a:xfrm><a:custGeom><a:avLst/><a:gdLst/><a:ahLst/><a:cxnLst/><a:rect l="l" t="t" r="r" b="b"/><a:pathLst><a:path w="15875" h="22859"><a:moveTo><a:pt x="0" y="0"/></a:moveTo><a:lnTo><a:pt x="1427" y="3694"/></a:lnTo><a:lnTo><a:pt x="4202" y="10037"/></a:lnTo><a:lnTo><a:pt x="7486" y="14961"/></a:lnTo><a:lnTo><a:pt x="12344" y="19900"/></a:lnTo><a:lnTo><a:pt x="15283" y="22587"/></a:lnTo></a:path></a:pathLst></a:custGeom><a:ln w="3175"><a:solidFill><a:srgbClr val="000000"/></a:solidFill></a:ln></p:spPr><p:txBody><a:bodyPr wrap="square" lIns="0" tIns="0" rIns="0" bIns="0" rtlCol="0"/><a:lstStyle/><a:p/></p:txBody></p:sp><p:sp><p:nvSpPr><p:cNvPr id="609" name="object 609"/><p:cNvSpPr/><p:nvPr/></p:nvSpPr><p:spPr><a:xfrm><a:off x="17199352" y="12064890"/><a:ext cx="5080" cy="30480"/></a:xfrm><a:custGeom><a:avLst/><a:gdLst/><a:ahLst/><a:cxnLst/><a:rect l="l" t="t" r="r" b="b"/><a:pathLst><a:path w="5080" h="30479"><a:moveTo><a:pt x="0" y="30396"/></a:moveTo><a:lnTo><a:pt x="487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10" name="object 610"/><p:cNvSpPr/><p:nvPr/></p:nvSpPr><p:spPr><a:xfrm><a:off x="17204307" y="12064890"/><a:ext cx="19685" cy="24130"/></a:xfrm><a:custGeom><a:avLst/><a:gdLst/><a:ahLst/><a:cxnLst/><a:rect l="l" t="t" r="r" b="b"/><a:pathLst><a:path w="19684" h="24129"><a:moveTo><a:pt x="19062" y="23511"/></a:moveTo><a:lnTo><a:pt x="18138" y="21076"/></a:lnTo><a:lnTo><a:pt x="14748" y="13219"/></a:lnTo><a:lnTo><a:pt x="9196" y="6243"/></a:lnTo><a:lnTo><a:pt x="2099" y="142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11" name="object 611"/><p:cNvSpPr/><p:nvPr/></p:nvSpPr><p:spPr><a:xfrm><a:off x="17199352" y="12095203"/><a:ext cx="17145" cy="21590"/></a:xfrm><a:custGeom><a:avLst/><a:gdLst/><a:ahLst/><a:cxnLst/><a:rect l="l" t="t" r="r" b="b"/><a:pathLst><a:path w="17144" h="21590"><a:moveTo><a:pt x="0" y="0"/></a:moveTo><a:lnTo><a:pt x="1175" y="2519"/></a:lnTo><a:lnTo><a:pt x="4782" y="9338"/></a:lnTo><a:lnTo><a:pt x="8855" y="14756"/></a:lnTo><a:lnTo><a:pt x="14863" y="19648"/></a:lnTo><a:lnTo><a:pt x="17046" y="21328"/></a:lnTo></a:path></a:pathLst></a:custGeom><a:ln w="3175"><a:solidFill><a:srgbClr val="000000"/></a:solidFill></a:ln></p:spPr><p:txBody><a:bodyPr wrap="square" lIns="0" tIns="0" rIns="0" bIns="0" rtlCol="0"/><a:lstStyle/><a:p/></p:txBody></p:sp><p:sp><p:nvSpPr><p:cNvPr id="612" name="object 612"/><p:cNvSpPr/><p:nvPr/></p:nvSpPr><p:spPr><a:xfrm><a:off x="17181886" y="12042218"/><a:ext cx="2540" cy="31115"/></a:xfrm><a:custGeom><a:avLst/><a:gdLst/><a:ahLst/><a:cxnLst/><a:rect l="l" t="t" r="r" b="b"/><a:pathLst><a:path w="2540" h="31115"><a:moveTo><a:pt x="0" y="30648"/></a:moveTo><a:lnTo><a:pt x="2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13" name="object 613"/><p:cNvSpPr/><p:nvPr/></p:nvSpPr><p:spPr><a:xfrm><a:off x="17184321" y="12042302"/><a:ext cx="20955" cy="22225"/></a:xfrm><a:custGeom><a:avLst/><a:gdLst/><a:ahLst/><a:cxnLst/><a:rect l="l" t="t" r="r" b="b"/><a:pathLst><a:path w="20955" h="22225"><a:moveTo><a:pt x="20909" y="21832"/></a:moveTo><a:lnTo><a:pt x="2267" y="117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14" name="object 614"/><p:cNvSpPr/><p:nvPr/></p:nvSpPr><p:spPr><a:xfrm><a:off x="17181970" y="12072867"/><a:ext cx="19050" cy="20320"/></a:xfrm><a:custGeom><a:avLst/><a:gdLst/><a:ahLst/><a:cxnLst/><a:rect l="l" t="t" r="r" b="b"/><a:pathLst><a:path w="19050" h="20320"><a:moveTo><a:pt x="0" y="0"/></a:moveTo><a:lnTo><a:pt x="1343" y="2351"/></a:lnTo><a:lnTo><a:pt x="5202" y="8751"/></a:lnTo><a:lnTo><a:pt x="10137" y="14057"/></a:lnTo><a:lnTo><a:pt x="16291" y="18305"/></a:lnTo><a:lnTo><a:pt x="18642" y="19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615" name="object 615"/><p:cNvSpPr/><p:nvPr/></p:nvSpPr><p:spPr><a:xfrm><a:off x="17162740" y="12021226"/><a:ext cx="635" cy="31115"/></a:xfrm><a:custGeom><a:avLst/><a:gdLst/><a:ahLst/><a:cxnLst/><a:rect l="l" t="t" r="r" b="b"/><a:pathLst><a:path w="634" h="31115"><a:moveTo><a:pt x="0" y="30732"/></a:moveTo><a:lnTo><a:pt x="8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16" name="object 616"/><p:cNvSpPr/><p:nvPr/></p:nvSpPr><p:spPr><a:xfrm><a:off x="17162740" y="12021226"/><a:ext cx="22860" cy="20320"/></a:xfrm><a:custGeom><a:avLst/><a:gdLst/><a:ahLst/><a:cxnLst/><a:rect l="l" t="t" r="r" b="b"/><a:pathLst><a:path w="22859" h="20320"><a:moveTo><a:pt x="22589" y="20152"/></a:moveTo><a:lnTo><a:pt x="21329" y="17885"/></a:lnTo><a:lnTo><a:pt x="16740" y="10647"/></a:lnTo><a:lnTo><a:pt x="10092" y="4688"/></a:lnTo><a:lnTo><a:pt x="2351" y="100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17" name="object 617"/><p:cNvSpPr/><p:nvPr/></p:nvSpPr><p:spPr><a:xfrm><a:off x="17162823" y="12051875"/><a:ext cx="20320" cy="18415"/></a:xfrm><a:custGeom><a:avLst/><a:gdLst/><a:ahLst/><a:cxnLst/><a:rect l="l" t="t" r="r" b="b"/><a:pathLst><a:path w="20319" h="18415"><a:moveTo><a:pt x="0" y="0"/></a:moveTo><a:lnTo><a:pt x="1511" y="2351"/></a:lnTo><a:lnTo><a:pt x="5904" y="8364"/></a:lnTo><a:lnTo><a:pt x="11255" y="13323"/></a:lnTo><a:lnTo><a:pt x="17718" y="17045"/></a:lnTo><a:lnTo><a:pt x="20153" y="18389"/></a:lnTo></a:path></a:pathLst></a:custGeom><a:ln w="3175"><a:solidFill><a:srgbClr val="000000"/></a:solidFill></a:ln></p:spPr><p:txBody><a:bodyPr wrap="square" lIns="0" tIns="0" rIns="0" bIns="0" rtlCol="0"/><a:lstStyle/><a:p/></p:txBody></p:sp><p:sp><p:nvSpPr><p:cNvPr id="618" name="object 618"/><p:cNvSpPr/><p:nvPr/></p:nvSpPr><p:spPr><a:xfrm><a:off x="17088758" y="12063547"/><a:ext cx="49530" cy="33020"/></a:xfrm><a:custGeom><a:avLst/><a:gdLst/><a:ahLst/><a:cxnLst/><a:rect l="l" t="t" r="r" b="b"/><a:pathLst><a:path w="49530" h="33020"><a:moveTo><a:pt x="0" y="33000"/></a:moveTo><a:lnTo><a:pt x="33841" y="0"/></a:lnTo><a:lnTo><a:pt x="49125" y="15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619" name="object 619"/><p:cNvSpPr/><p:nvPr/></p:nvSpPr><p:spPr><a:xfrm><a:off x="17106476" y="12079249"/><a:ext cx="9525" cy="10160"/></a:xfrm><a:custGeom><a:avLst/><a:gdLst/><a:ahLst/><a:cxnLst/><a:rect l="l" t="t" r="r" b="b"/><a:pathLst><a:path w="9525" h="10159"><a:moveTo><a:pt x="0" y="0"/></a:moveTo><a:lnTo><a:pt x="9405" y="9740"/></a:lnTo></a:path></a:pathLst></a:custGeom><a:ln w="3175"><a:solidFill><a:srgbClr val="000000"/></a:solidFill></a:ln></p:spPr><p:txBody><a:bodyPr wrap="square" lIns="0" tIns="0" rIns="0" bIns="0" rtlCol="0"/><a:lstStyle/><a:p/></p:txBody></p:sp><p:sp><p:nvSpPr><p:cNvPr id="620" name="object 620"/><p:cNvSpPr/><p:nvPr/></p:nvSpPr><p:spPr><a:xfrm><a:off x="17088758" y="12096547"/><a:ext cx="15875" cy="15875"/></a:xfrm><a:custGeom><a:avLst/><a:gdLst/><a:ahLst/><a:cxnLst/><a:rect l="l" t="t" r="r" b="b"/><a:pathLst><a:path w="15875" h="15875"><a:moveTo><a:pt x="0" y="0"/></a:moveTo><a:lnTo><a:pt x="15283" y="15786"/></a:lnTo></a:path></a:pathLst></a:custGeom><a:ln w="3175"><a:solidFill><a:srgbClr val="000000"/></a:solidFill></a:ln></p:spPr><p:txBody><a:bodyPr wrap="square" lIns="0" tIns="0" rIns="0" bIns="0" rtlCol="0"/><a:lstStyle/><a:p/></p:txBody></p:sp><p:sp><p:nvSpPr><p:cNvPr id="621" name="object 621"/><p:cNvSpPr/><p:nvPr/></p:nvSpPr><p:spPr><a:xfrm><a:off x="17139562" y="12001997"/><a:ext cx="2540" cy="31115"/></a:xfrm><a:custGeom><a:avLst/><a:gdLst/><a:ahLst/><a:cxnLst/><a:rect l="l" t="t" r="r" b="b"/><a:pathLst><a:path w="2540" h="31115"><a:moveTo><a:pt x="2435" y="30648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22" name="object 622"/><p:cNvSpPr/><p:nvPr/></p:nvSpPr><p:spPr><a:xfrm><a:off x="17114958" y="11984699"/><a:ext cx="5080" cy="30480"/></a:xfrm><a:custGeom><a:avLst/><a:gdLst/><a:ahLst/><a:cxnLst/><a:rect l="l" t="t" r="r" b="b"/><a:pathLst><a:path w="5080" h="30479"><a:moveTo><a:pt x="4786" y="3031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23" name="object 623"/><p:cNvSpPr/><p:nvPr/></p:nvSpPr><p:spPr><a:xfrm><a:off x="17114958" y="11984699"/><a:ext cx="26034" cy="16510"/></a:xfrm><a:custGeom><a:avLst/><a:gdLst/><a:ahLst/><a:cxnLst/><a:rect l="l" t="t" r="r" b="b"/><a:pathLst><a:path w="26034" h="16509"><a:moveTo><a:pt x="25444" y="16290"/></a:moveTo><a:lnTo><a:pt x="23848" y="14358"/></a:lnTo><a:lnTo><a:pt x="18244" y="7891"/></a:lnTo><a:lnTo><a:pt x="10752" y="3031"/></a:lnTo><a:lnTo><a:pt x="2519" y="67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24" name="object 624"/><p:cNvSpPr/><p:nvPr/></p:nvSpPr><p:spPr><a:xfrm><a:off x="17119744" y="12015012"/><a:ext cx="22860" cy="15240"/></a:xfrm><a:custGeom><a:avLst/><a:gdLst/><a:ahLst/><a:cxnLst/><a:rect l="l" t="t" r="r" b="b"/><a:pathLst><a:path w="22859" h="15240"><a:moveTo><a:pt x="0" y="0"/></a:moveTo><a:lnTo><a:pt x="1931" y="2015"/></a:lnTo><a:lnTo><a:pt x="7280" y="7434"/></a:lnTo><a:lnTo><a:pt x="13181" y="11200"/></a:lnTo><a:lnTo><a:pt x="20237" y="14022"/></a:lnTo><a:lnTo><a:pt x="22841" y="14946"/></a:lnTo></a:path></a:pathLst></a:custGeom><a:ln w="3175"><a:solidFill><a:srgbClr val="000000"/></a:solidFill></a:ln></p:spPr><p:txBody><a:bodyPr wrap="square" lIns="0" tIns="0" rIns="0" bIns="0" rtlCol="0"/><a:lstStyle/><a:p/></p:txBody></p:sp><p:sp><p:nvSpPr><p:cNvPr id="625" name="object 625"/><p:cNvSpPr/><p:nvPr/></p:nvSpPr><p:spPr><a:xfrm><a:off x="17089010" y="11969333"/><a:ext cx="7620" cy="30480"/></a:xfrm><a:custGeom><a:avLst/><a:gdLst/><a:ahLst/><a:cxnLst/><a:rect l="l" t="t" r="r" b="b"/><a:pathLst><a:path w="7619" h="30479"><a:moveTo><a:pt x="7221" y="2989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26" name="object 626"/><p:cNvSpPr/><p:nvPr/></p:nvSpPr><p:spPr><a:xfrm><a:off x="17089010" y="11969333"/><a:ext cx="27305" cy="14604"/></a:xfrm><a:custGeom><a:avLst/><a:gdLst/><a:ahLst/><a:cxnLst/><a:rect l="l" t="t" r="r" b="b"/><a:pathLst><a:path w="27305" h="14604"><a:moveTo><a:pt x="26703" y="14274"/></a:moveTo><a:lnTo><a:pt x="24856" y="12427"/></a:lnTo><a:lnTo><a:pt x="19112" y="6499"/></a:lnTo><a:lnTo><a:pt x="10572" y="2086"/></a:lnTo><a:lnTo><a:pt x="2519" y="41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27" name="object 627"/><p:cNvSpPr/><p:nvPr/></p:nvSpPr><p:spPr><a:xfrm><a:off x="17096231" y="11999226"/><a:ext cx="24130" cy="13335"/></a:xfrm><a:custGeom><a:avLst/><a:gdLst/><a:ahLst/><a:cxnLst/><a:rect l="l" t="t" r="r" b="b"/><a:pathLst><a:path w="24130" h="13334"><a:moveTo><a:pt x="0" y="0"/></a:moveTo><a:lnTo><a:pt x="2939" y="2603"/></a:lnTo><a:lnTo><a:pt x="7899" y="6683"/></a:lnTo><a:lnTo><a:pt x="14041" y="10038"/></a:lnTo><a:lnTo><a:pt x="20153" y="12007"/></a:lnTo><a:lnTo><a:pt x="23932" y="13015"/></a:lnTo></a:path></a:pathLst></a:custGeom><a:ln w="3175"><a:solidFill><a:srgbClr val="000000"/></a:solidFill></a:ln></p:spPr><p:txBody><a:bodyPr wrap="square" lIns="0" tIns="0" rIns="0" bIns="0" rtlCol="0"/><a:lstStyle/><a:p/></p:txBody></p:sp><p:sp><p:nvSpPr><p:cNvPr id="628" name="object 628"/><p:cNvSpPr/><p:nvPr/></p:nvSpPr><p:spPr><a:xfrm><a:off x="17110003" y="12086638"/><a:ext cx="52069" cy="48895"/></a:xfrm><a:custGeom><a:avLst/><a:gdLst/><a:ahLst/><a:cxnLst/><a:rect l="l" t="t" r="r" b="b"/><a:pathLst><a:path w="52069" h="48895"><a:moveTo><a:pt x="0" y="30229"/></a:moveTo><a:lnTo><a:pt x="36361" y="0"/></a:lnTo><a:lnTo><a:pt x="15115" y="48450"/></a:lnTo><a:lnTo><a:pt x="51476" y="18221"/></a:lnTo></a:path></a:pathLst></a:custGeom><a:ln w="3175"><a:solidFill><a:srgbClr val="000000"/></a:solidFill></a:ln></p:spPr><p:txBody><a:bodyPr wrap="square" lIns="0" tIns="0" rIns="0" bIns="0" rtlCol="0"/><a:lstStyle/><a:p/></p:txBody></p:sp><p:sp><p:nvSpPr><p:cNvPr id="629" name="object 629"/><p:cNvSpPr/><p:nvPr/></p:nvSpPr><p:spPr><a:xfrm><a:off x="17134692" y="12120562"/><a:ext cx="43815" cy="35560"/></a:xfrm><a:custGeom><a:avLst/><a:gdLst/><a:ahLst/><a:cxnLst/><a:rect l="l" t="t" r="r" b="b"/><a:pathLst><a:path w="43815" h="35559"><a:moveTo><a:pt x="38544" y="20908"/></a:moveTo><a:lnTo><a:pt x="41399" y="17045"/></a:lnTo><a:lnTo><a:pt x="43330" y="11755"/></a:lnTo><a:lnTo><a:pt x="43330" y="7725"/></a:lnTo><a:lnTo><a:pt x="39720" y="2015"/></a:lnTo><a:lnTo><a:pt x="35941" y="419"/></a:lnTo><a:lnTo><a:pt x="30314" y="0"/></a:lnTo><a:lnTo><a:pt x="25612" y="1091"/></a:lnTo><a:lnTo><a:pt x="0" y="27793"/></a:lnTo><a:lnTo><a:pt x="3694" y="33419"/></a:lnTo><a:lnTo><a:pt x="7389" y="35015"/></a:lnTo><a:lnTo><a:pt x="13016" y="35435"/></a:lnTo><a:lnTo><a:pt x="17718" y="34427"/></a:lnTo><a:lnTo><a:pt x="23428" y="30732"/></a:lnTo><a:lnTo><a:pt x="18810" y="23595"/></a:lnTo></a:path></a:pathLst></a:custGeom><a:ln w="3175"><a:solidFill><a:srgbClr val="000000"/></a:solidFill></a:ln></p:spPr><p:txBody><a:bodyPr wrap="square" lIns="0" tIns="0" rIns="0" bIns="0" rtlCol="0"/><a:lstStyle/><a:p/></p:txBody></p:sp><p:sp><p:nvSpPr><p:cNvPr id="630" name="object 630"/><p:cNvSpPr/><p:nvPr/></p:nvSpPr><p:spPr><a:xfrm><a:off x="17139562" y="12001997"/><a:ext cx="24130" cy="18415"/></a:xfrm><a:custGeom><a:avLst/><a:gdLst/><a:ahLst/><a:cxnLst/><a:rect l="l" t="t" r="r" b="b"/><a:pathLst><a:path w="24130" h="18415"><a:moveTo><a:pt x="24100" y="18305"/></a:moveTo><a:lnTo><a:pt x="2435" y="83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31" name="object 631"/><p:cNvSpPr/><p:nvPr/></p:nvSpPr><p:spPr><a:xfrm><a:off x="17141998" y="12032646"/><a:ext cx="21590" cy="17145"/></a:xfrm><a:custGeom><a:avLst/><a:gdLst/><a:ahLst/><a:cxnLst/><a:rect l="l" t="t" r="r" b="b"/><a:pathLst><a:path w="21590" h="17145"><a:moveTo><a:pt x="0" y="0"/></a:moveTo><a:lnTo><a:pt x="1763" y="2183"/></a:lnTo><a:lnTo><a:pt x="6260" y="7600"/></a:lnTo><a:lnTo><a:pt x="12652" y="12602"/></a:lnTo><a:lnTo><a:pt x="19062" y="15534"/></a:lnTo><a:lnTo><a:pt x="21581" y="16625"/></a:lnTo></a:path></a:pathLst></a:custGeom><a:ln w="3175"><a:solidFill><a:srgbClr val="000000"/></a:solidFill></a:ln></p:spPr><p:txBody><a:bodyPr wrap="square" lIns="0" tIns="0" rIns="0" bIns="0" rtlCol="0"/><a:lstStyle/><a:p/></p:txBody></p:sp><p:sp><p:nvSpPr><p:cNvPr id="632" name="object 632"/><p:cNvSpPr/><p:nvPr/></p:nvSpPr><p:spPr><a:xfrm><a:off x="17263929" y="12169096"/><a:ext cx="11430" cy="28575"/></a:xfrm><a:custGeom><a:avLst/><a:gdLst/><a:ahLst/><a:cxnLst/><a:rect l="l" t="t" r="r" b="b"/><a:pathLst><a:path w="11430" h="28575"><a:moveTo><a:pt x="10832" y="28297"/></a:moveTo><a:lnTo><a:pt x="10664" y="25694"/></a:lnTo><a:lnTo><a:pt x="9976" y="16821"/></a:lnTo><a:lnTo><a:pt x="6957" y="9154"/></a:lnTo><a:lnTo><a:pt x="1679" y="201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33" name="object 633"/><p:cNvSpPr/><p:nvPr/></p:nvSpPr><p:spPr><a:xfrm><a:off x="16591954" y="12339057"/><a:ext cx="636905" cy="53340"/></a:xfrm><a:custGeom><a:avLst/><a:gdLst/><a:ahLst/><a:cxnLst/><a:rect l="l" t="t" r="r" b="b"/><a:pathLst><a:path w="636905" h="53340"><a:moveTo><a:pt x="48958" y="9829"/></a:moveTo><a:lnTo><a:pt x="30264" y="15925"/></a:lnTo><a:lnTo><a:pt x="18732" y="0"/></a:lnTo><a:lnTo><a:pt x="18732" y="19685"/></a:lnTo><a:lnTo><a:pt x="0" y="25781"/></a:lnTo><a:lnTo><a:pt x="18732" y="31826"/></a:lnTo><a:lnTo><a:pt x="18732" y="51562"/></a:lnTo><a:lnTo><a:pt x="30238" y="35598"/></a:lnTo><a:lnTo><a:pt x="48958" y="41732"/></a:lnTo><a:lnTo><a:pt x="37414" y="25793"/></a:lnTo><a:lnTo><a:pt x="48958" y="9829"/></a:lnTo><a:close/></a:path><a:path w="636905" h="53340"><a:moveTo><a:pt x="636447" y="27203"/></a:moveTo><a:lnTo><a:pt x="617728" y="21120"/></a:lnTo><a:lnTo><a:pt x="617728" y="1422"/></a:lnTo><a:lnTo><a:pt x="606132" y="17348"/></a:lnTo><a:lnTo><a:pt x="587413" y="11252"/></a:lnTo><a:lnTo><a:pt x="598970" y="27190"/></a:lnTo><a:lnTo><a:pt x="587413" y="43078"/></a:lnTo><a:lnTo><a:pt x="606132" y="37033"/></a:lnTo><a:lnTo><a:pt x="608342" y="30226"/></a:lnTo><a:lnTo><a:pt x="606132" y="37033"/></a:lnTo><a:lnTo><a:pt x="617728" y="52984"/></a:lnTo><a:lnTo><a:pt x="617728" y="33248"/></a:lnTo><a:lnTo><a:pt x="636447" y="27203"/></a:lnTo><a:close/></a:path></a:pathLst></a:custGeom><a:solidFill><a:srgbClr val="000000"/></a:solidFill></p:spPr><p:txBody><a:bodyPr wrap="square" lIns="0" tIns="0" rIns="0" bIns="0" rtlCol="0"/><a:lstStyle/><a:p/></p:txBody></p:sp><p:sp><p:nvSpPr><p:cNvPr id="634" name="object 634"/><p:cNvSpPr/><p:nvPr/></p:nvSpPr><p:spPr><a:xfrm><a:off x="17124027" y="12456692"/><a:ext cx="52705" cy="46990"/></a:xfrm><a:custGeom><a:avLst/><a:gdLst/><a:ahLst/><a:cxnLst/><a:rect l="l" t="t" r="r" b="b"/><a:pathLst><a:path w="52705" h="46990"><a:moveTo><a:pt x="38796" y="46435"/></a:moveTo><a:lnTo><a:pt x="0" y="19396"/></a:lnTo><a:lnTo><a:pt x="52316" y="27038"/></a:lnTo><a:lnTo><a:pt x="13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35" name="object 635"/><p:cNvSpPr/><p:nvPr/></p:nvSpPr><p:spPr><a:xfrm><a:off x="17146448" y="12443761"/><a:ext cx="42545" cy="21590"/></a:xfrm><a:custGeom><a:avLst/><a:gdLst/><a:ahLst/><a:cxnLst/><a:rect l="l" t="t" r="r" b="b"/><a:pathLst><a:path w="42544" h="21590"><a:moveTo><a:pt x="0" y="0"/></a:moveTo><a:lnTo><a:pt x="42239" y="21244"/></a:lnTo></a:path></a:pathLst></a:custGeom><a:ln w="3175"><a:solidFill><a:srgbClr val="000000"/></a:solidFill></a:ln></p:spPr><p:txBody><a:bodyPr wrap="square" lIns="0" tIns="0" rIns="0" bIns="0" rtlCol="0"/><a:lstStyle/><a:p/></p:txBody></p:sp><p:sp><p:nvSpPr><p:cNvPr id="636" name="object 636"/><p:cNvSpPr/><p:nvPr/></p:nvSpPr><p:spPr><a:xfrm><a:off x="17097239" y="12491539"/><a:ext cx="34925" cy="45720"/></a:xfrm><a:custGeom><a:avLst/><a:gdLst/><a:ahLst/><a:cxnLst/><a:rect l="l" t="t" r="r" b="b"/><a:pathLst><a:path w="34925" h="45720"><a:moveTo><a:pt x="34513" y="45595"/></a:moveTo><a:lnTo><a:pt x="0" y="13267"/></a:lnTo><a:lnTo><a:pt x="10412" y="2183"/></a:lnTo><a:lnTo><a:pt x="15535" y="0"/></a:lnTo><a:lnTo><a:pt x="16459" y="28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637" name="object 637"/><p:cNvSpPr/><p:nvPr/></p:nvSpPr><p:spPr><a:xfrm><a:off x="17121760" y="12511608"/><a:ext cx="26670" cy="8255"/></a:xfrm><a:custGeom><a:avLst/><a:gdLst/><a:ahLst/><a:cxnLst/><a:rect l="l" t="t" r="r" b="b"/><a:pathLst><a:path w="26669" h="8254"><a:moveTo><a:pt x="0" y="0"/></a:moveTo><a:lnTo><a:pt x="26200" y="8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638" name="object 638"/><p:cNvSpPr/><p:nvPr/></p:nvSpPr><p:spPr><a:xfrm><a:off x="17071963" y="12519669"/><a:ext cx="37465" cy="41910"/></a:xfrm><a:custGeom><a:avLst/><a:gdLst/><a:ahLst/><a:cxnLst/><a:rect l="l" t="t" r="r" b="b"/><a:pathLst><a:path w="37465" h="41909"><a:moveTo><a:pt x="1259" y="4534"/></a:moveTo><a:lnTo><a:pt x="0" y="8396"/></a:lnTo><a:lnTo><a:pt x="251" y="14022"/></a:lnTo><a:lnTo><a:pt x="1679" y="18641"/></a:lnTo><a:lnTo><a:pt x="26787" y="41816"/></a:lnTo><a:lnTo><a:pt x="30818" y="41480"/></a:lnTo><a:lnTo><a:pt x="36109" y="37198"/></a:lnTo><a:lnTo><a:pt x="37368" y="33335"/></a:lnTo><a:lnTo><a:pt x="37200" y="27709"/></a:lnTo><a:lnTo><a:pt x="10580" y="0"/></a:lnTo><a:lnTo><a:pt x="6550" y="335"/></a:lnTo><a:lnTo><a:pt x="1259" y="4534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639" name="object 639"/><p:cNvSpPr/><p:nvPr/></p:nvSpPr><p:spPr><a:xfrm><a:off x="17032831" y="12538394"/><a:ext cx="24130" cy="52069"/></a:xfrm><a:custGeom><a:avLst/><a:gdLst/><a:ahLst/><a:cxnLst/><a:rect l="l" t="t" r="r" b="b"/><a:pathLst><a:path w="24130" h="52070"><a:moveTo><a:pt x="24016" y="51893"/></a:moveTo><a:lnTo><a:pt x="0" y="11167"/></a:lnTo><a:lnTo><a:pt x="1889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40" name="object 640"/><p:cNvSpPr/><p:nvPr/></p:nvSpPr><p:spPr><a:xfrm><a:off x="17044251" y="12562074"/><a:ext cx="12065" cy="6985"/></a:xfrm><a:custGeom><a:avLst/><a:gdLst/><a:ahLst/><a:cxnLst/><a:rect l="l" t="t" r="r" b="b"/><a:pathLst><a:path w="12065" h="6984"><a:moveTo><a:pt x="0" y="6885"/></a:moveTo><a:lnTo><a:pt x="1167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41" name="object 641"/><p:cNvSpPr/><p:nvPr/></p:nvSpPr><p:spPr><a:xfrm><a:off x="17012929" y="12558547"/><a:ext cx="20955" cy="42545"/></a:xfrm><a:custGeom><a:avLst/><a:gdLst/><a:ahLst/><a:cxnLst/><a:rect l="l" t="t" r="r" b="b"/><a:pathLst><a:path w="20955" h="42545"><a:moveTo><a:pt x="0" y="0"/></a:moveTo><a:lnTo><a:pt x="20741" y="42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642" name="object 642"/><p:cNvSpPr/><p:nvPr/></p:nvSpPr><p:spPr><a:xfrm><a:off x="16975560" y="12570723"/><a:ext cx="34290" cy="45085"/></a:xfrm><a:custGeom><a:avLst/><a:gdLst/><a:ahLst/><a:cxnLst/><a:rect l="l" t="t" r="r" b="b"/><a:pathLst><a:path w="34290" h="45084"><a:moveTo><a:pt x="0" y="0"/></a:moveTo><a:lnTo><a:pt x="14443" y="45007"/></a:lnTo><a:lnTo><a:pt x="33757" y="38793"/></a:lnTo></a:path></a:pathLst></a:custGeom><a:ln w="3175"><a:solidFill><a:srgbClr val="000000"/></a:solidFill></a:ln></p:spPr><p:txBody><a:bodyPr wrap="square" lIns="0" tIns="0" rIns="0" bIns="0" rtlCol="0"/><a:lstStyle/><a:p/></p:txBody></p:sp><p:sp><p:nvSpPr><p:cNvPr id="643" name="object 643"/><p:cNvSpPr/><p:nvPr/></p:nvSpPr><p:spPr><a:xfrm><a:off x="16939703" y="12575929"/><a:ext cx="27305" cy="48895"/></a:xfrm><a:custGeom><a:avLst/><a:gdLst/><a:ahLst/><a:cxnLst/><a:rect l="l" t="t" r="r" b="b"/><a:pathLst><a:path w="27305" h="48895"><a:moveTo><a:pt x="0" y="48870"/></a:moveTo><a:lnTo><a:pt x="5458" y="0"/></a:lnTo><a:lnTo><a:pt x="26703" y="44335"/></a:lnTo></a:path></a:pathLst></a:custGeom><a:ln w="3175"><a:solidFill><a:srgbClr val="000000"/></a:solidFill></a:ln></p:spPr><p:txBody><a:bodyPr wrap="square" lIns="0" tIns="0" rIns="0" bIns="0" rtlCol="0"/><a:lstStyle/><a:p/></p:txBody></p:sp><p:sp><p:nvSpPr><p:cNvPr id="644" name="object 644"/><p:cNvSpPr/><p:nvPr/></p:nvSpPr><p:spPr><a:xfrm><a:off x="16942054" y="12605654"/><a:ext cx="17145" cy="3175"/></a:xfrm><a:custGeom><a:avLst/><a:gdLst/><a:ahLst/><a:cxnLst/><a:rect l="l" t="t" r="r" b="b"/><a:pathLst><a:path w="17144" h="3175"><a:moveTo><a:pt x="0" y="2770"/></a:moveTo><a:lnTo><a:pt x="1671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45" name="object 645"/><p:cNvSpPr/><p:nvPr/></p:nvSpPr><p:spPr><a:xfrm><a:off x="16896288" y="12578112"/><a:ext cx="26034" cy="47625"/></a:xfrm><a:custGeom><a:avLst/><a:gdLst/><a:ahLst/><a:cxnLst/><a:rect l="l" t="t" r="r" b="b"/><a:pathLst><a:path w="26034" h="47625"><a:moveTo><a:pt x="25108" y="11000"/></a:moveTo><a:lnTo><a:pt x="23344" y="6549"/></a:lnTo><a:lnTo><a:pt x="19818" y="2099"/></a:lnTo><a:lnTo><a:pt x="16375" y="0"/></a:lnTo><a:lnTo><a:pt x="9657" y="167"/></a:lnTo><a:lnTo><a:pt x="6298" y="2519"/></a:lnTo><a:lnTo><a:pt x="3107" y="7053"/></a:lnTo><a:lnTo><a:pt x="1511" y="11587"/></a:lnTo><a:lnTo><a:pt x="0" y="18389"/></a:lnTo><a:lnTo><a:pt x="251" y="29641"/></a:lnTo><a:lnTo><a:pt x="2099" y="36358"/></a:lnTo><a:lnTo><a:pt x="3946" y="40809"/></a:lnTo><a:lnTo><a:pt x="7473" y="45259"/></a:lnTo><a:lnTo><a:pt x="10832" y="47442"/></a:lnTo><a:lnTo><a:pt x="17634" y="47274"/></a:lnTo><a:lnTo><a:pt x="20909" y="44923"/></a:lnTo><a:lnTo><a:pt x="24184" y="40305"/></a:lnTo><a:lnTo><a:pt x="25780" y="35771"/></a:lnTo></a:path></a:pathLst></a:custGeom><a:ln w="3175"><a:solidFill><a:srgbClr val="000000"/></a:solidFill></a:ln></p:spPr><p:txBody><a:bodyPr wrap="square" lIns="0" tIns="0" rIns="0" bIns="0" rtlCol="0"/><a:lstStyle/><a:p/></p:txBody></p:sp><p:sp><p:nvSpPr><p:cNvPr id="646" name="object 646"/><p:cNvSpPr/><p:nvPr/></p:nvSpPr><p:spPr><a:xfrm><a:off x="16615392" y="12410341"/><a:ext cx="46355" cy="36195"/></a:xfrm><a:custGeom><a:avLst/><a:gdLst/><a:ahLst/><a:cxnLst/><a:rect l="l" t="t" r="r" b="b"/><a:pathLst><a:path w="46355" h="36195"><a:moveTo><a:pt x="43246" y="21160"/></a:moveTo><a:lnTo><a:pt x="45850" y="16122"/></a:lnTo><a:lnTo><a:pt x="45598" y="10580"/></a:lnTo><a:lnTo><a:pt x="42575" y="4534"/></a:lnTo><a:lnTo><a:pt x="38292" y="1007"/></a:lnTo><a:lnTo><a:pt x="32750" y="0"/></a:lnTo><a:lnTo><a:pt x="28719" y="2015"/></a:lnTo><a:lnTo><a:pt x="25444" y="5458"/></a:lnTo><a:lnTo><a:pt x="24184" y="7977"/></a:lnTo><a:lnTo><a:pt x="23680" y="12007"/></a:lnTo><a:lnTo><a:pt x="24184" y="23091"/></a:lnTo><a:lnTo><a:pt x="23680" y="27122"/></a:lnTo><a:lnTo><a:pt x="22421" y="29641"/></a:lnTo><a:lnTo><a:pt x="19062" y="33167"/></a:lnTo><a:lnTo><a:pt x="13016" y="36190"/></a:lnTo><a:lnTo><a:pt x="7557" y="35183"/></a:lnTo><a:lnTo><a:pt x="3275" y="31656"/></a:lnTo><a:lnTo><a:pt x="251" y="25610"/></a:lnTo><a:lnTo><a:pt x="0" y="20068"/></a:lnTo><a:lnTo><a:pt x="2519" y="15030"/></a:lnTo></a:path></a:pathLst></a:custGeom><a:ln w="3175"><a:solidFill><a:srgbClr val="000000"/></a:solidFill></a:ln></p:spPr><p:txBody><a:bodyPr wrap="square" lIns="0" tIns="0" rIns="0" bIns="0" rtlCol="0"/><a:lstStyle/><a:p/></p:txBody></p:sp><p:sp><p:nvSpPr><p:cNvPr id="647" name="object 647"/><p:cNvSpPr/><p:nvPr/></p:nvSpPr><p:spPr><a:xfrm><a:off x="16637477" y="12449471"/><a:ext cx="39370" cy="27305"/></a:xfrm><a:custGeom><a:avLst/><a:gdLst/><a:ahLst/><a:cxnLst/><a:rect l="l" t="t" r="r" b="b"/><a:pathLst><a:path w="39369" h="27304"><a:moveTo><a:pt x="38880" y="0"/></a:moveTo><a:lnTo><a:pt x="0" y="26954"/></a:lnTo></a:path></a:pathLst></a:custGeom><a:ln w="3175"><a:solidFill><a:srgbClr val="000000"/></a:solidFill></a:ln></p:spPr><p:txBody><a:bodyPr wrap="square" lIns="0" tIns="0" rIns="0" bIns="0" rtlCol="0"/><a:lstStyle/><a:p/></p:txBody></p:sp><p:sp><p:nvSpPr><p:cNvPr id="648" name="object 648"/><p:cNvSpPr/><p:nvPr/></p:nvSpPr><p:spPr><a:xfrm><a:off x="16669640" y="12439814"/><a:ext cx="13970" cy="19685"/></a:xfrm><a:custGeom><a:avLst/><a:gdLst/><a:ahLst/><a:cxnLst/><a:rect l="l" t="t" r="r" b="b"/><a:pathLst><a:path w="13969" h="19684"><a:moveTo><a:pt x="0" y="0"/></a:moveTo><a:lnTo><a:pt x="13519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49" name="object 649"/><p:cNvSpPr/><p:nvPr/></p:nvSpPr><p:spPr><a:xfrm><a:off x="16656876" y="12482387"/><a:ext cx="44450" cy="42545"/></a:xfrm><a:custGeom><a:avLst/><a:gdLst/><a:ahLst/><a:cxnLst/><a:rect l="l" t="t" r="r" b="b"/><a:pathLst><a:path w="44450" h="42545"><a:moveTo><a:pt x="0" y="22335"/></a:moveTo><a:lnTo><a:pt x="43834" y="0"/></a:lnTo><a:lnTo><a:pt x="18390" y="42068"/></a:lnTo></a:path></a:pathLst></a:custGeom><a:ln w="3175"><a:solidFill><a:srgbClr val="000000"/></a:solidFill></a:ln></p:spPr><p:txBody><a:bodyPr wrap="square" lIns="0" tIns="0" rIns="0" bIns="0" rtlCol="0"/><a:lstStyle/><a:p/></p:txBody></p:sp><p:sp><p:nvSpPr><p:cNvPr id="650" name="object 650"/><p:cNvSpPr/><p:nvPr/></p:nvSpPr><p:spPr><a:xfrm><a:off x="16671907" y="12497669"/><a:ext cx="12065" cy="12700"/></a:xfrm><a:custGeom><a:avLst/><a:gdLst/><a:ahLst/><a:cxnLst/><a:rect l="l" t="t" r="r" b="b"/><a:pathLst><a:path w="12065" h="12700"><a:moveTo><a:pt x="0" y="0"/></a:moveTo><a:lnTo><a:pt x="11504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651" name="object 651"/><p:cNvSpPr/><p:nvPr/></p:nvSpPr><p:spPr><a:xfrm><a:off x="16697351" y="12509257"/><a:ext cx="29845" cy="36830"/></a:xfrm><a:custGeom><a:avLst/><a:gdLst/><a:ahLst/><a:cxnLst/><a:rect l="l" t="t" r="r" b="b"/><a:pathLst><a:path w="29844" h="36829"><a:moveTo><a:pt x="29727" y="0"/></a:moveTo><a:lnTo><a:pt x="0" y="36778"/></a:lnTo></a:path></a:pathLst></a:custGeom><a:ln w="3175"><a:solidFill><a:srgbClr val="000000"/></a:solidFill></a:ln></p:spPr><p:txBody><a:bodyPr wrap="square" lIns="0" tIns="0" rIns="0" bIns="0" rtlCol="0"/><a:lstStyle/><a:p/></p:txBody></p:sp><p:sp><p:nvSpPr><p:cNvPr id="652" name="object 652"/><p:cNvSpPr/><p:nvPr/></p:nvSpPr><p:spPr><a:xfrm><a:off x="16717841" y="12501784"/><a:ext cx="18415" cy="15240"/></a:xfrm><a:custGeom><a:avLst/><a:gdLst/><a:ahLst/><a:cxnLst/><a:rect l="l" t="t" r="r" b="b"/><a:pathLst><a:path w="18415" h="15240"><a:moveTo><a:pt x="0" y="0"/></a:moveTo><a:lnTo><a:pt x="18390" y="14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653" name="object 653"/><p:cNvSpPr/><p:nvPr/></p:nvSpPr><p:spPr><a:xfrm><a:off x="16711627" y="12519165"/><a:ext cx="45085" cy="39370"/></a:xfrm><a:custGeom><a:avLst/><a:gdLst/><a:ahLst/><a:cxnLst/><a:rect l="l" t="t" r="r" b="b"/><a:pathLst><a:path w="45084" h="39370"><a:moveTo><a:pt x="0" y="39045"/></a:moveTo><a:lnTo><a:pt x="26703" y="0"/></a:lnTo><a:lnTo><a:pt x="44842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654" name="object 654"/><p:cNvSpPr/><p:nvPr/></p:nvSpPr><p:spPr><a:xfrm><a:off x="16725651" y="12537807"/><a:ext cx="11430" cy="7620"/></a:xfrm><a:custGeom><a:avLst/><a:gdLst/><a:ahLst/><a:cxnLst/><a:rect l="l" t="t" r="r" b="b"/><a:pathLst><a:path w="11430" h="7620"><a:moveTo><a:pt x="0" y="0"/></a:moveTo><a:lnTo><a:pt x="11168" y="7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655" name="object 655"/><p:cNvSpPr/><p:nvPr/></p:nvSpPr><p:spPr><a:xfrm><a:off x="16711627" y="12558211"/><a:ext cx="18415" cy="12700"/></a:xfrm><a:custGeom><a:avLst/><a:gdLst/><a:ahLst/><a:cxnLst/><a:rect l="l" t="t" r="r" b="b"/><a:pathLst><a:path w="18415" h="12700"><a:moveTo><a:pt x="0" y="0"/></a:moveTo><a:lnTo><a:pt x="18138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656" name="object 656"/><p:cNvSpPr/><p:nvPr/></p:nvSpPr><p:spPr><a:xfrm><a:off x="16781242" y="12556364"/><a:ext cx="31115" cy="46990"/></a:xfrm><a:custGeom><a:avLst/><a:gdLst/><a:ahLst/><a:cxnLst/><a:rect l="l" t="t" r="r" b="b"/><a:pathLst><a:path w="31115" h="46990"><a:moveTo><a:pt x="20657" y="0"/></a:moveTo><a:lnTo><a:pt x="0" y="30732"/></a:lnTo><a:lnTo><a:pt x="0" y="35519"/></a:lnTo><a:lnTo><a:pt x="1511" y="40977"/></a:lnTo><a:lnTo><a:pt x="3862" y="44251"/></a:lnTo><a:lnTo><a:pt x="10244" y="46603"/></a:lnTo><a:lnTo><a:pt x="14191" y="45763"/></a:lnTo><a:lnTo><a:pt x="30902" y="15954"/></a:lnTo><a:lnTo><a:pt x="30902" y="11167"/></a:lnTo><a:lnTo><a:pt x="29391" y="5709"/></a:lnTo><a:lnTo><a:pt x="27039" y="2435"/></a:lnTo><a:lnTo><a:pt x="20657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657" name="object 657"/><p:cNvSpPr/><p:nvPr/></p:nvSpPr><p:spPr><a:xfrm><a:off x="16820542" y="12567280"/><a:ext cx="31750" cy="46355"/></a:xfrm><a:custGeom><a:avLst/><a:gdLst/><a:ahLst/><a:cxnLst/><a:rect l="l" t="t" r="r" b="b"/><a:pathLst><a:path w="31750" h="46354"><a:moveTo><a:pt x="0" y="46183"/></a:moveTo><a:lnTo><a:pt x="10328" y="0"/></a:lnTo><a:lnTo><a:pt x="31742" y="4786"/></a:lnTo></a:path></a:pathLst></a:custGeom><a:ln w="3175"><a:solidFill><a:srgbClr val="000000"/></a:solidFill></a:ln></p:spPr><p:txBody><a:bodyPr wrap="square" lIns="0" tIns="0" rIns="0" bIns="0" rtlCol="0"/><a:lstStyle/><a:p/></p:txBody></p:sp><p:sp><p:nvSpPr><p:cNvPr id="658" name="object 658"/><p:cNvSpPr/><p:nvPr/></p:nvSpPr><p:spPr><a:xfrm><a:off x="16825917" y="12589280"/><a:ext cx="13335" cy="3175"/></a:xfrm><a:custGeom><a:avLst/><a:gdLst/><a:ahLst/><a:cxnLst/><a:rect l="l" t="t" r="r" b="b"/><a:pathLst><a:path w="13334" h="3175"><a:moveTo><a:pt x="0" y="0"/></a:moveTo><a:lnTo><a:pt x="13184" y="2938"/></a:lnTo></a:path></a:pathLst></a:custGeom><a:ln w="3175"><a:solidFill><a:srgbClr val="000000"/></a:solidFill></a:ln></p:spPr><p:txBody><a:bodyPr wrap="square" lIns="0" tIns="0" rIns="0" bIns="0" rtlCol="0"/><a:lstStyle/><a:p/></p:txBody></p:sp><p:sp><p:nvSpPr><p:cNvPr id="659" name="object 659"/><p:cNvSpPr/><p:nvPr/></p:nvSpPr><p:spPr><a:xfrm><a:off x="17157953" y="12421173"/><a:ext cx="48895" cy="31115"/></a:xfrm><a:custGeom><a:avLst/><a:gdLst/><a:ahLst/><a:cxnLst/><a:rect l="l" t="t" r="r" b="b"/><a:pathLst><a:path w="48894" h="31115"><a:moveTo><a:pt x="38208" y="31068"/></a:moveTo><a:lnTo><a:pt x="0" y="0"/></a:lnTo><a:lnTo><a:pt x="48789" y="6213"/></a:lnTo></a:path></a:pathLst></a:custGeom><a:ln w="3175"><a:solidFill><a:srgbClr val="000000"/></a:solidFill></a:ln></p:spPr><p:txBody><a:bodyPr wrap="square" lIns="0" tIns="0" rIns="0" bIns="0" rtlCol="0"/><a:lstStyle/><a:p/></p:txBody></p:sp><p:sp><p:nvSpPr><p:cNvPr id="660" name="object 660"/><p:cNvSpPr/><p:nvPr/></p:nvSpPr><p:spPr><a:xfrm><a:off x="17183649" y="12425875"/><a:ext cx="6985" cy="15875"/></a:xfrm><a:custGeom><a:avLst/><a:gdLst/><a:ahLst/><a:cxnLst/><a:rect l="l" t="t" r="r" b="b"/><a:pathLst><a:path w="6984" h="15875"><a:moveTo><a:pt x="0" y="15450"/></a:moveTo><a:lnTo><a:pt x="663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61" name="object 661"/><p:cNvSpPr/><p:nvPr/></p:nvSpPr><p:spPr><a:xfrm><a:off x="16887966" y="12063721"/><a:ext cx="24130" cy="5080"/></a:xfrm><a:custGeom><a:avLst/><a:gdLst/><a:ahLst/><a:cxnLst/><a:rect l="l" t="t" r="r" b="b"/><a:pathLst><a:path w="24130" h="5079"><a:moveTo><a:pt x="2108" y="1092"/></a:moveTo><a:lnTo><a:pt x="1765" y="927"/></a:lnTo><a:lnTo><a:pt x="1257" y="838"/></a:lnTo><a:lnTo><a:pt x="838" y="838"/></a:lnTo><a:lnTo><a:pt x="419" y="927"/></a:lnTo><a:lnTo><a:pt x="0" y="1092"/></a:lnTo><a:lnTo><a:pt x="2108" y="1092"/></a:lnTo><a:close/></a:path><a:path w="24130" h="5079"><a:moveTo><a:pt x="23761" y="1841"/></a:moveTo><a:lnTo><a:pt x="23596" y="1422"/></a:lnTo><a:lnTo><a:pt x="23431" y="1003"/></a:lnTo><a:lnTo><a:pt x="23177" y="673"/></a:lnTo><a:lnTo><a:pt x="22847" y="419"/></a:lnTo><a:lnTo><a:pt x="22504" y="165"/></a:lnTo><a:lnTo><a:pt x="22085" y="88"/></a:lnTo><a:lnTo><a:pt x="21666" y="0"/></a:lnTo><a:lnTo><a:pt x="21247" y="0"/></a:lnTo><a:lnTo><a:pt x="20916" y="88"/></a:lnTo><a:lnTo><a:pt x="19405" y="1422"/></a:lnTo><a:lnTo><a:pt x="19227" y="1841"/></a:lnTo><a:lnTo><a:pt x="19227" y="2273"/></a:lnTo><a:lnTo><a:pt x="19227" y="2692"/></a:lnTo><a:lnTo><a:pt x="19405" y="3111"/></a:lnTo><a:lnTo><a:pt x="21082" y="4445"/></a:lnTo><a:lnTo><a:pt x="21501" y="4533"/></a:lnTo><a:lnTo><a:pt x="21920" y="4445"/></a:lnTo><a:lnTo><a:pt x="22339" y="4368"/></a:lnTo><a:lnTo><a:pt x="22758" y="4114"/></a:lnTo><a:lnTo><a:pt x="23101" y="3860"/></a:lnTo><a:lnTo><a:pt x="23342" y="3530"/></a:lnTo><a:lnTo><a:pt x="23596" y="3111"/></a:lnTo><a:lnTo><a:pt x="23685" y="2692"/></a:lnTo><a:lnTo><a:pt x="23761" y="2273"/></a:lnTo><a:lnTo><a:pt x="23761" y="1841"/></a:lnTo><a:close/></a:path></a:pathLst></a:custGeom><a:solidFill><a:srgbClr val="000000"/></a:solidFill></p:spPr><p:txBody><a:bodyPr wrap="square" lIns="0" tIns="0" rIns="0" bIns="0" rtlCol="0"/><a:lstStyle/><a:p/></p:txBody></p:sp><p:sp><p:nvSpPr><p:cNvPr id="662" name="object 662"/><p:cNvSpPr/><p:nvPr/></p:nvSpPr><p:spPr><a:xfrm><a:off x="16866973" y="12064813"/><a:ext cx="24765" cy="4445"/></a:xfrm><a:custGeom><a:avLst/><a:gdLst/><a:ahLst/><a:cxnLst/><a:rect l="l" t="t" r="r" b="b"/><a:pathLst><a:path w="24765" h="4445"><a:moveTo><a:pt x="3441" y="3022"/></a:moveTo><a:lnTo><a:pt x="3111" y="2768"/></a:lnTo><a:lnTo><a:pt x="2768" y="2514"/></a:lnTo><a:lnTo><a:pt x="2438" y="2349"/></a:lnTo><a:lnTo><a:pt x="2273" y="2349"/></a:lnTo><a:lnTo><a:pt x="2019" y="2260"/></a:lnTo><a:lnTo><a:pt x="1511" y="2260"/></a:lnTo><a:lnTo><a:pt x="1181" y="2349"/></a:lnTo><a:lnTo><a:pt x="762" y="2438"/></a:lnTo><a:lnTo><a:pt x="419" y="2692"/></a:lnTo><a:lnTo><a:pt x="88" y="2933"/></a:lnTo><a:lnTo><a:pt x="3441" y="3022"/></a:lnTo><a:close/></a:path><a:path w="24765" h="4445"><a:moveTo><a:pt x="24269" y="1346"/></a:moveTo><a:lnTo><a:pt x="24104" y="927"/></a:lnTo><a:lnTo><a:pt x="23850" y="584"/></a:lnTo><a:lnTo><a:pt x="23520" y="254"/></a:lnTo><a:lnTo><a:pt x="23177" y="0"/></a:lnTo><a:lnTo><a:pt x="20916" y="0"/></a:lnTo><a:lnTo><a:pt x="20662" y="254"/></a:lnTo><a:lnTo><a:pt x="20320" y="508"/></a:lnTo><a:lnTo><a:pt x="20066" y="927"/></a:lnTo><a:lnTo><a:pt x="19900" y="1346"/></a:lnTo><a:lnTo><a:pt x="19824" y="1765"/></a:lnTo><a:lnTo><a:pt x="19735" y="2184"/></a:lnTo><a:lnTo><a:pt x="19824" y="2603"/></a:lnTo><a:lnTo><a:pt x="19989" y="3022"/></a:lnTo><a:lnTo><a:pt x="20243" y="3352"/></a:lnTo><a:lnTo><a:pt x="20497" y="3695"/></a:lnTo><a:lnTo><a:pt x="20828" y="3949"/></a:lnTo><a:lnTo><a:pt x="21158" y="4114"/></a:lnTo><a:lnTo><a:pt x="21590" y="4203"/></a:lnTo><a:lnTo><a:pt x="22009" y="4279"/></a:lnTo><a:lnTo><a:pt x="22428" y="4203"/></a:lnTo><a:lnTo><a:pt x="22847" y="4114"/></a:lnTo><a:lnTo><a:pt x="23266" y="3949"/></a:lnTo><a:lnTo><a:pt x="23596" y="3695"/></a:lnTo><a:lnTo><a:pt x="23850" y="3352"/></a:lnTo><a:lnTo><a:pt x="24104" y="3022"/></a:lnTo><a:lnTo><a:pt x="24180" y="2603"/></a:lnTo><a:lnTo><a:pt x="24269" y="2184"/></a:lnTo><a:lnTo><a:pt x="24269" y="1765"/></a:lnTo><a:lnTo><a:pt x="24269" y="1346"/></a:lnTo><a:close/></a:path></a:pathLst></a:custGeom><a:solidFill><a:srgbClr val="000000"/></a:solidFill></p:spPr><p:txBody><a:bodyPr wrap="square" lIns="0" tIns="0" rIns="0" bIns="0" rtlCol="0"/><a:lstStyle/><a:p/></p:txBody></p:sp><p:sp><p:nvSpPr><p:cNvPr id="663" name="object 663"/><p:cNvSpPr/><p:nvPr/></p:nvSpPr><p:spPr><a:xfrm><a:off x="16846488" y="12067747"/><a:ext cx="24765" cy="5715"/></a:xfrm><a:custGeom><a:avLst/><a:gdLst/><a:ahLst/><a:cxnLst/><a:rect l="l" t="t" r="r" b="b"/><a:pathLst><a:path w="24765" h="5715"><a:moveTo><a:pt x="4368" y="5130"/></a:moveTo><a:lnTo><a:pt x="4279" y="4787"/></a:lnTo><a:lnTo><a:pt x="4025" y="4457"/></a:lnTo><a:lnTo><a:pt x="3771" y="4114"/></a:lnTo><a:lnTo><a:pt x="3441" y="3873"/></a:lnTo><a:lnTo><a:pt x="3098" y="3695"/></a:lnTo><a:lnTo><a:pt x="2933" y="3619"/></a:lnTo><a:lnTo><a:pt x="2679" y="3530"/></a:lnTo><a:lnTo><a:pt x="1765" y="3530"/></a:lnTo><a:lnTo><a:pt x="1422" y="3619"/></a:lnTo><a:lnTo><a:pt x="1092" y="3784"/></a:lnTo><a:lnTo><a:pt x="927" y="3873"/></a:lnTo><a:lnTo><a:pt x="749" y="4038"/></a:lnTo><a:lnTo><a:pt x="419" y="4368"/></a:lnTo><a:lnTo><a:pt x="165" y="4711"/></a:lnTo><a:lnTo><a:pt x="0" y="5130"/></a:lnTo><a:lnTo><a:pt x="4368" y="5130"/></a:lnTo><a:close/></a:path><a:path w="24765" h="5715"><a:moveTo><a:pt x="23926" y="88"/></a:moveTo><a:lnTo><a:pt x="20574" y="0"/></a:lnTo><a:lnTo><a:pt x="23926" y="88"/></a:lnTo><a:close/></a:path><a:path w="24765" h="5715"><a:moveTo><a:pt x="24523" y="1511"/></a:moveTo><a:lnTo><a:pt x="24434" y="1181"/></a:lnTo><a:lnTo><a:pt x="24345" y="850"/></a:lnTo><a:lnTo><a:pt x="24180" y="419"/></a:lnTo><a:lnTo><a:pt x="23926" y="88"/></a:lnTo><a:lnTo><a:pt x="20485" y="88"/></a:lnTo><a:lnTo><a:pt x="20320" y="342"/></a:lnTo><a:lnTo><a:pt x="20154" y="762"/></a:lnTo><a:lnTo><a:pt x="19989" y="1092"/></a:lnTo><a:lnTo><a:pt x="19989" y="2108"/></a:lnTo><a:lnTo><a:pt x="20066" y="2438"/></a:lnTo><a:lnTo><a:pt x="20320" y="2781"/></a:lnTo><a:lnTo><a:pt x="20408" y="2946"/></a:lnTo><a:lnTo><a:pt x="20574" y="3111"/></a:lnTo><a:lnTo><a:pt x="20650" y="3276"/></a:lnTo><a:lnTo><a:pt x="20904" y="3441"/></a:lnTo><a:lnTo><a:pt x="21069" y="3530"/></a:lnTo><a:lnTo><a:pt x="21323" y="3695"/></a:lnTo><a:lnTo><a:pt x="21742" y="3784"/></a:lnTo><a:lnTo><a:pt x="21920" y="3873"/></a:lnTo><a:lnTo><a:pt x="22580" y="3873"/></a:lnTo><a:lnTo><a:pt x="23012" y="3695"/></a:lnTo><a:lnTo><a:pt x="23177" y="3695"/></a:lnTo><a:lnTo><a:pt x="23431" y="3530"/></a:lnTo><a:lnTo><a:pt x="23761" y="3276"/></a:lnTo><a:lnTo><a:pt x="23850" y="3111"/></a:lnTo><a:lnTo><a:pt x="24104" y="2946"/></a:lnTo><a:lnTo><a:pt x="24180" y="2781"/></a:lnTo><a:lnTo><a:pt x="24269" y="2527"/></a:lnTo><a:lnTo><a:pt x="24434" y="2108"/></a:lnTo><a:lnTo><a:pt x="24434" y="1930"/></a:lnTo><a:lnTo><a:pt x="24523" y="1689"/></a:lnTo><a:lnTo><a:pt x="24523" y="1511"/></a:lnTo><a:close/></a:path></a:pathLst></a:custGeom><a:solidFill><a:srgbClr val="000000"/></a:solidFill></p:spPr><p:txBody><a:bodyPr wrap="square" lIns="0" tIns="0" rIns="0" bIns="0" rtlCol="0"/><a:lstStyle/><a:p/></p:txBody></p:sp><p:sp><p:nvSpPr><p:cNvPr id="664" name="object 664"/><p:cNvSpPr/><p:nvPr/></p:nvSpPr><p:spPr><a:xfrm><a:off x="16826841" y="12072534"/><a:ext cx="24130" cy="6985"/></a:xfrm><a:custGeom><a:avLst/><a:gdLst/><a:ahLst/><a:cxnLst/><a:rect l="l" t="t" r="r" b="b"/><a:pathLst><a:path w="24130" h="6984"><a:moveTo><a:pt x="4533" y="6718"/></a:moveTo><a:lnTo><a:pt x="4445" y="6464"/></a:lnTo><a:lnTo><a:pt x="4445" y="6299"/></a:lnTo><a:lnTo><a:pt x="4356" y="6134"/></a:lnTo><a:lnTo><a:pt x="4279" y="5969"/></a:lnTo><a:lnTo><a:pt x="4191" y="5715"/></a:lnTo><a:lnTo><a:pt x="4114" y="5549"/></a:lnTo><a:lnTo><a:pt x="3937" y="5372"/></a:lnTo><a:lnTo><a:pt x="3860" y="5207"/></a:lnTo><a:lnTo><a:pt x="3683" y="5041"/></a:lnTo><a:lnTo><a:pt x="3517" y="4953"/></a:lnTo><a:lnTo><a:pt x="3352" y="4876"/></a:lnTo><a:lnTo><a:pt x="3187" y="4787"/></a:lnTo><a:lnTo><a:pt x="2933" y="4711"/></a:lnTo><a:lnTo><a:pt x="2768" y="4622"/></a:lnTo><a:lnTo><a:pt x="2514" y="4622"/></a:lnTo><a:lnTo><a:pt x="2095" y="4533"/></a:lnTo><a:lnTo><a:pt x="1676" y="4622"/></a:lnTo><a:lnTo><a:pt x="1333" y="4787"/></a:lnTo><a:lnTo><a:pt x="1168" y="4876"/></a:lnTo><a:lnTo><a:pt x="914" y="4953"/></a:lnTo><a:lnTo><a:pt x="584" y="5207"/></a:lnTo><a:lnTo><a:pt x="495" y="5372"/></a:lnTo><a:lnTo><a:pt x="330" y="5549"/></a:lnTo><a:lnTo><a:pt x="241" y="5715"/></a:lnTo><a:lnTo><a:pt x="165" y="5969"/></a:lnTo><a:lnTo><a:pt x="76" y="6134"/></a:lnTo><a:lnTo><a:pt x="0" y="6299"/></a:lnTo><a:lnTo><a:pt x="0" y="6464"/></a:lnTo><a:lnTo><a:pt x="0" y="6718"/></a:lnTo><a:lnTo><a:pt x="0" y="6883"/></a:lnTo><a:lnTo><a:pt x="4533" y="6883"/></a:lnTo><a:lnTo><a:pt x="4533" y="6718"/></a:lnTo><a:close/></a:path><a:path w="24130" h="6984"><a:moveTo><a:pt x="24015" y="342"/></a:moveTo><a:lnTo><a:pt x="23926" y="0"/></a:lnTo><a:lnTo><a:pt x="19812" y="0"/></a:lnTo><a:lnTo><a:pt x="24015" y="342"/></a:lnTo><a:close/></a:path><a:path w="24130" h="6984"><a:moveTo><a:pt x="24091" y="762"/></a:moveTo><a:lnTo><a:pt x="24015" y="419"/></a:lnTo><a:lnTo><a:pt x="19646" y="342"/></a:lnTo><a:lnTo><a:pt x="19558" y="762"/></a:lnTo><a:lnTo><a:pt x="19558" y="1181"/></a:lnTo><a:lnTo><a:pt x="19646" y="1346"/></a:lnTo><a:lnTo><a:pt x="19646" y="1600"/></a:lnTo><a:lnTo><a:pt x="19723" y="1765"/></a:lnTo><a:lnTo><a:pt x="19812" y="2019"/></a:lnTo><a:lnTo><a:pt x="19900" y="2184"/></a:lnTo><a:lnTo><a:pt x="20066" y="2349"/></a:lnTo><a:lnTo><a:pt x="20142" y="2527"/></a:lnTo><a:lnTo><a:pt x="20320" y="2692"/></a:lnTo><a:lnTo><a:pt x="20485" y="2857"/></a:lnTo><a:lnTo><a:pt x="20650" y="2946"/></a:lnTo><a:lnTo><a:pt x="20904" y="3022"/></a:lnTo><a:lnTo><a:pt x="21069" y="3111"/></a:lnTo><a:lnTo><a:pt x="21323" y="3200"/></a:lnTo><a:lnTo><a:pt x="21488" y="3276"/></a:lnTo><a:lnTo><a:pt x="22085" y="3276"/></a:lnTo><a:lnTo><a:pt x="22415" y="3200"/></a:lnTo><a:lnTo><a:pt x="22580" y="3111"/></a:lnTo><a:lnTo><a:pt x="22834" y="3022"/></a:lnTo><a:lnTo><a:pt x="22999" y="2946"/></a:lnTo><a:lnTo><a:pt x="23177" y="2857"/></a:lnTo><a:lnTo><a:pt x="23342" y="2692"/></a:lnTo><a:lnTo><a:pt x="23507" y="2527"/></a:lnTo><a:lnTo><a:pt x="23672" y="2349"/></a:lnTo><a:lnTo><a:pt x="23837" y="2184"/></a:lnTo><a:lnTo><a:pt x="23926" y="2019"/></a:lnTo><a:lnTo><a:pt x="24015" y="1765"/></a:lnTo><a:lnTo><a:pt x="24015" y="1600"/></a:lnTo><a:lnTo><a:pt x="24091" y="1346"/></a:lnTo><a:lnTo><a:pt x="24091" y="1181"/></a:lnTo><a:lnTo><a:pt x="24091" y="838"/></a:lnTo><a:close/></a:path></a:pathLst></a:custGeom><a:solidFill><a:srgbClr val="000000"/></a:solidFill></p:spPr><p:txBody><a:bodyPr wrap="square" lIns="0" tIns="0" rIns="0" bIns="0" rtlCol="0"/><a:lstStyle/><a:p/></p:txBody></p:sp><p:sp><p:nvSpPr><p:cNvPr id="665" name="object 665"/><p:cNvSpPr/><p:nvPr/></p:nvSpPr><p:spPr><a:xfrm><a:off x="16807778" y="12079253"/><a:ext cx="24130" cy="8890"/></a:xfrm><a:custGeom><a:avLst/><a:gdLst/><a:ahLst/><a:cxnLst/><a:rect l="l" t="t" r="r" b="b"/><a:pathLst><a:path w="24130" h="8890"><a:moveTo><a:pt x="4533" y="7480"/></a:moveTo><a:lnTo><a:pt x="4445" y="7226"/></a:lnTo><a:lnTo><a:pt x="4445" y="7061"/></a:lnTo><a:lnTo><a:pt x="4356" y="6807"/></a:lnTo><a:lnTo><a:pt x="4356" y="6642"/></a:lnTo><a:lnTo><a:pt x="4191" y="6464"/></a:lnTo><a:lnTo><a:pt x="4114" y="6299"/></a:lnTo><a:lnTo><a:pt x="3937" y="6134"/></a:lnTo><a:lnTo><a:pt x="3860" y="5969"/></a:lnTo><a:lnTo><a:pt x="3695" y="5791"/></a:lnTo><a:lnTo><a:pt x="3517" y="5715"/></a:lnTo><a:lnTo><a:pt x="3352" y="5549"/></a:lnTo><a:lnTo><a:pt x="3187" y="5461"/></a:lnTo><a:lnTo><a:pt x="2933" y="5372"/></a:lnTo><a:lnTo><a:pt x="2768" y="5372"/></a:lnTo><a:lnTo><a:pt x="2514" y="5295"/></a:lnTo><a:lnTo><a:pt x="1930" y="5295"/></a:lnTo><a:lnTo><a:pt x="1752" y="5372"/></a:lnTo><a:lnTo><a:pt x="1511" y="5372"/></a:lnTo><a:lnTo><a:pt x="1333" y="5461"/></a:lnTo><a:lnTo><a:pt x="1168" y="5549"/></a:lnTo><a:lnTo><a:pt x="1003" y="5715"/></a:lnTo><a:lnTo><a:pt x="749" y="5791"/></a:lnTo><a:lnTo><a:pt x="660" y="5969"/></a:lnTo><a:lnTo><a:pt x="495" y="6134"/></a:lnTo><a:lnTo><a:pt x="330" y="6299"/></a:lnTo><a:lnTo><a:pt x="241" y="6464"/></a:lnTo><a:lnTo><a:pt x="165" y="6642"/></a:lnTo><a:lnTo><a:pt x="76" y="6807"/></a:lnTo><a:lnTo><a:pt x="0" y="7061"/></a:lnTo><a:lnTo><a:pt x="0" y="7226"/></a:lnTo><a:lnTo><a:pt x="0" y="7480"/></a:lnTo><a:lnTo><a:pt x="0" y="7645"/></a:lnTo><a:lnTo><a:pt x="0" y="7975"/></a:lnTo><a:lnTo><a:pt x="165" y="8394"/></a:lnTo><a:lnTo><a:pt x="4356" y="8394"/></a:lnTo><a:lnTo><a:pt x="4445" y="8064"/></a:lnTo><a:lnTo><a:pt x="4533" y="7645"/></a:lnTo><a:lnTo><a:pt x="4533" y="7480"/></a:lnTo><a:close/></a:path><a:path w="24130" h="8890"><a:moveTo><a:pt x="23596" y="165"/></a:moveTo><a:lnTo><a:pt x="19062" y="165"/></a:lnTo><a:lnTo><a:pt x="19062" y="419"/></a:lnTo><a:lnTo><a:pt x="19062" y="584"/></a:lnTo><a:lnTo><a:pt x="19138" y="838"/></a:lnTo><a:lnTo><a:pt x="19227" y="1016"/></a:lnTo><a:lnTo><a:pt x="19304" y="1257"/></a:lnTo><a:lnTo><a:pt x="19392" y="1435"/></a:lnTo><a:lnTo><a:pt x="19558" y="1600"/></a:lnTo><a:lnTo><a:pt x="19723" y="1676"/></a:lnTo><a:lnTo><a:pt x="19900" y="1854"/></a:lnTo><a:lnTo><a:pt x="19977" y="2019"/></a:lnTo><a:lnTo><a:pt x="20231" y="2095"/></a:lnTo><a:lnTo><a:pt x="20396" y="2184"/></a:lnTo><a:lnTo><a:pt x="20574" y="2273"/></a:lnTo><a:lnTo><a:pt x="20815" y="2349"/></a:lnTo><a:lnTo><a:pt x="20993" y="2349"/></a:lnTo><a:lnTo><a:pt x="21488" y="2349"/></a:lnTo><a:lnTo><a:pt x="21831" y="2349"/></a:lnTo><a:lnTo><a:pt x="21996" y="2273"/></a:lnTo><a:lnTo><a:pt x="22250" y="2184"/></a:lnTo><a:lnTo><a:pt x="22580" y="2019"/></a:lnTo><a:lnTo><a:pt x="22745" y="1854"/></a:lnTo><a:lnTo><a:pt x="22923" y="1676"/></a:lnTo><a:lnTo><a:pt x="23177" y="1435"/></a:lnTo><a:lnTo><a:pt x="23253" y="1257"/></a:lnTo><a:lnTo><a:pt x="23418" y="1016"/></a:lnTo><a:lnTo><a:pt x="23418" y="838"/></a:lnTo><a:lnTo><a:pt x="23507" y="584"/></a:lnTo><a:lnTo><a:pt x="23507" y="419"/></a:lnTo><a:lnTo><a:pt x="23596" y="165"/></a:lnTo><a:close/></a:path><a:path w="24130" h="8890"><a:moveTo><a:pt x="23596" y="0"/></a:moveTo><a:lnTo><a:pt x="19062" y="0"/></a:lnTo><a:lnTo><a:pt x="23596" y="165"/></a:lnTo><a:lnTo><a:pt x="23596" y="0"/></a:lnTo><a:close/></a:path></a:pathLst></a:custGeom><a:solidFill><a:srgbClr val="000000"/></a:solidFill></p:spPr><p:txBody><a:bodyPr wrap="square" lIns="0" tIns="0" rIns="0" bIns="0" rtlCol="0"/><a:lstStyle/><a:p/></p:txBody></p:sp><p:sp><p:nvSpPr><p:cNvPr id="666" name="object 666"/><p:cNvSpPr/><p:nvPr/></p:nvSpPr><p:spPr><a:xfrm><a:off x="16789388" y="12087317"/><a:ext cx="22860" cy="10160"/></a:xfrm><a:custGeom><a:avLst/><a:gdLst/><a:ahLst/><a:cxnLst/><a:rect l="l" t="t" r="r" b="b"/><a:pathLst><a:path w="22859" h="10159"><a:moveTo><a:pt x="4533" y="8229"/></a:moveTo><a:lnTo><a:pt x="4445" y="7975"/></a:lnTo><a:lnTo><a:pt x="4445" y="7810"/></a:lnTo><a:lnTo><a:pt x="4279" y="7556"/></a:lnTo><a:lnTo><a:pt x="4279" y="7391"/></a:lnTo><a:lnTo><a:pt x="4114" y="7137"/></a:lnTo><a:lnTo><a:pt x="3860" y="6883"/></a:lnTo><a:lnTo><a:pt x="3683" y="6718"/></a:lnTo><a:lnTo><a:pt x="3517" y="6553"/></a:lnTo><a:lnTo><a:pt x="3352" y="6464"/></a:lnTo><a:lnTo><a:pt x="3098" y="6375"/></a:lnTo><a:lnTo><a:pt x="2679" y="6299"/></a:lnTo><a:lnTo><a:pt x="2006" y="6210"/></a:lnTo><a:lnTo><a:pt x="1752" y="6299"/></a:lnTo><a:lnTo><a:pt x="1511" y="6299"/></a:lnTo><a:lnTo><a:pt x="1333" y="6375"/></a:lnTo><a:lnTo><a:pt x="1168" y="6464"/></a:lnTo><a:lnTo><a:pt x="1003" y="6553"/></a:lnTo><a:lnTo><a:pt x="749" y="6718"/></a:lnTo><a:lnTo><a:pt x="660" y="6883"/></a:lnTo><a:lnTo><a:pt x="495" y="7048"/></a:lnTo><a:lnTo><a:pt x="241" y="7391"/></a:lnTo><a:lnTo><a:pt x="165" y="7556"/></a:lnTo><a:lnTo><a:pt x="76" y="7810"/></a:lnTo><a:lnTo><a:pt x="0" y="7975"/></a:lnTo><a:lnTo><a:pt x="0" y="8229"/></a:lnTo><a:lnTo><a:pt x="0" y="8648"/></a:lnTo><a:lnTo><a:pt x="76" y="8978"/></a:lnTo><a:lnTo><a:pt x="76" y="9156"/></a:lnTo><a:lnTo><a:pt x="165" y="9398"/></a:lnTo><a:lnTo><a:pt x="241" y="9575"/></a:lnTo><a:lnTo><a:pt x="419" y="9829"/></a:lnTo><a:lnTo><a:pt x="4025" y="9906"/></a:lnTo><a:lnTo><a:pt x="4191" y="9575"/></a:lnTo><a:lnTo><a:pt x="4279" y="9398"/></a:lnTo><a:lnTo><a:pt x="4356" y="9156"/></a:lnTo><a:lnTo><a:pt x="4445" y="8978"/></a:lnTo><a:lnTo><a:pt x="4533" y="8737"/></a:lnTo><a:lnTo><a:pt x="4533" y="8305"/></a:lnTo><a:close/></a:path><a:path w="22859" h="10159"><a:moveTo><a:pt x="22745" y="330"/></a:moveTo><a:lnTo><a:pt x="18554" y="330"/></a:lnTo><a:lnTo><a:pt x="18719" y="749"/></a:lnTo><a:lnTo><a:pt x="18973" y="1092"/></a:lnTo><a:lnTo><a:pt x="19304" y="1346"/></a:lnTo><a:lnTo><a:pt x="19723" y="1600"/></a:lnTo><a:lnTo><a:pt x="20142" y="1676"/></a:lnTo><a:lnTo><a:pt x="20993" y="1765"/></a:lnTo><a:lnTo><a:pt x="21158" y="1676"/></a:lnTo><a:lnTo><a:pt x="21412" y="1600"/></a:lnTo><a:lnTo><a:pt x="21577" y="1600"/></a:lnTo><a:lnTo><a:pt x="21831" y="1422"/></a:lnTo><a:lnTo><a:pt x="22161" y="1168"/></a:lnTo><a:lnTo><a:pt x="22504" y="838"/></a:lnTo><a:lnTo><a:pt x="22669" y="419"/></a:lnTo><a:close/></a:path><a:path w="22859" h="10159"><a:moveTo><a:pt x="22834" y="0"/></a:moveTo><a:lnTo><a:pt x="18389" y="0"/></a:lnTo><a:lnTo><a:pt x="22745" y="330"/></a:lnTo><a:lnTo><a:pt x="22834" y="0"/></a:lnTo><a:close/></a:path></a:pathLst></a:custGeom><a:solidFill><a:srgbClr val="000000"/></a:solidFill></p:spPr><p:txBody><a:bodyPr wrap="square" lIns="0" tIns="0" rIns="0" bIns="0" rtlCol="0"/><a:lstStyle/><a:p/></p:txBody></p:sp><p:sp><p:nvSpPr><p:cNvPr id="667" name="object 667"/><p:cNvSpPr/><p:nvPr/></p:nvSpPr><p:spPr><a:xfrm><a:off x="16771748" y="12097147"/><a:ext cx="22225" cy="11430"/></a:xfrm><a:custGeom><a:avLst/><a:gdLst/><a:ahLst/><a:cxnLst/><a:rect l="l" t="t" r="r" b="b"/><a:pathLst><a:path w="22225" h="11429"><a:moveTo><a:pt x="4622" y="9144"/></a:moveTo><a:lnTo><a:pt x="4533" y="8724"/></a:lnTo><a:lnTo><a:pt x="4445" y="8394"/></a:lnTo><a:lnTo><a:pt x="4279" y="7975"/></a:lnTo><a:lnTo><a:pt x="4025" y="7632"/></a:lnTo><a:lnTo><a:pt x="3695" y="7378"/></a:lnTo><a:lnTo><a:pt x="3352" y="7137"/></a:lnTo><a:lnTo><a:pt x="2933" y="6959"/></a:lnTo><a:lnTo><a:pt x="1765" y="6883"/></a:lnTo><a:lnTo><a:pt x="1600" y="6959"/></a:lnTo><a:lnTo><a:pt x="1346" y="7048"/></a:lnTo><a:lnTo><a:pt x="1003" y="7302"/></a:lnTo><a:lnTo><a:pt x="673" y="7556"/></a:lnTo><a:lnTo><a:pt x="419" y="7886"/></a:lnTo><a:lnTo><a:pt x="165" y="8305"/></a:lnTo><a:lnTo><a:pt x="88" y="8724"/></a:lnTo><a:lnTo><a:pt x="0" y="9144"/></a:lnTo><a:lnTo><a:pt x="88" y="9563"/></a:lnTo><a:lnTo><a:pt x="165" y="9982"/></a:lnTo><a:lnTo><a:pt x="419" y="10401"/></a:lnTo><a:lnTo><a:pt x="673" y="10744"/></a:lnTo><a:lnTo><a:pt x="1003" y="10998"/></a:lnTo><a:lnTo><a:pt x="3530" y="10998"/></a:lnTo><a:lnTo><a:pt x="3860" y="10744"/></a:lnTo><a:lnTo><a:pt x="4203" y="10401"/></a:lnTo><a:lnTo><a:pt x="4368" y="9982"/></a:lnTo><a:lnTo><a:pt x="4533" y="9563"/></a:lnTo><a:lnTo><a:pt x="4622" y="9144"/></a:lnTo><a:close/></a:path><a:path w="22225" h="11429"><a:moveTo><a:pt x="21666" y="76"/></a:moveTo><a:lnTo><a:pt x="18135" y="76"/></a:lnTo><a:lnTo><a:pt x="18300" y="241"/></a:lnTo><a:lnTo><a:pt x="18389" y="419"/></a:lnTo><a:lnTo><a:pt x="18643" y="584"/></a:lnTo><a:lnTo><a:pt x="18973" y="749"/></a:lnTo><a:lnTo><a:pt x="19151" y="838"/></a:lnTo><a:lnTo><a:pt x="19392" y="838"/></a:lnTo><a:lnTo><a:pt x="19570" y="914"/></a:lnTo><a:lnTo><a:pt x="20154" y="914"/></a:lnTo><a:lnTo><a:pt x="20408" y="838"/></a:lnTo><a:lnTo><a:pt x="20574" y="838"/></a:lnTo><a:lnTo><a:pt x="20828" y="749"/></a:lnTo><a:lnTo><a:pt x="20993" y="660"/></a:lnTo><a:lnTo><a:pt x="21158" y="584"/></a:lnTo><a:lnTo><a:pt x="21323" y="419"/></a:lnTo><a:lnTo><a:pt x="21501" y="241"/></a:lnTo><a:lnTo><a:pt x="21666" y="76"/></a:lnTo><a:close/></a:path><a:path w="22225" h="11429"><a:moveTo><a:pt x="21755" y="0"/></a:moveTo><a:lnTo><a:pt x="18059" y="0"/></a:lnTo><a:lnTo><a:pt x="21666" y="76"/></a:lnTo><a:close/></a:path></a:pathLst></a:custGeom><a:solidFill><a:srgbClr val="000000"/></a:solidFill></p:spPr><p:txBody><a:bodyPr wrap="square" lIns="0" tIns="0" rIns="0" bIns="0" rtlCol="0"/><a:lstStyle/><a:p/></p:txBody></p:sp><p:sp><p:nvSpPr><p:cNvPr id="668" name="object 668"/><p:cNvSpPr/><p:nvPr/></p:nvSpPr><p:spPr><a:xfrm><a:off x="16755124" y="12108145"/><a:ext cx="20320" cy="12700"/></a:xfrm><a:custGeom><a:avLst/><a:gdLst/><a:ahLst/><a:cxnLst/><a:rect l="l" t="t" r="r" b="b"/><a:pathLst><a:path w="20319" h="12700"><a:moveTo><a:pt x="4533" y="9740"/></a:moveTo><a:lnTo><a:pt x="4445" y="9398"/></a:lnTo><a:lnTo><a:pt x="4368" y="9067"/></a:lnTo><a:lnTo><a:pt x="4114" y="8648"/></a:lnTo><a:lnTo><a:pt x="3860" y="8394"/></a:lnTo><a:lnTo><a:pt x="3517" y="8140"/></a:lnTo><a:lnTo><a:pt x="3098" y="7886"/></a:lnTo><a:lnTo><a:pt x="2679" y="7810"/></a:lnTo><a:lnTo><a:pt x="2260" y="7721"/></a:lnTo><a:lnTo><a:pt x="1930" y="7810"/></a:lnTo><a:lnTo><a:pt x="1511" y="7886"/></a:lnTo><a:lnTo><a:pt x="1092" y="8051"/></a:lnTo><a:lnTo><a:pt x="749" y="8305"/></a:lnTo><a:lnTo><a:pt x="495" y="8648"/></a:lnTo><a:lnTo><a:pt x="254" y="8978"/></a:lnTo><a:lnTo><a:pt x="76" y="9321"/></a:lnTo><a:lnTo><a:pt x="0" y="9740"/></a:lnTo><a:lnTo><a:pt x="0" y="10160"/></a:lnTo><a:lnTo><a:pt x="76" y="10579"/></a:lnTo><a:lnTo><a:pt x="254" y="10998"/></a:lnTo><a:lnTo><a:pt x="419" y="11328"/></a:lnTo><a:lnTo><a:pt x="749" y="11671"/></a:lnTo><a:lnTo><a:pt x="1092" y="11925"/></a:lnTo><a:lnTo><a:pt x="1422" y="12090"/></a:lnTo><a:lnTo><a:pt x="1841" y="12255"/></a:lnTo><a:lnTo><a:pt x="2768" y="12255"/></a:lnTo><a:lnTo><a:pt x="3022" y="12166"/></a:lnTo><a:lnTo><a:pt x="3441" y="12001"/></a:lnTo><a:lnTo><a:pt x="3771" y="11747"/></a:lnTo><a:lnTo><a:pt x="4025" y="11417"/></a:lnTo><a:lnTo><a:pt x="4279" y="11074"/></a:lnTo><a:lnTo><a:pt x="4445" y="10655"/></a:lnTo><a:lnTo><a:pt x="4533" y="10236"/></a:lnTo><a:lnTo><a:pt x="4533" y="9817"/></a:lnTo><a:close/></a:path><a:path w="20319" h="12700"><a:moveTo><a:pt x="20154" y="0"/></a:moveTo><a:lnTo><a:pt x="17716" y="0"/></a:lnTo><a:lnTo><a:pt x="18046" y="241"/></a:lnTo><a:lnTo><a:pt x="18465" y="330"/></a:lnTo><a:lnTo><a:pt x="18884" y="419"/></a:lnTo><a:lnTo><a:pt x="19392" y="330"/></a:lnTo><a:lnTo><a:pt x="19812" y="241"/></a:lnTo><a:lnTo><a:pt x="20154" y="0"/></a:lnTo><a:close/></a:path></a:pathLst></a:custGeom><a:solidFill><a:srgbClr val="000000"/></a:solidFill></p:spPr><p:txBody><a:bodyPr wrap="square" lIns="0" tIns="0" rIns="0" bIns="0" rtlCol="0"/><a:lstStyle/><a:p/></p:txBody></p:sp><p:sp><p:nvSpPr><p:cNvPr id="669" name="object 669"/><p:cNvSpPr/><p:nvPr/></p:nvSpPr><p:spPr><a:xfrm><a:off x="16726574" y="12120312"/><a:ext cx="31750" cy="23495"/></a:xfrm><a:custGeom><a:avLst/><a:gdLst/><a:ahLst/><a:cxnLst/><a:rect l="l" t="t" r="r" b="b"/><a:pathLst><a:path w="31750" h="23495"><a:moveTo><a:pt x="1511" y="23431"/></a:moveTo><a:lnTo><a:pt x="1257" y="23342"/></a:lnTo><a:lnTo><a:pt x="1092" y="23266"/></a:lnTo><a:lnTo><a:pt x="495" y="23266"/></a:lnTo><a:lnTo><a:pt x="241" y="23342"/></a:lnTo><a:lnTo><a:pt x="0" y="23431"/></a:lnTo><a:lnTo><a:pt x="1511" y="23431"/></a:lnTo><a:close/></a:path><a:path w="31750" h="23495"><a:moveTo><a:pt x="17462" y="10502"/></a:moveTo><a:lnTo><a:pt x="17297" y="10248"/></a:lnTo><a:lnTo><a:pt x="17297" y="10083"/></a:lnTo><a:lnTo><a:pt x="17119" y="9829"/></a:lnTo><a:lnTo><a:pt x="16878" y="9486"/></a:lnTo><a:lnTo><a:pt x="16700" y="9410"/></a:lnTo><a:lnTo><a:pt x="16535" y="9245"/></a:lnTo><a:lnTo><a:pt x="16370" y="9156"/></a:lnTo><a:lnTo><a:pt x="16205" y="8991"/></a:lnTo><a:lnTo><a:pt x="15951" y="8902"/></a:lnTo><a:lnTo><a:pt x="15786" y="8826"/></a:lnTo><a:lnTo><a:pt x="14693" y="8826"/></a:lnTo><a:lnTo><a:pt x="14439" y="8902"/></a:lnTo><a:lnTo><a:pt x="14274" y="8991"/></a:lnTo><a:lnTo><a:pt x="14020" y="9156"/></a:lnTo><a:lnTo><a:pt x="13677" y="9410"/></a:lnTo><a:lnTo><a:pt x="13347" y="9740"/></a:lnTo><a:lnTo><a:pt x="13182" y="10083"/></a:lnTo><a:lnTo><a:pt x="13093" y="10248"/></a:lnTo><a:lnTo><a:pt x="13004" y="10502"/></a:lnTo><a:lnTo><a:pt x="13004" y="10668"/></a:lnTo><a:lnTo><a:pt x="12928" y="10998"/></a:lnTo><a:lnTo><a:pt x="13004" y="11430"/></a:lnTo><a:lnTo><a:pt x="13093" y="11849"/></a:lnTo><a:lnTo><a:pt x="13258" y="12268"/></a:lnTo><a:lnTo><a:pt x="13512" y="12598"/></a:lnTo><a:lnTo><a:pt x="13855" y="12852"/></a:lnTo><a:lnTo><a:pt x="14185" y="13106"/></a:lnTo><a:lnTo><a:pt x="14605" y="13271"/></a:lnTo><a:lnTo><a:pt x="15024" y="13360"/></a:lnTo><a:lnTo><a:pt x="15443" y="13360"/></a:lnTo><a:lnTo><a:pt x="15786" y="13271"/></a:lnTo><a:lnTo><a:pt x="16205" y="13106"/></a:lnTo><a:lnTo><a:pt x="16535" y="12941"/></a:lnTo><a:lnTo><a:pt x="16878" y="12598"/></a:lnTo><a:lnTo><a:pt x="17119" y="12268"/></a:lnTo><a:lnTo><a:pt x="17373" y="11849"/></a:lnTo><a:lnTo><a:pt x="17462" y="11506"/></a:lnTo><a:lnTo><a:pt x="17462" y="11087"/></a:lnTo><a:lnTo><a:pt x="17462" y="10668"/></a:lnTo><a:lnTo><a:pt x="17462" y="10502"/></a:lnTo><a:close/></a:path><a:path w="31750" h="23495"><a:moveTo><a:pt x="31572" y="0"/></a:moveTo><a:lnTo><a:pt x="30060" y="0"/></a:lnTo><a:lnTo><a:pt x="31153" y="88"/></a:lnTo><a:lnTo><a:pt x="31318" y="88"/></a:lnTo><a:lnTo><a:pt x="31572" y="0"/></a:lnTo><a:close/></a:path></a:pathLst></a:custGeom><a:solidFill><a:srgbClr val="000000"/></a:solidFill></p:spPr><p:txBody><a:bodyPr wrap="square" lIns="0" tIns="0" rIns="0" bIns="0" rtlCol="0"/><a:lstStyle/><a:p/></p:txBody></p:sp><p:sp><p:nvSpPr><p:cNvPr id="670" name="object 670"/><p:cNvSpPr/><p:nvPr/></p:nvSpPr><p:spPr><a:xfrm><a:off x="16712630" y="12143654"/><a:ext cx="17145" cy="16510"/></a:xfrm><a:custGeom><a:avLst/><a:gdLst/><a:ahLst/><a:cxnLst/><a:rect l="l" t="t" r="r" b="b"/><a:pathLst><a:path w="17144" h="16509"><a:moveTo><a:pt x="2933" y="16129"/></a:moveTo><a:lnTo><a:pt x="2603" y="15786"/></a:lnTo><a:lnTo><a:pt x="2184" y="15621"/></a:lnTo><a:lnTo><a:pt x="1676" y="15544"/></a:lnTo><a:lnTo><a:pt x="1181" y="15544"/></a:lnTo><a:lnTo><a:pt x="927" y="15621"/></a:lnTo><a:lnTo><a:pt x="749" y="15621"/></a:lnTo><a:lnTo><a:pt x="508" y="15786"/></a:lnTo><a:lnTo><a:pt x="330" y="15786"/></a:lnTo><a:lnTo><a:pt x="88" y="16040"/></a:lnTo><a:lnTo><a:pt x="2933" y="16129"/></a:lnTo><a:close/></a:path><a:path w="17144" h="16509"><a:moveTo><a:pt x="15455" y="88"/></a:moveTo><a:lnTo><a:pt x="15201" y="0"/></a:lnTo><a:lnTo><a:pt x="14185" y="0"/></a:lnTo><a:lnTo><a:pt x="15455" y="88"/></a:lnTo><a:close/></a:path><a:path w="17144" h="16509"><a:moveTo><a:pt x="16967" y="1854"/></a:moveTo><a:lnTo><a:pt x="16878" y="1600"/></a:lnTo><a:lnTo><a:pt x="16789" y="1435"/></a:lnTo><a:lnTo><a:pt x="16713" y="1181"/></a:lnTo><a:lnTo><a:pt x="16624" y="1016"/></a:lnTo><a:lnTo><a:pt x="16548" y="850"/></a:lnTo><a:lnTo><a:pt x="16370" y="673"/></a:lnTo><a:lnTo><a:pt x="16205" y="508"/></a:lnTo><a:lnTo><a:pt x="16040" y="342"/></a:lnTo><a:lnTo><a:pt x="15875" y="254"/></a:lnTo><a:lnTo><a:pt x="15621" y="177"/></a:lnTo><a:lnTo><a:pt x="15455" y="88"/></a:lnTo><a:lnTo><a:pt x="13944" y="88"/></a:lnTo><a:lnTo><a:pt x="13766" y="177"/></a:lnTo><a:lnTo><a:pt x="13525" y="254"/></a:lnTo><a:lnTo><a:pt x="13347" y="342"/></a:lnTo><a:lnTo><a:pt x="13182" y="508"/></a:lnTo><a:lnTo><a:pt x="13017" y="673"/></a:lnTo><a:lnTo><a:pt x="12852" y="850"/></a:lnTo><a:lnTo><a:pt x="12763" y="1016"/></a:lnTo><a:lnTo><a:pt x="12674" y="1181"/></a:lnTo><a:lnTo><a:pt x="12598" y="1435"/></a:lnTo><a:lnTo><a:pt x="12509" y="1600"/></a:lnTo><a:lnTo><a:pt x="12433" y="1854"/></a:lnTo><a:lnTo><a:pt x="12433" y="2019"/></a:lnTo><a:lnTo><a:pt x="12433" y="2273"/></a:lnTo><a:lnTo><a:pt x="12433" y="2438"/></a:lnTo><a:lnTo><a:pt x="12509" y="2781"/></a:lnTo><a:lnTo><a:pt x="12598" y="3200"/></a:lnTo><a:lnTo><a:pt x="12852" y="3530"/></a:lnTo><a:lnTo><a:pt x="13182" y="3873"/></a:lnTo><a:lnTo><a:pt x="13525" y="4114"/></a:lnTo><a:lnTo><a:pt x="13855" y="4292"/></a:lnTo><a:lnTo><a:pt x="14274" y="4457"/></a:lnTo><a:lnTo><a:pt x="15113" y="4457"/></a:lnTo><a:lnTo><a:pt x="16878" y="2857"/></a:lnTo><a:lnTo><a:pt x="16967" y="2438"/></a:lnTo><a:lnTo><a:pt x="16967" y="2273"/></a:lnTo><a:lnTo><a:pt x="16967" y="2019"/></a:lnTo><a:lnTo><a:pt x="16967" y="1854"/></a:lnTo><a:close/></a:path></a:pathLst></a:custGeom><a:solidFill><a:srgbClr val="000000"/></a:solidFill></p:spPr><p:txBody><a:bodyPr wrap="square" lIns="0" tIns="0" rIns="0" bIns="0" rtlCol="0"/><a:lstStyle/><a:p/></p:txBody></p:sp><p:sp><p:nvSpPr><p:cNvPr id="671" name="object 671"/><p:cNvSpPr/><p:nvPr/></p:nvSpPr><p:spPr><a:xfrm><a:off x="16700196" y="12159695"/><a:ext cx="16510" cy="17780"/></a:xfrm><a:custGeom><a:avLst/><a:gdLst/><a:ahLst/><a:cxnLst/><a:rect l="l" t="t" r="r" b="b"/><a:pathLst><a:path w="16509" h="17779"><a:moveTo><a:pt x="4038" y="17386"/></a:moveTo><a:lnTo><a:pt x="3873" y="17132"/></a:lnTo><a:lnTo><a:pt x="3619" y="16802"/></a:lnTo><a:lnTo><a:pt x="3276" y="16548"/></a:lnTo><a:lnTo><a:pt x="3111" y="16459"/></a:lnTo><a:lnTo><a:pt x="2857" y="16294"/></a:lnTo><a:lnTo><a:pt x="2527" y="16205"/></a:lnTo><a:lnTo><a:pt x="2362" y="16205"/></a:lnTo><a:lnTo><a:pt x="2108" y="16129"/></a:lnTo><a:lnTo><a:pt x="1689" y="16205"/></a:lnTo><a:lnTo><a:pt x="1270" y="16294"/></a:lnTo><a:lnTo><a:pt x="850" y="16459"/></a:lnTo><a:lnTo><a:pt x="508" y="16713"/></a:lnTo><a:lnTo><a:pt x="254" y="17043"/></a:lnTo><a:lnTo><a:pt x="0" y="17386"/></a:lnTo><a:lnTo><a:pt x="4038" y="17386"/></a:lnTo><a:close/></a:path><a:path w="16509" h="17779"><a:moveTo><a:pt x="15367" y="88"/></a:moveTo><a:lnTo><a:pt x="12522" y="0"/></a:lnTo><a:lnTo><a:pt x="15367" y="88"/></a:lnTo><a:close/></a:path><a:path w="16509" h="17779"><a:moveTo><a:pt x="16217" y="1765"/></a:moveTo><a:lnTo><a:pt x="16129" y="1600"/></a:lnTo><a:lnTo><a:pt x="16129" y="1346"/></a:lnTo><a:lnTo><a:pt x="16129" y="1181"/></a:lnTo><a:lnTo><a:pt x="16040" y="1016"/></a:lnTo><a:lnTo><a:pt x="15963" y="762"/></a:lnTo><a:lnTo><a:pt x="15875" y="596"/></a:lnTo><a:lnTo><a:pt x="15709" y="342"/></a:lnTo><a:lnTo><a:pt x="15367" y="88"/></a:lnTo><a:lnTo><a:pt x="12433" y="88"/></a:lnTo><a:lnTo><a:pt x="11760" y="1016"/></a:lnTo><a:lnTo><a:pt x="11671" y="1181"/></a:lnTo><a:lnTo><a:pt x="11671" y="1346"/></a:lnTo><a:lnTo><a:pt x="11595" y="1600"/></a:lnTo><a:lnTo><a:pt x="11671" y="1765"/></a:lnTo><a:lnTo><a:pt x="11671" y="2019"/></a:lnTo><a:lnTo><a:pt x="11671" y="2184"/></a:lnTo><a:lnTo><a:pt x="11760" y="2527"/></a:lnTo><a:lnTo><a:pt x="11925" y="2857"/></a:lnTo><a:lnTo><a:pt x="12014" y="3022"/></a:lnTo><a:lnTo><a:pt x="12179" y="3276"/></a:lnTo><a:lnTo><a:pt x="12522" y="3530"/></a:lnTo><a:lnTo><a:pt x="12852" y="3784"/></a:lnTo><a:lnTo><a:pt x="13271" y="3949"/></a:lnTo><a:lnTo><a:pt x="13690" y="4038"/></a:lnTo><a:lnTo><a:pt x="14109" y="4038"/></a:lnTo><a:lnTo><a:pt x="14528" y="3949"/></a:lnTo><a:lnTo><a:pt x="14871" y="3784"/></a:lnTo><a:lnTo><a:pt x="15290" y="3619"/></a:lnTo><a:lnTo><a:pt x="15544" y="3365"/></a:lnTo><a:lnTo><a:pt x="15786" y="3022"/></a:lnTo><a:lnTo><a:pt x="15875" y="2857"/></a:lnTo><a:lnTo><a:pt x="16040" y="2603"/></a:lnTo><a:lnTo><a:pt x="16129" y="2184"/></a:lnTo><a:lnTo><a:pt x="16129" y="2019"/></a:lnTo><a:lnTo><a:pt x="16217" y="1765"/></a:lnTo><a:close/></a:path></a:pathLst></a:custGeom><a:solidFill><a:srgbClr val="000000"/></a:solidFill></p:spPr><p:txBody><a:bodyPr wrap="square" lIns="0" tIns="0" rIns="0" bIns="0" rtlCol="0"/><a:lstStyle/><a:p/></p:txBody></p:sp><p:sp><p:nvSpPr><p:cNvPr id="672" name="object 672"/><p:cNvSpPr/><p:nvPr/></p:nvSpPr><p:spPr><a:xfrm><a:off x="16689452" y="12176827"/><a:ext cx="15240" cy="19050"/></a:xfrm><a:custGeom><a:avLst/><a:gdLst/><a:ahLst/><a:cxnLst/><a:rect l="l" t="t" r="r" b="b"/><a:pathLst><a:path w="15240" h="19050"><a:moveTo><a:pt x="4533" y="18554"/></a:moveTo><a:lnTo><a:pt x="4445" y="18224"/></a:lnTo><a:lnTo><a:pt x="4279" y="17805"/></a:lnTo><a:lnTo><a:pt x="4025" y="17386"/></a:lnTo><a:lnTo><a:pt x="3695" y="17132"/></a:lnTo><a:lnTo><a:pt x="3365" y="16878"/></a:lnTo><a:lnTo><a:pt x="2933" y="16713"/></a:lnTo><a:lnTo><a:pt x="2514" y="16624"/></a:lnTo><a:lnTo><a:pt x="2095" y="16624"/></a:lnTo><a:lnTo><a:pt x="1600" y="16713"/></a:lnTo><a:lnTo><a:pt x="1257" y="16878"/></a:lnTo><a:lnTo><a:pt x="838" y="17132"/></a:lnTo><a:lnTo><a:pt x="584" y="17386"/></a:lnTo><a:lnTo><a:pt x="330" y="17716"/></a:lnTo><a:lnTo><a:pt x="165" y="18135"/></a:lnTo><a:lnTo><a:pt x="88" y="18554"/></a:lnTo><a:lnTo><a:pt x="4533" y="18643"/></a:lnTo><a:close/></a:path><a:path w="15240" h="19050"><a:moveTo><a:pt x="14782" y="254"/></a:moveTo><a:lnTo><a:pt x="14617" y="0"/></a:lnTo><a:lnTo><a:pt x="10922" y="0"/></a:lnTo><a:lnTo><a:pt x="14782" y="254"/></a:lnTo><a:close/></a:path><a:path w="15240" h="19050"><a:moveTo><a:pt x="15036" y="1003"/></a:moveTo><a:lnTo><a:pt x="14947" y="838"/></a:lnTo><a:lnTo><a:pt x="14947" y="584"/></a:lnTo><a:lnTo><a:pt x="14859" y="419"/></a:lnTo><a:lnTo><a:pt x="14782" y="254"/></a:lnTo><a:lnTo><a:pt x="10744" y="254"/></a:lnTo><a:lnTo><a:pt x="10668" y="419"/></a:lnTo><a:lnTo><a:pt x="10579" y="584"/></a:lnTo><a:lnTo><a:pt x="10579" y="838"/></a:lnTo><a:lnTo><a:pt x="10502" y="1003"/></a:lnTo><a:lnTo><a:pt x="10502" y="1257"/></a:lnTo><a:lnTo><a:pt x="10502" y="1422"/></a:lnTo><a:lnTo><a:pt x="10502" y="1676"/></a:lnTo><a:lnTo><a:pt x="10579" y="1854"/></a:lnTo><a:lnTo><a:pt x="10668" y="2095"/></a:lnTo><a:lnTo><a:pt x="10668" y="2273"/></a:lnTo><a:lnTo><a:pt x="10833" y="2514"/></a:lnTo><a:lnTo><a:pt x="11163" y="2857"/></a:lnTo><a:lnTo><a:pt x="11506" y="3187"/></a:lnTo><a:lnTo><a:pt x="11836" y="3365"/></a:lnTo><a:lnTo><a:pt x="12344" y="3530"/></a:lnTo><a:lnTo><a:pt x="13106" y="3530"/></a:lnTo><a:lnTo><a:pt x="13271" y="3530"/></a:lnTo><a:lnTo><a:pt x="13601" y="3365"/></a:lnTo><a:lnTo><a:pt x="14020" y="3187"/></a:lnTo><a:lnTo><a:pt x="14363" y="2933"/></a:lnTo><a:lnTo><a:pt x="14617" y="2603"/></a:lnTo><a:lnTo><a:pt x="14782" y="2273"/></a:lnTo><a:lnTo><a:pt x="14859" y="2095"/></a:lnTo><a:lnTo><a:pt x="14947" y="1854"/></a:lnTo><a:lnTo><a:pt x="15036" y="1676"/></a:lnTo><a:lnTo><a:pt x="15036" y="1422"/></a:lnTo><a:lnTo><a:pt x="15036" y="1257"/></a:lnTo><a:lnTo><a:pt x="15036" y="1003"/></a:lnTo><a:close/></a:path></a:pathLst></a:custGeom><a:solidFill><a:srgbClr val="000000"/></a:solidFill></p:spPr><p:txBody><a:bodyPr wrap="square" lIns="0" tIns="0" rIns="0" bIns="0" rtlCol="0"/><a:lstStyle/><a:p/></p:txBody></p:sp><p:sp><p:nvSpPr><p:cNvPr id="673" name="object 673"/><p:cNvSpPr/><p:nvPr/></p:nvSpPr><p:spPr><a:xfrm><a:off x="16680473" y="12195382"/><a:ext cx="13970" cy="19685"/></a:xfrm><a:custGeom><a:avLst/><a:gdLst/><a:ahLst/><a:cxnLst/><a:rect l="l" t="t" r="r" b="b"/><a:pathLst><a:path w="13969" h="19684"><a:moveTo><a:pt x="4533" y="18135"/></a:moveTo><a:lnTo><a:pt x="4356" y="17805"/></a:lnTo><a:lnTo><a:pt x="4114" y="17386"/></a:lnTo><a:lnTo><a:pt x="3860" y="17043"/></a:lnTo><a:lnTo><a:pt x="3517" y="16802"/></a:lnTo><a:lnTo><a:pt x="3187" y="16624"/></a:lnTo><a:lnTo><a:pt x="2768" y="16459"/></a:lnTo><a:lnTo><a:pt x="2590" y="16459"/></a:lnTo><a:lnTo><a:pt x="2349" y="16383"/></a:lnTo><a:lnTo><a:pt x="1841" y="16459"/></a:lnTo><a:lnTo><a:pt x="1422" y="16548"/></a:lnTo><a:lnTo><a:pt x="1079" y="16802"/></a:lnTo><a:lnTo><a:pt x="660" y="17043"/></a:lnTo><a:lnTo><a:pt x="419" y="17386"/></a:lnTo><a:lnTo><a:pt x="165" y="17716"/></a:lnTo><a:lnTo><a:pt x="76" y="18135"/></a:lnTo><a:lnTo><a:pt x="0" y="18554"/></a:lnTo><a:lnTo><a:pt x="0" y="18986"/></a:lnTo><a:lnTo><a:pt x="165" y="19405"/></a:lnTo><a:lnTo><a:pt x="4445" y="19405"/></a:lnTo><a:lnTo><a:pt x="4533" y="19062"/></a:lnTo><a:lnTo><a:pt x="4533" y="18643"/></a:lnTo><a:lnTo><a:pt x="4533" y="18224"/></a:lnTo><a:close/></a:path><a:path w="13969" h="19684"><a:moveTo><a:pt x="13512" y="88"/></a:moveTo><a:lnTo><a:pt x="8978" y="88"/></a:lnTo><a:lnTo><a:pt x="8978" y="419"/></a:lnTo><a:lnTo><a:pt x="9067" y="762"/></a:lnTo><a:lnTo><a:pt x="9067" y="927"/></a:lnTo><a:lnTo><a:pt x="9144" y="1181"/></a:lnTo><a:lnTo><a:pt x="9232" y="1346"/></a:lnTo><a:lnTo><a:pt x="9398" y="1600"/></a:lnTo><a:lnTo><a:pt x="9486" y="1765"/></a:lnTo><a:lnTo><a:pt x="9652" y="1930"/></a:lnTo><a:lnTo><a:pt x="9817" y="2108"/></a:lnTo><a:lnTo><a:pt x="9982" y="2184"/></a:lnTo><a:lnTo><a:pt x="10160" y="2349"/></a:lnTo><a:lnTo><a:pt x="10325" y="2349"/></a:lnTo><a:lnTo><a:pt x="10579" y="2438"/></a:lnTo><a:lnTo><a:pt x="10744" y="2527"/></a:lnTo><a:lnTo><a:pt x="10998" y="2603"/></a:lnTo><a:lnTo><a:pt x="11493" y="2603"/></a:lnTo><a:lnTo><a:pt x="11836" y="2527"/></a:lnTo><a:lnTo><a:pt x="12166" y="2349"/></a:lnTo><a:lnTo><a:pt x="12344" y="2349"/></a:lnTo><a:lnTo><a:pt x="12585" y="2184"/></a:lnTo><a:lnTo><a:pt x="12928" y="1930"/></a:lnTo><a:lnTo><a:pt x="13004" y="1765"/></a:lnTo><a:lnTo><a:pt x="13182" y="1600"/></a:lnTo><a:lnTo><a:pt x="13258" y="1346"/></a:lnTo><a:lnTo><a:pt x="13347" y="1181"/></a:lnTo><a:lnTo><a:pt x="13423" y="927"/></a:lnTo><a:lnTo><a:pt x="13512" y="762"/></a:lnTo><a:lnTo><a:pt x="13512" y="508"/></a:lnTo><a:lnTo><a:pt x="13512" y="88"/></a:lnTo><a:close/></a:path><a:path w="13969" h="19684"><a:moveTo><a:pt x="13512" y="0"/></a:moveTo><a:lnTo><a:pt x="9067" y="0"/></a:lnTo><a:lnTo><a:pt x="13512" y="88"/></a:lnTo><a:close/></a:path></a:pathLst></a:custGeom><a:solidFill><a:srgbClr val="000000"/></a:solidFill></p:spPr><p:txBody><a:bodyPr wrap="square" lIns="0" tIns="0" rIns="0" bIns="0" rtlCol="0"/><a:lstStyle/><a:p/></p:txBody></p:sp><p:sp><p:nvSpPr><p:cNvPr id="674" name="object 674"/><p:cNvSpPr/><p:nvPr/></p:nvSpPr><p:spPr><a:xfrm><a:off x="16673082" y="12214444"/><a:ext cx="12065" cy="20320"/></a:xfrm><a:custGeom><a:avLst/><a:gdLst/><a:ahLst/><a:cxnLst/><a:rect l="l" t="t" r="r" b="b"/><a:pathLst><a:path w="12065" h="20320"><a:moveTo><a:pt x="4533" y="18808"/></a:moveTo><a:lnTo><a:pt x="4445" y="18389"/></a:lnTo><a:lnTo><a:pt x="4356" y="17970"/></a:lnTo><a:lnTo><a:pt x="4191" y="17551"/></a:lnTo><a:lnTo><a:pt x="4025" y="17221"/></a:lnTo><a:lnTo><a:pt x="3695" y="16967"/></a:lnTo><a:lnTo><a:pt x="3352" y="16713"/></a:lnTo><a:lnTo><a:pt x="3187" y="16624"/></a:lnTo><a:lnTo><a:pt x="2933" y="16548"/></a:lnTo><a:lnTo><a:pt x="2768" y="16459"/></a:lnTo><a:lnTo><a:pt x="2514" y="16459"/></a:lnTo><a:lnTo><a:pt x="2095" y="16370"/></a:lnTo><a:lnTo><a:pt x="1676" y="16459"/></a:lnTo><a:lnTo><a:pt x="1511" y="16548"/></a:lnTo><a:lnTo><a:pt x="1257" y="16624"/></a:lnTo><a:lnTo><a:pt x="838" y="16878"/></a:lnTo><a:lnTo><a:pt x="495" y="17221"/></a:lnTo><a:lnTo><a:pt x="241" y="17551"/></a:lnTo><a:lnTo><a:pt x="76" y="17970"/></a:lnTo><a:lnTo><a:pt x="0" y="18389"/></a:lnTo><a:lnTo><a:pt x="0" y="18808"/></a:lnTo><a:lnTo><a:pt x="0" y="19227"/></a:lnTo><a:lnTo><a:pt x="165" y="19646"/></a:lnTo><a:lnTo><a:pt x="330" y="19989"/></a:lnTo><a:lnTo><a:pt x="4025" y="20066"/></a:lnTo><a:lnTo><a:pt x="4279" y="19646"/></a:lnTo><a:lnTo><a:pt x="4445" y="19316"/></a:lnTo><a:lnTo><a:pt x="4533" y="18808"/></a:lnTo><a:close/></a:path><a:path w="12065" h="20320"><a:moveTo><a:pt x="11836" y="342"/></a:moveTo><a:lnTo><a:pt x="7556" y="342"/></a:lnTo><a:lnTo><a:pt x="7721" y="762"/></a:lnTo><a:lnTo><a:pt x="7886" y="1092"/></a:lnTo><a:lnTo><a:pt x="8051" y="1181"/></a:lnTo><a:lnTo><a:pt x="8229" y="1346"/></a:lnTo><a:lnTo><a:pt x="8394" y="1511"/></a:lnTo><a:lnTo><a:pt x="8559" y="1600"/></a:lnTo><a:lnTo><a:pt x="8724" y="1676"/></a:lnTo><a:lnTo><a:pt x="8978" y="1765"/></a:lnTo><a:lnTo><a:pt x="9144" y="1854"/></a:lnTo><a:lnTo><a:pt x="9398" y="1854"/></a:lnTo><a:lnTo><a:pt x="9563" y="1930"/></a:lnTo><a:lnTo><a:pt x="9982" y="1854"/></a:lnTo><a:lnTo><a:pt x="10160" y="1854"/></a:lnTo><a:lnTo><a:pt x="10414" y="1765"/></a:lnTo><a:lnTo><a:pt x="10579" y="1676"/></a:lnTo><a:lnTo><a:pt x="10744" y="1600"/></a:lnTo><a:lnTo><a:pt x="10909" y="1511"/></a:lnTo><a:lnTo><a:pt x="11163" y="1346"/></a:lnTo><a:lnTo><a:pt x="11328" y="1181"/></a:lnTo><a:lnTo><a:pt x="11582" y="838"/></a:lnTo><a:lnTo><a:pt x="11747" y="419"/></a:lnTo><a:close/></a:path><a:path w="12065" h="20320"><a:moveTo><a:pt x="11925" y="0"/></a:moveTo><a:lnTo><a:pt x="7467" y="0"/></a:lnTo><a:lnTo><a:pt x="11836" y="342"/></a:lnTo><a:lnTo><a:pt x="11925" y="0"/></a:lnTo><a:close/></a:path></a:pathLst></a:custGeom><a:solidFill><a:srgbClr val="000000"/></a:solidFill></p:spPr><p:txBody><a:bodyPr wrap="square" lIns="0" tIns="0" rIns="0" bIns="0" rtlCol="0"/><a:lstStyle/><a:p/></p:txBody></p:sp><p:sp><p:nvSpPr><p:cNvPr id="675" name="object 675"/><p:cNvSpPr/><p:nvPr/></p:nvSpPr><p:spPr><a:xfrm><a:off x="16667202" y="12234434"/><a:ext cx="10160" cy="20320"/></a:xfrm><a:custGeom><a:avLst/><a:gdLst/><a:ahLst/><a:cxnLst/><a:rect l="l" t="t" r="r" b="b"/><a:pathLst><a:path w="10159" h="20320"><a:moveTo><a:pt x="4533" y="17792"/></a:moveTo><a:lnTo><a:pt x="4368" y="17373"/></a:lnTo><a:lnTo><a:pt x="4191" y="17043"/></a:lnTo><a:lnTo><a:pt x="3949" y="16713"/></a:lnTo><a:lnTo><a:pt x="3771" y="16624"/></a:lnTo><a:lnTo><a:pt x="3606" y="16459"/></a:lnTo><a:lnTo><a:pt x="3441" y="16370"/></a:lnTo><a:lnTo><a:pt x="3187" y="16205"/></a:lnTo><a:lnTo><a:pt x="3022" y="16205"/></a:lnTo><a:lnTo><a:pt x="2857" y="16116"/></a:lnTo><a:lnTo><a:pt x="2514" y="16040"/></a:lnTo><a:lnTo><a:pt x="1930" y="16040"/></a:lnTo><a:lnTo><a:pt x="1765" y="16116"/></a:lnTo><a:lnTo><a:pt x="1511" y="16205"/></a:lnTo><a:lnTo><a:pt x="1346" y="16205"/></a:lnTo><a:lnTo><a:pt x="1092" y="16370"/></a:lnTo><a:lnTo><a:pt x="749" y="16624"/></a:lnTo><a:lnTo><a:pt x="419" y="16954"/></a:lnTo><a:lnTo><a:pt x="254" y="17297"/></a:lnTo><a:lnTo><a:pt x="76" y="17716"/></a:lnTo><a:lnTo><a:pt x="0" y="18224"/></a:lnTo><a:lnTo><a:pt x="0" y="18643"/></a:lnTo><a:lnTo><a:pt x="165" y="19062"/></a:lnTo><a:lnTo><a:pt x="330" y="19481"/></a:lnTo><a:lnTo><a:pt x="584" y="19812"/></a:lnTo><a:lnTo><a:pt x="838" y="20066"/></a:lnTo><a:lnTo><a:pt x="1168" y="20320"/></a:lnTo><a:lnTo><a:pt x="3352" y="20320"/></a:lnTo><a:lnTo><a:pt x="3606" y="20154"/></a:lnTo><a:lnTo><a:pt x="3949" y="19812"/></a:lnTo><a:lnTo><a:pt x="4191" y="19481"/></a:lnTo><a:lnTo><a:pt x="4445" y="19062"/></a:lnTo><a:lnTo><a:pt x="4533" y="18643"/></a:lnTo><a:lnTo><a:pt x="4533" y="18224"/></a:lnTo><a:lnTo><a:pt x="4533" y="17792"/></a:lnTo><a:close/></a:path><a:path w="10159" h="20320"><a:moveTo><a:pt x="9906" y="76"/></a:moveTo><a:lnTo><a:pt x="6299" y="76"/></a:lnTo><a:lnTo><a:pt x="6553" y="330"/></a:lnTo><a:lnTo><a:pt x="6883" y="584"/></a:lnTo><a:lnTo><a:pt x="7213" y="749"/></a:lnTo><a:lnTo><a:pt x="7391" y="838"/></a:lnTo><a:lnTo><a:pt x="7632" y="914"/></a:lnTo><a:lnTo><a:pt x="7810" y="914"/></a:lnTo><a:lnTo><a:pt x="8229" y="1003"/></a:lnTo><a:lnTo><a:pt x="8394" y="914"/></a:lnTo><a:lnTo><a:pt x="8648" y="914"/></a:lnTo><a:lnTo><a:pt x="8813" y="838"/></a:lnTo><a:lnTo><a:pt x="8978" y="749"/></a:lnTo><a:lnTo><a:pt x="9232" y="673"/></a:lnTo><a:lnTo><a:pt x="9398" y="584"/></a:lnTo><a:lnTo><a:pt x="9575" y="419"/></a:lnTo><a:lnTo><a:pt x="9740" y="330"/></a:lnTo><a:lnTo><a:pt x="9906" y="76"/></a:lnTo><a:close/></a:path><a:path w="10159" h="20320"><a:moveTo><a:pt x="9994" y="0"/></a:moveTo><a:lnTo><a:pt x="6210" y="0"/></a:lnTo><a:lnTo><a:pt x="9906" y="76"/></a:lnTo><a:close/></a:path></a:pathLst></a:custGeom><a:solidFill><a:srgbClr val="000000"/></a:solidFill></p:spPr><p:txBody><a:bodyPr wrap="square" lIns="0" tIns="0" rIns="0" bIns="0" rtlCol="0"/><a:lstStyle/><a:p/></p:txBody></p:sp><p:sp><p:nvSpPr><p:cNvPr id="676" name="object 676"/><p:cNvSpPr/><p:nvPr/></p:nvSpPr><p:spPr><a:xfrm><a:off x="16662998" y="12254589"/><a:ext cx="8255" cy="20955"/></a:xfrm><a:custGeom><a:avLst/><a:gdLst/><a:ahLst/><a:cxnLst/><a:rect l="l" t="t" r="r" b="b"/><a:pathLst><a:path w="8255" h="20954"><a:moveTo><a:pt x="4533" y="17881"/></a:moveTo><a:lnTo><a:pt x="4457" y="17627"/></a:lnTo><a:lnTo><a:pt x="4368" y="17208"/></a:lnTo><a:lnTo><a:pt x="4114" y="16878"/></a:lnTo><a:lnTo><a:pt x="3860" y="16535"/></a:lnTo><a:lnTo><a:pt x="3530" y="16281"/></a:lnTo><a:lnTo><a:pt x="3111" y="16027"/></a:lnTo><a:lnTo><a:pt x="2692" y="15951"/></a:lnTo><a:lnTo><a:pt x="2273" y="15862"/></a:lnTo><a:lnTo><a:pt x="1930" y="15951"/></a:lnTo><a:lnTo><a:pt x="1511" y="16027"/></a:lnTo><a:lnTo><a:pt x="1181" y="16205"/></a:lnTo><a:lnTo><a:pt x="1016" y="16281"/></a:lnTo><a:lnTo><a:pt x="762" y="16446"/></a:lnTo><a:lnTo><a:pt x="508" y="16789"/></a:lnTo><a:lnTo><a:pt x="254" y="17119"/></a:lnTo><a:lnTo><a:pt x="88" y="17538"/></a:lnTo><a:lnTo><a:pt x="0" y="17881"/></a:lnTo><a:lnTo><a:pt x="0" y="18046"/></a:lnTo><a:lnTo><a:pt x="0" y="18300"/></a:lnTo><a:lnTo><a:pt x="0" y="18465"/></a:lnTo><a:lnTo><a:pt x="88" y="18719"/></a:lnTo><a:lnTo><a:pt x="88" y="18884"/></a:lnTo><a:lnTo><a:pt x="254" y="19138"/></a:lnTo><a:lnTo><a:pt x="419" y="19481"/></a:lnTo><a:lnTo><a:pt x="762" y="19812"/></a:lnTo><a:lnTo><a:pt x="1016" y="20066"/></a:lnTo><a:lnTo><a:pt x="1435" y="20320"/></a:lnTo><a:lnTo><a:pt x="1854" y="20396"/></a:lnTo><a:lnTo><a:pt x="2768" y="20396"/></a:lnTo><a:lnTo><a:pt x="3022" y="20320"/></a:lnTo><a:lnTo><a:pt x="3441" y="20142"/></a:lnTo><a:lnTo><a:pt x="3784" y="19900"/></a:lnTo><a:lnTo><a:pt x="4038" y="19558"/></a:lnTo><a:lnTo><a:pt x="4279" y="19227"/></a:lnTo><a:lnTo><a:pt x="4457" y="18884"/></a:lnTo><a:lnTo><a:pt x="4457" y="18719"/></a:lnTo><a:lnTo><a:pt x="4533" y="18465"/></a:lnTo><a:lnTo><a:pt x="4533" y="18300"/></a:lnTo><a:lnTo><a:pt x="4533" y="18046"/></a:lnTo><a:lnTo><a:pt x="4533" y="17881"/></a:lnTo><a:close/></a:path><a:path w="8255" h="20954"><a:moveTo><a:pt x="7556" y="165"/></a:moveTo><a:lnTo><a:pt x="5372" y="165"/></a:lnTo><a:lnTo><a:pt x="5791" y="330"/></a:lnTo><a:lnTo><a:pt x="6210" y="419"/></a:lnTo><a:lnTo><a:pt x="6718" y="419"/></a:lnTo><a:lnTo><a:pt x="6972" y="330"/></a:lnTo><a:lnTo><a:pt x="7137" y="330"/></a:lnTo><a:lnTo><a:pt x="7391" y="241"/></a:lnTo><a:lnTo><a:pt x="7556" y="165"/></a:lnTo><a:close/></a:path><a:path w="8255" h="20954"><a:moveTo><a:pt x="7810" y="0"/></a:moveTo><a:lnTo><a:pt x="5130" y="0"/></a:lnTo><a:lnTo><a:pt x="7556" y="165"/></a:lnTo><a:lnTo><a:pt x="7810" y="0"/></a:lnTo><a:close/></a:path></a:pathLst></a:custGeom><a:solidFill><a:srgbClr val="000000"/></a:solidFill></p:spPr><p:txBody><a:bodyPr wrap="square" lIns="0" tIns="0" rIns="0" bIns="0" rtlCol="0"/><a:lstStyle/><a:p/></p:txBody></p:sp><p:sp><p:nvSpPr><p:cNvPr id="677" name="object 677"/><p:cNvSpPr/><p:nvPr/></p:nvSpPr><p:spPr><a:xfrm><a:off x="16660483" y="12274909"/><a:ext cx="5715" cy="36830"/></a:xfrm><a:custGeom><a:avLst/><a:gdLst/><a:ahLst/><a:cxnLst/><a:rect l="l" t="t" r="r" b="b"/><a:pathLst><a:path w="5715" h="36829"><a:moveTo><a:pt x="2260" y="36525"/></a:moveTo><a:lnTo><a:pt x="1841" y="36360"/></a:lnTo><a:lnTo><a:pt x="1003" y="36360"/></a:lnTo><a:lnTo><a:pt x="584" y="36525"/></a:lnTo><a:lnTo><a:pt x="2260" y="36525"/></a:lnTo><a:close/></a:path><a:path w="5715" h="36829"><a:moveTo><a:pt x="4533" y="17792"/></a:moveTo><a:lnTo><a:pt x="4445" y="17462"/></a:lnTo><a:lnTo><a:pt x="4279" y="17043"/></a:lnTo><a:lnTo><a:pt x="4025" y="16700"/></a:lnTo><a:lnTo><a:pt x="3695" y="16370"/></a:lnTo><a:lnTo><a:pt x="3276" y="16116"/></a:lnTo><a:lnTo><a:pt x="2933" y="15951"/></a:lnTo><a:lnTo><a:pt x="2438" y="15862"/></a:lnTo><a:lnTo><a:pt x="2019" y="15862"/></a:lnTo><a:lnTo><a:pt x="1676" y="15951"/></a:lnTo><a:lnTo><a:pt x="1257" y="16116"/></a:lnTo><a:lnTo><a:pt x="838" y="16370"/></a:lnTo><a:lnTo><a:pt x="584" y="16624"/></a:lnTo><a:lnTo><a:pt x="330" y="16954"/></a:lnTo><a:lnTo><a:pt x="165" y="17373"/></a:lnTo><a:lnTo><a:pt x="0" y="17792"/></a:lnTo><a:lnTo><a:pt x="0" y="18211"/></a:lnTo><a:lnTo><a:pt x="0" y="18389"/></a:lnTo><a:lnTo><a:pt x="0" y="18630"/></a:lnTo><a:lnTo><a:pt x="76" y="18808"/></a:lnTo><a:lnTo><a:pt x="165" y="18973"/></a:lnTo><a:lnTo><a:pt x="254" y="19227"/></a:lnTo><a:lnTo><a:pt x="330" y="19392"/></a:lnTo><a:lnTo><a:pt x="495" y="19558"/></a:lnTo><a:lnTo><a:pt x="584" y="19723"/></a:lnTo><a:lnTo><a:pt x="838" y="19900"/></a:lnTo><a:lnTo><a:pt x="1168" y="20142"/></a:lnTo><a:lnTo><a:pt x="1587" y="20320"/></a:lnTo><a:lnTo><a:pt x="2019" y="20396"/></a:lnTo><a:lnTo><a:pt x="2514" y="20396"/></a:lnTo><a:lnTo><a:pt x="2857" y="20320"/></a:lnTo><a:lnTo><a:pt x="3187" y="20231"/></a:lnTo><a:lnTo><a:pt x="3352" y="20142"/></a:lnTo><a:lnTo><a:pt x="3606" y="19977"/></a:lnTo><a:lnTo><a:pt x="3771" y="19900"/></a:lnTo><a:lnTo><a:pt x="3949" y="19723"/></a:lnTo><a:lnTo><a:pt x="4025" y="19558"/></a:lnTo><a:lnTo><a:pt x="4191" y="19392"/></a:lnTo><a:lnTo><a:pt x="4279" y="19227"/></a:lnTo><a:lnTo><a:pt x="4368" y="18973"/></a:lnTo><a:lnTo><a:pt x="4445" y="18808"/></a:lnTo><a:lnTo><a:pt x="4445" y="18630"/></a:lnTo><a:lnTo><a:pt x="4533" y="18389"/></a:lnTo><a:lnTo><a:pt x="4533" y="18211"/></a:lnTo><a:lnTo><a:pt x="4533" y="17881"/></a:lnTo><a:close/></a:path><a:path w="5715" h="36829"><a:moveTo><a:pt x="5118" y="76"/></a:moveTo><a:lnTo><a:pt x="4445" y="76"/></a:lnTo><a:lnTo><a:pt x="4864" y="165"/></a:lnTo><a:lnTo><a:pt x="5118" y="76"/></a:lnTo><a:close/></a:path><a:path w="5715" h="36829"><a:moveTo><a:pt x="5537" y="0"/></a:moveTo><a:lnTo><a:pt x="4025" y="0"/></a:lnTo><a:lnTo><a:pt x="5118" y="76"/></a:lnTo><a:lnTo><a:pt x="5283" y="76"/></a:lnTo><a:lnTo><a:pt x="5537" y="0"/></a:lnTo><a:close/></a:path></a:pathLst></a:custGeom><a:solidFill><a:srgbClr val="000000"/></a:solidFill></p:spPr><p:txBody><a:bodyPr wrap="square" lIns="0" tIns="0" rIns="0" bIns="0" rtlCol="0"/><a:lstStyle/><a:p/></p:txBody></p:sp><p:sp><p:nvSpPr><p:cNvPr id="678" name="object 678"/><p:cNvSpPr/><p:nvPr/></p:nvSpPr><p:spPr><a:xfrm><a:off x="16659645" y="12311434"/><a:ext cx="5080" cy="21590"/></a:xfrm><a:custGeom><a:avLst/><a:gdLst/><a:ahLst/><a:cxnLst/><a:rect l="l" t="t" r="r" b="b"/><a:pathLst><a:path w="5080" h="21590"><a:moveTo><a:pt x="4533" y="1841"/></a:moveTo><a:lnTo><a:pt x="4445" y="1587"/></a:lnTo><a:lnTo><a:pt x="4445" y="1422"/></a:lnTo><a:lnTo><a:pt x="4368" y="1168"/></a:lnTo><a:lnTo><a:pt x="4114" y="838"/></a:lnTo><a:lnTo><a:pt x="4025" y="673"/></a:lnTo><a:lnTo><a:pt x="3860" y="495"/></a:lnTo><a:lnTo><a:pt x="3517" y="165"/></a:lnTo><a:lnTo><a:pt x="3098" y="0"/></a:lnTo><a:lnTo><a:pt x="1422" y="0"/></a:lnTo><a:lnTo><a:pt x="1092" y="165"/></a:lnTo><a:lnTo><a:pt x="749" y="419"/></a:lnTo><a:lnTo><a:pt x="419" y="673"/></a:lnTo><a:lnTo><a:pt x="330" y="838"/></a:lnTo><a:lnTo><a:pt x="254" y="1092"/></a:lnTo><a:lnTo><a:pt x="76" y="1422"/></a:lnTo><a:lnTo><a:pt x="0" y="1587"/></a:lnTo><a:lnTo><a:pt x="0" y="1841"/></a:lnTo><a:lnTo><a:pt x="0" y="2095"/></a:lnTo><a:lnTo><a:pt x="0" y="2260"/></a:lnTo><a:lnTo><a:pt x="0" y="2514"/></a:lnTo><a:lnTo><a:pt x="76" y="2679"/></a:lnTo><a:lnTo><a:pt x="165" y="2933"/></a:lnTo><a:lnTo><a:pt x="254" y="3098"/></a:lnTo><a:lnTo><a:pt x="330" y="3352"/></a:lnTo><a:lnTo><a:pt x="673" y="3695"/></a:lnTo><a:lnTo><a:pt x="1003" y="3949"/></a:lnTo><a:lnTo><a:pt x="1422" y="4191"/></a:lnTo><a:lnTo><a:pt x="1841" y="4279"/></a:lnTo><a:lnTo><a:pt x="2260" y="4368"/></a:lnTo><a:lnTo><a:pt x="2603" y="4279"/></a:lnTo><a:lnTo><a:pt x="3022" y="4191"/></a:lnTo><a:lnTo><a:pt x="3441" y="4025"/></a:lnTo><a:lnTo><a:pt x="3771" y="3771"/></a:lnTo><a:lnTo><a:pt x="4025" y="3441"/></a:lnTo><a:lnTo><a:pt x="4279" y="3098"/></a:lnTo><a:lnTo><a:pt x="4368" y="2933"/></a:lnTo><a:lnTo><a:pt x="4445" y="2679"/></a:lnTo><a:lnTo><a:pt x="4445" y="2514"/></a:lnTo><a:lnTo><a:pt x="4533" y="2260"/></a:lnTo><a:lnTo><a:pt x="4533" y="2095"/></a:lnTo><a:lnTo><a:pt x="4533" y="1841"/></a:lnTo><a:close/></a:path><a:path w="5080" h="21590"><a:moveTo><a:pt x="4787" y="20993"/></a:moveTo><a:lnTo><a:pt x="4533" y="20739"/></a:lnTo><a:lnTo><a:pt x="4114" y="20485"/></a:lnTo><a:lnTo><a:pt x="3771" y="20320"/></a:lnTo><a:lnTo><a:pt x="3352" y="20231"/></a:lnTo><a:lnTo><a:pt x="2857" y="20231"/></a:lnTo><a:lnTo><a:pt x="2425" y="20320"/></a:lnTo><a:lnTo><a:pt x="2095" y="20485"/></a:lnTo><a:lnTo><a:pt x="1765" y="20739"/></a:lnTo><a:lnTo><a:pt x="1422" y="20993"/></a:lnTo><a:lnTo><a:pt x="4787" y="20993"/></a:lnTo><a:close/></a:path></a:pathLst></a:custGeom><a:solidFill><a:srgbClr val="000000"/></a:solidFill></p:spPr><p:txBody><a:bodyPr wrap="square" lIns="0" tIns="0" rIns="0" bIns="0" rtlCol="0"/><a:lstStyle/><a:p/></p:txBody></p:sp><p:sp><p:nvSpPr><p:cNvPr id="679" name="object 679"/><p:cNvSpPr/><p:nvPr/></p:nvSpPr><p:spPr><a:xfrm><a:off x="16660483" y="12332173"/><a:ext cx="6985" cy="21590"/></a:xfrm><a:custGeom><a:avLst/><a:gdLst/><a:ahLst/><a:cxnLst/><a:rect l="l" t="t" r="r" b="b"/><a:pathLst><a:path w="6984" h="21590"><a:moveTo><a:pt x="3949" y="254"/></a:moveTo><a:lnTo><a:pt x="3695" y="0"/></a:lnTo><a:lnTo><a:pt x="838" y="0"/></a:lnTo><a:lnTo><a:pt x="3949" y="254"/></a:lnTo><a:close/></a:path><a:path w="6984" h="21590"><a:moveTo><a:pt x="4533" y="1346"/></a:moveTo><a:lnTo><a:pt x="4445" y="1092"/></a:lnTo><a:lnTo><a:pt x="4279" y="673"/></a:lnTo><a:lnTo><a:pt x="4025" y="330"/></a:lnTo><a:lnTo><a:pt x="584" y="254"/></a:lnTo><a:lnTo><a:pt x="330" y="584"/></a:lnTo><a:lnTo><a:pt x="165" y="1003"/></a:lnTo><a:lnTo><a:pt x="0" y="1346"/></a:lnTo><a:lnTo><a:pt x="0" y="1511"/></a:lnTo><a:lnTo><a:pt x="0" y="1765"/></a:lnTo><a:lnTo><a:pt x="0" y="2019"/></a:lnTo><a:lnTo><a:pt x="0" y="2184"/></a:lnTo><a:lnTo><a:pt x="76" y="2438"/></a:lnTo><a:lnTo><a:pt x="165" y="2603"/></a:lnTo><a:lnTo><a:pt x="254" y="2857"/></a:lnTo><a:lnTo><a:pt x="330" y="3022"/></a:lnTo><a:lnTo><a:pt x="495" y="3187"/></a:lnTo><a:lnTo><a:pt x="584" y="3352"/></a:lnTo><a:lnTo><a:pt x="749" y="3530"/></a:lnTo><a:lnTo><a:pt x="927" y="3606"/></a:lnTo><a:lnTo><a:pt x="1168" y="3771"/></a:lnTo><a:lnTo><a:pt x="1587" y="3949"/></a:lnTo><a:lnTo><a:pt x="2019" y="4025"/></a:lnTo><a:lnTo><a:pt x="2514" y="4025"/></a:lnTo><a:lnTo><a:pt x="2857" y="3949"/></a:lnTo><a:lnTo><a:pt x="3276" y="3860"/></a:lnTo><a:lnTo><a:pt x="3606" y="3606"/></a:lnTo><a:lnTo><a:pt x="3949" y="3352"/></a:lnTo><a:lnTo><a:pt x="4025" y="3187"/></a:lnTo><a:lnTo><a:pt x="4191" y="3022"/></a:lnTo><a:lnTo><a:pt x="4279" y="2857"/></a:lnTo><a:lnTo><a:pt x="4368" y="2603"/></a:lnTo><a:lnTo><a:pt x="4445" y="2438"/></a:lnTo><a:lnTo><a:pt x="4533" y="2184"/></a:lnTo><a:lnTo><a:pt x="4533" y="2019"/></a:lnTo><a:lnTo><a:pt x="4533" y="1765"/></a:lnTo><a:lnTo><a:pt x="4533" y="1511"/></a:lnTo><a:lnTo><a:pt x="4533" y="1346"/></a:lnTo><a:close/></a:path><a:path w="6984" h="21590"><a:moveTo><a:pt x="6883" y="21069"/></a:moveTo><a:lnTo><a:pt x="6629" y="20739"/></a:lnTo><a:lnTo><a:pt x="6375" y="20408"/></a:lnTo><a:lnTo><a:pt x="6045" y="20154"/></a:lnTo><a:lnTo><a:pt x="5626" y="19977"/></a:lnTo><a:lnTo><a:pt x="5283" y="19812"/></a:lnTo><a:lnTo><a:pt x="4368" y="19812"/></a:lnTo><a:lnTo><a:pt x="3949" y="19977"/></a:lnTo><a:lnTo><a:pt x="3606" y="20154"/></a:lnTo><a:lnTo><a:pt x="3276" y="20408"/></a:lnTo><a:lnTo><a:pt x="2933" y="20739"/></a:lnTo><a:lnTo><a:pt x="2768" y="21069"/></a:lnTo><a:lnTo><a:pt x="6883" y="21158"/></a:lnTo><a:close/></a:path></a:pathLst></a:custGeom><a:solidFill><a:srgbClr val="000000"/></a:solidFill></p:spPr><p:txBody><a:bodyPr wrap="square" lIns="0" tIns="0" rIns="0" bIns="0" rtlCol="0"/><a:lstStyle/><a:p/></p:txBody></p:sp><p:sp><p:nvSpPr><p:cNvPr id="680" name="object 680"/><p:cNvSpPr/><p:nvPr/></p:nvSpPr><p:spPr><a:xfrm><a:off x="16662998" y="12353243"/><a:ext cx="8890" cy="21590"/></a:xfrm><a:custGeom><a:avLst/><a:gdLst/><a:ahLst/><a:cxnLst/><a:rect l="l" t="t" r="r" b="b"/><a:pathLst><a:path w="8890" h="21590"><a:moveTo><a:pt x="4368" y="0"/></a:moveTo><a:lnTo><a:pt x="254" y="0"/></a:lnTo><a:lnTo><a:pt x="4368" y="88"/></a:lnTo><a:close/></a:path><a:path w="8890" h="21590"><a:moveTo><a:pt x="4533" y="850"/></a:moveTo><a:lnTo><a:pt x="4457" y="508"/></a:lnTo><a:lnTo><a:pt x="4368" y="88"/></a:lnTo><a:lnTo><a:pt x="165" y="88"/></a:lnTo><a:lnTo><a:pt x="88" y="419"/></a:lnTo><a:lnTo><a:pt x="0" y="850"/></a:lnTo><a:lnTo><a:pt x="0" y="1270"/></a:lnTo><a:lnTo><a:pt x="0" y="1435"/></a:lnTo><a:lnTo><a:pt x="88" y="1689"/></a:lnTo><a:lnTo><a:pt x="165" y="1854"/></a:lnTo><a:lnTo><a:pt x="254" y="2108"/></a:lnTo><a:lnTo><a:pt x="508" y="2438"/></a:lnTo><a:lnTo><a:pt x="584" y="2603"/></a:lnTo><a:lnTo><a:pt x="762" y="2692"/></a:lnTo><a:lnTo><a:pt x="927" y="2857"/></a:lnTo><a:lnTo><a:pt x="1092" y="2946"/></a:lnTo><a:lnTo><a:pt x="1346" y="3111"/></a:lnTo><a:lnTo><a:pt x="1511" y="3111"/></a:lnTo><a:lnTo><a:pt x="1765" y="3200"/></a:lnTo><a:lnTo><a:pt x="1930" y="3276"/></a:lnTo><a:lnTo><a:pt x="2692" y="3276"/></a:lnTo><a:lnTo><a:pt x="3022" y="3111"/></a:lnTo><a:lnTo><a:pt x="3187" y="3111"/></a:lnTo><a:lnTo><a:pt x="3441" y="2946"/></a:lnTo><a:lnTo><a:pt x="3619" y="2857"/></a:lnTo><a:lnTo><a:pt x="3784" y="2692"/></a:lnTo><a:lnTo><a:pt x="3949" y="2603"/></a:lnTo><a:lnTo><a:pt x="4038" y="2438"/></a:lnTo><a:lnTo><a:pt x="4203" y="2184"/></a:lnTo><a:lnTo><a:pt x="4368" y="1854"/></a:lnTo><a:lnTo><a:pt x="4457" y="1689"/></a:lnTo><a:lnTo><a:pt x="4533" y="1435"/></a:lnTo><a:lnTo><a:pt x="4533" y="1270"/></a:lnTo><a:lnTo><a:pt x="4533" y="927"/></a:lnTo><a:close/></a:path><a:path w="8890" h="21590"><a:moveTo><a:pt x="8737" y="20662"/></a:moveTo><a:lnTo><a:pt x="8648" y="20243"/></a:lnTo><a:lnTo><a:pt x="8483" y="19900"/></a:lnTo><a:lnTo><a:pt x="8229" y="19570"/></a:lnTo><a:lnTo><a:pt x="8064" y="19481"/></a:lnTo><a:lnTo><a:pt x="7899" y="19240"/></a:lnTo><a:lnTo><a:pt x="7556" y="19062"/></a:lnTo><a:lnTo><a:pt x="7391" y="18986"/></a:lnTo><a:lnTo><a:pt x="7137" y="18897"/></a:lnTo><a:lnTo><a:pt x="6972" y="18808"/></a:lnTo><a:lnTo><a:pt x="6718" y="18808"/></a:lnTo><a:lnTo><a:pt x="6299" y="18732"/></a:lnTo><a:lnTo><a:pt x="5880" y="18808"/></a:lnTo><a:lnTo><a:pt x="5549" y="18986"/></a:lnTo><a:lnTo><a:pt x="5130" y="19151"/></a:lnTo><a:lnTo><a:pt x="4876" y="19481"/></a:lnTo><a:lnTo><a:pt x="4533" y="19824"/></a:lnTo><a:lnTo><a:pt x="4368" y="20154"/></a:lnTo><a:lnTo><a:pt x="4279" y="20574"/></a:lnTo><a:lnTo><a:pt x="4203" y="20993"/></a:lnTo><a:lnTo><a:pt x="8737" y="20993"/></a:lnTo><a:lnTo><a:pt x="8737" y="20662"/></a:lnTo><a:close/></a:path></a:pathLst></a:custGeom><a:solidFill><a:srgbClr val="000000"/></a:solidFill></p:spPr><p:txBody><a:bodyPr wrap="square" lIns="0" tIns="0" rIns="0" bIns="0" rtlCol="0"/><a:lstStyle/><a:p/></p:txBody></p:sp><p:sp><p:nvSpPr><p:cNvPr id="681" name="object 681"/><p:cNvSpPr/><p:nvPr/></p:nvSpPr><p:spPr><a:xfrm><a:off x="16667202" y="12373905"/><a:ext cx="10795" cy="20955"/></a:xfrm><a:custGeom><a:avLst/><a:gdLst/><a:ahLst/><a:cxnLst/><a:rect l="l" t="t" r="r" b="b"/><a:pathLst><a:path w="10794" h="20954"><a:moveTo><a:pt x="4533" y="330"/></a:moveTo><a:lnTo><a:pt x="0" y="330"/></a:lnTo><a:lnTo><a:pt x="0" y="749"/></a:lnTo><a:lnTo><a:pt x="165" y="1168"/></a:lnTo><a:lnTo><a:pt x="330" y="1511"/></a:lnTo><a:lnTo><a:pt x="584" y="1841"/></a:lnTo><a:lnTo><a:pt x="838" y="2184"/></a:lnTo><a:lnTo><a:pt x="1003" y="2260"/></a:lnTo><a:lnTo><a:pt x="1168" y="2349"/></a:lnTo><a:lnTo><a:pt x="1346" y="2438"/></a:lnTo><a:lnTo><a:pt x="1587" y="2514"/></a:lnTo><a:lnTo><a:pt x="1765" y="2603"/></a:lnTo><a:lnTo><a:pt x="2006" y="2603"/></a:lnTo><a:lnTo><a:pt x="2438" y="2679"/></a:lnTo><a:lnTo><a:pt x="2857" y="2603"/></a:lnTo><a:lnTo><a:pt x="3276" y="2438"/></a:lnTo><a:lnTo><a:pt x="3606" y="2260"/></a:lnTo><a:lnTo><a:pt x="3949" y="1930"/></a:lnTo><a:lnTo><a:pt x="4191" y="1600"/></a:lnTo><a:lnTo><a:pt x="4368" y="1257"/></a:lnTo><a:lnTo><a:pt x="4533" y="838"/></a:lnTo><a:lnTo><a:pt x="4533" y="419"/></a:lnTo><a:close/></a:path><a:path w="10794" h="20954"><a:moveTo><a:pt x="4533" y="0"/></a:moveTo><a:lnTo><a:pt x="0" y="0"/></a:lnTo><a:lnTo><a:pt x="4533" y="330"/></a:lnTo><a:lnTo><a:pt x="4533" y="0"/></a:lnTo><a:close/></a:path><a:path w="10794" h="20954"><a:moveTo><a:pt x="10414" y="19900"/></a:moveTo><a:lnTo><a:pt x="10325" y="19735"/></a:lnTo><a:lnTo><a:pt x="10325" y="19481"/></a:lnTo><a:lnTo><a:pt x="10236" y="19316"/></a:lnTo><a:lnTo><a:pt x="10160" y="19062"/></a:lnTo><a:lnTo><a:pt x="10071" y="18897"/></a:lnTo><a:lnTo><a:pt x="9994" y="18719"/></a:lnTo><a:lnTo><a:pt x="9817" y="18554"/></a:lnTo><a:lnTo><a:pt x="9740" y="18389"/></a:lnTo><a:lnTo><a:pt x="9575" y="18224"/></a:lnTo><a:lnTo><a:pt x="9398" y="18135"/></a:lnTo><a:lnTo><a:pt x="9232" y="17970"/></a:lnTo><a:lnTo><a:pt x="8978" y="17881"/></a:lnTo><a:lnTo><a:pt x="8813" y="17805"/></a:lnTo><a:lnTo><a:pt x="8648" y="17805"/></a:lnTo><a:lnTo><a:pt x="8394" y="17716"/></a:lnTo><a:lnTo><a:pt x="7810" y="17716"/></a:lnTo><a:lnTo><a:pt x="7632" y="17805"/></a:lnTo><a:lnTo><a:pt x="7391" y="17805"/></a:lnTo><a:lnTo><a:pt x="7213" y="17881"/></a:lnTo><a:lnTo><a:pt x="6972" y="17970"/></a:lnTo><a:lnTo><a:pt x="6883" y="18135"/></a:lnTo><a:lnTo><a:pt x="6629" y="18224"/></a:lnTo><a:lnTo><a:pt x="6553" y="18389"/></a:lnTo><a:lnTo><a:pt x="6375" y="18554"/></a:lnTo><a:lnTo><a:pt x="6299" y="18719"/></a:lnTo><a:lnTo><a:pt x="6121" y="18897"/></a:lnTo><a:lnTo><a:pt x="6045" y="19062"/></a:lnTo><a:lnTo><a:pt x="5956" y="19316"/></a:lnTo><a:lnTo><a:pt x="5880" y="19481"/></a:lnTo><a:lnTo><a:pt x="5880" y="19735"/></a:lnTo><a:lnTo><a:pt x="5880" y="19900"/></a:lnTo><a:lnTo><a:pt x="5880" y="20154"/></a:lnTo><a:lnTo><a:pt x="5880" y="20320"/></a:lnTo><a:lnTo><a:pt x="5880" y="20485"/></a:lnTo><a:lnTo><a:pt x="10325" y="20485"/></a:lnTo><a:lnTo><a:pt x="10325" y="20320"/></a:lnTo><a:lnTo><a:pt x="10414" y="20154"/></a:lnTo><a:lnTo><a:pt x="10414" y="19900"/></a:lnTo><a:close/></a:path></a:pathLst></a:custGeom><a:solidFill><a:srgbClr val="000000"/></a:solidFill></p:spPr><p:txBody><a:bodyPr wrap="square" lIns="0" tIns="0" rIns="0" bIns="0" rtlCol="0"/><a:lstStyle/><a:p/></p:txBody></p:sp><p:sp><p:nvSpPr><p:cNvPr id="682" name="object 682"/><p:cNvSpPr/><p:nvPr/></p:nvSpPr><p:spPr><a:xfrm><a:off x="16673082" y="12394225"/><a:ext cx="12065" cy="20320"/></a:xfrm><a:custGeom><a:avLst/><a:gdLst/><a:ahLst/><a:cxnLst/><a:rect l="l" t="t" r="r" b="b"/><a:pathLst><a:path w="12065" h="20320"><a:moveTo><a:pt x="4445" y="165"/></a:moveTo><a:lnTo><a:pt x="0" y="165"/></a:lnTo><a:lnTo><a:pt x="76" y="330"/></a:lnTo><a:lnTo><a:pt x="165" y="584"/></a:lnTo><a:lnTo><a:pt x="241" y="749"/></a:lnTo><a:lnTo><a:pt x="330" y="1003"/></a:lnTo><a:lnTo><a:pt x="495" y="1092"/></a:lnTo><a:lnTo><a:pt x="673" y="1257"/></a:lnTo><a:lnTo><a:pt x="749" y="1422"/></a:lnTo><a:lnTo><a:pt x="1003" y="1600"/></a:lnTo><a:lnTo><a:pt x="1333" y="1765"/></a:lnTo><a:lnTo><a:pt x="1511" y="1841"/></a:lnTo><a:lnTo><a:pt x="1752" y="1841"/></a:lnTo><a:lnTo><a:pt x="1930" y="1930"/></a:lnTo><a:lnTo><a:pt x="2603" y="1930"/></a:lnTo><a:lnTo><a:pt x="2933" y="1841"/></a:lnTo><a:lnTo><a:pt x="3098" y="1765"/></a:lnTo><a:lnTo><a:pt x="3352" y="1676"/></a:lnTo><a:lnTo><a:pt x="3517" y="1600"/></a:lnTo><a:lnTo><a:pt x="3695" y="1422"/></a:lnTo><a:lnTo><a:pt x="3771" y="1257"/></a:lnTo><a:lnTo><a:pt x="4025" y="1092"/></a:lnTo><a:lnTo><a:pt x="4191" y="749"/></a:lnTo><a:lnTo><a:pt x="4279" y="584"/></a:lnTo><a:lnTo><a:pt x="4356" y="330"/></a:lnTo><a:lnTo><a:pt x="4445" y="165"/></a:lnTo><a:close/></a:path><a:path w="12065" h="20320"><a:moveTo><a:pt x="4445" y="0"/></a:moveTo><a:lnTo><a:pt x="0" y="0"/></a:lnTo><a:lnTo><a:pt x="4445" y="165"/></a:lnTo><a:lnTo><a:pt x="4445" y="0"/></a:lnTo><a:close/></a:path><a:path w="12065" h="20320"><a:moveTo><a:pt x="11925" y="18224"/></a:moveTo><a:lnTo><a:pt x="11747" y="17805"/></a:lnTo><a:lnTo><a:pt x="11582" y="17462"/></a:lnTo><a:lnTo><a:pt x="11252" y="17132"/></a:lnTo><a:lnTo><a:pt x="10909" y="16878"/></a:lnTo><a:lnTo><a:pt x="10579" y="16624"/></a:lnTo><a:lnTo><a:pt x="10160" y="16535"/></a:lnTo><a:lnTo><a:pt x="9321" y="16459"/></a:lnTo><a:lnTo><a:pt x="9144" y="16535"/></a:lnTo><a:lnTo><a:pt x="8902" y="16624"/></a:lnTo><a:lnTo><a:pt x="8724" y="16624"/></a:lnTo><a:lnTo><a:pt x="8470" y="16789"/></a:lnTo><a:lnTo><a:pt x="8140" y="17043"/></a:lnTo><a:lnTo><a:pt x="7810" y="17386"/></a:lnTo><a:lnTo><a:pt x="7556" y="17805"/></a:lnTo><a:lnTo><a:pt x="7467" y="18224"/></a:lnTo><a:lnTo><a:pt x="7391" y="18643"/></a:lnTo><a:lnTo><a:pt x="7391" y="19062"/></a:lnTo><a:lnTo><a:pt x="7467" y="19481"/></a:lnTo><a:lnTo><a:pt x="7721" y="19812"/></a:lnTo><a:lnTo><a:pt x="7721" y="19989"/></a:lnTo><a:lnTo><a:pt x="11582" y="19989"/></a:lnTo><a:lnTo><a:pt x="11671" y="19812"/></a:lnTo><a:lnTo><a:pt x="11747" y="19570"/></a:lnTo><a:lnTo><a:pt x="11925" y="19138"/></a:lnTo><a:lnTo><a:pt x="11925" y="18643"/></a:lnTo><a:lnTo><a:pt x="11925" y="18224"/></a:lnTo><a:close/></a:path></a:pathLst></a:custGeom><a:solidFill><a:srgbClr val="000000"/></a:solidFill></p:spPr><p:txBody><a:bodyPr wrap="square" lIns="0" tIns="0" rIns="0" bIns="0" rtlCol="0"/><a:lstStyle/><a:p/></p:txBody></p:sp><p:sp><p:nvSpPr><p:cNvPr id="683" name="object 683"/><p:cNvSpPr/><p:nvPr/></p:nvSpPr><p:spPr><a:xfrm><a:off x="16680803" y="12414037"/><a:ext cx="13335" cy="19685"/></a:xfrm><a:custGeom><a:avLst/><a:gdLst/><a:ahLst/><a:cxnLst/><a:rect l="l" t="t" r="r" b="b"/><a:pathLst><a:path w="13334" h="19684"><a:moveTo><a:pt x="3860" y="177"/></a:moveTo><a:lnTo><a:pt x="0" y="177"/></a:lnTo><a:lnTo><a:pt x="165" y="342"/></a:lnTo><a:lnTo><a:pt x="330" y="508"/></a:lnTo><a:lnTo><a:pt x="508" y="673"/></a:lnTo><a:lnTo><a:pt x="673" y="762"/></a:lnTo><a:lnTo><a:pt x="838" y="927"/></a:lnTo><a:lnTo><a:pt x="1092" y="1016"/></a:lnTo><a:lnTo><a:pt x="1257" y="1092"/></a:lnTo><a:lnTo><a:pt x="1511" y="1092"/></a:lnTo><a:lnTo><a:pt x="2184" y="1181"/></a:lnTo><a:lnTo><a:pt x="2438" y="1092"/></a:lnTo><a:lnTo><a:pt x="2603" y="1092"/></a:lnTo><a:lnTo><a:pt x="2857" y="1016"/></a:lnTo><a:lnTo><a:pt x="3022" y="927"/></a:lnTo><a:lnTo><a:pt x="3276" y="762"/></a:lnTo><a:lnTo><a:pt x="3606" y="508"/></a:lnTo><a:lnTo><a:pt x="3695" y="342"/></a:lnTo><a:lnTo><a:pt x="3860" y="177"/></a:lnTo><a:close/></a:path><a:path w="13334" h="19684"><a:moveTo><a:pt x="3949" y="0"/></a:moveTo><a:lnTo><a:pt x="0" y="0"/></a:lnTo><a:lnTo><a:pt x="3860" y="177"/></a:lnTo><a:lnTo><a:pt x="3949" y="0"/></a:lnTo><a:close/></a:path><a:path w="13334" h="19684"><a:moveTo><a:pt x="13182" y="16802"/></a:moveTo><a:lnTo><a:pt x="13093" y="16624"/></a:lnTo><a:lnTo><a:pt x="13017" y="16383"/></a:lnTo><a:lnTo><a:pt x="12928" y="16205"/></a:lnTo><a:lnTo><a:pt x="12852" y="16040"/></a:lnTo><a:lnTo><a:pt x="12674" y="15875"/></a:lnTo><a:lnTo><a:pt x="12598" y="15709"/></a:lnTo><a:lnTo><a:pt x="12344" y="15544"/></a:lnTo><a:lnTo><a:pt x="12014" y="15290"/></a:lnTo><a:lnTo><a:pt x="11836" y="15201"/></a:lnTo><a:lnTo><a:pt x="11582" y="15113"/></a:lnTo><a:lnTo><a:pt x="11163" y="15036"/></a:lnTo><a:lnTo><a:pt x="10668" y="15036"/></a:lnTo><a:lnTo><a:pt x="10414" y="15113"/></a:lnTo><a:lnTo><a:pt x="10248" y="15113"/></a:lnTo><a:lnTo><a:pt x="9994" y="15201"/></a:lnTo><a:lnTo><a:pt x="9829" y="15290"/></a:lnTo><a:lnTo><a:pt x="9652" y="15455"/></a:lnTo><a:lnTo><a:pt x="9486" y="15544"/></a:lnTo><a:lnTo><a:pt x="9321" y="15709"/></a:lnTo><a:lnTo><a:pt x="9156" y="15875"/></a:lnTo><a:lnTo><a:pt x="9067" y="16040"/></a:lnTo><a:lnTo><a:pt x="8902" y="16205"/></a:lnTo><a:lnTo><a:pt x="8813" y="16383"/></a:lnTo><a:lnTo><a:pt x="8737" y="16624"/></a:lnTo><a:lnTo><a:pt x="8737" y="16802"/></a:lnTo><a:lnTo><a:pt x="8648" y="17056"/></a:lnTo><a:lnTo><a:pt x="8648" y="17221"/></a:lnTo><a:lnTo><a:pt x="8648" y="17551"/></a:lnTo><a:lnTo><a:pt x="8737" y="17970"/></a:lnTo><a:lnTo><a:pt x="8902" y="18389"/></a:lnTo><a:lnTo><a:pt x="9156" y="18732"/></a:lnTo><a:lnTo><a:pt x="9486" y="19062"/></a:lnTo><a:lnTo><a:pt x="12344" y="19062"/></a:lnTo><a:lnTo><a:pt x="12674" y="18732"/></a:lnTo><a:lnTo><a:pt x="12928" y="18389"/></a:lnTo><a:lnTo><a:pt x="13093" y="18059"/></a:lnTo><a:lnTo><a:pt x="13182" y="17640"/></a:lnTo><a:lnTo><a:pt x="13182" y="17221"/></a:lnTo><a:lnTo><a:pt x="13182" y="17056"/></a:lnTo><a:lnTo><a:pt x="13182" y="16802"/></a:lnTo><a:close/></a:path></a:pathLst></a:custGeom><a:solidFill><a:srgbClr val="000000"/></a:solidFill></p:spPr><p:txBody><a:bodyPr wrap="square" lIns="0" tIns="0" rIns="0" bIns="0" rtlCol="0"/><a:lstStyle/><a:p/></p:txBody></p:sp><p:sp><p:nvSpPr><p:cNvPr id="684" name="object 684"/><p:cNvSpPr/><p:nvPr/></p:nvSpPr><p:spPr><a:xfrm><a:off x="16690290" y="12433100"/><a:ext cx="14604" cy="18415"/></a:xfrm><a:custGeom><a:avLst/><a:gdLst/><a:ahLst/><a:cxnLst/><a:rect l="l" t="t" r="r" b="b"/><a:pathLst><a:path w="14605" h="18415"><a:moveTo><a:pt x="2857" y="0"/></a:moveTo><a:lnTo><a:pt x="0" y="0"/></a:lnTo><a:lnTo><a:pt x="342" y="254"/></a:lnTo><a:lnTo><a:pt x="762" y="419"/></a:lnTo><a:lnTo><a:pt x="1257" y="508"/></a:lnTo><a:lnTo><a:pt x="1676" y="508"/></a:lnTo><a:lnTo><a:pt x="2095" y="419"/></a:lnTo><a:lnTo><a:pt x="2527" y="254"/></a:lnTo><a:lnTo><a:pt x="2857" y="0"/></a:lnTo><a:close/></a:path><a:path w="14605" h="18415"><a:moveTo><a:pt x="14198" y="15532"/></a:moveTo><a:lnTo><a:pt x="14109" y="15367"/></a:lnTo><a:lnTo><a:pt x="14109" y="15113"/></a:lnTo><a:lnTo><a:pt x="14020" y="14947"/></a:lnTo><a:lnTo><a:pt x="13944" y="14782"/></a:lnTo><a:lnTo><a:pt x="13779" y="14528"/></a:lnTo><a:lnTo><a:pt x="13690" y="14363"/></a:lnTo><a:lnTo><a:pt x="13525" y="14198"/></a:lnTo><a:lnTo><a:pt x="13182" y="13944"/></a:lnTo><a:lnTo><a:pt x="12763" y="13690"/></a:lnTo><a:lnTo><a:pt x="12344" y="13601"/></a:lnTo><a:lnTo><a:pt x="11595" y="13525"/></a:lnTo><a:lnTo><a:pt x="11417" y="13601"/></a:lnTo><a:lnTo><a:pt x="11176" y="13690"/></a:lnTo><a:lnTo><a:pt x="10998" y="13690"/></a:lnTo><a:lnTo><a:pt x="10756" y="13855"/></a:lnTo><a:lnTo><a:pt x="10414" y="14109"/></a:lnTo><a:lnTo><a:pt x="10160" y="14363"/></a:lnTo><a:lnTo><a:pt x="10083" y="14528"/></a:lnTo><a:lnTo><a:pt x="9906" y="14782"/></a:lnTo><a:lnTo><a:pt x="9829" y="14947"/></a:lnTo><a:lnTo><a:pt x="9740" y="15113"/></a:lnTo><a:lnTo><a:pt x="9664" y="15367"/></a:lnTo><a:lnTo><a:pt x="9664" y="15532"/></a:lnTo><a:lnTo><a:pt x="9664" y="15786"/></a:lnTo><a:lnTo><a:pt x="9664" y="15951"/></a:lnTo><a:lnTo><a:pt x="9664" y="16205"/></a:lnTo><a:lnTo><a:pt x="9740" y="16383"/></a:lnTo><a:lnTo><a:pt x="9829" y="16624"/></a:lnTo><a:lnTo><a:pt x="9829" y="16802"/></a:lnTo><a:lnTo><a:pt x="9994" y="17043"/></a:lnTo><a:lnTo><a:pt x="10325" y="17386"/></a:lnTo><a:lnTo><a:pt x="10668" y="17716"/></a:lnTo><a:lnTo><a:pt x="10998" y="17894"/></a:lnTo><a:lnTo><a:pt x="11417" y="18059"/></a:lnTo><a:lnTo><a:pt x="12344" y="18059"/></a:lnTo><a:lnTo><a:pt x="12763" y="17894"/></a:lnTo><a:lnTo><a:pt x="13182" y="17716"/></a:lnTo><a:lnTo><a:pt x="13525" y="17462"/></a:lnTo><a:lnTo><a:pt x="13779" y="17132"/></a:lnTo><a:lnTo><a:pt x="13944" y="16802"/></a:lnTo><a:lnTo><a:pt x="14020" y="16624"/></a:lnTo><a:lnTo><a:pt x="14109" y="16383"/></a:lnTo><a:lnTo><a:pt x="14109" y="16205"/></a:lnTo><a:lnTo><a:pt x="14198" y="15951"/></a:lnTo><a:lnTo><a:pt x="14198" y="15786"/></a:lnTo><a:lnTo><a:pt x="14198" y="15532"/></a:lnTo><a:close/></a:path></a:pathLst></a:custGeom><a:solidFill><a:srgbClr val="000000"/></a:solidFill></p:spPr><p:txBody><a:bodyPr wrap="square" lIns="0" tIns="0" rIns="0" bIns="0" rtlCol="0"/><a:lstStyle/><a:p/></p:txBody></p:sp><p:sp><p:nvSpPr><p:cNvPr id="685" name="object 685"/><p:cNvSpPr/><p:nvPr/></p:nvSpPr><p:spPr><a:xfrm><a:off x="16701377" y="12450994"/><a:ext cx="27305" cy="28575"/></a:xfrm><a:custGeom><a:avLst/><a:gdLst/><a:ahLst/><a:cxnLst/><a:rect l="l" t="t" r="r" b="b"/><a:pathLst><a:path w="27305" h="28575"><a:moveTo><a:pt x="1676" y="0"/></a:moveTo><a:lnTo><a:pt x="0" y="0"/></a:lnTo><a:lnTo><a:pt x="1257" y="165"/></a:lnTo><a:lnTo><a:pt x="1676" y="0"/></a:lnTo><a:close/></a:path><a:path w="27305" h="28575"><a:moveTo><a:pt x="15036" y="14439"/></a:moveTo><a:lnTo><a:pt x="14947" y="14185"/></a:lnTo><a:lnTo><a:pt x="14947" y="13931"/></a:lnTo><a:lnTo><a:pt x="14859" y="13766"/></a:lnTo><a:lnTo><a:pt x="14782" y="13512"/></a:lnTo><a:lnTo><a:pt x="14528" y="13182"/></a:lnTo><a:lnTo><a:pt x="14185" y="12839"/></a:lnTo><a:lnTo><a:pt x="13855" y="12585"/></a:lnTo><a:lnTo><a:pt x="13690" y="12509"/></a:lnTo><a:lnTo><a:pt x="13436" y="12420"/></a:lnTo><a:lnTo><a:pt x="13271" y="12331"/></a:lnTo><a:lnTo><a:pt x="12090" y="12331"/></a:lnTo><a:lnTo><a:pt x="11671" y="12509"/></a:lnTo><a:lnTo><a:pt x="11341" y="12763"/></a:lnTo><a:lnTo><a:pt x="10998" y="13093"/></a:lnTo><a:lnTo><a:pt x="10744" y="13423"/></a:lnTo><a:lnTo><a:pt x="10579" y="13766"/></a:lnTo><a:lnTo><a:pt x="10579" y="13931"/></a:lnTo><a:lnTo><a:pt x="10490" y="14185"/></a:lnTo><a:lnTo><a:pt x="10490" y="14439"/></a:lnTo><a:lnTo><a:pt x="10414" y="14605"/></a:lnTo><a:lnTo><a:pt x="10490" y="14859"/></a:lnTo><a:lnTo><a:pt x="10490" y="15024"/></a:lnTo><a:lnTo><a:pt x="10579" y="15278"/></a:lnTo><a:lnTo><a:pt x="10579" y="15443"/></a:lnTo><a:lnTo><a:pt x="10744" y="15697"/></a:lnTo><a:lnTo><a:pt x="10998" y="16027"/></a:lnTo><a:lnTo><a:pt x="11341" y="16370"/></a:lnTo><a:lnTo><a:pt x="11671" y="16624"/></a:lnTo><a:lnTo><a:pt x="12090" y="16700"/></a:lnTo><a:lnTo><a:pt x="12509" y="16789"/></a:lnTo><a:lnTo><a:pt x="12928" y="16789"/></a:lnTo><a:lnTo><a:pt x="13271" y="16789"/></a:lnTo><a:lnTo><a:pt x="13690" y="16624"/></a:lnTo><a:lnTo><a:pt x="14020" y="16370"/></a:lnTo><a:lnTo><a:pt x="14363" y="16116"/></a:lnTo><a:lnTo><a:pt x="14605" y="15786"/></a:lnTo><a:lnTo><a:pt x="14782" y="15443"/></a:lnTo><a:lnTo><a:pt x="14859" y="15278"/></a:lnTo><a:lnTo><a:pt x="14947" y="15024"/></a:lnTo><a:lnTo><a:pt x="14947" y="14859"/></a:lnTo><a:lnTo><a:pt x="14947" y="14605"/></a:lnTo><a:lnTo><a:pt x="15036" y="14439"/></a:lnTo><a:close/></a:path><a:path w="27305" h="28575"><a:moveTo><a:pt x="26784" y="28041"/></a:moveTo><a:lnTo><a:pt x="26365" y="27952"/></a:lnTo><a:lnTo><a:pt x="25946" y="27876"/></a:lnTo><a:lnTo><a:pt x="25527" y="27952"/></a:lnTo><a:lnTo><a:pt x="25107" y="28041"/></a:lnTo><a:lnTo><a:pt x="26784" y="28041"/></a:lnTo><a:close/></a:path></a:pathLst></a:custGeom><a:solidFill><a:srgbClr val="000000"/></a:solidFill></p:spPr><p:txBody><a:bodyPr wrap="square" lIns="0" tIns="0" rIns="0" bIns="0" rtlCol="0"/><a:lstStyle/><a:p/></p:txBody></p:sp><p:sp><p:nvSpPr><p:cNvPr id="686" name="object 686"/><p:cNvSpPr/><p:nvPr/></p:nvSpPr><p:spPr><a:xfrm><a:off x="16725063" y="12478947"/><a:ext cx="18415" cy="15240"/></a:xfrm><a:custGeom><a:avLst/><a:gdLst/><a:ahLst/><a:cxnLst/><a:rect l="l" t="t" r="r" b="b"/><a:pathLst><a:path w="18415" h="15240"><a:moveTo><a:pt x="3098" y="88"/></a:moveTo><a:lnTo><a:pt x="2679" y="0"/></a:lnTo><a:lnTo><a:pt x="1841" y="0"/></a:lnTo><a:lnTo><a:pt x="3098" y="88"/></a:lnTo><a:close/></a:path><a:path w="18415" h="15240"><a:moveTo><a:pt x="4533" y="2019"/></a:moveTo><a:lnTo><a:pt x="4445" y="1676"/></a:lnTo><a:lnTo><a:pt x="4356" y="1257"/></a:lnTo><a:lnTo><a:pt x="4114" y="927"/></a:lnTo><a:lnTo><a:pt x="3771" y="596"/></a:lnTo><a:lnTo><a:pt x="3441" y="342"/></a:lnTo><a:lnTo><a:pt x="3098" y="88"/></a:lnTo><a:lnTo><a:pt x="1422" y="88"/></a:lnTo><a:lnTo><a:pt x="1092" y="254"/></a:lnTo><a:lnTo><a:pt x="749" y="508"/></a:lnTo><a:lnTo><a:pt x="495" y="838"/></a:lnTo><a:lnTo><a:pt x="241" y="1181"/></a:lnTo><a:lnTo><a:pt x="76" y="1600"/></a:lnTo><a:lnTo><a:pt x="0" y="2019"/></a:lnTo><a:lnTo><a:pt x="0" y="2438"/></a:lnTo><a:lnTo><a:pt x="0" y="2603"/></a:lnTo><a:lnTo><a:pt x="76" y="2857"/></a:lnTo><a:lnTo><a:pt x="165" y="3022"/></a:lnTo><a:lnTo><a:pt x="241" y="3187"/></a:lnTo><a:lnTo><a:pt x="330" y="3441"/></a:lnTo><a:lnTo><a:pt x="419" y="3619"/></a:lnTo><a:lnTo><a:pt x="584" y="3784"/></a:lnTo><a:lnTo><a:pt x="749" y="3860"/></a:lnTo><a:lnTo><a:pt x="914" y="4038"/></a:lnTo><a:lnTo><a:pt x="1092" y="4203"/></a:lnTo><a:lnTo><a:pt x="1333" y="4279"/></a:lnTo><a:lnTo><a:pt x="1511" y="4368"/></a:lnTo><a:lnTo><a:pt x="1752" y="4457"/></a:lnTo><a:lnTo><a:pt x="2006" y="4457"/></a:lnTo><a:lnTo><a:pt x="2184" y="4533"/></a:lnTo><a:lnTo><a:pt x="2603" y="4457"/></a:lnTo><a:lnTo><a:pt x="2768" y="4457"/></a:lnTo><a:lnTo><a:pt x="3022" y="4368"/></a:lnTo><a:lnTo><a:pt x="3187" y="4279"/></a:lnTo><a:lnTo><a:pt x="3441" y="4203"/></a:lnTo><a:lnTo><a:pt x="3606" y="4038"/></a:lnTo><a:lnTo><a:pt x="3771" y="3860"/></a:lnTo><a:lnTo><a:pt x="3937" y="3784"/></a:lnTo><a:lnTo><a:pt x="4114" y="3619"/></a:lnTo><a:lnTo><a:pt x="4191" y="3441"/></a:lnTo><a:lnTo><a:pt x="4279" y="3187"/></a:lnTo><a:lnTo><a:pt x="4356" y="3022"/></a:lnTo><a:lnTo><a:pt x="4445" y="2857"/></a:lnTo><a:lnTo><a:pt x="4533" y="2603"/></a:lnTo><a:lnTo><a:pt x="4533" y="2438"/></a:lnTo><a:lnTo><a:pt x="4533" y="2108"/></a:lnTo><a:close/></a:path><a:path w="18415" h="15240"><a:moveTo><a:pt x="18300" y="15036"/></a:moveTo><a:lnTo><a:pt x="18046" y="14871"/></a:lnTo><a:lnTo><a:pt x="17881" y="14782"/></a:lnTo><a:lnTo><a:pt x="17627" y="14617"/></a:lnTo><a:lnTo><a:pt x="17208" y="14439"/></a:lnTo><a:lnTo><a:pt x="16205" y="14439"/></a:lnTo><a:lnTo><a:pt x="15951" y="14528"/></a:lnTo><a:lnTo><a:pt x="15786" y="14617"/></a:lnTo><a:lnTo><a:pt x="15532" y="14782"/></a:lnTo><a:lnTo><a:pt x="15367" y="14871"/></a:lnTo><a:lnTo><a:pt x="15189" y="15036"/></a:lnTo><a:lnTo><a:pt x="18300" y="15036"/></a:lnTo><a:close/></a:path></a:pathLst></a:custGeom><a:solidFill><a:srgbClr val="000000"/></a:solidFill></p:spPr><p:txBody><a:bodyPr wrap="square" lIns="0" tIns="0" rIns="0" bIns="0" rtlCol="0"/><a:lstStyle/><a:p/></p:txBody></p:sp><p:sp><p:nvSpPr><p:cNvPr id="687" name="object 687"/><p:cNvSpPr/><p:nvPr/></p:nvSpPr><p:spPr><a:xfrm><a:off x="16739503" y="12493819"/><a:ext cx="20320" cy="14604"/></a:xfrm><a:custGeom><a:avLst/><a:gdLst/><a:ahLst/><a:cxnLst/><a:rect l="l" t="t" r="r" b="b"/><a:pathLst><a:path w="20319" h="14604"><a:moveTo><a:pt x="3860" y="165"/></a:moveTo><a:lnTo><a:pt x="3606" y="0"/></a:lnTo><a:lnTo><a:pt x="927" y="0"/></a:lnTo><a:lnTo><a:pt x="3860" y="165"/></a:lnTo><a:close/></a:path><a:path w="20319" h="14604"><a:moveTo><a:pt x="4533" y="1257"/></a:moveTo><a:lnTo><a:pt x="4368" y="1003"/></a:lnTo><a:lnTo><a:pt x="4368" y="838"/></a:lnTo><a:lnTo><a:pt x="4191" y="584"/></a:lnTo><a:lnTo><a:pt x="3949" y="241"/></a:lnTo><a:lnTo><a:pt x="749" y="165"/></a:lnTo><a:lnTo><a:pt x="584" y="241"/></a:lnTo><a:lnTo><a:pt x="508" y="495"/></a:lnTo><a:lnTo><a:pt x="330" y="584"/></a:lnTo><a:lnTo><a:pt x="254" y="838"/></a:lnTo><a:lnTo><a:pt x="165" y="1003"/></a:lnTo><a:lnTo><a:pt x="76" y="1257"/></a:lnTo><a:lnTo><a:pt x="76" y="1422"/></a:lnTo><a:lnTo><a:pt x="0" y="1752"/></a:lnTo><a:lnTo><a:pt x="76" y="2171"/></a:lnTo><a:lnTo><a:pt x="165" y="2590"/></a:lnTo><a:lnTo><a:pt x="330" y="3022"/></a:lnTo><a:lnTo><a:pt x="584" y="3352"/></a:lnTo><a:lnTo><a:pt x="927" y="3606"/></a:lnTo><a:lnTo><a:pt x="1257" y="3860"/></a:lnTo><a:lnTo><a:pt x="1676" y="4025"/></a:lnTo><a:lnTo><a:pt x="2095" y="4114"/></a:lnTo><a:lnTo><a:pt x="2514" y="4114"/></a:lnTo><a:lnTo><a:pt x="4533" y="2260"/></a:lnTo><a:lnTo><a:pt x="4533" y="1841"/></a:lnTo><a:lnTo><a:pt x="4533" y="1422"/></a:lnTo><a:lnTo><a:pt x="4533" y="1257"/></a:lnTo><a:close/></a:path><a:path w="20319" h="14604"><a:moveTo><a:pt x="19900" y="13931"/></a:moveTo><a:lnTo><a:pt x="19646" y="13677"/></a:lnTo><a:lnTo><a:pt x="19646" y="13512"/></a:lnTo><a:lnTo><a:pt x="19392" y="13347"/></a:lnTo><a:lnTo><a:pt x="18973" y="13093"/></a:lnTo><a:lnTo><a:pt x="18554" y="12928"/></a:lnTo><a:lnTo><a:pt x="18135" y="12763"/></a:lnTo><a:lnTo><a:pt x="17627" y="12763"/></a:lnTo><a:lnTo><a:pt x="17386" y="12839"/></a:lnTo><a:lnTo><a:pt x="17208" y="12928"/></a:lnTo><a:lnTo><a:pt x="16878" y="13004"/></a:lnTo><a:lnTo><a:pt x="16535" y="13258"/></a:lnTo><a:lnTo><a:pt x="16370" y="13347"/></a:lnTo><a:lnTo><a:pt x="16205" y="13512"/></a:lnTo><a:lnTo><a:pt x="16116" y="13677"/></a:lnTo><a:lnTo><a:pt x="15951" y="13931"/></a:lnTo><a:lnTo><a:pt x="19900" y="14020"/></a:lnTo><a:close/></a:path></a:pathLst></a:custGeom><a:solidFill><a:srgbClr val="000000"/></a:solidFill></p:spPr><p:txBody><a:bodyPr wrap="square" lIns="0" tIns="0" rIns="0" bIns="0" rtlCol="0"/><a:lstStyle/><a:p/></p:txBody></p:sp><p:sp><p:nvSpPr><p:cNvPr id="688" name="object 688"/><p:cNvSpPr/><p:nvPr/></p:nvSpPr><p:spPr><a:xfrm><a:off x="16755124" y="12507751"/><a:ext cx="21590" cy="13335"/></a:xfrm><a:custGeom><a:avLst/><a:gdLst/><a:ahLst/><a:cxnLst/><a:rect l="l" t="t" r="r" b="b"/><a:pathLst><a:path w="21590" h="13334"><a:moveTo><a:pt x="4279" y="0"/></a:moveTo><a:lnTo><a:pt x="330" y="0"/></a:lnTo><a:lnTo><a:pt x="4279" y="88"/></a:lnTo><a:close/></a:path><a:path w="21590" h="13334"><a:moveTo><a:pt x="4533" y="838"/></a:moveTo><a:lnTo><a:pt x="4445" y="419"/></a:lnTo><a:lnTo><a:pt x="4279" y="88"/></a:lnTo><a:lnTo><a:pt x="254" y="88"/></a:lnTo><a:lnTo><a:pt x="165" y="419"/></a:lnTo><a:lnTo><a:pt x="0" y="838"/></a:lnTo><a:lnTo><a:pt x="0" y="1257"/></a:lnTo><a:lnTo><a:pt x="76" y="1676"/></a:lnTo><a:lnTo><a:pt x="254" y="2095"/></a:lnTo><a:lnTo><a:pt x="419" y="2438"/></a:lnTo><a:lnTo><a:pt x="749" y="2768"/></a:lnTo><a:lnTo><a:pt x="1092" y="3022"/></a:lnTo><a:lnTo><a:pt x="1422" y="3187"/></a:lnTo><a:lnTo><a:pt x="1841" y="3365"/></a:lnTo><a:lnTo><a:pt x="2679" y="3365"/></a:lnTo><a:lnTo><a:pt x="3098" y="3276"/></a:lnTo><a:lnTo><a:pt x="3441" y="3022"/></a:lnTo><a:lnTo><a:pt x="3771" y="2857"/></a:lnTo><a:lnTo><a:pt x="4114" y="2514"/></a:lnTo><a:lnTo><a:pt x="4279" y="2095"/></a:lnTo><a:lnTo><a:pt x="4445" y="1676"/></a:lnTo><a:lnTo><a:pt x="4533" y="1257"/></a:lnTo><a:lnTo><a:pt x="4533" y="838"/></a:lnTo><a:close/></a:path><a:path w="21590" h="13334"><a:moveTo><a:pt x="21247" y="12928"/></a:moveTo><a:lnTo><a:pt x="21158" y="12509"/></a:lnTo><a:lnTo><a:pt x="21069" y="12090"/></a:lnTo><a:lnTo><a:pt x="20828" y="11760"/></a:lnTo><a:lnTo><a:pt x="20574" y="11417"/></a:lnTo><a:lnTo><a:pt x="20231" y="11087"/></a:lnTo><a:lnTo><a:pt x="19812" y="10922"/></a:lnTo><a:lnTo><a:pt x="19392" y="10744"/></a:lnTo><a:lnTo><a:pt x="18465" y="10744"/></a:lnTo><a:lnTo><a:pt x="18135" y="10922"/></a:lnTo><a:lnTo><a:pt x="17716" y="11087"/></a:lnTo><a:lnTo><a:pt x="17373" y="11341"/></a:lnTo><a:lnTo><a:pt x="17043" y="11671"/></a:lnTo><a:lnTo><a:pt x="16878" y="12090"/></a:lnTo><a:lnTo><a:pt x="16713" y="12509"/></a:lnTo><a:lnTo><a:pt x="16624" y="12928"/></a:lnTo><a:lnTo><a:pt x="21247" y="12928"/></a:lnTo><a:close/></a:path></a:pathLst></a:custGeom><a:solidFill><a:srgbClr val="000000"/></a:solidFill></p:spPr><p:txBody><a:bodyPr wrap="square" lIns="0" tIns="0" rIns="0" bIns="0" rtlCol="0"/><a:lstStyle/><a:p/></p:txBody></p:sp><p:sp><p:nvSpPr><p:cNvPr id="689" name="object 689"/><p:cNvSpPr/><p:nvPr/></p:nvSpPr><p:spPr><a:xfrm><a:off x="16771748" y="12520260"/><a:ext cx="22225" cy="12065"/></a:xfrm><a:custGeom><a:avLst/><a:gdLst/><a:ahLst/><a:cxnLst/><a:rect l="l" t="t" r="r" b="b"/><a:pathLst><a:path w="22225" h="12065"><a:moveTo><a:pt x="4622" y="419"/></a:moveTo><a:lnTo><a:pt x="4533" y="0"/></a:lnTo><a:lnTo><a:pt x="88" y="0"/></a:lnTo><a:lnTo><a:pt x="4622" y="419"/></a:lnTo><a:close/></a:path><a:path w="22225" h="12065"><a:moveTo><a:pt x="4622" y="419"/></a:moveTo><a:lnTo><a:pt x="0" y="419"/></a:lnTo><a:lnTo><a:pt x="88" y="838"/></a:lnTo><a:lnTo><a:pt x="165" y="1257"/></a:lnTo><a:lnTo><a:pt x="330" y="1676"/></a:lnTo><a:lnTo><a:pt x="584" y="2019"/></a:lnTo><a:lnTo><a:pt x="927" y="2273"/></a:lnTo><a:lnTo><a:pt x="1257" y="2527"/></a:lnTo><a:lnTo><a:pt x="1600" y="2692"/></a:lnTo><a:lnTo><a:pt x="1765" y="2692"/></a:lnTo><a:lnTo><a:pt x="2019" y="2768"/></a:lnTo><a:lnTo><a:pt x="2514" y="2768"/></a:lnTo><a:lnTo><a:pt x="2857" y="2692"/></a:lnTo><a:lnTo><a:pt x="3276" y="2527"/></a:lnTo><a:lnTo><a:pt x="3606" y="2349"/></a:lnTo><a:lnTo><a:pt x="3949" y="2108"/></a:lnTo><a:lnTo><a:pt x="4203" y="1765"/></a:lnTo><a:lnTo><a:pt x="4445" y="1346"/></a:lnTo><a:lnTo><a:pt x="4533" y="927"/></a:lnTo><a:lnTo><a:pt x="4622" y="419"/></a:lnTo><a:close/></a:path><a:path w="22225" h="12065"><a:moveTo><a:pt x="22174" y="10668"/></a:moveTo><a:lnTo><a:pt x="22085" y="10325"/></a:lnTo><a:lnTo><a:pt x="21920" y="9906"/></a:lnTo><a:lnTo><a:pt x="21666" y="9486"/></a:lnTo><a:lnTo><a:pt x="21323" y="9245"/></a:lnTo><a:lnTo><a:pt x="20993" y="8991"/></a:lnTo><a:lnTo><a:pt x="20574" y="8813"/></a:lnTo><a:lnTo><a:pt x="20154" y="8737"/></a:lnTo><a:lnTo><a:pt x="19646" y="8737"/></a:lnTo><a:lnTo><a:pt x="19227" y="8813"/></a:lnTo><a:lnTo><a:pt x="18808" y="8991"/></a:lnTo><a:lnTo><a:pt x="18478" y="9245"/></a:lnTo><a:lnTo><a:pt x="18135" y="9486"/></a:lnTo><a:lnTo><a:pt x="17881" y="9906"/></a:lnTo><a:lnTo><a:pt x="17716" y="10248"/></a:lnTo><a:lnTo><a:pt x="17640" y="10668"/></a:lnTo><a:lnTo><a:pt x="17640" y="11087"/></a:lnTo><a:lnTo><a:pt x="17716" y="11506"/></a:lnTo><a:lnTo><a:pt x="17716" y="11671"/></a:lnTo><a:lnTo><a:pt x="22085" y="11671"/></a:lnTo><a:lnTo><a:pt x="22085" y="11506"/></a:lnTo><a:lnTo><a:pt x="22174" y="11176"/></a:lnTo><a:lnTo><a:pt x="22174" y="10756"/></a:lnTo><a:close/></a:path></a:pathLst></a:custGeom><a:solidFill><a:srgbClr val="000000"/></a:solidFill></p:spPr><p:txBody><a:bodyPr wrap="square" lIns="0" tIns="0" rIns="0" bIns="0" rtlCol="0"/><a:lstStyle/><a:p/></p:txBody></p:sp><p:sp><p:nvSpPr><p:cNvPr id="690" name="object 690"/><p:cNvSpPr/><p:nvPr/></p:nvSpPr><p:spPr><a:xfrm><a:off x="16789465" y="12531766"/><a:ext cx="22860" cy="10160"/></a:xfrm><a:custGeom><a:avLst/><a:gdLst/><a:ahLst/><a:cxnLst/><a:rect l="l" t="t" r="r" b="b"/><a:pathLst><a:path w="22859" h="10159"><a:moveTo><a:pt x="4368" y="165"/></a:moveTo><a:lnTo><a:pt x="0" y="165"/></a:lnTo><a:lnTo><a:pt x="88" y="419"/></a:lnTo><a:lnTo><a:pt x="342" y="762"/></a:lnTo><a:lnTo><a:pt x="419" y="927"/></a:lnTo><a:lnTo><a:pt x="584" y="1092"/></a:lnTo><a:lnTo><a:pt x="927" y="1346"/></a:lnTo><a:lnTo><a:pt x="1092" y="1422"/></a:lnTo><a:lnTo><a:pt x="1257" y="1511"/></a:lnTo><a:lnTo><a:pt x="1435" y="1600"/></a:lnTo><a:lnTo><a:pt x="1676" y="1676"/></a:lnTo><a:lnTo><a:pt x="1930" y="1676"/></a:lnTo><a:lnTo><a:pt x="2095" y="1765"/></a:lnTo><a:lnTo><a:pt x="2514" y="1676"/></a:lnTo><a:lnTo><a:pt x="2946" y="1600"/></a:lnTo><a:lnTo><a:pt x="3276" y="1422"/></a:lnTo><a:lnTo><a:pt x="3441" y="1346"/></a:lnTo><a:lnTo><a:pt x="3606" y="1181"/></a:lnTo><a:lnTo><a:pt x="3784" y="1092"/></a:lnTo><a:lnTo><a:pt x="3949" y="927"/></a:lnTo><a:lnTo><a:pt x="4038" y="762"/></a:lnTo><a:lnTo><a:pt x="4203" y="508"/></a:lnTo><a:lnTo><a:pt x="4368" y="165"/></a:lnTo><a:close/></a:path><a:path w="22859" h="10159"><a:moveTo><a:pt x="4368" y="0"/></a:moveTo><a:lnTo><a:pt x="0" y="0"/></a:lnTo><a:lnTo><a:pt x="4368" y="165"/></a:lnTo><a:lnTo><a:pt x="4368" y="0"/></a:lnTo><a:close/></a:path><a:path w="22859" h="10159"><a:moveTo><a:pt x="22847" y="8140"/></a:moveTo><a:lnTo><a:pt x="22758" y="7975"/></a:lnTo><a:lnTo><a:pt x="22669" y="7721"/></a:lnTo><a:lnTo><a:pt x="22593" y="7556"/></a:lnTo><a:lnTo><a:pt x="22504" y="7302"/></a:lnTo><a:lnTo><a:pt x="22428" y="7137"/></a:lnTo><a:lnTo><a:pt x="22250" y="6972"/></a:lnTo><a:lnTo><a:pt x="22174" y="6807"/></a:lnTo><a:lnTo><a:pt x="22009" y="6718"/></a:lnTo><a:lnTo><a:pt x="21831" y="6553"/></a:lnTo><a:lnTo><a:pt x="21666" y="6464"/></a:lnTo><a:lnTo><a:pt x="21412" y="6388"/></a:lnTo><a:lnTo><a:pt x="21247" y="6299"/></a:lnTo><a:lnTo><a:pt x="21082" y="6210"/></a:lnTo><a:lnTo><a:pt x="20828" y="6210"/></a:lnTo><a:lnTo><a:pt x="20408" y="6134"/></a:lnTo><a:lnTo><a:pt x="19989" y="6210"/></a:lnTo><a:lnTo><a:pt x="19646" y="6388"/></a:lnTo><a:lnTo><a:pt x="19481" y="6464"/></a:lnTo><a:lnTo><a:pt x="19227" y="6553"/></a:lnTo><a:lnTo><a:pt x="19151" y="6718"/></a:lnTo><a:lnTo><a:pt x="18897" y="6807"/></a:lnTo><a:lnTo><a:pt x="18808" y="6972"/></a:lnTo><a:lnTo><a:pt x="18643" y="7137"/></a:lnTo><a:lnTo><a:pt x="18554" y="7302"/></a:lnTo><a:lnTo><a:pt x="18478" y="7556"/></a:lnTo><a:lnTo><a:pt x="18389" y="7721"/></a:lnTo><a:lnTo><a:pt x="18313" y="7975"/></a:lnTo><a:lnTo><a:pt x="18313" y="8140"/></a:lnTo><a:lnTo><a:pt x="18313" y="8394"/></a:lnTo><a:lnTo><a:pt x="18313" y="8559"/></a:lnTo><a:lnTo><a:pt x="18313" y="8813"/></a:lnTo><a:lnTo><a:pt x="18313" y="8991"/></a:lnTo><a:lnTo><a:pt x="18389" y="9232"/></a:lnTo><a:lnTo><a:pt x="18643" y="9652"/></a:lnTo><a:lnTo><a:pt x="22428" y="9740"/></a:lnTo><a:lnTo><a:pt x="22669" y="9321"/></a:lnTo><a:lnTo><a:pt x="22758" y="8991"/></a:lnTo><a:lnTo><a:pt x="22758" y="8813"/></a:lnTo><a:lnTo><a:pt x="22847" y="8559"/></a:lnTo><a:lnTo><a:pt x="22847" y="8394"/></a:lnTo><a:lnTo><a:pt x="22847" y="8140"/></a:lnTo><a:close/></a:path></a:pathLst></a:custGeom><a:solidFill><a:srgbClr val="000000"/></a:solidFill></p:spPr><p:txBody><a:bodyPr wrap="square" lIns="0" tIns="0" rIns="0" bIns="0" rtlCol="0"/><a:lstStyle/><a:p/></p:txBody></p:sp><p:sp><p:nvSpPr><p:cNvPr id="691" name="object 691"/><p:cNvSpPr/><p:nvPr/></p:nvSpPr><p:spPr><a:xfrm><a:off x="16808108" y="12541418"/><a:ext cx="23495" cy="8255"/></a:xfrm><a:custGeom><a:avLst/><a:gdLst/><a:ahLst/><a:cxnLst/><a:rect l="l" t="t" r="r" b="b"/><a:pathLst><a:path w="23494" h="8254"><a:moveTo><a:pt x="3784" y="88"/></a:moveTo><a:lnTo><a:pt x="88" y="88"/></a:lnTo><a:lnTo><a:pt x="254" y="342"/></a:lnTo><a:lnTo><a:pt x="584" y="673"/></a:lnTo><a:lnTo><a:pt x="1003" y="850"/></a:lnTo><a:lnTo><a:pt x="1422" y="1016"/></a:lnTo><a:lnTo><a:pt x="1600" y="1016"/></a:lnTo><a:lnTo><a:pt x="1854" y="1092"/></a:lnTo><a:lnTo><a:pt x="2273" y="1016"/></a:lnTo><a:lnTo><a:pt x="2768" y="927"/></a:lnTo><a:lnTo><a:pt x="3111" y="673"/></a:lnTo><a:lnTo><a:pt x="3530" y="419"/></a:lnTo><a:lnTo><a:pt x="3784" y="88"/></a:lnTo><a:close/></a:path><a:path w="23494" h="8254"><a:moveTo><a:pt x="3784" y="0"/></a:moveTo><a:lnTo><a:pt x="0" y="0"/></a:lnTo><a:lnTo><a:pt x="3784" y="88"/></a:lnTo><a:close/></a:path><a:path w="23494" h="8254"><a:moveTo><a:pt x="23266" y="6134"/></a:moveTo><a:lnTo><a:pt x="23177" y="5969"/></a:lnTo><a:lnTo><a:pt x="23177" y="5715"/></a:lnTo><a:lnTo><a:pt x="23088" y="5461"/></a:lnTo><a:lnTo><a:pt x="23088" y="5295"/></a:lnTo><a:lnTo><a:pt x="22923" y="5130"/></a:lnTo><a:lnTo><a:pt x="22847" y="4965"/></a:lnTo><a:lnTo><a:pt x="22669" y="4787"/></a:lnTo><a:lnTo><a:pt x="22593" y="4622"/></a:lnTo><a:lnTo><a:pt x="22415" y="4457"/></a:lnTo><a:lnTo><a:pt x="22250" y="4368"/></a:lnTo><a:lnTo><a:pt x="22085" y="4203"/></a:lnTo><a:lnTo><a:pt x="21920" y="4114"/></a:lnTo><a:lnTo><a:pt x="21666" y="4038"/></a:lnTo><a:lnTo><a:pt x="21501" y="4038"/></a:lnTo><a:lnTo><a:pt x="21158" y="3949"/></a:lnTo><a:lnTo><a:pt x="20662" y="3949"/></a:lnTo><a:lnTo><a:pt x="20485" y="4038"/></a:lnTo><a:lnTo><a:pt x="20243" y="4038"/></a:lnTo><a:lnTo><a:pt x="20066" y="4114"/></a:lnTo><a:lnTo><a:pt x="19900" y="4203"/></a:lnTo><a:lnTo><a:pt x="19646" y="4368"/></a:lnTo><a:lnTo><a:pt x="19481" y="4457"/></a:lnTo><a:lnTo><a:pt x="19392" y="4622"/></a:lnTo><a:lnTo><a:pt x="19227" y="4787"/></a:lnTo><a:lnTo><a:pt x="19062" y="4965"/></a:lnTo><a:lnTo><a:pt x="18973" y="5130"/></a:lnTo><a:lnTo><a:pt x="18897" y="5295"/></a:lnTo><a:lnTo><a:pt x="18808" y="5461"/></a:lnTo><a:lnTo><a:pt x="18732" y="5715"/></a:lnTo><a:lnTo><a:pt x="18732" y="5969"/></a:lnTo><a:lnTo><a:pt x="18732" y="6134"/></a:lnTo><a:lnTo><a:pt x="18732" y="6388"/></a:lnTo><a:lnTo><a:pt x="18732" y="6553"/></a:lnTo><a:lnTo><a:pt x="18808" y="6807"/></a:lnTo><a:lnTo><a:pt x="18808" y="6972"/></a:lnTo><a:lnTo><a:pt x="18897" y="7226"/></a:lnTo><a:lnTo><a:pt x="18973" y="7391"/></a:lnTo><a:lnTo><a:pt x="19151" y="7645"/></a:lnTo><a:lnTo><a:pt x="19316" y="7734"/></a:lnTo><a:lnTo><a:pt x="19481" y="7899"/></a:lnTo><a:lnTo><a:pt x="19570" y="8064"/></a:lnTo><a:lnTo><a:pt x="19824" y="8229"/></a:lnTo><a:lnTo><a:pt x="22085" y="8229"/></a:lnTo><a:lnTo><a:pt x="22339" y="8064"/></a:lnTo><a:lnTo><a:pt x="22415" y="7899"/></a:lnTo><a:lnTo><a:pt x="22669" y="7734"/></a:lnTo><a:lnTo><a:pt x="22923" y="7391"/></a:lnTo><a:lnTo><a:pt x="23012" y="7226"/></a:lnTo><a:lnTo><a:pt x="23088" y="6972"/></a:lnTo><a:lnTo><a:pt x="23177" y="6807"/></a:lnTo><a:lnTo><a:pt x="23266" y="6553"/></a:lnTo><a:lnTo><a:pt x="23266" y="6388"/></a:lnTo><a:lnTo><a:pt x="23266" y="6134"/></a:lnTo><a:close/></a:path></a:pathLst></a:custGeom><a:solidFill><a:srgbClr val="000000"/></a:solidFill></p:spPr><p:txBody><a:bodyPr wrap="square" lIns="0" tIns="0" rIns="0" bIns="0" rtlCol="0"/><a:lstStyle/><a:p/></p:txBody></p:sp><p:sp><p:nvSpPr><p:cNvPr id="692" name="object 692"/><p:cNvSpPr/><p:nvPr/></p:nvSpPr><p:spPr><a:xfrm><a:off x="16827679" y="12549483"/><a:ext cx="23495" cy="6350"/></a:xfrm><a:custGeom><a:avLst/><a:gdLst/><a:ahLst/><a:cxnLst/><a:rect l="l" t="t" r="r" b="b"/><a:pathLst><a:path w="23494" h="6350"><a:moveTo><a:pt x="2425" y="165"/></a:moveTo><a:lnTo><a:pt x="419" y="165"/></a:lnTo><a:lnTo><a:pt x="673" y="342"/></a:lnTo><a:lnTo><a:pt x="838" y="342"/></a:lnTo><a:lnTo><a:pt x="1092" y="419"/></a:lnTo><a:lnTo><a:pt x="1676" y="419"/></a:lnTo><a:lnTo><a:pt x="2006" y="342"/></a:lnTo><a:lnTo><a:pt x="2425" y="165"/></a:lnTo><a:close/></a:path><a:path w="23494" h="6350"><a:moveTo><a:pt x="2768" y="0"/></a:moveTo><a:lnTo><a:pt x="0" y="0"/></a:lnTo><a:lnTo><a:pt x="2425" y="165"/></a:lnTo><a:lnTo><a:pt x="2768" y="0"/></a:lnTo><a:close/></a:path><a:path w="23494" h="6350"><a:moveTo><a:pt x="23253" y="3695"/></a:moveTo><a:lnTo><a:pt x="23177" y="3441"/></a:lnTo><a:lnTo><a:pt x="23177" y="3276"/></a:lnTo><a:lnTo><a:pt x="23088" y="3022"/></a:lnTo><a:lnTo><a:pt x="22923" y="2857"/></a:lnTo><a:lnTo><a:pt x="22834" y="2692"/></a:lnTo><a:lnTo><a:pt x="22669" y="2438"/></a:lnTo><a:lnTo><a:pt x="22504" y="2349"/></a:lnTo><a:lnTo><a:pt x="22339" y="2184"/></a:lnTo><a:lnTo><a:pt x="22161" y="2019"/></a:lnTo><a:lnTo><a:pt x="21996" y="1930"/></a:lnTo><a:lnTo><a:pt x="21742" y="1854"/></a:lnTo><a:lnTo><a:pt x="21577" y="1765"/></a:lnTo><a:lnTo><a:pt x="20485" y="1765"/></a:lnTo><a:lnTo><a:pt x="20231" y="1854"/></a:lnTo><a:lnTo><a:pt x="20066" y="1930"/></a:lnTo><a:lnTo><a:pt x="19812" y="2019"/></a:lnTo><a:lnTo><a:pt x="19646" y="2184"/></a:lnTo><a:lnTo><a:pt x="19481" y="2349"/></a:lnTo><a:lnTo><a:pt x="19304" y="2438"/></a:lnTo><a:lnTo><a:pt x="19138" y="2692"/></a:lnTo><a:lnTo><a:pt x="19062" y="2857"/></a:lnTo><a:lnTo><a:pt x="18973" y="3022"/></a:lnTo><a:lnTo><a:pt x="18884" y="3276"/></a:lnTo><a:lnTo><a:pt x="18808" y="3441"/></a:lnTo><a:lnTo><a:pt x="18808" y="3695"/></a:lnTo><a:lnTo><a:pt x="18719" y="3860"/></a:lnTo><a:lnTo><a:pt x="18719" y="4114"/></a:lnTo><a:lnTo><a:pt x="18719" y="4279"/></a:lnTo><a:lnTo><a:pt x="18808" y="4533"/></a:lnTo><a:lnTo><a:pt x="18808" y="4699"/></a:lnTo><a:lnTo><a:pt x="18973" y="4953"/></a:lnTo><a:lnTo><a:pt x="19138" y="5295"/></a:lnTo><a:lnTo><a:pt x="19227" y="5461"/></a:lnTo><a:lnTo><a:pt x="19392" y="5626"/></a:lnTo><a:lnTo><a:pt x="19558" y="5715"/></a:lnTo><a:lnTo><a:pt x="19735" y="5880"/></a:lnTo><a:lnTo><a:pt x="19900" y="5969"/></a:lnTo><a:lnTo><a:pt x="20154" y="6134"/></a:lnTo><a:lnTo><a:pt x="20574" y="6210"/></a:lnTo><a:lnTo><a:pt x="21069" y="6299"/></a:lnTo><a:lnTo><a:pt x="21323" y="6210"/></a:lnTo><a:lnTo><a:pt x="21488" y="6210"/></a:lnTo><a:lnTo><a:pt x="21742" y="6134"/></a:lnTo><a:lnTo><a:pt x="21907" y="6134"/></a:lnTo><a:lnTo><a:pt x="22161" y="5969"/></a:lnTo><a:lnTo><a:pt x="22504" y="5715"/></a:lnTo><a:lnTo><a:pt x="22758" y="5461"/></a:lnTo><a:lnTo><a:pt x="22834" y="5295"/></a:lnTo><a:lnTo><a:pt x="22999" y="5041"/></a:lnTo><a:lnTo><a:pt x="23177" y="4699"/></a:lnTo><a:lnTo><a:pt x="23253" y="4533"/></a:lnTo><a:lnTo><a:pt x="23253" y="4279"/></a:lnTo><a:lnTo><a:pt x="23253" y="4114"/></a:lnTo><a:lnTo><a:pt x="23253" y="3860"/></a:lnTo><a:lnTo><a:pt x="23253" y="3695"/></a:lnTo><a:close/></a:path></a:pathLst></a:custGeom><a:solidFill><a:srgbClr val="000000"/></a:solidFill></p:spPr><p:txBody><a:bodyPr wrap="square" lIns="0" tIns="0" rIns="0" bIns="0" rtlCol="0"/><a:lstStyle/><a:p/></p:txBody></p:sp><p:sp><p:nvSpPr><p:cNvPr id="693" name="object 693"/><p:cNvSpPr/><p:nvPr/></p:nvSpPr><p:spPr><a:xfrm><a:off x="16866477" y="12555452"/><a:ext cx="23495" cy="5080"/></a:xfrm><a:custGeom><a:avLst/><a:gdLst/><a:ahLst/><a:cxnLst/><a:rect l="l" t="t" r="r" b="b"/><a:pathLst><a:path w="23494" h="5079"><a:moveTo><a:pt x="4533" y="2171"/></a:moveTo><a:lnTo><a:pt x="4445" y="1841"/></a:lnTo><a:lnTo><a:pt x="4356" y="1422"/></a:lnTo><a:lnTo><a:pt x="4191" y="1092"/></a:lnTo><a:lnTo><a:pt x="3937" y="749"/></a:lnTo><a:lnTo><a:pt x="3606" y="419"/></a:lnTo><a:lnTo><a:pt x="3263" y="241"/></a:lnTo><a:lnTo><a:pt x="2844" y="76"/></a:lnTo><a:lnTo><a:pt x="1676" y="0"/></a:lnTo><a:lnTo><a:pt x="1257" y="165"/></a:lnTo><a:lnTo><a:pt x="914" y="419"/></a:lnTo><a:lnTo><a:pt x="584" y="660"/></a:lnTo><a:lnTo><a:pt x="330" y="1003"/></a:lnTo><a:lnTo><a:pt x="165" y="1333"/></a:lnTo><a:lnTo><a:pt x="0" y="1752"/></a:lnTo><a:lnTo><a:pt x="0" y="2768"/></a:lnTo><a:lnTo><a:pt x="76" y="3022"/></a:lnTo><a:lnTo><a:pt x="165" y="3187"/></a:lnTo><a:lnTo><a:pt x="330" y="3441"/></a:lnTo><a:lnTo><a:pt x="584" y="3771"/></a:lnTo><a:lnTo><a:pt x="914" y="4114"/></a:lnTo><a:lnTo><a:pt x="1333" y="4279"/></a:lnTo><a:lnTo><a:pt x="1752" y="4445"/></a:lnTo><a:lnTo><a:pt x="2349" y="4533"/></a:lnTo><a:lnTo><a:pt x="2514" y="4445"/></a:lnTo><a:lnTo><a:pt x="2768" y="4445"/></a:lnTo><a:lnTo><a:pt x="3022" y="4356"/></a:lnTo><a:lnTo><a:pt x="3187" y="4279"/></a:lnTo><a:lnTo><a:pt x="3441" y="4191"/></a:lnTo><a:lnTo><a:pt x="3771" y="3860"/></a:lnTo><a:lnTo><a:pt x="4114" y="3517"/></a:lnTo><a:lnTo><a:pt x="4279" y="3187"/></a:lnTo><a:lnTo><a:pt x="4356" y="3022"/></a:lnTo><a:lnTo><a:pt x="4445" y="2768"/></a:lnTo><a:lnTo><a:pt x="4445" y="2603"/></a:lnTo><a:lnTo><a:pt x="4533" y="2349"/></a:lnTo><a:lnTo><a:pt x="4533" y="2171"/></a:lnTo><a:close/></a:path><a:path w="23494" h="5079"><a:moveTo><a:pt x="23342" y="2603"/></a:moveTo><a:lnTo><a:pt x="22999" y="2514"/></a:lnTo><a:lnTo><a:pt x="22085" y="2514"/></a:lnTo><a:lnTo><a:pt x="21742" y="2603"/></a:lnTo><a:lnTo><a:pt x="23342" y="2679"/></a:lnTo><a:close/></a:path></a:pathLst></a:custGeom><a:solidFill><a:srgbClr val="000000"/></a:solidFill></p:spPr><p:txBody><a:bodyPr wrap="square" lIns="0" tIns="0" rIns="0" bIns="0" rtlCol="0"/><a:lstStyle/><a:p/></p:txBody></p:sp><p:sp><p:nvSpPr><p:cNvPr id="694" name="object 694"/><p:cNvSpPr/><p:nvPr/></p:nvSpPr><p:spPr><a:xfrm><a:off x="16886708" y="12558055"/><a:ext cx="24765" cy="4445"/></a:xfrm><a:custGeom><a:avLst/><a:gdLst/><a:ahLst/><a:cxnLst/><a:rect l="l" t="t" r="r" b="b"/><a:pathLst><a:path w="24765" h="4445"><a:moveTo><a:pt x="3111" y="0"/></a:moveTo><a:lnTo><a:pt x="1511" y="0"/></a:lnTo><a:lnTo><a:pt x="3111" y="76"/></a:lnTo><a:close/></a:path><a:path w="24765" h="4445"><a:moveTo><a:pt x="4533" y="1587"/></a:moveTo><a:lnTo><a:pt x="4368" y="1168"/></a:lnTo><a:lnTo><a:pt x="4114" y="838"/></a:lnTo><a:lnTo><a:pt x="3860" y="495"/></a:lnTo><a:lnTo><a:pt x="3530" y="241"/></a:lnTo><a:lnTo><a:pt x="3111" y="76"/></a:lnTo><a:lnTo><a:pt x="1422" y="76"/></a:lnTo><a:lnTo><a:pt x="1181" y="241"/></a:lnTo><a:lnTo><a:pt x="838" y="495"/></a:lnTo><a:lnTo><a:pt x="508" y="749"/></a:lnTo><a:lnTo><a:pt x="254" y="1079"/></a:lnTo><a:lnTo><a:pt x="165" y="1511"/></a:lnTo><a:lnTo><a:pt x="88" y="1930"/></a:lnTo><a:lnTo><a:pt x="88" y="2349"/></a:lnTo><a:lnTo><a:pt x="88" y="2768"/></a:lnTo><a:lnTo><a:pt x="254" y="3187"/></a:lnTo><a:lnTo><a:pt x="508" y="3606"/></a:lnTo><a:lnTo><a:pt x="838" y="3860"/></a:lnTo><a:lnTo><a:pt x="1181" y="4114"/></a:lnTo><a:lnTo><a:pt x="1600" y="4356"/></a:lnTo><a:lnTo><a:pt x="2095" y="4445"/></a:lnTo><a:lnTo><a:pt x="2603" y="4445"/></a:lnTo><a:lnTo><a:pt x="2933" y="4356"/></a:lnTo><a:lnTo><a:pt x="3365" y="4191"/></a:lnTo><a:lnTo><a:pt x="3695" y="3937"/></a:lnTo><a:lnTo><a:pt x="4025" y="3606"/></a:lnTo><a:lnTo><a:pt x="4279" y="3263"/></a:lnTo><a:lnTo><a:pt x="4445" y="2844"/></a:lnTo><a:lnTo><a:pt x="4533" y="2425"/></a:lnTo><a:lnTo><a:pt x="4533" y="2006"/></a:lnTo><a:lnTo><a:pt x="4533" y="1587"/></a:lnTo><a:close/></a:path><a:path w="24765" h="4445"><a:moveTo><a:pt x="24434" y="1511"/></a:moveTo><a:lnTo><a:pt x="24104" y="1168"/></a:lnTo><a:lnTo><a:pt x="23761" y="1003"/></a:lnTo><a:lnTo><a:pt x="23342" y="838"/></a:lnTo><a:lnTo><a:pt x="22923" y="749"/></a:lnTo><a:lnTo><a:pt x="22504" y="749"/></a:lnTo><a:lnTo><a:pt x="22174" y="838"/></a:lnTo><a:lnTo><a:pt x="21755" y="1003"/></a:lnTo><a:lnTo><a:pt x="21412" y="1168"/></a:lnTo><a:lnTo><a:pt x="21082" y="1511"/></a:lnTo><a:lnTo><a:pt x="24434" y="1511"/></a:lnTo><a:close/></a:path></a:pathLst></a:custGeom><a:solidFill><a:srgbClr val="000000"/></a:solidFill></p:spPr><p:txBody><a:bodyPr wrap="square" lIns="0" tIns="0" rIns="0" bIns="0" rtlCol="0"/><a:lstStyle/><a:p/></p:txBody></p:sp><p:sp><p:nvSpPr><p:cNvPr id="695" name="object 695"/><p:cNvSpPr/><p:nvPr/></p:nvSpPr><p:spPr><a:xfrm><a:off x="16907194" y="12557967"/><a:ext cx="25400" cy="5715"/></a:xfrm><a:custGeom><a:avLst/><a:gdLst/><a:ahLst/><a:cxnLst/><a:rect l="l" t="t" r="r" b="b"/><a:pathLst><a:path w="25400" h="5715"><a:moveTo><a:pt x="3949" y="1600"/></a:moveTo><a:lnTo><a:pt x="3619" y="1257"/></a:lnTo><a:lnTo><a:pt x="927" y="1257"/></a:lnTo><a:lnTo><a:pt x="3949" y="1600"/></a:lnTo><a:close/></a:path><a:path w="25400" h="5715"><a:moveTo><a:pt x="4533" y="2692"/></a:moveTo><a:lnTo><a:pt x="4368" y="2260"/></a:lnTo><a:lnTo><a:pt x="4203" y="1930"/></a:lnTo><a:lnTo><a:pt x="3949" y="1600"/></a:lnTo><a:lnTo><a:pt x="596" y="1600"/></a:lnTo><a:lnTo><a:pt x="342" y="1930"/></a:lnTo><a:lnTo><a:pt x="177" y="2260"/></a:lnTo><a:lnTo><a:pt x="0" y="2692"/></a:lnTo><a:lnTo><a:pt x="0" y="3111"/></a:lnTo><a:lnTo><a:pt x="0" y="3530"/></a:lnTo><a:lnTo><a:pt x="177" y="3949"/></a:lnTo><a:lnTo><a:pt x="342" y="4368"/></a:lnTo><a:lnTo><a:pt x="673" y="4699"/></a:lnTo><a:lnTo><a:pt x="1016" y="4953"/></a:lnTo><a:lnTo><a:pt x="1435" y="5207"/></a:lnTo><a:lnTo><a:pt x="1854" y="5283"/></a:lnTo><a:lnTo><a:pt x="2273" y="5372"/></a:lnTo><a:lnTo><a:pt x="2692" y="5283"/></a:lnTo><a:lnTo><a:pt x="3111" y="5207"/></a:lnTo><a:lnTo><a:pt x="3530" y="4953"/></a:lnTo><a:lnTo><a:pt x="3873" y="4699"/></a:lnTo><a:lnTo><a:pt x="4114" y="4368"/></a:lnTo><a:lnTo><a:pt x="4368" y="3949"/></a:lnTo><a:lnTo><a:pt x="4457" y="3530"/></a:lnTo><a:lnTo><a:pt x="4533" y="3111"/></a:lnTo><a:lnTo><a:pt x="4533" y="2692"/></a:lnTo><a:close/></a:path><a:path w="25400" h="5715"><a:moveTo><a:pt x="24866" y="1600"/></a:moveTo><a:lnTo><a:pt x="24688" y="1168"/></a:lnTo><a:lnTo><a:pt x="24523" y="838"/></a:lnTo><a:lnTo><a:pt x="24193" y="508"/></a:lnTo><a:lnTo><a:pt x="23774" y="254"/></a:lnTo><a:lnTo><a:pt x="23431" y="88"/></a:lnTo><a:lnTo><a:pt x="22936" y="0"/></a:lnTo><a:lnTo><a:pt x="22504" y="0"/></a:lnTo><a:lnTo><a:pt x="22085" y="88"/></a:lnTo><a:lnTo><a:pt x="21666" y="254"/></a:lnTo><a:lnTo><a:pt x="21247" y="508"/></a:lnTo><a:lnTo><a:pt x="20993" y="749"/></a:lnTo><a:lnTo><a:pt x="20751" y="1168"/></a:lnTo><a:lnTo><a:pt x="20574" y="1600"/></a:lnTo><a:lnTo><a:pt x="24866" y="1600"/></a:lnTo><a:close/></a:path></a:pathLst></a:custGeom><a:solidFill><a:srgbClr val="000000"/></a:solidFill></p:spPr><p:txBody><a:bodyPr wrap="square" lIns="0" tIns="0" rIns="0" bIns="0" rtlCol="0"/><a:lstStyle/><a:p/></p:txBody></p:sp><p:sp><p:nvSpPr><p:cNvPr id="696" name="object 696"/><p:cNvSpPr/><p:nvPr/></p:nvSpPr><p:spPr><a:xfrm><a:off x="16927602" y="12555452"/><a:ext cx="25400" cy="7620"/></a:xfrm><a:custGeom><a:avLst/><a:gdLst/><a:ahLst/><a:cxnLst/><a:rect l="l" t="t" r="r" b="b"/><a:pathLst><a:path w="25400" h="7620"><a:moveTo><a:pt x="4457" y="4114"/></a:moveTo><a:lnTo><a:pt x="4279" y="3683"/></a:lnTo><a:lnTo><a:pt x="254" y="3683"/></a:lnTo><a:lnTo><a:pt x="4457" y="4114"/></a:lnTo><a:close/></a:path><a:path w="25400" h="7620"><a:moveTo><a:pt x="4533" y="4533"/></a:moveTo><a:lnTo><a:pt x="4457" y="4114"/></a:lnTo><a:lnTo><a:pt x="88" y="4114"/></a:lnTo><a:lnTo><a:pt x="0" y="4533"/></a:lnTo><a:lnTo><a:pt x="0" y="4953"/></a:lnTo><a:lnTo><a:pt x="88" y="5372"/></a:lnTo><a:lnTo><a:pt x="254" y="5791"/></a:lnTo><a:lnTo><a:pt x="508" y="6121"/></a:lnTo><a:lnTo><a:pt x="762" y="6464"/></a:lnTo><a:lnTo><a:pt x="1092" y="6718"/></a:lnTo><a:lnTo><a:pt x="1435" y="6883"/></a:lnTo><a:lnTo><a:pt x="1854" y="6959"/></a:lnTo><a:lnTo><a:pt x="2273" y="7048"/></a:lnTo><a:lnTo><a:pt x="2692" y="6959"/></a:lnTo><a:lnTo><a:pt x="3111" y="6883"/></a:lnTo><a:lnTo><a:pt x="3441" y="6718"/></a:lnTo><a:lnTo><a:pt x="3784" y="6464"/></a:lnTo><a:lnTo><a:pt x="4114" y="6121"/></a:lnTo><a:lnTo><a:pt x="4368" y="5791"/></a:lnTo><a:lnTo><a:pt x="4457" y="5372"/></a:lnTo><a:lnTo><a:pt x="4533" y="5029"/></a:lnTo><a:lnTo><a:pt x="4533" y="4610"/></a:lnTo><a:close/></a:path><a:path w="25400" h="7620"><a:moveTo><a:pt x="24853" y="1752"/></a:moveTo><a:lnTo><a:pt x="24777" y="1422"/></a:lnTo><a:lnTo><a:pt x="24523" y="1092"/></a:lnTo><a:lnTo><a:pt x="24269" y="749"/></a:lnTo><a:lnTo><a:pt x="24015" y="419"/></a:lnTo><a:lnTo><a:pt x="23685" y="241"/></a:lnTo><a:lnTo><a:pt x="23266" y="76"/></a:lnTo><a:lnTo><a:pt x="22009" y="0"/></a:lnTo><a:lnTo><a:pt x="21590" y="165"/></a:lnTo><a:lnTo><a:pt x="21247" y="419"/></a:lnTo><a:lnTo><a:pt x="20916" y="660"/></a:lnTo><a:lnTo><a:pt x="20662" y="1003"/></a:lnTo><a:lnTo><a:pt x="20497" y="1333"/></a:lnTo><a:lnTo><a:pt x="20408" y="1752"/></a:lnTo><a:lnTo><a:pt x="20320" y="2171"/></a:lnTo><a:lnTo><a:pt x="24853" y="2171"/></a:lnTo><a:lnTo><a:pt x="24853" y="1841"/></a:lnTo><a:close/></a:path></a:pathLst></a:custGeom><a:solidFill><a:srgbClr val="000000"/></a:solidFill></p:spPr><p:txBody><a:bodyPr wrap="square" lIns="0" tIns="0" rIns="0" bIns="0" rtlCol="0"/><a:lstStyle/><a:p/></p:txBody></p:sp><p:sp><p:nvSpPr><p:cNvPr id="697" name="object 697"/><p:cNvSpPr/><p:nvPr/></p:nvSpPr><p:spPr><a:xfrm><a:off x="16947922" y="12551248"/><a:ext cx="24765" cy="8890"/></a:xfrm><a:custGeom><a:avLst/><a:gdLst/><a:ahLst/><a:cxnLst/><a:rect l="l" t="t" r="r" b="b"/><a:pathLst><a:path w="24765" h="8890"><a:moveTo><a:pt x="4533" y="6375"/></a:moveTo><a:lnTo><a:pt x="0" y="6375"/></a:lnTo><a:lnTo><a:pt x="0" y="6807"/></a:lnTo><a:lnTo><a:pt x="177" y="7226"/></a:lnTo><a:lnTo><a:pt x="342" y="7645"/></a:lnTo><a:lnTo><a:pt x="596" y="7975"/></a:lnTo><a:lnTo><a:pt x="838" y="8229"/></a:lnTo><a:lnTo><a:pt x="1270" y="8483"/></a:lnTo><a:lnTo><a:pt x="1600" y="8648"/></a:lnTo><a:lnTo><a:pt x="1765" y="8648"/></a:lnTo><a:lnTo><a:pt x="2019" y="8737"/></a:lnTo><a:lnTo><a:pt x="2527" y="8737"/></a:lnTo><a:lnTo><a:pt x="2857" y="8648"/></a:lnTo><a:lnTo><a:pt x="3276" y="8483"/></a:lnTo><a:lnTo><a:pt x="3619" y="8318"/></a:lnTo><a:lnTo><a:pt x="3949" y="7975"/></a:lnTo><a:lnTo><a:pt x="4203" y="7645"/></a:lnTo><a:lnTo><a:pt x="4368" y="7302"/></a:lnTo><a:lnTo><a:pt x="4533" y="6883"/></a:lnTo><a:lnTo><a:pt x="4533" y="6464"/></a:lnTo><a:close/></a:path><a:path w="24765" h="8890"><a:moveTo><a:pt x="4533" y="6045"/></a:moveTo><a:lnTo><a:pt x="0" y="6045"/></a:lnTo><a:lnTo><a:pt x="4533" y="6375"/></a:lnTo><a:lnTo><a:pt x="4533" y="6045"/></a:lnTo><a:close/></a:path><a:path w="24765" h="8890"><a:moveTo><a:pt x="24612" y="2095"/></a:moveTo><a:lnTo><a:pt x="24523" y="1930"/></a:lnTo><a:lnTo><a:pt x="24523" y="1676"/></a:lnTo><a:lnTo><a:pt x="24358" y="1257"/></a:lnTo><a:lnTo><a:pt x="24193" y="927"/></a:lnTo><a:lnTo><a:pt x="23850" y="584"/></a:lnTo><a:lnTo><a:pt x="23596" y="330"/></a:lnTo><a:lnTo><a:pt x="23431" y="254"/></a:lnTo><a:lnTo><a:pt x="23177" y="165"/></a:lnTo><a:lnTo><a:pt x="23012" y="88"/></a:lnTo><a:lnTo><a:pt x="22758" y="0"/></a:lnTo><a:lnTo><a:pt x="21831" y="0"/></a:lnTo><a:lnTo><a:pt x="21590" y="88"/></a:lnTo><a:lnTo><a:pt x="21412" y="165"/></a:lnTo><a:lnTo><a:pt x="21170" y="254"/></a:lnTo><a:lnTo><a:pt x="20828" y="508"/></a:lnTo><a:lnTo><a:pt x="20497" y="838"/></a:lnTo><a:lnTo><a:pt x="20320" y="1181"/></a:lnTo><a:lnTo><a:pt x="20154" y="1600"/></a:lnTo><a:lnTo><a:pt x="20078" y="1676"/></a:lnTo><a:lnTo><a:pt x="20078" y="2768"/></a:lnTo><a:lnTo><a:pt x="24523" y="2768"/></a:lnTo><a:lnTo><a:pt x="24612" y="2514"/></a:lnTo><a:lnTo><a:pt x="24612" y="2349"/></a:lnTo><a:lnTo><a:pt x="24612" y="2095"/></a:lnTo><a:close/></a:path></a:pathLst></a:custGeom><a:solidFill><a:srgbClr val="000000"/></a:solidFill></p:spPr><p:txBody><a:bodyPr wrap="square" lIns="0" tIns="0" rIns="0" bIns="0" rtlCol="0"/><a:lstStyle/><a:p/></p:txBody></p:sp><p:sp><p:nvSpPr><p:cNvPr id="698" name="object 698"/><p:cNvSpPr/><p:nvPr/></p:nvSpPr><p:spPr><a:xfrm><a:off x="16968001" y="12545368"/><a:ext cx="24130" cy="10795"/></a:xfrm><a:custGeom><a:avLst/><a:gdLst/><a:ahLst/><a:cxnLst/><a:rect l="l" t="t" r="r" b="b"/><a:pathLst><a:path w="24130" h="10795"><a:moveTo><a:pt x="4445" y="8648"/></a:moveTo><a:lnTo><a:pt x="0" y="8648"/></a:lnTo><a:lnTo><a:pt x="76" y="8813"/></a:lnTo><a:lnTo><a:pt x="165" y="9067"/></a:lnTo><a:lnTo><a:pt x="419" y="9410"/></a:lnTo><a:lnTo><a:pt x="495" y="9575"/></a:lnTo><a:lnTo><a:pt x="673" y="9740"/></a:lnTo><a:lnTo><a:pt x="1003" y="9994"/></a:lnTo><a:lnTo><a:pt x="1333" y="10248"/></a:lnTo><a:lnTo><a:pt x="1511" y="10248"/></a:lnTo><a:lnTo><a:pt x="1752" y="10325"/></a:lnTo><a:lnTo><a:pt x="1930" y="10325"/></a:lnTo><a:lnTo><a:pt x="2184" y="10414"/></a:lnTo><a:lnTo><a:pt x="2603" y="10325"/></a:lnTo><a:lnTo><a:pt x="3022" y="10248"/></a:lnTo><a:lnTo><a:pt x="3352" y="10083"/></a:lnTo><a:lnTo><a:pt x="3695" y="9829"/></a:lnTo><a:lnTo><a:pt x="4025" y="9575"/></a:lnTo><a:lnTo><a:pt x="4114" y="9410"/></a:lnTo><a:lnTo><a:pt x="4279" y="9156"/></a:lnTo><a:lnTo><a:pt x="4356" y="8813"/></a:lnTo><a:lnTo><a:pt x="4445" y="8648"/></a:lnTo><a:close/></a:path><a:path w="24130" h="10795"><a:moveTo><a:pt x="4533" y="8394"/></a:moveTo><a:lnTo><a:pt x="0" y="8394"/></a:lnTo><a:lnTo><a:pt x="4445" y="8648"/></a:lnTo><a:lnTo><a:pt x="4533" y="8394"/></a:lnTo><a:close/></a:path><a:path w="24130" h="10795"><a:moveTo><a:pt x="24091" y="1930"/></a:moveTo><a:lnTo><a:pt x="24015" y="1676"/></a:lnTo><a:lnTo><a:pt x="24015" y="1511"/></a:lnTo><a:lnTo><a:pt x="23837" y="1257"/></a:lnTo><a:lnTo><a:pt x="23837" y="1092"/></a:lnTo><a:lnTo><a:pt x="23672" y="927"/></a:lnTo><a:lnTo><a:pt x="23507" y="762"/></a:lnTo><a:lnTo><a:pt x="22580" y="165"/></a:lnTo><a:lnTo><a:pt x="22415" y="88"/></a:lnTo><a:lnTo><a:pt x="22085" y="0"/></a:lnTo><a:lnTo><a:pt x="21488" y="0"/></a:lnTo><a:lnTo><a:pt x="21323" y="88"/></a:lnTo><a:lnTo><a:pt x="21069" y="165"/></a:lnTo><a:lnTo><a:pt x="20904" y="254"/></a:lnTo><a:lnTo><a:pt x="20650" y="342"/></a:lnTo><a:lnTo><a:pt x="20485" y="508"/></a:lnTo><a:lnTo><a:pt x="20320" y="584"/></a:lnTo><a:lnTo><a:pt x="20154" y="762"/></a:lnTo><a:lnTo><a:pt x="20066" y="927"/></a:lnTo><a:lnTo><a:pt x="19900" y="1092"/></a:lnTo><a:lnTo><a:pt x="19812" y="1257"/></a:lnTo><a:lnTo><a:pt x="19735" y="1511"/></a:lnTo><a:lnTo><a:pt x="19646" y="1676"/></a:lnTo><a:lnTo><a:pt x="19558" y="1930"/></a:lnTo><a:lnTo><a:pt x="19558" y="2184"/></a:lnTo><a:lnTo><a:pt x="19558" y="2349"/></a:lnTo><a:lnTo><a:pt x="19558" y="2603"/></a:lnTo><a:lnTo><a:pt x="19646" y="2768"/></a:lnTo><a:lnTo><a:pt x="19735" y="3022"/></a:lnTo><a:lnTo><a:pt x="19735" y="3187"/></a:lnTo><a:lnTo><a:pt x="19900" y="3441"/></a:lnTo><a:lnTo><a:pt x="23761" y="3530"/></a:lnTo><a:lnTo><a:pt x="23926" y="3187"/></a:lnTo><a:lnTo><a:pt x="24015" y="3022"/></a:lnTo><a:lnTo><a:pt x="24091" y="2768"/></a:lnTo><a:lnTo><a:pt x="24091" y="2603"/></a:lnTo><a:lnTo><a:pt x="24091" y="2349"/></a:lnTo><a:lnTo><a:pt x="24091" y="2184"/></a:lnTo><a:lnTo><a:pt x="24091" y="1930"/></a:lnTo><a:close/></a:path></a:pathLst></a:custGeom><a:solidFill><a:srgbClr val="000000"/></a:solidFill></p:spPr><p:txBody><a:bodyPr wrap="square" lIns="0" tIns="0" rIns="0" bIns="0" rtlCol="0"/><a:lstStyle/><a:p/></p:txBody></p:sp><p:sp><p:nvSpPr><p:cNvPr id="699" name="object 699"/><p:cNvSpPr/><p:nvPr/></p:nvSpPr><p:spPr><a:xfrm><a:off x="16987902" y="12537901"/><a:ext cx="23495" cy="12065"/></a:xfrm><a:custGeom><a:avLst/><a:gdLst/><a:ahLst/><a:cxnLst/><a:rect l="l" t="t" r="r" b="b"/><a:pathLst><a:path w="23494" h="12065"><a:moveTo><a:pt x="3860" y="10998"/></a:moveTo><a:lnTo><a:pt x="76" y="10998"/></a:lnTo><a:lnTo><a:pt x="165" y="11252"/></a:lnTo><a:lnTo><a:pt x="330" y="11328"/></a:lnTo><a:lnTo><a:pt x="495" y="11506"/></a:lnTo><a:lnTo><a:pt x="673" y="11582"/></a:lnTo><a:lnTo><a:pt x="838" y="11747"/></a:lnTo><a:lnTo><a:pt x="1003" y="11836"/></a:lnTo><a:lnTo><a:pt x="1257" y="11925"/></a:lnTo><a:lnTo><a:pt x="1422" y="11925"/></a:lnTo><a:lnTo><a:pt x="1676" y="12001"/></a:lnTo><a:lnTo><a:pt x="2184" y="12001"/></a:lnTo><a:lnTo><a:pt x="2514" y="11925"/></a:lnTo><a:lnTo><a:pt x="3517" y="11328"/></a:lnTo><a:lnTo><a:pt x="3695" y="11252"/></a:lnTo><a:lnTo><a:pt x="3860" y="10998"/></a:lnTo><a:close/></a:path><a:path w="23494" h="12065"><a:moveTo><a:pt x="3937" y="10909"/></a:moveTo><a:lnTo><a:pt x="0" y="10909"/></a:lnTo><a:lnTo><a:pt x="3860" y="10998"/></a:lnTo><a:close/></a:path><a:path w="23494" h="12065"><a:moveTo><a:pt x="23253" y="1765"/></a:moveTo><a:lnTo><a:pt x="23088" y="1511"/></a:lnTo><a:lnTo><a:pt x="22923" y="1092"/></a:lnTo><a:lnTo><a:pt x="22669" y="749"/></a:lnTo><a:lnTo><a:pt x="22339" y="419"/></a:lnTo><a:lnTo><a:pt x="21920" y="254"/></a:lnTo><a:lnTo><a:pt x="21488" y="76"/></a:lnTo><a:lnTo><a:pt x="20993" y="0"/></a:lnTo><a:lnTo><a:pt x="20650" y="76"/></a:lnTo><a:lnTo><a:pt x="20485" y="76"/></a:lnTo><a:lnTo><a:pt x="20231" y="165"/></a:lnTo><a:lnTo><a:pt x="20066" y="254"/></a:lnTo><a:lnTo><a:pt x="19812" y="419"/></a:lnTo><a:lnTo><a:pt x="19481" y="673"/></a:lnTo><a:lnTo><a:pt x="19138" y="1003"/></a:lnTo><a:lnTo><a:pt x="18884" y="1422"/></a:lnTo><a:lnTo><a:pt x="18808" y="1765"/></a:lnTo><a:lnTo><a:pt x="18719" y="1930"/></a:lnTo><a:lnTo><a:pt x="18719" y="2184"/></a:lnTo><a:lnTo><a:pt x="18719" y="2349"/></a:lnTo><a:lnTo><a:pt x="18719" y="2603"/></a:lnTo><a:lnTo><a:pt x="18808" y="2768"/></a:lnTo><a:lnTo><a:pt x="18884" y="3022"/></a:lnTo><a:lnTo><a:pt x="18884" y="3187"/></a:lnTo><a:lnTo><a:pt x="19062" y="3441"/></a:lnTo><a:lnTo><a:pt x="19138" y="3606"/></a:lnTo><a:lnTo><a:pt x="19227" y="3771"/></a:lnTo><a:lnTo><a:pt x="19392" y="3937"/></a:lnTo><a:lnTo><a:pt x="19558" y="4025"/></a:lnTo><a:lnTo><a:pt x="19735" y="4191"/></a:lnTo><a:lnTo><a:pt x="22250" y="4191"/></a:lnTo><a:lnTo><a:pt x="22415" y="4025"/></a:lnTo><a:lnTo><a:pt x="22580" y="3937"/></a:lnTo><a:lnTo><a:pt x="22758" y="3771"/></a:lnTo><a:lnTo><a:pt x="22834" y="3606"/></a:lnTo><a:lnTo><a:pt x="22999" y="3441"/></a:lnTo><a:lnTo><a:pt x="23088" y="3187"/></a:lnTo><a:lnTo><a:pt x="23177" y="3022"/></a:lnTo><a:lnTo><a:pt x="23177" y="2768"/></a:lnTo><a:lnTo><a:pt x="23253" y="2603"/></a:lnTo><a:lnTo><a:pt x="23253" y="2349"/></a:lnTo><a:lnTo><a:pt x="23253" y="2184"/></a:lnTo><a:lnTo><a:pt x="23253" y="1930"/></a:lnTo><a:lnTo><a:pt x="23253" y="1765"/></a:lnTo><a:close/></a:path></a:pathLst></a:custGeom><a:solidFill><a:srgbClr val="000000"/></a:solidFill></p:spPr><p:txBody><a:bodyPr wrap="square" lIns="0" tIns="0" rIns="0" bIns="0" rtlCol="0"/><a:lstStyle/><a:p/></p:txBody></p:sp><p:sp><p:nvSpPr><p:cNvPr id="700" name="object 700"/><p:cNvSpPr/><p:nvPr/></p:nvSpPr><p:spPr><a:xfrm><a:off x="17007460" y="12528909"/><a:ext cx="22225" cy="13970"/></a:xfrm><a:custGeom><a:avLst/><a:gdLst/><a:ahLst/><a:cxnLst/><a:rect l="l" t="t" r="r" b="b"/><a:pathLst><a:path w="22225" h="13970"><a:moveTo><a:pt x="2692" y="13182"/></a:moveTo><a:lnTo><a:pt x="177" y="13182"/></a:lnTo><a:lnTo><a:pt x="342" y="13271"/></a:lnTo><a:lnTo><a:pt x="508" y="13360"/></a:lnTo><a:lnTo><a:pt x="762" y="13436"/></a:lnTo><a:lnTo><a:pt x="927" y="13525"/></a:lnTo><a:lnTo><a:pt x="1181" y="13525"/></a:lnTo><a:lnTo><a:pt x="1346" y="13601"/></a:lnTo><a:lnTo><a:pt x="1765" y="13525"/></a:lnTo><a:lnTo><a:pt x="1930" y="13525"/></a:lnTo><a:lnTo><a:pt x="2184" y="13436"/></a:lnTo><a:lnTo><a:pt x="2362" y="13360"/></a:lnTo><a:lnTo><a:pt x="2527" y="13271"/></a:lnTo><a:lnTo><a:pt x="2692" y="13182"/></a:lnTo><a:close/></a:path><a:path w="22225" h="13970"><a:moveTo><a:pt x="2857" y="13017"/></a:moveTo><a:lnTo><a:pt x="0" y="13017"/></a:lnTo><a:lnTo><a:pt x="2692" y="13182"/></a:lnTo><a:lnTo><a:pt x="2857" y="13017"/></a:lnTo><a:close/></a:path><a:path w="22225" h="13970"><a:moveTo><a:pt x="22085" y="2019"/></a:moveTo><a:lnTo><a:pt x="22009" y="1765"/></a:lnTo><a:lnTo><a:pt x="22009" y="1600"/></a:lnTo><a:lnTo><a:pt x="21920" y="1346"/></a:lnTo><a:lnTo><a:pt x="21666" y="1016"/></a:lnTo><a:lnTo><a:pt x="21590" y="838"/></a:lnTo><a:lnTo><a:pt x="21412" y="673"/></a:lnTo><a:lnTo><a:pt x="21082" y="419"/></a:lnTo><a:lnTo><a:pt x="20916" y="342"/></a:lnTo><a:lnTo><a:pt x="20662" y="254"/></a:lnTo><a:lnTo><a:pt x="20243" y="88"/></a:lnTo><a:lnTo><a:pt x="19735" y="0"/></a:lnTo><a:lnTo><a:pt x="19570" y="88"/></a:lnTo><a:lnTo><a:pt x="19316" y="88"/></a:lnTo><a:lnTo><a:pt x="19151" y="165"/></a:lnTo><a:lnTo><a:pt x="18897" y="254"/></a:lnTo><a:lnTo><a:pt x="18732" y="342"/></a:lnTo><a:lnTo><a:pt x="18567" y="419"/></a:lnTo><a:lnTo><a:pt x="18389" y="596"/></a:lnTo><a:lnTo><a:pt x="18224" y="673"/></a:lnTo><a:lnTo><a:pt x="18059" y="838"/></a:lnTo><a:lnTo><a:pt x="17970" y="1016"/></a:lnTo><a:lnTo><a:pt x="17805" y="1257"/></a:lnTo><a:lnTo><a:pt x="17640" y="1600"/></a:lnTo><a:lnTo><a:pt x="17640" y="1765"/></a:lnTo><a:lnTo><a:pt x="17551" y="2019"/></a:lnTo><a:lnTo><a:pt x="17551" y="2184"/></a:lnTo><a:lnTo><a:pt x="17551" y="2438"/></a:lnTo><a:lnTo><a:pt x="17551" y="2603"/></a:lnTo><a:lnTo><a:pt x="17640" y="2857"/></a:lnTo><a:lnTo><a:pt x="17640" y="3022"/></a:lnTo><a:lnTo><a:pt x="17729" y="3276"/></a:lnTo><a:lnTo><a:pt x="17970" y="3619"/></a:lnTo><a:lnTo><a:pt x="18059" y="3784"/></a:lnTo><a:lnTo><a:pt x="18224" y="3949"/></a:lnTo><a:lnTo><a:pt x="18567" y="4203"/></a:lnTo><a:lnTo><a:pt x="18732" y="4279"/></a:lnTo><a:lnTo><a:pt x="18986" y="4368"/></a:lnTo><a:lnTo><a:pt x="20574" y="4457"/></a:lnTo><a:lnTo><a:pt x="20751" y="4368"/></a:lnTo><a:lnTo><a:pt x="20916" y="4279"/></a:lnTo><a:lnTo><a:pt x="21082" y="4203"/></a:lnTo><a:lnTo><a:pt x="21247" y="4038"/></a:lnTo><a:lnTo><a:pt x="21412" y="3949"/></a:lnTo><a:lnTo><a:pt x="21590" y="3784"/></a:lnTo><a:lnTo><a:pt x="21666" y="3619"/></a:lnTo><a:lnTo><a:pt x="21844" y="3365"/></a:lnTo><a:lnTo><a:pt x="22009" y="3022"/></a:lnTo><a:lnTo><a:pt x="22009" y="2857"/></a:lnTo><a:lnTo><a:pt x="22085" y="2603"/></a:lnTo><a:lnTo><a:pt x="22085" y="2438"/></a:lnTo><a:lnTo><a:pt x="22085" y="2184"/></a:lnTo><a:lnTo><a:pt x="22085" y="2019"/></a:lnTo><a:close/></a:path></a:pathLst></a:custGeom><a:solidFill><a:srgbClr val="000000"/></a:solidFill></p:spPr><p:txBody><a:bodyPr wrap="square" lIns="0" tIns="0" rIns="0" bIns="0" rtlCol="0"/><a:lstStyle/><a:p/></p:txBody></p:sp><p:sp><p:nvSpPr><p:cNvPr id="701" name="object 701"/><p:cNvSpPr/><p:nvPr/></p:nvSpPr><p:spPr><a:xfrm><a:off x="17026447" y="12506582"/><a:ext cx="35560" cy="27305"/></a:xfrm><a:custGeom><a:avLst/><a:gdLst/><a:ahLst/><a:cxnLst/><a:rect l="l" t="t" r="r" b="b"/><a:pathLst><a:path w="35559" h="27304"><a:moveTo><a:pt x="1587" y="26784"/></a:moveTo><a:lnTo><a:pt x="76" y="26784"/></a:lnTo><a:lnTo><a:pt x="419" y="26860"/></a:lnTo><a:lnTo><a:pt x="914" y="26949"/></a:lnTo><a:lnTo><a:pt x="1092" y="26860"/></a:lnTo><a:lnTo><a:pt x="1346" y="26860"/></a:lnTo><a:lnTo><a:pt x="1587" y="26784"/></a:lnTo><a:close/></a:path><a:path w="35559" h="27304"><a:moveTo><a:pt x="1765" y="26695"/></a:moveTo><a:lnTo><a:pt x="0" y="26695"/></a:lnTo><a:lnTo><a:pt x="1587" y="26784"/></a:lnTo><a:lnTo><a:pt x="1765" y="26695"/></a:lnTo><a:close/></a:path><a:path w="35559" h="27304"><a:moveTo><a:pt x="20650" y="13677"/></a:moveTo><a:lnTo><a:pt x="20574" y="13423"/></a:lnTo><a:lnTo><a:pt x="20485" y="13258"/></a:lnTo><a:lnTo><a:pt x="20396" y="13004"/></a:lnTo><a:lnTo><a:pt x="20154" y="12674"/></a:lnTo><a:lnTo><a:pt x="19812" y="12420"/></a:lnTo><a:lnTo><a:pt x="19481" y="12166"/></a:lnTo><a:lnTo><a:pt x="19062" y="12001"/></a:lnTo><a:lnTo><a:pt x="18643" y="11912"/></a:lnTo><a:lnTo><a:pt x="18135" y="11912"/></a:lnTo><a:lnTo><a:pt x="17881" y="12001"/></a:lnTo><a:lnTo><a:pt x="17716" y="12001"/></a:lnTo><a:lnTo><a:pt x="17462" y="12090"/></a:lnTo><a:lnTo><a:pt x="17132" y="12331"/></a:lnTo><a:lnTo><a:pt x="16954" y="12420"/></a:lnTo><a:lnTo><a:pt x="16789" y="12585"/></a:lnTo><a:lnTo><a:pt x="16535" y="12928"/></a:lnTo><a:lnTo><a:pt x="16281" y="13258"/></a:lnTo><a:lnTo><a:pt x="16281" y="13423"/></a:lnTo><a:lnTo><a:pt x="16205" y="13677"/></a:lnTo><a:lnTo><a:pt x="16205" y="13843"/></a:lnTo><a:lnTo><a:pt x="16116" y="14097"/></a:lnTo><a:lnTo><a:pt x="16116" y="14274"/></a:lnTo><a:lnTo><a:pt x="16205" y="14516"/></a:lnTo><a:lnTo><a:pt x="16205" y="14693"/></a:lnTo><a:lnTo><a:pt x="16281" y="14935"/></a:lnTo><a:lnTo><a:pt x="16459" y="15278"/></a:lnTo><a:lnTo><a:pt x="16535" y="15443"/></a:lnTo><a:lnTo><a:pt x="16713" y="15697"/></a:lnTo><a:lnTo><a:pt x="17043" y="15951"/></a:lnTo><a:lnTo><a:pt x="17373" y="16205"/></a:lnTo><a:lnTo><a:pt x="17805" y="16370"/></a:lnTo><a:lnTo><a:pt x="18224" y="16446"/></a:lnTo><a:lnTo><a:pt x="18719" y="16446"/></a:lnTo><a:lnTo><a:pt x="18973" y="16370"/></a:lnTo><a:lnTo><a:pt x="19392" y="16205"/></a:lnTo><a:lnTo><a:pt x="19735" y="16027"/></a:lnTo><a:lnTo><a:pt x="20066" y="15786"/></a:lnTo><a:lnTo><a:pt x="20320" y="15443"/></a:lnTo><a:lnTo><a:pt x="20396" y="15278"/></a:lnTo><a:lnTo><a:pt x="20485" y="15024"/></a:lnTo><a:lnTo><a:pt x="20650" y="14693"/></a:lnTo><a:lnTo><a:pt x="20650" y="14516"/></a:lnTo><a:lnTo><a:pt x="20650" y="14274"/></a:lnTo><a:lnTo><a:pt x="20650" y="14097"/></a:lnTo><a:lnTo><a:pt x="20650" y="13843"/></a:lnTo><a:lnTo><a:pt x="20650" y="13677"/></a:lnTo><a:close/></a:path><a:path w="35559" h="27304"><a:moveTo><a:pt x="35433" y="76"/></a:moveTo><a:lnTo><a:pt x="35013" y="0"/></a:lnTo><a:lnTo><a:pt x="34759" y="76"/></a:lnTo><a:lnTo><a:pt x="35433" y="76"/></a:lnTo><a:close/></a:path></a:pathLst></a:custGeom><a:solidFill><a:srgbClr val="000000"/></a:solidFill></p:spPr><p:txBody><a:bodyPr wrap="square" lIns="0" tIns="0" rIns="0" bIns="0" rtlCol="0"/><a:lstStyle/><a:p/></p:txBody></p:sp><p:sp><p:nvSpPr><p:cNvPr id="702" name="object 702"/><p:cNvSpPr/><p:nvPr/></p:nvSpPr><p:spPr><a:xfrm><a:off x="17059276" y="12493387"/><a:ext cx="19050" cy="17780"/></a:xfrm><a:custGeom><a:avLst/><a:gdLst/><a:ahLst/><a:cxnLst/><a:rect l="l" t="t" r="r" b="b"/><a:pathLst><a:path w="19050" h="17779"><a:moveTo><a:pt x="4533" y="15201"/></a:moveTo><a:lnTo><a:pt x="4457" y="14871"/></a:lnTo><a:lnTo><a:pt x="4279" y="14528"/></a:lnTo><a:lnTo><a:pt x="4025" y="14109"/></a:lnTo><a:lnTo><a:pt x="3784" y="13855"/></a:lnTo><a:lnTo><a:pt x="3441" y="13525"/></a:lnTo><a:lnTo><a:pt x="3111" y="13360"/></a:lnTo><a:lnTo><a:pt x="2692" y="13271"/></a:lnTo><a:lnTo><a:pt x="2184" y="13195"/></a:lnTo><a:lnTo><a:pt x="1930" y="13271"/></a:lnTo><a:lnTo><a:pt x="1765" y="13271"/></a:lnTo><a:lnTo><a:pt x="1422" y="13360"/></a:lnTo><a:lnTo><a:pt x="1092" y="13525"/></a:lnTo><a:lnTo><a:pt x="762" y="13779"/></a:lnTo><a:lnTo><a:pt x="419" y="14109"/></a:lnTo><a:lnTo><a:pt x="254" y="14452"/></a:lnTo><a:lnTo><a:pt x="88" y="14782"/></a:lnTo><a:lnTo><a:pt x="0" y="15201"/></a:lnTo><a:lnTo><a:pt x="0" y="15621"/></a:lnTo><a:lnTo><a:pt x="88" y="16040"/></a:lnTo><a:lnTo><a:pt x="165" y="16459"/></a:lnTo><a:lnTo><a:pt x="419" y="16802"/></a:lnTo><a:lnTo><a:pt x="673" y="17132"/></a:lnTo><a:lnTo><a:pt x="1003" y="17386"/></a:lnTo><a:lnTo><a:pt x="1422" y="17551"/></a:lnTo><a:lnTo><a:pt x="1765" y="17729"/></a:lnTo><a:lnTo><a:pt x="2603" y="17729"/></a:lnTo><a:lnTo><a:pt x="3022" y="17640"/></a:lnTo><a:lnTo><a:pt x="3365" y="17475"/></a:lnTo><a:lnTo><a:pt x="3695" y="17221"/></a:lnTo><a:lnTo><a:pt x="4025" y="16878"/></a:lnTo><a:lnTo><a:pt x="4279" y="16548"/></a:lnTo><a:lnTo><a:pt x="4457" y="16129"/></a:lnTo><a:lnTo><a:pt x="4533" y="15709"/></a:lnTo><a:lnTo><a:pt x="4533" y="15290"/></a:lnTo><a:close/></a:path><a:path w="19050" h="17779"><a:moveTo><a:pt x="18808" y="177"/></a:moveTo><a:lnTo><a:pt x="18478" y="88"/></a:lnTo><a:lnTo><a:pt x="18059" y="0"/></a:lnTo><a:lnTo><a:pt x="17640" y="0"/></a:lnTo><a:lnTo><a:pt x="17221" y="88"/></a:lnTo><a:lnTo><a:pt x="16878" y="177"/></a:lnTo><a:lnTo><a:pt x="18808" y="177"/></a:lnTo><a:close/></a:path></a:pathLst></a:custGeom><a:solidFill><a:srgbClr val="000000"/></a:solidFill></p:spPr><p:txBody><a:bodyPr wrap="square" lIns="0" tIns="0" rIns="0" bIns="0" rtlCol="0"/><a:lstStyle/><a:p/></p:txBody></p:sp><p:sp><p:nvSpPr><p:cNvPr id="703" name="object 703"/><p:cNvSpPr/><p:nvPr/></p:nvSpPr><p:spPr><a:xfrm><a:off x="17074808" y="12478871"/><a:ext cx="18415" cy="19685"/></a:xfrm><a:custGeom><a:avLst/><a:gdLst/><a:ahLst/><a:cxnLst/><a:rect l="l" t="t" r="r" b="b"/><a:pathLst><a:path w="18415" h="19684"><a:moveTo><a:pt x="3276" y="14693"/></a:moveTo><a:lnTo><a:pt x="2946" y="14605"/></a:lnTo><a:lnTo><a:pt x="1689" y="14605"/></a:lnTo><a:lnTo><a:pt x="3276" y="14693"/></a:lnTo><a:close/></a:path><a:path w="18415" h="19684"><a:moveTo><a:pt x="4622" y="16789"/></a:moveTo><a:lnTo><a:pt x="4533" y="16370"/></a:lnTo><a:lnTo><a:pt x="4457" y="15951"/></a:lnTo><a:lnTo><a:pt x="4292" y="15608"/></a:lnTo><a:lnTo><a:pt x="4038" y="15278"/></a:lnTo><a:lnTo><a:pt x="3695" y="14947"/></a:lnTo><a:lnTo><a:pt x="3365" y="14770"/></a:lnTo><a:lnTo><a:pt x="1346" y="14693"/></a:lnTo><a:lnTo><a:pt x="927" y="14947"/></a:lnTo><a:lnTo><a:pt x="673" y="15189"/></a:lnTo><a:lnTo><a:pt x="419" y="15532"/></a:lnTo><a:lnTo><a:pt x="177" y="15951"/></a:lnTo><a:lnTo><a:pt x="88" y="16370"/></a:lnTo><a:lnTo><a:pt x="0" y="16789"/></a:lnTo><a:lnTo><a:pt x="88" y="17208"/></a:lnTo><a:lnTo><a:pt x="177" y="17538"/></a:lnTo><a:lnTo><a:pt x="342" y="17970"/></a:lnTo><a:lnTo><a:pt x="596" y="18300"/></a:lnTo><a:lnTo><a:pt x="927" y="18554"/></a:lnTo><a:lnTo><a:pt x="1270" y="18808"/></a:lnTo><a:lnTo><a:pt x="1689" y="18973"/></a:lnTo><a:lnTo><a:pt x="2108" y="19062"/></a:lnTo><a:lnTo><a:pt x="2527" y="19062"/></a:lnTo><a:lnTo><a:pt x="2946" y="18973"/></a:lnTo><a:lnTo><a:pt x="3276" y="18808"/></a:lnTo><a:lnTo><a:pt x="3695" y="18554"/></a:lnTo><a:lnTo><a:pt x="3949" y="18300"/></a:lnTo><a:lnTo><a:pt x="4203" y="17970"/></a:lnTo><a:lnTo><a:pt x="4457" y="17627"/></a:lnTo><a:lnTo><a:pt x="4533" y="17208"/></a:lnTo><a:lnTo><a:pt x="4622" y="16789"/></a:lnTo><a:close/></a:path><a:path w="18415" h="19684"><a:moveTo><a:pt x="18313" y="584"/></a:moveTo><a:lnTo><a:pt x="17970" y="330"/></a:lnTo><a:lnTo><a:pt x="17640" y="165"/></a:lnTo><a:lnTo><a:pt x="17221" y="76"/></a:lnTo><a:lnTo><a:pt x="16802" y="0"/></a:lnTo><a:lnTo><a:pt x="16383" y="76"/></a:lnTo><a:lnTo><a:pt x="15963" y="165"/></a:lnTo><a:lnTo><a:pt x="15621" y="330"/></a:lnTo><a:lnTo><a:pt x="15290" y="584"/></a:lnTo><a:lnTo><a:pt x="18313" y="584"/></a:lnTo><a:close/></a:path></a:pathLst></a:custGeom><a:solidFill><a:srgbClr val="000000"/></a:solidFill></p:spPr><p:txBody><a:bodyPr wrap="square" lIns="0" tIns="0" rIns="0" bIns="0" rtlCol="0"/><a:lstStyle/><a:p/></p:txBody></p:sp><p:sp><p:nvSpPr><p:cNvPr id="704" name="object 704"/><p:cNvSpPr/><p:nvPr/></p:nvSpPr><p:spPr><a:xfrm><a:off x="17089337" y="12463326"/><a:ext cx="17780" cy="20320"/></a:xfrm><a:custGeom><a:avLst/><a:gdLst/><a:ahLst/><a:cxnLst/><a:rect l="l" t="t" r="r" b="b"/><a:pathLst><a:path w="17780" h="20320"><a:moveTo><a:pt x="3784" y="16129"/></a:moveTo><a:lnTo><a:pt x="3441" y="15875"/></a:lnTo><a:lnTo><a:pt x="1092" y="15875"/></a:lnTo><a:lnTo><a:pt x="3784" y="16129"/></a:lnTo><a:close/></a:path><a:path w="17780" h="20320"><a:moveTo><a:pt x="4533" y="17640"/></a:moveTo><a:lnTo><a:pt x="4457" y="17221"/></a:lnTo><a:lnTo><a:pt x="4279" y="16802"/></a:lnTo><a:lnTo><a:pt x="4114" y="16459"/></a:lnTo><a:lnTo><a:pt x="3784" y="16129"/></a:lnTo><a:lnTo><a:pt x="762" y="16129"/></a:lnTo><a:lnTo><a:pt x="419" y="16459"/></a:lnTo><a:lnTo><a:pt x="254" y="16802"/></a:lnTo><a:lnTo><a:pt x="88" y="17221"/></a:lnTo><a:lnTo><a:pt x="0" y="17640"/></a:lnTo><a:lnTo><a:pt x="0" y="18059"/></a:lnTo><a:lnTo><a:pt x="88" y="18478"/></a:lnTo><a:lnTo><a:pt x="254" y="18808"/></a:lnTo><a:lnTo><a:pt x="419" y="19240"/></a:lnTo><a:lnTo><a:pt x="762" y="19481"/></a:lnTo><a:lnTo><a:pt x="1092" y="19735"/></a:lnTo><a:lnTo><a:pt x="1435" y="19989"/></a:lnTo><a:lnTo><a:pt x="1854" y="20078"/></a:lnTo><a:lnTo><a:pt x="2273" y="20154"/></a:lnTo><a:lnTo><a:pt x="2692" y="20078"/></a:lnTo><a:lnTo><a:pt x="3111" y="19989"/></a:lnTo><a:lnTo><a:pt x="3441" y="19824"/></a:lnTo><a:lnTo><a:pt x="3784" y="19570"/></a:lnTo><a:lnTo><a:pt x="4038" y="19240"/></a:lnTo><a:lnTo><a:pt x="4279" y="18897"/></a:lnTo><a:lnTo><a:pt x="4457" y="18478"/></a:lnTo><a:lnTo><a:pt x="4533" y="18059"/></a:lnTo><a:lnTo><a:pt x="4533" y="17640"/></a:lnTo><a:close/></a:path><a:path w="17780" h="20320"><a:moveTo><a:pt x="17475" y="1092"/></a:moveTo><a:lnTo><a:pt x="16205" y="88"/></a:lnTo><a:lnTo><a:pt x="16040" y="0"/></a:lnTo><a:lnTo><a:pt x="14947" y="0"/></a:lnTo><a:lnTo><a:pt x="14782" y="88"/></a:lnTo><a:lnTo><a:pt x="14452" y="177"/></a:lnTo><a:lnTo><a:pt x="14109" y="431"/></a:lnTo><a:lnTo><a:pt x="13779" y="762"/></a:lnTo><a:lnTo><a:pt x="13525" y="1092"/></a:lnTo><a:lnTo><a:pt x="17475" y="1092"/></a:lnTo><a:close/></a:path></a:pathLst></a:custGeom><a:solidFill><a:srgbClr val="000000"/></a:solidFill></p:spPr><p:txBody><a:bodyPr wrap="square" lIns="0" tIns="0" rIns="0" bIns="0" rtlCol="0"/><a:lstStyle/><a:p/></p:txBody></p:sp><p:sp><p:nvSpPr><p:cNvPr id="705" name="object 705"/><p:cNvSpPr/><p:nvPr/></p:nvSpPr><p:spPr><a:xfrm><a:off x="17102520" y="12446626"/><a:ext cx="16510" cy="21590"/></a:xfrm><a:custGeom><a:avLst/><a:gdLst/><a:ahLst/><a:cxnLst/><a:rect l="l" t="t" r="r" b="b"/><a:pathLst><a:path w="16509" h="21590"><a:moveTo><a:pt x="4292" y="17792"/></a:moveTo><a:lnTo><a:pt x="4114" y="17551"/></a:lnTo><a:lnTo><a:pt x="508" y="17551"/></a:lnTo><a:lnTo><a:pt x="4292" y="17792"/></a:lnTo><a:close/></a:path><a:path w="16509" h="21590"><a:moveTo><a:pt x="4533" y="18554"/></a:moveTo><a:lnTo><a:pt x="4457" y="18300"/></a:lnTo><a:lnTo><a:pt x="4457" y="18135"/></a:lnTo><a:lnTo><a:pt x="4292" y="17881"/></a:lnTo><a:lnTo><a:pt x="342" y="17792"/></a:lnTo><a:lnTo><a:pt x="177" y="18135"/></a:lnTo><a:lnTo><a:pt x="88" y="18300"/></a:lnTo><a:lnTo><a:pt x="88" y="18554"/></a:lnTo><a:lnTo><a:pt x="0" y="18808"/></a:lnTo><a:lnTo><a:pt x="0" y="18973"/></a:lnTo><a:lnTo><a:pt x="0" y="19227"/></a:lnTo><a:lnTo><a:pt x="88" y="19392"/></a:lnTo><a:lnTo><a:pt x="177" y="19646"/></a:lnTo><a:lnTo><a:pt x="177" y="19812"/></a:lnTo><a:lnTo><a:pt x="342" y="20066"/></a:lnTo><a:lnTo><a:pt x="596" y="20396"/></a:lnTo><a:lnTo><a:pt x="927" y="20739"/></a:lnTo><a:lnTo><a:pt x="1270" y="20993"/></a:lnTo><a:lnTo><a:pt x="1689" y="21158"/></a:lnTo><a:lnTo><a:pt x="2019" y="21158"/></a:lnTo><a:lnTo><a:pt x="2438" y="21234"/></a:lnTo><a:lnTo><a:pt x="2857" y="21158"/></a:lnTo><a:lnTo><a:pt x="3276" y="20993"/></a:lnTo><a:lnTo><a:pt x="3619" y="20739"/></a:lnTo><a:lnTo><a:pt x="3949" y="20485"/></a:lnTo><a:lnTo><a:pt x="4203" y="20154"/></a:lnTo><a:lnTo><a:pt x="4368" y="19812"/></a:lnTo><a:lnTo><a:pt x="4457" y="19646"/></a:lnTo><a:lnTo><a:pt x="4533" y="19392"/></a:lnTo><a:lnTo><a:pt x="4533" y="19227"/></a:lnTo><a:lnTo><a:pt x="4533" y="18973"/></a:lnTo><a:lnTo><a:pt x="4533" y="18808"/></a:lnTo><a:lnTo><a:pt x="4533" y="18554"/></a:lnTo><a:close/></a:path><a:path w="16509" h="21590"><a:moveTo><a:pt x="16383" y="1587"/></a:moveTo><a:lnTo><a:pt x="16217" y="1346"/></a:lnTo><a:lnTo><a:pt x="16040" y="914"/></a:lnTo><a:lnTo><a:pt x="15786" y="673"/></a:lnTo><a:lnTo><a:pt x="15455" y="419"/></a:lnTo><a:lnTo><a:pt x="15290" y="330"/></a:lnTo><a:lnTo><a:pt x="15036" y="165"/></a:lnTo><a:lnTo><a:pt x="14617" y="76"/></a:lnTo><a:lnTo><a:pt x="13855" y="0"/></a:lnTo><a:lnTo><a:pt x="13436" y="165"/></a:lnTo><a:lnTo><a:pt x="13017" y="330"/></a:lnTo><a:lnTo><a:pt x="12687" y="584"/></a:lnTo><a:lnTo><a:pt x="12433" y="838"/></a:lnTo><a:lnTo><a:pt x="12179" y="1257"/></a:lnTo><a:lnTo><a:pt x="12014" y="1587"/></a:lnTo><a:lnTo><a:pt x="16383" y="1676"/></a:lnTo><a:close/></a:path></a:pathLst></a:custGeom><a:solidFill><a:srgbClr val="000000"/></a:solidFill></p:spPr><p:txBody><a:bodyPr wrap="square" lIns="0" tIns="0" rIns="0" bIns="0" rtlCol="0"/><a:lstStyle/><a:p/></p:txBody></p:sp><p:sp><p:nvSpPr><p:cNvPr id="706" name="object 706"/><p:cNvSpPr/><p:nvPr/></p:nvSpPr><p:spPr><a:xfrm><a:off x="17114445" y="12429074"/><a:ext cx="15240" cy="22225"/></a:xfrm><a:custGeom><a:avLst/><a:gdLst/><a:ahLst/><a:cxnLst/><a:rect l="l" t="t" r="r" b="b"/><a:pathLst><a:path w="15240" h="22225"><a:moveTo><a:pt x="4457" y="19138"/></a:moveTo><a:lnTo><a:pt x="88" y="19138"/></a:lnTo><a:lnTo><a:pt x="4457" y="19227"/></a:lnTo><a:close/></a:path><a:path w="15240" h="22225"><a:moveTo><a:pt x="4533" y="19558"/></a:moveTo><a:lnTo><a:pt x="4457" y="19227"/></a:lnTo><a:lnTo><a:pt x="88" y="19227"/></a:lnTo><a:lnTo><a:pt x="0" y="19558"/></a:lnTo><a:lnTo><a:pt x="0" y="19977"/></a:lnTo><a:lnTo><a:pt x="88" y="20408"/></a:lnTo><a:lnTo><a:pt x="177" y="20828"/></a:lnTo><a:lnTo><a:pt x="419" y="21158"/></a:lnTo><a:lnTo><a:pt x="673" y="21488"/></a:lnTo><a:lnTo><a:pt x="1016" y="21742"/></a:lnTo><a:lnTo><a:pt x="1435" y="21920"/></a:lnTo><a:lnTo><a:pt x="1765" y="22085"/></a:lnTo><a:lnTo><a:pt x="1930" y="22085"/></a:lnTo><a:lnTo><a:pt x="2603" y="22085"/></a:lnTo><a:lnTo><a:pt x="3022" y="21996"/></a:lnTo><a:lnTo><a:pt x="3441" y="21831"/></a:lnTo><a:lnTo><a:pt x="3784" y="21577"/></a:lnTo><a:lnTo><a:pt x="4038" y="21247"/></a:lnTo><a:lnTo><a:pt x="4292" y="20904"/></a:lnTo><a:lnTo><a:pt x="4457" y="20485"/></a:lnTo><a:lnTo><a:pt x="4533" y="20066"/></a:lnTo><a:lnTo><a:pt x="4533" y="19646"/></a:lnTo><a:close/></a:path><a:path w="15240" h="22225"><a:moveTo><a:pt x="15036" y="2349"/></a:moveTo><a:lnTo><a:pt x="14947" y="2019"/></a:lnTo><a:lnTo><a:pt x="14871" y="1587"/></a:lnTo><a:lnTo><a:pt x="14693" y="1168"/></a:lnTo><a:lnTo><a:pt x="14452" y="838"/></a:lnTo><a:lnTo><a:pt x="14198" y="508"/></a:lnTo><a:lnTo><a:pt x="13779" y="254"/></a:lnTo><a:lnTo><a:pt x="13436" y="76"/></a:lnTo><a:lnTo><a:pt x="12941" y="0"/></a:lnTo><a:lnTo><a:pt x="12522" y="0"/></a:lnTo><a:lnTo><a:pt x="12090" y="76"/></a:lnTo><a:lnTo><a:pt x="11671" y="254"/></a:lnTo><a:lnTo><a:pt x="11341" y="508"/></a:lnTo><a:lnTo><a:pt x="10998" y="749"/></a:lnTo><a:lnTo><a:pt x="10756" y="1092"/></a:lnTo><a:lnTo><a:pt x="10579" y="1511"/></a:lnTo><a:lnTo><a:pt x="10502" y="1930"/></a:lnTo><a:lnTo><a:pt x="10502" y="2349"/></a:lnTo><a:lnTo><a:pt x="15036" y="2438"/></a:lnTo><a:close/></a:path></a:pathLst></a:custGeom><a:solidFill><a:srgbClr val="000000"/></a:solidFill></p:spPr><p:txBody><a:bodyPr wrap="square" lIns="0" tIns="0" rIns="0" bIns="0" rtlCol="0"/><a:lstStyle/><a:p/></p:txBody></p:sp><p:sp><p:nvSpPr><p:cNvPr id="707" name="object 707"/><p:cNvSpPr/><p:nvPr/></p:nvSpPr><p:spPr><a:xfrm><a:off x="17124948" y="12410685"/><a:ext cx="13970" cy="23495"/></a:xfrm><a:custGeom><a:avLst/><a:gdLst/><a:ahLst/><a:cxnLst/><a:rect l="l" t="t" r="r" b="b"/><a:pathLst><a:path w="13969" h="23495"><a:moveTo><a:pt x="4533" y="20828"/></a:moveTo><a:lnTo><a:pt x="0" y="20828"/></a:lnTo><a:lnTo><a:pt x="0" y="21158"/></a:lnTo><a:lnTo><a:pt x="76" y="21323"/></a:lnTo><a:lnTo><a:pt x="165" y="21577"/></a:lnTo><a:lnTo><a:pt x="254" y="21742"/></a:lnTo><a:lnTo><a:pt x="330" y="21920"/></a:lnTo><a:lnTo><a:pt x="495" y="22085"/></a:lnTo><a:lnTo><a:pt x="584" y="22250"/></a:lnTo><a:lnTo><a:pt x="749" y="22415"/></a:lnTo><a:lnTo><a:pt x="927" y="22504"/></a:lnTo><a:lnTo><a:pt x="1168" y="22669"/></a:lnTo><a:lnTo><a:pt x="1346" y="22758"/></a:lnTo><a:lnTo><a:pt x="1511" y="22834"/></a:lnTo><a:lnTo><a:pt x="1765" y="22834"/></a:lnTo><a:lnTo><a:pt x="1930" y="22923"/></a:lnTo><a:lnTo><a:pt x="2438" y="22923"/></a:lnTo><a:lnTo><a:pt x="2768" y="22834"/></a:lnTo><a:lnTo><a:pt x="2933" y="22834"/></a:lnTo><a:lnTo><a:pt x="3187" y="22758"/></a:lnTo><a:lnTo><a:pt x="3530" y="22504"/></a:lnTo><a:lnTo><a:pt x="3695" y="22415"/></a:lnTo><a:lnTo><a:pt x="3860" y="22250"/></a:lnTo><a:lnTo><a:pt x="3949" y="22085"/></a:lnTo><a:lnTo><a:pt x="4114" y="21920"/></a:lnTo><a:lnTo><a:pt x="4191" y="21742"/></a:lnTo><a:lnTo><a:pt x="4368" y="21577"/></a:lnTo><a:lnTo><a:pt x="4368" y="21323"/></a:lnTo><a:lnTo><a:pt x="4445" y="21158"/></a:lnTo><a:lnTo><a:pt x="4533" y="20828"/></a:lnTo><a:close/></a:path><a:path w="13969" h="23495"><a:moveTo><a:pt x="4533" y="20739"/></a:moveTo><a:lnTo><a:pt x="0" y="20739"/></a:lnTo><a:lnTo><a:pt x="4533" y="20828"/></a:lnTo><a:close/></a:path><a:path w="13969" h="23495"><a:moveTo><a:pt x="13512" y="2184"/></a:moveTo><a:lnTo><a:pt x="13436" y="1930"/></a:lnTo><a:lnTo><a:pt x="13436" y="1765"/></a:lnTo><a:lnTo><a:pt x="13347" y="1587"/></a:lnTo><a:lnTo><a:pt x="13271" y="1346"/></a:lnTo><a:lnTo><a:pt x="13182" y="1168"/></a:lnTo><a:lnTo><a:pt x="13093" y="1003"/></a:lnTo><a:lnTo><a:pt x="12928" y="838"/></a:lnTo><a:lnTo><a:pt x="12839" y="673"/></a:lnTo><a:lnTo><a:pt x="12674" y="508"/></a:lnTo><a:lnTo><a:pt x="12509" y="419"/></a:lnTo><a:lnTo><a:pt x="12344" y="254"/></a:lnTo><a:lnTo><a:pt x="12090" y="165"/></a:lnTo><a:lnTo><a:pt x="11925" y="76"/></a:lnTo><a:lnTo><a:pt x="11760" y="76"/></a:lnTo><a:lnTo><a:pt x="11506" y="0"/></a:lnTo><a:lnTo><a:pt x="10909" y="0"/></a:lnTo><a:lnTo><a:pt x="10744" y="76"/></a:lnTo><a:lnTo><a:pt x="10490" y="76"/></a:lnTo><a:lnTo><a:pt x="10325" y="165"/></a:lnTo><a:lnTo><a:pt x="10071" y="254"/></a:lnTo><a:lnTo><a:pt x="9994" y="419"/></a:lnTo><a:lnTo><a:pt x="9740" y="508"/></a:lnTo><a:lnTo><a:pt x="9652" y="673"/></a:lnTo><a:lnTo><a:pt x="9486" y="838"/></a:lnTo><a:lnTo><a:pt x="9321" y="1003"/></a:lnTo><a:lnTo><a:pt x="9232" y="1168"/></a:lnTo><a:lnTo><a:pt x="9156" y="1346"/></a:lnTo><a:lnTo><a:pt x="9067" y="1587"/></a:lnTo><a:lnTo><a:pt x="8978" y="1765"/></a:lnTo><a:lnTo><a:pt x="8978" y="2768"/></a:lnTo><a:lnTo><a:pt x="9067" y="3022"/></a:lnTo><a:lnTo><a:pt x="9156" y="3187"/></a:lnTo><a:lnTo><a:pt x="13271" y="3187"/></a:lnTo><a:lnTo><a:pt x="13347" y="3022"/></a:lnTo><a:lnTo><a:pt x="13436" y="2768"/></a:lnTo><a:lnTo><a:pt x="13436" y="2603"/></a:lnTo><a:lnTo><a:pt x="13512" y="2349"/></a:lnTo><a:lnTo><a:pt x="13512" y="2184"/></a:lnTo><a:close/></a:path></a:pathLst></a:custGeom><a:solidFill><a:srgbClr val="000000"/></a:solidFill></p:spPr><p:txBody><a:bodyPr wrap="square" lIns="0" tIns="0" rIns="0" bIns="0" rtlCol="0"/><a:lstStyle/><a:p/></p:txBody></p:sp><p:sp><p:nvSpPr><p:cNvPr id="708" name="object 708"/><p:cNvSpPr/><p:nvPr/></p:nvSpPr><p:spPr><a:xfrm><a:off x="17134016" y="12391622"/><a:ext cx="12065" cy="24130"/></a:xfrm><a:custGeom><a:avLst/><a:gdLst/><a:ahLst/><a:cxnLst/><a:rect l="l" t="t" r="r" b="b"/><a:pathLst><a:path w="12065" h="24129"><a:moveTo><a:pt x="4203" y="22250"/></a:moveTo><a:lnTo><a:pt x="88" y="22250"/></a:lnTo><a:lnTo><a:pt x="165" y="22415"/></a:lnTo><a:lnTo><a:pt x="254" y="22593"/></a:lnTo><a:lnTo><a:pt x="419" y="22758"/></a:lnTo><a:lnTo><a:pt x="584" y="22923"/></a:lnTo><a:lnTo><a:pt x="673" y="23088"/></a:lnTo><a:lnTo><a:pt x="838" y="23177"/></a:lnTo><a:lnTo><a:pt x="1092" y="23342"/></a:lnTo><a:lnTo><a:pt x="1257" y="23431"/></a:lnTo><a:lnTo><a:pt x="1422" y="23507"/></a:lnTo><a:lnTo><a:pt x="1676" y="23507"/></a:lnTo><a:lnTo><a:pt x="1930" y="23596"/></a:lnTo><a:lnTo><a:pt x="2438" y="23596"/></a:lnTo><a:lnTo><a:pt x="2603" y="23507"/></a:lnTo><a:lnTo><a:pt x="2857" y="23507"/></a:lnTo><a:lnTo><a:pt x="3022" y="23431"/></a:lnTo><a:lnTo><a:pt x="3276" y="23342"/></a:lnTo><a:lnTo><a:pt x="3441" y="23177"/></a:lnTo><a:lnTo><a:pt x="3606" y="23088"/></a:lnTo><a:lnTo><a:pt x="3771" y="22923"/></a:lnTo><a:lnTo><a:pt x="3949" y="22758"/></a:lnTo><a:lnTo><a:pt x="4025" y="22593"/></a:lnTo><a:lnTo><a:pt x="4114" y="22415"/></a:lnTo><a:lnTo><a:pt x="4203" y="22250"/></a:lnTo><a:close/></a:path><a:path w="12065" h="24129"><a:moveTo><a:pt x="4279" y="22085"/></a:moveTo><a:lnTo><a:pt x="0" y="22085"/></a:lnTo><a:lnTo><a:pt x="4203" y="22250"/></a:lnTo><a:lnTo><a:pt x="4279" y="22085"/></a:lnTo><a:close/></a:path><a:path w="12065" h="24129"><a:moveTo><a:pt x="11836" y="1765"/></a:moveTo><a:lnTo><a:pt x="11671" y="1346"/></a:lnTo><a:lnTo><a:pt x="11417" y="1003"/></a:lnTo><a:lnTo><a:pt x="11163" y="673"/></a:lnTo><a:lnTo><a:pt x="10833" y="419"/></a:lnTo><a:lnTo><a:pt x="10490" y="165"/></a:lnTo><a:lnTo><a:pt x="10325" y="88"/></a:lnTo><a:lnTo><a:pt x="10071" y="88"/></a:lnTo><a:lnTo><a:pt x="9906" y="0"/></a:lnTo><a:lnTo><a:pt x="9321" y="0"/></a:lnTo><a:lnTo><a:pt x="9067" y="88"/></a:lnTo><a:lnTo><a:pt x="8902" y="88"/></a:lnTo><a:lnTo><a:pt x="8648" y="165"/></a:lnTo><a:lnTo><a:pt x="8483" y="330"/></a:lnTo><a:lnTo><a:pt x="8318" y="419"/></a:lnTo><a:lnTo><a:pt x="8064" y="584"/></a:lnTo><a:lnTo><a:pt x="7810" y="927"/></a:lnTo><a:lnTo><a:pt x="7556" y="1257"/></a:lnTo><a:lnTo><a:pt x="7391" y="1676"/></a:lnTo><a:lnTo><a:pt x="7302" y="2095"/></a:lnTo><a:lnTo><a:pt x="7302" y="2603"/></a:lnTo><a:lnTo><a:pt x="7391" y="2933"/></a:lnTo><a:lnTo><a:pt x="7556" y="3352"/></a:lnTo><a:lnTo><a:pt x="7810" y="3695"/></a:lnTo><a:lnTo><a:pt x="11341" y="3784"/></a:lnTo><a:lnTo><a:pt x="11582" y="3441"/></a:lnTo><a:lnTo><a:pt x="11760" y="3022"/></a:lnTo><a:lnTo><a:pt x="11836" y="2603"/></a:lnTo><a:lnTo><a:pt x="11836" y="2184"/></a:lnTo><a:lnTo><a:pt x="11836" y="1765"/></a:lnTo><a:close/></a:path></a:pathLst></a:custGeom><a:solidFill><a:srgbClr val="000000"/></a:solidFill></p:spPr><p:txBody><a:bodyPr wrap="square" lIns="0" tIns="0" rIns="0" bIns="0" rtlCol="0"/><a:lstStyle/><a:p/></p:txBody></p:sp><p:sp><p:nvSpPr><p:cNvPr id="709" name="object 709"/><p:cNvSpPr/><p:nvPr/></p:nvSpPr><p:spPr><a:xfrm><a:off x="17141826" y="12371975"/><a:ext cx="10160" cy="24765"/></a:xfrm><a:custGeom><a:avLst/><a:gdLst/><a:ahLst/><a:cxnLst/><a:rect l="l" t="t" r="r" b="b"/><a:pathLst><a:path w="10159" h="24765"><a:moveTo><a:pt x="3530" y="23431"/></a:moveTo><a:lnTo><a:pt x="76" y="23431"/></a:lnTo><a:lnTo><a:pt x="330" y="23672"/></a:lnTo><a:lnTo><a:pt x="673" y="23926"/></a:lnTo><a:lnTo><a:pt x="838" y="23926"/></a:lnTo><a:lnTo><a:pt x="1003" y="24091"/></a:lnTo><a:lnTo><a:pt x="1257" y="24091"/></a:lnTo><a:lnTo><a:pt x="1511" y="24180"/></a:lnTo><a:lnTo><a:pt x="2019" y="24180"/></a:lnTo><a:lnTo><a:pt x="2349" y="24091"/></a:lnTo><a:lnTo><a:pt x="2514" y="24091"/></a:lnTo><a:lnTo><a:pt x="2768" y="23926"/></a:lnTo><a:lnTo><a:pt x="3187" y="23761"/></a:lnTo><a:lnTo><a:pt x="3530" y="23431"/></a:lnTo><a:close/></a:path><a:path w="10159" h="24765"><a:moveTo><a:pt x="3530" y="23342"/></a:moveTo><a:lnTo><a:pt x="0" y="23342"/></a:lnTo><a:lnTo><a:pt x="3530" y="23431"/></a:lnTo><a:close/></a:path><a:path w="10159" h="24765"><a:moveTo><a:pt x="9906" y="2184"/></a:moveTo><a:lnTo><a:pt x="9817" y="1841"/></a:lnTo><a:lnTo><a:pt x="9740" y="1422"/></a:lnTo><a:lnTo><a:pt x="9486" y="1092"/></a:lnTo><a:lnTo><a:pt x="9398" y="927"/></a:lnTo><a:lnTo><a:pt x="9232" y="749"/></a:lnTo><a:lnTo><a:pt x="8305" y="165"/></a:lnTo><a:lnTo><a:pt x="8140" y="76"/></a:lnTo><a:lnTo><a:pt x="7886" y="76"/></a:lnTo><a:lnTo><a:pt x="7721" y="0"/></a:lnTo><a:lnTo><a:pt x="7302" y="76"/></a:lnTo><a:lnTo><a:pt x="7137" y="76"/></a:lnTo><a:lnTo><a:pt x="6883" y="165"/></a:lnTo><a:lnTo><a:pt x="6718" y="254"/></a:lnTo><a:lnTo><a:pt x="6464" y="330"/></a:lnTo><a:lnTo><a:pt x="6299" y="419"/></a:lnTo><a:lnTo><a:pt x="6134" y="584"/></a:lnTo><a:lnTo><a:pt x="5956" y="749"/></a:lnTo><a:lnTo><a:pt x="5791" y="927"/></a:lnTo><a:lnTo><a:pt x="5702" y="1092"/></a:lnTo><a:lnTo><a:pt x="5537" y="1346"/></a:lnTo><a:lnTo><a:pt x="5372" y="1765"/></a:lnTo><a:lnTo><a:pt x="5372" y="2184"/></a:lnTo><a:lnTo><a:pt x="5372" y="2603"/></a:lnTo><a:lnTo><a:pt x="5461" y="3022"/></a:lnTo><a:lnTo><a:pt x="5626" y="3441"/></a:lnTo><a:lnTo><a:pt x="5880" y="3771"/></a:lnTo><a:lnTo><a:pt x="6210" y="4114"/></a:lnTo><a:lnTo><a:pt x="6553" y="4279"/></a:lnTo><a:lnTo><a:pt x="8559" y="4368"/></a:lnTo><a:lnTo><a:pt x="8737" y="4279"/></a:lnTo><a:lnTo><a:pt x="8978" y="4114"/></a:lnTo><a:lnTo><a:pt x="9321" y="3860"/></a:lnTo><a:lnTo><a:pt x="9575" y="3441"/></a:lnTo><a:lnTo><a:pt x="9740" y="3098"/></a:lnTo><a:lnTo><a:pt x="9906" y="2679"/></a:lnTo><a:lnTo><a:pt x="9906" y="2260"/></a:lnTo><a:close/></a:path></a:pathLst></a:custGeom><a:solidFill><a:srgbClr val="000000"/></a:solidFill></p:spPr><p:txBody><a:bodyPr wrap="square" lIns="0" tIns="0" rIns="0" bIns="0" rtlCol="0"/><a:lstStyle/><a:p/></p:txBody></p:sp><p:sp><p:nvSpPr><p:cNvPr id="710" name="object 710"/><p:cNvSpPr/><p:nvPr/></p:nvSpPr><p:spPr><a:xfrm><a:off x="17148379" y="12351985"/><a:ext cx="7620" cy="24765"/></a:xfrm><a:custGeom><a:avLst/><a:gdLst/><a:ahLst/><a:cxnLst/><a:rect l="l" t="t" r="r" b="b"/><a:pathLst><a:path w="7619" h="24765"><a:moveTo><a:pt x="2006" y="24358"/></a:moveTo><a:lnTo><a:pt x="76" y="24358"/></a:lnTo><a:lnTo><a:pt x="419" y="24434"/></a:lnTo><a:lnTo><a:pt x="838" y="24523"/></a:lnTo><a:lnTo><a:pt x="1333" y="24523"/></a:lnTo><a:lnTo><a:pt x="1587" y="24523"/></a:lnTo><a:lnTo><a:pt x="1752" y="24434"/></a:lnTo><a:lnTo><a:pt x="2006" y="24358"/></a:lnTo><a:close/></a:path><a:path w="7619" h="24765"><a:moveTo><a:pt x="2184" y="24269"/></a:moveTo><a:lnTo><a:pt x="0" y="24269"/></a:lnTo><a:lnTo><a:pt x="2006" y="24358"/></a:lnTo><a:lnTo><a:pt x="2184" y="24269"/></a:lnTo><a:close/></a:path><a:path w="7619" h="24765"><a:moveTo><a:pt x="7556" y="2019"/></a:moveTo><a:lnTo><a:pt x="7467" y="1600"/></a:lnTo><a:lnTo><a:pt x="7378" y="1435"/></a:lnTo><a:lnTo><a:pt x="7302" y="1181"/></a:lnTo><a:lnTo><a:pt x="7048" y="838"/></a:lnTo><a:lnTo><a:pt x="6883" y="673"/></a:lnTo><a:lnTo><a:pt x="6540" y="419"/></a:lnTo><a:lnTo><a:pt x="6210" y="165"/></a:lnTo><a:lnTo><a:pt x="6045" y="165"/></a:lnTo><a:lnTo><a:pt x="5702" y="88"/></a:lnTo><a:lnTo><a:pt x="4953" y="0"/></a:lnTo><a:lnTo><a:pt x="4787" y="88"/></a:lnTo><a:lnTo><a:pt x="4533" y="165"/></a:lnTo><a:lnTo><a:pt x="4356" y="165"/></a:lnTo><a:lnTo><a:pt x="4114" y="342"/></a:lnTo><a:lnTo><a:pt x="3937" y="419"/></a:lnTo><a:lnTo><a:pt x="3771" y="596"/></a:lnTo><a:lnTo><a:pt x="3606" y="673"/></a:lnTo><a:lnTo><a:pt x="3517" y="838"/></a:lnTo><a:lnTo><a:pt x="3352" y="1092"/></a:lnTo><a:lnTo><a:pt x="3098" y="1435"/></a:lnTo><a:lnTo><a:pt x="3098" y="1600"/></a:lnTo><a:lnTo><a:pt x="3022" y="1930"/></a:lnTo><a:lnTo><a:pt x="3022" y="2349"/></a:lnTo><a:lnTo><a:pt x="3022" y="2768"/></a:lnTo><a:lnTo><a:pt x="3187" y="3187"/></a:lnTo><a:lnTo><a:pt x="3441" y="3619"/></a:lnTo><a:lnTo><a:pt x="3695" y="3949"/></a:lnTo><a:lnTo><a:pt x="4025" y="4203"/></a:lnTo><a:lnTo><a:pt x="4445" y="4368"/></a:lnTo><a:lnTo><a:pt x="4864" y="4533"/></a:lnTo><a:lnTo><a:pt x="5537" y="4533"/></a:lnTo><a:lnTo><a:pt x="5702" y="4533"/></a:lnTo><a:lnTo><a:pt x="6045" y="4368"/></a:lnTo><a:lnTo><a:pt x="6464" y="4203"/></a:lnTo><a:lnTo><a:pt x="6794" y="3949"/></a:lnTo><a:lnTo><a:pt x="7137" y="3619"/></a:lnTo><a:lnTo><a:pt x="7302" y="3276"/></a:lnTo><a:lnTo><a:pt x="7467" y="2857"/></a:lnTo><a:lnTo><a:pt x="7556" y="2438"/></a:lnTo><a:lnTo><a:pt x="7556" y="2019"/></a:lnTo><a:close/></a:path></a:pathLst></a:custGeom><a:solidFill><a:srgbClr val="000000"/></a:solidFill></p:spPr><p:txBody><a:bodyPr wrap="square" lIns="0" tIns="0" rIns="0" bIns="0" rtlCol="0"/><a:lstStyle/><a:p/></p:txBody></p:sp><p:sp><p:nvSpPr><p:cNvPr id="711" name="object 711"/><p:cNvSpPr/><p:nvPr/></p:nvSpPr><p:spPr><a:xfrm><a:off x="17153916" y="12311269"/><a:ext cx="5080" cy="25400"/></a:xfrm><a:custGeom><a:avLst/><a:gdLst/><a:ahLst/><a:cxnLst/><a:rect l="l" t="t" r="r" b="b"/><a:pathLst><a:path w="5080" h="25400"><a:moveTo><a:pt x="4279" y="330"/></a:moveTo><a:lnTo><a:pt x="3949" y="165"/></a:lnTo><a:lnTo><a:pt x="3530" y="0"/></a:lnTo><a:lnTo><a:pt x="2692" y="0"/></a:lnTo><a:lnTo><a:pt x="2273" y="76"/></a:lnTo><a:lnTo><a:pt x="1930" y="330"/></a:lnTo><a:lnTo><a:pt x="4279" y="330"/></a:lnTo><a:close/></a:path><a:path w="5080" h="25400"><a:moveTo><a:pt x="4533" y="22491"/></a:moveTo><a:lnTo><a:pt x="4445" y="22250"/></a:lnTo><a:lnTo><a:pt x="4445" y="22072"/></a:lnTo><a:lnTo><a:pt x="4368" y="21831"/></a:lnTo><a:lnTo><a:pt x="4279" y="21653"/></a:lnTo><a:lnTo><a:pt x="4203" y="21488"/></a:lnTo><a:lnTo><a:pt x="4025" y="21234"/></a:lnTo><a:lnTo><a:pt x="3695" y="20980"/></a:lnTo><a:lnTo><a:pt x="3606" y="20815"/></a:lnTo><a:lnTo><a:pt x="3365" y="20739"/></a:lnTo><a:lnTo><a:pt x="2933" y="20485"/></a:lnTo><a:lnTo><a:pt x="2514" y="20396"/></a:lnTo><a:lnTo><a:pt x="2019" y="20396"/></a:lnTo><a:lnTo><a:pt x="1676" y="20485"/></a:lnTo><a:lnTo><a:pt x="1257" y="20650"/></a:lnTo><a:lnTo><a:pt x="927" y="20815"/></a:lnTo><a:lnTo><a:pt x="762" y="20980"/></a:lnTo><a:lnTo><a:pt x="584" y="21158"/></a:lnTo><a:lnTo><a:pt x="330" y="21488"/></a:lnTo><a:lnTo><a:pt x="254" y="21653"/></a:lnTo><a:lnTo><a:pt x="165" y="21831"/></a:lnTo><a:lnTo><a:pt x="88" y="22072"/></a:lnTo><a:lnTo><a:pt x="0" y="22250"/></a:lnTo><a:lnTo><a:pt x="0" y="22491"/></a:lnTo><a:lnTo><a:pt x="0" y="22669"/></a:lnTo><a:lnTo><a:pt x="0" y="22923"/></a:lnTo><a:lnTo><a:pt x="0" y="23088"/></a:lnTo><a:lnTo><a:pt x="88" y="23418"/></a:lnTo><a:lnTo><a:pt x="254" y="23761"/></a:lnTo><a:lnTo><a:pt x="508" y="24180"/></a:lnTo><a:lnTo><a:pt x="838" y="24434"/></a:lnTo><a:lnTo><a:pt x="1257" y="24676"/></a:lnTo><a:lnTo><a:pt x="1600" y="24853"/></a:lnTo><a:lnTo><a:pt x="2019" y="24930"/></a:lnTo><a:lnTo><a:pt x="2514" y="24930"/></a:lnTo><a:lnTo><a:pt x="2857" y="24853"/></a:lnTo><a:lnTo><a:pt x="3276" y="24676"/></a:lnTo><a:lnTo><a:pt x="3606" y="24511"/></a:lnTo><a:lnTo><a:pt x="3949" y="24180"/></a:lnTo><a:lnTo><a:pt x="4203" y="23837"/></a:lnTo><a:lnTo><a:pt x="4368" y="23507"/></a:lnTo><a:lnTo><a:pt x="4533" y="23088"/></a:lnTo><a:lnTo><a:pt x="4533" y="22923"/></a:lnTo><a:lnTo><a:pt x="4533" y="22669"/></a:lnTo><a:lnTo><a:pt x="4533" y="22491"/></a:lnTo><a:close/></a:path></a:pathLst></a:custGeom><a:solidFill><a:srgbClr val="000000"/></a:solidFill></p:spPr><p:txBody><a:bodyPr wrap="square" lIns="0" tIns="0" rIns="0" bIns="0" rtlCol="0"/><a:lstStyle/><a:p/></p:txBody></p:sp><p:sp><p:nvSpPr><p:cNvPr id="712" name="object 712"/><p:cNvSpPr/><p:nvPr/></p:nvSpPr><p:spPr><a:xfrm><a:off x="17154247" y="12290771"/><a:ext cx="5080" cy="25400"/></a:xfrm><a:custGeom><a:avLst/><a:gdLst/><a:ahLst/><a:cxnLst/><a:rect l="l" t="t" r="r" b="b"/><a:pathLst><a:path w="5080" h="25400"><a:moveTo><a:pt x="3873" y="1092"/></a:moveTo><a:lnTo><a:pt x="3695" y="838"/></a:lnTo><a:lnTo><a:pt x="3365" y="596"/></a:lnTo><a:lnTo><a:pt x="3035" y="342"/></a:lnTo><a:lnTo><a:pt x="2603" y="165"/></a:lnTo><a:lnTo><a:pt x="2184" y="0"/></a:lnTo><a:lnTo><a:pt x="1689" y="0"/></a:lnTo><a:lnTo><a:pt x="1346" y="88"/></a:lnTo><a:lnTo><a:pt x="927" y="254"/></a:lnTo><a:lnTo><a:pt x="596" y="508"/></a:lnTo><a:lnTo><a:pt x="254" y="762"/></a:lnTo><a:lnTo><a:pt x="0" y="1092"/></a:lnTo><a:lnTo><a:pt x="3873" y="1092"/></a:lnTo><a:close/></a:path><a:path w="5080" h="25400"><a:moveTo><a:pt x="5041" y="22504"/></a:moveTo><a:lnTo><a:pt x="4965" y="22339"/></a:lnTo><a:lnTo><a:pt x="4965" y="22085"/></a:lnTo><a:lnTo><a:pt x="4876" y="21831"/></a:lnTo><a:lnTo><a:pt x="4622" y="21501"/></a:lnTo><a:lnTo><a:pt x="4622" y="21336"/></a:lnTo><a:lnTo><a:pt x="4368" y="21158"/></a:lnTo><a:lnTo><a:pt x="4038" y="20828"/></a:lnTo><a:lnTo><a:pt x="1511" y="20828"/></a:lnTo><a:lnTo><a:pt x="1270" y="21082"/></a:lnTo><a:lnTo><a:pt x="927" y="21336"/></a:lnTo><a:lnTo><a:pt x="850" y="21501"/></a:lnTo><a:lnTo><a:pt x="762" y="21755"/></a:lnTo><a:lnTo><a:pt x="596" y="22085"/></a:lnTo><a:lnTo><a:pt x="508" y="22339"/></a:lnTo><a:lnTo><a:pt x="508" y="22504"/></a:lnTo><a:lnTo><a:pt x="508" y="22758"/></a:lnTo><a:lnTo><a:pt x="508" y="22923"/></a:lnTo><a:lnTo><a:pt x="508" y="23177"/></a:lnTo><a:lnTo><a:pt x="596" y="23342"/></a:lnTo><a:lnTo><a:pt x="673" y="23596"/></a:lnTo><a:lnTo><a:pt x="762" y="23761"/></a:lnTo><a:lnTo><a:pt x="850" y="24015"/></a:lnTo><a:lnTo><a:pt x="1181" y="24358"/></a:lnTo><a:lnTo><a:pt x="1511" y="24612"/></a:lnTo><a:lnTo><a:pt x="1943" y="24853"/></a:lnTo><a:lnTo><a:pt x="2362" y="24942"/></a:lnTo><a:lnTo><a:pt x="2781" y="25031"/></a:lnTo><a:lnTo><a:pt x="3200" y="24942"/></a:lnTo><a:lnTo><a:pt x="3619" y="24853"/></a:lnTo><a:lnTo><a:pt x="3949" y="24688"/></a:lnTo><a:lnTo><a:pt x="4292" y="24434"/></a:lnTo><a:lnTo><a:pt x="4622" y="24104"/></a:lnTo><a:lnTo><a:pt x="4787" y="23761"/></a:lnTo><a:lnTo><a:pt x="4876" y="23596"/></a:lnTo><a:lnTo><a:pt x="4965" y="23342"/></a:lnTo><a:lnTo><a:pt x="4965" y="23177"/></a:lnTo><a:lnTo><a:pt x="5041" y="22923"/></a:lnTo><a:lnTo><a:pt x="5041" y="22758"/></a:lnTo><a:lnTo><a:pt x="5041" y="22504"/></a:lnTo><a:close/></a:path></a:pathLst></a:custGeom><a:solidFill><a:srgbClr val="000000"/></a:solidFill></p:spPr><p:txBody><a:bodyPr wrap="square" lIns="0" tIns="0" rIns="0" bIns="0" rtlCol="0"/><a:lstStyle/><a:p/></p:txBody></p:sp><p:sp><p:nvSpPr><p:cNvPr id="713" name="object 713"/><p:cNvSpPr/><p:nvPr/></p:nvSpPr><p:spPr><a:xfrm><a:off x="17151478" y="12270451"/><a:ext cx="6985" cy="25400"/></a:xfrm><a:custGeom><a:avLst/><a:gdLst/><a:ahLst/><a:cxnLst/><a:rect l="l" t="t" r="r" b="b"/><a:pathLst><a:path w="6984" h="25400"><a:moveTo><a:pt x="4368" y="1676"/></a:moveTo><a:lnTo><a:pt x="4203" y="1346"/></a:lnTo><a:lnTo><a:pt x="4038" y="1016"/></a:lnTo><a:lnTo><a:pt x="3695" y="673"/></a:lnTo><a:lnTo><a:pt x="3365" y="419"/></a:lnTo><a:lnTo><a:pt x="3022" y="165"/></a:lnTo><a:lnTo><a:pt x="2603" y="88"/></a:lnTo><a:lnTo><a:pt x="2184" y="0"/></a:lnTo><a:lnTo><a:pt x="1765" y="88"/></a:lnTo><a:lnTo><a:pt x="1346" y="165"/></a:lnTo><a:lnTo><a:pt x="1016" y="342"/></a:lnTo><a:lnTo><a:pt x="673" y="584"/></a:lnTo><a:lnTo><a:pt x="342" y="927"/></a:lnTo><a:lnTo><a:pt x="165" y="1257"/></a:lnTo><a:lnTo><a:pt x="0" y="1676"/></a:lnTo><a:lnTo><a:pt x="4368" y="1765"/></a:lnTo><a:close/></a:path><a:path w="6984" h="25400"><a:moveTo><a:pt x="6642" y="21412"/></a:moveTo><a:lnTo><a:pt x="6464" y="21158"/></a:lnTo><a:lnTo><a:pt x="2946" y="21158"/></a:lnTo><a:lnTo><a:pt x="6642" y="21412"/></a:lnTo><a:close/></a:path><a:path w="6984" h="25400"><a:moveTo><a:pt x="6972" y="22428"/></a:moveTo><a:lnTo><a:pt x="6883" y="22174"/></a:lnTo><a:lnTo><a:pt x="6883" y="21996"/></a:lnTo><a:lnTo><a:pt x="6807" y="21755"/></a:lnTo><a:lnTo><a:pt x="6718" y="21577"/></a:lnTo><a:lnTo><a:pt x="6642" y="21412"/></a:lnTo><a:lnTo><a:pt x="2768" y="21412"/></a:lnTo><a:lnTo><a:pt x="2692" y="21577"/></a:lnTo><a:lnTo><a:pt x="2603" y="21755"/></a:lnTo><a:lnTo><a:pt x="2527" y="21996"/></a:lnTo><a:lnTo><a:pt x="2438" y="22174"/></a:lnTo><a:lnTo><a:pt x="2438" y="22428"/></a:lnTo><a:lnTo><a:pt x="2438" y="22593"/></a:lnTo><a:lnTo><a:pt x="2438" y="22847"/></a:lnTo><a:lnTo><a:pt x="2438" y="23012"/></a:lnTo><a:lnTo><a:pt x="2527" y="23342"/></a:lnTo><a:lnTo><a:pt x="2692" y="23685"/></a:lnTo><a:lnTo><a:pt x="2946" y="24104"/></a:lnTo><a:lnTo><a:pt x="3276" y="24434"/></a:lnTo><a:lnTo><a:pt x="3619" y="24599"/></a:lnTo><a:lnTo><a:pt x="4038" y="24777"/></a:lnTo><a:lnTo><a:pt x="4457" y="24853"/></a:lnTo><a:lnTo><a:pt x="4876" y="24853"/></a:lnTo><a:lnTo><a:pt x="5295" y="24777"/></a:lnTo><a:lnTo><a:pt x="5715" y="24599"/></a:lnTo><a:lnTo><a:pt x="6045" y="24434"/></a:lnTo><a:lnTo><a:pt x="6388" y="24104"/></a:lnTo><a:lnTo><a:pt x="6642" y="23761"/></a:lnTo><a:lnTo><a:pt x="6807" y="23431"/></a:lnTo><a:lnTo><a:pt x="6883" y="23012"/></a:lnTo><a:lnTo><a:pt x="6972" y="22847"/></a:lnTo><a:lnTo><a:pt x="6972" y="22593"/></a:lnTo><a:lnTo><a:pt x="6972" y="22428"/></a:lnTo><a:close/></a:path></a:pathLst></a:custGeom><a:solidFill><a:srgbClr val="000000"/></a:solidFill></p:spPr><p:txBody><a:bodyPr wrap="square" lIns="0" tIns="0" rIns="0" bIns="0" rtlCol="0"/><a:lstStyle/><a:p/></p:txBody></p:sp><p:sp><p:nvSpPr><p:cNvPr id="714" name="object 714"/><p:cNvSpPr/><p:nvPr/></p:nvSpPr><p:spPr><a:xfrm><a:off x="17147198" y="12250474"/><a:ext cx="8890" cy="24765"/></a:xfrm><a:custGeom><a:avLst/><a:gdLst/><a:ahLst/><a:cxnLst/><a:rect l="l" t="t" r="r" b="b"/><a:pathLst><a:path w="8890" h="24765"><a:moveTo><a:pt x="4533" y="1930"/></a:moveTo><a:lnTo><a:pt x="4368" y="1511"/></a:lnTo><a:lnTo><a:pt x="4203" y="1092"/></a:lnTo><a:lnTo><a:pt x="3949" y="749"/></a:lnTo><a:lnTo><a:pt x="3695" y="495"/></a:lnTo><a:lnTo><a:pt x="3276" y="241"/></a:lnTo><a:lnTo><a:pt x="2933" y="76"/></a:lnTo><a:lnTo><a:pt x="2768" y="76"/></a:lnTo><a:lnTo><a:pt x="2514" y="0"/></a:lnTo><a:lnTo><a:pt x="2019" y="0"/></a:lnTo><a:lnTo><a:pt x="1676" y="76"/></a:lnTo><a:lnTo><a:pt x="1257" y="241"/></a:lnTo><a:lnTo><a:pt x="838" y="419"/></a:lnTo><a:lnTo><a:pt x="584" y="749"/></a:lnTo><a:lnTo><a:pt x="254" y="1092"/></a:lnTo><a:lnTo><a:pt x="88" y="1511"/></a:lnTo><a:lnTo><a:pt x="0" y="1930"/></a:lnTo><a:lnTo><a:pt x="0" y="2349"/></a:lnTo><a:lnTo><a:pt x="4533" y="2425"/></a:lnTo><a:lnTo><a:pt x="4533" y="1930"/></a:lnTo><a:close/></a:path><a:path w="8890" h="24765"><a:moveTo><a:pt x="8648" y="21653"/></a:moveTo><a:lnTo><a:pt x="4279" y="21653"/></a:lnTo><a:lnTo><a:pt x="8648" y="21742"/></a:lnTo><a:close/></a:path><a:path w="8890" h="24765"><a:moveTo><a:pt x="8737" y="22085"/></a:moveTo><a:lnTo><a:pt x="8648" y="21742"/></a:lnTo><a:lnTo><a:pt x="4279" y="21742"/></a:lnTo><a:lnTo><a:pt x="4203" y="22085"/></a:lnTo><a:lnTo><a:pt x="4203" y="22504"/></a:lnTo><a:lnTo><a:pt x="4279" y="22834"/></a:lnTo><a:lnTo><a:pt x="4368" y="23253"/></a:lnTo><a:lnTo><a:pt x="4622" y="23596"/></a:lnTo><a:lnTo><a:pt x="4876" y="23926"/></a:lnTo><a:lnTo><a:pt x="5207" y="24180"/></a:lnTo><a:lnTo><a:pt x="5626" y="24434"/></a:lnTo><a:lnTo><a:pt x="5969" y="24511"/></a:lnTo><a:lnTo><a:pt x="6134" y="24511"/></a:lnTo><a:lnTo><a:pt x="6388" y="24599"/></a:lnTo><a:lnTo><a:pt x="6807" y="24511"/></a:lnTo><a:lnTo><a:pt x="7226" y="24434"/></a:lnTo><a:lnTo><a:pt x="7645" y="24257"/></a:lnTo><a:lnTo><a:pt x="7975" y="24015"/></a:lnTo><a:lnTo><a:pt x="8229" y="23672"/></a:lnTo><a:lnTo><a:pt x="8483" y="23342"/></a:lnTo><a:lnTo><a:pt x="8648" y="22923"/></a:lnTo><a:lnTo><a:pt x="8737" y="22580"/></a:lnTo><a:lnTo><a:pt x="8737" y="22161"/></a:lnTo><a:close/></a:path></a:pathLst></a:custGeom><a:solidFill><a:srgbClr val="000000"/></a:solidFill></p:spPr><p:txBody><a:bodyPr wrap="square" lIns="0" tIns="0" rIns="0" bIns="0" rtlCol="0"/><a:lstStyle/><a:p/></p:txBody></p:sp><p:sp><p:nvSpPr><p:cNvPr id="715" name="object 715"/><p:cNvSpPr/><p:nvPr/></p:nvSpPr><p:spPr><a:xfrm><a:off x="17141318" y="12230815"/><a:ext cx="10795" cy="24765"/></a:xfrm><a:custGeom><a:avLst/><a:gdLst/><a:ahLst/><a:cxnLst/><a:rect l="l" t="t" r="r" b="b"/><a:pathLst><a:path w="10794" h="24765"><a:moveTo><a:pt x="4533" y="1765"/></a:moveTo><a:lnTo><a:pt x="4457" y="1600"/></a:lnTo><a:lnTo><a:pt x="4368" y="1346"/></a:lnTo><a:lnTo><a:pt x="4114" y="1016"/></a:lnTo><a:lnTo><a:pt x="4038" y="850"/></a:lnTo><a:lnTo><a:pt x="3860" y="673"/></a:lnTo><a:lnTo><a:pt x="2768" y="88"/></a:lnTo><a:lnTo><a:pt x="2527" y="88"/></a:lnTo><a:lnTo><a:pt x="2349" y="0"/></a:lnTo><a:lnTo><a:pt x="1930" y="88"/></a:lnTo><a:lnTo><a:pt x="1511" y="177"/></a:lnTo><a:lnTo><a:pt x="1181" y="342"/></a:lnTo><a:lnTo><a:pt x="1016" y="431"/></a:lnTo><a:lnTo><a:pt x="838" y="596"/></a:lnTo><a:lnTo><a:pt x="673" y="673"/></a:lnTo><a:lnTo><a:pt x="508" y="850"/></a:lnTo><a:lnTo><a:pt x="419" y="1016"/></a:lnTo><a:lnTo><a:pt x="254" y="1270"/></a:lnTo><a:lnTo><a:pt x="88" y="1600"/></a:lnTo><a:lnTo><a:pt x="88" y="1765"/></a:lnTo><a:lnTo><a:pt x="0" y="2019"/></a:lnTo><a:lnTo><a:pt x="0" y="2184"/></a:lnTo><a:lnTo><a:pt x="0" y="2438"/></a:lnTo><a:lnTo><a:pt x="0" y="2603"/></a:lnTo><a:lnTo><a:pt x="88" y="2857"/></a:lnTo><a:lnTo><a:pt x="165" y="3022"/></a:lnTo><a:lnTo><a:pt x="254" y="3276"/></a:lnTo><a:lnTo><a:pt x="4368" y="3276"/></a:lnTo><a:lnTo><a:pt x="4457" y="3022"/></a:lnTo><a:lnTo><a:pt x="4457" y="2857"/></a:lnTo><a:lnTo><a:pt x="4533" y="2603"/></a:lnTo><a:lnTo><a:pt x="4533" y="2438"/></a:lnTo><a:lnTo><a:pt x="4533" y="2184"/></a:lnTo><a:lnTo><a:pt x="4533" y="2019"/></a:lnTo><a:lnTo><a:pt x="4533" y="1765"/></a:lnTo><a:close/></a:path><a:path w="10794" h="24765"><a:moveTo><a:pt x="10414" y="22085"/></a:moveTo><a:lnTo><a:pt x="5880" y="22085"/></a:lnTo><a:lnTo><a:pt x="5880" y="22428"/></a:lnTo><a:lnTo><a:pt x="6045" y="22847"/></a:lnTo><a:lnTo><a:pt x="6210" y="23177"/></a:lnTo><a:lnTo><a:pt x="6464" y="23520"/></a:lnTo><a:lnTo><a:pt x="6642" y="23596"/></a:lnTo><a:lnTo><a:pt x="6807" y="23774"/></a:lnTo><a:lnTo><a:pt x="6972" y="23850"/></a:lnTo><a:lnTo><a:pt x="7226" y="24015"/></a:lnTo><a:lnTo><a:pt x="7391" y="24104"/></a:lnTo><a:lnTo><a:pt x="7645" y="24104"/></a:lnTo><a:lnTo><a:pt x="7810" y="24193"/></a:lnTo><a:lnTo><a:pt x="8394" y="24193"/></a:lnTo><a:lnTo><a:pt x="8648" y="24104"/></a:lnTo><a:lnTo><a:pt x="8813" y="24104"/></a:lnTo><a:lnTo><a:pt x="9067" y="24015"/></a:lnTo><a:lnTo><a:pt x="9245" y="23850"/></a:lnTo><a:lnTo><a:pt x="9410" y="23774"/></a:lnTo><a:lnTo><a:pt x="9664" y="23596"/></a:lnTo><a:lnTo><a:pt x="9906" y="23266"/></a:lnTo><a:lnTo><a:pt x="10160" y="22923"/></a:lnTo><a:lnTo><a:pt x="10325" y="22504"/></a:lnTo><a:lnTo><a:pt x="10414" y="22085"/></a:lnTo><a:close/></a:path><a:path w="10794" h="24765"><a:moveTo><a:pt x="10414" y="22009"/></a:moveTo><a:lnTo><a:pt x="5880" y="22009"/></a:lnTo><a:lnTo><a:pt x="10414" y="22085"/></a:lnTo><a:close/></a:path></a:pathLst></a:custGeom><a:solidFill><a:srgbClr val="000000"/></a:solidFill></p:spPr><p:txBody><a:bodyPr wrap="square" lIns="0" tIns="0" rIns="0" bIns="0" rtlCol="0"/><a:lstStyle/><a:p/></p:txBody></p:sp><p:sp><p:nvSpPr><p:cNvPr id="716" name="object 716"/><p:cNvSpPr/><p:nvPr/></p:nvSpPr><p:spPr><a:xfrm><a:off x="17133927" y="12211765"/><a:ext cx="12065" cy="24130"/></a:xfrm><a:custGeom><a:avLst/><a:gdLst/><a:ahLst/><a:cxnLst/><a:rect l="l" t="t" r="r" b="b"/><a:pathLst><a:path w="12065" h="24129"><a:moveTo><a:pt x="4533" y="2171"/></a:moveTo><a:lnTo><a:pt x="4457" y="1841"/></a:lnTo><a:lnTo><a:pt x="4292" y="1422"/></a:lnTo><a:lnTo><a:pt x="4114" y="1003"/></a:lnTo><a:lnTo><a:pt x="3860" y="660"/></a:lnTo><a:lnTo><a:pt x="3530" y="419"/></a:lnTo><a:lnTo><a:pt x="3111" y="241"/></a:lnTo><a:lnTo><a:pt x="2692" y="76"/></a:lnTo><a:lnTo><a:pt x="2184" y="0"/></a:lnTo><a:lnTo><a:pt x="1930" y="76"/></a:lnTo><a:lnTo><a:pt x="1765" y="76"/></a:lnTo><a:lnTo><a:pt x="1435" y="165"/></a:lnTo><a:lnTo><a:pt x="1016" y="419"/></a:lnTo><a:lnTo><a:pt x="673" y="660"/></a:lnTo><a:lnTo><a:pt x="342" y="1003"/></a:lnTo><a:lnTo><a:pt x="177" y="1422"/></a:lnTo><a:lnTo><a:pt x="0" y="1752"/></a:lnTo><a:lnTo><a:pt x="0" y="2679"/></a:lnTo><a:lnTo><a:pt x="88" y="3022"/></a:lnTo><a:lnTo><a:pt x="254" y="3441"/></a:lnTo><a:lnTo><a:pt x="508" y="3771"/></a:lnTo><a:lnTo><a:pt x="3860" y="3860"/></a:lnTo><a:lnTo><a:pt x="4203" y="3517"/></a:lnTo><a:lnTo><a:pt x="4368" y="3098"/></a:lnTo><a:lnTo><a:pt x="4457" y="2679"/></a:lnTo><a:lnTo><a:pt x="4533" y="2260"/></a:lnTo><a:close/></a:path><a:path w="12065" h="24129"><a:moveTo><a:pt x="11760" y="22326"/></a:moveTo><a:lnTo><a:pt x="7645" y="22326"/></a:lnTo><a:lnTo><a:pt x="7734" y="22504"/></a:lnTo><a:lnTo><a:pt x="7810" y="22669"/></a:lnTo><a:lnTo><a:pt x="7899" y="22834"/></a:lnTo><a:lnTo><a:pt x="8064" y="22999"/></a:lnTo><a:lnTo><a:pt x="8229" y="23088"/></a:lnTo><a:lnTo><a:pt x="8407" y="23253"/></a:lnTo><a:lnTo><a:pt x="8572" y="23342"/></a:lnTo><a:lnTo><a:pt x="8737" y="23418"/></a:lnTo><a:lnTo><a:pt x="8991" y="23507"/></a:lnTo><a:lnTo><a:pt x="9156" y="23583"/></a:lnTo><a:lnTo><a:pt x="9410" y="23583"/></a:lnTo><a:lnTo><a:pt x="9575" y="23672"/></a:lnTo><a:lnTo><a:pt x="9994" y="23583"/></a:lnTo><a:lnTo><a:pt x="10160" y="23583"/></a:lnTo><a:lnTo><a:pt x="10414" y="23507"/></a:lnTo><a:lnTo><a:pt x="10579" y="23418"/></a:lnTo><a:lnTo><a:pt x="10833" y="23342"/></a:lnTo><a:lnTo><a:pt x="11176" y="23088"/></a:lnTo><a:lnTo><a:pt x="11430" y="22834"/></a:lnTo><a:lnTo><a:pt x="11506" y="22669"/></a:lnTo><a:lnTo><a:pt x="11671" y="22504"/></a:lnTo><a:lnTo><a:pt x="11760" y="22326"/></a:lnTo><a:close/></a:path><a:path w="12065" h="24129"><a:moveTo><a:pt x="11849" y="22072"/></a:moveTo><a:lnTo><a:pt x="7556" y="22072"/></a:lnTo><a:lnTo><a:pt x="11760" y="22326"/></a:lnTo><a:lnTo><a:pt x="11849" y="22072"/></a:lnTo><a:close/></a:path></a:pathLst></a:custGeom><a:solidFill><a:srgbClr val="000000"/></a:solidFill></p:spPr><p:txBody><a:bodyPr wrap="square" lIns="0" tIns="0" rIns="0" bIns="0" rtlCol="0"/><a:lstStyle/><a:p/></p:txBody></p:sp><p:sp><p:nvSpPr><p:cNvPr id="717" name="object 717"/><p:cNvSpPr/><p:nvPr/></p:nvSpPr><p:spPr><a:xfrm><a:off x="17124948" y="12193451"/><a:ext cx="13335" cy="23495"/></a:xfrm><a:custGeom><a:avLst/><a:gdLst/><a:ahLst/><a:cxnLst/><a:rect l="l" t="t" r="r" b="b"/><a:pathLst><a:path w="13334" h="23495"><a:moveTo><a:pt x="4533" y="2019"/></a:moveTo><a:lnTo><a:pt x="4445" y="1600"/></a:lnTo><a:lnTo><a:pt x="4191" y="1181"/></a:lnTo><a:lnTo><a:pt x="3949" y="762"/></a:lnTo><a:lnTo><a:pt x="3695" y="508"/></a:lnTo><a:lnTo><a:pt x="3352" y="254"/></a:lnTo><a:lnTo><a:pt x="2933" y="88"/></a:lnTo><a:lnTo><a:pt x="2438" y="0"/></a:lnTo><a:lnTo><a:pt x="2019" y="0"/></a:lnTo><a:lnTo><a:pt x="1587" y="88"/></a:lnTo><a:lnTo><a:pt x="1168" y="254"/></a:lnTo><a:lnTo><a:pt x="838" y="508"/></a:lnTo><a:lnTo><a:pt x="495" y="762"/></a:lnTo><a:lnTo><a:pt x="254" y="1092"/></a:lnTo><a:lnTo><a:pt x="76" y="1511"/></a:lnTo><a:lnTo><a:pt x="0" y="1930"/></a:lnTo><a:lnTo><a:pt x="0" y="2349"/></a:lnTo><a:lnTo><a:pt x="0" y="2768"/></a:lnTo><a:lnTo><a:pt x="165" y="3111"/></a:lnTo><a:lnTo><a:pt x="254" y="3276"/></a:lnTo><a:lnTo><a:pt x="330" y="3530"/></a:lnTo><a:lnTo><a:pt x="495" y="3695"/></a:lnTo><a:lnTo><a:pt x="584" y="3860"/></a:lnTo><a:lnTo><a:pt x="749" y="3949"/></a:lnTo><a:lnTo><a:pt x="927" y="4114"/></a:lnTo><a:lnTo><a:pt x="1168" y="4203"/></a:lnTo><a:lnTo><a:pt x="3187" y="4279"/></a:lnTo><a:lnTo><a:pt x="3352" y="4203"/></a:lnTo><a:lnTo><a:pt x="3530" y="4114"/></a:lnTo><a:lnTo><a:pt x="3695" y="3949"/></a:lnTo><a:lnTo><a:pt x="3860" y="3860"/></a:lnTo><a:lnTo><a:pt x="4025" y="3695"/></a:lnTo><a:lnTo><a:pt x="4114" y="3530"/></a:lnTo><a:lnTo><a:pt x="4279" y="3276"/></a:lnTo><a:lnTo><a:pt x="4279" y="3111"/></a:lnTo><a:lnTo><a:pt x="4445" y="2857"/></a:lnTo><a:lnTo><a:pt x="4533" y="2438"/></a:lnTo><a:lnTo><a:pt x="4533" y="2019"/></a:lnTo><a:close/></a:path><a:path w="13334" h="23495"><a:moveTo><a:pt x="12839" y="22174"/></a:moveTo><a:lnTo><a:pt x="9575" y="22174"/></a:lnTo><a:lnTo><a:pt x="9740" y="22339"/></a:lnTo><a:lnTo><a:pt x="9906" y="22504"/></a:lnTo><a:lnTo><a:pt x="10071" y="22593"/></a:lnTo><a:lnTo><a:pt x="10325" y="22669"/></a:lnTo><a:lnTo><a:pt x="10490" y="22758"/></a:lnTo><a:lnTo><a:pt x="10744" y="22847"/></a:lnTo><a:lnTo><a:pt x="10909" y="22847"/></a:lnTo><a:lnTo><a:pt x="11328" y="22923"/></a:lnTo><a:lnTo><a:pt x="11506" y="22847"/></a:lnTo><a:lnTo><a:pt x="11760" y="22847"/></a:lnTo><a:lnTo><a:pt x="11925" y="22758"/></a:lnTo><a:lnTo><a:pt x="12179" y="22669"/></a:lnTo><a:lnTo><a:pt x="12344" y="22593"/></a:lnTo><a:lnTo><a:pt x="12509" y="22504"/></a:lnTo><a:lnTo><a:pt x="12674" y="22339"/></a:lnTo><a:lnTo><a:pt x="12839" y="22174"/></a:lnTo><a:close/></a:path><a:path w="13334" h="23495"><a:moveTo><a:pt x="12928" y="22085"/></a:moveTo><a:lnTo><a:pt x="9486" y="22085"/></a:lnTo><a:lnTo><a:pt x="12839" y="22174"/></a:lnTo><a:close/></a:path></a:pathLst></a:custGeom><a:solidFill><a:srgbClr val="000000"/></a:solidFill></p:spPr><p:txBody><a:bodyPr wrap="square" lIns="0" tIns="0" rIns="0" bIns="0" rtlCol="0"/><a:lstStyle/><a:p/></p:txBody></p:sp><p:sp><p:nvSpPr><p:cNvPr id="718" name="object 718"/><p:cNvSpPr/><p:nvPr/></p:nvSpPr><p:spPr><a:xfrm><a:off x="17114445" y="12175824"/><a:ext cx="13970" cy="22225"/></a:xfrm><a:custGeom><a:avLst/><a:gdLst/><a:ahLst/><a:cxnLst/><a:rect l="l" t="t" r="r" b="b"/><a:pathLst><a:path w="13969" h="22225"><a:moveTo><a:pt x="4533" y="2006"/></a:moveTo><a:lnTo><a:pt x="4457" y="1765"/></a:lnTo><a:lnTo><a:pt x="4457" y="1587"/></a:lnTo><a:lnTo><a:pt x="4292" y="1346"/></a:lnTo><a:lnTo><a:pt x="4114" y="1003"/></a:lnTo><a:lnTo><a:pt x="4038" y="838"/></a:lnTo><a:lnTo><a:pt x="3860" y="673"/></a:lnTo><a:lnTo><a:pt x="3530" y="419"/></a:lnTo><a:lnTo><a:pt x="3111" y="165"/></a:lnTo><a:lnTo><a:pt x="2692" y="76"/></a:lnTo><a:lnTo><a:pt x="2184" y="0"/></a:lnTo><a:lnTo><a:pt x="1930" y="76"/></a:lnTo><a:lnTo><a:pt x="1765" y="76"/></a:lnTo><a:lnTo><a:pt x="1511" y="165"/></a:lnTo><a:lnTo><a:pt x="1346" y="165"/></a:lnTo><a:lnTo><a:pt x="1092" y="330"/></a:lnTo><a:lnTo><a:pt x="762" y="584"/></a:lnTo><a:lnTo><a:pt x="508" y="838"/></a:lnTo><a:lnTo><a:pt x="419" y="1003"/></a:lnTo><a:lnTo><a:pt x="254" y="1257"/></a:lnTo><a:lnTo><a:pt x="88" y="1587"/></a:lnTo><a:lnTo><a:pt x="88" y="1765"/></a:lnTo><a:lnTo><a:pt x="0" y="2006"/></a:lnTo><a:lnTo><a:pt x="0" y="2184"/></a:lnTo><a:lnTo><a:pt x="0" y="2425"/></a:lnTo><a:lnTo><a:pt x="0" y="2603"/></a:lnTo><a:lnTo><a:pt x="88" y="2857"/></a:lnTo><a:lnTo><a:pt x="177" y="3276"/></a:lnTo><a:lnTo><a:pt x="419" y="3606"/></a:lnTo><a:lnTo><a:pt x="673" y="3937"/></a:lnTo><a:lnTo><a:pt x="1016" y="4191"/></a:lnTo><a:lnTo><a:pt x="1435" y="4368"/></a:lnTo><a:lnTo><a:pt x="1854" y="4533"/></a:lnTo><a:lnTo><a:pt x="2527" y="4533"/></a:lnTo><a:lnTo><a:pt x="2768" y="4533"/></a:lnTo><a:lnTo><a:pt x="3022" y="4445"/></a:lnTo><a:lnTo><a:pt x="3365" y="4279"/></a:lnTo><a:lnTo><a:pt x="3530" y="4191"/></a:lnTo><a:lnTo><a:pt x="3695" y="4025"/></a:lnTo><a:lnTo><a:pt x="3860" y="3937"/></a:lnTo><a:lnTo><a:pt x="4038" y="3695"/></a:lnTo><a:lnTo><a:pt x="4292" y="3352"/></a:lnTo><a:lnTo><a:pt x="4457" y="2933"/></a:lnTo><a:lnTo><a:pt x="4533" y="2603"/></a:lnTo><a:lnTo><a:pt x="4533" y="2425"/></a:lnTo><a:lnTo><a:pt x="4533" y="2184"/></a:lnTo><a:lnTo><a:pt x="4533" y="2006"/></a:lnTo><a:close/></a:path><a:path w="13969" h="22225"><a:moveTo><a:pt x="13690" y="21907"/></a:moveTo><a:lnTo><a:pt x="11760" y="21907"/></a:lnTo><a:lnTo><a:pt x="12090" y="21996"/></a:lnTo><a:lnTo><a:pt x="12522" y="22161"/></a:lnTo><a:lnTo><a:pt x="13017" y="22161"/></a:lnTo><a:lnTo><a:pt x="13271" y="22085"/></a:lnTo><a:lnTo><a:pt x="13436" y="21996"/></a:lnTo><a:lnTo><a:pt x="13690" y="21907"/></a:lnTo><a:close/></a:path><a:path w="13969" h="22225"><a:moveTo><a:pt x="13855" y="21831"/></a:moveTo><a:lnTo><a:pt x="11671" y="21831"/></a:lnTo><a:lnTo><a:pt x="13690" y="21907"/></a:lnTo><a:lnTo><a:pt x="13855" y="21831"/></a:lnTo><a:close/></a:path></a:pathLst></a:custGeom><a:solidFill><a:srgbClr val="000000"/></a:solidFill></p:spPr><p:txBody><a:bodyPr wrap="square" lIns="0" tIns="0" rIns="0" bIns="0" rtlCol="0"/><a:lstStyle/><a:p/></p:txBody></p:sp><p:sp><p:nvSpPr><p:cNvPr id="719" name="object 719"/><p:cNvSpPr/><p:nvPr/></p:nvSpPr><p:spPr><a:xfrm><a:off x="17090772" y="12143578"/><a:ext cx="16510" cy="20320"/></a:xfrm><a:custGeom><a:avLst/><a:gdLst/><a:ahLst/><a:cxnLst/><a:rect l="l" t="t" r="r" b="b"/><a:pathLst><a:path w="16509" h="20320"><a:moveTo><a:pt x="1587" y="165"/></a:moveTo><a:lnTo><a:pt x="1333" y="76"/></a:lnTo><a:lnTo><a:pt x="1092" y="0"/></a:lnTo><a:lnTo><a:pt x="495" y="0"/></a:lnTo><a:lnTo><a:pt x="330" y="76"/></a:lnTo><a:lnTo><a:pt x="0" y="165"/></a:lnTo><a:lnTo><a:pt x="1587" y="165"/></a:lnTo><a:close/></a:path><a:path w="16509" h="20320"><a:moveTo><a:pt x="16281" y="17462"/></a:moveTo><a:lnTo><a:pt x="16205" y="17297"/></a:lnTo><a:lnTo><a:pt x="16205" y="17132"/></a:lnTo><a:lnTo><a:pt x="16116" y="16878"/></a:lnTo><a:lnTo><a:pt x="15951" y="16713"/></a:lnTo><a:lnTo><a:pt x="15862" y="16459"/></a:lnTo><a:lnTo><a:pt x="15697" y="16370"/></a:lnTo><a:lnTo><a:pt x="15532" y="16116"/></a:lnTo><a:lnTo><a:pt x="15189" y="15862"/></a:lnTo><a:lnTo><a:pt x="15024" y="15862"/></a:lnTo><a:lnTo><a:pt x="14770" y="15697"/></a:lnTo><a:lnTo><a:pt x="14605" y="15697"/></a:lnTo><a:lnTo><a:pt x="14351" y="15621"/></a:lnTo><a:lnTo><a:pt x="13855" y="15621"/></a:lnTo><a:lnTo><a:pt x="13436" y="15697"/></a:lnTo><a:lnTo><a:pt x="13017" y="15862"/></a:lnTo><a:lnTo><a:pt x="12674" y="16116"/></a:lnTo><a:lnTo><a:pt x="12344" y="16370"/></a:lnTo><a:lnTo><a:pt x="12090" y="16713"/></a:lnTo><a:lnTo><a:pt x="12001" y="16878"/></a:lnTo><a:lnTo><a:pt x="11925" y="17132"/></a:lnTo><a:lnTo><a:pt x="11836" y="17297"/></a:lnTo><a:lnTo><a:pt x="11836" y="17462"/></a:lnTo><a:lnTo><a:pt x="11747" y="17716"/></a:lnTo><a:lnTo><a:pt x="11747" y="17881"/></a:lnTo><a:lnTo><a:pt x="11836" y="18135"/></a:lnTo><a:lnTo><a:pt x="11836" y="18300"/></a:lnTo><a:lnTo><a:pt x="11925" y="18643"/></a:lnTo><a:lnTo><a:pt x="12090" y="18973"/></a:lnTo><a:lnTo><a:pt x="12166" y="19138"/></a:lnTo><a:lnTo><a:pt x="12344" y="19392"/></a:lnTo><a:lnTo><a:pt x="12674" y="19646"/></a:lnTo><a:lnTo><a:pt x="13017" y="19900"/></a:lnTo><a:lnTo><a:pt x="13436" y="20066"/></a:lnTo><a:lnTo><a:pt x="13855" y="20154"/></a:lnTo><a:lnTo><a:pt x="14274" y="20154"/></a:lnTo><a:lnTo><a:pt x="14605" y="20066"/></a:lnTo><a:lnTo><a:pt x="15024" y="19900"/></a:lnTo><a:lnTo><a:pt x="15367" y="19735"/></a:lnTo><a:lnTo><a:pt x="15697" y="19481"/></a:lnTo><a:lnTo><a:pt x="15951" y="19138"/></a:lnTo><a:lnTo><a:pt x="16040" y="18973"/></a:lnTo><a:lnTo><a:pt x="16116" y="18719"/></a:lnTo><a:lnTo><a:pt x="16281" y="18300"/></a:lnTo><a:lnTo><a:pt x="16281" y="18135"/></a:lnTo><a:lnTo><a:pt x="16281" y="17881"/></a:lnTo><a:lnTo><a:pt x="16281" y="17716"/></a:lnTo><a:lnTo><a:pt x="16281" y="17462"/></a:lnTo><a:close/></a:path></a:pathLst></a:custGeom><a:solidFill><a:srgbClr val="000000"/></a:solidFill></p:spPr><p:txBody><a:bodyPr wrap="square" lIns="0" tIns="0" rIns="0" bIns="0" rtlCol="0"/><a:lstStyle/><a:p/></p:txBody></p:sp><p:sp><p:nvSpPr><p:cNvPr id="720" name="object 720"/><p:cNvSpPr/><p:nvPr/></p:nvSpPr><p:spPr><a:xfrm><a:off x="17075481" y="12129138"/><a:ext cx="18415" cy="19050"/></a:xfrm><a:custGeom><a:avLst/><a:gdLst/><a:ahLst/><a:cxnLst/><a:rect l="l" t="t" r="r" b="b"/><a:pathLst><a:path w="18415" h="19050"><a:moveTo><a:pt x="3365" y="660"/></a:moveTo><a:lnTo><a:pt x="3022" y="419"/></a:lnTo><a:lnTo><a:pt x="2692" y="241"/></a:lnTo><a:lnTo><a:pt x="2273" y="76"/></a:lnTo><a:lnTo><a:pt x="1854" y="0"/></a:lnTo><a:lnTo><a:pt x="1435" y="0"/></a:lnTo><a:lnTo><a:pt x="1016" y="76"/></a:lnTo><a:lnTo><a:pt x="673" y="165"/></a:lnTo><a:lnTo><a:pt x="254" y="419"/></a:lnTo><a:lnTo><a:pt x="0" y="660"/></a:lnTo><a:lnTo><a:pt x="3365" y="660"/></a:lnTo><a:close/></a:path><a:path w="18415" h="19050"><a:moveTo><a:pt x="18389" y="16370"/></a:moveTo><a:lnTo><a:pt x="18313" y="16116"/></a:lnTo><a:lnTo><a:pt x="18224" y="15951"/></a:lnTo><a:lnTo><a:pt x="18135" y="15697"/></a:lnTo><a:lnTo><a:pt x="18059" y="15532"/></a:lnTo><a:lnTo><a:pt x="17894" y="15367"/></a:lnTo><a:lnTo><a:pt x="17805" y="15189"/></a:lnTo><a:lnTo><a:pt x="17640" y="15024"/></a:lnTo><a:lnTo><a:pt x="17475" y="14859"/></a:lnTo><a:lnTo><a:pt x="17297" y="14770"/></a:lnTo><a:lnTo><a:pt x="17056" y="14605"/></a:lnTo><a:lnTo><a:pt x="15201" y="14605"/></a:lnTo><a:lnTo><a:pt x="14947" y="14770"/></a:lnTo><a:lnTo><a:pt x="14782" y="14859"/></a:lnTo><a:lnTo><a:pt x="14528" y="15024"/></a:lnTo><a:lnTo><a:pt x="14452" y="15189"/></a:lnTo><a:lnTo><a:pt x="14274" y="15367"/></a:lnTo><a:lnTo><a:pt x="14198" y="15532"/></a:lnTo><a:lnTo><a:pt x="14109" y="15697"/></a:lnTo><a:lnTo><a:pt x="14020" y="15951"/></a:lnTo><a:lnTo><a:pt x="13944" y="16116"/></a:lnTo><a:lnTo><a:pt x="13855" y="16370"/></a:lnTo><a:lnTo><a:pt x="13855" y="16535"/></a:lnTo><a:lnTo><a:pt x="13855" y="16789"/></a:lnTo><a:lnTo><a:pt x="13855" y="16954"/></a:lnTo><a:lnTo><a:pt x="13944" y="17208"/></a:lnTo><a:lnTo><a:pt x="13944" y="17373"/></a:lnTo><a:lnTo><a:pt x="14020" y="17627"/></a:lnTo><a:lnTo><a:pt x="14274" y="18046"/></a:lnTo><a:lnTo><a:pt x="14528" y="18389"/></a:lnTo><a:lnTo><a:pt x="14871" y="18630"/></a:lnTo><a:lnTo><a:pt x="15290" y="18808"/></a:lnTo><a:lnTo><a:pt x="15709" y="18973"/></a:lnTo><a:lnTo><a:pt x="16459" y="18973"/></a:lnTo><a:lnTo><a:pt x="16878" y="18808"/></a:lnTo><a:lnTo><a:pt x="17297" y="18630"/></a:lnTo><a:lnTo><a:pt x="17640" y="18389"/></a:lnTo><a:lnTo><a:pt x="17894" y="18135"/></a:lnTo><a:lnTo><a:pt x="18135" y="17716"/></a:lnTo><a:lnTo><a:pt x="18313" y="17373"/></a:lnTo><a:lnTo><a:pt x="18313" y="17208"/></a:lnTo><a:lnTo><a:pt x="18389" y="16954"/></a:lnTo><a:lnTo><a:pt x="18389" y="16789"/></a:lnTo><a:lnTo><a:pt x="18389" y="16535"/></a:lnTo><a:lnTo><a:pt x="18389" y="16370"/></a:lnTo><a:close/></a:path></a:pathLst></a:custGeom><a:solidFill><a:srgbClr val="000000"/></a:solidFill></p:spPr><p:txBody><a:bodyPr wrap="square" lIns="0" tIns="0" rIns="0" bIns="0" rtlCol="0"/><a:lstStyle/><a:p/></p:txBody></p:sp><p:sp><p:nvSpPr><p:cNvPr id="721" name="object 721"/><p:cNvSpPr/><p:nvPr/></p:nvSpPr><p:spPr><a:xfrm><a:off x="17059441" y="12115867"/><a:ext cx="20320" cy="18415"/></a:xfrm><a:custGeom><a:avLst/><a:gdLst/><a:ahLst/><a:cxnLst/><a:rect l="l" t="t" r="r" b="b"/><a:pathLst><a:path w="20319" h="18415"><a:moveTo><a:pt x="4114" y="1257"/></a:moveTo><a:lnTo><a:pt x="3860" y="927"/></a:lnTo><a:lnTo><a:pt x="3619" y="673"/></a:lnTo><a:lnTo><a:pt x="3276" y="330"/></a:lnTo><a:lnTo><a:pt x="2946" y="165"/></a:lnTo><a:lnTo><a:pt x="2527" y="88"/></a:lnTo><a:lnTo><a:pt x="2108" y="0"/></a:lnTo><a:lnTo><a:pt x="1689" y="88"/></a:lnTo><a:lnTo><a:pt x="1257" y="165"/></a:lnTo><a:lnTo><a:pt x="927" y="330"/></a:lnTo><a:lnTo><a:pt x="596" y="584"/></a:lnTo><a:lnTo><a:pt x="254" y="927"/></a:lnTo><a:lnTo><a:pt x="0" y="1257"/></a:lnTo><a:lnTo><a:pt x="4114" y="1346"/></a:lnTo><a:close/></a:path><a:path w="20319" h="18415"><a:moveTo><a:pt x="19405" y="13931"/></a:moveTo><a:lnTo><a:pt x="19062" y="13690"/></a:lnTo><a:lnTo><a:pt x="16294" y="13690"/></a:lnTo><a:lnTo><a:pt x="19405" y="13931"/></a:lnTo><a:close/></a:path><a:path w="20319" h="18415"><a:moveTo><a:pt x="19989" y="15532"/></a:moveTo><a:lnTo><a:pt x="19900" y="15201"/></a:lnTo><a:lnTo><a:pt x="19824" y="14782"/></a:lnTo><a:lnTo><a:pt x="19659" y="14363"/></a:lnTo><a:lnTo><a:pt x="19405" y="14020"/></a:lnTo><a:lnTo><a:pt x="16040" y="13931"/></a:lnTo><a:lnTo><a:pt x="15709" y="14363"/></a:lnTo><a:lnTo><a:pt x="15544" y="14693"/></a:lnTo><a:lnTo><a:pt x="15455" y="15113"/></a:lnTo><a:lnTo><a:pt x="15455" y="15532"/></a:lnTo><a:lnTo><a:pt x="15455" y="15951"/></a:lnTo><a:lnTo><a:pt x="15544" y="16370"/></a:lnTo><a:lnTo><a:pt x="15786" y="16713"/></a:lnTo><a:lnTo><a:pt x="15875" y="16878"/></a:lnTo><a:lnTo><a:pt x="16040" y="17043"/></a:lnTo><a:lnTo><a:pt x="16129" y="17208"/></a:lnTo><a:lnTo><a:pt x="16383" y="17386"/></a:lnTo><a:lnTo><a:pt x="16713" y="17551"/></a:lnTo><a:lnTo><a:pt x="16878" y="17627"/></a:lnTo><a:lnTo><a:pt x="17221" y="17716"/></a:lnTo><a:lnTo><a:pt x="17970" y="17805"/></a:lnTo><a:lnTo><a:pt x="18224" y="17716"/></a:lnTo><a:lnTo><a:pt x="18389" y="17627"/></a:lnTo><a:lnTo><a:pt x="18643" y="17551"/></a:lnTo><a:lnTo><a:pt x="18808" y="17462"/></a:lnTo><a:lnTo><a:pt x="19062" y="17386"/></a:lnTo><a:lnTo><a:pt x="19227" y="17208"/></a:lnTo><a:lnTo><a:pt x="19405" y="17043"/></a:lnTo><a:lnTo><a:pt x="19481" y="16878"/></a:lnTo><a:lnTo><a:pt x="19659" y="16713"/></a:lnTo><a:lnTo><a:pt x="19735" y="16459"/></a:lnTo><a:lnTo><a:pt x="19900" y="16040"/></a:lnTo><a:lnTo><a:pt x="19989" y="15621"/></a:lnTo><a:close/></a:path></a:pathLst></a:custGeom><a:solidFill><a:srgbClr val="000000"/></a:solidFill></p:spPr><p:txBody><a:bodyPr wrap="square" lIns="0" tIns="0" rIns="0" bIns="0" rtlCol="0"/><a:lstStyle/><a:p/></p:txBody></p:sp><p:sp><p:nvSpPr><p:cNvPr id="722" name="object 722"/><p:cNvSpPr/><p:nvPr/></p:nvSpPr><p:spPr><a:xfrm><a:off x="17042563" y="12104030"/><a:ext cx="21590" cy="16510"/></a:xfrm><a:custGeom><a:avLst/><a:gdLst/><a:ahLst/><a:cxnLst/><a:rect l="l" t="t" r="r" b="b"/><a:pathLst><a:path w="21590" h="16509"><a:moveTo><a:pt x="4533" y="1765"/></a:moveTo><a:lnTo><a:pt x="4457" y="1511"/></a:lnTo><a:lnTo><a:pt x="4368" y="1333"/></a:lnTo><a:lnTo><a:pt x="4279" y="1092"/></a:lnTo><a:lnTo><a:pt x="4038" y="749"/></a:lnTo><a:lnTo><a:pt x="3695" y="419"/></a:lnTo><a:lnTo><a:pt x="3365" y="254"/></a:lnTo><a:lnTo><a:pt x="2946" y="76"/></a:lnTo><a:lnTo><a:pt x="2527" y="0"/></a:lnTo><a:lnTo><a:pt x="2108" y="0"/></a:lnTo><a:lnTo><a:pt x="1765" y="76"/></a:lnTo><a:lnTo><a:pt x="1346" y="165"/></a:lnTo><a:lnTo><a:pt x="927" y="419"/></a:lnTo><a:lnTo><a:pt x="673" y="673"/></a:lnTo><a:lnTo><a:pt x="419" y="1003"/></a:lnTo><a:lnTo><a:pt x="165" y="1333"/></a:lnTo><a:lnTo><a:pt x="165" y="1511"/></a:lnTo><a:lnTo><a:pt x="88" y="1765"/></a:lnTo><a:lnTo><a:pt x="0" y="2184"/></a:lnTo><a:lnTo><a:pt x="4533" y="2184"/></a:lnTo><a:lnTo><a:pt x="4533" y="1841"/></a:lnTo><a:close/></a:path><a:path w="21590" h="16509"><a:moveTo><a:pt x="20993" y="13093"/></a:moveTo><a:lnTo><a:pt x="16878" y="13093"/></a:lnTo><a:lnTo><a:pt x="20993" y="13182"/></a:lnTo><a:close/></a:path><a:path w="21590" h="16509"><a:moveTo><a:pt x="21247" y="13931"/></a:moveTo><a:lnTo><a:pt x="21170" y="13512"/></a:lnTo><a:lnTo><a:pt x="20993" y="13182"/></a:lnTo><a:lnTo><a:pt x="16878" y="13182"/></a:lnTo><a:lnTo><a:pt x="16713" y="13512"/></a:lnTo><a:lnTo><a:pt x="16713" y="13931"/></a:lnTo><a:lnTo><a:pt x="16713" y="14351"/></a:lnTo><a:lnTo><a:pt x="16802" y="14770"/></a:lnTo><a:lnTo><a:pt x="16967" y="15189"/></a:lnTo><a:lnTo><a:pt x="17132" y="15532"/></a:lnTo><a:lnTo><a:pt x="17475" y="15862"/></a:lnTo><a:lnTo><a:pt x="17805" y="16116"/></a:lnTo><a:lnTo><a:pt x="17970" y="16205"/></a:lnTo><a:lnTo><a:pt x="18224" y="16281"/></a:lnTo><a:lnTo><a:pt x="18732" y="16370"/></a:lnTo><a:lnTo><a:pt x="19227" y="16370"/></a:lnTo><a:lnTo><a:pt x="19481" y="16281"/></a:lnTo><a:lnTo><a:pt x="19659" y="16281"/></a:lnTo><a:lnTo><a:pt x="19900" y="16205"/></a:lnTo><a:lnTo><a:pt x="20078" y="16116"/></a:lnTo><a:lnTo><a:pt x="20320" y="15951"/></a:lnTo><a:lnTo><a:pt x="20662" y="15608"/></a:lnTo><a:lnTo><a:pt x="20916" y="15278"/></a:lnTo><a:lnTo><a:pt x="21082" y="14859"/></a:lnTo><a:lnTo><a:pt x="21170" y="14439"/></a:lnTo><a:lnTo><a:pt x="21247" y="13931"/></a:lnTo><a:close/></a:path></a:pathLst></a:custGeom><a:solidFill><a:srgbClr val="000000"/></a:solidFill></p:spPr><p:txBody><a:bodyPr wrap="square" lIns="0" tIns="0" rIns="0" bIns="0" rtlCol="0"/><a:lstStyle/><a:p/></p:txBody></p:sp><p:sp><p:nvSpPr><p:cNvPr id="723" name="object 723"/><p:cNvSpPr/><p:nvPr/></p:nvSpPr><p:spPr><a:xfrm><a:off x="17025011" y="12093528"/><a:ext cx="22225" cy="15240"/></a:xfrm><a:custGeom><a:avLst/><a:gdLst/><a:ahLst/><a:cxnLst/><a:rect l="l" t="t" r="r" b="b"/><a:pathLst><a:path w="22225" h="15240"><a:moveTo><a:pt x="4533" y="2019"/></a:moveTo><a:lnTo><a:pt x="4457" y="1676"/></a:lnTo><a:lnTo><a:pt x="4368" y="1346"/></a:lnTo><a:lnTo><a:pt x="4292" y="1181"/></a:lnTo><a:lnTo><a:pt x="4114" y="927"/></a:lnTo><a:lnTo><a:pt x="3860" y="673"/></a:lnTo><a:lnTo><a:pt x="3695" y="508"/></a:lnTo><a:lnTo><a:pt x="3530" y="342"/></a:lnTo><a:lnTo><a:pt x="3365" y="342"/></a:lnTo><a:lnTo><a:pt x="3200" y="165"/></a:lnTo><a:lnTo><a:pt x="3022" y="88"/></a:lnTo><a:lnTo><a:pt x="2781" y="88"/></a:lnTo><a:lnTo><a:pt x="2527" y="0"/></a:lnTo><a:lnTo><a:pt x="1930" y="0"/></a:lnTo><a:lnTo><a:pt x="1511" y="88"/></a:lnTo><a:lnTo><a:pt x="1181" y="342"/></a:lnTo><a:lnTo><a:pt x="1016" y="342"/></a:lnTo><a:lnTo><a:pt x="762" y="508"/></a:lnTo><a:lnTo><a:pt x="673" y="673"/></a:lnTo><a:lnTo><a:pt x="508" y="838"/></a:lnTo><a:lnTo><a:pt x="254" y="1181"/></a:lnTo><a:lnTo><a:pt x="254" y="1346"/></a:lnTo><a:lnTo><a:pt x="88" y="1600"/></a:lnTo><a:lnTo><a:pt x="0" y="2019"/></a:lnTo><a:lnTo><a:pt x="0" y="2527"/></a:lnTo><a:lnTo><a:pt x="88" y="2946"/></a:lnTo><a:lnTo><a:pt x="4457" y="2946"/></a:lnTo><a:lnTo><a:pt x="4533" y="2527"/></a:lnTo><a:lnTo><a:pt x="4533" y="2095"/></a:lnTo><a:close/></a:path><a:path w="22225" h="15240"><a:moveTo><a:pt x="22085" y="12687"/></a:moveTo><a:lnTo><a:pt x="17551" y="12687"/></a:lnTo><a:lnTo><a:pt x="17640" y="13106"/></a:lnTo><a:lnTo><a:pt x="17716" y="13525"/></a:lnTo><a:lnTo><a:pt x="17894" y="13855"/></a:lnTo><a:lnTo><a:pt x="17970" y="14020"/></a:lnTo><a:lnTo><a:pt x="18148" y="14274"/></a:lnTo><a:lnTo><a:pt x="18478" y="14528"/></a:lnTo><a:lnTo><a:pt x="18808" y="14782"/></a:lnTo><a:lnTo><a:pt x="19151" y="14947"/></a:lnTo><a:lnTo><a:pt x="19316" y="14947"/></a:lnTo><a:lnTo><a:pt x="19570" y="15036"/></a:lnTo><a:lnTo><a:pt x="20078" y="15036"/></a:lnTo><a:lnTo><a:pt x="20408" y="14947"/></a:lnTo><a:lnTo><a:pt x="20828" y="14782"/></a:lnTo><a:lnTo><a:pt x="21170" y="14617"/></a:lnTo><a:lnTo><a:pt x="21501" y="14274"/></a:lnTo><a:lnTo><a:pt x="21755" y="14020"/></a:lnTo><a:lnTo><a:pt x="21831" y="13855"/></a:lnTo><a:lnTo><a:pt x="21920" y="13601"/></a:lnTo><a:lnTo><a:pt x="22085" y="13182"/></a:lnTo><a:lnTo><a:pt x="22085" y="12763"/></a:lnTo><a:close/></a:path><a:path w="22225" h="15240"><a:moveTo><a:pt x="22085" y="12344"/></a:moveTo><a:lnTo><a:pt x="17640" y="12344"/></a:lnTo><a:lnTo><a:pt x="22085" y="12687"/></a:lnTo><a:lnTo><a:pt x="22085" y="12344"/></a:lnTo><a:close/></a:path></a:pathLst></a:custGeom><a:solidFill><a:srgbClr val="000000"/></a:solidFill></p:spPr><p:txBody><a:bodyPr wrap="square" lIns="0" tIns="0" rIns="0" bIns="0" rtlCol="0"/><a:lstStyle/><a:p/></p:txBody></p:sp><p:sp><p:nvSpPr><p:cNvPr id="724" name="object 724"/><p:cNvSpPr/><p:nvPr/></p:nvSpPr><p:spPr><a:xfrm><a:off x="17006622" y="12084549"/><a:ext cx="23495" cy="13970"/></a:xfrm><a:custGeom><a:avLst/><a:gdLst/><a:ahLst/><a:cxnLst/><a:rect l="l" t="t" r="r" b="b"/><a:pathLst><a:path w="23494" h="13970"><a:moveTo><a:pt x="4533" y="1841"/></a:moveTo><a:lnTo><a:pt x="4368" y="1422"/></a:lnTo><a:lnTo><a:pt x="4203" y="1003"/></a:lnTo><a:lnTo><a:pt x="3949" y="673"/></a:lnTo><a:lnTo><a:pt x="3619" y="419"/></a:lnTo><a:lnTo><a:pt x="3200" y="165"/></a:lnTo><a:lnTo><a:pt x="2768" y="76"/></a:lnTo><a:lnTo><a:pt x="2603" y="0"/></a:lnTo><a:lnTo><a:pt x="1854" y="0"/></a:lnTo><a:lnTo><a:pt x="1435" y="165"/></a:lnTo><a:lnTo><a:pt x="1016" y="330"/></a:lnTo><a:lnTo><a:pt x="673" y="584"/></a:lnTo><a:lnTo><a:pt x="419" y="1003"/></a:lnTo><a:lnTo><a:pt x="165" y="1346"/></a:lnTo><a:lnTo><a:pt x="88" y="1765"/></a:lnTo><a:lnTo><a:pt x="0" y="2184"/></a:lnTo><a:lnTo><a:pt x="0" y="2349"/></a:lnTo><a:lnTo><a:pt x="0" y="2603"/></a:lnTo><a:lnTo><a:pt x="88" y="2768"/></a:lnTo><a:lnTo><a:pt x="88" y="3022"/></a:lnTo><a:lnTo><a:pt x="165" y="3187"/></a:lnTo><a:lnTo><a:pt x="342" y="3352"/></a:lnTo><a:lnTo><a:pt x="419" y="3517"/></a:lnTo><a:lnTo><a:pt x="508" y="3695"/></a:lnTo><a:lnTo><a:pt x="4038" y="3695"/></a:lnTo><a:lnTo><a:pt x="4203" y="3517"/></a:lnTo><a:lnTo><a:pt x="4279" y="3352"/></a:lnTo><a:lnTo><a:pt x="4368" y="3187"/></a:lnTo><a:lnTo><a:pt x="4457" y="3022"/></a:lnTo><a:lnTo><a:pt x="4533" y="2768"/></a:lnTo><a:lnTo><a:pt x="4533" y="2603"/></a:lnTo><a:lnTo><a:pt x="4533" y="2349"/></a:lnTo><a:lnTo><a:pt x="4533" y="2184"/></a:lnTo><a:lnTo><a:pt x="4533" y="1841"/></a:lnTo><a:close/></a:path><a:path w="23494" h="13970"><a:moveTo><a:pt x="22847" y="11925"/></a:moveTo><a:lnTo><a:pt x="18478" y="11925"/></a:lnTo><a:lnTo><a:pt x="18643" y="12344"/></a:lnTo><a:lnTo><a:pt x="20408" y="13512"/></a:lnTo><a:lnTo><a:pt x="20916" y="13512"/></a:lnTo><a:lnTo><a:pt x="22847" y="11925"/></a:lnTo><a:close/></a:path><a:path w="23494" h="13970"><a:moveTo><a:pt x="22923" y="11506"/></a:moveTo><a:lnTo><a:pt x="18389" y="11506"/></a:lnTo><a:lnTo><a:pt x="22847" y="11925"/></a:lnTo><a:lnTo><a:pt x="22923" y="11506"/></a:lnTo><a:close/></a:path></a:pathLst></a:custGeom><a:solidFill><a:srgbClr val="000000"/></a:solidFill></p:spPr><p:txBody><a:bodyPr wrap="square" lIns="0" tIns="0" rIns="0" bIns="0" rtlCol="0"/><a:lstStyle/><a:p/></p:txBody></p:sp><p:sp><p:nvSpPr><p:cNvPr id="725" name="object 725"/><p:cNvSpPr/><p:nvPr/></p:nvSpPr><p:spPr><a:xfrm><a:off x="16987559" y="12077068"/><a:ext cx="23495" cy="12065"/></a:xfrm><a:custGeom><a:avLst/><a:gdLst/><a:ahLst/><a:cxnLst/><a:rect l="l" t="t" r="r" b="b"/><a:pathLst><a:path w="23494" h="12065"><a:moveTo><a:pt x="4533" y="1765"/></a:moveTo><a:lnTo><a:pt x="4457" y="1600"/></a:lnTo><a:lnTo><a:pt x="4368" y="1435"/></a:lnTo><a:lnTo><a:pt x="4279" y="1181"/></a:lnTo><a:lnTo><a:pt x="4203" y="1016"/></a:lnTo><a:lnTo><a:pt x="4038" y="838"/></a:lnTo><a:lnTo><a:pt x="3860" y="673"/></a:lnTo><a:lnTo><a:pt x="3695" y="508"/></a:lnTo><a:lnTo><a:pt x="3365" y="342"/></a:lnTo><a:lnTo><a:pt x="3200" y="254"/></a:lnTo><a:lnTo><a:pt x="2946" y="177"/></a:lnTo><a:lnTo><a:pt x="2768" y="88"/></a:lnTo><a:lnTo><a:pt x="2527" y="88"/></a:lnTo><a:lnTo><a:pt x="2019" y="88"/></a:lnTo><a:lnTo><a:pt x="1765" y="88"/></a:lnTo><a:lnTo><a:pt x="1600" y="177"/></a:lnTo><a:lnTo><a:pt x="1346" y="254"/></a:lnTo><a:lnTo><a:pt x="1181" y="342"/></a:lnTo><a:lnTo><a:pt x="1016" y="419"/></a:lnTo><a:lnTo><a:pt x="838" y="508"/></a:lnTo><a:lnTo><a:pt x="673" y="673"/></a:lnTo><a:lnTo><a:pt x="508" y="838"/></a:lnTo><a:lnTo><a:pt x="419" y="1016"/></a:lnTo><a:lnTo><a:pt x="342" y="1181"/></a:lnTo><a:lnTo><a:pt x="177" y="1435"/></a:lnTo><a:lnTo><a:pt x="88" y="1600"/></a:lnTo><a:lnTo><a:pt x="88" y="1765"/></a:lnTo><a:lnTo><a:pt x="0" y="2019"/></a:lnTo><a:lnTo><a:pt x="0" y="2184"/></a:lnTo><a:lnTo><a:pt x="0" y="2438"/></a:lnTo><a:lnTo><a:pt x="0" y="2603"/></a:lnTo><a:lnTo><a:pt x="88" y="2857"/></a:lnTo><a:lnTo><a:pt x="177" y="3022"/></a:lnTo><a:lnTo><a:pt x="254" y="3276"/></a:lnTo><a:lnTo><a:pt x="342" y="3441"/></a:lnTo><a:lnTo><a:pt x="508" y="3695"/></a:lnTo><a:lnTo><a:pt x="762" y="4038"/></a:lnTo><a:lnTo><a:pt x="927" y="4114"/></a:lnTo><a:lnTo><a:pt x="1181" y="4279"/></a:lnTo><a:lnTo><a:pt x="3441" y="4279"/></a:lnTo><a:lnTo><a:pt x="3695" y="4114"/></a:lnTo><a:lnTo><a:pt x="3949" y="3784"/></a:lnTo><a:lnTo><a:pt x="4114" y="3695"/></a:lnTo><a:lnTo><a:pt x="4279" y="3441"/></a:lnTo><a:lnTo><a:pt x="4279" y="3276"/></a:lnTo><a:lnTo><a:pt x="4457" y="3022"/></a:lnTo><a:lnTo><a:pt x="4457" y="2857"/></a:lnTo><a:lnTo><a:pt x="4533" y="2603"/></a:lnTo><a:lnTo><a:pt x="4533" y="2438"/></a:lnTo><a:lnTo><a:pt x="4533" y="2184"/></a:lnTo><a:lnTo><a:pt x="4533" y="2019"/></a:lnTo><a:lnTo><a:pt x="4533" y="1765"/></a:lnTo><a:close/></a:path><a:path w="23494" h="12065"><a:moveTo><a:pt x="23101" y="11176"/></a:moveTo><a:lnTo><a:pt x="19570" y="11176"/></a:lnTo><a:lnTo><a:pt x="19735" y="11341"/></a:lnTo><a:lnTo><a:pt x="19900" y="11506"/></a:lnTo><a:lnTo><a:pt x="20078" y="11595"/></a:lnTo><a:lnTo><a:pt x="20243" y="11760"/></a:lnTo><a:lnTo><a:pt x="20408" y="11849"/></a:lnTo><a:lnTo><a:pt x="20662" y="11925"/></a:lnTo><a:lnTo><a:pt x="20828" y="11925"/></a:lnTo><a:lnTo><a:pt x="20993" y="12014"/></a:lnTo><a:lnTo><a:pt x="21590" y="12014"/></a:lnTo><a:lnTo><a:pt x="21831" y="11925"/></a:lnTo><a:lnTo><a:pt x="22009" y="11925"/></a:lnTo><a:lnTo><a:pt x="22263" y="11849"/></a:lnTo><a:lnTo><a:pt x="22428" y="11760"/></a:lnTo><a:lnTo><a:pt x="22682" y="11595"/></a:lnTo><a:lnTo><a:pt x="22923" y="11341"/></a:lnTo><a:lnTo><a:pt x="23101" y="11176"/></a:lnTo><a:close/></a:path><a:path w="23494" h="12065"><a:moveTo><a:pt x="23266" y="10998"/></a:moveTo><a:lnTo><a:pt x="19481" y="10998"/></a:lnTo><a:lnTo><a:pt x="23101" y="11176"/></a:lnTo><a:lnTo><a:pt x="23266" y="10998"/></a:lnTo><a:close/></a:path></a:pathLst></a:custGeom><a:solidFill><a:srgbClr val="000000"/></a:solidFill></p:spPr><p:txBody><a:bodyPr wrap="square" lIns="0" tIns="0" rIns="0" bIns="0" rtlCol="0"/><a:lstStyle/><a:p/></p:txBody></p:sp><p:sp><p:nvSpPr><p:cNvPr id="726" name="object 726"/><p:cNvSpPr/><p:nvPr/></p:nvSpPr><p:spPr><a:xfrm><a:off x="16968001" y="12071277"/><a:ext cx="23495" cy="10795"/></a:xfrm><a:custGeom><a:avLst/><a:gdLst/><a:ahLst/><a:cxnLst/><a:rect l="l" t="t" r="r" b="b"/><a:pathLst><a:path w="23494" h="10795"><a:moveTo><a:pt x="2514" y="4533"/></a:moveTo><a:lnTo><a:pt x="1752" y="4457"/></a:lnTo><a:lnTo><a:pt x="2514" y="4533"/></a:lnTo><a:close/></a:path><a:path w="23494" h="10795"><a:moveTo><a:pt x="4533" y="2095"/></a:moveTo><a:lnTo><a:pt x="4445" y="1930"/></a:lnTo><a:lnTo><a:pt x="4445" y="1676"/></a:lnTo><a:lnTo><a:pt x="4356" y="1511"/></a:lnTo><a:lnTo><a:pt x="4279" y="1257"/></a:lnTo><a:lnTo><a:pt x="4191" y="1092"/></a:lnTo><a:lnTo><a:pt x="4025" y="927"/></a:lnTo><a:lnTo><a:pt x="3937" y="762"/></a:lnTo><a:lnTo><a:pt x="3771" y="584"/></a:lnTo><a:lnTo><a:pt x="3606" y="419"/></a:lnTo><a:lnTo><a:pt x="3352" y="342"/></a:lnTo><a:lnTo><a:pt x="3187" y="165"/></a:lnTo><a:lnTo><a:pt x="2933" y="88"/></a:lnTo><a:lnTo><a:pt x="2768" y="88"/></a:lnTo><a:lnTo><a:pt x="2514" y="0"/></a:lnTo><a:lnTo><a:pt x="1930" y="0"/></a:lnTo><a:lnTo><a:pt x="1752" y="88"/></a:lnTo><a:lnTo><a:pt x="1511" y="88"/></a:lnTo><a:lnTo><a:pt x="1257" y="165"/></a:lnTo><a:lnTo><a:pt x="1092" y="342"/></a:lnTo><a:lnTo><a:pt x="914" y="419"/></a:lnTo><a:lnTo><a:pt x="673" y="584"/></a:lnTo><a:lnTo><a:pt x="584" y="762"/></a:lnTo><a:lnTo><a:pt x="419" y="927"/></a:lnTo><a:lnTo><a:pt x="330" y="1092"/></a:lnTo><a:lnTo><a:pt x="165" y="1257"/></a:lnTo><a:lnTo><a:pt x="76" y="1511"/></a:lnTo><a:lnTo><a:pt x="0" y="1676"/></a:lnTo><a:lnTo><a:pt x="0" y="1930"/></a:lnTo><a:lnTo><a:pt x="0" y="2095"/></a:lnTo><a:lnTo><a:pt x="0" y="2349"/></a:lnTo><a:lnTo><a:pt x="0" y="2514"/></a:lnTo><a:lnTo><a:pt x="0" y="2857"/></a:lnTo><a:lnTo><a:pt x="673" y="3860"/></a:lnTo><a:lnTo><a:pt x="1003" y="4114"/></a:lnTo><a:lnTo><a:pt x="1333" y="4368"/></a:lnTo><a:lnTo><a:pt x="1511" y="4368"/></a:lnTo><a:lnTo><a:pt x="1752" y="4457"/></a:lnTo><a:lnTo><a:pt x="2679" y="4457"/></a:lnTo><a:lnTo><a:pt x="2933" y="4368"/></a:lnTo><a:lnTo><a:pt x="3098" y="4368"/></a:lnTo><a:lnTo><a:pt x="3352" y="4203"/></a:lnTo><a:lnTo><a:pt x="3517" y="4114"/></a:lnTo><a:lnTo><a:pt x="3695" y="3949"/></a:lnTo><a:lnTo><a:pt x="4025" y="3695"/></a:lnTo><a:lnTo><a:pt x="4191" y="3365"/></a:lnTo><a:lnTo><a:pt x="4279" y="3187"/></a:lnTo><a:lnTo><a:pt x="4356" y="2933"/></a:lnTo><a:lnTo><a:pt x="4445" y="2514"/></a:lnTo><a:lnTo><a:pt x="4533" y="2349"/></a:lnTo><a:lnTo><a:pt x="4533" y="2095"/></a:lnTo><a:close/></a:path><a:path w="23494" h="10795"><a:moveTo><a:pt x="22999" y="10071"/></a:moveTo><a:lnTo><a:pt x="20739" y="10071"/></a:lnTo><a:lnTo><a:pt x="21069" y="10248"/></a:lnTo><a:lnTo><a:pt x="21323" y="10325"/></a:lnTo><a:lnTo><a:pt x="21577" y="10325"/></a:lnTo><a:lnTo><a:pt x="22085" y="10325"/></a:lnTo><a:lnTo><a:pt x="22415" y="10325"/></a:lnTo><a:lnTo><a:pt x="22580" y="10248"/></a:lnTo><a:lnTo><a:pt x="22834" y="10160"/></a:lnTo><a:lnTo><a:pt x="22999" y="10071"/></a:lnTo><a:close/></a:path><a:path w="23494" h="10795"><a:moveTo><a:pt x="23253" y="9906"/></a:moveTo><a:lnTo><a:pt x="20485" y="9906"/></a:lnTo><a:lnTo><a:pt x="22999" y="10071"/></a:lnTo><a:lnTo><a:pt x="23253" y="9906"/></a:lnTo><a:close/></a:path></a:pathLst></a:custGeom><a:solidFill><a:srgbClr val="000000"/></a:solidFill></p:spPr><p:txBody><a:bodyPr wrap="square" lIns="0" tIns="0" rIns="0" bIns="0" rtlCol="0"/><a:lstStyle/><a:p/></p:txBody></p:sp><p:sp><p:nvSpPr><p:cNvPr id="727" name="object 727"/><p:cNvSpPr/><p:nvPr/></p:nvSpPr><p:spPr><a:xfrm><a:off x="16929038" y="12064559"/><a:ext cx="41910" cy="11430"/></a:xfrm><a:custGeom><a:avLst/><a:gdLst/><a:ahLst/><a:cxnLst/><a:rect l="l" t="t" r="r" b="b"/><a:pathLst><a:path w="41909" h="11429"><a:moveTo><a:pt x="1676" y="88"/></a:moveTo><a:lnTo><a:pt x="1257" y="0"/></a:lnTo><a:lnTo><a:pt x="419" y="0"/></a:lnTo><a:lnTo><a:pt x="76" y="88"/></a:lnTo><a:lnTo><a:pt x="1676" y="165"/></a:lnTo><a:close/></a:path><a:path w="41909" h="11429"><a:moveTo><a:pt x="23418" y="4279"/></a:moveTo><a:lnTo><a:pt x="23342" y="4038"/></a:lnTo><a:lnTo><a:pt x="23088" y="3606"/></a:lnTo><a:lnTo><a:pt x="22834" y="3276"/></a:lnTo><a:lnTo><a:pt x="22580" y="3022"/></a:lnTo><a:lnTo><a:pt x="22250" y="2768"/></a:lnTo><a:lnTo><a:pt x="21831" y="2603"/></a:lnTo><a:lnTo><a:pt x="21412" y="2514"/></a:lnTo><a:lnTo><a:pt x="20904" y="2514"/></a:lnTo><a:lnTo><a:pt x="20650" y="2603"/></a:lnTo><a:lnTo><a:pt x="20485" y="2603"/></a:lnTo><a:lnTo><a:pt x="20231" y="2692"/></a:lnTo><a:lnTo><a:pt x="19812" y="2946"/></a:lnTo><a:lnTo><a:pt x="19558" y="3187"/></a:lnTo><a:lnTo><a:pt x="19304" y="3530"/></a:lnTo><a:lnTo><a:pt x="19062" y="3949"/></a:lnTo><a:lnTo><a:pt x="18973" y="4279"/></a:lnTo><a:lnTo><a:pt x="18884" y="4699"/></a:lnTo><a:lnTo><a:pt x="18884" y="4876"/></a:lnTo><a:lnTo><a:pt x="18973" y="5118"/></a:lnTo><a:lnTo><a:pt x="18973" y="5295"/></a:lnTo><a:lnTo><a:pt x="19062" y="5549"/></a:lnTo><a:lnTo><a:pt x="19062" y="5715"/></a:lnTo><a:lnTo><a:pt x="19227" y="5969"/></a:lnTo><a:lnTo><a:pt x="19304" y="6134"/></a:lnTo><a:lnTo><a:pt x="19558" y="6299"/></a:lnTo><a:lnTo><a:pt x="19646" y="6464"/></a:lnTo><a:lnTo><a:pt x="19900" y="6629"/></a:lnTo><a:lnTo><a:pt x="20231" y="6883"/></a:lnTo><a:lnTo><a:pt x="20396" y="6883"/></a:lnTo><a:lnTo><a:pt x="20650" y="6972"/></a:lnTo><a:lnTo><a:pt x="20815" y="7061"/></a:lnTo><a:lnTo><a:pt x="21488" y="7061"/></a:lnTo><a:lnTo><a:pt x="21666" y="6972"/></a:lnTo><a:lnTo><a:pt x="21907" y="6883"/></a:lnTo><a:lnTo><a:pt x="22085" y="6883"/></a:lnTo><a:lnTo><a:pt x="22326" y="6718"/></a:lnTo><a:lnTo><a:pt x="22504" y="6629"/></a:lnTo><a:lnTo><a:pt x="22669" y="6464"/></a:lnTo><a:lnTo><a:pt x="22834" y="6299"/></a:lnTo><a:lnTo><a:pt x="22999" y="6134"/></a:lnTo><a:lnTo><a:pt x="23088" y="5969"/></a:lnTo><a:lnTo><a:pt x="23253" y="5715"/></a:lnTo><a:lnTo><a:pt x="23342" y="5549"/></a:lnTo><a:lnTo><a:pt x="23342" y="5295"/></a:lnTo><a:lnTo><a:pt x="23418" y="5118"/></a:lnTo><a:lnTo><a:pt x="23418" y="4876"/></a:lnTo><a:lnTo><a:pt x="23418" y="4699"/></a:lnTo><a:lnTo><a:pt x="23418" y="4368"/></a:lnTo><a:close/></a:path><a:path w="41909" h="11429"><a:moveTo><a:pt x="41643" y="11176"/></a:moveTo><a:lnTo><a:pt x="40716" y="11176"/></a:lnTo><a:lnTo><a:pt x="41478" y="11252"/></a:lnTo><a:lnTo><a:pt x="41643" y="11176"/></a:lnTo><a:close/></a:path></a:pathLst></a:custGeom><a:solidFill><a:srgbClr val="000000"/></a:solidFill></p:spPr><p:txBody><a:bodyPr wrap="square" lIns="0" tIns="0" rIns="0" bIns="0" rtlCol="0"/><a:lstStyle/><a:p/></p:txBody></p:sp><p:sp><p:nvSpPr><p:cNvPr id="728" name="object 728"/><p:cNvSpPr/><p:nvPr/></p:nvSpPr><p:spPr><a:xfrm><a:off x="16927602" y="12064648"/><a:ext cx="5080" cy="4445"/></a:xfrm><a:custGeom><a:avLst/><a:gdLst/><a:ahLst/><a:cxnLst/><a:rect l="l" t="t" r="r" b="b"/><a:pathLst><a:path w="5080" h="4445"><a:moveTo><a:pt x="3111" y="0"/></a:moveTo><a:lnTo><a:pt x="1511" y="0"/></a:lnTo><a:lnTo><a:pt x="3111" y="76"/></a:lnTo><a:close/></a:path><a:path w="5080" h="4445"><a:moveTo><a:pt x="4533" y="1930"/></a:moveTo><a:lnTo><a:pt x="4457" y="1587"/></a:lnTo><a:lnTo><a:pt x="4368" y="1168"/></a:lnTo><a:lnTo><a:pt x="4114" y="838"/></a:lnTo><a:lnTo><a:pt x="3860" y="495"/></a:lnTo><a:lnTo><a:pt x="3530" y="254"/></a:lnTo><a:lnTo><a:pt x="3111" y="76"/></a:lnTo><a:lnTo><a:pt x="1435" y="76"/></a:lnTo><a:lnTo><a:pt x="1092" y="254"/></a:lnTo><a:lnTo><a:pt x="762" y="495"/></a:lnTo><a:lnTo><a:pt x="508" y="749"/></a:lnTo><a:lnTo><a:pt x="254" y="1092"/></a:lnTo><a:lnTo><a:pt x="88" y="1511"/></a:lnTo><a:lnTo><a:pt x="0" y="1930"/></a:lnTo><a:lnTo><a:pt x="0" y="2349"/></a:lnTo><a:lnTo><a:pt x="88" y="2768"/></a:lnTo><a:lnTo><a:pt x="254" y="3187"/></a:lnTo><a:lnTo><a:pt x="508" y="3606"/></a:lnTo><a:lnTo><a:pt x="838" y="3860"/></a:lnTo><a:lnTo><a:pt x="1181" y="4114"/></a:lnTo><a:lnTo><a:pt x="1600" y="4368"/></a:lnTo><a:lnTo><a:pt x="2095" y="4445"/></a:lnTo><a:lnTo><a:pt x="2527" y="4445"/></a:lnTo><a:lnTo><a:pt x="2857" y="4368"/></a:lnTo><a:lnTo><a:pt x="3022" y="4368"/></a:lnTo><a:lnTo><a:pt x="3365" y="4191"/></a:lnTo><a:lnTo><a:pt x="3695" y="3949"/></a:lnTo><a:lnTo><a:pt x="4038" y="3606"/></a:lnTo><a:lnTo><a:pt x="4279" y="3276"/></a:lnTo><a:lnTo><a:pt x="4457" y="2857"/></a:lnTo><a:lnTo><a:pt x="4533" y="2425"/></a:lnTo><a:lnTo><a:pt x="4533" y="2006"/></a:lnTo><a:close/></a:path></a:pathLst></a:custGeom><a:solidFill><a:srgbClr val="000000"/></a:solidFill></p:spPr><p:txBody><a:bodyPr wrap="square" lIns="0" tIns="0" rIns="0" bIns="0" rtlCol="0"/><a:lstStyle/><a:p/></p:txBody></p:sp><p:sp><p:nvSpPr><p:cNvPr id="729" name="object 729"/><p:cNvSpPr/><p:nvPr/></p:nvSpPr><p:spPr><a:xfrm><a:off x="16607582" y="12311929"/><a:ext cx="378460" cy="497840"/></a:xfrm><a:custGeom><a:avLst/><a:gdLst/><a:ahLst/><a:cxnLst/><a:rect l="l" t="t" r="r" b="b"/><a:pathLst><a:path w="378459" h="497840"><a:moveTo><a:pt x="67599" y="66503"/></a:moveTo><a:lnTo><a:pt x="59191" y="28464"/></a:lnTo><a:lnTo><a:pt x="58530" y="16122"/></a:lnTo><a:lnTo><a:pt x="58446" y="14442"/></a:lnTo><a:lnTo><a:pt x="58004" y="10325"/></a:lnTo><a:lnTo><a:pt x="57977" y="5274"/></a:lnTo><a:lnTo><a:pt x="56934" y="1259"/></a:lnTo><a:lnTo><a:pt x="56682" y="503"/></a:lnTo><a:lnTo><a:pt x="56515" y="83"/></a:lnTo><a:lnTo><a:pt x="56179" y="0"/></a:lnTo><a:lnTo><a:pt x="55927" y="167"/></a:lnTo><a:lnTo><a:pt x="52678" y="22046"/></a:lnTo><a:lnTo><a:pt x="52064" y="28465"/></a:lnTo><a:lnTo><a:pt x="48561" y="75064"/></a:lnTo><a:lnTo><a:pt x="47697" y="87916"/></a:lnTo><a:lnTo><a:pt x="47277" y="93961"/></a:lnTo><a:lnTo><a:pt x="46857" y="100091"/></a:lnTo><a:lnTo><a:pt x="46522" y="106389"/></a:lnTo><a:lnTo><a:pt x="43170" y="158666"/></a:lnTo><a:lnTo><a:pt x="39885" y="210957"/></a:lnTo><a:lnTo><a:pt x="36470" y="263240"/></a:lnTo><a:lnTo><a:pt x="32730" y="315496"/></a:lnTo><a:lnTo><a:pt x="28467" y="367702"/></a:lnTo><a:lnTo><a:pt x="27963" y="373916"/></a:lnTo><a:lnTo><a:pt x="27375" y="379962"/></a:lnTo><a:lnTo><a:pt x="26787" y="385924"/></a:lnTo><a:lnTo><a:pt x="26200" y="391717"/></a:lnTo><a:lnTo><a:pt x="25696" y="397343"/></a:lnTo><a:lnTo><a:pt x="19818" y="443946"/></a:lnTo><a:lnTo><a:pt x="19146" y="447473"/></a:lnTo><a:lnTo><a:pt x="18558" y="450832"/></a:lnTo><a:lnTo><a:pt x="17655" y="455044"/></a:lnTo><a:lnTo><a:pt x="15703" y="466771"/></a:lnTo><a:lnTo><a:pt x="12344" y="469725"/></a:lnTo><a:lnTo><a:pt x="11756" y="470061"/></a:lnTo><a:lnTo><a:pt x="11084" y="470061"/></a:lnTo><a:lnTo><a:pt x="10412" y="469725"/></a:lnTo><a:lnTo><a:pt x="9825" y="469137"/></a:lnTo><a:lnTo><a:pt x="6293" y="463942"/></a:lnTo><a:lnTo><a:pt x="4839" y="452940"/></a:lnTo><a:lnTo><a:pt x="3778" y="446801"/></a:lnTo><a:lnTo><a:pt x="124" y="400729"/></a:lnTo><a:lnTo><a:pt x="0" y="387855"/></a:lnTo><a:lnTo><a:pt x="0" y="382565"/></a:lnTo><a:lnTo><a:pt x="2939" y="339572"/></a:lnTo><a:lnTo><a:pt x="16935" y="284074"/></a:lnTo><a:lnTo><a:pt x="52652" y="249893"/></a:lnTo><a:lnTo><a:pt x="74072" y="247570"/></a:lnTo><a:lnTo><a:pt x="84545" y="248321"/></a:lnTo><a:lnTo><a:pt x="137803" y="261501"/></a:lnTo><a:lnTo><a:pt x="161073" y="269409"/></a:lnTo><a:lnTo><a:pt x="184338" y="277300"/></a:lnTo><a:lnTo><a:pt x="225304" y="288351"/></a:lnTo><a:lnTo><a:pt x="273187" y="284923"/></a:lnTo><a:lnTo><a:pt x="300545" y="250901"/></a:lnTo><a:lnTo><a:pt x="311988" y="202083"/></a:lnTo><a:lnTo><a:pt x="314423" y="155462"/></a:lnTo><a:lnTo><a:pt x="313780" y="131773"/></a:lnTo><a:lnTo><a:pt x="309279" y="84641"/></a:lnTo><a:lnTo><a:pt x="290581" y="19722"/></a:lnTo><a:lnTo><a:pt x="280799" y="28364"/></a:lnTo><a:lnTo><a:pt x="269474" y="83129"/></a:lnTo><a:lnTo><a:pt x="262444" y="145531"/></a:lnTo><a:lnTo><a:pt x="257726" y="198736"/></a:lnTo><a:lnTo><a:pt x="253805" y="252084"/></a:lnTo><a:lnTo><a:pt x="250422" y="305510"/></a:lnTo><a:lnTo><a:pt x="247319" y="358950"/></a:lnTo><a:lnTo><a:pt x="244239" y="412339"/></a:lnTo><a:lnTo><a:pt x="240923" y="465611"/></a:lnTo><a:lnTo><a:pt x="240671" y="468969"/></a:lnTo><a:lnTo><a:pt x="240419" y="472160"/></a:lnTo><a:lnTo><a:pt x="240167" y="475183"/></a:lnTo><a:lnTo><a:pt x="239915" y="478038"/></a:lnTo><a:lnTo><a:pt x="239747" y="480725"/></a:lnTo><a:lnTo><a:pt x="239331" y="485106"/></a:lnTo><a:lnTo><a:pt x="238480" y="492783"/></a:lnTo><a:lnTo><a:pt x="237360" y="497476"/></a:lnTo><a:lnTo><a:pt x="236137" y="492901"/></a:lnTo><a:lnTo><a:pt x="236053" y="491473"/></a:lnTo><a:lnTo><a:pt x="235885" y="489710"/></a:lnTo><a:lnTo><a:pt x="235471" y="473718"/></a:lnTo><a:lnTo><a:pt x="235646" y="457662"/></a:lnTo><a:lnTo><a:pt x="236255" y="441613"/></a:lnTo><a:lnTo><a:pt x="237144" y="425641"/></a:lnTo><a:lnTo><a:pt x="237480" y="420855"/></a:lnTo><a:lnTo><a:pt x="237816" y="416069"/></a:lnTo><a:lnTo><a:pt x="238236" y="411114"/></a:lnTo><a:lnTo><a:pt x="238656" y="406076"/></a:lnTo><a:lnTo><a:pt x="244216" y="357093"/></a:lnTo><a:lnTo><a:pt x="252536" y="308598"/></a:lnTo><a:lnTo><a:pt x="263993" y="260769"/></a:lnTo><a:lnTo><a:pt x="278964" y="213786"/></a:lnTo><a:lnTo><a:pt x="303728" y="153278"/></a:lnTo><a:lnTo><a:pt x="322199" y="116358"/></a:lnTo><a:lnTo><a:pt x="343195" y="80836"/></a:lnTo><a:lnTo><a:pt x="366885" y="47694"/></a:lnTo><a:lnTo><a:pt x="375283" y="37702"/></a:lnTo><a:lnTo><a:pt x="378054" y="34595"/></a:lnTo></a:path></a:pathLst></a:custGeom><a:ln w="3175"><a:solidFill><a:srgbClr val="003EFF"/></a:solidFill></a:ln></p:spPr><p:txBody><a:bodyPr wrap="square" lIns="0" tIns="0" rIns="0" bIns="0" rtlCol="0"/><a:lstStyle/><a:p/></p:txBody></p:sp><p:sp><p:nvSpPr><p:cNvPr id="730" name="object 730"/><p:cNvSpPr/><p:nvPr/></p:nvSpPr><p:spPr><a:xfrm><a:off x="16849682" y="12420781"/><a:ext cx="449580" cy="602615"/></a:xfrm><a:custGeom><a:avLst/><a:gdLst/><a:ahLst/><a:cxnLst/><a:rect l="l" t="t" r="r" b="b"/><a:pathLst><a:path w="449580" h="602615"><a:moveTo><a:pt x="0" y="338873"/></a:moveTo><a:lnTo><a:pt x="57261" y="390438"/></a:lnTo><a:lnTo><a:pt x="84328" y="396889"/></a:lnTo><a:lnTo><a:pt x="99793" y="380244"/></a:lnTo><a:lnTo><a:pt x="106298" y="345057"/></a:lnTo><a:lnTo><a:pt x="106479" y="295880"/></a:lnTo><a:lnTo><a:pt x="106144" y="288071"/></a:lnTo><a:lnTo><a:pt x="105724" y="280178"/></a:lnTo><a:lnTo><a:pt x="105220" y="272117"/></a:lnTo><a:lnTo><a:pt x="104716" y="263888"/></a:lnTo><a:lnTo><a:pt x="101924" y="225772"/></a:lnTo><a:lnTo><a:pt x="99015" y="187642"/></a:lnTo><a:lnTo><a:pt x="96605" y="149492"/></a:lnTo><a:lnTo><a:pt x="95311" y="111315"/></a:lnTo><a:lnTo><a:pt x="95311" y="103506"/></a:lnTo><a:lnTo><a:pt x="97121" y="64834"/></a:lnTo><a:lnTo><a:pt x="105304" y="27010"/></a:lnTo><a:lnTo><a:pt x="136756" y="0"/></a:lnTo><a:lnTo><a:pt x="153085" y="1819"/></a:lnTo><a:lnTo><a:pt x="196986" y="25067"/></a:lnTo><a:lnTo><a:pt x="242567" y="78989"/></a:lnTo><a:lnTo><a:pt x="255367" y="117445"/></a:lnTo><a:lnTo><a:pt x="256007" y="139427"/></a:lnTo><a:lnTo><a:pt x="251160" y="161028"/></a:lnTo><a:lnTo><a:pt x="222785" y="193185"/></a:lnTo><a:lnTo><a:pt x="180645" y="199481"/></a:lnTo><a:lnTo><a:pt x="167406" y="198677"/></a:lnTo><a:lnTo><a:pt x="154261" y="197468"/></a:lnTo><a:lnTo><a:pt x="151238" y="197132"/></a:lnTo><a:lnTo><a:pt x="148299" y="196880"/></a:lnTo><a:lnTo><a:pt x="145528" y="196544"/></a:lnTo><a:lnTo><a:pt x="143009" y="196376"/></a:lnTo><a:lnTo><a:pt x="140573" y="196208"/></a:lnTo><a:lnTo><a:pt x="138390" y="196040"/></a:lnTo><a:lnTo><a:pt x="134527" y="196040"/></a:lnTo><a:lnTo><a:pt x="129237" y="198224"/></a:lnTo><a:lnTo><a:pt x="129321" y="198979"/></a:lnTo><a:lnTo><a:pt x="148177" y="217707"/></a:lnTo><a:lnTo><a:pt x="154009" y="222659"/></a:lnTo><a:lnTo><a:pt x="186566" y="252749"/></a:lnTo><a:lnTo><a:pt x="208425" y="286308"/></a:lnTo><a:lnTo><a:pt x="211112" y="301590"/></a:lnTo><a:lnTo><a:pt x="211028" y="304613"/></a:lnTo><a:lnTo><a:pt x="190129" y="345728"/></a:lnTo><a:lnTo><a:pt x="150818" y="366163"/></a:lnTo><a:lnTo><a:pt x="128351" y="369616"/></a:lnTo><a:lnTo><a:pt x="112498" y="367912"/></a:lnTo><a:lnTo><a:pt x="100375" y="360253"/></a:lnTo><a:lnTo><a:pt x="95311" y="344331"/></a:lnTo><a:lnTo><a:pt x="95395" y="342063"/></a:lnTo><a:lnTo><a:pt x="95479" y="339712"/></a:lnTo><a:lnTo><a:pt x="109251" y="297476"/></a:lnTo><a:lnTo><a:pt x="139643" y="247717"/></a:lnTo><a:lnTo><a:pt x="170972" y="207376"/></a:lnTo><a:lnTo><a:pt x="209583" y="165582"/></a:lnTo><a:lnTo><a:pt x="240989" y="137169"/></a:lnTo><a:lnTo><a:pt x="276883" y="112811"/></a:lnTo><a:lnTo><a:pt x="297690" y="106109"/></a:lnTo><a:lnTo><a:pt x="301217" y="106109"/></a:lnTo><a:lnTo><a:pt x="302896" y="106361"/></a:lnTo><a:lnTo><a:pt x="304492" y="106613"/></a:lnTo><a:lnTo><a:pt x="315131" y="116011"/></a:lnTo><a:lnTo><a:pt x="318932" y="133254"/></a:lnTo><a:lnTo><a:pt x="318684" y="152269"/></a:lnTo><a:lnTo><a:pt x="304691" y="230854"/></a:lnTo><a:lnTo><a:pt x="291926" y="279451"/></a:lnTo><a:lnTo><a:pt x="278244" y="327802"/></a:lnTo><a:lnTo><a:pt x="265192" y="376239"/></a:lnTo><a:lnTo><a:pt x="264688" y="378590"/></a:lnTo><a:lnTo><a:pt x="264184" y="380857"/></a:lnTo><a:lnTo><a:pt x="263680" y="382957"/></a:lnTo><a:lnTo><a:pt x="263344" y="384972"/></a:lnTo><a:lnTo><a:pt x="262471" y="397576"/></a:lnTo><a:lnTo><a:pt x="266587" y="396870"/></a:lnTo><a:lnTo><a:pt x="273008" y="389144"/></a:lnTo><a:lnTo><a:pt x="279048" y="380689"/></a:lnTo><a:lnTo><a:pt x="280643" y="378338"/></a:lnTo><a:lnTo><a:pt x="282323" y="375987"/></a:lnTo><a:lnTo><a:pt x="319405" y="324434"/></a:lnTo><a:lnTo><a:pt x="367557" y="286811"/></a:lnTo><a:lnTo><a:pt x="369656" y="286727"/></a:lnTo><a:lnTo><a:pt x="371756" y="286811"/></a:lnTo><a:lnTo><a:pt x="402970" y="322941"/></a:lnTo><a:lnTo><a:pt x="410552" y="363644"/></a:lnTo><a:lnTo><a:pt x="410804" y="367506"/></a:lnTo><a:lnTo><a:pt x="409407" y="396643"/></a:lnTo><a:lnTo><a:pt x="391918" y="449827"/></a:lnTo><a:lnTo><a:pt x="366549" y="486491"/></a:lnTo><a:lnTo><a:pt x="324253" y="526410"/></a:lnTo><a:lnTo><a:pt x="288320" y="551320"/></a:lnTo><a:lnTo><a:pt x="249913" y="572429"/></a:lnTo><a:lnTo><a:pt x="210692" y="589522"/></a:lnTo><a:lnTo><a:pt x="169461" y="601529"/></a:lnTo><a:lnTo><a:pt x="164758" y="602033"/></a:lnTo><a:lnTo><a:pt x="162911" y="602033"/></a:lnTo><a:lnTo><a:pt x="159552" y="600438"/></a:lnTo><a:lnTo><a:pt x="159636" y="600018"/></a:lnTo><a:lnTo><a:pt x="161399" y="597499"/></a:lnTo><a:lnTo><a:pt x="161987" y="596827"/></a:lnTo><a:lnTo><a:pt x="165953" y="593318"/></a:lnTo><a:lnTo><a:pt x="170493" y="590550"/></a:lnTo><a:lnTo><a:pt x="174919" y="587674"/></a:lnTo><a:lnTo><a:pt x="219195" y="562360"/></a:lnTo><a:lnTo><a:pt x="237732" y="552239"/></a:lnTo><a:lnTo><a:pt x="243778" y="548880"/></a:lnTo><a:lnTo><a:pt x="282852" y="527337"/></a:lnTo><a:lnTo><a:pt x="335340" y="497185"/></a:lnTo><a:lnTo><a:pt x="373099" y="473560"/></a:lnTo><a:lnTo><a:pt x="413532" y="444002"/></a:lnTo><a:lnTo><a:pt x="440027" y="416208"/></a:lnTo><a:lnTo><a:pt x="449023" y="396768"/></a:lnTo><a:lnTo><a:pt x="448590" y="379393"/></a:lnTo><a:lnTo><a:pt x="423904" y="349873"/></a:lnTo><a:lnTo><a:pt x="380130" y="327806"/></a:lnTo><a:lnTo><a:pt x="340997" y="314451"/></a:lnTo><a:lnTo><a:pt x="289544" y="300414"/></a:lnTo><a:lnTo><a:pt x="261413" y="293697"/></a:lnTo><a:lnTo><a:pt x="254107" y="292018"/></a:lnTo></a:path></a:pathLst></a:custGeom><a:ln w="3175"><a:solidFill><a:srgbClr val="003EFF"/></a:solidFill></a:ln></p:spPr><p:txBody><a:bodyPr wrap="square" lIns="0" tIns="0" rIns="0" bIns="0" rtlCol="0"/><a:lstStyle/><a:p/></p:txBody></p:sp><p:sp><p:nvSpPr><p:cNvPr id="731" name="object 731"/><p:cNvSpPr/><p:nvPr/></p:nvSpPr><p:spPr><a:xfrm><a:off x="16547205" y="12724891"/><a:ext cx="19050" cy="37465"/></a:xfrm><a:custGeom><a:avLst/><a:gdLst/><a:ahLst/><a:cxnLst/><a:rect l="l" t="t" r="r" b="b"/><a:pathLst><a:path w="19050" h="37465"><a:moveTo><a:pt x="0" y="36862"/></a:moveTo><a:lnTo><a:pt x="0" y="0"/></a:lnTo><a:lnTo><a:pt x="9237" y="0"/></a:lnTo><a:lnTo><a:pt x="13184" y="1679"/></a:lnTo><a:lnTo><a:pt x="15787" y="5206"/></a:lnTo><a:lnTo><a:pt x="17130" y="8732"/></a:lnTo><a:lnTo><a:pt x="18474" y="14022"/></a:lnTo><a:lnTo><a:pt x="18474" y="22839"/></a:lnTo><a:lnTo><a:pt x="17130" y="28129"/></a:lnTo><a:lnTo><a:pt x="15787" y="31656"/></a:lnTo><a:lnTo><a:pt x="13184" y="35183"/></a:lnTo><a:lnTo><a:pt x="9237" y="36862"/></a:lnTo><a:lnTo><a:pt x="0" y="36862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732" name="object 732"/><p:cNvSpPr/><p:nvPr/></p:nvSpPr><p:spPr><a:xfrm><a:off x="16589360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733" name="object 733"/><p:cNvSpPr/><p:nvPr/></p:nvSpPr><p:spPr><a:xfrm><a:off x="16573573" y="12737150"/><a:ext cx="15875" cy="24765"/></a:xfrm><a:custGeom><a:avLst/><a:gdLst/><a:ahLst/><a:cxnLst/><a:rect l="l" t="t" r="r" b="b"/><a:pathLst><a:path w="15875" h="24765"><a:moveTo><a:pt x="15787" y="5290"/></a:moveTo><a:lnTo><a:pt x="13184" y="1763"/></a:lnTo><a:lnTo><a:pt x="10580" y="0"/></a:lnTo><a:lnTo><a:pt x="6550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550" y="24603"/></a:lnTo><a:lnTo><a:pt x="10580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734" name="object 734"/><p:cNvSpPr/><p:nvPr/></p:nvSpPr><p:spPr><a:xfrm><a:off x="16601284" y="12724891"/><a:ext cx="6985" cy="37465"/></a:xfrm><a:custGeom><a:avLst/><a:gdLst/><a:ahLst/><a:cxnLst/><a:rect l="l" t="t" r="r" b="b"/><a:pathLst><a:path w="6984" h="37465"><a:moveTo><a:pt x="0" y="0"/></a:moveTo><a:lnTo><a:pt x="0" y="29893"/></a:lnTo><a:lnTo><a:pt x="1343" y="35183"/></a:lnTo><a:lnTo><a:pt x="3946" y="36862"/></a:lnTo><a:lnTo><a:pt x="655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735" name="object 735"/><p:cNvSpPr/><p:nvPr/></p:nvSpPr><p:spPr><a:xfrm><a:off x="16597338" y="12737150"/><a:ext cx="9525" cy="0"/></a:xfrm><a:custGeom><a:avLst/><a:gdLst/><a:ahLst/><a:cxnLst/><a:rect l="l" t="t" r="r" b="b"/><a:pathLst><a:path w="9525" h="0"><a:moveTo><a:pt x="0" y="0"/></a:moveTo><a:lnTo><a:pt x="923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36" name="object 736"/><p:cNvSpPr/><p:nvPr/></p:nvSpPr><p:spPr><a:xfrm><a:off x="16614468" y="12737150"/><a:ext cx="15875" cy="24765"/></a:xfrm><a:custGeom><a:avLst/><a:gdLst/><a:ahLst/><a:cxnLst/><a:rect l="l" t="t" r="r" b="b"/><a:pathLst><a:path w="15875" h="24765"><a:moveTo><a:pt x="0" y="10580"/></a:moveTo><a:lnTo><a:pt x="15871" y="10580"/></a:lnTo><a:lnTo><a:pt x="15871" y="7053"/></a:lnTo><a:lnTo><a:pt x="14527" y="3526"/></a:lnTo><a:lnTo><a:pt x="13184" y="1763"/></a:lnTo><a:lnTo><a:pt x="10580" y="0"/></a:lnTo><a:lnTo><a:pt x="6634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634" y="24603"/></a:lnTo><a:lnTo><a:pt x="10580" y="24603"/></a:lnTo><a:lnTo><a:pt x="13184" y="22923"/></a:lnTo><a:lnTo><a:pt x="15871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737" name="object 737"/><p:cNvSpPr/><p:nvPr/></p:nvSpPr><p:spPr><a:xfrm><a:off x="16665945" y="12724891"/><a:ext cx="19050" cy="37465"/></a:xfrm><a:custGeom><a:avLst/><a:gdLst/><a:ahLst/><a:cxnLst/><a:rect l="l" t="t" r="r" b="b"/><a:pathLst><a:path w="19050" h="37465"><a:moveTo><a:pt x="18474" y="5206"/></a:moveTo><a:lnTo><a:pt x="15787" y="1679"/></a:lnTo><a:lnTo><a:pt x="11840" y="0"/></a:lnTo><a:lnTo><a:pt x="6550" y="0"/></a:lnTo><a:lnTo><a:pt x="2603" y="1679"/></a:lnTo><a:lnTo><a:pt x="0" y="5206"/></a:lnTo><a:lnTo><a:pt x="0" y="8732"/></a:lnTo><a:lnTo><a:pt x="1343" y="12259"/></a:lnTo><a:lnTo><a:pt x="2603" y="14022"/></a:lnTo><a:lnTo><a:pt x="5290" y="15786"/></a:lnTo><a:lnTo><a:pt x="13184" y="19312"/></a:lnTo><a:lnTo><a:pt x="15787" y="21076"/></a:lnTo><a:lnTo><a:pt x="17130" y="22839"/></a:lnTo><a:lnTo><a:pt x="18474" y="26366"/></a:lnTo><a:lnTo><a:pt x="18474" y="31656"/></a:lnTo><a:lnTo><a:pt x="15787" y="35183"/></a:lnTo><a:lnTo><a:pt x="11840" y="36862"/></a:lnTo><a:lnTo><a:pt x="6550" y="36862"/></a:lnTo><a:lnTo><a:pt x="2603" y="35183"/></a:lnTo><a:lnTo><a:pt x="0" y="31656"/></a:lnTo></a:path></a:pathLst></a:custGeom><a:ln w="3175"><a:solidFill><a:srgbClr val="000000"/></a:solidFill></a:ln></p:spPr><p:txBody><a:bodyPr wrap="square" lIns="0" tIns="0" rIns="0" bIns="0" rtlCol="0"/><a:lstStyle/><a:p/></p:txBody></p:sp><p:sp><p:nvSpPr><p:cNvPr id="738" name="object 738"/><p:cNvSpPr/><p:nvPr/></p:nvSpPr><p:spPr><a:xfrm><a:off x="16692313" y="12723127"/><a:ext cx="3175" cy="3810"/></a:xfrm><a:custGeom><a:avLst/><a:gdLst/><a:ahLst/><a:cxnLst/><a:rect l="l" t="t" r="r" b="b"/><a:pathLst><a:path w="3175" h="3809"><a:moveTo><a:pt x="0" y="1763"/></a:moveTo><a:lnTo><a:pt x="1343" y="3442"/></a:lnTo><a:lnTo><a:pt x="2603" y="1763"/></a:lnTo><a:lnTo><a:pt x="1343" y="0"/></a:lnTo><a:lnTo><a:pt x="0" y="1763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739" name="object 739"/><p:cNvSpPr/><p:nvPr/></p:nvSpPr><p:spPr><a:xfrm><a:off x="16693657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740" name="object 740"/><p:cNvSpPr/><p:nvPr/></p:nvSpPr><p:spPr><a:xfrm><a:off x="16706841" y="12737150"/><a:ext cx="12065" cy="37465"/></a:xfrm><a:custGeom><a:avLst/><a:gdLst/><a:ahLst/><a:cxnLst/><a:rect l="l" t="t" r="r" b="b"/><a:pathLst><a:path w="12065" h="37465"><a:moveTo><a:pt x="11840" y="0"/></a:moveTo><a:lnTo><a:pt x="11840" y="28129"/></a:lnTo><a:lnTo><a:pt x="10580" y="33419"/></a:lnTo><a:lnTo><a:pt x="9237" y="35183"/></a:lnTo><a:lnTo><a:pt x="6550" y="36946"/></a:lnTo><a:lnTo><a:pt x="2603" y="36946"/></a:lnTo><a:lnTo><a:pt x="0" y="35183"/></a:lnTo></a:path></a:pathLst></a:custGeom><a:ln w="3175"><a:solidFill><a:srgbClr val="000000"/></a:solidFill></a:ln></p:spPr><p:txBody><a:bodyPr wrap="square" lIns="0" tIns="0" rIns="0" bIns="0" rtlCol="0"/><a:lstStyle/><a:p/></p:txBody></p:sp><p:sp><p:nvSpPr><p:cNvPr id="741" name="object 741"/><p:cNvSpPr/><p:nvPr/></p:nvSpPr><p:spPr><a:xfrm><a:off x="16702894" y="12737150"/><a:ext cx="15875" cy="24765"/></a:xfrm><a:custGeom><a:avLst/><a:gdLst/><a:ahLst/><a:cxnLst/><a:rect l="l" t="t" r="r" b="b"/><a:pathLst><a:path w="15875" h="24765"><a:moveTo><a:pt x="15787" y="5290"/></a:moveTo><a:lnTo><a:pt x="13184" y="1763"/></a:lnTo><a:lnTo><a:pt x="10496" y="0"/></a:lnTo><a:lnTo><a:pt x="6550" y="0"/></a:lnTo><a:lnTo><a:pt x="3946" y="1763"/></a:lnTo><a:lnTo><a:pt x="1259" y="5290"/></a:lnTo><a:lnTo><a:pt x="0" y="10580"/></a:lnTo><a:lnTo><a:pt x="0" y="14106"/></a:lnTo><a:lnTo><a:pt x="1259" y="19396"/></a:lnTo><a:lnTo><a:pt x="3946" y="22923"/></a:lnTo><a:lnTo><a:pt x="6550" y="24603"/></a:lnTo><a:lnTo><a:pt x="10496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742" name="object 742"/><p:cNvSpPr/><p:nvPr/></p:nvSpPr><p:spPr><a:xfrm><a:off x="16729262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743" name="object 743"/><p:cNvSpPr/><p:nvPr/></p:nvSpPr><p:spPr><a:xfrm><a:off x="16729262" y="12737150"/><a:ext cx="14604" cy="24765"/></a:xfrm><a:custGeom><a:avLst/><a:gdLst/><a:ahLst/><a:cxnLst/><a:rect l="l" t="t" r="r" b="b"/><a:pathLst><a:path w="14605" h="24765"><a:moveTo><a:pt x="0" y="7053"/></a:moveTo><a:lnTo><a:pt x="3946" y="1763"/></a:lnTo><a:lnTo><a:pt x="6634" y="0"/></a:lnTo><a:lnTo><a:pt x="10580" y="0"/></a:lnTo><a:lnTo><a:pt x="13184" y="1763"/></a:lnTo><a:lnTo><a:pt x="14527" y="7053"/></a:lnTo><a:lnTo><a:pt x="14527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744" name="object 744"/><p:cNvSpPr/><p:nvPr/></p:nvSpPr><p:spPr><a:xfrm><a:off x="16753027" y="12737150"/><a:ext cx="15875" cy="24765"/></a:xfrm><a:custGeom><a:avLst/><a:gdLst/><a:ahLst/><a:cxnLst/><a:rect l="l" t="t" r="r" b="b"/><a:pathLst><a:path w="15875" h="24765"><a:moveTo><a:pt x="0" y="10580"/></a:moveTo><a:lnTo><a:pt x="15787" y="10580"/></a:lnTo><a:lnTo><a:pt x="15787" y="7053"/></a:lnTo><a:lnTo><a:pt x="14527" y="3526"/></a:lnTo><a:lnTo><a:pt x="13184" y="1763"/></a:lnTo><a:lnTo><a:pt x="10580" y="0"/></a:lnTo><a:lnTo><a:pt x="6550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550" y="24603"/></a:lnTo><a:lnTo><a:pt x="10580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745" name="object 745"/><p:cNvSpPr/><p:nvPr/></p:nvSpPr><p:spPr><a:xfrm><a:off x="16792579" y="12724891"/><a:ext cx="0" cy="37465"/></a:xfrm><a:custGeom><a:avLst/><a:gdLst/><a:ahLst/><a:cxnLst/><a:rect l="l" t="t" r="r" b="b"/><a:pathLst><a:path w="0" h="37465"><a:moveTo><a:pt x="0" y="0"/></a:moveTo><a:lnTo><a:pt x="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746" name="object 746"/><p:cNvSpPr/><p:nvPr/></p:nvSpPr><p:spPr><a:xfrm><a:off x="16776792" y="12737150"/><a:ext cx="15875" cy="24765"/></a:xfrm><a:custGeom><a:avLst/><a:gdLst/><a:ahLst/><a:cxnLst/><a:rect l="l" t="t" r="r" b="b"/><a:pathLst><a:path w="15875" h="24765"><a:moveTo><a:pt x="15787" y="5290"/></a:moveTo><a:lnTo><a:pt x="13184" y="1763"/></a:lnTo><a:lnTo><a:pt x="10496" y="0"/></a:lnTo><a:lnTo><a:pt x="6550" y="0"/></a:lnTo><a:lnTo><a:pt x="3946" y="1763"/></a:lnTo><a:lnTo><a:pt x="1259" y="5290"/></a:lnTo><a:lnTo><a:pt x="0" y="10580"/></a:lnTo><a:lnTo><a:pt x="0" y="14106"/></a:lnTo><a:lnTo><a:pt x="1259" y="19396"/></a:lnTo><a:lnTo><a:pt x="3946" y="22923"/></a:lnTo><a:lnTo><a:pt x="6550" y="24603"/></a:lnTo><a:lnTo><a:pt x="10496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747" name="object 747"/><p:cNvSpPr/><p:nvPr/></p:nvSpPr><p:spPr><a:xfrm><a:off x="16803160" y="12737150"/><a:ext cx="3175" cy="3810"/></a:xfrm><a:custGeom><a:avLst/><a:gdLst/><a:ahLst/><a:cxnLst/><a:rect l="l" t="t" r="r" b="b"/><a:pathLst><a:path w="3175" h="3809"><a:moveTo><a:pt x="1343" y="0"/></a:moveTo><a:lnTo><a:pt x="0" y="1763"/></a:lnTo><a:lnTo><a:pt x="1343" y="3526"/></a:lnTo><a:lnTo><a:pt x="2603" y="1763"/></a:lnTo><a:lnTo><a:pt x="1343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748" name="object 748"/><p:cNvSpPr/><p:nvPr/></p:nvSpPr><p:spPr><a:xfrm><a:off x="16803160" y="12758311"/><a:ext cx="3175" cy="3810"/></a:xfrm><a:custGeom><a:avLst/><a:gdLst/><a:ahLst/><a:cxnLst/><a:rect l="l" t="t" r="r" b="b"/><a:pathLst><a:path w="3175" h="3809"><a:moveTo><a:pt x="1343" y="0"/></a:moveTo><a:lnTo><a:pt x="0" y="1763"/></a:lnTo><a:lnTo><a:pt x="1343" y="3442"/></a:lnTo><a:lnTo><a:pt x="2603" y="1763"/></a:lnTo><a:lnTo><a:pt x="1343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749" name="object 749"/><p:cNvSpPr/><p:nvPr/></p:nvSpPr><p:spPr><a:xfrm><a:off x="16844055" y="12724891"/><a:ext cx="19050" cy="37465"/></a:xfrm><a:custGeom><a:avLst/><a:gdLst/><a:ahLst/><a:cxnLst/><a:rect l="l" t="t" r="r" b="b"/><a:pathLst><a:path w="19050" h="37465"><a:moveTo><a:pt x="0" y="36862"/></a:moveTo><a:lnTo><a:pt x="0" y="0"/></a:lnTo><a:lnTo><a:pt x="9237" y="0"/></a:lnTo><a:lnTo><a:pt x="13184" y="1679"/></a:lnTo><a:lnTo><a:pt x="15871" y="5206"/></a:lnTo><a:lnTo><a:pt x="17130" y="8732"/></a:lnTo><a:lnTo><a:pt x="18474" y="14022"/></a:lnTo><a:lnTo><a:pt x="18474" y="22839"/></a:lnTo><a:lnTo><a:pt x="17130" y="28129"/></a:lnTo><a:lnTo><a:pt x="15871" y="31656"/></a:lnTo><a:lnTo><a:pt x="13184" y="35183"/></a:lnTo><a:lnTo><a:pt x="9237" y="36862"/></a:lnTo><a:lnTo><a:pt x="0" y="36862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750" name="object 750"/><p:cNvSpPr/><p:nvPr/></p:nvSpPr><p:spPr><a:xfrm><a:off x="16870423" y="12737150"/><a:ext cx="15875" cy="24765"/></a:xfrm><a:custGeom><a:avLst/><a:gdLst/><a:ahLst/><a:cxnLst/><a:rect l="l" t="t" r="r" b="b"/><a:pathLst><a:path w="15875" h="24765"><a:moveTo><a:pt x="0" y="10580"/></a:moveTo><a:lnTo><a:pt x="15871" y="10580"/></a:lnTo><a:lnTo><a:pt x="15871" y="7053"/></a:lnTo><a:lnTo><a:pt x="14527" y="3526"/></a:lnTo><a:lnTo><a:pt x="13184" y="1763"/></a:lnTo><a:lnTo><a:pt x="10580" y="0"/></a:lnTo><a:lnTo><a:pt x="6634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634" y="24603"/></a:lnTo><a:lnTo><a:pt x="10580" y="24603"/></a:lnTo><a:lnTo><a:pt x="13184" y="22923"/></a:lnTo><a:lnTo><a:pt x="15871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751" name="object 751"/><p:cNvSpPr/><p:nvPr/></p:nvSpPr><p:spPr><a:xfrm><a:off x="16894188" y="12737150"/><a:ext cx="15875" cy="24765"/></a:xfrm><a:custGeom><a:avLst/><a:gdLst/><a:ahLst/><a:cxnLst/><a:rect l="l" t="t" r="r" b="b"/><a:pathLst><a:path w="15875" h="24765"><a:moveTo><a:pt x="15871" y="5290"/></a:moveTo><a:lnTo><a:pt x="13184" y="1763"/></a:lnTo><a:lnTo><a:pt x="10580" y="0"/></a:lnTo><a:lnTo><a:pt x="6634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634" y="24603"/></a:lnTo><a:lnTo><a:pt x="10580" y="24603"/></a:lnTo><a:lnTo><a:pt x="13184" y="22923"/></a:lnTo><a:lnTo><a:pt x="15871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752" name="object 752"/><p:cNvSpPr/><p:nvPr/></p:nvSpPr><p:spPr><a:xfrm><a:off x="16917953" y="12737150"/><a:ext cx="15875" cy="24765"/></a:xfrm><a:custGeom><a:avLst/><a:gdLst/><a:ahLst/><a:cxnLst/><a:rect l="l" t="t" r="r" b="b"/><a:pathLst><a:path w="15875" h="24765"><a:moveTo><a:pt x="0" y="10580"/></a:moveTo><a:lnTo><a:pt x="15787" y="10580"/></a:lnTo><a:lnTo><a:pt x="15787" y="7053"/></a:lnTo><a:lnTo><a:pt x="14527" y="3526"/></a:lnTo><a:lnTo><a:pt x="13184" y="1763"/></a:lnTo><a:lnTo><a:pt x="10580" y="0"/></a:lnTo><a:lnTo><a:pt x="6550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550" y="24603"/></a:lnTo><a:lnTo><a:pt x="10580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753" name="object 753"/><p:cNvSpPr/><p:nvPr/></p:nvSpPr><p:spPr><a:xfrm><a:off x="16942978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754" name="object 754"/><p:cNvSpPr/><p:nvPr/></p:nvSpPr><p:spPr><a:xfrm><a:off x="16942978" y="12737150"/><a:ext cx="14604" cy="24765"/></a:xfrm><a:custGeom><a:avLst/><a:gdLst/><a:ahLst/><a:cxnLst/><a:rect l="l" t="t" r="r" b="b"/><a:pathLst><a:path w="14605" h="24765"><a:moveTo><a:pt x="0" y="7053"/></a:moveTo><a:lnTo><a:pt x="4030" y="1763"/></a:lnTo><a:lnTo><a:pt x="6634" y="0"/></a:lnTo><a:lnTo><a:pt x="10580" y="0"/></a:lnTo><a:lnTo><a:pt x="13268" y="1763"/></a:lnTo><a:lnTo><a:pt x="14527" y="7053"/></a:lnTo><a:lnTo><a:pt x="14527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755" name="object 755"/><p:cNvSpPr/><p:nvPr/></p:nvSpPr><p:spPr><a:xfrm><a:off x="16957505" y="12737150"/><a:ext cx="14604" cy="24765"/></a:xfrm><a:custGeom><a:avLst/><a:gdLst/><a:ahLst/><a:cxnLst/><a:rect l="l" t="t" r="r" b="b"/><a:pathLst><a:path w="14605" h="24765"><a:moveTo><a:pt x="0" y="7053"/></a:moveTo><a:lnTo><a:pt x="3946" y="1763"/></a:lnTo><a:lnTo><a:pt x="6634" y="0"/></a:lnTo><a:lnTo><a:pt x="10580" y="0"/></a:lnTo><a:lnTo><a:pt x="13184" y="1763"/></a:lnTo><a:lnTo><a:pt x="14527" y="7053"/></a:lnTo><a:lnTo><a:pt x="14527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756" name="object 756"/><p:cNvSpPr/><p:nvPr/></p:nvSpPr><p:spPr><a:xfrm><a:off x="16982614" y="12724891"/><a:ext cx="0" cy="37465"/></a:xfrm><a:custGeom><a:avLst/><a:gdLst/><a:ahLst/><a:cxnLst/><a:rect l="l" t="t" r="r" b="b"/><a:pathLst><a:path w="0" h="37465"><a:moveTo><a:pt x="0" y="0"/></a:moveTo><a:lnTo><a:pt x="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757" name="object 757"/><p:cNvSpPr/><p:nvPr/></p:nvSpPr><p:spPr><a:xfrm><a:off x="16982614" y="12737150"/><a:ext cx="15875" cy="24765"/></a:xfrm><a:custGeom><a:avLst/><a:gdLst/><a:ahLst/><a:cxnLst/><a:rect l="l" t="t" r="r" b="b"/><a:pathLst><a:path w="15875" h="24765"><a:moveTo><a:pt x="0" y="5290"/></a:moveTo><a:lnTo><a:pt x="2603" y="1763"/></a:lnTo><a:lnTo><a:pt x="5290" y="0"/></a:lnTo><a:lnTo><a:pt x="9237" y="0"/></a:lnTo><a:lnTo><a:pt x="11840" y="1763"/></a:lnTo><a:lnTo><a:pt x="14527" y="5290"/></a:lnTo><a:lnTo><a:pt x="15787" y="10580"/></a:lnTo><a:lnTo><a:pt x="15787" y="14106"/></a:lnTo><a:lnTo><a:pt x="14527" y="19396"/></a:lnTo><a:lnTo><a:pt x="11840" y="22923"/></a:lnTo><a:lnTo><a:pt x="9237" y="24603"/></a:lnTo><a:lnTo><a:pt x="5290" y="24603"/></a:lnTo><a:lnTo><a:pt x="2603" y="22923"/></a:lnTo><a:lnTo><a:pt x="0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758" name="object 758"/><p:cNvSpPr/><p:nvPr/></p:nvSpPr><p:spPr><a:xfrm><a:off x="17006379" y="12737150"/><a:ext cx="15875" cy="24765"/></a:xfrm><a:custGeom><a:avLst/><a:gdLst/><a:ahLst/><a:cxnLst/><a:rect l="l" t="t" r="r" b="b"/><a:pathLst><a:path w="15875" h="24765"><a:moveTo><a:pt x="0" y="10580"/></a:moveTo><a:lnTo><a:pt x="15787" y="10580"/></a:lnTo><a:lnTo><a:pt x="15787" y="7053"/></a:lnTo><a:lnTo><a:pt x="14527" y="3526"/></a:lnTo><a:lnTo><a:pt x="13184" y="1763"/></a:lnTo><a:lnTo><a:pt x="10496" y="0"/></a:lnTo><a:lnTo><a:pt x="6550" y="0"/></a:lnTo><a:lnTo><a:pt x="3946" y="1763"/></a:lnTo><a:lnTo><a:pt x="1259" y="5290"/></a:lnTo><a:lnTo><a:pt x="0" y="10580"/></a:lnTo><a:lnTo><a:pt x="0" y="14106"/></a:lnTo><a:lnTo><a:pt x="1259" y="19396"/></a:lnTo><a:lnTo><a:pt x="3946" y="22923"/></a:lnTo><a:lnTo><a:pt x="6550" y="24603"/></a:lnTo><a:lnTo><a:pt x="10496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759" name="object 759"/><p:cNvSpPr/><p:nvPr/></p:nvSpPr><p:spPr><a:xfrm><a:off x="17031403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760" name="object 760"/><p:cNvSpPr/><p:nvPr/></p:nvSpPr><p:spPr><a:xfrm><a:off x="17031403" y="12737150"/><a:ext cx="10795" cy="10795"/></a:xfrm><a:custGeom><a:avLst/><a:gdLst/><a:ahLst/><a:cxnLst/><a:rect l="l" t="t" r="r" b="b"/><a:pathLst><a:path w="10794" h="10795"><a:moveTo><a:pt x="0" y="10580"/></a:moveTo><a:lnTo><a:pt x="1343" y="5290"/></a:lnTo><a:lnTo><a:pt x="3946" y="1763"/></a:lnTo><a:lnTo><a:pt x="6634" y="0"/></a:lnTo><a:lnTo><a:pt x="105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61" name="object 761"/><p:cNvSpPr/><p:nvPr/></p:nvSpPr><p:spPr><a:xfrm><a:off x="17078933" y="12724891"/><a:ext cx="6985" cy="37465"/></a:xfrm><a:custGeom><a:avLst/><a:gdLst/><a:ahLst/><a:cxnLst/><a:rect l="l" t="t" r="r" b="b"/><a:pathLst><a:path w="6984" h="37465"><a:moveTo><a:pt x="0" y="6969"/></a:moveTo><a:lnTo><a:pt x="2603" y="5206"/></a:lnTo><a:lnTo><a:pt x="6550" y="0"/></a:lnTo><a:lnTo><a:pt x="655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762" name="object 762"/><p:cNvSpPr/><p:nvPr/></p:nvSpPr><p:spPr><a:xfrm><a:off x="17101354" y="12724891"/><a:ext cx="17145" cy="37465"/></a:xfrm><a:custGeom><a:avLst/><a:gdLst/><a:ahLst/><a:cxnLst/><a:rect l="l" t="t" r="r" b="b"/><a:pathLst><a:path w="17144" h="37465"><a:moveTo><a:pt x="17130" y="12259"/></a:moveTo><a:lnTo><a:pt x="0" y="12259"/></a:lnTo><a:lnTo><a:pt x="0" y="10496"/></a:lnTo><a:lnTo><a:pt x="1343" y="5206"/></a:lnTo><a:lnTo><a:pt x="3946" y="1679"/></a:lnTo><a:lnTo><a:pt x="7893" y="0"/></a:lnTo><a:lnTo><a:pt x="9237" y="0"/></a:lnTo><a:lnTo><a:pt x="13184" y="1679"/></a:lnTo><a:lnTo><a:pt x="15871" y="5206"/></a:lnTo><a:lnTo><a:pt x="17130" y="12259"/></a:lnTo><a:lnTo><a:pt x="17130" y="21076"/></a:lnTo><a:lnTo><a:pt x="15871" y="29893"/></a:lnTo><a:lnTo><a:pt x="13184" y="35183"/></a:lnTo><a:lnTo><a:pt x="9237" y="36862"/></a:lnTo><a:lnTo><a:pt x="6634" y="36862"/></a:lnTo><a:lnTo><a:pt x="2603" y="35183"/></a:lnTo><a:lnTo><a:pt x="1343" y="31656"/></a:lnTo></a:path></a:pathLst></a:custGeom><a:ln w="3175"><a:solidFill><a:srgbClr val="000000"/></a:solidFill></a:ln></p:spPr><p:txBody><a:bodyPr wrap="square" lIns="0" tIns="0" rIns="0" bIns="0" rtlCol="0"/><a:lstStyle/><a:p/></p:txBody></p:sp><p:sp><p:nvSpPr><p:cNvPr id="763" name="object 763"/><p:cNvSpPr/><p:nvPr/></p:nvSpPr><p:spPr><a:xfrm><a:off x="17129066" y="12758311"/><a:ext cx="3175" cy="10795"/></a:xfrm><a:custGeom><a:avLst/><a:gdLst/><a:ahLst/><a:cxnLst/><a:rect l="l" t="t" r="r" b="b"/><a:pathLst><a:path w="3175" h="10795"><a:moveTo><a:pt x="2603" y="1763"/></a:moveTo><a:lnTo><a:pt x="1343" y="3442"/></a:lnTo><a:lnTo><a:pt x="0" y="1763"/></a:lnTo><a:lnTo><a:pt x="1343" y="0"/></a:lnTo><a:lnTo><a:pt x="2603" y="1763"/></a:lnTo><a:lnTo><a:pt x="2603" y="5206"/></a:lnTo><a:lnTo><a:pt x="1343" y="8732"/></a:lnTo><a:lnTo><a:pt x="0" y="10496"/></a:lnTo></a:path></a:pathLst></a:custGeom><a:ln w="3175"><a:solidFill><a:srgbClr val="000000"/></a:solidFill></a:ln></p:spPr><p:txBody><a:bodyPr wrap="square" lIns="0" tIns="0" rIns="0" bIns="0" rtlCol="0"/><a:lstStyle/><a:p/></p:txBody></p:sp><p:sp><p:nvSpPr><p:cNvPr id="764" name="object 764"/><p:cNvSpPr/><p:nvPr/></p:nvSpPr><p:spPr><a:xfrm><a:off x="17168618" y="12724891"/><a:ext cx="19050" cy="37465"/></a:xfrm><a:custGeom><a:avLst/><a:gdLst/><a:ahLst/><a:cxnLst/><a:rect l="l" t="t" r="r" b="b"/><a:pathLst><a:path w="19050" h="37465"><a:moveTo><a:pt x="1343" y="8732"/></a:moveTo><a:lnTo><a:pt x="1343" y="6969"/></a:lnTo><a:lnTo><a:pt x="2687" y="3442"/></a:lnTo><a:lnTo><a:pt x="3946" y="1679"/></a:lnTo><a:lnTo><a:pt x="6634" y="0"/></a:lnTo><a:lnTo><a:pt x="11924" y="0"/></a:lnTo><a:lnTo><a:pt x="14527" y="1679"/></a:lnTo><a:lnTo><a:pt x="15871" y="3442"/></a:lnTo><a:lnTo><a:pt x="17214" y="6969"/></a:lnTo><a:lnTo><a:pt x="17214" y="10496"/></a:lnTo><a:lnTo><a:pt x="15871" y="14022"/></a:lnTo><a:lnTo><a:pt x="13184" y="19312"/></a:lnTo><a:lnTo><a:pt x="0" y="36862"/></a:lnTo><a:lnTo><a:pt x="18474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765" name="object 765"/><p:cNvSpPr/><p:nvPr/></p:nvSpPr><p:spPr><a:xfrm><a:off x="17195070" y="12724891"/><a:ext cx="19050" cy="37465"/></a:xfrm><a:custGeom><a:avLst/><a:gdLst/><a:ahLst/><a:cxnLst/><a:rect l="l" t="t" r="r" b="b"/><a:pathLst><a:path w="19050" h="37465"><a:moveTo><a:pt x="7893" y="0"/></a:moveTo><a:lnTo><a:pt x="3946" y="1679"/></a:lnTo><a:lnTo><a:pt x="1259" y="6969"/></a:lnTo><a:lnTo><a:pt x="0" y="15786"/></a:lnTo><a:lnTo><a:pt x="0" y="21076"/></a:lnTo><a:lnTo><a:pt x="1259" y="29893"/></a:lnTo><a:lnTo><a:pt x="3946" y="35183"/></a:lnTo><a:lnTo><a:pt x="7893" y="36862"/></a:lnTo><a:lnTo><a:pt x="10496" y="36862"/></a:lnTo><a:lnTo><a:pt x="14443" y="35183"/></a:lnTo><a:lnTo><a:pt x="17130" y="29893"/></a:lnTo><a:lnTo><a:pt x="18474" y="21076"/></a:lnTo><a:lnTo><a:pt x="18474" y="15786"/></a:lnTo><a:lnTo><a:pt x="17130" y="6969"/></a:lnTo><a:lnTo><a:pt x="14443" y="1679"/></a:lnTo><a:lnTo><a:pt x="10496" y="0"/></a:lnTo><a:lnTo><a:pt x="7893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766" name="object 766"/><p:cNvSpPr/><p:nvPr/></p:nvSpPr><p:spPr><a:xfrm><a:off x="17221438" y="12724891"/><a:ext cx="19050" cy="37465"/></a:xfrm><a:custGeom><a:avLst/><a:gdLst/><a:ahLst/><a:cxnLst/><a:rect l="l" t="t" r="r" b="b"/><a:pathLst><a:path w="19050" h="37465"><a:moveTo><a:pt x="1343" y="8732"/></a:moveTo><a:lnTo><a:pt x="1343" y="6969"/></a:lnTo><a:lnTo><a:pt x="2603" y="3442"/></a:lnTo><a:lnTo><a:pt x="3946" y="1679"/></a:lnTo><a:lnTo><a:pt x="6550" y="0"/></a:lnTo><a:lnTo><a:pt x="11840" y="0"/></a:lnTo><a:lnTo><a:pt x="14527" y="1679"/></a:lnTo><a:lnTo><a:pt x="15787" y="3442"/></a:lnTo><a:lnTo><a:pt x="17130" y="6969"/></a:lnTo><a:lnTo><a:pt x="17130" y="10496"/></a:lnTo><a:lnTo><a:pt x="15787" y="14022"/></a:lnTo><a:lnTo><a:pt x="13184" y="19312"/></a:lnTo><a:lnTo><a:pt x="0" y="36862"/></a:lnTo><a:lnTo><a:pt x="18474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767" name="object 767"/><p:cNvSpPr/><p:nvPr/></p:nvSpPr><p:spPr><a:xfrm><a:off x="17247806" y="12724891"/><a:ext cx="19050" cy="37465"/></a:xfrm><a:custGeom><a:avLst/><a:gdLst/><a:ahLst/><a:cxnLst/><a:rect l="l" t="t" r="r" b="b"/><a:pathLst><a:path w="19050" h="37465"><a:moveTo><a:pt x="15871" y="0"/></a:moveTo><a:lnTo><a:pt x="2687" y="0"/></a:lnTo><a:lnTo><a:pt x="1343" y="15786"/></a:lnTo><a:lnTo><a:pt x="2687" y="14022"/></a:lnTo><a:lnTo><a:pt x="6634" y="12259"/></a:lnTo><a:lnTo><a:pt x="10580" y="12259"/></a:lnTo><a:lnTo><a:pt x="14527" y="14022"/></a:lnTo><a:lnTo><a:pt x="17130" y="17549"/></a:lnTo><a:lnTo><a:pt x="18474" y="22839"/></a:lnTo><a:lnTo><a:pt x="18474" y="26366"/></a:lnTo><a:lnTo><a:pt x="17130" y="31656"/></a:lnTo><a:lnTo><a:pt x="14527" y="35183"/></a:lnTo><a:lnTo><a:pt x="10580" y="36862"/></a:lnTo><a:lnTo><a:pt x="6634" y="36862"/></a:lnTo><a:lnTo><a:pt x="2687" y="35183"/></a:lnTo><a:lnTo><a:pt x="1343" y="33419"/></a:lnTo><a:lnTo><a:pt x="0" y="29893"/></a:lnTo></a:path></a:pathLst></a:custGeom><a:ln w="3175"><a:solidFill><a:srgbClr val="000000"/></a:solidFill></a:ln></p:spPr><p:txBody><a:bodyPr wrap="square" lIns="0" tIns="0" rIns="0" bIns="0" rtlCol="0"/><a:lstStyle/><a:p/></p:txBody></p:sp></p:grpSp></p:spTree></p:cSld><p:clrMapOvr><a:masterClrMapping/></p:clrMapOvr></p:sld >

</file>

<file path=ppt/slides/slide6.xml><?xml version="1.0" encoding="UTF-8" standalone="yes"?>
<p:sld 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object 2"/><p:cNvSpPr txBox="1"/><p:nvPr/></p:nvSpPr><p:spPr><a:xfrm><a:off x="19225483" y="4808349"/><a:ext cx="533400" cy="1468755"/></a:xfrm><a:prstGeom prst="rect"><a:avLst/></a:prstGeom></p:spPr><p:txBody><a:bodyPr wrap="square" lIns="0" tIns="13335" rIns="0" bIns="0" rtlCol="0" vert="vert270"><a:spAutoFit/></a:bodyPr><a:lstStyle/><a:p><a:pPr algn="ctr"><a:lnSpc><a:spcPct val="100000"/></a:lnSpc><a:spcBef><a:spcPts val="105"/></a:spcBef></a:pPr><a:endParaRPr sz="1100"><a:latin typeface="Verdana"/><a:cs typeface="Verdana"/></a:endParaRPr><a:r><a:rPr dirty="0" sz="1100"><a:latin typeface="Verdana"/><a:t>1107 17TH AVE N</a:t></a:r></a:p><a:p><a:pPr algn="ctr"><a:lnSpc><a:spcPct val="100000"/></a:lnSpc><a:spcBef><a:spcPts val="10"/></a:spcBef></a:pPr><a:endParaRPr sz="1100"><a:latin typeface="Verdana"/><a:cs typeface="Verdana"/></a:endParaRPr><a:r><a:rPr dirty="0" sz="1100"><a:latin typeface="Verdana"/><a:t>CLINTON, IOWA 52732</a:t></a:r></a:p><a:p><a:pPr algn="ctr"><a:lnSpc><a:spcPct val="100000"/></a:lnSpc><a:spcBef><a:spcPts val="10"/></a:spcBef></a:pPr><a:endParaRPr sz="1100"><a:latin typeface="Verdana"/><a:cs typeface="Verdana"/></a:endParaRPr><a:r><a:rPr dirty="0" sz="1100"><a:latin typeface="Verdana"/><a:t>PH: {{GC_PHONE}}</a:t></a:r></a:p></p:txBody></p:sp><p:sp><p:nvSpPr><p:cNvPr id="3" name="object 3"/><p:cNvSpPr txBox="1"/><p:nvPr/></p:nvSpPr><p:spPr><a:xfrm><a:off x="19704355" y="3878686"/><a:ext cx="128905" cy="809625"/></a:xfrm><a:prstGeom prst="rect"><a:avLst/></a:prstGeom></p:spPr><p:txBody><a:bodyPr wrap="square" lIns="0" tIns="22860" rIns="0" bIns="0" rtlCol="0" vert="vert270"><a:spAutoFit/></a:bodyPr><a:lstStyle/><a:p><a:pPr marL="12700"><a:lnSpc><a:spcPct val="100000"/></a:lnSpc><a:spcBef><a:spcPts val="180"/></a:spcBef></a:pPr><a:r><a:rPr dirty="0" baseline="4629" sz="900" b="1"><a:latin typeface="Verdana"/><a:cs typeface="Verdana"/></a:rPr><a:t>REV.</a:t></a:r><a:r><a:rPr dirty="0" baseline="4629" sz="900" spc="7" b="1"><a:latin typeface="Verdana"/><a:cs typeface="Verdana"/></a:rPr><a:t> </a:t></a:r><a:r><a:rPr dirty="0" baseline="4629" sz="900" b="1"><a:latin typeface="Verdana"/><a:cs typeface="Verdana"/></a:rPr><a:t>#</a:t></a:r><a:r><a:rPr dirty="0" baseline="4629" sz="900" spc="82" b="1"><a:latin typeface="Verdana"/><a:cs typeface="Verdana"/></a:rPr><a:t> </a:t></a:r><a:r><a:rPr dirty="0" sz="600" b="1"><a:latin typeface="Verdana"/><a:cs typeface="Verdana"/></a:rPr><a:t>REV.</a:t></a:r><a:r><a:rPr dirty="0" sz="600" spc="10" b="1"><a:latin typeface="Verdana"/><a:cs typeface="Verdana"/></a:rPr><a:t> </a:t></a:r><a:r><a:rPr dirty="0" sz="600" spc="-20" b="1"><a:latin typeface="Verdana"/><a:cs typeface="Verdana"/></a:rPr><a:t>DATE</a:t></a:r><a:endParaRPr sz="600"><a:latin typeface="Verdana"/><a:cs typeface="Verdana"/></a:endParaRPr></a:p></p:txBody></p:sp><p:sp><p:nvSpPr><p:cNvPr id="4" name="object 4"/><p:cNvSpPr txBox="1"/><p:nvPr/></p:nvSpPr><p:spPr><a:xfrm><a:off x="19708311" y="355156"/><a:ext cx="120014" cy="142240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25" b="1"><a:latin typeface="Verdana"/><a:cs typeface="Verdana"/></a:rPr><a:t>BY</a:t></a:r><a:endParaRPr sz="600"><a:latin typeface="Verdana"/><a:cs typeface="Verdana"/></a:endParaRPr></a:p></p:txBody></p:sp><p:grpSp><p:nvGrpSpPr><p:cNvPr id="5" name="object 5"/><p:cNvGrpSpPr/><p:nvPr/></p:nvGrpSpPr><p:grpSpPr><a:xfrm><a:off x="18596740" y="4687007"/><a:ext cx="646430" cy="7710170"/><a:chOff x="18596740" y="4687007"/><a:chExt cx="646430" cy="7710170"/></a:xfrm></p:grpSpPr><p:pic><p:nvPicPr><p:cNvPr id="6" name="object 6"/><p:cNvPicPr/><p:nvPr/></p:nvPicPr><p:blipFill><a:blip r:embed="rId2" cstate="print"/><a:stretch><a:fillRect/></a:stretch></p:blipFill><p:spPr><a:xfrm><a:off x="18597145" y="4687256"/><a:ext cx="645316" cy="1715712"/></a:xfrm><a:prstGeom prst="rect"><a:avLst/></a:prstGeom></p:spPr></p:pic><p:sp><p:nvSpPr><p:cNvPr id="7" name="object 7"/><p:cNvSpPr/><p:nvPr/></p:nvSpPr><p:spPr><a:xfrm><a:off x="18600868" y="4691134"/><a:ext cx="638175" cy="7701915"/></a:xfrm><a:custGeom><a:avLst/><a:gdLst/><a:ahLst/><a:cxnLst/><a:rect l="l" t="t" r="r" b="b"/><a:pathLst><a:path w="638175" h="7701915"><a:moveTo><a:pt x="155" y="1707956"/></a:moveTo><a:lnTo><a:pt x="155" y="7"/></a:lnTo><a:lnTo><a:pt x="637638" y="0"/></a:lnTo><a:lnTo><a:pt x="637715" y="1707948"/></a:lnTo><a:lnTo><a:pt x="155" y="1707956"/></a:lnTo><a:close/></a:path><a:path w="638175" h="7701915"><a:moveTo><a:pt x="0" y="7454083"/></a:moveTo><a:lnTo><a:pt x="594125" y="7454083"/></a:lnTo><a:lnTo><a:pt x="594125" y="7701506"/></a:lnTo><a:lnTo><a:pt x="0" y="7701506"/></a:lnTo><a:lnTo><a:pt x="0" y="7454083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8" name="object 8"/><p:cNvSpPr txBox="1"/><p:nvPr/></p:nvSpPr><p:spPr><a:xfrm><a:off x="18647889" y="12172080"/><a:ext cx="479425" cy="193675"/></a:xfrm><a:prstGeom prst="rect"><a:avLst/></a:prstGeom></p:spPr><p:txBody><a:bodyPr wrap="square" lIns="0" tIns="12700" rIns="0" bIns="0" rtlCol="0" vert="horz"><a:spAutoFit/></a:bodyPr><a:lstStyle/><a:p><a:pPr marL="140335" marR="5080" indent="-128270"><a:lnSpc><a:spcPct val="100000"/></a:lnSpc><a:spcBef><a:spcPts val="100"/></a:spcBef></a:pPr><a:r><a:rPr dirty="0" sz="550"><a:latin typeface="Verdana"/><a:cs typeface="Verdana"/></a:rPr><a:t>FIRST</a:t></a:r><a:r><a:rPr dirty="0" sz="550" spc="-20"><a:latin typeface="Verdana"/><a:cs typeface="Verdana"/></a:rPr><a:t> </a:t></a:r><a:r><a:rPr dirty="0" sz="550" spc="-10"><a:latin typeface="Verdana"/><a:cs typeface="Verdana"/></a:rPr><a:t>ISSUE</a:t></a:r><a:r><a:rPr dirty="0" sz="550" spc="500"><a:latin typeface="Verdana"/><a:cs typeface="Verdana"/></a:rPr><a:t> </a:t></a:r><a:r><a:rPr dirty="0" sz="550" spc="-10"><a:latin typeface="Verdana"/><a:cs typeface="Verdana"/></a:rPr><a:t>DATE:</a:t></a:r><a:endParaRPr sz="550"><a:latin typeface="Verdana"/><a:cs typeface="Verdana"/></a:endParaRPr></a:p></p:txBody></p:sp><p:sp><p:nvSpPr><p:cNvPr id="9" name="object 9"/><p:cNvSpPr/><p:nvPr/></p:nvSpPr><p:spPr><a:xfrm><a:off x="18600867" y="275674"/><a:ext cx="1218565" cy="12842875"/></a:xfrm><a:custGeom><a:avLst/><a:gdLst/><a:ahLst/><a:cxnLst/><a:rect l="l" t="t" r="r" b="b"/><a:pathLst><a:path w="1218565" h="12842875"><a:moveTo><a:pt x="0" y="12117044"/></a:moveTo><a:lnTo><a:pt x="594125" y="12116967"/></a:lnTo><a:lnTo><a:pt x="594203" y="12364467"/></a:lnTo><a:lnTo><a:pt x="0" y="12364467"/></a:lnTo><a:lnTo><a:pt x="0" y="12117044"/></a:lnTo><a:close/></a:path><a:path w="1218565" h="12842875"><a:moveTo><a:pt x="0" y="12364467"/></a:moveTo><a:lnTo><a:pt x="594203" y="12364467"/></a:lnTo><a:lnTo><a:pt x="594203" y="12611890"/></a:lnTo><a:lnTo><a:pt x="77" y="12611890"/></a:lnTo><a:lnTo><a:pt x="0" y="12364467"/></a:lnTo><a:close/></a:path><a:path w="1218565" h="12842875"><a:moveTo><a:pt x="111767" y="50"/></a:moveTo><a:lnTo><a:pt x="223456" y="48"/></a:lnTo><a:lnTo><a:pt x="223456" y="4415491"/></a:lnTo><a:lnTo><a:pt x="111767" y="4415491"/></a:lnTo><a:lnTo><a:pt x="111767" y="50"/></a:lnTo><a:close/></a:path><a:path w="1218565" h="12842875"><a:moveTo><a:pt x="223456" y="48"/></a:moveTo><a:lnTo><a:pt x="335145" y="47"/></a:lnTo><a:lnTo><a:pt x="335145" y="4415483"/></a:lnTo><a:lnTo><a:pt x="223456" y="4415491"/></a:lnTo><a:lnTo><a:pt x="223456" y="48"/></a:lnTo><a:close/></a:path><a:path w="1218565" h="12842875"><a:moveTo><a:pt x="335068" y="48"/></a:moveTo><a:lnTo><a:pt x="446757" y="47"/></a:lnTo><a:lnTo><a:pt x="446835" y="4415483"/></a:lnTo><a:lnTo><a:pt x="335145" y="4415491"/></a:lnTo><a:lnTo><a:pt x="335068" y="48"/></a:lnTo><a:close/></a:path><a:path w="1218565" h="12842875"><a:moveTo><a:pt x="446757" y="48"/></a:moveTo><a:lnTo><a:pt x="558447" y="47"/></a:lnTo><a:lnTo><a:pt x="558524" y="4415483"/></a:lnTo><a:lnTo><a:pt x="446835" y="4415491"/></a:lnTo><a:lnTo><a:pt x="446757" y="48"/></a:lnTo><a:close/></a:path><a:path w="1218565" h="12842875"><a:moveTo><a:pt x="558447" y="27"/></a:moveTo><a:lnTo><a:pt x="670136" y="25"/></a:lnTo><a:lnTo><a:pt x="670214" y="4415468"/></a:lnTo><a:lnTo><a:pt x="558524" y="4415468"/></a:lnTo><a:lnTo><a:pt x="558447" y="27"/></a:lnTo><a:close/></a:path><a:path w="1218565" h="12842875"><a:moveTo><a:pt x="670136" y="28"/></a:moveTo><a:lnTo><a:pt x="781826" y="27"/></a:lnTo><a:lnTo><a:pt x="781903" y="4415468"/></a:lnTo><a:lnTo><a:pt x="670214" y="4415468"/></a:lnTo><a:lnTo><a:pt x="670136" y="28"/></a:lnTo><a:close/></a:path><a:path w="1218565" h="12842875"><a:moveTo><a:pt x="781826" y="18"/></a:moveTo><a:lnTo><a:pt x="893515" y="17"/></a:lnTo><a:lnTo><a:pt x="893593" y="4415460"/></a:lnTo><a:lnTo><a:pt x="781903" y="4415460"/></a:lnTo><a:lnTo><a:pt x="781826" y="18"/></a:lnTo><a:close/></a:path><a:path w="1218565" h="12842875"><a:moveTo><a:pt x="893515" y="1"/></a:moveTo><a:lnTo><a:pt x="1005204" y="0"/></a:lnTo><a:lnTo><a:pt x="1005282" y="4415437"/></a:lnTo><a:lnTo><a:pt x="893593" y="4415444"/></a:lnTo><a:lnTo><a:pt x="893515" y="1"/></a:lnTo><a:close/></a:path><a:path w="1218565" h="12842875"><a:moveTo><a:pt x="1005204" y="3"/></a:moveTo><a:lnTo><a:pt x="1116894" y="2"/></a:lnTo><a:lnTo><a:pt x="1116971" y="4415444"/></a:lnTo><a:lnTo><a:pt x="1005282" y="4415444"/></a:lnTo><a:lnTo><a:pt x="1005204" y="3"/></a:lnTo><a:close/></a:path><a:path w="1218565" h="12842875"><a:moveTo><a:pt x="594203" y="12842250"/></a:moveTo><a:lnTo><a:pt x="594203" y="12611890"/></a:lnTo><a:lnTo><a:pt x="1218190" y="12611813"/></a:lnTo><a:lnTo><a:pt x="1218190" y="12842250"/></a:lnTo><a:lnTo><a:pt x="594203" y="12842250"/></a:lnTo><a:close/></a:path><a:path w="1218565" h="12842875"><a:moveTo><a:pt x="594203" y="12611813"/></a:moveTo><a:lnTo><a:pt x="594203" y="12364467"/></a:lnTo><a:lnTo><a:pt x="1218190" y="12364467"/></a:lnTo><a:lnTo><a:pt x="1218190" y="12611813"/></a:lnTo><a:lnTo><a:pt x="594203" y="12611813"/></a:lnTo><a:close/></a:path><a:path w="1218565" h="12842875"><a:moveTo><a:pt x="594203" y="12364467"/></a:moveTo><a:lnTo><a:pt x="594203" y="12117044"/></a:lnTo><a:lnTo><a:pt x="1218190" y="12117044"/></a:lnTo><a:lnTo><a:pt x="1218190" y="12364467"/></a:lnTo><a:lnTo><a:pt x="594203" y="12364467"/></a:lnTo><a:close/></a:path><a:path w="1218565" h="12842875"><a:moveTo><a:pt x="594125" y="12116967"/></a:moveTo><a:lnTo><a:pt x="594125" y="11869543"/></a:lnTo><a:lnTo><a:pt x="1218190" y="11869543"/></a:lnTo><a:lnTo><a:pt x="1218190" y="12116967"/></a:lnTo><a:lnTo><a:pt x="594125" y="12116967"/></a:lnTo><a:close/></a:path><a:path w="1218565" h="12842875"><a:moveTo><a:pt x="594125" y="12116967"/></a:moveTo><a:lnTo><a:pt x="1218190" y="12116967"/></a:lnTo><a:lnTo><a:pt x="1218190" y="12364467"/></a:lnTo><a:lnTo><a:pt x="594125" y="12364467"/></a:lnTo><a:lnTo><a:pt x="594125" y="12116967"/></a:lnTo><a:close/></a:path><a:path w="1218565" h="12842875"><a:moveTo><a:pt x="594203" y="12364467"/></a:moveTo><a:lnTo><a:pt x="1218268" y="12364467"/></a:lnTo><a:lnTo><a:pt x="1218268" y="12611890"/></a:lnTo><a:lnTo><a:pt x="594203" y="12611890"/></a:lnTo><a:lnTo><a:pt x="594203" y="12364467"/></a:lnTo><a:close/></a:path><a:path w="1218565" h="12842875"><a:moveTo><a:pt x="77" y="4088931"/></a:moveTo><a:lnTo><a:pt x="77" y="3598219"/></a:lnTo><a:lnTo><a:pt x="111767" y="3598219"/></a:lnTo><a:lnTo><a:pt x="111767" y="4088931"/></a:lnTo><a:lnTo><a:pt x="77" y="4088931"/></a:lnTo><a:close/></a:path><a:path w="1218565" h="12842875"><a:moveTo><a:pt x="77" y="297067"/></a:moveTo><a:lnTo><a:pt x="77" y="25"/></a:lnTo><a:lnTo><a:pt x="111767" y="25"/></a:lnTo><a:lnTo><a:pt x="111767" y="297067"/></a:lnTo><a:lnTo><a:pt x="77" y="297067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0" name="object 10"/><p:cNvSpPr txBox="1"/><p:nvPr/></p:nvSpPr><p:spPr><a:xfrm><a:off x="18596770" y="360140"/><a:ext cx="120014" cy="128905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25"><a:latin typeface="Verdana"/><a:cs typeface="Verdana"/></a:rPr><a:t>ER</a:t></a:r><a:endParaRPr sz="600"><a:latin typeface="Verdana"/><a:cs typeface="Verdana"/></a:endParaRPr></a:p></p:txBody></p:sp><p:sp><p:nvSpPr><p:cNvPr id="11" name="object 11"/><p:cNvSpPr/><p:nvPr/></p:nvSpPr><p:spPr><a:xfrm><a:off x="18600945" y="572741"/><a:ext cx="111760" cy="3301365"/></a:xfrm><a:custGeom><a:avLst/><a:gdLst/><a:ahLst/><a:cxnLst/><a:rect l="l" t="t" r="r" b="b"/><a:pathLst><a:path w="111759" h="3301365"><a:moveTo><a:pt x="0" y="3301152"/></a:moveTo><a:lnTo><a:pt x="0" y="0"/></a:lnTo><a:lnTo><a:pt x="111689" y="0"/></a:lnTo><a:lnTo><a:pt x="111689" y="3301152"/></a:lnTo><a:lnTo><a:pt x="0" y="3301152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2" name="object 12"/><p:cNvSpPr txBox="1"/><p:nvPr/></p:nvSpPr><p:spPr><a:xfrm><a:off x="18596703" y="2253808"/><a:ext cx="120014" cy="2087245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endParaRPr sz="600"><a:latin typeface="Verdana"/><a:cs typeface="Verdana"/></a:endParaRPr><a:r><a:rPr dirty="0" sz="550"><a:latin typeface="Verdana"/><a:t>{{ISSUE_DATE}} UPDATED WITH LATEST AHJ COMMENTS</a:t></a:r></a:p></p:txBody></p:sp><p:sp><p:nvSpPr><p:cNvPr id="13" name="object 13"/><p:cNvSpPr/><p:nvPr/></p:nvSpPr><p:spPr><a:xfrm><a:off x="18600945" y="4366250"/><a:ext cx="111760" cy="325120"/></a:xfrm><a:custGeom><a:avLst/><a:gdLst/><a:ahLst/><a:cxnLst/><a:rect l="l" t="t" r="r" b="b"/><a:pathLst><a:path w="111759" h="325120"><a:moveTo><a:pt x="7058" y="177291"/></a:moveTo><a:lnTo><a:pt x="102847" y="122501"/></a:lnTo><a:lnTo><a:pt x="102459" y="232880"/></a:lnTo><a:lnTo><a:pt x="7058" y="177291"/></a:lnTo><a:close/></a:path><a:path w="111759" h="325120"><a:moveTo><a:pt x="0" y="324822"/></a:moveTo><a:lnTo><a:pt x="0" y="0"/></a:lnTo><a:lnTo><a:pt x="111689" y="0"/></a:lnTo><a:lnTo><a:pt x="111689" y="324822"/></a:lnTo><a:lnTo><a:pt x="0" y="324822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4" name="object 14"/><p:cNvSpPr txBox="1"/><p:nvPr/></p:nvSpPr><p:spPr><a:xfrm><a:off x="18596779" y="4491429"/><a:ext cx="120014" cy="74930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50"><a:latin typeface="Verdana"/><a:cs typeface="Verdana"/></a:rPr><a:t>1</a:t></a:r><a:endParaRPr sz="600"><a:latin typeface="Verdana"/><a:cs typeface="Verdana"/></a:endParaRPr></a:p></p:txBody></p:sp><p:sp><p:nvSpPr><p:cNvPr id="15" name="object 15"/><p:cNvSpPr/><p:nvPr/></p:nvSpPr><p:spPr><a:xfrm><a:off x="19194994" y="12145218"/><a:ext cx="624205" cy="247650"/></a:xfrm><a:custGeom><a:avLst/><a:gdLst/><a:ahLst/><a:cxnLst/><a:rect l="l" t="t" r="r" b="b"/><a:pathLst><a:path w="624205" h="247650"><a:moveTo><a:pt x="0" y="0"/></a:moveTo><a:lnTo><a:pt x="624064" y="0"/></a:lnTo><a:lnTo><a:pt x="624064" y="247423"/></a:lnTo><a:lnTo><a:pt x="0" y="247423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6" name="object 16"/><p:cNvSpPr txBox="1"/><p:nvPr/></p:nvSpPr><p:spPr><a:xfrm><a:off x="19216033" y="12200230"/><a:ext cx="58356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700"><a:latin typeface="Verdana"/><a:cs typeface="Verdana"/></a:endParaRPr><a:r><a:rPr dirty="0" sz="700" spc="-10"><a:latin typeface="Verdana"/><a:t>{{ISSUE_DATE}}</a:t></a:r></a:p></p:txBody></p:sp><p:sp><p:nvSpPr><p:cNvPr id="17" name="object 17"/><p:cNvSpPr txBox="1"/><p:nvPr/></p:nvSpPr><p:spPr><a:xfrm><a:off x="18640167" y="7910196"/><a:ext cx="1083945" cy="3103880"/></a:xfrm><a:prstGeom prst="rect"><a:avLst/></a:prstGeom></p:spPr><p:txBody><a:bodyPr wrap="square" lIns="0" tIns="0" rIns="0" bIns="0" rtlCol="0" vert="vert270"><a:spAutoFit/></a:bodyPr><a:lstStyle/><a:p><a:pPr marL="13335"><a:lnSpc><a:spcPts val="1989"/></a:lnSpc></a:pPr><a:endParaRPr sz="1700"><a:latin typeface="Arial"/><a:cs typeface="Arial"/></a:endParaRPr><a:r><a:rPr dirty="0" sz="1700" b="1"><a:latin typeface="Arial"/><a:t>{{PROJECT_NAME}}</a:t></a:r></a:p><a:p><a:pPr marL="13335"><a:lnSpc><a:spcPct val="100000"/></a:lnSpc><a:spcBef><a:spcPts val="560"/></a:spcBef></a:pPr><a:endParaRPr sz="1350"><a:latin typeface="Arial"/><a:cs typeface="Arial"/></a:endParaRPr><a:r><a:rPr dirty="0" sz="1350"><a:latin typeface="Arial"/><a:t>{{SITE_ADDR}}</a:t></a:r></a:p><a:p><a:pPr marL="12700" marR="1452245" indent="635"><a:lnSpc><a:spcPct val="127600"/></a:lnSpc><a:spcBef><a:spcPts val="110"/></a:spcBef></a:pPr><a:endParaRPr sz="1350"><a:latin typeface="Arial"/><a:cs typeface="Arial"/></a:endParaRPr><a:r><a:rPr dirty="0" sz="1350"><a:latin typeface="Arial"/><a:t>{{CITY_STATE}} APN: {{APN}}</a:t></a:r></a:p></p:txBody></p:sp><p:grpSp><p:nvGrpSpPr><p:cNvPr id="18" name="object 18"/><p:cNvGrpSpPr/><p:nvPr/></p:nvGrpSpPr><p:grpSpPr><a:xfrm><a:off x="17635280" y="12210121"/><a:ext cx="810260" cy="810260"/><a:chOff x="17635280" y="12210121"/><a:chExt cx="810260" cy="810260"/></a:xfrm></p:grpSpPr><p:pic><p:nvPicPr><p:cNvPr id="19" name="object 19"/><p:cNvPicPr/><p:nvPr/></p:nvPicPr><p:blipFill><a:blip r:embed="rId3" cstate="print"/><a:stretch><a:fillRect/></a:stretch></p:blipFill><p:spPr><a:xfrm><a:off x="17639407" y="12214248"/><a:ext cx="801837" cy="801914"/></a:xfrm><a:prstGeom prst="rect"><a:avLst/></a:prstGeom></p:spPr></p:pic><p:sp><p:nvSpPr><p:cNvPr id="20" name="object 20"/><p:cNvSpPr/><p:nvPr/></p:nvSpPr><p:spPr><a:xfrm><a:off x="17639407" y="12214248"/><a:ext cx="802005" cy="802005"/></a:xfrm><a:custGeom><a:avLst/><a:gdLst/><a:ahLst/><a:cxnLst/><a:rect l="l" t="t" r="r" b="b"/><a:pathLst><a:path w="802005" h="802005"><a:moveTo><a:pt x="0" y="400918"/></a:moveTo><a:lnTo><a:pt x="2700" y="354202"/></a:lnTo><a:lnTo><a:pt x="10599" y="309059"/></a:lnTo><a:lnTo><a:pt x="23396" y="265790"/></a:lnTo><a:lnTo><a:pt x="40787" y="224698"/></a:lnTo><a:lnTo><a:pt x="62470" y="186085"/></a:lnTo><a:lnTo><a:pt x="88144" y="150254"/></a:lnTo><a:lnTo><a:pt x="117506" y="117506"/></a:lnTo><a:lnTo><a:pt x="150254" y="88144"/></a:lnTo><a:lnTo><a:pt x="186085" y="62470"/></a:lnTo><a:lnTo><a:pt x="224698" y="40787"/></a:lnTo><a:lnTo><a:pt x="265790" y="23396"/></a:lnTo><a:lnTo><a:pt x="309059" y="10599"/></a:lnTo><a:lnTo><a:pt x="354202" y="2700"/></a:lnTo><a:lnTo><a:pt x="400918" y="0"/></a:lnTo><a:lnTo><a:pt x="447634" y="2700"/></a:lnTo><a:lnTo><a:pt x="492778" y="10599"/></a:lnTo><a:lnTo><a:pt x="536046" y="23396"/></a:lnTo><a:lnTo><a:pt x="577138" y="40787"/></a:lnTo><a:lnTo><a:pt x="615751" y="62470"/></a:lnTo><a:lnTo><a:pt x="651582" y="88144"/></a:lnTo><a:lnTo><a:pt x="684330" y="117506"/></a:lnTo><a:lnTo><a:pt x="713692" y="150254"/></a:lnTo><a:lnTo><a:pt x="739366" y="186085"/></a:lnTo><a:lnTo><a:pt x="761049" y="224698"/></a:lnTo><a:lnTo><a:pt x="778440" y="265790"/></a:lnTo><a:lnTo><a:pt x="791237" y="309059"/></a:lnTo><a:lnTo><a:pt x="799136" y="354202"/></a:lnTo><a:lnTo><a:pt x="801837" y="400918"/></a:lnTo><a:lnTo><a:pt x="799136" y="447650"/></a:lnTo><a:lnTo><a:pt x="791237" y="492806"/></a:lnTo><a:lnTo><a:pt x="778440" y="536086"/></a:lnTo><a:lnTo><a:pt x="761049" y="577188"/></a:lnTo><a:lnTo><a:pt x="739366" y="615808"/></a:lnTo><a:lnTo><a:pt x="713692" y="651645"/></a:lnTo><a:lnTo><a:pt x="684330" y="684398"/></a:lnTo><a:lnTo><a:pt x="651582" y="713763"/></a:lnTo><a:lnTo><a:pt x="615751" y="739440"/></a:lnTo><a:lnTo><a:pt x="577138" y="761125"/></a:lnTo><a:lnTo><a:pt x="536046" y="778517"/></a:lnTo><a:lnTo><a:pt x="492778" y="791314"/></a:lnTo><a:lnTo><a:pt x="447634" y="799214"/></a:lnTo><a:lnTo><a:pt x="400918" y="801914"/></a:lnTo><a:lnTo><a:pt x="354202" y="799214"/></a:lnTo><a:lnTo><a:pt x="309059" y="791314"/></a:lnTo><a:lnTo><a:pt x="265790" y="778517"/></a:lnTo><a:lnTo><a:pt x="224698" y="761125"/></a:lnTo><a:lnTo><a:pt x="186085" y="739440"/></a:lnTo><a:lnTo><a:pt x="150254" y="713763"/></a:lnTo><a:lnTo><a:pt x="117506" y="684398"/></a:lnTo><a:lnTo><a:pt x="88144" y="651645"/></a:lnTo><a:lnTo><a:pt x="62470" y="615808"/></a:lnTo><a:lnTo><a:pt x="40787" y="577188"/></a:lnTo><a:lnTo><a:pt x="23396" y="536086"/></a:lnTo><a:lnTo><a:pt x="10599" y="492806"/></a:lnTo><a:lnTo><a:pt x="2700" y="447650"/></a:lnTo><a:lnTo><a:pt x="0" y="400918"/></a:lnTo><a:close/></a:path></a:pathLst></a:custGeom><a:ln w="7756"><a:solidFill><a:srgbClr val="000000"/></a:solidFill></a:ln></p:spPr><p:txBody><a:bodyPr wrap="square" lIns="0" tIns="0" rIns="0" bIns="0" rtlCol="0"/><a:lstStyle/><a:p/></p:txBody></p:sp><p:pic><p:nvPicPr><p:cNvPr id="21" name="object 21"/><p:cNvPicPr/><p:nvPr/></p:nvPicPr><p:blipFill><a:blip r:embed="rId4" cstate="print"/><a:stretch><a:fillRect/></a:stretch></p:blipFill><p:spPr><a:xfrm><a:off x="17725036" y="12562425"/><a:ext cx="697748" cy="225938"/></a:xfrm><a:prstGeom prst="rect"><a:avLst/></a:prstGeom></p:spPr></p:pic></p:grpSp><p:sp><p:nvSpPr><p:cNvPr id="22" name="object 22"/><p:cNvSpPr txBox="1"/><p:nvPr/></p:nvSpPr><p:spPr><a:xfrm><a:off x="725098" y="1088824"/><a:ext cx="5584825" cy="772795"/></a:xfrm><a:prstGeom prst="rect"><a:avLst/></a:prstGeom><a:ln w="7756"><a:solidFill><a:srgbClr val="000000"/></a:solidFill></a:ln></p:spPr><p:txBody><a:bodyPr wrap="square" lIns="0" tIns="4445" rIns="0" bIns="0" rtlCol="0" vert="horz"><a:spAutoFit/></a:bodyPr><a:lstStyle/><a:p><a:pPr algn="ctr" marL="1905"><a:lnSpc><a:spcPct val="100000"/></a:lnSpc><a:spcBef><a:spcPts val="35"/></a:spcBef></a:pPr><a:r><a:rPr dirty="0" sz="2050" spc="-10"><a:solidFill><a:srgbClr val="FF0000"/></a:solidFill><a:latin typeface="Verdana"/><a:cs typeface="Verdana"/></a:rPr><a:t>CAUTION:</a:t></a:r><a:endParaRPr sz="2050"><a:latin typeface="Verdana"/><a:cs typeface="Verdana"/></a:endParaRPr></a:p><a:p><a:pPr algn="ctr" marL="284480" marR="264795" indent="-67945"><a:lnSpc><a:spcPct val="102299"/></a:lnSpc><a:spcBef><a:spcPts val="10"/></a:spcBef></a:pPr><a:r><a:rPr dirty="0" sz="1450"><a:latin typeface="Verdana"/><a:cs typeface="Verdana"/></a:rPr><a:t>THIS</a:t></a:r><a:r><a:rPr dirty="0" sz="1450" spc="55"><a:latin typeface="Verdana"/><a:cs typeface="Verdana"/></a:rPr><a:t> </a:t></a:r><a:r><a:rPr dirty="0" sz="1450"><a:latin typeface="Verdana"/><a:cs typeface="Verdana"/></a:rPr><a:t>SERVICE</a:t></a:r><a:r><a:rPr dirty="0" sz="1450" spc="60"><a:latin typeface="Verdana"/><a:cs typeface="Verdana"/></a:rPr><a:t> </a:t></a:r><a:r><a:rPr dirty="0" sz="1450"><a:latin typeface="Verdana"/><a:cs typeface="Verdana"/></a:rPr><a:t>SUPPLIED</a:t></a:r><a:r><a:rPr dirty="0" sz="1450" spc="60"><a:latin typeface="Verdana"/><a:cs typeface="Verdana"/></a:rPr><a:t> </a:t></a:r><a:r><a:rPr dirty="0" sz="1450"><a:latin typeface="Verdana"/><a:cs typeface="Verdana"/></a:rPr><a:t>BY</a:t></a:r><a:r><a:rPr dirty="0" sz="1450" spc="60"><a:latin typeface="Verdana"/><a:cs typeface="Verdana"/></a:rPr><a:t> </a:t></a:r><a:r><a:rPr dirty="0" sz="1450"><a:latin typeface="Verdana"/><a:cs typeface="Verdana"/></a:rPr><a:t>ALTERNATIVE</a:t></a:r><a:r><a:rPr dirty="0" sz="1450" spc="60"><a:latin typeface="Verdana"/><a:cs typeface="Verdana"/></a:rPr><a:t> </a:t></a:r><a:r><a:rPr dirty="0" sz="1450" spc="-10"><a:latin typeface="Verdana"/><a:cs typeface="Verdana"/></a:rPr><a:t>POWER </a:t></a:r><a:r><a:rPr dirty="0" sz="1450"><a:latin typeface="Verdana"/><a:cs typeface="Verdana"/></a:rPr><a:t>SOURCES</a:t></a:r><a:r><a:rPr dirty="0" sz="1450" spc="65"><a:latin typeface="Verdana"/><a:cs typeface="Verdana"/></a:rPr><a:t> </a:t></a:r><a:r><a:rPr dirty="0" sz="1450"><a:latin typeface="Verdana"/><a:cs typeface="Verdana"/></a:rPr><a:t>WITH</a:t></a:r><a:r><a:rPr dirty="0" sz="1450" spc="65"><a:latin typeface="Verdana"/><a:cs typeface="Verdana"/></a:rPr><a:t> </a:t></a:r><a:r><a:rPr dirty="0" sz="1450"><a:latin typeface="Verdana"/><a:cs typeface="Verdana"/></a:rPr><a:t>DISCONNECTS</a:t></a:r><a:r><a:rPr dirty="0" sz="1450" spc="65"><a:latin typeface="Verdana"/><a:cs typeface="Verdana"/></a:rPr><a:t> </a:t></a:r><a:r><a:rPr dirty="0" sz="1450"><a:latin typeface="Verdana"/><a:cs typeface="Verdana"/></a:rPr><a:t>LOCATED</a:t></a:r><a:r><a:rPr dirty="0" sz="1450" spc="70"><a:latin typeface="Verdana"/><a:cs typeface="Verdana"/></a:rPr><a:t> </a:t></a:r><a:r><a:rPr dirty="0" sz="1450"><a:latin typeface="Verdana"/><a:cs typeface="Verdana"/></a:rPr><a:t>AS</a:t></a:r><a:r><a:rPr dirty="0" sz="1450" spc="65"><a:latin typeface="Verdana"/><a:cs typeface="Verdana"/></a:rPr><a:t> </a:t></a:r><a:r><a:rPr dirty="0" sz="1450" spc="-10"><a:latin typeface="Verdana"/><a:cs typeface="Verdana"/></a:rPr><a:t>SHOWN</a:t></a:r><a:endParaRPr sz="1450"><a:latin typeface="Verdana"/><a:cs typeface="Verdana"/></a:endParaRPr></a:p></p:txBody></p:sp><p:sp><p:nvSpPr><p:cNvPr id="23" name="object 23"/><p:cNvSpPr txBox="1"/><p:nvPr/></p:nvSpPr><p:spPr><a:xfrm><a:off x="18848776" y="11415534"/><a:ext cx="725170" cy="419100"/></a:xfrm><a:prstGeom prst="rect"><a:avLst/></a:prstGeom></p:spPr><p:txBody><a:bodyPr wrap="square" lIns="0" tIns="16510" rIns="0" bIns="0" rtlCol="0" vert="horz"><a:spAutoFit/></a:bodyPr><a:lstStyle/><a:p><a:pPr marL="74295"><a:lnSpc><a:spcPct val="100000"/></a:lnSpc><a:spcBef><a:spcPts val="130"/></a:spcBef></a:pPr><a:r><a:rPr dirty="0" sz="1800" spc="-20" b="1"><a:latin typeface="Verdana"/><a:cs typeface="Verdana"/></a:rPr><a:t>E4.0</a:t></a:r><a:endParaRPr sz="1800"><a:latin typeface="Verdana"/><a:cs typeface="Verdana"/></a:endParaRPr></a:p><a:p><a:pPr marL="12700"><a:lnSpc><a:spcPct val="100000"/></a:lnSpc><a:spcBef><a:spcPts val="60"/></a:spcBef></a:pPr><a:r><a:rPr dirty="0" sz="700"><a:latin typeface="Verdana"/><a:cs typeface="Verdana"/></a:rPr><a:t>POI1</a:t></a:r><a:r><a:rPr dirty="0" sz="700" spc="60"><a:latin typeface="Verdana"/><a:cs typeface="Verdana"/></a:rPr><a:t> </a:t></a:r><a:r><a:rPr dirty="0" sz="700" spc="-10"><a:latin typeface="Verdana"/><a:cs typeface="Verdana"/></a:rPr><a:t>SIGNAGE</a:t></a:r><a:endParaRPr sz="700"><a:latin typeface="Verdana"/><a:cs typeface="Verdana"/></a:endParaRPr></a:p></p:txBody></p:sp><p:grpSp><p:nvGrpSpPr><p:cNvPr id="24" name="object 24"/><p:cNvGrpSpPr/><p:nvPr/></p:nvGrpSpPr><p:grpSpPr><a:xfrm><a:off x="720971" y="1084697"/><a:ext cx="5593080" cy="5593080"/><a:chOff x="720971" y="1084697"/><a:chExt cx="5593080" cy="5593080"/></a:xfrm></p:grpSpPr><p:sp><p:nvSpPr><p:cNvPr id="25" name="object 25"/><p:cNvSpPr/><p:nvPr/></p:nvSpPr><p:spPr><a:xfrm><a:off x="725098" y="1088824"/><a:ext cx="5584825" cy="5584825"/></a:xfrm><a:custGeom><a:avLst/><a:gdLst/><a:ahLst/><a:cxnLst/><a:rect l="l" t="t" r="r" b="b"/><a:pathLst><a:path w="5584825" h="5584825"><a:moveTo><a:pt x="0" y="0"/></a:moveTo><a:lnTo><a:pt x="5584470" y="0"/></a:lnTo><a:lnTo><a:pt x="5584470" y="5584471"/></a:lnTo><a:lnTo><a:pt x="0" y="5584471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6" name="object 26"/><p:cNvSpPr/><p:nvPr/></p:nvSpPr><p:spPr><a:xfrm><a:off x="5891589" y="6256235"/><a:ext cx="339090" cy="339090"/></a:xfrm><a:custGeom><a:avLst/><a:gdLst/><a:ahLst/><a:cxnLst/><a:rect l="l" t="t" r="r" b="b"/><a:pathLst><a:path w="339089" h="339090"><a:moveTo><a:pt x="69260" y="306946"/></a:moveTo><a:lnTo><a:pt x="36274" y="275448"/></a:lnTo><a:lnTo><a:pt x="13496" y="237670"/></a:lnTo><a:lnTo><a:pt x="1285" y="195889"/></a:lnTo><a:lnTo><a:pt x="0" y="152379"/></a:lnTo><a:lnTo><a:pt x="9999" y="109415"/></a:lnTo><a:lnTo><a:pt x="31643" y="69272"/></a:lnTo><a:lnTo><a:pt x="63139" y="36282"/></a:lnTo><a:lnTo><a:pt x="100916" y="13499"/></a:lnTo><a:lnTo><a:pt x="142700" y="1285"/></a:lnTo><a:lnTo><a:pt x="186213" y="0"/></a:lnTo><a:lnTo><a:pt x="229180" y="10003"/></a:lnTo><a:lnTo><a:pt x="269324" y="31655"/></a:lnTo><a:lnTo><a:pt x="302320" y="63151"/></a:lnTo><a:lnTo><a:pt x="325104" y="100928"/></a:lnTo><a:lnTo><a:pt x="337317" y="142712"/></a:lnTo><a:lnTo><a:pt x="338600" y="186225"/></a:lnTo><a:lnTo><a:pt x="328595" y="229192"/></a:lnTo><a:lnTo><a:pt x="306942" y="269336"/></a:lnTo><a:lnTo><a:pt x="275446" y="302323"/></a:lnTo><a:lnTo><a:pt x="237671" y="325103"/></a:lnTo><a:lnTo><a:pt x="195890" y="337316"/></a:lnTo><a:lnTo><a:pt x="152378" y="338601"/></a:lnTo><a:lnTo><a:pt x="109410" y="328598"/></a:lnTo><a:lnTo><a:pt x="69260" y="306946"/></a:lnTo><a:close/></a:path><a:path w="339089" h="339090"><a:moveTo><a:pt x="306942" y="269336"/></a:moveTo><a:lnTo><a:pt x="31643" y="69272"/></a:lnTo><a:lnTo><a:pt x="169052" y="47525"/></a:lnTo><a:lnTo><a:pt x="239614" y="36357"/></a:lnTo><a:lnTo><a:pt x="265610" y="32242"/></a:lnTo><a:lnTo><a:pt x="269324" y="31655"/></a:lnTo><a:lnTo><a:pt x="153662" y="190807"/></a:lnTo><a:lnTo><a:pt x="94268" y="272534"/></a:lnTo><a:lnTo><a:pt x="72386" y="302644"/></a:lnTo><a:lnTo><a:pt x="69260" y="306946"/></a:lnTo><a:lnTo><a:pt x="31643" y="69272"/></a:lnTo></a:path></a:pathLst></a:custGeom><a:ln w="11634"><a:solidFill><a:srgbClr val="000000"/></a:solidFill></a:ln></p:spPr><p:txBody><a:bodyPr wrap="square" lIns="0" tIns="0" rIns="0" bIns="0" rtlCol="0"/><a:lstStyle/><a:p/></p:txBody></p:sp></p:grpSp><p:sp><p:nvSpPr><p:cNvPr id="27" name="object 27"/><p:cNvSpPr txBox="1"/><p:nvPr/></p:nvSpPr><p:spPr><a:xfrm><a:off x="5183914" y="6504999"/><a:ext cx="64198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TRUE</a:t></a:r><a:r><a:rPr dirty="0" sz="700" spc="85"><a:latin typeface="Verdana"/><a:cs typeface="Verdana"/></a:rPr><a:t> </a:t></a:r><a:r><a:rPr dirty="0" sz="700" spc="-10"><a:latin typeface="Verdana"/><a:cs typeface="Verdana"/></a:rPr><a:t>NORTH</a:t></a:r><a:endParaRPr sz="700"><a:latin typeface="Verdana"/><a:cs typeface="Verdana"/></a:endParaRPr></a:p></p:txBody></p:sp><p:grpSp><p:nvGrpSpPr><p:cNvPr id="28" name="object 28"/><p:cNvGrpSpPr/><p:nvPr/></p:nvGrpSpPr><p:grpSpPr><a:xfrm><a:off x="707405" y="6742143"/><a:ext cx="5620385" cy="356870"/><a:chOff x="707405" y="6742143"/><a:chExt cx="5620385" cy="356870"/></a:xfrm></p:grpSpPr><p:sp><p:nvSpPr><p:cNvPr id="29" name="object 29"/><p:cNvSpPr/><p:nvPr/></p:nvSpPr><p:spPr><a:xfrm><a:off x="725099" y="6742778"/><a:ext cx="5584825" cy="355600"/></a:xfrm><a:custGeom><a:avLst/><a:gdLst/><a:ahLst/><a:cxnLst/><a:rect l="l" t="t" r="r" b="b"/><a:pathLst><a:path w="5584825" h="355600"><a:moveTo><a:pt x="5584469" y="0"/></a:moveTo><a:lnTo><a:pt x="5584472" y="108788"/></a:lnTo></a:path><a:path w="5584825" h="355600"><a:moveTo><a:pt x="5584476" y="296876"/></a:moveTo><a:lnTo><a:pt x="5584477" y="315685"/></a:lnTo></a:path><a:path w="5584825" h="355600"><a:moveTo><a:pt x="5584472" y="108788"/></a:moveTo><a:lnTo><a:pt x="5584476" y="296876"/></a:lnTo></a:path><a:path w="5584825" h="355600"><a:moveTo><a:pt x="5584477" y="315685"/></a:moveTo><a:lnTo><a:pt x="5584477" y="355242"/></a:lnTo></a:path><a:path w="5584825" h="355600"><a:moveTo><a:pt x="0" y="31"/></a:moveTo><a:lnTo><a:pt x="4" y="315685"/></a:lnTo></a:path><a:path w="5584825" h="355600"><a:moveTo><a:pt x="4" y="315685"/></a:moveTo><a:lnTo><a:pt x="5" y="355242"/></a:lnTo></a:path><a:path w="5584825" h="355600"><a:moveTo><a:pt x="5584477" y="315685"/></a:moveTo><a:lnTo><a:pt x="4" y="315685"/></a:lnTo></a:path></a:pathLst></a:custGeom><a:ln w="3175"><a:solidFill><a:srgbClr val="000000"/></a:solidFill></a:ln></p:spPr><p:txBody><a:bodyPr wrap="square" lIns="0" tIns="0" rIns="0" bIns="0" rtlCol="0"/><a:lstStyle/><a:p/></p:txBody></p:sp><p:sp><p:nvSpPr><p:cNvPr id="30" name="object 30"/><p:cNvSpPr/><p:nvPr/></p:nvSpPr><p:spPr><a:xfrm><a:off x="6301045" y="7049932"/><a:ext cx="17145" cy="17145"/></a:xfrm><a:custGeom><a:avLst/><a:gdLst/><a:ahLst/><a:cxnLst/><a:rect l="l" t="t" r="r" b="b"/><a:pathLst><a:path w="17145" h="17145"><a:moveTo><a:pt x="0" y="17063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1" name="object 31"/><p:cNvSpPr/><p:nvPr/></p:nvSpPr><p:spPr><a:xfrm><a:off x="6309576" y="7058464"/><a:ext cx="17145" cy="0"/></a:xfrm><a:custGeom><a:avLst/><a:gdLst/><a:ahLst/><a:cxnLst/><a:rect l="l" t="t" r="r" b="b"/><a:pathLst><a:path w="17145" h="0"><a:moveTo><a:pt x="0" y="0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2" name="object 32"/><p:cNvSpPr/><p:nvPr/></p:nvSpPr><p:spPr><a:xfrm><a:off x="716572" y="7049932"/><a:ext cx="17145" cy="17145"/></a:xfrm><a:custGeom><a:avLst/><a:gdLst/><a:ahLst/><a:cxnLst/><a:rect l="l" t="t" r="r" b="b"/><a:pathLst><a:path w="17145" h="17145"><a:moveTo><a:pt x="17063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33" name="object 33"/><p:cNvSpPr/><p:nvPr/></p:nvSpPr><p:spPr><a:xfrm><a:off x="708040" y="7058464"/><a:ext cx="17145" cy="0"/></a:xfrm><a:custGeom><a:avLst/><a:gdLst/><a:ahLst/><a:cxnLst/><a:rect l="l" t="t" r="r" b="b"/><a:pathLst><a:path w="17145" h="0"><a:moveTo><a:pt x="17063" y="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/p:grpSp><p:sp><p:nvSpPr><p:cNvPr id="34" name="object 34"/><p:cNvSpPr txBox="1"/><p:nvPr/></p:nvSpPr><p:spPr><a:xfrm><a:off x="725491" y="6839253"/><a:ext cx="5584190" cy="212090"/></a:xfrm><a:prstGeom prst="rect"><a:avLst/></a:prstGeom></p:spPr><p:txBody><a:bodyPr wrap="square" lIns="0" tIns="15240" rIns="0" bIns="0" rtlCol="0" vert="horz"><a:spAutoFit/></a:bodyPr><a:lstStyle/><a:p><a:pPr algn="ctr"><a:lnSpc><a:spcPct val="100000"/></a:lnSpc><a:spcBef><a:spcPts val="120"/></a:spcBef></a:pPr><a:r><a:rPr dirty="0" sz="1200" spc="-25"><a:latin typeface="Verdana"/><a:cs typeface="Verdana"/></a:rPr><a:t>10&quot;</a:t></a:r><a:endParaRPr sz="1200"><a:latin typeface="Verdana"/><a:cs typeface="Verdana"/></a:endParaRPr></a:p></p:txBody></p:sp><p:grpSp><p:nvGrpSpPr><p:cNvPr id="35" name="object 35"/><p:cNvGrpSpPr/><p:nvPr/></p:nvGrpSpPr><p:grpSpPr><a:xfrm><a:off x="6374831" y="1071127"/><a:ext cx="549275" cy="5620385"/><a:chOff x="6374831" y="1071127"/><a:chExt cx="549275" cy="5620385"/></a:xfrm></p:grpSpPr><p:sp><p:nvSpPr><p:cNvPr id="36" name="object 36"/><p:cNvSpPr/><p:nvPr/></p:nvSpPr><p:spPr><a:xfrm><a:off x="6375466" y="1088826"/><a:ext cx="548005" cy="5584825"/></a:xfrm><a:custGeom><a:avLst/><a:gdLst/><a:ahLst/><a:cxnLst/><a:rect l="l" t="t" r="r" b="b"/><a:pathLst><a:path w="548004" h="5584825"><a:moveTo><a:pt x="0" y="5584471"/></a:moveTo><a:lnTo><a:pt x="507962" y="5584471"/></a:lnTo></a:path><a:path w="548004" h="5584825"><a:moveTo><a:pt x="507962" y="5584471"/></a:moveTo><a:lnTo><a:pt x="547518" y="5584471"/></a:lnTo></a:path><a:path w="548004" h="5584825"><a:moveTo><a:pt x="0" y="0"/></a:moveTo><a:lnTo><a:pt x="507962" y="0"/></a:lnTo></a:path><a:path w="548004" h="5584825"><a:moveTo><a:pt x="507962" y="0"/></a:moveTo><a:lnTo><a:pt x="547518" y="0"/></a:lnTo></a:path><a:path w="548004" h="5584825"><a:moveTo><a:pt x="507962" y="5584471"/></a:moveTo><a:lnTo><a:pt x="507962" y="2976639"/></a:lnTo></a:path><a:path w="548004" h="5584825"><a:moveTo><a:pt x="507962" y="2607832"/></a:moveTo><a:lnTo><a:pt x="507962" y="0"/></a:lnTo></a:path><a:path w="548004" h="5584825"><a:moveTo><a:pt x="507962" y="2976639"/></a:moveTo><a:lnTo><a:pt x="507962" y="2607832"/></a:lnTo></a:path></a:pathLst></a:custGeom><a:ln w="3175"><a:solidFill><a:srgbClr val="000000"/></a:solidFill></a:ln></p:spPr><p:txBody><a:bodyPr wrap="square" lIns="0" tIns="0" rIns="0" bIns="0" rtlCol="0"/><a:lstStyle/><a:p/></p:txBody></p:sp><p:sp><p:nvSpPr><p:cNvPr id="37" name="object 37"/><p:cNvSpPr/><p:nvPr/></p:nvSpPr><p:spPr><a:xfrm><a:off x="6874896" y="6664766"/><a:ext cx="17145" cy="17145"/></a:xfrm><a:custGeom><a:avLst/><a:gdLst/><a:ahLst/><a:cxnLst/><a:rect l="l" t="t" r="r" b="b"/><a:pathLst><a:path w="17145" h="17145"><a:moveTo><a:pt x="0" y="0"/></a:moveTo><a:lnTo><a:pt x="17063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38" name="object 38"/><p:cNvSpPr/><p:nvPr/></p:nvSpPr><p:spPr><a:xfrm><a:off x="6883428" y="6673297"/><a:ext cx="0" cy="17145"/></a:xfrm><a:custGeom><a:avLst/><a:gdLst/><a:ahLst/><a:cxnLst/><a:rect l="l" t="t" r="r" b="b"/><a:pathLst><a:path w="0" h="17145"><a:moveTo><a:pt x="0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39" name="object 39"/><p:cNvSpPr/><p:nvPr/></p:nvSpPr><p:spPr><a:xfrm><a:off x="6874896" y="1080294"/><a:ext cx="17145" cy="17145"/></a:xfrm><a:custGeom><a:avLst/><a:gdLst/><a:ahLst/><a:cxnLst/><a:rect l="l" t="t" r="r" b="b"/><a:pathLst><a:path w="17145" h="17144"><a:moveTo><a:pt x="17063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" name="object 40"/><p:cNvSpPr/><p:nvPr/></p:nvSpPr><p:spPr><a:xfrm><a:off x="6883428" y="1071762"/><a:ext cx="0" cy="17145"/></a:xfrm><a:custGeom><a:avLst/><a:gdLst/><a:ahLst/><a:cxnLst/><a:rect l="l" t="t" r="r" b="b"/><a:pathLst><a:path w="0" h="17144"><a:moveTo><a:pt x="0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/p:grpSp><p:sp><p:nvSpPr><p:cNvPr id="41" name="object 41"/><p:cNvSpPr txBox="1"/><p:nvPr/></p:nvSpPr><p:spPr><a:xfrm><a:off x="6663385" y="3734261"/><a:ext cx="213995" cy="294005"/></a:xfrm><a:prstGeom prst="rect"><a:avLst/></a:prstGeom></p:spPr><p:txBody><a:bodyPr wrap="square" lIns="0" tIns="15875" rIns="0" bIns="0" rtlCol="0" vert="vert270"><a:spAutoFit/></a:bodyPr><a:lstStyle/><a:p><a:pPr marL="12700"><a:lnSpc><a:spcPct val="100000"/></a:lnSpc><a:spcBef><a:spcPts val="125"/></a:spcBef></a:pPr><a:r><a:rPr dirty="0" sz="1200" spc="-25"><a:latin typeface="Verdana"/><a:cs typeface="Verdana"/></a:rPr><a:t>10&quot;</a:t></a:r><a:endParaRPr sz="1200"><a:latin typeface="Verdana"/><a:cs typeface="Verdana"/></a:endParaRPr></a:p></p:txBody></p:sp><p:sp><p:nvSpPr><p:cNvPr id="42" name="object 42"/><p:cNvSpPr txBox="1"/><p:nvPr/></p:nvSpPr><p:spPr><a:xfrm><a:off x="845889" y="404546"/><a:ext cx="711200" cy="287655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10" b="1"><a:latin typeface="Verdana"/><a:cs typeface="Verdana"/></a:rPr><a:t>LOCATION:</a:t></a:r><a:endParaRPr sz="850"><a:latin typeface="Verdana"/><a:cs typeface="Verdana"/></a:endParaRPr></a:p><a:p><a:pPr marL="12700"><a:lnSpc><a:spcPct val="100000"/></a:lnSpc><a:spcBef><a:spcPts val="15"/></a:spcBef></a:pPr><a:r><a:rPr dirty="0" sz="850" spc="-20"><a:latin typeface="Verdana"/><a:cs typeface="Verdana"/></a:rPr><a:t>BESS</a:t></a:r><a:endParaRPr sz="850"><a:latin typeface="Verdana"/><a:cs typeface="Verdana"/></a:endParaRPr></a:p></p:txBody></p:sp><p:sp><p:nvSpPr><p:cNvPr id="43" name="object 43"/><p:cNvSpPr txBox="1"/><p:nvPr/></p:nvSpPr><p:spPr><a:xfrm><a:off x="2060574" y="404546"/><a:ext cx="713105" cy="287655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10" b="1"><a:latin typeface="Verdana"/><a:cs typeface="Verdana"/></a:rPr><a:t>QUANTITY:</a:t></a:r><a:endParaRPr sz="850"><a:latin typeface="Verdana"/><a:cs typeface="Verdana"/></a:endParaRPr></a:p><a:p><a:pPr marL="12700"><a:lnSpc><a:spcPct val="100000"/></a:lnSpc><a:spcBef><a:spcPts val="15"/></a:spcBef></a:pPr><a:r><a:rPr dirty="0" sz="850" spc="-50"><a:latin typeface="Verdana"/><a:cs typeface="Verdana"/></a:rPr><a:t>1</a:t></a:r><a:endParaRPr sz="850"><a:latin typeface="Verdana"/><a:cs typeface="Verdana"/></a:endParaRPr></a:p></p:txBody></p:sp><p:sp><p:nvSpPr><p:cNvPr id="44" name="object 44"/><p:cNvSpPr txBox="1"/><p:nvPr/></p:nvSpPr><p:spPr><a:xfrm><a:off x="3276523" y="404546"/><a:ext cx="1519555" cy="550545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10" b="1"><a:latin typeface="Verdana"/><a:cs typeface="Verdana"/></a:rPr><a:t>TEXT:</a:t></a:r><a:endParaRPr sz="850"><a:latin typeface="Verdana"/><a:cs typeface="Verdana"/></a:endParaRPr></a:p><a:p><a:pPr marL="12700"><a:lnSpc><a:spcPct val="100000"/></a:lnSpc><a:spcBef><a:spcPts val="15"/></a:spcBef></a:pPr><a:r><a:rPr dirty="0" sz="850"><a:latin typeface="Verdana"/><a:cs typeface="Verdana"/></a:rPr><a:t>HEADER: 34</a:t></a:r><a:r><a:rPr dirty="0" sz="850" spc="5"><a:latin typeface="Verdana"/><a:cs typeface="Verdana"/></a:rPr><a:t> </a:t></a:r><a:r><a:rPr dirty="0" sz="850"><a:latin typeface="Verdana"/><a:cs typeface="Verdana"/></a:rPr><a:t>point</a:t></a:r><a:r><a:rPr dirty="0" sz="850" spc="5"><a:latin typeface="Verdana"/><a:cs typeface="Verdana"/></a:rPr><a:t> </a:t></a:r><a:r><a:rPr dirty="0" sz="850" spc="-10"><a:latin typeface="Verdana"/><a:cs typeface="Verdana"/></a:rPr><a:t>(0.472&quot;)</a:t></a:r><a:endParaRPr sz="850"><a:latin typeface="Verdana"/><a:cs typeface="Verdana"/></a:endParaRPr></a:p><a:p><a:pPr marL="12700"><a:lnSpc><a:spcPct val="100000"/></a:lnSpc><a:spcBef><a:spcPts val="15"/></a:spcBef></a:pPr><a:r><a:rPr dirty="0" sz="850"><a:latin typeface="Verdana"/><a:cs typeface="Verdana"/></a:rPr><a:t>SUB: 18</a:t></a:r><a:r><a:rPr dirty="0" sz="850" spc="5"><a:latin typeface="Verdana"/><a:cs typeface="Verdana"/></a:rPr><a:t> </a:t></a:r><a:r><a:rPr dirty="0" sz="850"><a:latin typeface="Verdana"/><a:cs typeface="Verdana"/></a:rPr><a:t>points</a:t></a:r><a:r><a:rPr dirty="0" sz="850" spc="5"><a:latin typeface="Verdana"/><a:cs typeface="Verdana"/></a:rPr><a:t> </a:t></a:r><a:r><a:rPr dirty="0" sz="850" spc="-10"><a:latin typeface="Verdana"/><a:cs typeface="Verdana"/></a:rPr><a:t>(0.25&quot;)</a:t></a:r><a:endParaRPr sz="850"><a:latin typeface="Verdana"/><a:cs typeface="Verdana"/></a:endParaRPr></a:p><a:p><a:pPr marL="12700"><a:lnSpc><a:spcPct val="100000"/></a:lnSpc><a:spcBef><a:spcPts val="15"/></a:spcBef></a:pPr><a:r><a:rPr dirty="0" sz="850"><a:latin typeface="Verdana"/><a:cs typeface="Verdana"/></a:rPr><a:t>BODY: 12</a:t></a:r><a:r><a:rPr dirty="0" sz="850" spc="5"><a:latin typeface="Verdana"/><a:cs typeface="Verdana"/></a:rPr><a:t> </a:t></a:r><a:r><a:rPr dirty="0" sz="850"><a:latin typeface="Verdana"/><a:cs typeface="Verdana"/></a:rPr><a:t>points</a:t></a:r><a:r><a:rPr dirty="0" sz="850" spc="5"><a:latin typeface="Verdana"/><a:cs typeface="Verdana"/></a:rPr><a:t> </a:t></a:r><a:r><a:rPr dirty="0" sz="850" spc="-10"><a:latin typeface="Verdana"/><a:cs typeface="Verdana"/></a:rPr><a:t>(0.167&quot;)</a:t></a:r><a:endParaRPr sz="850"><a:latin typeface="Verdana"/><a:cs typeface="Verdana"/></a:endParaRPr></a:p></p:txBody></p:sp><p:sp><p:nvSpPr><p:cNvPr id="45" name="object 45"/><p:cNvSpPr txBox="1"/><p:nvPr/></p:nvSpPr><p:spPr><a:xfrm><a:off x="8316928" y="404546"/><a:ext cx="711200" cy="287655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10" b="1"><a:latin typeface="Verdana"/><a:cs typeface="Verdana"/></a:rPr><a:t>LOCATION:</a:t></a:r><a:endParaRPr sz="850"><a:latin typeface="Verdana"/><a:cs typeface="Verdana"/></a:endParaRPr></a:p><a:p><a:pPr marL="12700"><a:lnSpc><a:spcPct val="100000"/></a:lnSpc><a:spcBef><a:spcPts val="15"/></a:spcBef></a:pPr><a:r><a:rPr dirty="0" sz="850" spc="-25"><a:latin typeface="Verdana"/><a:cs typeface="Verdana"/></a:rPr><a:t>MSB</a:t></a:r><a:endParaRPr sz="850"><a:latin typeface="Verdana"/><a:cs typeface="Verdana"/></a:endParaRPr></a:p></p:txBody></p:sp><p:sp><p:nvSpPr><p:cNvPr id="46" name="object 46"/><p:cNvSpPr txBox="1"/><p:nvPr/></p:nvSpPr><p:spPr><a:xfrm><a:off x="9531550" y="404546"/><a:ext cx="713105" cy="287655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10" b="1"><a:latin typeface="Verdana"/><a:cs typeface="Verdana"/></a:rPr><a:t>QUANTITY:</a:t></a:r><a:endParaRPr sz="850"><a:latin typeface="Verdana"/><a:cs typeface="Verdana"/></a:endParaRPr></a:p><a:p><a:pPr marL="12700"><a:lnSpc><a:spcPct val="100000"/></a:lnSpc><a:spcBef><a:spcPts val="15"/></a:spcBef></a:pPr><a:r><a:rPr dirty="0" sz="850" spc="-50"><a:latin typeface="Verdana"/><a:cs typeface="Verdana"/></a:rPr><a:t>1</a:t></a:r><a:endParaRPr sz="850"><a:latin typeface="Verdana"/><a:cs typeface="Verdana"/></a:endParaRPr></a:p></p:txBody></p:sp><p:sp><p:nvSpPr><p:cNvPr id="47" name="object 47"/><p:cNvSpPr txBox="1"/><p:nvPr/></p:nvSpPr><p:spPr><a:xfrm><a:off x="10747569" y="404546"/><a:ext cx="1519555" cy="550545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10" b="1"><a:latin typeface="Verdana"/><a:cs typeface="Verdana"/></a:rPr><a:t>TEXT:</a:t></a:r><a:endParaRPr sz="850"><a:latin typeface="Verdana"/><a:cs typeface="Verdana"/></a:endParaRPr></a:p><a:p><a:pPr marL="12700"><a:lnSpc><a:spcPct val="100000"/></a:lnSpc><a:spcBef><a:spcPts val="15"/></a:spcBef></a:pPr><a:r><a:rPr dirty="0" sz="850"><a:latin typeface="Verdana"/><a:cs typeface="Verdana"/></a:rPr><a:t>HEADER: 34</a:t></a:r><a:r><a:rPr dirty="0" sz="850" spc="5"><a:latin typeface="Verdana"/><a:cs typeface="Verdana"/></a:rPr><a:t> </a:t></a:r><a:r><a:rPr dirty="0" sz="850"><a:latin typeface="Verdana"/><a:cs typeface="Verdana"/></a:rPr><a:t>point</a:t></a:r><a:r><a:rPr dirty="0" sz="850" spc="5"><a:latin typeface="Verdana"/><a:cs typeface="Verdana"/></a:rPr><a:t> </a:t></a:r><a:r><a:rPr dirty="0" sz="850" spc="-10"><a:latin typeface="Verdana"/><a:cs typeface="Verdana"/></a:rPr><a:t>(0.472&quot;)</a:t></a:r><a:endParaRPr sz="850"><a:latin typeface="Verdana"/><a:cs typeface="Verdana"/></a:endParaRPr></a:p><a:p><a:pPr marL="12700"><a:lnSpc><a:spcPct val="100000"/></a:lnSpc><a:spcBef><a:spcPts val="15"/></a:spcBef></a:pPr><a:r><a:rPr dirty="0" sz="850"><a:latin typeface="Verdana"/><a:cs typeface="Verdana"/></a:rPr><a:t>SUB: 18</a:t></a:r><a:r><a:rPr dirty="0" sz="850" spc="5"><a:latin typeface="Verdana"/><a:cs typeface="Verdana"/></a:rPr><a:t> </a:t></a:r><a:r><a:rPr dirty="0" sz="850"><a:latin typeface="Verdana"/><a:cs typeface="Verdana"/></a:rPr><a:t>points</a:t></a:r><a:r><a:rPr dirty="0" sz="850" spc="5"><a:latin typeface="Verdana"/><a:cs typeface="Verdana"/></a:rPr><a:t> </a:t></a:r><a:r><a:rPr dirty="0" sz="850" spc="-10"><a:latin typeface="Verdana"/><a:cs typeface="Verdana"/></a:rPr><a:t>(0.25&quot;)</a:t></a:r><a:endParaRPr sz="850"><a:latin typeface="Verdana"/><a:cs typeface="Verdana"/></a:endParaRPr></a:p><a:p><a:pPr marL="12700"><a:lnSpc><a:spcPct val="100000"/></a:lnSpc><a:spcBef><a:spcPts val="15"/></a:spcBef></a:pPr><a:r><a:rPr dirty="0" sz="850"><a:latin typeface="Verdana"/><a:cs typeface="Verdana"/></a:rPr><a:t>BODY: 12</a:t></a:r><a:r><a:rPr dirty="0" sz="850" spc="5"><a:latin typeface="Verdana"/><a:cs typeface="Verdana"/></a:rPr><a:t> </a:t></a:r><a:r><a:rPr dirty="0" sz="850"><a:latin typeface="Verdana"/><a:cs typeface="Verdana"/></a:rPr><a:t>points</a:t></a:r><a:r><a:rPr dirty="0" sz="850" spc="5"><a:latin typeface="Verdana"/><a:cs typeface="Verdana"/></a:rPr><a:t> </a:t></a:r><a:r><a:rPr dirty="0" sz="850" spc="-10"><a:latin typeface="Verdana"/><a:cs typeface="Verdana"/></a:rPr><a:t>(0.167&quot;)</a:t></a:r><a:endParaRPr sz="850"><a:latin typeface="Verdana"/><a:cs typeface="Verdana"/></a:endParaRPr></a:p></p:txBody></p:sp><p:sp><p:nvSpPr><p:cNvPr id="48" name="object 48"/><p:cNvSpPr/><p:nvPr/></p:nvSpPr><p:spPr><a:xfrm><a:off x="8609782" y="7931735"/><a:ext cx="17145" cy="17145"/></a:xfrm><a:custGeom><a:avLst/><a:gdLst/><a:ahLst/><a:cxnLst/><a:rect l="l" t="t" r="r" b="b"/><a:pathLst><a:path w="17145" h="17145"><a:moveTo><a:pt x="17063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9" name="object 49"/><p:cNvSpPr/><p:nvPr/></p:nvSpPr><p:spPr><a:xfrm><a:off x="8609782" y="9048629"/><a:ext cx="17145" cy="17145"/></a:xfrm><a:custGeom><a:avLst/><a:gdLst/><a:ahLst/><a:cxnLst/><a:rect l="l" t="t" r="r" b="b"/><a:pathLst><a:path w="17145" h="17145"><a:moveTo><a:pt x="0" y="0"/></a:moveTo><a:lnTo><a:pt x="17063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50" name="object 50"/><p:cNvSpPr/><p:nvPr/></p:nvSpPr><p:spPr><a:xfrm><a:off x="8035900" y="9433803"/><a:ext cx="17145" cy="17145"/></a:xfrm><a:custGeom><a:avLst/><a:gdLst/><a:ahLst/><a:cxnLst/><a:rect l="l" t="t" r="r" b="b"/><a:pathLst><a:path w="17145" h="17145"><a:moveTo><a:pt x="0" y="17063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" name="object 51"/><p:cNvSpPr/><p:nvPr/></p:nvSpPr><p:spPr><a:xfrm><a:off x="5243687" y="9433803"/><a:ext cx="17145" cy="17145"/></a:xfrm><a:custGeom><a:avLst/><a:gdLst/><a:ahLst/><a:cxnLst/><a:rect l="l" t="t" r="r" b="b"/><a:pathLst><a:path w="17145" h="17145"><a:moveTo><a:pt x="17063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graphicFrame><p:nvGraphicFramePr><p:cNvPr id="52" name="object 52"/><p:cNvGraphicFramePr><a:graphicFrameLocks noGrp="1"/></p:cNvGraphicFramePr><p:nvPr/></p:nvGraphicFramePr><p:xfrm><a:off x="5248340" y="7936387"/><a:ext cx="3450590" cy="1501140"/></p:xfrm><a:graphic><a:graphicData uri="http://schemas.openxmlformats.org/drawingml/2006/table"><a:tbl><a:tblPr firstRow="1" bandRow="1"><a:tableStyleId>{2D5ABB26-0587-4C30-8999-92F81FD0307C}</a:tableStyleId></a:tblPr><a:tblGrid><a:gridCol w="2792095"/><a:gridCol w="574040"/></a:tblGrid><a:tr h="1116330"><a:tc><a:txBody><a:bodyPr/><a:lstStyle/><a:p><a:pPr algn="ctr" marL="666750" marR="756920"><a:lnSpc><a:spcPct val="101099"/></a:lnSpc><a:spcBef><a:spcPts val="370"/></a:spcBef></a:pPr><a:r><a:rPr dirty="0" sz="2200" spc="-10"><a:latin typeface="Verdana"/><a:cs typeface="Verdana"/></a:rPr><a:t>ENERGY STORAGE SYSTEM</a:t></a:r><a:endParaRPr sz="2200"><a:latin typeface="Verdana"/><a:cs typeface="Verdana"/></a:endParaRPr></a:p></a:txBody><a:tcPr marL="0" marR="0" marB="0" marT="4699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1200"><a:latin typeface="Times New Roman"/><a:cs typeface="Times New Roman"/></a:endParaRPr></a:p><a:p><a:pPr><a:lnSpc><a:spcPct val="100000"/></a:lnSpc><a:spcBef><a:spcPts val="150"/></a:spcBef></a:pPr><a:endParaRPr sz="1200"><a:latin typeface="Times New Roman"/><a:cs typeface="Times New Roman"/></a:endParaRPr></a:p><a:p><a:pPr algn="ctr"><a:lnSpc><a:spcPct val="100000"/></a:lnSpc><a:spcBef><a:spcPts val="5"/></a:spcBef></a:pPr><a:r><a:rPr dirty="0" sz="1200" spc="-25"><a:latin typeface="Verdana"/><a:cs typeface="Verdana"/></a:rPr><a:t>2&quot;</a:t></a:r><a:endParaRPr sz="1200"><a:latin typeface="Verdana"/><a:cs typeface="Verdana"/></a:endParaRPr></a:p></a:txBody><a:tcPr marL="0" marR="0" marB="0" marT="0" vert="vert270"><a:lnL w="9525"><a:solidFill><a:srgbClr val="000000"/></a:solidFill><a:prstDash val="solid"/></a:lnL><a:lnR w="317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/a:tr><a:tr h="384810"><a:tc><a:txBody><a:bodyPr/><a:lstStyle/><a:p><a:pPr><a:lnSpc><a:spcPct val="100000"/></a:lnSpc><a:spcBef><a:spcPts val="45"/></a:spcBef></a:pPr><a:endParaRPr sz="1200"><a:latin typeface="Times New Roman"/><a:cs typeface="Times New Roman"/></a:endParaRPr></a:p><a:p><a:pPr algn="ctr"><a:lnSpc><a:spcPct val="100000"/></a:lnSpc></a:pPr><a:r><a:rPr dirty="0" sz="1200" spc="-25"><a:latin typeface="Verdana"/><a:cs typeface="Verdana"/></a:rPr><a:t>5&quot;</a:t></a:r><a:endParaRPr sz="1200"><a:latin typeface="Verdana"/><a:cs typeface="Verdana"/></a:endParaRPr></a:p></a:txBody><a:tcPr marL="0" marR="0" marB="0" marT="5715"><a:lnL w="3175"><a:solidFill><a:srgbClr val="000000"/></a:solidFill><a:prstDash val="solid"/></a:lnL><a:lnR w="3175"><a:solidFill><a:srgbClr val="000000"/></a:solidFill><a:prstDash val="solid"/></a:lnR><a:lnT w="9525"><a:solidFill><a:srgbClr val="000000"/></a:solidFill><a:prstDash val="solid"/></a:lnT><a:lnB w="317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3175"><a:solidFill><a:srgbClr val="000000"/></a:solidFill><a:prstDash val="solid"/></a:lnL><a:lnT w="3175"><a:solidFill><a:srgbClr val="000000"/></a:solidFill><a:prstDash val="solid"/></a:lnT></a:tcPr></a:tc></a:tr></a:tbl></a:graphicData></a:graphic></p:graphicFrame><p:sp><p:nvSpPr><p:cNvPr id="53" name="object 53"/><p:cNvSpPr txBox="1"/><p:nvPr/></p:nvSpPr><p:spPr><a:xfrm><a:off x="5255031" y="10365033"/><a:ext cx="1024890" cy="314325"/></a:xfrm><a:prstGeom prst="rect"><a:avLst/></a:prstGeom></p:spPr><p:txBody><a:bodyPr wrap="square" lIns="0" tIns="27305" rIns="0" bIns="0" rtlCol="0" vert="horz"><a:spAutoFit/></a:bodyPr><a:lstStyle/><a:p><a:pPr marL="12700"><a:lnSpc><a:spcPct val="100000"/></a:lnSpc><a:spcBef><a:spcPts val="215"/></a:spcBef></a:pPr><a:r><a:rPr dirty="0" sz="850" spc="-10" b="1"><a:latin typeface="Verdana"/><a:cs typeface="Verdana"/></a:rPr><a:t>LOCATION:</a:t></a:r><a:endParaRPr sz="850"><a:latin typeface="Verdana"/><a:cs typeface="Verdana"/></a:endParaRPr></a:p><a:p><a:pPr marL="12700"><a:lnSpc><a:spcPct val="100000"/></a:lnSpc><a:spcBef><a:spcPts val="115"/></a:spcBef></a:pPr><a:r><a:rPr dirty="0" sz="850"><a:latin typeface="Verdana"/><a:cs typeface="Verdana"/></a:rPr><a:t>BESS </a:t></a:r><a:r><a:rPr dirty="0" sz="850" spc="-10"><a:latin typeface="Verdana"/><a:cs typeface="Verdana"/></a:rPr><a:t>ENCLOSURE</a:t></a:r><a:endParaRPr sz="850"><a:latin typeface="Verdana"/><a:cs typeface="Verdana"/></a:endParaRPr></a:p></p:txBody></p:sp><p:sp><p:nvSpPr><p:cNvPr id="54" name="object 54"/><p:cNvSpPr txBox="1"/><p:nvPr/></p:nvSpPr><p:spPr><a:xfrm><a:off x="6480272" y="10365033"/><a:ext cx="713105" cy="314325"/></a:xfrm><a:prstGeom prst="rect"><a:avLst/></a:prstGeom></p:spPr><p:txBody><a:bodyPr wrap="square" lIns="0" tIns="27305" rIns="0" bIns="0" rtlCol="0" vert="horz"><a:spAutoFit/></a:bodyPr><a:lstStyle/><a:p><a:pPr marL="12700"><a:lnSpc><a:spcPct val="100000"/></a:lnSpc><a:spcBef><a:spcPts val="215"/></a:spcBef></a:pPr><a:r><a:rPr dirty="0" sz="850" spc="-10" b="1"><a:latin typeface="Verdana"/><a:cs typeface="Verdana"/></a:rPr><a:t>QUANTITY:</a:t></a:r><a:endParaRPr sz="850"><a:latin typeface="Verdana"/><a:cs typeface="Verdana"/></a:endParaRPr></a:p><a:p><a:pPr marL="12700"><a:lnSpc><a:spcPct val="100000"/></a:lnSpc><a:spcBef><a:spcPts val="115"/></a:spcBef></a:pPr><a:r><a:rPr dirty="0" sz="850" spc="-50"><a:latin typeface="Verdana"/><a:cs typeface="Verdana"/></a:rPr><a:t>1</a:t></a:r><a:endParaRPr sz="850"><a:latin typeface="Verdana"/><a:cs typeface="Verdana"/></a:endParaRPr></a:p></p:txBody></p:sp><p:sp><p:nvSpPr><p:cNvPr id="55" name="object 55"/><p:cNvSpPr txBox="1"/><p:nvPr/></p:nvSpPr><p:spPr><a:xfrm><a:off x="7687441" y="10365033"/><a:ext cx="979805" cy="314325"/></a:xfrm><a:prstGeom prst="rect"><a:avLst/></a:prstGeom></p:spPr><p:txBody><a:bodyPr wrap="square" lIns="0" tIns="27305" rIns="0" bIns="0" rtlCol="0" vert="horz"><a:spAutoFit/></a:bodyPr><a:lstStyle/><a:p><a:pPr marL="12700"><a:lnSpc><a:spcPct val="100000"/></a:lnSpc><a:spcBef><a:spcPts val="215"/></a:spcBef></a:pPr><a:r><a:rPr dirty="0" sz="850" spc="-10" b="1"><a:latin typeface="Verdana"/><a:cs typeface="Verdana"/></a:rPr><a:t>TEXT:</a:t></a:r><a:endParaRPr sz="850"><a:latin typeface="Verdana"/><a:cs typeface="Verdana"/></a:endParaRPr></a:p><a:p><a:pPr marL="12700"><a:lnSpc><a:spcPct val="100000"/></a:lnSpc><a:spcBef><a:spcPts val="115"/></a:spcBef></a:pPr><a:r><a:rPr dirty="0" sz="850"><a:latin typeface="Verdana"/><a:cs typeface="Verdana"/></a:rPr><a:t>28</a:t></a:r><a:r><a:rPr dirty="0" sz="850" spc="5"><a:latin typeface="Verdana"/><a:cs typeface="Verdana"/></a:rPr><a:t> </a:t></a:r><a:r><a:rPr dirty="0" sz="850"><a:latin typeface="Verdana"/><a:cs typeface="Verdana"/></a:rPr><a:t>point</a:t></a:r><a:r><a:rPr dirty="0" sz="850" spc="5"><a:latin typeface="Verdana"/><a:cs typeface="Verdana"/></a:rPr><a:t> </a:t></a:r><a:r><a:rPr dirty="0" sz="850" spc="-10"><a:latin typeface="Verdana"/><a:cs typeface="Verdana"/></a:rPr><a:t>(0.281&quot;)</a:t></a:r><a:endParaRPr sz="850"><a:latin typeface="Verdana"/><a:cs typeface="Verdana"/></a:endParaRPr></a:p></p:txBody></p:sp><p:sp><p:nvSpPr><p:cNvPr id="56" name="object 56"/><p:cNvSpPr txBox="1"/><p:nvPr/></p:nvSpPr><p:spPr><a:xfrm><a:off x="694737" y="7393566"/><a:ext cx="711200" cy="156210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10" b="1"><a:latin typeface="Verdana"/><a:cs typeface="Verdana"/></a:rPr><a:t>LOCATION:</a:t></a:r><a:endParaRPr sz="850"><a:latin typeface="Verdana"/><a:cs typeface="Verdana"/></a:endParaRPr></a:p></p:txBody></p:sp><p:sp><p:nvSpPr><p:cNvPr id="57" name="object 57"/><p:cNvSpPr txBox="1"/><p:nvPr/></p:nvSpPr><p:spPr><a:xfrm><a:off x="1918356" y="7393566"/><a:ext cx="713105" cy="156210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10" b="1"><a:latin typeface="Verdana"/><a:cs typeface="Verdana"/></a:rPr><a:t>QUANTITY:</a:t></a:r><a:endParaRPr sz="850"><a:latin typeface="Verdana"/><a:cs typeface="Verdana"/></a:endParaRPr></a:p></p:txBody></p:sp><p:sp><p:nvSpPr><p:cNvPr id="58" name="object 58"/><p:cNvSpPr txBox="1"/><p:nvPr/></p:nvSpPr><p:spPr><a:xfrm><a:off x="3129248" y="7393566"/><a:ext cx="374650" cy="156210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10" b="1"><a:latin typeface="Verdana"/><a:cs typeface="Verdana"/></a:rPr><a:t>TEXT:</a:t></a:r><a:endParaRPr sz="850"><a:latin typeface="Verdana"/><a:cs typeface="Verdana"/></a:endParaRPr></a:p></p:txBody></p:sp><p:sp><p:nvSpPr><p:cNvPr id="59" name="object 59"/><p:cNvSpPr/><p:nvPr/></p:nvSpPr><p:spPr><a:xfrm><a:off x="8609782" y="10798353"/><a:ext cx="17145" cy="17145"/></a:xfrm><a:custGeom><a:avLst/><a:gdLst/><a:ahLst/><a:cxnLst/><a:rect l="l" t="t" r="r" b="b"/><a:pathLst><a:path w="17145" h="17145"><a:moveTo><a:pt x="17063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0" name="object 60"/><p:cNvSpPr/><p:nvPr/></p:nvSpPr><p:spPr><a:xfrm><a:off x="8609782" y="11915247"/><a:ext cx="17145" cy="17145"/></a:xfrm><a:custGeom><a:avLst/><a:gdLst/><a:ahLst/><a:cxnLst/><a:rect l="l" t="t" r="r" b="b"/><a:pathLst><a:path w="17145" h="17145"><a:moveTo><a:pt x="0" y="0"/></a:moveTo><a:lnTo><a:pt x="17063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61" name="object 61"/><p:cNvSpPr/><p:nvPr/></p:nvSpPr><p:spPr><a:xfrm><a:off x="8035900" y="12300421"/><a:ext cx="17145" cy="17145"/></a:xfrm><a:custGeom><a:avLst/><a:gdLst/><a:ahLst/><a:cxnLst/><a:rect l="l" t="t" r="r" b="b"/><a:pathLst><a:path w="17145" h="17145"><a:moveTo><a:pt x="0" y="17063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2" name="object 62"/><p:cNvSpPr/><p:nvPr/></p:nvSpPr><p:spPr><a:xfrm><a:off x="5243687" y="12300421"/><a:ext cx="17145" cy="17145"/></a:xfrm><a:custGeom><a:avLst/><a:gdLst/><a:ahLst/><a:cxnLst/><a:rect l="l" t="t" r="r" b="b"/><a:pathLst><a:path w="17145" h="17145"><a:moveTo><a:pt x="17063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graphicFrame><p:nvGraphicFramePr><p:cNvPr id="63" name="object 63"/><p:cNvGraphicFramePr><a:graphicFrameLocks noGrp="1"/></p:cNvGraphicFramePr><p:nvPr/></p:nvGraphicFramePr><p:xfrm><a:off x="5248340" y="10803005"/><a:ext cx="3450590" cy="1501140"/></p:xfrm><a:graphic><a:graphicData uri="http://schemas.openxmlformats.org/drawingml/2006/table"><a:tbl><a:tblPr firstRow="1" bandRow="1"><a:tableStyleId>{2D5ABB26-0587-4C30-8999-92F81FD0307C}</a:tableStyleId></a:tblPr><a:tblGrid><a:gridCol w="2792095"/><a:gridCol w="574040"/></a:tblGrid><a:tr h="1116330"><a:tc><a:txBody><a:bodyPr/><a:lstStyle/><a:p><a:pPr algn="ctr" marL="561340" marR="627380"><a:lnSpc><a:spcPct val="101600"/></a:lnSpc><a:spcBef><a:spcPts val="1270"/></a:spcBef></a:pPr><a:r><a:rPr dirty="0" sz="1700"><a:latin typeface="Verdana"/><a:cs typeface="Verdana"/></a:rPr><a:t>LITHIUM </a:t></a:r><a:r><a:rPr dirty="0" sz="1700" spc="-20"><a:latin typeface="Verdana"/><a:cs typeface="Verdana"/></a:rPr><a:t>IRON </a:t></a:r><a:r><a:rPr dirty="0" sz="1700" spc="-10"><a:latin typeface="Verdana"/><a:cs typeface="Verdana"/></a:rPr><a:t>PHOSPHATE TECHNOLOGY</a:t></a:r><a:endParaRPr sz="1700"><a:latin typeface="Verdana"/><a:cs typeface="Verdana"/></a:endParaRPr></a:p></a:txBody><a:tcPr marL="0" marR="0" marB="0" marT="16129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1200"><a:latin typeface="Times New Roman"/><a:cs typeface="Times New Roman"/></a:endParaRPr></a:p><a:p><a:pPr><a:lnSpc><a:spcPct val="100000"/></a:lnSpc><a:spcBef><a:spcPts val="150"/></a:spcBef></a:pPr><a:endParaRPr sz="1200"><a:latin typeface="Times New Roman"/><a:cs typeface="Times New Roman"/></a:endParaRPr></a:p><a:p><a:pPr algn="ctr"><a:lnSpc><a:spcPct val="100000"/></a:lnSpc><a:spcBef><a:spcPts val="5"/></a:spcBef></a:pPr><a:r><a:rPr dirty="0" sz="1200" spc="-25"><a:latin typeface="Verdana"/><a:cs typeface="Verdana"/></a:rPr><a:t>2&quot;</a:t></a:r><a:endParaRPr sz="1200"><a:latin typeface="Verdana"/><a:cs typeface="Verdana"/></a:endParaRPr></a:p></a:txBody><a:tcPr marL="0" marR="0" marB="0" marT="0" vert="vert270"><a:lnL w="9525"><a:solidFill><a:srgbClr val="000000"/></a:solidFill><a:prstDash val="solid"/></a:lnL><a:lnR w="317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/a:tr><a:tr h="384810"><a:tc><a:txBody><a:bodyPr/><a:lstStyle/><a:p><a:pPr><a:lnSpc><a:spcPct val="100000"/></a:lnSpc><a:spcBef><a:spcPts val="45"/></a:spcBef></a:pPr><a:endParaRPr sz="1200"><a:latin typeface="Times New Roman"/><a:cs typeface="Times New Roman"/></a:endParaRPr></a:p><a:p><a:pPr algn="ctr"><a:lnSpc><a:spcPct val="100000"/></a:lnSpc></a:pPr><a:r><a:rPr dirty="0" sz="1200" spc="-25"><a:latin typeface="Verdana"/><a:cs typeface="Verdana"/></a:rPr><a:t>5&quot;</a:t></a:r><a:endParaRPr sz="1200"><a:latin typeface="Verdana"/><a:cs typeface="Verdana"/></a:endParaRPr></a:p></a:txBody><a:tcPr marL="0" marR="0" marB="0" marT="5715"><a:lnL w="3175"><a:solidFill><a:srgbClr val="000000"/></a:solidFill><a:prstDash val="solid"/></a:lnL><a:lnR w="3175"><a:solidFill><a:srgbClr val="000000"/></a:solidFill><a:prstDash val="solid"/></a:lnR><a:lnT w="9525"><a:solidFill><a:srgbClr val="000000"/></a:solidFill><a:prstDash val="solid"/></a:lnT><a:lnB w="317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3175"><a:solidFill><a:srgbClr val="000000"/></a:solidFill><a:prstDash val="solid"/></a:lnL><a:lnT w="3175"><a:solidFill><a:srgbClr val="000000"/></a:solidFill><a:prstDash val="solid"/></a:lnT></a:tcPr></a:tc></a:tr></a:tbl></a:graphicData></a:graphic></p:graphicFrame><p:sp><p:nvSpPr><p:cNvPr id="64" name="object 64"/><p:cNvSpPr/><p:nvPr/></p:nvSpPr><p:spPr><a:xfrm><a:off x="4049479" y="7931735"/><a:ext cx="17145" cy="17145"/></a:xfrm><a:custGeom><a:avLst/><a:gdLst/><a:ahLst/><a:cxnLst/><a:rect l="l" t="t" r="r" b="b"/><a:pathLst><a:path w="17145" h="17145"><a:moveTo><a:pt x="17063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5" name="object 65"/><p:cNvSpPr/><p:nvPr/></p:nvSpPr><p:spPr><a:xfrm><a:off x="4049479" y="9607077"/><a:ext cx="17145" cy="17145"/></a:xfrm><a:custGeom><a:avLst/><a:gdLst/><a:ahLst/><a:cxnLst/><a:rect l="l" t="t" r="r" b="b"/><a:pathLst><a:path w="17145" h="17145"><a:moveTo><a:pt x="0" y="0"/></a:moveTo><a:lnTo><a:pt x="17063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66" name="object 66"/><p:cNvSpPr/><p:nvPr/></p:nvSpPr><p:spPr><a:xfrm><a:off x="3475628" y="9992250"/><a:ext cx="17145" cy="17145"/></a:xfrm><a:custGeom><a:avLst/><a:gdLst/><a:ahLst/><a:cxnLst/><a:rect l="l" t="t" r="r" b="b"/><a:pathLst><a:path w="17145" h="17145"><a:moveTo><a:pt x="0" y="17063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7" name="object 67"/><p:cNvSpPr/><p:nvPr/></p:nvSpPr><p:spPr><a:xfrm><a:off x="683392" y="9992250"/><a:ext cx="17145" cy="17145"/></a:xfrm><a:custGeom><a:avLst/><a:gdLst/><a:ahLst/><a:cxnLst/><a:rect l="l" t="t" r="r" b="b"/><a:pathLst><a:path w="17145" h="17145"><a:moveTo><a:pt x="17063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graphicFrame><p:nvGraphicFramePr><p:cNvPr id="68" name="object 68"/><p:cNvGraphicFramePr><a:graphicFrameLocks noGrp="1"/></p:cNvGraphicFramePr><p:nvPr/></p:nvGraphicFramePr><p:xfrm><a:off x="688047" y="7936387"/><a:ext cx="3450590" cy="2059940"/></p:xfrm><a:graphic><a:graphicData uri="http://schemas.openxmlformats.org/drawingml/2006/table"><a:tbl><a:tblPr firstRow="1" bandRow="1"><a:tableStyleId>{2D5ABB26-0587-4C30-8999-92F81FD0307C}</a:tableStyleId></a:tblPr><a:tblGrid><a:gridCol w="2792095"/><a:gridCol w="573405"/></a:tblGrid><a:tr h="1675130"><a:tc><a:txBody><a:bodyPr/><a:lstStyle/><a:p><a:pPr algn="ctr" marL="447040" marR="437515" indent="-99695"><a:lnSpc><a:spcPct val="101099"/></a:lnSpc><a:spcBef><a:spcPts val="1235"/></a:spcBef></a:pPr><a:r><a:rPr dirty="0" sz="2200" spc="-10"><a:latin typeface="Verdana"/><a:cs typeface="Verdana"/></a:rPr><a:t>ENERGY STORAGE SYSTEM DISCONNECT</a:t></a:r><a:endParaRPr sz="2200"><a:latin typeface="Verdana"/><a:cs typeface="Verdana"/></a:endParaRPr></a:p></a:txBody><a:tcPr marL="0" marR="0" marB="0" marT="156845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1200"><a:latin typeface="Times New Roman"/><a:cs typeface="Times New Roman"/></a:endParaRPr></a:p><a:p><a:pPr><a:lnSpc><a:spcPct val="100000"/></a:lnSpc><a:spcBef><a:spcPts val="150"/></a:spcBef></a:pPr><a:endParaRPr sz="1200"><a:latin typeface="Times New Roman"/><a:cs typeface="Times New Roman"/></a:endParaRPr></a:p><a:p><a:pPr algn="ctr"><a:lnSpc><a:spcPct val="100000"/></a:lnSpc><a:spcBef><a:spcPts val="5"/></a:spcBef></a:pPr><a:r><a:rPr dirty="0" sz="1200" spc="-25"><a:latin typeface="Verdana"/><a:cs typeface="Verdana"/></a:rPr><a:t>3&quot;</a:t></a:r><a:endParaRPr sz="1200"><a:latin typeface="Verdana"/><a:cs typeface="Verdana"/></a:endParaRPr></a:p></a:txBody><a:tcPr marL="0" marR="0" marB="0" marT="0" vert="vert270"><a:lnL w="9525"><a:solidFill><a:srgbClr val="000000"/></a:solidFill><a:prstDash val="solid"/></a:lnL><a:lnR w="317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/a:tr><a:tr h="384810"><a:tc><a:txBody><a:bodyPr/><a:lstStyle/><a:p><a:pPr><a:lnSpc><a:spcPct val="100000"/></a:lnSpc><a:spcBef><a:spcPts val="45"/></a:spcBef></a:pPr><a:endParaRPr sz="1200"><a:latin typeface="Times New Roman"/><a:cs typeface="Times New Roman"/></a:endParaRPr></a:p><a:p><a:pPr algn="ctr"><a:lnSpc><a:spcPct val="100000"/></a:lnSpc></a:pPr><a:r><a:rPr dirty="0" sz="1200" spc="-25"><a:latin typeface="Verdana"/><a:cs typeface="Verdana"/></a:rPr><a:t>5&quot;</a:t></a:r><a:endParaRPr sz="1200"><a:latin typeface="Verdana"/><a:cs typeface="Verdana"/></a:endParaRPr></a:p></a:txBody><a:tcPr marL="0" marR="0" marB="0" marT="5715"><a:lnL w="3175"><a:solidFill><a:srgbClr val="000000"/></a:solidFill><a:prstDash val="solid"/></a:lnL><a:lnR w="3175"><a:solidFill><a:srgbClr val="000000"/></a:solidFill><a:prstDash val="solid"/></a:lnR><a:lnT w="9525"><a:solidFill><a:srgbClr val="000000"/></a:solidFill><a:prstDash val="solid"/></a:lnT><a:lnB w="317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3175"><a:solidFill><a:srgbClr val="000000"/></a:solidFill><a:prstDash val="solid"/></a:lnL><a:lnT w="3175"><a:solidFill><a:srgbClr val="000000"/></a:solidFill><a:prstDash val="solid"/></a:lnT></a:tcPr></a:tc></a:tr></a:tbl></a:graphicData></a:graphic></p:graphicFrame><p:sp><p:nvSpPr><p:cNvPr id="69" name="object 69"/><p:cNvSpPr txBox="1"/><p:nvPr/></p:nvSpPr><p:spPr><a:xfrm><a:off x="694737" y="10260169"/><a:ext cx="1024890" cy="419100"/></a:xfrm><a:prstGeom prst="rect"><a:avLst/></a:prstGeom></p:spPr><p:txBody><a:bodyPr wrap="square" lIns="0" tIns="11430" rIns="0" bIns="0" rtlCol="0" vert="horz"><a:spAutoFit/></a:bodyPr><a:lstStyle/><a:p><a:pPr marL="12700" marR="5080"><a:lnSpc><a:spcPct val="101499"/></a:lnSpc><a:spcBef><a:spcPts val="90"/></a:spcBef></a:pPr><a:endParaRPr sz="850"><a:latin typeface="Verdana"/><a:cs typeface="Verdana"/></a:endParaRPr><a:r><a:rPr dirty="0" sz="850" spc="-10" b="1"><a:latin typeface="Verdana"/><a:t>LOCATION: BESS ENCLOSURE ({{INV_MFR}})</a:t></a:r></a:p></p:txBody></p:sp><p:sp><p:nvSpPr><p:cNvPr id="70" name="object 70"/><p:cNvSpPr txBox="1"/><p:nvPr/></p:nvSpPr><p:spPr><a:xfrm><a:off x="1918356" y="10260169"/><a:ext cx="713105" cy="287655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10" b="1"><a:latin typeface="Verdana"/><a:cs typeface="Verdana"/></a:rPr><a:t>QUANTITY:</a:t></a:r><a:endParaRPr sz="850"><a:latin typeface="Verdana"/><a:cs typeface="Verdana"/></a:endParaRPr></a:p><a:p><a:pPr marL="12700"><a:lnSpc><a:spcPct val="100000"/></a:lnSpc><a:spcBef><a:spcPts val="15"/></a:spcBef></a:pPr><a:r><a:rPr dirty="0" sz="850" spc="-50"><a:latin typeface="Verdana"/><a:cs typeface="Verdana"/></a:rPr><a:t>1</a:t></a:r><a:endParaRPr sz="850"><a:latin typeface="Verdana"/><a:cs typeface="Verdana"/></a:endParaRPr></a:p></p:txBody></p:sp><p:sp><p:nvSpPr><p:cNvPr id="71" name="object 71"/><p:cNvSpPr txBox="1"/><p:nvPr/></p:nvSpPr><p:spPr><a:xfrm><a:off x="3129248" y="10260169"/><a:ext cx="979805" cy="287655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10" b="1"><a:latin typeface="Verdana"/><a:cs typeface="Verdana"/></a:rPr><a:t>TEXT:</a:t></a:r><a:endParaRPr sz="850"><a:latin typeface="Verdana"/><a:cs typeface="Verdana"/></a:endParaRPr></a:p><a:p><a:pPr marL="12700"><a:lnSpc><a:spcPct val="100000"/></a:lnSpc><a:spcBef><a:spcPts val="15"/></a:spcBef></a:pPr><a:r><a:rPr dirty="0" sz="850"><a:latin typeface="Verdana"/><a:cs typeface="Verdana"/></a:rPr><a:t>36</a:t></a:r><a:r><a:rPr dirty="0" sz="850" spc="5"><a:latin typeface="Verdana"/><a:cs typeface="Verdana"/></a:rPr><a:t> </a:t></a:r><a:r><a:rPr dirty="0" sz="850"><a:latin typeface="Verdana"/><a:cs typeface="Verdana"/></a:rPr><a:t>point</a:t></a:r><a:r><a:rPr dirty="0" sz="850" spc="5"><a:latin typeface="Verdana"/><a:cs typeface="Verdana"/></a:rPr><a:t> </a:t></a:r><a:r><a:rPr dirty="0" sz="850" spc="-10"><a:latin typeface="Verdana"/><a:cs typeface="Verdana"/></a:rPr><a:t>(0.359&quot;)</a:t></a:r><a:endParaRPr sz="850"><a:latin typeface="Verdana"/><a:cs typeface="Verdana"/></a:endParaRPr></a:p></p:txBody></p:sp><p:sp><p:nvSpPr><p:cNvPr id="72" name="object 72"/><p:cNvSpPr/><p:nvPr/></p:nvSpPr><p:spPr><a:xfrm><a:off x="4049479" y="10798353"/><a:ext cx="17145" cy="17145"/></a:xfrm><a:custGeom><a:avLst/><a:gdLst/><a:ahLst/><a:cxnLst/><a:rect l="l" t="t" r="r" b="b"/><a:pathLst><a:path w="17145" h="17145"><a:moveTo><a:pt x="17063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3" name="object 73"/><p:cNvSpPr/><p:nvPr/></p:nvSpPr><p:spPr><a:xfrm><a:off x="4049479" y="12473695"/><a:ext cx="17145" cy="17145"/></a:xfrm><a:custGeom><a:avLst/><a:gdLst/><a:ahLst/><a:cxnLst/><a:rect l="l" t="t" r="r" b="b"/><a:pathLst><a:path w="17145" h="17145"><a:moveTo><a:pt x="0" y="0"/></a:moveTo><a:lnTo><a:pt x="17063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74" name="object 74"/><p:cNvSpPr/><p:nvPr/></p:nvSpPr><p:spPr><a:xfrm><a:off x="3475628" y="12858868"/><a:ext cx="17145" cy="17145"/></a:xfrm><a:custGeom><a:avLst/><a:gdLst/><a:ahLst/><a:cxnLst/><a:rect l="l" t="t" r="r" b="b"/><a:pathLst><a:path w="17145" h="17145"><a:moveTo><a:pt x="0" y="17063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5" name="object 75"/><p:cNvSpPr/><p:nvPr/></p:nvSpPr><p:spPr><a:xfrm><a:off x="683392" y="12858868"/><a:ext cx="17145" cy="17145"/></a:xfrm><a:custGeom><a:avLst/><a:gdLst/><a:ahLst/><a:cxnLst/><a:rect l="l" t="t" r="r" b="b"/><a:pathLst><a:path w="17145" h="17145"><a:moveTo><a:pt x="17063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graphicFrame><p:nvGraphicFramePr><p:cNvPr id="76" name="object 76"/><p:cNvGraphicFramePr><a:graphicFrameLocks noGrp="1"/></p:cNvGraphicFramePr><p:nvPr/></p:nvGraphicFramePr><p:xfrm><a:off x="688047" y="10803005"/><a:ext cx="3450590" cy="2059940"/></p:xfrm><a:graphic><a:graphicData uri="http://schemas.openxmlformats.org/drawingml/2006/table"><a:tbl><a:tblPr firstRow="1" bandRow="1"><a:tableStyleId>{2D5ABB26-0587-4C30-8999-92F81FD0307C}</a:tableStyleId></a:tblPr><a:tblGrid><a:gridCol w="2792095"/><a:gridCol w="573405"/></a:tblGrid><a:tr h="1675130"><a:tc><a:txBody><a:bodyPr/><a:lstStyle/><a:p><a:pPr algn="ctr" marL="666750" marR="673100" indent="-84455"><a:lnSpc><a:spcPct val="101099"/></a:lnSpc><a:spcBef><a:spcPts val="1235"/></a:spcBef></a:pPr><a:r><a:rPr dirty="0" sz="2200" spc="-10"><a:latin typeface="Verdana"/><a:cs typeface="Verdana"/></a:rPr><a:t>ENERGY STORAGE SYSTEM INVERTER</a:t></a:r><a:endParaRPr sz="2200"><a:latin typeface="Verdana"/><a:cs typeface="Verdana"/></a:endParaRPr></a:p></a:txBody><a:tcPr marL="0" marR="0" marB="0" marT="156845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1200"><a:latin typeface="Times New Roman"/><a:cs typeface="Times New Roman"/></a:endParaRPr></a:p><a:p><a:pPr><a:lnSpc><a:spcPct val="100000"/></a:lnSpc><a:spcBef><a:spcPts val="150"/></a:spcBef></a:pPr><a:endParaRPr sz="1200"><a:latin typeface="Times New Roman"/><a:cs typeface="Times New Roman"/></a:endParaRPr></a:p><a:p><a:pPr algn="ctr"><a:lnSpc><a:spcPct val="100000"/></a:lnSpc><a:spcBef><a:spcPts val="5"/></a:spcBef></a:pPr><a:r><a:rPr dirty="0" sz="1200" spc="-25"><a:latin typeface="Verdana"/><a:cs typeface="Verdana"/></a:rPr><a:t>3&quot;</a:t></a:r><a:endParaRPr sz="1200"><a:latin typeface="Verdana"/><a:cs typeface="Verdana"/></a:endParaRPr></a:p></a:txBody><a:tcPr marL="0" marR="0" marB="0" marT="0" vert="vert270"><a:lnL w="9525"><a:solidFill><a:srgbClr val="000000"/></a:solidFill><a:prstDash val="solid"/></a:lnL><a:lnR w="317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/a:tr><a:tr h="384810"><a:tc><a:txBody><a:bodyPr/><a:lstStyle/><a:p><a:pPr><a:lnSpc><a:spcPct val="100000"/></a:lnSpc><a:spcBef><a:spcPts val="45"/></a:spcBef></a:pPr><a:endParaRPr sz="1200"><a:latin typeface="Times New Roman"/><a:cs typeface="Times New Roman"/></a:endParaRPr></a:p><a:p><a:pPr algn="ctr"><a:lnSpc><a:spcPct val="100000"/></a:lnSpc></a:pPr><a:r><a:rPr dirty="0" sz="1200" spc="-25"><a:latin typeface="Verdana"/><a:cs typeface="Verdana"/></a:rPr><a:t>5&quot;</a:t></a:r><a:endParaRPr sz="1200"><a:latin typeface="Verdana"/><a:cs typeface="Verdana"/></a:endParaRPr></a:p></a:txBody><a:tcPr marL="0" marR="0" marB="0" marT="5715"><a:lnL w="3175"><a:solidFill><a:srgbClr val="000000"/></a:solidFill><a:prstDash val="solid"/></a:lnL><a:lnR w="3175"><a:solidFill><a:srgbClr val="000000"/></a:solidFill><a:prstDash val="solid"/></a:lnR><a:lnT w="9525"><a:solidFill><a:srgbClr val="000000"/></a:solidFill><a:prstDash val="solid"/></a:lnT><a:lnB w="317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3175"><a:solidFill><a:srgbClr val="000000"/></a:solidFill><a:prstDash val="solid"/></a:lnL><a:lnT w="3175"><a:solidFill><a:srgbClr val="000000"/></a:solidFill><a:prstDash val="solid"/></a:lnT></a:tcPr></a:tc></a:tr></a:tbl></a:graphicData></a:graphic></p:graphicFrame><p:sp><p:nvSpPr><p:cNvPr id="77" name="object 77"/><p:cNvSpPr txBox="1"/><p:nvPr/></p:nvSpPr><p:spPr><a:xfrm><a:off x="8284796" y="1088824"/><a:ext cx="5584825" cy="772795"/></a:xfrm><a:prstGeom prst="rect"><a:avLst/></a:prstGeom><a:ln w="7756"><a:solidFill><a:srgbClr val="000000"/></a:solidFill></a:ln></p:spPr><p:txBody><a:bodyPr wrap="square" lIns="0" tIns="4445" rIns="0" bIns="0" rtlCol="0" vert="horz"><a:spAutoFit/></a:bodyPr><a:lstStyle/><a:p><a:pPr algn="ctr" marL="1905"><a:lnSpc><a:spcPct val="100000"/></a:lnSpc><a:spcBef><a:spcPts val="35"/></a:spcBef></a:pPr><a:r><a:rPr dirty="0" sz="2050" spc="-10"><a:solidFill><a:srgbClr val="FF0000"/></a:solidFill><a:latin typeface="Verdana"/><a:cs typeface="Verdana"/></a:rPr><a:t>CAUTION:</a:t></a:r><a:endParaRPr sz="2050"><a:latin typeface="Verdana"/><a:cs typeface="Verdana"/></a:endParaRPr></a:p><a:p><a:pPr algn="ctr" marL="284480" marR="264795" indent="-67945"><a:lnSpc><a:spcPct val="102299"/></a:lnSpc><a:spcBef><a:spcPts val="10"/></a:spcBef></a:pPr><a:r><a:rPr dirty="0" sz="1450"><a:latin typeface="Verdana"/><a:cs typeface="Verdana"/></a:rPr><a:t>THIS</a:t></a:r><a:r><a:rPr dirty="0" sz="1450" spc="55"><a:latin typeface="Verdana"/><a:cs typeface="Verdana"/></a:rPr><a:t> </a:t></a:r><a:r><a:rPr dirty="0" sz="1450"><a:latin typeface="Verdana"/><a:cs typeface="Verdana"/></a:rPr><a:t>SERVICE</a:t></a:r><a:r><a:rPr dirty="0" sz="1450" spc="60"><a:latin typeface="Verdana"/><a:cs typeface="Verdana"/></a:rPr><a:t> </a:t></a:r><a:r><a:rPr dirty="0" sz="1450"><a:latin typeface="Verdana"/><a:cs typeface="Verdana"/></a:rPr><a:t>SUPPLIED</a:t></a:r><a:r><a:rPr dirty="0" sz="1450" spc="60"><a:latin typeface="Verdana"/><a:cs typeface="Verdana"/></a:rPr><a:t> </a:t></a:r><a:r><a:rPr dirty="0" sz="1450"><a:latin typeface="Verdana"/><a:cs typeface="Verdana"/></a:rPr><a:t>BY</a:t></a:r><a:r><a:rPr dirty="0" sz="1450" spc="60"><a:latin typeface="Verdana"/><a:cs typeface="Verdana"/></a:rPr><a:t> </a:t></a:r><a:r><a:rPr dirty="0" sz="1450"><a:latin typeface="Verdana"/><a:cs typeface="Verdana"/></a:rPr><a:t>ALTERNATIVE</a:t></a:r><a:r><a:rPr dirty="0" sz="1450" spc="60"><a:latin typeface="Verdana"/><a:cs typeface="Verdana"/></a:rPr><a:t> </a:t></a:r><a:r><a:rPr dirty="0" sz="1450" spc="-10"><a:latin typeface="Verdana"/><a:cs typeface="Verdana"/></a:rPr><a:t>POWER </a:t></a:r><a:r><a:rPr dirty="0" sz="1450"><a:latin typeface="Verdana"/><a:cs typeface="Verdana"/></a:rPr><a:t>SOURCES</a:t></a:r><a:r><a:rPr dirty="0" sz="1450" spc="65"><a:latin typeface="Verdana"/><a:cs typeface="Verdana"/></a:rPr><a:t> </a:t></a:r><a:r><a:rPr dirty="0" sz="1450"><a:latin typeface="Verdana"/><a:cs typeface="Verdana"/></a:rPr><a:t>WITH</a:t></a:r><a:r><a:rPr dirty="0" sz="1450" spc="65"><a:latin typeface="Verdana"/><a:cs typeface="Verdana"/></a:rPr><a:t> </a:t></a:r><a:r><a:rPr dirty="0" sz="1450"><a:latin typeface="Verdana"/><a:cs typeface="Verdana"/></a:rPr><a:t>DISCONNECTS</a:t></a:r><a:r><a:rPr dirty="0" sz="1450" spc="65"><a:latin typeface="Verdana"/><a:cs typeface="Verdana"/></a:rPr><a:t> </a:t></a:r><a:r><a:rPr dirty="0" sz="1450"><a:latin typeface="Verdana"/><a:cs typeface="Verdana"/></a:rPr><a:t>LOCATED</a:t></a:r><a:r><a:rPr dirty="0" sz="1450" spc="70"><a:latin typeface="Verdana"/><a:cs typeface="Verdana"/></a:rPr><a:t> </a:t></a:r><a:r><a:rPr dirty="0" sz="1450"><a:latin typeface="Verdana"/><a:cs typeface="Verdana"/></a:rPr><a:t>AS</a:t></a:r><a:r><a:rPr dirty="0" sz="1450" spc="65"><a:latin typeface="Verdana"/><a:cs typeface="Verdana"/></a:rPr><a:t> </a:t></a:r><a:r><a:rPr dirty="0" sz="1450" spc="-10"><a:latin typeface="Verdana"/><a:cs typeface="Verdana"/></a:rPr><a:t>SHOWN</a:t></a:r><a:endParaRPr sz="1450"><a:latin typeface="Verdana"/><a:cs typeface="Verdana"/></a:endParaRPr></a:p></p:txBody></p:sp><p:grpSp><p:nvGrpSpPr><p:cNvPr id="78" name="object 78"/><p:cNvGrpSpPr/><p:nvPr/></p:nvGrpSpPr><p:grpSpPr><a:xfrm><a:off x="8267098" y="1084697"/><a:ext cx="5620385" cy="6014085"/><a:chOff x="8267098" y="1084697"/><a:chExt cx="5620385" cy="6014085"/></a:xfrm></p:grpSpPr><p:sp><p:nvSpPr><p:cNvPr id="79" name="object 79"/><p:cNvSpPr/><p:nvPr/></p:nvSpPr><p:spPr><a:xfrm><a:off x="8284797" y="1088824"/><a:ext cx="5584825" cy="5584825"/></a:xfrm><a:custGeom><a:avLst/><a:gdLst/><a:ahLst/><a:cxnLst/><a:rect l="l" t="t" r="r" b="b"/><a:pathLst><a:path w="5584825" h="5584825"><a:moveTo><a:pt x="0" y="0"/></a:moveTo><a:lnTo><a:pt x="5584471" y="0"/></a:lnTo><a:lnTo><a:pt x="5584471" y="5584471"/></a:lnTo><a:lnTo><a:pt x="0" y="5584471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80" name="object 80"/><p:cNvSpPr/><p:nvPr/></p:nvSpPr><p:spPr><a:xfrm><a:off x="8284797" y="6742778"/><a:ext cx="5584825" cy="355600"/></a:xfrm><a:custGeom><a:avLst/><a:gdLst/><a:ahLst/><a:cxnLst/><a:rect l="l" t="t" r="r" b="b"/><a:pathLst><a:path w="5584825" h="355600"><a:moveTo><a:pt x="5584471" y="0"/></a:moveTo><a:lnTo><a:pt x="5584471" y="108788"/></a:lnTo></a:path><a:path w="5584825" h="355600"><a:moveTo><a:pt x="5584471" y="296876"/></a:moveTo><a:lnTo><a:pt x="5584471" y="315685"/></a:lnTo></a:path><a:path w="5584825" h="355600"><a:moveTo><a:pt x="5584471" y="108788"/></a:moveTo><a:lnTo><a:pt x="5584471" y="296876"/></a:lnTo></a:path><a:path w="5584825" h="355600"><a:moveTo><a:pt x="5584471" y="315685"/></a:moveTo><a:lnTo><a:pt x="5584471" y="355242"/></a:lnTo></a:path><a:path w="5584825" h="355600"><a:moveTo><a:pt x="0" y="31"/></a:moveTo><a:lnTo><a:pt x="0" y="315685"/></a:lnTo></a:path><a:path w="5584825" h="355600"><a:moveTo><a:pt x="0" y="315685"/></a:moveTo><a:lnTo><a:pt x="0" y="355242"/></a:lnTo></a:path><a:path w="5584825" h="355600"><a:moveTo><a:pt x="5584471" y="315685"/></a:moveTo><a:lnTo><a:pt x="0" y="315685"/></a:lnTo></a:path></a:pathLst></a:custGeom><a:ln w="3175"><a:solidFill><a:srgbClr val="000000"/></a:solidFill></a:ln></p:spPr><p:txBody><a:bodyPr wrap="square" lIns="0" tIns="0" rIns="0" bIns="0" rtlCol="0"/><a:lstStyle/><a:p/></p:txBody></p:sp><p:sp><p:nvSpPr><p:cNvPr id="81" name="object 81"/><p:cNvSpPr/><p:nvPr/></p:nvSpPr><p:spPr><a:xfrm><a:off x="13860737" y="7049931"/><a:ext cx="17145" cy="17145"/></a:xfrm><a:custGeom><a:avLst/><a:gdLst/><a:ahLst/><a:cxnLst/><a:rect l="l" t="t" r="r" b="b"/><a:pathLst><a:path w="17144" h="17145"><a:moveTo><a:pt x="0" y="17063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82" name="object 82"/><p:cNvSpPr/><p:nvPr/></p:nvSpPr><p:spPr><a:xfrm><a:off x="13869268" y="7058463"/><a:ext cx="17145" cy="0"/></a:xfrm><a:custGeom><a:avLst/><a:gdLst/><a:ahLst/><a:cxnLst/><a:rect l="l" t="t" r="r" b="b"/><a:pathLst><a:path w="17144" h="0"><a:moveTo><a:pt x="0" y="0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83" name="object 83"/><p:cNvSpPr/><p:nvPr/></p:nvSpPr><p:spPr><a:xfrm><a:off x="8276265" y="7049931"/><a:ext cx="17145" cy="17145"/></a:xfrm><a:custGeom><a:avLst/><a:gdLst/><a:ahLst/><a:cxnLst/><a:rect l="l" t="t" r="r" b="b"/><a:pathLst><a:path w="17145" h="17145"><a:moveTo><a:pt x="17063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84" name="object 84"/><p:cNvSpPr/><p:nvPr/></p:nvSpPr><p:spPr><a:xfrm><a:off x="8267733" y="7058463"/><a:ext cx="17145" cy="0"/></a:xfrm><a:custGeom><a:avLst/><a:gdLst/><a:ahLst/><a:cxnLst/><a:rect l="l" t="t" r="r" b="b"/><a:pathLst><a:path w="17145" h="0"><a:moveTo><a:pt x="17063" y="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/p:grpSp><p:sp><p:nvSpPr><p:cNvPr id="85" name="object 85"/><p:cNvSpPr txBox="1"/><p:nvPr/></p:nvSpPr><p:spPr><a:xfrm><a:off x="8285184" y="6839253"/><a:ext cx="5584190" cy="212090"/></a:xfrm><a:prstGeom prst="rect"><a:avLst/></a:prstGeom></p:spPr><p:txBody><a:bodyPr wrap="square" lIns="0" tIns="15240" rIns="0" bIns="0" rtlCol="0" vert="horz"><a:spAutoFit/></a:bodyPr><a:lstStyle/><a:p><a:pPr algn="ctr"><a:lnSpc><a:spcPct val="100000"/></a:lnSpc><a:spcBef><a:spcPts val="120"/></a:spcBef></a:pPr><a:r><a:rPr dirty="0" sz="1200" spc="-25"><a:latin typeface="Verdana"/><a:cs typeface="Verdana"/></a:rPr><a:t>10&quot;</a:t></a:r><a:endParaRPr sz="1200"><a:latin typeface="Verdana"/><a:cs typeface="Verdana"/></a:endParaRPr></a:p></p:txBody></p:sp><p:grpSp><p:nvGrpSpPr><p:cNvPr id="86" name="object 86"/><p:cNvGrpSpPr/><p:nvPr/></p:nvGrpSpPr><p:grpSpPr><a:xfrm><a:off x="13934561" y="1071127"/><a:ext cx="549275" cy="5620385"/><a:chOff x="13934561" y="1071127"/><a:chExt cx="549275" cy="5620385"/></a:xfrm></p:grpSpPr><p:sp><p:nvSpPr><p:cNvPr id="87" name="object 87"/><p:cNvSpPr/><p:nvPr/></p:nvSpPr><p:spPr><a:xfrm><a:off x="13935196" y="1088826"/><a:ext cx="548005" cy="5584825"/></a:xfrm><a:custGeom><a:avLst/><a:gdLst/><a:ahLst/><a:cxnLst/><a:rect l="l" t="t" r="r" b="b"/><a:pathLst><a:path w="548005" h="5584825"><a:moveTo><a:pt x="0" y="5584471"/></a:moveTo><a:lnTo><a:pt x="507954" y="5584471"/></a:lnTo></a:path><a:path w="548005" h="5584825"><a:moveTo><a:pt x="507954" y="5584471"/></a:moveTo><a:lnTo><a:pt x="547510" y="5584471"/></a:lnTo></a:path><a:path w="548005" h="5584825"><a:moveTo><a:pt x="0" y="0"/></a:moveTo><a:lnTo><a:pt x="507954" y="0"/></a:lnTo></a:path><a:path w="548005" h="5584825"><a:moveTo><a:pt x="507954" y="0"/></a:moveTo><a:lnTo><a:pt x="547510" y="0"/></a:lnTo></a:path><a:path w="548005" h="5584825"><a:moveTo><a:pt x="507954" y="5584471"/></a:moveTo><a:lnTo><a:pt x="507954" y="2976632"/></a:lnTo></a:path><a:path w="548005" h="5584825"><a:moveTo><a:pt x="507954" y="2607824"/></a:moveTo><a:lnTo><a:pt x="507954" y="0"/></a:lnTo></a:path><a:path w="548005" h="5584825"><a:moveTo><a:pt x="507954" y="2976632"/></a:moveTo><a:lnTo><a:pt x="507954" y="2607824"/></a:lnTo></a:path></a:pathLst></a:custGeom><a:ln w="3175"><a:solidFill><a:srgbClr val="000000"/></a:solidFill></a:ln></p:spPr><p:txBody><a:bodyPr wrap="square" lIns="0" tIns="0" rIns="0" bIns="0" rtlCol="0"/><a:lstStyle/><a:p/></p:txBody></p:sp><p:sp><p:nvSpPr><p:cNvPr id="88" name="object 88"/><p:cNvSpPr/><p:nvPr/></p:nvSpPr><p:spPr><a:xfrm><a:off x="14434619" y="6664766"/><a:ext cx="17145" cy="17145"/></a:xfrm><a:custGeom><a:avLst/><a:gdLst/><a:ahLst/><a:cxnLst/><a:rect l="l" t="t" r="r" b="b"/><a:pathLst><a:path w="17144" h="17145"><a:moveTo><a:pt x="0" y="0"/></a:moveTo><a:lnTo><a:pt x="17063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89" name="object 89"/><p:cNvSpPr/><p:nvPr/></p:nvSpPr><p:spPr><a:xfrm><a:off x="14443151" y="6673297"/><a:ext cx="0" cy="17145"/></a:xfrm><a:custGeom><a:avLst/><a:gdLst/><a:ahLst/><a:cxnLst/><a:rect l="l" t="t" r="r" b="b"/><a:pathLst><a:path w="0" h="17145"><a:moveTo><a:pt x="0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90" name="object 90"/><p:cNvSpPr/><p:nvPr/></p:nvSpPr><p:spPr><a:xfrm><a:off x="14434619" y="1080294"/><a:ext cx="17145" cy="17145"/></a:xfrm><a:custGeom><a:avLst/><a:gdLst/><a:ahLst/><a:cxnLst/><a:rect l="l" t="t" r="r" b="b"/><a:pathLst><a:path w="17144" h="17144"><a:moveTo><a:pt x="17063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91" name="object 91"/><p:cNvSpPr/><p:nvPr/></p:nvSpPr><p:spPr><a:xfrm><a:off x="14443151" y="1071762"/><a:ext cx="0" cy="17145"/></a:xfrm><a:custGeom><a:avLst/><a:gdLst/><a:ahLst/><a:cxnLst/><a:rect l="l" t="t" r="r" b="b"/><a:pathLst><a:path w="0" h="17144"><a:moveTo><a:pt x="0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/p:grpSp><p:sp><p:nvSpPr><p:cNvPr id="92" name="object 92"/><p:cNvSpPr txBox="1"/><p:nvPr/></p:nvSpPr><p:spPr><a:xfrm><a:off x="14223116" y="3733935"/><a:ext cx="213995" cy="294005"/></a:xfrm><a:prstGeom prst="rect"><a:avLst/></a:prstGeom></p:spPr><p:txBody><a:bodyPr wrap="square" lIns="0" tIns="15875" rIns="0" bIns="0" rtlCol="0" vert="vert270"><a:spAutoFit/></a:bodyPr><a:lstStyle/><a:p><a:pPr marL="12700"><a:lnSpc><a:spcPct val="100000"/></a:lnSpc><a:spcBef><a:spcPts val="125"/></a:spcBef></a:pPr><a:r><a:rPr dirty="0" sz="1200" spc="-25"><a:latin typeface="Verdana"/><a:cs typeface="Verdana"/></a:rPr><a:t>10&quot;</a:t></a:r><a:endParaRPr sz="1200"><a:latin typeface="Verdana"/><a:cs typeface="Verdana"/></a:endParaRPr></a:p></p:txBody></p:sp><p:grpSp><p:nvGrpSpPr><p:cNvPr id="93" name="object 93"/><p:cNvGrpSpPr/><p:nvPr/></p:nvGrpSpPr><p:grpSpPr><a:xfrm><a:off x="8404036" y="1861343"/><a:ext cx="5328285" cy="4384040"/><a:chOff x="8404036" y="1861343"/><a:chExt cx="5328285" cy="4384040"/></a:xfrm></p:grpSpPr><p:pic><p:nvPicPr><p:cNvPr id="94" name="object 94"/><p:cNvPicPr/><p:nvPr/></p:nvPicPr><p:blipFill><a:blip r:embed="rId5" cstate="print"/><a:stretch><a:fillRect/></a:stretch></p:blipFill><p:spPr><a:xfrm><a:off x="8406259" y="1861343"/><a:ext cx="5323397" cy="4381421"/></a:xfrm><a:prstGeom prst="rect"><a:avLst/></a:prstGeom></p:spPr></p:pic><p:sp><p:nvSpPr><p:cNvPr id="95" name="object 95"/><p:cNvSpPr/><p:nvPr/></p:nvSpPr><p:spPr><a:xfrm><a:off x="10953554" y="3797068"/><a:ext cx="243204" cy="686435"/></a:xfrm><a:custGeom><a:avLst/><a:gdLst/><a:ahLst/><a:cxnLst/><a:rect l="l" t="t" r="r" b="b"/><a:pathLst><a:path w="243204" h="686435"><a:moveTo><a:pt x="5584" y="36717"/></a:moveTo><a:lnTo><a:pt x="59335" y="24509"/></a:lnTo></a:path><a:path w="243204" h="686435"><a:moveTo><a:pt x="236642" y="649497"/></a:moveTo><a:lnTo><a:pt x="242691" y="616789"/></a:lnTo><a:lnTo><a:pt x="210503" y="610809"/></a:lnTo><a:lnTo><a:pt x="204376" y="643517"/></a:lnTo><a:lnTo><a:pt x="236642" y="649497"/></a:lnTo></a:path><a:path w="243204" h="686435"><a:moveTo><a:pt x="62980" y="23679"/></a:moveTo><a:lnTo><a:pt x="68487" y="48189"/></a:lnTo></a:path><a:path w="243204" h="686435"><a:moveTo><a:pt x="1939" y="37540"/></a:moveTo><a:lnTo><a:pt x="5584" y="36717"/></a:lnTo></a:path><a:path w="243204" h="686435"><a:moveTo><a:pt x="68487" y="48189"/></a:moveTo><a:lnTo><a:pt x="7523" y="62041"/></a:lnTo><a:lnTo><a:pt x="1939" y="37540"/></a:lnTo></a:path><a:path w="243204" h="686435"><a:moveTo><a:pt x="5584" y="36717"/></a:moveTo><a:lnTo><a:pt x="0" y="12208"/></a:lnTo><a:lnTo><a:pt x="53750" y="0"/></a:lnTo><a:lnTo><a:pt x="59335" y="24509"/></a:lnTo><a:lnTo><a:pt x="62980" y="23679"/></a:lnTo></a:path><a:path w="243204" h="686435"><a:moveTo><a:pt x="102071" y="686137"/></a:moveTo><a:lnTo><a:pt x="105406" y="667817"/></a:lnTo><a:lnTo><a:pt x="86404" y="664288"/></a:lnTo><a:lnTo><a:pt x="82991" y="682608"/></a:lnTo><a:lnTo><a:pt x="102071" y="686137"/></a:lnTo></a:path></a:pathLst></a:custGeom><a:ln w="3878"><a:solidFill><a:srgbClr val="FF00FF"/></a:solidFill></a:ln></p:spPr><p:txBody><a:bodyPr wrap="square" lIns="0" tIns="0" rIns="0" bIns="0" rtlCol="0"/><a:lstStyle/><a:p/></p:txBody></p:sp><p:pic><p:nvPicPr><p:cNvPr id="96" name="object 96"/><p:cNvPicPr/><p:nvPr/></p:nvPicPr><p:blipFill><a:blip r:embed="rId6" cstate="print"/><a:stretch><a:fillRect/></a:stretch></p:blipFill><p:spPr><a:xfrm><a:off x="10154664" y="2203539"/><a:ext cx="290935" cy="436690"/></a:xfrm><a:prstGeom prst="rect"><a:avLst/></a:prstGeom></p:spPr></p:pic><p:sp><p:nvSpPr><p:cNvPr id="97" name="object 97"/><p:cNvSpPr/><p:nvPr/></p:nvSpPr><p:spPr><a:xfrm><a:off x="8406259" y="3288441"/><a:ext cx="5323840" cy="2954655"/></a:xfrm><a:custGeom><a:avLst/><a:gdLst/><a:ahLst/><a:cxnLst/><a:rect l="l" t="t" r="r" b="b"/><a:pathLst><a:path w="5323840" h="2954654"><a:moveTo><a:pt x="3374417" y="360027"/></a:moveTo><a:lnTo><a:pt x="3918748" y="253248"/></a:lnTo><a:lnTo><a:pt x="4267157" y="161887"/></a:lnTo><a:lnTo><a:pt x="4516519" y="76926"/></a:lnTo><a:lnTo><a:pt x="4750524" y="11696"/></a:lnTo><a:lnTo><a:pt x="4913869" y="0"/></a:lnTo><a:lnTo><a:pt x="5057282" y="40285"/></a:lnTo><a:lnTo><a:pt x="5179365" y="109928"/></a:lnTo><a:lnTo><a:pt x="5292373" y="128303"/></a:lnTo><a:lnTo><a:pt x="5323397" y="125616"/></a:lnTo></a:path><a:path w="5323840" h="2954654"><a:moveTo><a:pt x="5292373" y="234073"/></a:moveTo><a:lnTo><a:pt x="5129647" y="208299"/></a:lnTo><a:lnTo><a:pt x="4908440" y="195486"/></a:lnTo><a:lnTo><a:pt x="4839022" y="364168"/></a:lnTo><a:lnTo><a:pt x="4811332" y="431298"/></a:lnTo><a:lnTo><a:pt x="4788917" y="423914"/></a:lnTo></a:path><a:path w="5323840" h="2954654"><a:moveTo><a:pt x="4783875" y="381092"/></a:moveTo><a:lnTo><a:pt x="4638912" y="333345"/></a:lnTo><a:lnTo><a:pt x="4626657" y="370474"/></a:lnTo><a:lnTo><a:pt x="4423289" y="303483"/></a:lnTo></a:path><a:path w="5323840" h="2954654"><a:moveTo><a:pt x="4783875" y="381092"/></a:moveTo><a:lnTo><a:pt x="4771621" y="418221"/></a:lnTo><a:lnTo><a:pt x="4626657" y="370474"/></a:lnTo></a:path><a:path w="5323840" h="2954654"><a:moveTo><a:pt x="4839022" y="364168"/></a:moveTo><a:lnTo><a:pt x="4811565" y="355140"/></a:lnTo></a:path><a:path w="5323840" h="2954654"><a:moveTo><a:pt x="4811565" y="355140"/></a:moveTo><a:lnTo><a:pt x="4788917" y="423914"/></a:lnTo><a:lnTo><a:pt x="4771621" y="418221"/></a:lnTo></a:path><a:path w="5323840" h="2954654"><a:moveTo><a:pt x="4423289" y="303483"/></a:moveTo><a:lnTo><a:pt x="4412818" y="307485"/></a:lnTo><a:lnTo><a:pt x="4339522" y="273040"/></a:lnTo></a:path><a:path w="5323840" h="2954654"><a:moveTo><a:pt x="4412818" y="307485"/></a:moveTo><a:lnTo><a:pt x="3639524" y="491377"/></a:lnTo><a:lnTo><a:pt x="3456555" y="589307"/></a:lnTo><a:lnTo><a:pt x="3378372" y="649488"/></a:lnTo><a:lnTo><a:pt x="3384345" y="661052"/></a:lnTo></a:path><a:path w="5323840" h="2954654"><a:moveTo><a:pt x="3456555" y="801269"/></a:moveTo><a:lnTo><a:pt x="2888102" y="1077375"/></a:lnTo><a:lnTo><a:pt x="2873831" y="1048072"/></a:lnTo><a:lnTo><a:pt x="2836989" y="1065965"/></a:lnTo><a:lnTo><a:pt x="2774784" y="1055355"/></a:lnTo></a:path><a:path w="5323840" h="2954654"><a:moveTo><a:pt x="4339522" y="273040"/></a:moveTo><a:lnTo><a:pt x="3642316" y="438767"/></a:lnTo><a:lnTo><a:pt x="3353397" y="570173"/></a:lnTo><a:lnTo><a:pt x="3117919" y="657903"/></a:lnTo><a:lnTo><a:pt x="3145066" y="740096"/></a:lnTo></a:path><a:path w="5323840" h="2954654"><a:moveTo><a:pt x="3145066" y="740096"/></a:moveTo><a:lnTo><a:pt x="3384345" y="661052"/></a:lnTo><a:lnTo><a:pt x="3456555" y="801269"/></a:lnTo></a:path><a:path w="5323840" h="2954654"><a:moveTo><a:pt x="2658829" y="1035561"/></a:moveTo><a:lnTo><a:pt x="2677909" y="916092"/></a:lnTo><a:lnTo><a:pt x="2751438" y="927827"/></a:lnTo><a:lnTo><a:pt x="2789366" y="970029"/></a:lnTo><a:lnTo><a:pt x="2774784" y="1055355"/></a:lnTo><a:lnTo><a:pt x="2658829" y="1035561"/></a:lnTo><a:lnTo><a:pt x="2548303" y="1016706"/></a:lnTo><a:lnTo><a:pt x="2481289" y="1005281"/></a:lnTo></a:path><a:path w="5323840" h="2954654"><a:moveTo><a:pt x="2548303" y="1016706"/></a:moveTo><a:lnTo><a:pt x="2561876" y="936886"/></a:lnTo><a:lnTo><a:pt x="2494940" y="925461"/></a:lnTo></a:path><a:path w="5323840" h="2954654"><a:moveTo><a:pt x="2494940" y="925461"/></a:moveTo><a:lnTo><a:pt x="2481289" y="1005281"/></a:lnTo><a:lnTo><a:pt x="2182830" y="954361"/></a:lnTo></a:path><a:path w="5323840" h="2954654"><a:moveTo><a:pt x="2888102" y="1077375"/></a:moveTo><a:lnTo><a:pt x="2799294" y="1120476"/></a:lnTo><a:lnTo><a:pt x="2201212" y="1002605"/></a:lnTo><a:lnTo><a:pt x="2008626" y="975287"/></a:lnTo><a:lnTo><a:pt x="1964260" y="1100791"/></a:lnTo><a:lnTo><a:pt x="1864205" y="1065477"/></a:lnTo><a:lnTo><a:pt x="1903917" y="953136"/></a:lnTo><a:lnTo><a:pt x="1757790" y="919753"/></a:lnTo><a:lnTo><a:pt x="1702643" y="1028472"/></a:lnTo><a:lnTo><a:pt x="1654865" y="1016038"/></a:lnTo><a:lnTo><a:pt x="1637025" y="1084487"/></a:lnTo><a:lnTo><a:pt x="1619574" y="1079934"/></a:lnTo></a:path><a:path w="5323840" h="2954654"><a:moveTo><a:pt x="1535264" y="1057976"/></a:moveTo><a:lnTo><a:pt x="1479729" y="940113"/></a:lnTo><a:lnTo><a:pt x="1245027" y="999045"/></a:lnTo><a:lnTo><a:pt x="1218345" y="943689"/></a:lnTo><a:lnTo><a:pt x="95866" y="1569902"/></a:lnTo></a:path><a:path w="5323840" h="2954654"><a:moveTo><a:pt x="557826" y="1501399"/></a:moveTo><a:lnTo><a:pt x="571167" y="1526824"/></a:lnTo></a:path><a:path w="5323840" h="2954654"><a:moveTo><a:pt x="852717" y="2061397"/></a:moveTo><a:lnTo><a:pt x="1264805" y="1844363"/></a:lnTo></a:path><a:path w="5323840" h="2954654"><a:moveTo><a:pt x="1611973" y="1661534"/></a:moveTo><a:lnTo><a:pt x="1566521" y="1575199"/></a:lnTo></a:path><a:path w="5323840" h="2954654"><a:moveTo><a:pt x="1515718" y="1110866"/></a:moveTo><a:lnTo><a:pt x="1509126" y="1108244"/></a:lnTo><a:lnTo><a:pt x="1486865" y="1108244"/></a:lnTo><a:lnTo><a:pt x="1356716" y="1176770"/></a:lnTo><a:lnTo><a:pt x="1312738" y="1093298"/></a:lnTo><a:lnTo><a:pt x="557826" y="1501399"/></a:lnTo></a:path><a:path w="5323840" h="2954654"><a:moveTo><a:pt x="1665801" y="1170038"/></a:moveTo><a:lnTo><a:pt x="1760892" y="1333330"/></a:lnTo><a:lnTo><a:pt x="1695119" y="1502485"/></a:lnTo></a:path><a:path w="5323840" h="2954654"><a:moveTo><a:pt x="1695119" y="1502485"/></a:moveTo><a:lnTo><a:pt x="1566521" y="1575199"/></a:lnTo><a:lnTo><a:pt x="1356716" y="1176770"/></a:lnTo></a:path><a:path w="5323840" h="2954654"><a:moveTo><a:pt x="1596383" y="1142666"/></a:moveTo><a:lnTo><a:pt x="1619574" y="1079934"/></a:lnTo><a:lnTo><a:pt x="1535264" y="1057976"/></a:lnTo><a:lnTo><a:pt x="1515718" y="1110866"/></a:lnTo><a:lnTo><a:pt x="1596383" y="1142666"/></a:lnTo><a:lnTo><a:pt x="1665801" y="1170038"/></a:lnTo></a:path><a:path w="5323840" h="2954654"><a:moveTo><a:pt x="1660604" y="1740593"/></a:moveTo><a:lnTo><a:pt x="1695119" y="1502485"/></a:lnTo></a:path><a:path w="5323840" h="2954654"><a:moveTo><a:pt x="1760892" y="1333331"/></a:moveTo><a:lnTo><a:pt x="1826665" y="1164176"/></a:lnTo><a:lnTo><a:pt x="2771526" y="1451326"/></a:lnTo><a:lnTo><a:pt x="2871039" y="1394783"/></a:lnTo><a:lnTo><a:pt x="2821399" y="1307379"/></a:lnTo><a:lnTo><a:pt x="3005919" y="1208402"/></a:lnTo><a:lnTo><a:pt x="3045088" y="1281403"/></a:lnTo><a:lnTo><a:pt x="3449187" y="1075995"/></a:lnTo><a:lnTo><a:pt x="3879579" y="906522"/></a:lnTo><a:lnTo><a:pt x="5323397" y="1368452"/></a:lnTo></a:path><a:path w="5323840" h="2954654"><a:moveTo><a:pt x="1660604" y="1740594"/></a:moveTo><a:lnTo><a:pt x="2532945" y="2019663"/></a:lnTo><a:lnTo><a:pt x="2532945" y="2067131"/></a:lnTo><a:lnTo><a:pt x="2568391" y="2131546"/></a:lnTo><a:lnTo><a:pt x="2636568" y="2194883"/></a:lnTo><a:lnTo><a:pt x="2733133" y="2222914"/></a:lnTo><a:lnTo><a:pt x="2879415" y="2200886"/></a:lnTo><a:lnTo><a:pt x="2968146" y="2134509"/></a:lnTo><a:lnTo><a:pt x="3017553" y="2020027"/></a:lnTo><a:lnTo><a:pt x="3266062" y="1854176"/></a:lnTo><a:lnTo><a:pt x="3909595" y="1564978"/></a:lnTo><a:lnTo><a:pt x="5323397" y="2026497"/></a:lnTo></a:path><a:path w="5323840" h="2954654"><a:moveTo><a:pt x="4811332" y="431299"/></a:moveTo><a:lnTo><a:pt x="5044717" y="508163"/></a:lnTo><a:lnTo><a:pt x="4953892" y="783982"/></a:lnTo><a:lnTo><a:pt x="5189060" y="861428"/></a:lnTo><a:lnTo><a:pt x="5230400" y="735893"/></a:lnTo><a:lnTo><a:pt x="5323397" y="766516"/></a:lnTo></a:path><a:path w="5323840" h="2954654"><a:moveTo><a:pt x="5323397" y="2870807"/></a:moveTo><a:lnTo><a:pt x="5281048" y="2884744"/></a:lnTo><a:lnTo><a:pt x="5138179" y="2367071"/></a:lnTo><a:lnTo><a:pt x="5079852" y="2383173"/></a:lnTo><a:lnTo><a:pt x="5062246" y="2319471"/></a:lnTo><a:lnTo><a:pt x="5288339" y="2257057"/></a:lnTo><a:lnTo><a:pt x="4669239" y="2072940"/></a:lnTo><a:lnTo><a:pt x="4512873" y="2072940"/></a:lnTo><a:lnTo><a:pt x="4293450" y="2123968"/></a:lnTo><a:lnTo><a:pt x="4060686" y="2241133"/></a:lnTo><a:lnTo><a:pt x="3830947" y="2381118"/></a:lnTo><a:lnTo><a:pt x="3742759" y="2416129"/></a:lnTo><a:lnTo><a:pt x="3529153" y="2429966"/></a:lnTo><a:lnTo><a:pt x="3235581" y="2400206"/></a:lnTo><a:lnTo><a:pt x="2868712" y="2342499"/></a:lnTo><a:lnTo><a:pt x="2762995" y="2325870"/></a:lnTo><a:lnTo><a:pt x="2539538" y="2116514"/></a:lnTo><a:lnTo><a:pt x="1928271" y="1935298"/></a:lnTo><a:lnTo><a:pt x="1754377" y="1915698"/></a:lnTo><a:lnTo><a:pt x="1754377" y="1870092"/></a:lnTo><a:lnTo><a:pt x="1761047" y="1853703"/></a:lnTo><a:lnTo><a:pt x="1704970" y="1830985"/></a:lnTo><a:lnTo><a:pt x="1731418" y="1781803"/></a:lnTo><a:lnTo><a:pt x="1668981" y="1757348"/></a:lnTo><a:lnTo><a:pt x="1633768" y="1818684"/></a:lnTo><a:lnTo><a:pt x="1598399" y="1804319"/></a:lnTo><a:lnTo><a:pt x="1624848" y="1719947"/></a:lnTo></a:path><a:path w="5323840" h="2954654"><a:moveTo><a:pt x="1624848" y="1719946"/></a:moveTo><a:lnTo><a:pt x="1588316" y="1673998"/></a:lnTo><a:lnTo><a:pt x="1611973" y="1661534"/></a:lnTo></a:path><a:path w="5323840" h="2954654"><a:moveTo><a:pt x="852717" y="2061399"/></a:moveTo><a:lnTo><a:pt x="963321" y="2271398"/></a:lnTo><a:lnTo><a:pt x="1052285" y="2224558"/></a:lnTo><a:lnTo><a:pt x="1230988" y="2224558"/></a:lnTo><a:lnTo><a:pt x="1471741" y="2293038"/></a:lnTo><a:lnTo><a:pt x="1417525" y="2753369"/></a:lnTo><a:lnTo><a:pt x="1367962" y="2740602"/></a:lnTo><a:lnTo><a:pt x="1327080" y="2954325"/></a:lnTo></a:path><a:path w="5323840" h="2954654"><a:moveTo><a:pt x="539964" y="2954325"/></a:moveTo><a:lnTo><a:pt x="484763" y="2541981"/></a:lnTo><a:lnTo><a:pt x="733272" y="2401439"/></a:lnTo></a:path><a:path w="5323840" h="2954654"><a:moveTo><a:pt x="3982731" y="2954325"/></a:moveTo><a:lnTo><a:pt x="3874847" y="2842465"/></a:lnTo><a:lnTo><a:pt x="3790227" y="2779965"/></a:lnTo><a:lnTo><a:pt x="3707468" y="2739470"/></a:lnTo><a:lnTo><a:pt x="3533574" y="2707499"/></a:lnTo><a:lnTo><a:pt x="2425910" y="2503891"/></a:lnTo><a:lnTo><a:pt x="1560704" y="2335635"/></a:lnTo><a:lnTo><a:pt x="1582344" y="2204307"/></a:lnTo><a:lnTo><a:pt x="1223232" y="2145197"/></a:lnTo><a:lnTo><a:pt x="1108517" y="2145197"/></a:lnTo><a:lnTo><a:pt x="1041038" y="2166620"/></a:lnTo><a:lnTo><a:pt x="988529" y="2063881"/></a:lnTo><a:lnTo><a:pt x="1290943" y="1909113"/></a:lnTo><a:lnTo><a:pt x="1264805" y="1844364"/></a:lnTo><a:lnTo><a:pt x="1588316" y="1673999"/></a:lnTo></a:path><a:path w="5323840" h="2954654"><a:moveTo><a:pt x="0" y="1618965"/></a:moveTo><a:lnTo><a:pt x="95866" y="1569903"/></a:lnTo></a:path><a:path w="5323840" h="2954654"><a:moveTo><a:pt x="0" y="1827621"/></a:moveTo><a:lnTo><a:pt x="571167" y="1526825"/></a:lnTo><a:lnTo><a:pt x="852717" y="2061399"/></a:lnTo></a:path><a:path w="5323840" h="2954654"><a:moveTo><a:pt x="0" y="2336492"/></a:moveTo><a:lnTo><a:pt x="85628" y="2480048"/></a:lnTo><a:lnTo><a:pt x="614524" y="2191385"/></a:lnTo></a:path><a:path w="5323840" h="2954654"><a:moveTo><a:pt x="2857543" y="2954325"/></a:moveTo><a:lnTo><a:pt x="2857543" y="2881385"/></a:lnTo><a:lnTo><a:pt x="1562488" y="2590644"/></a:lnTo><a:lnTo><a:pt x="1562488" y="2353304"/></a:lnTo><a:lnTo><a:pt x="1560704" y="2335635"/></a:lnTo></a:path><a:path w="5323840" h="2954654"><a:moveTo><a:pt x="614524" y="2191384"/></a:moveTo><a:lnTo><a:pt x="852717" y="2061397"/></a:lnTo></a:path><a:path w="5323840" h="2954654"><a:moveTo><a:pt x="614524" y="2191384"/></a:moveTo><a:lnTo><a:pt x="733272" y="2401437"/></a:lnTo><a:lnTo><a:pt x="963321" y="2271397"/></a:lnTo></a:path><a:path w="5323840" h="2954654"><a:moveTo><a:pt x="5323397" y="697629"/></a:moveTo><a:lnTo><a:pt x="5248007" y="671951"/></a:lnTo><a:lnTo><a:pt x="5323397" y="450622"/></a:lnTo></a:path><a:path w="5323840" h="2954654"><a:moveTo><a:pt x="5323397" y="234074"/></a:moveTo><a:lnTo><a:pt x="5292373" y="234074"/></a:lnTo></a:path></a:pathLst></a:custGeom><a:ln w="3878"><a:solidFill><a:srgbClr val="000000"/></a:solidFill></a:ln></p:spPr><p:txBody><a:bodyPr wrap="square" lIns="0" tIns="0" rIns="0" bIns="0" rtlCol="0"/><a:lstStyle/><a:p/></p:txBody></p:sp><p:sp><p:nvSpPr><p:cNvPr id="98" name="object 98"/><p:cNvSpPr/><p:nvPr/></p:nvSpPr><p:spPr><a:xfrm><a:off x="10783692" y="4334372"/><a:ext cx="407034" cy="78740"/></a:xfrm><a:custGeom><a:avLst/><a:gdLst/><a:ahLst/><a:cxnLst/><a:rect l="l" t="t" r="r" b="b"/><a:pathLst><a:path w="407034" h="78739"><a:moveTo><a:pt x="0" y="0"/></a:moveTo><a:lnTo><a:pt x="406813" y="75498"/></a:lnTo><a:lnTo><a:pt x="406192" y="78298"/></a:lnTo></a:path></a:pathLst></a:custGeom><a:ln w="3878"><a:solidFill><a:srgbClr val="FF0000"/></a:solidFill></a:ln></p:spPr><p:txBody><a:bodyPr wrap="square" lIns="0" tIns="0" rIns="0" bIns="0" rtlCol="0"/><a:lstStyle/><a:p/></p:txBody></p:sp><p:sp><p:nvSpPr><p:cNvPr id="99" name="object 99"/><p:cNvSpPr/><p:nvPr/></p:nvSpPr><p:spPr><a:xfrm><a:off x="11082694" y="4446123"/><a:ext cx="104775" cy="62230"/></a:xfrm><a:custGeom><a:avLst/><a:gdLst/><a:ahLst/><a:cxnLst/><a:rect l="l" t="t" r="r" b="b"/><a:pathLst><a:path w="104775" h="62229"><a:moveTo><a:pt x="8144" y="0"/></a:moveTo><a:lnTo><a:pt x="0" y="43923"/></a:lnTo><a:lnTo><a:pt x="96099" y="61754"/></a:lnTo><a:lnTo><a:pt x="104243" y="17831"/></a:lnTo><a:lnTo><a:pt x="8144" y="0"/></a:lnTo></a:path></a:pathLst></a:custGeom><a:ln w="3878"><a:solidFill><a:srgbClr val="FF00FF"/></a:solidFill></a:ln></p:spPr><p:txBody><a:bodyPr wrap="square" lIns="0" tIns="0" rIns="0" bIns="0" rtlCol="0"/><a:lstStyle/><a:p/></p:txBody></p:sp><p:sp><p:nvSpPr><p:cNvPr id="100" name="object 100"/><p:cNvSpPr/><p:nvPr/></p:nvSpPr><p:spPr><a:xfrm><a:off x="10223151" y="2466723"/><a:ext cx="960119" cy="1996439"/></a:xfrm><a:custGeom><a:avLst/><a:gdLst/><a:ahLst/><a:cxnLst/><a:rect l="l" t="t" r="r" b="b"/><a:pathLst><a:path w="960120" h="1996439"><a:moveTo><a:pt x="959908" y="1978524"/></a:moveTo><a:lnTo><a:pt x="956728" y="1995913"/></a:lnTo></a:path><a:path w="960120" h="1996439"><a:moveTo><a:pt x="35523" y="76879"/></a:moveTo><a:lnTo><a:pt x="18847" y="74917"/></a:lnTo></a:path><a:path w="960120" h="1996439"><a:moveTo><a:pt x="102847" y="94819"/></a:moveTo><a:lnTo><a:pt x="92764" y="93508"/></a:lnTo></a:path><a:path w="960120" h="1996439"><a:moveTo><a:pt x="9229" y="0"/></a:moveTo><a:lnTo><a:pt x="0" y="61592"/></a:lnTo></a:path><a:path w="960120" h="1996439"><a:moveTo><a:pt x="135345" y="121764"/></a:moveTo><a:lnTo><a:pt x="560541" y="1867649"/></a:lnTo></a:path></a:pathLst></a:custGeom><a:ln w="3878"><a:solidFill><a:srgbClr val="FF0000"/></a:solidFill></a:ln></p:spPr><p:txBody><a:bodyPr wrap="square" lIns="0" tIns="0" rIns="0" bIns="0" rtlCol="0"/><a:lstStyle/><a:p/></p:txBody></p:sp><p:sp><p:nvSpPr><p:cNvPr id="101" name="object 101"/><p:cNvSpPr/><p:nvPr/></p:nvSpPr><p:spPr><a:xfrm><a:off x="9506167" y="2241095"/><a:ext cx="2294890" cy="1718945"/></a:xfrm><a:custGeom><a:avLst/><a:gdLst/><a:ahLst/><a:cxnLst/><a:rect l="l" t="t" r="r" b="b"/><a:pathLst><a:path w="2294890" h="1718945"><a:moveTo><a:pt x="895997" y="333594"/></a:moveTo><a:lnTo><a:pt x="895997" y="333501"/></a:lnTo><a:lnTo><a:pt x="895997" y="333408"/></a:lnTo></a:path><a:path w="2294890" h="1718945"><a:moveTo><a:pt x="896075" y="333509"/></a:moveTo><a:lnTo><a:pt x="895997" y="333501"/></a:lnTo><a:lnTo><a:pt x="895919" y="333493"/></a:lnTo></a:path><a:path w="2294890" h="1718945"><a:moveTo><a:pt x="912595" y="166890"/></a:moveTo><a:lnTo><a:pt x="912673" y="166797"/></a:lnTo><a:lnTo><a:pt x="912673" y="166704"/></a:lnTo></a:path><a:path w="2294890" h="1718945"><a:moveTo><a:pt x="912750" y="166805"/></a:moveTo><a:lnTo><a:pt x="912673" y="166797"/></a:lnTo><a:lnTo><a:pt x="912518" y="166789"/></a:lnTo></a:path><a:path w="2294890" h="1718945"><a:moveTo><a:pt x="929271" y="186"/></a:moveTo><a:lnTo><a:pt x="929271" y="93"/></a:lnTo><a:lnTo><a:pt x="929349" y="0"/></a:lnTo></a:path><a:path w="2294890" h="1718945"><a:moveTo><a:pt x="929426" y="100"/></a:moveTo><a:lnTo><a:pt x="929271" y="93"/></a:lnTo><a:lnTo><a:pt x="929194" y="85"/></a:lnTo></a:path><a:path w="2294890" h="1718945"><a:moveTo><a:pt x="735133" y="373670"/></a:moveTo><a:lnTo><a:pt x="735133" y="373585"/></a:lnTo><a:lnTo><a:pt x="735133" y="373492"/></a:lnTo></a:path><a:path w="2294890" h="1718945"><a:moveTo><a:pt x="735211" y="373593"/></a:moveTo><a:lnTo><a:pt x="735133" y="373585"/></a:lnTo><a:lnTo><a:pt x="735056" y="373570"/></a:lnTo></a:path><a:path w="2294890" h="1718945"><a:moveTo><a:pt x="790668" y="379232"/></a:moveTo><a:lnTo><a:pt x="790745" y="379139"/></a:lnTo><a:lnTo><a:pt x="790745" y="379046"/></a:lnTo></a:path><a:path w="2294890" h="1718945"><a:moveTo><a:pt x="790823" y="379146"/></a:moveTo><a:lnTo><a:pt x="790745" y="379139"/></a:lnTo><a:lnTo><a:pt x="790590" y="379123"/></a:lnTo></a:path><a:path w="2294890" h="1718945"><a:moveTo><a:pt x="923764" y="55751"/></a:moveTo><a:lnTo><a:pt x="923764" y="55658"/></a:lnTo><a:lnTo><a:pt x="923764" y="55565"/></a:lnTo></a:path><a:path w="2294890" h="1718945"><a:moveTo><a:pt x="923842" y="55674"/></a:moveTo><a:lnTo><a:pt x="923764" y="55658"/></a:lnTo><a:lnTo><a:pt x="923687" y="55650"/></a:lnTo></a:path><a:path w="2294890" h="1718945"><a:moveTo><a:pt x="918180" y="111324"/></a:moveTo><a:lnTo><a:pt x="918180" y="111231"/></a:lnTo><a:lnTo><a:pt x="918180" y="111138"/></a:lnTo></a:path><a:path w="2294890" h="1718945"><a:moveTo><a:pt x="918257" y="111239"/></a:moveTo><a:lnTo><a:pt x="918180" y="111231"/></a:lnTo><a:lnTo><a:pt x="918102" y="111216"/></a:lnTo></a:path><a:path w="2294890" h="1718945"><a:moveTo><a:pt x="890723" y="389191"/></a:moveTo><a:lnTo><a:pt x="890723" y="389098"/></a:lnTo><a:lnTo><a:pt x="890723" y="389005"/></a:lnTo></a:path><a:path w="2294890" h="1718945"><a:moveTo><a:pt x="890800" y="389105"/></a:moveTo><a:lnTo><a:pt x="890723" y="389098"/></a:lnTo><a:lnTo><a:pt x="890645" y="389090"/></a:lnTo></a:path><a:path w="2294890" h="1718945"><a:moveTo><a:pt x="907088" y="222455"/></a:moveTo><a:lnTo><a:pt x="907088" y="222362"/></a:lnTo><a:lnTo><a:pt x="907088" y="222269"/></a:lnTo></a:path><a:path w="2294890" h="1718945"><a:moveTo><a:pt x="907166" y="222378"/></a:moveTo><a:lnTo><a:pt x="907088" y="222362"/></a:lnTo><a:lnTo><a:pt x="907011" y="222355"/></a:lnTo></a:path><a:path w="2294890" h="1718945"><a:moveTo><a:pt x="901504" y="278029"/></a:moveTo><a:lnTo><a:pt x="901504" y="277936"/></a:lnTo><a:lnTo><a:pt x="901581" y="277842"/></a:lnTo></a:path><a:path w="2294890" h="1718945"><a:moveTo><a:pt x="901659" y="277943"/></a:moveTo><a:lnTo><a:pt x="901504" y="277936"/></a:lnTo><a:lnTo><a:pt x="901426" y="277920"/></a:lnTo></a:path><a:path w="2294890" h="1718945"><a:moveTo><a:pt x="846280" y="384777"/></a:moveTo><a:lnTo><a:pt x="846280" y="384692"/></a:lnTo><a:lnTo><a:pt x="846280" y="384599"/></a:lnTo></a:path><a:path w="2294890" h="1718945"><a:moveTo><a:pt x="846357" y="384700"/></a:moveTo><a:lnTo><a:pt x="846280" y="384692"/></a:lnTo><a:lnTo><a:pt x="846202" y="384677"/></a:lnTo></a:path><a:path w="2294890" h="1718945"><a:moveTo><a:pt x="2294675" y="1447084"/></a:moveTo><a:lnTo><a:pt x="2282497" y="1395450"/></a:lnTo></a:path><a:path w="2294890" h="1718945"><a:moveTo><a:pt x="1370444" y="1360594"/></a:moveTo><a:lnTo><a:pt x="1438777" y="1649528"/></a:lnTo><a:lnTo><a:pt x="2253024" y="1456934"/></a:lnTo><a:lnTo><a:pt x="2294675" y="1447084"/></a:lnTo></a:path><a:path w="2294890" h="1718945"><a:moveTo><a:pt x="627089" y="1718504"/></a:moveTo><a:lnTo><a:pt x="728618" y="1717504"/></a:lnTo></a:path><a:path w="2294890" h="1718945"><a:moveTo><a:pt x="1360827" y="1232508"/></a:moveTo><a:lnTo><a:pt x="1366799" y="1307898"/></a:lnTo></a:path><a:path w="2294890" h="1718945"><a:moveTo><a:pt x="299001" y="1260927"/></a:moveTo><a:lnTo><a:pt x="268132" y="1367303"/></a:lnTo></a:path><a:path w="2294890" h="1718945"><a:moveTo><a:pt x="0" y="1139814"/></a:moveTo><a:lnTo><a:pt x="109440" y="573230"/></a:lnTo></a:path><a:path w="2294890" h="1718945"><a:moveTo><a:pt x="402081" y="586563"/></a:moveTo><a:lnTo><a:pt x="365627" y="894345"/></a:lnTo></a:path></a:pathLst></a:custGeom><a:ln w="3878"><a:solidFill><a:srgbClr val="000000"/></a:solidFill></a:ln></p:spPr><p:txBody><a:bodyPr wrap="square" lIns="0" tIns="0" rIns="0" bIns="0" rtlCol="0"/><a:lstStyle/><a:p/></p:txBody></p:sp><p:sp><p:nvSpPr><p:cNvPr id="102" name="object 102"/><p:cNvSpPr/><p:nvPr/></p:nvSpPr><p:spPr><a:xfrm><a:off x="9671297" y="2041597"/><a:ext cx="0" cy="309245"/></a:xfrm><a:custGeom><a:avLst/><a:gdLst/><a:ahLst/><a:cxnLst/><a:rect l="l" t="t" r="r" b="b"/><a:pathLst><a:path w="0" h="309244"><a:moveTo><a:pt x="0" y="0"/></a:moveTo><a:lnTo><a:pt x="0" y="308666"/></a:lnTo></a:path></a:pathLst></a:custGeom><a:ln w="40642"><a:solidFill><a:srgbClr val="000000"/></a:solidFill></a:ln></p:spPr><p:txBody><a:bodyPr wrap="square" lIns="0" tIns="0" rIns="0" bIns="0" rtlCol="0"/><a:lstStyle/><a:p/></p:txBody></p:sp><p:sp><p:nvSpPr><p:cNvPr id="103" name="object 103"/><p:cNvSpPr/><p:nvPr/></p:nvSpPr><p:spPr><a:xfrm><a:off x="9144728" y="3380909"/><a:ext cx="1125220" cy="742950"/></a:xfrm><a:custGeom><a:avLst/><a:gdLst/><a:ahLst/><a:cxnLst/><a:rect l="l" t="t" r="r" b="b"/><a:pathLst><a:path w="1125220" h="742950"><a:moveTo><a:pt x="205927" y="424784"/></a:moveTo><a:lnTo><a:pt x="361439" y="0"/></a:lnTo></a:path><a:path w="1125220" h="742950"><a:moveTo><a:pt x="1124728" y="451713"/></a:moveTo><a:lnTo><a:pt x="925858" y="422162"/></a:lnTo></a:path><a:path w="1125220" h="742950"><a:moveTo><a:pt x="0" y="742734"/></a:moveTo><a:lnTo><a:pt x="205927" y="424784"/></a:lnTo></a:path><a:path w="1125220" h="742950"><a:moveTo><a:pt x="625693" y="273864"/></a:moveTo><a:lnTo><a:pt x="636784" y="327645"/></a:lnTo></a:path></a:pathLst></a:custGeom><a:ln w="3878"><a:solidFill><a:srgbClr val="000000"/></a:solidFill></a:ln></p:spPr><p:txBody><a:bodyPr wrap="square" lIns="0" tIns="0" rIns="0" bIns="0" rtlCol="0"/><a:lstStyle/><a:p/></p:txBody></p:sp><p:sp><p:nvSpPr><p:cNvPr id="104" name="object 104"/><p:cNvSpPr/><p:nvPr/></p:nvSpPr><p:spPr><a:xfrm><a:off x="9634261" y="2481731"/><a:ext cx="0" cy="334645"/></a:xfrm><a:custGeom><a:avLst/><a:gdLst/><a:ahLst/><a:cxnLst/><a:rect l="l" t="t" r="r" b="b"/><a:pathLst><a:path w="0" h="334644"><a:moveTo><a:pt x="0" y="0"/></a:moveTo><a:lnTo><a:pt x="0" y="334533"/></a:lnTo></a:path></a:pathLst></a:custGeom><a:ln w="41185"><a:solidFill><a:srgbClr val="000000"/></a:solidFill></a:ln></p:spPr><p:txBody><a:bodyPr wrap="square" lIns="0" tIns="0" rIns="0" bIns="0" rtlCol="0"/><a:lstStyle/><a:p/></p:txBody></p:sp><p:sp><p:nvSpPr><p:cNvPr id="105" name="object 105"/><p:cNvSpPr/><p:nvPr/></p:nvSpPr><p:spPr><a:xfrm><a:off x="8406259" y="2041132"/><a:ext cx="2470785" cy="2500630"/></a:xfrm><a:custGeom><a:avLst/><a:gdLst/><a:ahLst/><a:cxnLst/><a:rect l="l" t="t" r="r" b="b"/><a:pathLst><a:path w="2470784" h="2500629"><a:moveTo><a:pt x="2458563" y="1073079"/></a:moveTo><a:lnTo><a:pt x="2459184" y="1174530"/></a:lnTo></a:path><a:path w="2470784" h="2500629"><a:moveTo><a:pt x="1375253" y="1667422"/></a:moveTo><a:lnTo><a:pt x="1449558" y="1865585"/></a:lnTo></a:path><a:path w="2470784" h="2500629"><a:moveTo><a:pt x="0" y="2500353"/></a:moveTo><a:lnTo><a:pt x="738468" y="2082513"/></a:lnTo></a:path><a:path w="2470784" h="2500629"><a:moveTo><a:pt x="2457943" y="970697"/></a:moveTo><a:lnTo><a:pt x="2458563" y="1073079"/></a:lnTo></a:path><a:path w="2470784" h="2500629"><a:moveTo><a:pt x="1368040" y="1567266"/></a:moveTo><a:lnTo><a:pt x="1364162" y="1613640"/></a:lnTo></a:path><a:path w="2470784" h="2500629"><a:moveTo><a:pt x="1560317" y="736"/></a:moveTo><a:lnTo><a:pt x="1545812" y="355544"/></a:lnTo><a:lnTo><a:pt x="1501990" y="786526"/></a:lnTo></a:path><a:path w="2470784" h="2500629"><a:moveTo><a:pt x="2466707" y="1507861"/></a:moveTo><a:lnTo><a:pt x="2470353" y="1560557"/></a:lnTo></a:path><a:path w="2470784" h="2500629"><a:moveTo><a:pt x="2460347" y="1371841"/></a:moveTo><a:lnTo><a:pt x="2460735" y="1432471"/></a:lnTo></a:path><a:path w="2470784" h="2500629"><a:moveTo><a:pt x="1465536" y="1094308"/></a:moveTo><a:lnTo><a:pt x="1398910" y="1460890"/></a:lnTo></a:path><a:path w="2470784" h="2500629"><a:moveTo><a:pt x="1449558" y="1865585"/></a:moveTo><a:lnTo><a:pt x="1561558" y="1924587"/></a:lnTo><a:lnTo><a:pt x="1589014" y="1925882"/></a:lnTo></a:path><a:path w="2470784" h="2500629"><a:moveTo><a:pt x="2456779" y="770595"/></a:moveTo><a:lnTo><a:pt x="2457322" y="870184"/></a:lnTo><a:lnTo><a:pt x="2457943" y="970697"/></a:lnTo></a:path><a:path w="2470784" h="2500629"><a:moveTo><a:pt x="1774776" y="529120"/></a:moveTo><a:lnTo><a:pt x="1772061" y="559975"/></a:lnTo></a:path><a:path w="2470784" h="2500629"><a:moveTo><a:pt x="2455538" y="574494"/></a:moveTo><a:lnTo><a:pt x="2456159" y="671292"/></a:lnTo><a:lnTo><a:pt x="2260780" y="666080"/></a:lnTo></a:path><a:path w="2470784" h="2500629"><a:moveTo><a:pt x="2457322" y="870184"/></a:moveTo><a:lnTo><a:pt x="2261943" y="864972"/></a:lnTo></a:path><a:path w="2470784" h="2500629"><a:moveTo><a:pt x="2459184" y="1174530"/></a:moveTo><a:lnTo><a:pt x="2459804" y="1275051"/></a:lnTo></a:path><a:path w="2470784" h="2500629"><a:moveTo><a:pt x="2454918" y="462805"/></a:moveTo><a:lnTo><a:pt x="2455538" y="574494"/></a:lnTo></a:path><a:path w="2470784" h="2500629"><a:moveTo><a:pt x="2459184" y="1174530"/></a:moveTo><a:lnTo><a:pt x="2263805" y="1169318"/></a:lnTo></a:path><a:path w="2470784" h="2500629"><a:moveTo><a:pt x="2456159" y="671292"/></a:moveTo><a:lnTo><a:pt x="2456779" y="770595"/></a:lnTo><a:lnTo><a:pt x="2261323" y="765382"/></a:lnTo></a:path><a:path w="2470784" h="2500629"><a:moveTo><a:pt x="2457943" y="970697"/></a:moveTo><a:lnTo><a:pt x="2262564" y="965485"/></a:lnTo></a:path><a:path w="2470784" h="2500629"><a:moveTo><a:pt x="2458563" y="1073079"/></a:moveTo><a:lnTo><a:pt x="2263184" y="1067867"/></a:lnTo></a:path><a:path w="2470784" h="2500629"><a:moveTo><a:pt x="2454918" y="462805"/></a:moveTo><a:lnTo><a:pt x="2259539" y="457593"/></a:lnTo></a:path><a:path w="2470784" h="2500629"><a:moveTo><a:pt x="2455538" y="574494"/></a:moveTo><a:lnTo><a:pt x="2260159" y="569282"/></a:lnTo></a:path><a:path w="2470784" h="2500629"><a:moveTo><a:pt x="2459804" y="1275051"/></a:moveTo><a:lnTo><a:pt x="2460347" y="1371841"/></a:lnTo></a:path><a:path w="2470784" h="2500629"><a:moveTo><a:pt x="2461588" y="1576892"/></a:moveTo><a:lnTo><a:pt x="2266209" y="1571679"/></a:lnTo></a:path><a:path w="2470784" h="2500629"><a:moveTo><a:pt x="2460347" y="1371841"/></a:moveTo><a:lnTo><a:pt x="2264968" y="1366628"/></a:lnTo></a:path><a:path w="2470784" h="2500629"><a:moveTo><a:pt x="2459804" y="1275051"/></a:moveTo><a:lnTo><a:pt x="2264425" y="1269839"/></a:lnTo></a:path><a:path w="2470784" h="2500629"><a:moveTo><a:pt x="2460968" y="1476084"/></a:moveTo><a:lnTo><a:pt x="2265589" y="1470872"/></a:lnTo></a:path><a:path w="2470784" h="2500629"><a:moveTo><a:pt x="1842720" y="129939"/></a:moveTo><a:lnTo><a:pt x="2062454" y="163291"/></a:lnTo></a:path><a:path w="2470784" h="2500629"><a:moveTo><a:pt x="1589014" y="1925882"/></a:moveTo><a:lnTo><a:pt x="1588937" y="1905406"/></a:lnTo><a:lnTo><a:pt x="1726997" y="1918467"/></a:lnTo></a:path><a:path w="2470784" h="2500629"><a:moveTo><a:pt x="1672859" y="1938773"/></a:moveTo><a:lnTo><a:pt x="1767407" y="1947538"/></a:lnTo><a:lnTo><a:pt x="1766477" y="1957434"/></a:lnTo></a:path><a:path w="2470784" h="2500629"><a:moveTo><a:pt x="1763064" y="1994804"/></a:moveTo><a:lnTo><a:pt x="1668516" y="1986039"/></a:lnTo><a:lnTo><a:pt x="1672859" y="1938773"/></a:lnTo></a:path><a:path w="2470784" h="2500629"><a:moveTo><a:pt x="1763607" y="1988940"/></a:moveTo><a:lnTo><a:pt x="1863662" y="1998217"/></a:lnTo><a:lnTo><a:pt x="1867773" y="1998062"/></a:lnTo><a:lnTo><a:pt x="1871728" y="1996844"/></a:lnTo><a:lnTo><a:pt x="1875219" y="1994641"/></a:lnTo><a:lnTo><a:pt x="1878088" y="1991608"/></a:lnTo><a:lnTo><a:pt x="1879950" y="1987955"/></a:lnTo><a:lnTo><a:pt x="1880881" y="1983922"/></a:lnTo><a:lnTo><a:pt x="1880726" y="1979796"/></a:lnTo><a:lnTo><a:pt x="1766477" y="1957434"/></a:lnTo><a:lnTo><a:pt x="1763607" y="1988940"/></a:lnTo><a:lnTo><a:pt x="1763064" y="1994804"/></a:lnTo></a:path><a:path w="2470784" h="2500629"><a:moveTo><a:pt x="1588937" y="1905406"/></a:moveTo><a:lnTo><a:pt x="1586998" y="1580583"/></a:lnTo><a:lnTo><a:pt x="1602045" y="1332532"/></a:lnTo><a:lnTo><a:pt x="1621668" y="1096006"/></a:lnTo><a:lnTo><a:pt x="1643928" y="827944"/></a:lnTo><a:lnTo><a:pt x="1656028" y="633791"/></a:lnTo><a:lnTo><a:pt x="1675186" y="400026"/></a:lnTo><a:lnTo><a:pt x="1679452" y="170171"/></a:lnTo><a:lnTo><a:pt x="1682710" y="0"/></a:lnTo></a:path><a:path w="2470784" h="2500629"><a:moveTo><a:pt x="1882277" y="1687162"/></a:moveTo><a:lnTo><a:pt x="1673867" y="1652321"/></a:lnTo><a:lnTo><a:pt x="1664327" y="1761939"/></a:lnTo></a:path><a:path w="2470784" h="2500629"><a:moveTo><a:pt x="1891507" y="1588650"/></a:moveTo><a:lnTo><a:pt x="1682244" y="1553848"/></a:lnTo><a:lnTo><a:pt x="1673867" y="1652321"/></a:lnTo></a:path><a:path w="2470784" h="2500629"><a:moveTo><a:pt x="1896626" y="1486966"/></a:moveTo><a:lnTo><a:pt x="1691086" y="1452823"/></a:lnTo><a:lnTo><a:pt x="1682244" y="1553848"/></a:lnTo></a:path><a:path w="2470784" h="2500629"><a:moveTo><a:pt x="1897557" y="1385872"/></a:moveTo><a:lnTo><a:pt x="1700239" y="1353334"/></a:lnTo><a:lnTo><a:pt x="1691086" y="1452823"/></a:lnTo></a:path><a:path w="2470784" h="2500629"><a:moveTo><a:pt x="1913689" y="1285801"/></a:moveTo><a:lnTo><a:pt x="1710942" y="1251650"/></a:lnTo><a:lnTo><a:pt x="1700239" y="1353334"/></a:lnTo></a:path><a:path w="2470784" h="2500629"><a:moveTo><a:pt x="1927263" y="1187941"/></a:moveTo><a:lnTo><a:pt x="1720560" y="1152867"/></a:lnTo><a:lnTo><a:pt x="1710942" y="1251650"/></a:lnTo></a:path><a:path w="2470784" h="2500629"><a:moveTo><a:pt x="1921368" y="1082658"/></a:moveTo><a:lnTo><a:pt x="1729014" y="1049989"/></a:lnTo><a:lnTo><a:pt x="1720560" y="1152867"/></a:lnTo></a:path><a:path w="2470784" h="2500629"><a:moveTo><a:pt x="1939440" y="987613"/></a:moveTo><a:lnTo><a:pt x="1736227" y="952757"/></a:lnTo><a:lnTo><a:pt x="1729014" y="1049989"/></a:lnTo></a:path><a:path w="2470784" h="2500629"><a:moveTo><a:pt x="1949756" y="886845"/></a:moveTo><a:lnTo><a:pt x="1745147" y="857518"/></a:lnTo><a:lnTo><a:pt x="1736227" y="952757"/></a:lnTo></a:path><a:path w="2470784" h="2500629"><a:moveTo><a:pt x="1958676" y="787108"/></a:moveTo><a:lnTo><a:pt x="1754299" y="757409"/></a:lnTo><a:lnTo><a:pt x="1745147" y="857518"/></a:lnTo></a:path><a:path w="2470784" h="2500629"><a:moveTo><a:pt x="1966432" y="687246"/></a:moveTo><a:lnTo><a:pt x="1763529" y="657331"/></a:lnTo><a:lnTo><a:pt x="1754299" y="757409"/></a:lnTo></a:path></a:pathLst></a:custGeom><a:ln w="3878"><a:solidFill><a:srgbClr val="000000"/></a:solidFill></a:ln></p:spPr><p:txBody><a:bodyPr wrap="square" lIns="0" tIns="0" rIns="0" bIns="0" rtlCol="0"/><a:lstStyle/><a:p/></p:txBody></p:sp><p:pic><p:nvPicPr><p:cNvPr id="106" name="object 106"/><p:cNvPicPr/><p:nvPr/></p:nvPicPr><p:blipFill><a:blip r:embed="rId7" cstate="print"/><a:stretch><a:fillRect/></a:stretch></p:blipFill><p:spPr><a:xfrm><a:off x="10232846" y="3830684"/><a:ext cx="103700" cy="129854"/></a:xfrm><a:prstGeom prst="rect"><a:avLst/></a:prstGeom></p:spPr></p:pic><p:sp><p:nvSpPr><p:cNvPr id="107" name="object 107"/><p:cNvSpPr/><p:nvPr/></p:nvSpPr><p:spPr><a:xfrm><a:off x="10169788" y="2166759"/><a:ext cx="691515" cy="532130"/></a:xfrm><a:custGeom><a:avLst/><a:gdLst/><a:ahLst/><a:cxnLst/><a:rect l="l" t="t" r="r" b="b"/><a:pathLst><a:path w="691515" h="532130"><a:moveTo><a:pt x="51656" y="0"/></a:moveTo><a:lnTo><a:pt x="79190" y="4312"/></a:lnTo></a:path><a:path w="691515" h="532130"><a:moveTo><a:pt x="211434" y="464263"/></a:moveTo><a:lnTo><a:pt x="189949" y="461091"/></a:lnTo></a:path><a:path w="691515" h="532130"><a:moveTo><a:pt x="175212" y="458919"/></a:moveTo><a:lnTo><a:pt x="134647" y="452939"/></a:lnTo></a:path><a:path w="691515" h="532130"><a:moveTo><a:pt x="119911" y="450767"/></a:moveTo><a:lnTo><a:pt x="79346" y="444787"/></a:lnTo></a:path><a:path w="691515" h="532130"><a:moveTo><a:pt x="64609" y="442615"/></a:moveTo><a:lnTo><a:pt x="8531" y="434347"/></a:lnTo><a:lnTo><a:pt x="0" y="531703"/></a:lnTo></a:path><a:path w="691515" h="532130"><a:moveTo><a:pt x="51656" y="0"/></a:moveTo><a:lnTo><a:pt x="17529" y="336774"/></a:lnTo></a:path><a:path w="691515" h="532130"><a:moveTo><a:pt x="298924" y="37664"/></a:moveTo><a:lnTo><a:pt x="338170" y="47661"/></a:lnTo><a:lnTo><a:pt x="374624" y="65152"/></a:lnTo><a:lnTo><a:pt x="564031" y="200901"/></a:lnTo><a:lnTo><a:pt x="600718" y="230150"/></a:lnTo><a:lnTo><a:pt x="634380" y="262826"/></a:lnTo><a:lnTo><a:pt x="664707" y="298614"/></a:lnTo><a:lnTo><a:pt x="682856" y="324038"/></a:lnTo><a:lnTo><a:pt x="691388" y="337178"/></a:lnTo></a:path></a:pathLst></a:custGeom><a:ln w="3878"><a:solidFill><a:srgbClr val="000000"/></a:solidFill></a:ln></p:spPr><p:txBody><a:bodyPr wrap="square" lIns="0" tIns="0" rIns="0" bIns="0" rtlCol="0"/><a:lstStyle/><a:p/></p:txBody></p:sp></p:grpSp><p:sp><p:nvSpPr><p:cNvPr id="108" name="object 108"/><p:cNvSpPr txBox="1"/><p:nvPr/></p:nvSpPr><p:spPr><a:xfrm><a:off x="10988146" y="2120462"/><a:ext cx="955675" cy="132080"/></a:xfrm><a:prstGeom prst="rect"><a:avLst/></a:prstGeom><a:solidFill><a:srgbClr val="FFFFFF"/></a:solidFill></p:spPr><p:txBody><a:bodyPr wrap="square" lIns="0" tIns="635" rIns="0" bIns="0" rtlCol="0" vert="horz"><a:spAutoFit/></a:bodyPr><a:lstStyle/><a:p><a:pPr marL="15240"><a:lnSpc><a:spcPct val="100000"/></a:lnSpc><a:spcBef><a:spcPts val="5"/></a:spcBef></a:pPr><a:r><a:rPr dirty="0" sz="850"><a:latin typeface="Verdana"/><a:cs typeface="Verdana"/></a:rPr><a:t>BESS </a:t></a:r><a:r><a:rPr dirty="0" sz="850" spc="-10"><a:latin typeface="Verdana"/><a:cs typeface="Verdana"/></a:rPr><a:t>Container</a:t></a:r><a:endParaRPr sz="850"><a:latin typeface="Verdana"/><a:cs typeface="Verdana"/></a:endParaRPr></a:p></p:txBody></p:sp><p:grpSp><p:nvGrpSpPr><p:cNvPr id="109" name="object 109"/><p:cNvGrpSpPr/><p:nvPr/></p:nvGrpSpPr><p:grpSpPr><a:xfrm><a:off x="10348707" y="2182069"/><a:ext cx="640080" cy="187960"/><a:chOff x="10348707" y="2182069"/><a:chExt cx="640080" cy="187960"/></a:xfrm></p:grpSpPr><p:sp><p:nvSpPr><p:cNvPr id="110" name="object 110"/><p:cNvSpPr/><p:nvPr/></p:nvSpPr><p:spPr><a:xfrm><a:off x="10396657" y="2186196"/><a:ext cx="588010" cy="164465"/></a:xfrm><a:custGeom><a:avLst/><a:gdLst/><a:ahLst/><a:cxnLst/><a:rect l="l" t="t" r="r" b="b"/><a:pathLst><a:path w="588009" h="164464"><a:moveTo><a:pt x="0" y="163888"/></a:moveTo><a:lnTo><a:pt x="462580" y="0"/></a:lnTo><a:lnTo><a:pt x="58761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11" name="object 111"/><p:cNvSpPr/><p:nvPr/></p:nvSpPr><p:spPr><a:xfrm><a:off x="10352835" y="2342755"/><a:ext cx="46990" cy="22860"/></a:xfrm><a:custGeom><a:avLst/><a:gdLst/><a:ahLst/><a:cxnLst/><a:rect l="l" t="t" r="r" b="b"/><a:pathLst><a:path w="46990" h="22860"><a:moveTo><a:pt x="0" y="22849"/></a:moveTo><a:lnTo><a:pt x="41263" y="0"/></a:lnTo><a:lnTo><a:pt x="46459" y="14620"/></a:lnTo><a:lnTo><a:pt x="0" y="22849"/></a:lnTo><a:close/></a:path></a:pathLst></a:custGeom><a:solidFill><a:srgbClr val="000000"/></a:solidFill></p:spPr><p:txBody><a:bodyPr wrap="square" lIns="0" tIns="0" rIns="0" bIns="0" rtlCol="0"/><a:lstStyle/><a:p/></p:txBody></p:sp><p:sp><p:nvSpPr><p:cNvPr id="112" name="object 112"/><p:cNvSpPr/><p:nvPr/></p:nvSpPr><p:spPr><a:xfrm><a:off x="10352835" y="2342755"/><a:ext cx="46990" cy="22860"/></a:xfrm><a:custGeom><a:avLst/><a:gdLst/><a:ahLst/><a:cxnLst/><a:rect l="l" t="t" r="r" b="b"/><a:pathLst><a:path w="46990" h="22860"><a:moveTo><a:pt x="0" y="22849"/></a:moveTo><a:lnTo><a:pt x="41263" y="0"/></a:lnTo><a:lnTo><a:pt x="46459" y="14620"/></a:lnTo><a:lnTo><a:pt x="0" y="22849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113" name="object 113"/><p:cNvSpPr txBox="1"/><p:nvPr/></p:nvSpPr><p:spPr><a:xfrm><a:off x="10994196" y="2400182"/><a:ext cx="1221740" cy="263525"/></a:xfrm><a:prstGeom prst="rect"><a:avLst/></a:prstGeom><a:solidFill><a:srgbClr val="FFFFFF"/></a:solidFill></p:spPr><p:txBody><a:bodyPr wrap="square" lIns="0" tIns="635" rIns="0" bIns="0" rtlCol="0" vert="horz"><a:spAutoFit/></a:bodyPr><a:lstStyle/><a:p><a:pPr marL="15240"><a:lnSpc><a:spcPct val="100000"/></a:lnSpc><a:spcBef><a:spcPts val="5"/></a:spcBef></a:pPr><a:r><a:rPr dirty="0" sz="850"><a:latin typeface="Verdana"/><a:cs typeface="Verdana"/></a:rPr><a:t>Isolation </a:t></a:r><a:r><a:rPr dirty="0" sz="850" spc="-20"><a:latin typeface="Verdana"/><a:cs typeface="Verdana"/></a:rPr><a:t>XFMR</a:t></a:r><a:endParaRPr sz="850"><a:latin typeface="Verdana"/><a:cs typeface="Verdana"/></a:endParaRPr></a:p><a:p><a:pPr marL="15240"><a:lnSpc><a:spcPct val="100000"/></a:lnSpc><a:spcBef><a:spcPts val="15"/></a:spcBef></a:pPr><a:r><a:rPr dirty="0" sz="850"><a:latin typeface="Verdana"/><a:cs typeface="Verdana"/></a:rPr><a:t>&amp;</a:t></a:r><a:r><a:rPr dirty="0" sz="850" spc="5"><a:latin typeface="Verdana"/><a:cs typeface="Verdana"/></a:rPr><a:t> </a:t></a:r><a:r><a:rPr dirty="0" sz="850"><a:latin typeface="Verdana"/><a:cs typeface="Verdana"/></a:rPr><a:t>AC</a:t></a:r><a:r><a:rPr dirty="0" sz="850" spc="5"><a:latin typeface="Verdana"/><a:cs typeface="Verdana"/></a:rPr><a:t> </a:t></a:r><a:r><a:rPr dirty="0" sz="850"><a:latin typeface="Verdana"/><a:cs typeface="Verdana"/></a:rPr><a:t>Disconnect</a:t></a:r><a:r><a:rPr dirty="0" sz="850" spc="5"><a:latin typeface="Verdana"/><a:cs typeface="Verdana"/></a:rPr><a:t> </a:t></a:r><a:r><a:rPr dirty="0" sz="850"><a:latin typeface="Verdana"/><a:cs typeface="Verdana"/></a:rPr><a:t>1-</a:t></a:r><a:r><a:rPr dirty="0" sz="850" spc="-50"><a:latin typeface="Verdana"/><a:cs typeface="Verdana"/></a:rPr><a:t>2</a:t></a:r><a:endParaRPr sz="850"><a:latin typeface="Verdana"/><a:cs typeface="Verdana"/></a:endParaRPr></a:p></p:txBody></p:sp><p:grpSp><p:nvGrpSpPr><p:cNvPr id="114" name="object 114"/><p:cNvGrpSpPr/><p:nvPr/></p:nvGrpSpPr><p:grpSpPr><a:xfrm><a:off x="10336452" y="2461789"/><a:ext cx="658495" cy="113030"/><a:chOff x="10336452" y="2461789"/><a:chExt cx="658495" cy="113030"/></a:xfrm></p:grpSpPr><p:sp><p:nvSpPr><p:cNvPr id="115" name="object 115"/><p:cNvSpPr/><p:nvPr/></p:nvSpPr><p:spPr><a:xfrm><a:off x="10386031" y="2465916"/><a:ext cx="604520" cy="94615"/></a:xfrm><a:custGeom><a:avLst/><a:gdLst/><a:ahLst/><a:cxnLst/><a:rect l="l" t="t" r="r" b="b"/><a:pathLst><a:path w="604520" h="94614"><a:moveTo><a:pt x="0" y="94199"/></a:moveTo><a:lnTo><a:pt x="422946" y="0"/></a:lnTo><a:lnTo><a:pt x="604286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16" name="object 116"/><p:cNvSpPr/><p:nvPr/></p:nvSpPr><p:spPr><a:xfrm><a:off x="10340580" y="2552538"/><a:ext cx="47625" cy="17780"/></a:xfrm><a:custGeom><a:avLst/><a:gdLst/><a:ahLst/><a:cxnLst/><a:rect l="l" t="t" r="r" b="b"/><a:pathLst><a:path w="47625" h="17780"><a:moveTo><a:pt x="0" y="17684"/></a:moveTo><a:lnTo><a:pt x="43745" y="0"/></a:lnTo><a:lnTo><a:pt x="47157" y="15140"/></a:lnTo><a:lnTo><a:pt x="0" y="17684"/></a:lnTo><a:close/></a:path></a:pathLst></a:custGeom><a:solidFill><a:srgbClr val="000000"/></a:solidFill></p:spPr><p:txBody><a:bodyPr wrap="square" lIns="0" tIns="0" rIns="0" bIns="0" rtlCol="0"/><a:lstStyle/><a:p/></p:txBody></p:sp><p:sp><p:nvSpPr><p:cNvPr id="117" name="object 117"/><p:cNvSpPr/><p:nvPr/></p:nvSpPr><p:spPr><a:xfrm><a:off x="10340580" y="2552538"/><a:ext cx="47625" cy="17780"/></a:xfrm><a:custGeom><a:avLst/><a:gdLst/><a:ahLst/><a:cxnLst/><a:rect l="l" t="t" r="r" b="b"/><a:pathLst><a:path w="47625" h="17780"><a:moveTo><a:pt x="0" y="17684"/></a:moveTo><a:lnTo><a:pt x="43745" y="0"/></a:lnTo><a:lnTo><a:pt x="47157" y="15140"/></a:lnTo><a:lnTo><a:pt x="0" y="17684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118" name="object 118"/><p:cNvSpPr txBox="1"/><p:nvPr/></p:nvSpPr><p:spPr><a:xfrm><a:off x="11257132" y="3479971"/><a:ext cx="840740" cy="112395"/></a:xfrm><a:prstGeom prst="rect"><a:avLst/></a:prstGeom><a:solidFill><a:srgbClr val="FFFFFF"/></a:solidFill></p:spPr><p:txBody><a:bodyPr wrap="square" lIns="0" tIns="3810" rIns="0" bIns="0" rtlCol="0" vert="horz"><a:spAutoFit/></a:bodyPr><a:lstStyle/><a:p><a:pPr marL="15240"><a:lnSpc><a:spcPct val="100000"/></a:lnSpc><a:spcBef><a:spcPts val="30"/></a:spcBef></a:pPr><a:r><a:rPr dirty="0" sz="700"><a:latin typeface="Verdana"/><a:cs typeface="Verdana"/></a:rPr><a:t>(E)</a:t></a:r><a:r><a:rPr dirty="0" sz="700" spc="90"><a:latin typeface="Verdana"/><a:cs typeface="Verdana"/></a:rPr><a:t> </a:t></a:r><a:r><a:rPr dirty="0" sz="700"><a:latin typeface="Verdana"/><a:cs typeface="Verdana"/></a:rPr><a:t>Utility</a:t></a:r><a:r><a:rPr dirty="0" sz="700" spc="95"><a:latin typeface="Verdana"/><a:cs typeface="Verdana"/></a:rPr><a:t> </a:t></a:r><a:r><a:rPr dirty="0" sz="700" spc="-20"><a:latin typeface="Verdana"/><a:cs typeface="Verdana"/></a:rPr><a:t>XFMR</a:t></a:r><a:endParaRPr sz="700"><a:latin typeface="Verdana"/><a:cs typeface="Verdana"/></a:endParaRPr></a:p></p:txBody></p:sp><p:pic><p:nvPicPr><p:cNvPr id="119" name="object 119"/><p:cNvPicPr/><p:nvPr/></p:nvPicPr><p:blipFill><a:blip r:embed="rId8" cstate="print"/><a:stretch><a:fillRect/></a:stretch></p:blipFill><p:spPr><a:xfrm><a:off x="11009010" y="3532132"/><a:ext cx="248121" cy="245887"/></a:xfrm><a:prstGeom prst="rect"><a:avLst/></a:prstGeom></p:spPr></p:pic><p:sp><p:nvSpPr><p:cNvPr id="120" name="object 120"/><p:cNvSpPr txBox="1"/><p:nvPr/></p:nvSpPr><p:spPr><a:xfrm><a:off x="11492533" y="4367111"/><a:ext cx="1104900" cy="132080"/></a:xfrm><a:prstGeom prst="rect"><a:avLst/></a:prstGeom><a:solidFill><a:srgbClr val="FFFFFF"/></a:solidFill></p:spPr><p:txBody><a:bodyPr wrap="square" lIns="0" tIns="635" rIns="0" bIns="0" rtlCol="0" vert="horz"><a:spAutoFit/></a:bodyPr><a:lstStyle/><a:p><a:pPr marL="15240"><a:lnSpc><a:spcPct val="100000"/></a:lnSpc><a:spcBef><a:spcPts val="5"/></a:spcBef></a:pPr><a:r><a:rPr dirty="0" sz="850"><a:latin typeface="Verdana"/><a:cs typeface="Verdana"/></a:rPr><a:t>AC</a:t></a:r><a:r><a:rPr dirty="0" sz="850" spc="5"><a:latin typeface="Verdana"/><a:cs typeface="Verdana"/></a:rPr><a:t> </a:t></a:r><a:r><a:rPr dirty="0" sz="850"><a:latin typeface="Verdana"/><a:cs typeface="Verdana"/></a:rPr><a:t>Disconnect</a:t></a:r><a:r><a:rPr dirty="0" sz="850" spc="5"><a:latin typeface="Verdana"/><a:cs typeface="Verdana"/></a:rPr><a:t> </a:t></a:r><a:r><a:rPr dirty="0" sz="850"><a:latin typeface="Verdana"/><a:cs typeface="Verdana"/></a:rPr><a:t>1-</a:t></a:r><a:r><a:rPr dirty="0" sz="850" spc="-50"><a:latin typeface="Verdana"/><a:cs typeface="Verdana"/></a:rPr><a:t>1</a:t></a:r><a:endParaRPr sz="850"><a:latin typeface="Verdana"/><a:cs typeface="Verdana"/></a:endParaRPr></a:p></p:txBody></p:sp><p:grpSp><p:nvGrpSpPr><p:cNvPr id="121" name="object 121"/><p:cNvGrpSpPr/><p:nvPr/></p:nvGrpSpPr><p:grpSpPr><a:xfrm><a:off x="11212207" y="4420961"/><a:ext cx="280670" cy="24130"/><a:chOff x="11212207" y="4420961"/><a:chExt cx="280670" cy="24130"/></a:xfrm></p:grpSpPr><p:sp><p:nvSpPr><p:cNvPr id="122" name="object 122"/><p:cNvSpPr/><p:nvPr/></p:nvSpPr><p:spPr><a:xfrm><a:off x="11262871" y="4432845"/><a:ext cx="226060" cy="0"/></a:xfrm><a:custGeom><a:avLst/><a:gdLst/><a:ahLst/><a:cxnLst/><a:rect l="l" t="t" r="r" b="b"/><a:pathLst><a:path w="226059" h="0"><a:moveTo><a:pt x="0" y="0"/></a:moveTo><a:lnTo><a:pt x="197860" y="0"/></a:lnTo><a:lnTo><a:pt x="225783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23" name="object 123"/><p:cNvSpPr/><p:nvPr/></p:nvSpPr><p:spPr><a:xfrm><a:off x="11216334" y="4425089"/><a:ext cx="46990" cy="15875"/></a:xfrm><a:custGeom><a:avLst/><a:gdLst/><a:ahLst/><a:cxnLst/><a:rect l="l" t="t" r="r" b="b"/><a:pathLst><a:path w="46990" h="15875"><a:moveTo><a:pt x="46537" y="15512"/></a:moveTo><a:lnTo><a:pt x="0" y="7756"/></a:lnTo><a:lnTo><a:pt x="46537" y="0"/></a:lnTo><a:lnTo><a:pt x="46537" y="15512"/></a:lnTo><a:close/></a:path></a:pathLst></a:custGeom><a:solidFill><a:srgbClr val="000000"/></a:solidFill></p:spPr><p:txBody><a:bodyPr wrap="square" lIns="0" tIns="0" rIns="0" bIns="0" rtlCol="0"/><a:lstStyle/><a:p/></p:txBody></p:sp><p:sp><p:nvSpPr><p:cNvPr id="124" name="object 124"/><p:cNvSpPr/><p:nvPr/></p:nvSpPr><p:spPr><a:xfrm><a:off x="11216334" y="4425089"/><a:ext cx="46990" cy="15875"/></a:xfrm><a:custGeom><a:avLst/><a:gdLst/><a:ahLst/><a:cxnLst/><a:rect l="l" t="t" r="r" b="b"/><a:pathLst><a:path w="46990" h="15875"><a:moveTo><a:pt x="0" y="7756"/></a:moveTo><a:lnTo><a:pt x="46537" y="0"/></a:lnTo><a:lnTo><a:pt x="46537" y="15512"/></a:lnTo><a:lnTo><a:pt x="0" y="7756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125" name="object 125"/><p:cNvSpPr txBox="1"/><p:nvPr/></p:nvSpPr><p:spPr><a:xfrm><a:off x="11489507" y="4593546"/><a:ext cx="2259965" cy="394970"/></a:xfrm><a:prstGeom prst="rect"><a:avLst/></a:prstGeom><a:solidFill><a:srgbClr val="FFFFFF"/></a:solidFill></p:spPr><p:txBody><a:bodyPr wrap="square" lIns="0" tIns="635" rIns="0" bIns="0" rtlCol="0" vert="horz"><a:spAutoFit/></a:bodyPr><a:lstStyle/><a:p><a:pPr marL="15240"><a:lnSpc><a:spcPct val="100000"/></a:lnSpc><a:spcBef><a:spcPts val="5"/></a:spcBef></a:pPr><a:r><a:rPr dirty="0" sz="850"><a:latin typeface="Verdana"/><a:cs typeface="Verdana"/></a:rPr><a:t>ARRAY</a:t></a:r><a:r><a:rPr dirty="0" sz="850" spc="5"><a:latin typeface="Verdana"/><a:cs typeface="Verdana"/></a:rPr><a:t> </a:t></a:r><a:r><a:rPr dirty="0" sz="850"><a:latin typeface="Verdana"/><a:cs typeface="Verdana"/></a:rPr><a:t>1</a:t></a:r><a:r><a:rPr dirty="0" sz="850" spc="10"><a:latin typeface="Verdana"/><a:cs typeface="Verdana"/></a:rPr><a:t> </a:t></a:r><a:r><a:rPr dirty="0" sz="850"><a:latin typeface="Verdana"/><a:cs typeface="Verdana"/></a:rPr><a:t>POINT</a:t></a:r><a:r><a:rPr dirty="0" sz="850" spc="10"><a:latin typeface="Verdana"/><a:cs typeface="Verdana"/></a:rPr><a:t> </a:t></a:r><a:r><a:rPr dirty="0" sz="850"><a:latin typeface="Verdana"/><a:cs typeface="Verdana"/></a:rPr><a:t>OF</a:t></a:r><a:r><a:rPr dirty="0" sz="850" spc="5"><a:latin typeface="Verdana"/><a:cs typeface="Verdana"/></a:rPr><a:t> </a:t></a:r><a:r><a:rPr dirty="0" sz="850" spc="-10"><a:latin typeface="Verdana"/><a:cs typeface="Verdana"/></a:rPr><a:t>INTERCONNECTION</a:t></a:r><a:endParaRPr sz="850"><a:latin typeface="Verdana"/><a:cs typeface="Verdana"/></a:endParaRPr></a:p><a:p><a:pPr marL="15240" marR="217804"><a:lnSpc><a:spcPct val="101499"/></a:lnSpc></a:pPr><a:endParaRPr sz="850"><a:latin typeface="Verdana"/><a:cs typeface="Verdana"/></a:endParaRPr><a:r><a:rPr dirty="0" sz="850"><a:latin typeface="Verdana"/><a:t>{{SITE_ADDR}} {{MSB}}</a:t></a:r></a:p></p:txBody></p:sp><p:grpSp><p:nvGrpSpPr><p:cNvPr id="126" name="object 126"/><p:cNvGrpSpPr/><p:nvPr/></p:nvGrpSpPr><p:grpSpPr><a:xfrm><a:off x="10465843" y="4391768"/><a:ext cx="1024255" cy="513715"/><a:chOff x="10465843" y="4391768"/><a:chExt cx="1024255" cy="513715"/></a:xfrm></p:grpSpPr><p:sp><p:nvSpPr><p:cNvPr id="127" name="object 127"/><p:cNvSpPr/><p:nvPr/></p:nvSpPr><p:spPr><a:xfrm><a:off x="11235181" y="4549436"/><a:ext cx="250825" cy="109855"/></a:xfrm><a:custGeom><a:avLst/><a:gdLst/><a:ahLst/><a:cxnLst/><a:rect l="l" t="t" r="r" b="b"/><a:pathLst><a:path w="250825" h="109854"><a:moveTo><a:pt x="0" y="0"/></a:moveTo><a:lnTo><a:pt x="149074" y="109843"/></a:lnTo><a:lnTo><a:pt x="250448" y="109843"/></a:lnTo></a:path></a:pathLst></a:custGeom><a:ln w="7756"><a:solidFill><a:srgbClr val="000000"/></a:solidFill></a:ln></p:spPr><p:txBody><a:bodyPr wrap="square" lIns="0" tIns="0" rIns="0" bIns="0" rtlCol="0"/><a:lstStyle/><a:p/></p:txBody></p:sp><p:sp><p:nvSpPr><p:cNvPr id="128" name="object 128"/><p:cNvSpPr/><p:nvPr/></p:nvSpPr><p:spPr><a:xfrm><a:off x="11197796" y="4521878"/><a:ext cx="42545" cy="34290"/></a:xfrm><a:custGeom><a:avLst/><a:gdLst/><a:ahLst/><a:cxnLst/><a:rect l="l" t="t" r="r" b="b"/><a:pathLst><a:path w="42545" h="34289"><a:moveTo><a:pt x="32886" y="33855"/></a:moveTo><a:lnTo><a:pt x="0" y="0"/></a:lnTo><a:lnTo><a:pt x="42038" y="21368"/></a:lnTo><a:lnTo><a:pt x="32886" y="33855"/></a:lnTo><a:close/></a:path></a:pathLst></a:custGeom><a:solidFill><a:srgbClr val="000000"/></a:solidFill></p:spPr><p:txBody><a:bodyPr wrap="square" lIns="0" tIns="0" rIns="0" bIns="0" rtlCol="0"/><a:lstStyle/><a:p/></p:txBody></p:sp><p:sp><p:nvSpPr><p:cNvPr id="129" name="object 129"/><p:cNvSpPr/><p:nvPr/></p:nvSpPr><p:spPr><a:xfrm><a:off x="11197796" y="4521878"/><a:ext cx="42545" cy="34290"/></a:xfrm><a:custGeom><a:avLst/><a:gdLst/><a:ahLst/><a:cxnLst/><a:rect l="l" t="t" r="r" b="b"/><a:pathLst><a:path w="42545" h="34289"><a:moveTo><a:pt x="0" y="0"/></a:moveTo><a:lnTo><a:pt x="42038" y="21368"/></a:lnTo><a:lnTo><a:pt x="32886" y="33855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30" name="object 130"/><p:cNvSpPr/><p:nvPr/></p:nvSpPr><p:spPr><a:xfrm><a:off x="10465843" y="4391768"/><a:ext cx="436880" cy="513715"/></a:xfrm><a:custGeom><a:avLst/><a:gdLst/><a:ahLst/><a:cxnLst/><a:rect l="l" t="t" r="r" b="b"/><a:pathLst><a:path w="436879" h="513714"><a:moveTo><a:pt x="436674" y="513321"/></a:moveTo><a:lnTo><a:pt x="0" y="513321"/></a:lnTo><a:lnTo><a:pt x="0" y="0"/></a:lnTo><a:lnTo><a:pt x="436674" y="0"/></a:lnTo><a:lnTo><a:pt x="436674" y="513321"/></a:lnTo><a:close/></a:path></a:pathLst></a:custGeom><a:solidFill><a:srgbClr val="FFFFFF"/></a:solidFill></p:spPr><p:txBody><a:bodyPr wrap="square" lIns="0" tIns="0" rIns="0" bIns="0" rtlCol="0"/><a:lstStyle/><a:p/></p:txBody></p:sp></p:grpSp><p:sp><p:nvSpPr><p:cNvPr id="131" name="object 131"/><p:cNvSpPr txBox="1"/><p:nvPr/></p:nvSpPr><p:spPr><a:xfrm><a:off x="806441" y="6390680"/><a:ext cx="1021715" cy="276860"/></a:xfrm><a:prstGeom prst="rect"><a:avLst/></a:prstGeom></p:spPr><p:txBody><a:bodyPr wrap="square" lIns="0" tIns="13335" rIns="0" bIns="0" rtlCol="0" vert="horz"><a:spAutoFit/></a:bodyPr><a:lstStyle/><a:p><a:pPr marL="12700"><a:lnSpc><a:spcPts val="985"/></a:lnSpc><a:spcBef><a:spcPts val="105"/></a:spcBef></a:pPr><a:endParaRPr sz="850"><a:latin typeface="Arial"/><a:cs typeface="Arial"/></a:endParaRPr><a:r><a:rPr dirty="0" sz="850"><a:latin typeface="Arial"/><a:t>{{SITE_ADDR}}</a:t></a:r></a:p><a:p><a:pPr marL="12700"><a:lnSpc><a:spcPts val="985"/></a:lnSpc></a:pPr><a:endParaRPr sz="850"><a:latin typeface="Arial"/><a:cs typeface="Arial"/></a:endParaRPr><a:r><a:rPr dirty="0" sz="850"><a:latin typeface="Arial"/><a:t>{{CITY_SHORT}}, 94705</a:t></a:r></a:p></p:txBody></p:sp><p:graphicFrame><p:nvGraphicFramePr><p:cNvPr id="132" name="object 132"/><p:cNvGraphicFramePr><a:graphicFrameLocks noGrp="1"/></p:cNvGraphicFramePr><p:nvPr/></p:nvGraphicFramePr><p:xfrm><a:off x="675687" y="7492673"/><a:ext cx="12800965" cy="351790"/></p:xfrm><a:graphic><a:graphicData uri="http://schemas.openxmlformats.org/drawingml/2006/table"><a:tbl><a:tblPr firstRow="1" bandRow="1"><a:tableStyleId>{2D5ABB26-0587-4C30-8999-92F81FD0307C}</a:tableStyleId></a:tblPr><a:tblGrid><a:gridCol w="1143000"/><a:gridCol w="751839"/><a:gridCol w="2110740"/><a:gridCol w="1696085"/><a:gridCol w="1064894"/><a:gridCol w="1814195"/><a:gridCol w="1899285"/><a:gridCol w="995045"/><a:gridCol w="1251584"/></a:tblGrid><a:tr h="175895"><a:tc><a:txBody><a:bodyPr/><a:lstStyle/><a:p><a:pPr marL="31750"><a:lnSpc><a:spcPts val="930"/></a:lnSpc><a:spcBef><a:spcPts val="359"/></a:spcBef></a:pPr><a:r><a:rPr dirty="0" sz="850"><a:latin typeface="Verdana"/><a:cs typeface="Verdana"/></a:rPr><a:t>BESS </a:t></a:r><a:r><a:rPr dirty="0" sz="850" spc="-10"><a:latin typeface="Verdana"/><a:cs typeface="Verdana"/></a:rPr><a:t>ENCLOSURE</a:t></a:r><a:endParaRPr sz="850"><a:latin typeface="Verdana"/><a:cs typeface="Verdana"/></a:endParaRPr></a:p></a:txBody><a:tcPr marL="0" marR="0" marB="0" marT="45719"/></a:tc><a:tc><a:txBody><a:bodyPr/><a:lstStyle/><a:p><a:pPr marL="111760"><a:lnSpc><a:spcPts val="930"/></a:lnSpc><a:spcBef><a:spcPts val="359"/></a:spcBef></a:pPr><a:r><a:rPr dirty="0" sz="850" spc="-50"><a:latin typeface="Verdana"/><a:cs typeface="Verdana"/></a:rPr><a:t>1</a:t></a:r><a:endParaRPr sz="850"><a:latin typeface="Verdana"/><a:cs typeface="Verdana"/></a:endParaRPr></a:p></a:txBody><a:tcPr marL="0" marR="0" marB="0" marT="45719"/></a:tc><a:tc><a:txBody><a:bodyPr/><a:lstStyle/><a:p><a:pPr marL="570865"><a:lnSpc><a:spcPts val="930"/></a:lnSpc><a:spcBef><a:spcPts val="359"/></a:spcBef></a:pPr><a:r><a:rPr dirty="0" sz="850"><a:latin typeface="Verdana"/><a:cs typeface="Verdana"/></a:rPr><a:t>36</a:t></a:r><a:r><a:rPr dirty="0" sz="850" spc="5"><a:latin typeface="Verdana"/><a:cs typeface="Verdana"/></a:rPr><a:t> </a:t></a:r><a:r><a:rPr dirty="0" sz="850"><a:latin typeface="Verdana"/><a:cs typeface="Verdana"/></a:rPr><a:t>point</a:t></a:r><a:r><a:rPr dirty="0" sz="850" spc="5"><a:latin typeface="Verdana"/><a:cs typeface="Verdana"/></a:rPr><a:t> </a:t></a:r><a:r><a:rPr dirty="0" sz="850" spc="-10"><a:latin typeface="Verdana"/><a:cs typeface="Verdana"/></a:rPr><a:t>(0.359&quot;)</a:t></a:r><a:endParaRPr sz="850"><a:latin typeface="Verdana"/><a:cs typeface="Verdana"/></a:endParaRPr></a:p></a:txBody><a:tcPr marL="0" marR="0" marB="0" marT="45719"/></a:tc><a:tc><a:txBody><a:bodyPr/><a:lstStyle/><a:p><a:pPr marL="585470"><a:lnSpc><a:spcPct val="100000"/></a:lnSpc><a:spcBef><a:spcPts val="259"/></a:spcBef></a:pPr><a:r><a:rPr dirty="0" sz="850" spc="-10" b="1"><a:latin typeface="Verdana"/><a:cs typeface="Verdana"/></a:rPr><a:t>LOCATION:</a:t></a:r><a:endParaRPr sz="850"><a:latin typeface="Verdana"/><a:cs typeface="Verdana"/></a:endParaRPr></a:p></a:txBody><a:tcPr marL="0" marR="0" marB="0" marT="33019"/></a:tc><a:tc><a:txBody><a:bodyPr/><a:lstStyle/><a:p><a:pPr marL="110489"><a:lnSpc><a:spcPct val="100000"/></a:lnSpc><a:spcBef><a:spcPts val="259"/></a:spcBef></a:pPr><a:r><a:rPr dirty="0" sz="850" spc="-10" b="1"><a:latin typeface="Verdana"/><a:cs typeface="Verdana"/></a:rPr><a:t>QUANTITY:</a:t></a:r><a:endParaRPr sz="850"><a:latin typeface="Verdana"/><a:cs typeface="Verdana"/></a:endParaRPr></a:p></a:txBody><a:tcPr marL="0" marR="0" marB="0" marT="33019"/></a:tc><a:tc><a:txBody><a:bodyPr/><a:lstStyle/><a:p><a:pPr marL="266065"><a:lnSpc><a:spcPct val="100000"/></a:lnSpc><a:spcBef><a:spcPts val="259"/></a:spcBef></a:pPr><a:r><a:rPr dirty="0" sz="850" spc="-10" b="1"><a:latin typeface="Verdana"/><a:cs typeface="Verdana"/></a:rPr><a:t>TEXT:</a:t></a:r><a:endParaRPr sz="850"><a:latin typeface="Verdana"/><a:cs typeface="Verdana"/></a:endParaRPr></a:p></a:txBody><a:tcPr marL="0" marR="0" marB="0" marT="33019"/></a:tc><a:tc><a:txBody><a:bodyPr/><a:lstStyle/><a:p><a:pPr marL="593090"><a:lnSpc><a:spcPts val="925"/></a:lnSpc><a:spcBef><a:spcPts val="360"/></a:spcBef></a:pPr><a:r><a:rPr dirty="0" sz="850" spc="-10" b="1"><a:latin typeface="Verdana"/><a:cs typeface="Verdana"/></a:rPr><a:t>LOCATION:</a:t></a:r><a:endParaRPr sz="850"><a:latin typeface="Verdana"/><a:cs typeface="Verdana"/></a:endParaRPr></a:p></a:txBody><a:tcPr marL="0" marR="0" marB="0" marT="45720"/></a:tc><a:tc><a:txBody><a:bodyPr/><a:lstStyle/><a:p><a:pPr marL="40640"><a:lnSpc><a:spcPts val="925"/></a:lnSpc><a:spcBef><a:spcPts val="360"/></a:spcBef></a:pPr><a:r><a:rPr dirty="0" sz="850" spc="-10" b="1"><a:latin typeface="Verdana"/><a:cs typeface="Verdana"/></a:rPr><a:t>QUANTITY:</a:t></a:r><a:endParaRPr sz="850"><a:latin typeface="Verdana"/><a:cs typeface="Verdana"/></a:endParaRPr></a:p></a:txBody><a:tcPr marL="0" marR="0" marB="0" marT="45720"/></a:tc><a:tc><a:txBody><a:bodyPr/><a:lstStyle/><a:p><a:pPr marL="265430"><a:lnSpc><a:spcPts val="925"/></a:lnSpc><a:spcBef><a:spcPts val="360"/></a:spcBef></a:pPr><a:r><a:rPr dirty="0" sz="850" spc="-10" b="1"><a:latin typeface="Verdana"/><a:cs typeface="Verdana"/></a:rPr><a:t>TEXT:</a:t></a:r><a:endParaRPr sz="850"><a:latin typeface="Verdana"/><a:cs typeface="Verdana"/></a:endParaRPr></a:p></a:txBody><a:tcPr marL="0" marR="0" marB="0" marT="45720"/></a:tc></a:tr><a:tr h="175895"><a:tc><a:txBody><a:bodyPr/><a:lstStyle/><a:p><a:pPr marL="31750"><a:lnSpc><a:spcPct val="100000"/></a:lnSpc><a:spcBef><a:spcPts val="5"/></a:spcBef></a:pPr><a:endParaRPr sz="850"><a:latin typeface="Verdana"/><a:cs typeface="Verdana"/></a:endParaRPr><a:r><a:rPr dirty="0" sz="850"><a:latin typeface="Verdana"/><a:t>({{BAT_MFR}})</a:t></a:r></a:p></a:txBody><a:tcPr marL="0" marR="0" marB="0" marT="635"/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/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/></a:tc><a:tc><a:txBody><a:bodyPr/><a:lstStyle/><a:p><a:pPr marL="585470"><a:lnSpc><a:spcPct val="100000"/></a:lnSpc><a:spcBef><a:spcPts val="5"/></a:spcBef></a:pPr><a:r><a:rPr dirty="0" sz="850"><a:latin typeface="Verdana"/><a:cs typeface="Verdana"/></a:rPr><a:t>BESS </a:t></a:r><a:r><a:rPr dirty="0" sz="850" spc="-10"><a:latin typeface="Verdana"/><a:cs typeface="Verdana"/></a:rPr><a:t>ENCLOSURE</a:t></a:r><a:endParaRPr sz="850"><a:latin typeface="Verdana"/><a:cs typeface="Verdana"/></a:endParaRPr></a:p></a:txBody><a:tcPr marL="0" marR="0" marB="0" marT="635"/></a:tc><a:tc><a:txBody><a:bodyPr/><a:lstStyle/><a:p><a:pPr marL="110489"><a:lnSpc><a:spcPct val="100000"/></a:lnSpc><a:spcBef><a:spcPts val="5"/></a:spcBef></a:pPr><a:r><a:rPr dirty="0" sz="850" spc="-50"><a:latin typeface="Verdana"/><a:cs typeface="Verdana"/></a:rPr><a:t>1</a:t></a:r><a:endParaRPr sz="850"><a:latin typeface="Verdana"/><a:cs typeface="Verdana"/></a:endParaRPr></a:p></a:txBody><a:tcPr marL="0" marR="0" marB="0" marT="635"/></a:tc><a:tc><a:txBody><a:bodyPr/><a:lstStyle/><a:p><a:pPr marL="266065"><a:lnSpc><a:spcPct val="100000"/></a:lnSpc><a:spcBef><a:spcPts val="5"/></a:spcBef></a:pPr><a:r><a:rPr dirty="0" sz="850"><a:latin typeface="Verdana"/><a:cs typeface="Verdana"/></a:rPr><a:t>36</a:t></a:r><a:r><a:rPr dirty="0" sz="850" spc="5"><a:latin typeface="Verdana"/><a:cs typeface="Verdana"/></a:rPr><a:t> </a:t></a:r><a:r><a:rPr dirty="0" sz="850"><a:latin typeface="Verdana"/><a:cs typeface="Verdana"/></a:rPr><a:t>point</a:t></a:r><a:r><a:rPr dirty="0" sz="850" spc="5"><a:latin typeface="Verdana"/><a:cs typeface="Verdana"/></a:rPr><a:t> </a:t></a:r><a:r><a:rPr dirty="0" sz="850" spc="-10"><a:latin typeface="Verdana"/><a:cs typeface="Verdana"/></a:rPr><a:t>(0.359&quot;)</a:t></a:r><a:endParaRPr sz="850"><a:latin typeface="Verdana"/><a:cs typeface="Verdana"/></a:endParaRPr></a:p></a:txBody><a:tcPr marL="0" marR="0" marB="0" marT="635"/></a:tc><a:tc><a:txBody><a:bodyPr/><a:lstStyle/><a:p><a:pPr marL="593090"><a:lnSpc><a:spcPct val="100000"/></a:lnSpc><a:spcBef><a:spcPts val="110"/></a:spcBef></a:pPr><a:r><a:rPr dirty="0" sz="850"><a:latin typeface="Verdana"/><a:cs typeface="Verdana"/></a:rPr><a:t>BOLTSWITCH </a:t></a:r><a:r><a:rPr dirty="0" sz="850" spc="-10"><a:latin typeface="Verdana"/><a:cs typeface="Verdana"/></a:rPr><a:t>CABINET</a:t></a:r><a:endParaRPr sz="850"><a:latin typeface="Verdana"/><a:cs typeface="Verdana"/></a:endParaRPr></a:p></a:txBody><a:tcPr marL="0" marR="0" marB="0" marT="13970"/></a:tc><a:tc><a:txBody><a:bodyPr/><a:lstStyle/><a:p><a:pPr marL="40640"><a:lnSpc><a:spcPct val="100000"/></a:lnSpc><a:spcBef><a:spcPts val="110"/></a:spcBef></a:pPr><a:r><a:rPr dirty="0" sz="850" spc="-50"><a:latin typeface="Verdana"/><a:cs typeface="Verdana"/></a:rPr><a:t>2</a:t></a:r><a:endParaRPr sz="850"><a:latin typeface="Verdana"/><a:cs typeface="Verdana"/></a:endParaRPr></a:p></a:txBody><a:tcPr marL="0" marR="0" marB="0" marT="13970"/></a:tc><a:tc><a:txBody><a:bodyPr/><a:lstStyle/><a:p><a:pPr marL="265430"><a:lnSpc><a:spcPct val="100000"/></a:lnSpc><a:spcBef><a:spcPts val="10"/></a:spcBef></a:pPr><a:r><a:rPr dirty="0" sz="850"><a:latin typeface="Verdana"/><a:cs typeface="Verdana"/></a:rPr><a:t>20</a:t></a:r><a:r><a:rPr dirty="0" sz="850" spc="5"><a:latin typeface="Verdana"/><a:cs typeface="Verdana"/></a:rPr><a:t> </a:t></a:r><a:r><a:rPr dirty="0" sz="850"><a:latin typeface="Verdana"/><a:cs typeface="Verdana"/></a:rPr><a:t>point</a:t></a:r><a:r><a:rPr dirty="0" sz="850" spc="5"><a:latin typeface="Verdana"/><a:cs typeface="Verdana"/></a:rPr><a:t> </a:t></a:r><a:r><a:rPr dirty="0" sz="850" spc="-10"><a:latin typeface="Verdana"/><a:cs typeface="Verdana"/></a:rPr><a:t>(0.203&quot;)</a:t></a:r><a:endParaRPr sz="850"><a:latin typeface="Verdana"/><a:cs typeface="Verdana"/></a:endParaRPr></a:p></a:txBody><a:tcPr marL="0" marR="0" marB="0" marT="1270"/></a:tc></a:tr></a:tbl></a:graphicData></a:graphic></p:graphicFrame><p:sp><p:nvSpPr><p:cNvPr id="133" name="object 133"/><p:cNvSpPr/><p:nvPr/></p:nvSpPr><p:spPr><a:xfrm><a:off x="12617571" y="9447066"/><a:ext cx="17145" cy="17145"/></a:xfrm><a:custGeom><a:avLst/><a:gdLst/><a:ahLst/><a:cxnLst/><a:rect l="l" t="t" r="r" b="b"/><a:pathLst><a:path w="17145" h="17145"><a:moveTo><a:pt x="0" y="17063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34" name="object 134"/><p:cNvSpPr/><p:nvPr/></p:nvSpPr><p:spPr><a:xfrm><a:off x="9825335" y="9447066"/><a:ext cx="17145" cy="17145"/></a:xfrm><a:custGeom><a:avLst/><a:gdLst/><a:ahLst/><a:cxnLst/><a:rect l="l" t="t" r="r" b="b"/><a:pathLst><a:path w="17145" h="17145"><a:moveTo><a:pt x="17063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135" name="object 135"/><p:cNvSpPr/><p:nvPr/></p:nvSpPr><p:spPr><a:xfrm><a:off x="13191453" y="7944998"/><a:ext cx="17145" cy="17145"/></a:xfrm><a:custGeom><a:avLst/><a:gdLst/><a:ahLst/><a:cxnLst/><a:rect l="l" t="t" r="r" b="b"/><a:pathLst><a:path w="17144" h="17145"><a:moveTo><a:pt x="17063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36" name="object 136"/><p:cNvSpPr/><p:nvPr/></p:nvSpPr><p:spPr><a:xfrm><a:off x="13191453" y="9061893"/><a:ext cx="17145" cy="17145"/></a:xfrm><a:custGeom><a:avLst/><a:gdLst/><a:ahLst/><a:cxnLst/><a:rect l="l" t="t" r="r" b="b"/><a:pathLst><a:path w="17144" h="17145"><a:moveTo><a:pt x="0" y="0"/></a:moveTo><a:lnTo><a:pt x="17063" y="17063"/></a:lnTo></a:path></a:pathLst></a:custGeom><a:ln w="3175"><a:solidFill><a:srgbClr val="000000"/></a:solidFill></a:ln></p:spPr><p:txBody><a:bodyPr wrap="square" lIns="0" tIns="0" rIns="0" bIns="0" rtlCol="0"/><a:lstStyle/><a:p/></p:txBody></p:sp><p:graphicFrame><p:nvGraphicFramePr><p:cNvPr id="137" name="object 137"/><p:cNvGraphicFramePr><a:graphicFrameLocks noGrp="1"/></p:cNvGraphicFramePr><p:nvPr/></p:nvGraphicFramePr><p:xfrm><a:off x="9829989" y="7949651"/><a:ext cx="3450590" cy="1501140"/></p:xfrm><a:graphic><a:graphicData uri="http://schemas.openxmlformats.org/drawingml/2006/table"><a:tbl><a:tblPr firstRow="1" bandRow="1"><a:tableStyleId>{2D5ABB26-0587-4C30-8999-92F81FD0307C}</a:tableStyleId></a:tblPr><a:tblGrid><a:gridCol w="2792095"/><a:gridCol w="574040"/></a:tblGrid><a:tr h="1116330"><a:tc><a:txBody><a:bodyPr/><a:lstStyle/><a:p><a:pPr><a:lnSpc><a:spcPct val="100000"/></a:lnSpc><a:spcBef><a:spcPts val="35"/></a:spcBef></a:pPr><a:endParaRPr sz="1200"><a:latin typeface="Times New Roman"/><a:cs typeface="Times New Roman"/></a:endParaRPr></a:p><a:p><a:pPr algn="ctr" marL="222885" marR="208915" indent="-3810"><a:lnSpc><a:spcPct val="102800"/></a:lnSpc><a:spcBef><a:spcPts val="5"/></a:spcBef></a:pPr><a:r><a:rPr dirty="0" sz="1200"><a:latin typeface="Verdana"/><a:cs typeface="Verdana"/></a:rPr><a:t>AC</a:t></a:r><a:r><a:rPr dirty="0" sz="1200" spc="20"><a:latin typeface="Verdana"/><a:cs typeface="Verdana"/></a:rPr><a:t> </a:t></a:r><a:r><a:rPr dirty="0" sz="1200" spc="-10"><a:latin typeface="Verdana"/><a:cs typeface="Verdana"/></a:rPr><a:t>DISCONNECT</a:t></a:r><a:r><a:rPr dirty="0" sz="1200"><a:latin typeface="Verdana"/><a:cs typeface="Verdana"/></a:rPr><a:t> BOLTSWITCH</a:t></a:r><a:r><a:rPr dirty="0" sz="1200" spc="85"><a:latin typeface="Verdana"/><a:cs typeface="Verdana"/></a:rPr><a:t> </a:t></a:r><a:r><a:rPr dirty="0" sz="1200" spc="-10"><a:latin typeface="Verdana"/><a:cs typeface="Verdana"/></a:rPr><a:t>CABINET </a:t></a:r><a:r><a:rPr dirty="0" sz="1200"><a:latin typeface="Verdana"/><a:cs typeface="Verdana"/></a:rPr><a:t>OPERATING</a:t></a:r><a:r><a:rPr dirty="0" sz="1200" spc="70"><a:latin typeface="Verdana"/><a:cs typeface="Verdana"/></a:rPr><a:t> </a:t></a:r><a:r><a:rPr dirty="0" sz="1200"><a:latin typeface="Verdana"/><a:cs typeface="Verdana"/></a:rPr><a:t>CURRENT:</a:t></a:r><a:r><a:rPr dirty="0" sz="1200" spc="75"><a:latin typeface="Verdana"/><a:cs typeface="Verdana"/></a:rPr><a:t> </a:t></a:r><a:r><a:rPr dirty="0" sz="1200" spc="-10"><a:latin typeface="Verdana"/><a:cs typeface="Verdana"/></a:rPr><a:t>1200A </a:t></a:r><a:r><a:rPr dirty="0" sz="1200"><a:latin typeface="Verdana"/><a:cs typeface="Verdana"/></a:rPr><a:t>OPERATING</a:t></a:r><a:r><a:rPr dirty="0" sz="1200" spc="70"><a:latin typeface="Verdana"/><a:cs typeface="Verdana"/></a:rPr><a:t> </a:t></a:r><a:r><a:rPr dirty="0" sz="1200"><a:latin typeface="Verdana"/><a:cs typeface="Verdana"/></a:rPr><a:t>VOLTAGE:</a:t></a:r><a:r><a:rPr dirty="0" sz="1200" spc="70"><a:latin typeface="Verdana"/><a:cs typeface="Verdana"/></a:rPr><a:t> </a:t></a:r><a:r><a:rPr dirty="0" sz="1200" spc="-20"><a:latin typeface="Verdana"/><a:cs typeface="Verdana"/></a:rPr><a:t>480V</a:t></a:r><a:endParaRPr sz="1200"><a:latin typeface="Verdana"/><a:cs typeface="Verdana"/></a:endParaRPr></a:p></a:txBody><a:tcPr marL="0" marR="0" marB="0" marT="4445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1200"><a:latin typeface="Times New Roman"/><a:cs typeface="Times New Roman"/></a:endParaRPr></a:p><a:p><a:pPr><a:lnSpc><a:spcPct val="100000"/></a:lnSpc><a:spcBef><a:spcPts val="150"/></a:spcBef></a:pPr><a:endParaRPr sz="1200"><a:latin typeface="Times New Roman"/><a:cs typeface="Times New Roman"/></a:endParaRPr></a:p><a:p><a:pPr algn="ctr"><a:lnSpc><a:spcPct val="100000"/></a:lnSpc><a:spcBef><a:spcPts val="5"/></a:spcBef></a:pPr><a:r><a:rPr dirty="0" sz="1200" spc="-25"><a:latin typeface="Verdana"/><a:cs typeface="Verdana"/></a:rPr><a:t>2&quot;</a:t></a:r><a:endParaRPr sz="1200"><a:latin typeface="Verdana"/><a:cs typeface="Verdana"/></a:endParaRPr></a:p></a:txBody><a:tcPr marL="0" marR="0" marB="0" marT="0" vert="vert270"><a:lnL w="9525"><a:solidFill><a:srgbClr val="000000"/></a:solidFill><a:prstDash val="solid"/></a:lnL><a:lnR w="317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/a:tr><a:tr h="384810"><a:tc><a:txBody><a:bodyPr/><a:lstStyle/><a:p><a:pPr><a:lnSpc><a:spcPct val="100000"/></a:lnSpc><a:spcBef><a:spcPts val="45"/></a:spcBef></a:pPr><a:endParaRPr sz="1200"><a:latin typeface="Times New Roman"/><a:cs typeface="Times New Roman"/></a:endParaRPr></a:p><a:p><a:pPr algn="ctr"><a:lnSpc><a:spcPct val="100000"/></a:lnSpc></a:pPr><a:r><a:rPr dirty="0" sz="1200" spc="-25"><a:latin typeface="Verdana"/><a:cs typeface="Verdana"/></a:rPr><a:t>5&quot;</a:t></a:r><a:endParaRPr sz="1200"><a:latin typeface="Verdana"/><a:cs typeface="Verdana"/></a:endParaRPr></a:p></a:txBody><a:tcPr marL="0" marR="0" marB="0" marT="5715"><a:lnL w="3175"><a:solidFill><a:srgbClr val="000000"/></a:solidFill><a:prstDash val="solid"/></a:lnL><a:lnR w="3175"><a:solidFill><a:srgbClr val="000000"/></a:solidFill><a:prstDash val="solid"/></a:lnR><a:lnT w="9525"><a:solidFill><a:srgbClr val="000000"/></a:solidFill><a:prstDash val="solid"/></a:lnT><a:lnB w="317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3175"><a:solidFill><a:srgbClr val="000000"/></a:solidFill><a:prstDash val="solid"/></a:lnL><a:lnT w="3175"><a:solidFill><a:srgbClr val="000000"/></a:solidFill><a:prstDash val="solid"/></a:lnT></a:tcPr></a:tc></a:tr></a:tbl></a:graphicData></a:graphic></p:graphicFrame><p:sp><p:nvSpPr><p:cNvPr id="138" name="object 138"/><p:cNvSpPr/><p:nvPr/></p:nvSpPr><p:spPr><a:xfrm><a:off x="12617571" y="12217662"/><a:ext cx="17145" cy="17145"/></a:xfrm><a:custGeom><a:avLst/><a:gdLst/><a:ahLst/><a:cxnLst/><a:rect l="l" t="t" r="r" b="b"/><a:pathLst><a:path w="17145" h="17145"><a:moveTo><a:pt x="0" y="17063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39" name="object 139"/><p:cNvSpPr/><p:nvPr/></p:nvSpPr><p:spPr><a:xfrm><a:off x="9825335" y="12217662"/><a:ext cx="17145" cy="17145"/></a:xfrm><a:custGeom><a:avLst/><a:gdLst/><a:ahLst/><a:cxnLst/><a:rect l="l" t="t" r="r" b="b"/><a:pathLst><a:path w="17145" h="17145"><a:moveTo><a:pt x="17063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graphicFrame><p:nvGraphicFramePr><p:cNvPr id="140" name="object 140"/><p:cNvGraphicFramePr><a:graphicFrameLocks noGrp="1"/></p:cNvGraphicFramePr><p:nvPr/></p:nvGraphicFramePr><p:xfrm><a:off x="9817630" y="10276524"/><a:ext cx="3659504" cy="339090"/></p:xfrm><a:graphic><a:graphicData uri="http://schemas.openxmlformats.org/drawingml/2006/table"><a:tbl><a:tblPr firstRow="1" bandRow="1"><a:tableStyleId>{2D5ABB26-0587-4C30-8999-92F81FD0307C}</a:tableStyleId></a:tblPr><a:tblGrid><a:gridCol w="1047750"/><a:gridCol w="1283970"/><a:gridCol w="1251584"/></a:tblGrid><a:tr h="163195"><a:tc><a:txBody><a:bodyPr/><a:lstStyle/><a:p><a:pPr marL="31750"><a:lnSpc><a:spcPts val="930"/></a:lnSpc><a:spcBef><a:spcPts val="259"/></a:spcBef></a:pPr><a:r><a:rPr dirty="0" sz="850" spc="-10" b="1"><a:latin typeface="Verdana"/><a:cs typeface="Verdana"/></a:rPr><a:t>LOCATION:</a:t></a:r><a:endParaRPr sz="850"><a:latin typeface="Verdana"/><a:cs typeface="Verdana"/></a:endParaRPr></a:p></a:txBody><a:tcPr marL="0" marR="0" marB="0" marT="33019"/></a:tc><a:tc><a:txBody><a:bodyPr/><a:lstStyle/><a:p><a:pPr marL="330200"><a:lnSpc><a:spcPts val="930"/></a:lnSpc><a:spcBef><a:spcPts val="259"/></a:spcBef></a:pPr><a:r><a:rPr dirty="0" sz="850" spc="-10" b="1"><a:latin typeface="Verdana"/><a:cs typeface="Verdana"/></a:rPr><a:t>QUANTITY:</a:t></a:r><a:endParaRPr sz="850"><a:latin typeface="Verdana"/><a:cs typeface="Verdana"/></a:endParaRPr></a:p></a:txBody><a:tcPr marL="0" marR="0" marB="0" marT="33019"/></a:tc><a:tc><a:txBody><a:bodyPr/><a:lstStyle/><a:p><a:pPr marL="265430"><a:lnSpc><a:spcPts val="930"/></a:lnSpc><a:spcBef><a:spcPts val="259"/></a:spcBef></a:pPr><a:r><a:rPr dirty="0" sz="850" spc="-10" b="1"><a:latin typeface="Verdana"/><a:cs typeface="Verdana"/></a:rPr><a:t>TEXT:</a:t></a:r><a:endParaRPr sz="850"><a:latin typeface="Verdana"/><a:cs typeface="Verdana"/></a:endParaRPr></a:p></a:txBody><a:tcPr marL="0" marR="0" marB="0" marT="33019"/></a:tc></a:tr><a:tr h="175895"><a:tc><a:txBody><a:bodyPr/><a:lstStyle/><a:p><a:pPr marL="31750"><a:lnSpc><a:spcPct val="100000"/></a:lnSpc><a:spcBef><a:spcPts val="105"/></a:spcBef></a:pPr><a:r><a:rPr dirty="0" sz="850" spc="-20"><a:latin typeface="Verdana"/><a:cs typeface="Verdana"/></a:rPr><a:t>XFMR</a:t></a:r><a:endParaRPr sz="850"><a:latin typeface="Verdana"/><a:cs typeface="Verdana"/></a:endParaRPr></a:p></a:txBody><a:tcPr marL="0" marR="0" marB="0" marT="13335"/></a:tc><a:tc><a:txBody><a:bodyPr/><a:lstStyle/><a:p><a:pPr marL="330200"><a:lnSpc><a:spcPct val="100000"/></a:lnSpc><a:spcBef><a:spcPts val="105"/></a:spcBef></a:pPr><a:r><a:rPr dirty="0" sz="850" spc="-50"><a:latin typeface="Verdana"/><a:cs typeface="Verdana"/></a:rPr><a:t>1</a:t></a:r><a:endParaRPr sz="850"><a:latin typeface="Verdana"/><a:cs typeface="Verdana"/></a:endParaRPr></a:p></a:txBody><a:tcPr marL="0" marR="0" marB="0" marT="13335"/></a:tc><a:tc><a:txBody><a:bodyPr/><a:lstStyle/><a:p><a:pPr marL="265430"><a:lnSpc><a:spcPct val="100000"/></a:lnSpc><a:spcBef><a:spcPts val="5"/></a:spcBef></a:pPr><a:r><a:rPr dirty="0" sz="850"><a:latin typeface="Verdana"/><a:cs typeface="Verdana"/></a:rPr><a:t>20</a:t></a:r><a:r><a:rPr dirty="0" sz="850" spc="5"><a:latin typeface="Verdana"/><a:cs typeface="Verdana"/></a:rPr><a:t> </a:t></a:r><a:r><a:rPr dirty="0" sz="850"><a:latin typeface="Verdana"/><a:cs typeface="Verdana"/></a:rPr><a:t>point</a:t></a:r><a:r><a:rPr dirty="0" sz="850" spc="5"><a:latin typeface="Verdana"/><a:cs typeface="Verdana"/></a:rPr><a:t> </a:t></a:r><a:r><a:rPr dirty="0" sz="850" spc="-10"><a:latin typeface="Verdana"/><a:cs typeface="Verdana"/></a:rPr><a:t>(0.203&quot;)</a:t></a:r><a:endParaRPr sz="850"><a:latin typeface="Verdana"/><a:cs typeface="Verdana"/></a:endParaRPr></a:p></a:txBody><a:tcPr marL="0" marR="0" marB="0" marT="635"/></a:tc></a:tr></a:tbl></a:graphicData></a:graphic></p:graphicFrame><p:sp><p:nvSpPr><p:cNvPr id="141" name="object 141"/><p:cNvSpPr/><p:nvPr/></p:nvSpPr><p:spPr><a:xfrm><a:off x="13191453" y="10715594"/><a:ext cx="17145" cy="17145"/></a:xfrm><a:custGeom><a:avLst/><a:gdLst/><a:ahLst/><a:cxnLst/><a:rect l="l" t="t" r="r" b="b"/><a:pathLst><a:path w="17144" h="17145"><a:moveTo><a:pt x="17063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42" name="object 142"/><p:cNvSpPr/><p:nvPr/></p:nvSpPr><p:spPr><a:xfrm><a:off x="13191453" y="11832489"/><a:ext cx="17145" cy="17145"/></a:xfrm><a:custGeom><a:avLst/><a:gdLst/><a:ahLst/><a:cxnLst/><a:rect l="l" t="t" r="r" b="b"/><a:pathLst><a:path w="17144" h="17145"><a:moveTo><a:pt x="0" y="0"/></a:moveTo><a:lnTo><a:pt x="17063" y="17063"/></a:lnTo></a:path></a:pathLst></a:custGeom><a:ln w="3175"><a:solidFill><a:srgbClr val="000000"/></a:solidFill></a:ln></p:spPr><p:txBody><a:bodyPr wrap="square" lIns="0" tIns="0" rIns="0" bIns="0" rtlCol="0"/><a:lstStyle/><a:p/></p:txBody></p:sp><p:graphicFrame><p:nvGraphicFramePr><p:cNvPr id="143" name="object 143"/><p:cNvGraphicFramePr><a:graphicFrameLocks noGrp="1"/></p:cNvGraphicFramePr><p:nvPr/></p:nvGraphicFramePr><p:xfrm><a:off x="9829989" y="10720247"/><a:ext cx="3450590" cy="1501140"/></p:xfrm><a:graphic><a:graphicData uri="http://schemas.openxmlformats.org/drawingml/2006/table"><a:tbl><a:tblPr firstRow="1" bandRow="1"><a:tableStyleId>{2D5ABB26-0587-4C30-8999-92F81FD0307C}</a:tableStyleId></a:tblPr><a:tblGrid><a:gridCol w="2792095"/><a:gridCol w="574040"/></a:tblGrid><a:tr h="1116330"><a:tc><a:txBody><a:bodyPr/><a:lstStyle/><a:p><a:pPr><a:lnSpc><a:spcPct val="100000"/></a:lnSpc><a:spcBef><a:spcPts val="775"/></a:spcBef></a:pPr><a:endParaRPr sz="1200"><a:latin typeface="Times New Roman"/><a:cs typeface="Times New Roman"/></a:endParaRPr></a:p><a:p><a:pPr algn="ctr" marL="546100" marR="534035" indent="-1270"><a:lnSpc><a:spcPct val="102800"/></a:lnSpc><a:spcBef><a:spcPts val="5"/></a:spcBef></a:pPr><a:r><a:rPr dirty="0" sz="1200"><a:latin typeface="Verdana"/><a:cs typeface="Verdana"/></a:rPr><a:t>ISOLATION</a:t></a:r><a:r><a:rPr dirty="0" sz="1200" spc="70"><a:latin typeface="Verdana"/><a:cs typeface="Verdana"/></a:rPr><a:t> </a:t></a:r><a:r><a:rPr dirty="0" sz="1200" spc="-20"><a:latin typeface="Verdana"/><a:cs typeface="Verdana"/></a:rPr><a:t>XFMR </a:t></a:r><a:r><a:rPr dirty="0" sz="1200"><a:latin typeface="Verdana"/><a:cs typeface="Verdana"/></a:rPr><a:t>XFMR</a:t></a:r><a:r><a:rPr dirty="0" sz="1200" spc="35"><a:latin typeface="Verdana"/><a:cs typeface="Verdana"/></a:rPr><a:t> </a:t></a:r><a:r><a:rPr dirty="0" sz="1200"><a:latin typeface="Verdana"/><a:cs typeface="Verdana"/></a:rPr><a:t>SIZE:</a:t></a:r><a:r><a:rPr dirty="0" sz="1200" spc="40"><a:latin typeface="Verdana"/><a:cs typeface="Verdana"/></a:rPr><a:t> </a:t></a:r><a:r><a:rPr dirty="0" sz="1200" spc="-10"><a:latin typeface="Verdana"/><a:cs typeface="Verdana"/></a:rPr><a:t>1000KVA</a:t></a:r><a:endParaRPr sz="1200"><a:latin typeface="Verdana"/><a:cs typeface="Verdana"/></a:endParaRPr></a:p><a:p><a:pPr algn="ctr" marL="5715"><a:lnSpc><a:spcPct val="100000"/></a:lnSpc><a:spcBef><a:spcPts val="40"/></a:spcBef></a:pPr><a:r><a:rPr dirty="0" sz="1200"><a:latin typeface="Verdana"/><a:cs typeface="Verdana"/></a:rPr><a:t>OPERATING</a:t></a:r><a:r><a:rPr dirty="0" sz="1200" spc="70"><a:latin typeface="Verdana"/><a:cs typeface="Verdana"/></a:rPr><a:t> </a:t></a:r><a:r><a:rPr dirty="0" sz="1200"><a:latin typeface="Verdana"/><a:cs typeface="Verdana"/></a:rPr><a:t>VOLTAGE:</a:t></a:r><a:r><a:rPr dirty="0" sz="1200" spc="70"><a:latin typeface="Verdana"/><a:cs typeface="Verdana"/></a:rPr><a:t> </a:t></a:r><a:r><a:rPr dirty="0" sz="1200" spc="-10"><a:latin typeface="Verdana"/><a:cs typeface="Verdana"/></a:rPr><a:t>480/480V</a:t></a:r><a:endParaRPr sz="1200"><a:latin typeface="Verdana"/><a:cs typeface="Verdana"/></a:endParaRPr></a:p></a:txBody><a:tcPr marL="0" marR="0" marB="0" marT="98425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1200"><a:latin typeface="Times New Roman"/><a:cs typeface="Times New Roman"/></a:endParaRPr></a:p><a:p><a:pPr><a:lnSpc><a:spcPct val="100000"/></a:lnSpc><a:spcBef><a:spcPts val="150"/></a:spcBef></a:pPr><a:endParaRPr sz="1200"><a:latin typeface="Times New Roman"/><a:cs typeface="Times New Roman"/></a:endParaRPr></a:p><a:p><a:pPr algn="ctr"><a:lnSpc><a:spcPct val="100000"/></a:lnSpc><a:spcBef><a:spcPts val="5"/></a:spcBef></a:pPr><a:r><a:rPr dirty="0" sz="1200" spc="-25"><a:latin typeface="Verdana"/><a:cs typeface="Verdana"/></a:rPr><a:t>2&quot;</a:t></a:r><a:endParaRPr sz="1200"><a:latin typeface="Verdana"/><a:cs typeface="Verdana"/></a:endParaRPr></a:p></a:txBody><a:tcPr marL="0" marR="0" marB="0" marT="0" vert="vert270"><a:lnL w="9525"><a:solidFill><a:srgbClr val="000000"/></a:solidFill><a:prstDash val="solid"/></a:lnL><a:lnR w="317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/a:tr><a:tr h="384810"><a:tc><a:txBody><a:bodyPr/><a:lstStyle/><a:p><a:pPr><a:lnSpc><a:spcPct val="100000"/></a:lnSpc><a:spcBef><a:spcPts val="45"/></a:spcBef></a:pPr><a:endParaRPr sz="1200"><a:latin typeface="Times New Roman"/><a:cs typeface="Times New Roman"/></a:endParaRPr></a:p><a:p><a:pPr algn="ctr"><a:lnSpc><a:spcPct val="100000"/></a:lnSpc></a:pPr><a:r><a:rPr dirty="0" sz="1200" spc="-25"><a:latin typeface="Verdana"/><a:cs typeface="Verdana"/></a:rPr><a:t>5&quot;</a:t></a:r><a:endParaRPr sz="1200"><a:latin typeface="Verdana"/><a:cs typeface="Verdana"/></a:endParaRPr></a:p></a:txBody><a:tcPr marL="0" marR="0" marB="0" marT="5715"><a:lnL w="3175"><a:solidFill><a:srgbClr val="000000"/></a:solidFill><a:prstDash val="solid"/></a:lnL><a:lnR w="3175"><a:solidFill><a:srgbClr val="000000"/></a:solidFill><a:prstDash val="solid"/></a:lnR><a:lnT w="9525"><a:solidFill><a:srgbClr val="000000"/></a:solidFill><a:prstDash val="solid"/></a:lnT><a:lnB w="317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3175"><a:solidFill><a:srgbClr val="000000"/></a:solidFill><a:prstDash val="solid"/></a:lnL><a:lnT w="3175"><a:solidFill><a:srgbClr val="000000"/></a:solidFill><a:prstDash val="solid"/></a:lnT></a:tcPr></a:tc></a:tr></a:tbl></a:graphicData></a:graphic></p:graphicFrame><p:sp><p:nvSpPr><p:cNvPr id="144" name="object 144"/><p:cNvSpPr txBox="1"/><p:nvPr/></p:nvSpPr><p:spPr><a:xfrm><a:off x="10465843" y="4391768"/><a:ext cx="436880" cy="169545"/></a:xfrm><a:prstGeom prst="rect"><a:avLst/></a:prstGeom><a:solidFill><a:srgbClr val="FFFFFF"/></a:solidFill></p:spPr><p:txBody><a:bodyPr wrap="square" lIns="0" tIns="0" rIns="0" bIns="0" rtlCol="0" vert="horz"><a:spAutoFit/></a:bodyPr><a:lstStyle/><a:p><a:pPr marL="69215"><a:lnSpc><a:spcPct val="100000"/></a:lnSpc></a:pPr><a:r><a:rPr dirty="0" sz="1100" spc="-25"><a:latin typeface="Verdana"/><a:cs typeface="Verdana"/></a:rPr><a:t>YOU</a:t></a:r><a:endParaRPr sz="1100"><a:latin typeface="Verdana"/><a:cs typeface="Verdana"/></a:endParaRPr></a:p></p:txBody></p:sp><p:sp><p:nvSpPr><p:cNvPr id="145" name="object 145"/><p:cNvSpPr txBox="1"/><p:nvPr/></p:nvSpPr><p:spPr><a:xfrm><a:off x="10465843" y="4560786"/><a:ext cx="436880" cy="169545"/></a:xfrm><a:prstGeom prst="rect"><a:avLst/></a:prstGeom><a:solidFill><a:srgbClr val="FFFFFF"/></a:solidFill></p:spPr><p:txBody><a:bodyPr wrap="square" lIns="0" tIns="0" rIns="0" bIns="0" rtlCol="0" vert="horz"><a:spAutoFit/></a:bodyPr><a:lstStyle/><a:p><a:pPr marL="78105"><a:lnSpc><a:spcPct val="100000"/></a:lnSpc></a:pPr><a:r><a:rPr dirty="0" sz="1100" spc="-25"><a:latin typeface="Verdana"/><a:cs typeface="Verdana"/></a:rPr><a:t>ARE</a:t></a:r><a:endParaRPr sz="1100"><a:latin typeface="Verdana"/><a:cs typeface="Verdana"/></a:endParaRPr></a:p></p:txBody></p:sp><p:sp><p:nvSpPr><p:cNvPr id="146" name="object 146"/><p:cNvSpPr txBox="1"/><p:nvPr/></p:nvSpPr><p:spPr><a:xfrm><a:off x="10465843" y="4729872"/><a:ext cx="436880" cy="175260"/></a:xfrm><a:prstGeom prst="rect"><a:avLst/></a:prstGeom><a:solidFill><a:srgbClr val="FFFFFF"/></a:solidFill></p:spPr><p:txBody><a:bodyPr wrap="square" lIns="0" tIns="0" rIns="0" bIns="0" rtlCol="0" vert="horz"><a:spAutoFit/></a:bodyPr><a:lstStyle/><a:p><a:pPr marL="29209"><a:lnSpc><a:spcPct val="100000"/></a:lnSpc></a:pPr><a:r><a:rPr dirty="0" sz="1100" spc="-20"><a:latin typeface="Verdana"/><a:cs typeface="Verdana"/></a:rPr><a:t>HERE</a:t></a:r><a:endParaRPr sz="1100"><a:latin typeface="Verdana"/><a:cs typeface="Verdana"/></a:endParaRPr></a:p></p:txBody></p:sp><p:grpSp><p:nvGrpSpPr><p:cNvPr id="147" name="object 147"/><p:cNvGrpSpPr/><p:nvPr/></p:nvGrpSpPr><p:grpSpPr><a:xfrm><a:off x="8655156" y="2350263"/><a:ext cx="5140960" cy="4250690"/><a:chOff x="8655156" y="2350263"/><a:chExt cx="5140960" cy="4250690"/></a:xfrm></p:grpSpPr><p:pic><p:nvPicPr><p:cNvPr id="148" name="object 148"/><p:cNvPicPr/><p:nvPr/></p:nvPicPr><p:blipFill><a:blip r:embed="rId9" cstate="print"/><a:stretch><a:fillRect/></a:stretch></p:blipFill><p:spPr><a:xfrm><a:off x="10935870" y="4384834"/><a:ext cx="133561" cy="133554"/></a:xfrm><a:prstGeom prst="rect"><a:avLst/></a:prstGeom></p:spPr></p:pic><p:sp><p:nvSpPr><p:cNvPr id="149" name="object 149"/><p:cNvSpPr/><p:nvPr/></p:nvSpPr><p:spPr><a:xfrm><a:off x="13451301" y="6256235"/><a:ext cx="339090" cy="339090"/></a:xfrm><a:custGeom><a:avLst/><a:gdLst/><a:ahLst/><a:cxnLst/><a:rect l="l" t="t" r="r" b="b"/><a:pathLst><a:path w="339090" h="339090"><a:moveTo><a:pt x="69248" y="306946"/></a:moveTo><a:lnTo><a:pt x="36266" y="275448"/></a:lnTo><a:lnTo><a:pt x="13492" y="237670"/></a:lnTo><a:lnTo><a:pt x="1284" y="195889"/></a:lnTo><a:lnTo><a:pt x="0" y="152379"/></a:lnTo><a:lnTo><a:pt x="9996" y="109415"/></a:lnTo><a:lnTo><a:pt x="31630" y="69272"/></a:lnTo><a:lnTo><a:pt x="63136" y="36282"/></a:lnTo><a:lnTo><a:pt x="100916" y="13499"/></a:lnTo><a:lnTo><a:pt x="142699" y="1285"/></a:lnTo><a:lnTo><a:pt x="186215" y="0"/></a:lnTo><a:lnTo><a:pt x="229191" y="10003"/></a:lnTo><a:lnTo><a:pt x="269358" y="31655"/></a:lnTo><a:lnTo><a:pt x="302340" y="63151"/></a:lnTo><a:lnTo><a:pt x="325114" y="100928"/></a:lnTo><a:lnTo><a:pt x="337322" y="142712"/></a:lnTo><a:lnTo><a:pt x="338607" y="186225"/></a:lnTo><a:lnTo><a:pt x="328611" y="229192"/></a:lnTo><a:lnTo><a:pt x="306976" y="269336"/></a:lnTo><a:lnTo><a:pt x="275470" y="302323"/></a:lnTo><a:lnTo><a:pt x="237690" y="325103"/></a:lnTo><a:lnTo><a:pt x="195907" y="337316"/></a:lnTo><a:lnTo><a:pt x="152392" y="338601"/></a:lnTo><a:lnTo><a:pt x="109415" y="328598"/></a:lnTo><a:lnTo><a:pt x="69248" y="306946"/></a:lnTo><a:close/></a:path></a:pathLst></a:custGeom><a:ln w="11634"><a:solidFill><a:srgbClr val="000000"/></a:solidFill></a:ln></p:spPr><p:txBody><a:bodyPr wrap="square" lIns="0" tIns="0" rIns="0" bIns="0" rtlCol="0"/><a:lstStyle/><a:p/></p:txBody></p:sp><p:sp><p:nvSpPr><p:cNvPr id="150" name="object 150"/><p:cNvSpPr/><p:nvPr/></p:nvSpPr><p:spPr><a:xfrm><a:off x="13482932" y="6287890"/><a:ext cx="238125" cy="275590"/></a:xfrm><a:custGeom><a:avLst/><a:gdLst/><a:ahLst/><a:cxnLst/><a:rect l="l" t="t" r="r" b="b"/><a:pathLst><a:path w="238125" h="275590"><a:moveTo><a:pt x="137670" y="137648"/></a:moveTo><a:lnTo><a:pt x="0" y="37617"/></a:lnTo><a:lnTo><a:pt x="237727" y="0"/></a:lnTo><a:lnTo><a:pt x="137670" y="137648"/></a:lnTo><a:close/></a:path><a:path w="238125" h="275590"><a:moveTo><a:pt x="37617" y="275291"/></a:moveTo><a:lnTo><a:pt x="0" y="37617"/></a:lnTo><a:lnTo><a:pt x="137670" y="137648"/></a:lnTo><a:lnTo><a:pt x="37617" y="275291"/></a:lnTo><a:close/></a:path></a:pathLst></a:custGeom><a:solidFill><a:srgbClr val="FFFFFF"/></a:solidFill></p:spPr><p:txBody><a:bodyPr wrap="square" lIns="0" tIns="0" rIns="0" bIns="0" rtlCol="0"/><a:lstStyle/><a:p/></p:txBody></p:sp><p:sp><p:nvSpPr><p:cNvPr id="151" name="object 151"/><p:cNvSpPr/><p:nvPr/></p:nvSpPr><p:spPr><a:xfrm><a:off x="13482932" y="6287890"/><a:ext cx="275590" cy="275590"/></a:xfrm><a:custGeom><a:avLst/><a:gdLst/><a:ahLst/><a:cxnLst/><a:rect l="l" t="t" r="r" b="b"/><a:pathLst><a:path w="275590" h="275590"><a:moveTo><a:pt x="275345" y="237681"/></a:moveTo><a:lnTo><a:pt x="0" y="37617"/></a:lnTo><a:lnTo><a:pt x="137436" y="15869"/></a:lnTo><a:lnTo><a:pt x="208011" y="4702"/></a:lnTo><a:lnTo><a:pt x="234013" y="587"/></a:lnTo><a:lnTo><a:pt x="237727" y="0"/></a:lnTo><a:lnTo><a:pt x="122039" y="159152"/></a:lnTo><a:lnTo><a:pt x="62631" y="240879"/></a:lnTo><a:lnTo><a:pt x="40744" y="270989"/></a:lnTo><a:lnTo><a:pt x="37617" y="275291"/></a:lnTo><a:lnTo><a:pt x="0" y="37617"/></a:lnTo></a:path></a:pathLst></a:custGeom><a:ln w="11634"><a:solidFill><a:srgbClr val="000000"/></a:solidFill></a:ln></p:spPr><p:txBody><a:bodyPr wrap="square" lIns="0" tIns="0" rIns="0" bIns="0" rtlCol="0"/><a:lstStyle/><a:p/></p:txBody></p:sp><p:sp><p:nvSpPr><p:cNvPr id="152" name="object 152"/><p:cNvSpPr/><p:nvPr/></p:nvSpPr><p:spPr><a:xfrm><a:off x="8655156" y="2350263"/><a:ext cx="1096010" cy="132080"/></a:xfrm><a:custGeom><a:avLst/><a:gdLst/><a:ahLst/><a:cxnLst/><a:rect l="l" t="t" r="r" b="b"/><a:pathLst><a:path w="1096009" h="132080"><a:moveTo><a:pt x="1095564" y="131467"/></a:moveTo><a:lnTo><a:pt x="0" y="131467"/></a:lnTo><a:lnTo><a:pt x="0" y="0"/></a:lnTo><a:lnTo><a:pt x="1095564" y="0"/></a:lnTo><a:lnTo><a:pt x="1095564" y="131467"/></a:lnTo><a:close/></a:path></a:pathLst></a:custGeom><a:solidFill><a:srgbClr val="FFFFFF"/></a:solidFill></p:spPr><p:txBody><a:bodyPr wrap="square" lIns="0" tIns="0" rIns="0" bIns="0" rtlCol="0"/><a:lstStyle/><a:p/></p:txBody></p:sp></p:grpSp><p:sp><p:nvSpPr><p:cNvPr id="153" name="object 153"/><p:cNvSpPr txBox="1"/><p:nvPr/></p:nvSpPr><p:spPr><a:xfrm><a:off x="12743630" y="6504999"/><a:ext cx="64198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TRUE</a:t></a:r><a:r><a:rPr dirty="0" sz="700" spc="85"><a:latin typeface="Verdana"/><a:cs typeface="Verdana"/></a:rPr><a:t> </a:t></a:r><a:r><a:rPr dirty="0" sz="700" spc="-10"><a:latin typeface="Verdana"/><a:cs typeface="Verdana"/></a:rPr><a:t>NORTH</a:t></a:r><a:endParaRPr sz="700"><a:latin typeface="Verdana"/><a:cs typeface="Verdana"/></a:endParaRPr></a:p></p:txBody></p:sp><p:sp><p:nvSpPr><p:cNvPr id="154" name="object 154"/><p:cNvSpPr txBox="1"/><p:nvPr/></p:nvSpPr><p:spPr><a:xfrm><a:off x="8331276" y="6382342"/><a:ext cx="1021715" cy="276860"/></a:xfrm><a:prstGeom prst="rect"><a:avLst/></a:prstGeom></p:spPr><p:txBody><a:bodyPr wrap="square" lIns="0" tIns="13335" rIns="0" bIns="0" rtlCol="0" vert="horz"><a:spAutoFit/></a:bodyPr><a:lstStyle/><a:p><a:pPr marL="12700"><a:lnSpc><a:spcPts val="985"/></a:lnSpc><a:spcBef><a:spcPts val="105"/></a:spcBef></a:pPr><a:endParaRPr sz="850"><a:latin typeface="Arial"/><a:cs typeface="Arial"/></a:endParaRPr><a:r><a:rPr dirty="0" sz="850"><a:latin typeface="Arial"/><a:t>{{SITE_ADDR}}</a:t></a:r></a:p><a:p><a:pPr marL="12700"><a:lnSpc><a:spcPts val="985"/></a:lnSpc></a:pPr><a:endParaRPr sz="850"><a:latin typeface="Arial"/><a:cs typeface="Arial"/></a:endParaRPr><a:r><a:rPr dirty="0" sz="850"><a:latin typeface="Arial"/><a:t>{{CITY_SHORT}}, 94705</a:t></a:r></a:p></p:txBody></p:sp><p:sp><p:nvSpPr><p:cNvPr id="155" name="object 155"/><p:cNvSpPr txBox="1"/><p:nvPr/></p:nvSpPr><p:spPr><a:xfrm><a:off x="8655156" y="2337563"/><a:ext cx="1096010" cy="156210"/></a:xfrm><a:prstGeom prst="rect"><a:avLst/></a:prstGeom></p:spPr><p:txBody><a:bodyPr wrap="square" lIns="0" tIns="13335" rIns="0" bIns="0" rtlCol="0" vert="horz"><a:spAutoFit/></a:bodyPr><a:lstStyle/><a:p><a:pPr marL="15240"><a:lnSpc><a:spcPct val="100000"/></a:lnSpc><a:spcBef><a:spcPts val="105"/></a:spcBef></a:pPr><a:r><a:rPr dirty="0" sz="850"><a:latin typeface="Verdana"/><a:cs typeface="Verdana"/></a:rPr><a:t>BESS Inverter 1-</a:t></a:r><a:r><a:rPr dirty="0" sz="850" spc="-50"><a:latin typeface="Verdana"/><a:cs typeface="Verdana"/></a:rPr><a:t>1</a:t></a:r><a:endParaRPr sz="850"><a:latin typeface="Verdana"/><a:cs typeface="Verdana"/></a:endParaRPr></a:p></p:txBody></p:sp><p:grpSp><p:nvGrpSpPr><p:cNvPr id="156" name="object 156"/><p:cNvGrpSpPr/><p:nvPr/></p:nvGrpSpPr><p:grpSpPr><a:xfrm><a:off x="844321" y="1861343"/><a:ext cx="9312275" cy="4384040"/><a:chOff x="844321" y="1861343"/><a:chExt cx="9312275" cy="4384040"/></a:xfrm></p:grpSpPr><p:sp><p:nvSpPr><p:cNvPr id="157" name="object 157"/><p:cNvSpPr/><p:nvPr/></p:nvSpPr><p:spPr><a:xfrm><a:off x="9711086" y="2415997"/><a:ext cx="397510" cy="102870"/></a:xfrm><a:custGeom><a:avLst/><a:gdLst/><a:ahLst/><a:cxnLst/><a:rect l="l" t="t" r="r" b="b"/><a:pathLst><a:path w="397509" h="102869"><a:moveTo><a:pt x="397505" y="102296"/></a:moveTo><a:lnTo><a:pt x="106647" y="0"/></a:lnTo><a:lnTo><a:pt x="43512" y="0"/></a:ln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58" name="object 158"/><p:cNvSpPr/><p:nvPr/></p:nvSpPr><p:spPr><a:xfrm><a:off x="10105955" y="2510957"/><a:ext cx="46990" cy="22860"/></a:xfrm><a:custGeom><a:avLst/><a:gdLst/><a:ahLst/><a:cxnLst/><a:rect l="l" t="t" r="r" b="b"/><a:pathLst><a:path w="46990" h="22860"><a:moveTo><a:pt x="46459" y="22756"/></a:moveTo><a:lnTo><a:pt x="0" y="14635"/></a:lnTo><a:lnTo><a:pt x="5196" y="0"/></a:lnTo><a:lnTo><a:pt x="46459" y="22756"/></a:lnTo><a:close/></a:path></a:pathLst></a:custGeom><a:solidFill><a:srgbClr val="000000"/></a:solidFill></p:spPr><p:txBody><a:bodyPr wrap="square" lIns="0" tIns="0" rIns="0" bIns="0" rtlCol="0"/><a:lstStyle/><a:p/></p:txBody></p:sp><p:sp><p:nvSpPr><p:cNvPr id="159" name="object 159"/><p:cNvSpPr/><p:nvPr/></p:nvSpPr><p:spPr><a:xfrm><a:off x="10105955" y="2510957"/><a:ext cx="46990" cy="22860"/></a:xfrm><a:custGeom><a:avLst/><a:gdLst/><a:ahLst/><a:cxnLst/><a:rect l="l" t="t" r="r" b="b"/><a:pathLst><a:path w="46990" h="22860"><a:moveTo><a:pt x="46459" y="22756"/></a:moveTo><a:lnTo><a:pt x="0" y="14635"/></a:lnTo><a:lnTo><a:pt x="5196" y="0"/></a:lnTo><a:lnTo><a:pt x="46459" y="22756"/></a:lnTo><a:close/></a:path></a:pathLst></a:custGeom><a:ln w="7756"><a:solidFill><a:srgbClr val="000000"/></a:solidFill></a:ln></p:spPr><p:txBody><a:bodyPr wrap="square" lIns="0" tIns="0" rIns="0" bIns="0" rtlCol="0"/><a:lstStyle/><a:p/></p:txBody></p:sp><p:pic><p:nvPicPr><p:cNvPr id="160" name="object 160"/><p:cNvPicPr/><p:nvPr/></p:nvPicPr><p:blipFill><a:blip r:embed="rId5" cstate="print"/><a:stretch><a:fillRect/></a:stretch></p:blipFill><p:spPr><a:xfrm><a:off x="846543" y="1861343"/><a:ext cx="5323413" cy="4381421"/></a:xfrm><a:prstGeom prst="rect"><a:avLst/></a:prstGeom></p:spPr></p:pic><p:sp><p:nvSpPr><p:cNvPr id="161" name="object 161"/><p:cNvSpPr/><p:nvPr/></p:nvSpPr><p:spPr><a:xfrm><a:off x="3393846" y="3797068"/><a:ext cx="243204" cy="686435"/></a:xfrm><a:custGeom><a:avLst/><a:gdLst/><a:ahLst/><a:cxnLst/><a:rect l="l" t="t" r="r" b="b"/><a:pathLst><a:path w="243204" h="686435"><a:moveTo><a:pt x="5568" y="36717"/></a:moveTo><a:lnTo><a:pt x="59311" y="24509"/></a:lnTo></a:path><a:path w="243204" h="686435"><a:moveTo><a:pt x="236603" y="649497"/></a:moveTo><a:lnTo><a:pt x="242676" y="616789"/></a:lnTo><a:lnTo><a:pt x="210457" y="610809"/></a:lnTo><a:lnTo><a:pt x="204383" y="643517"/></a:lnTo><a:lnTo><a:pt x="236603" y="649497"/></a:lnTo></a:path><a:path w="243204" h="686435"><a:moveTo><a:pt x="62941" y="23679"/></a:moveTo><a:lnTo><a:pt x="68502" y="48189"/></a:lnTo></a:path><a:path w="243204" h="686435"><a:moveTo><a:pt x="1939" y="37540"/></a:moveTo><a:lnTo><a:pt x="5568" y="36717"/></a:lnTo></a:path><a:path w="243204" h="686435"><a:moveTo><a:pt x="68502" y="48189"/></a:moveTo><a:lnTo><a:pt x="7508" y="62041"/></a:lnTo><a:lnTo><a:pt x="1939" y="37540"/></a:lnTo></a:path><a:path w="243204" h="686435"><a:moveTo><a:pt x="5568" y="36717"/></a:moveTo><a:lnTo><a:pt x="0" y="12208"/></a:lnTo><a:lnTo><a:pt x="53742" y="0"/></a:lnTo><a:lnTo><a:pt x="59311" y="24509"/></a:lnTo><a:lnTo><a:pt x="62941" y="23679"/></a:lnTo></a:path><a:path w="243204" h="686435"><a:moveTo><a:pt x="102017" y="686137"/></a:moveTo><a:lnTo><a:pt x="105422" y="667817"/></a:lnTo><a:lnTo><a:pt x="86411" y="664288"/></a:lnTo><a:lnTo><a:pt x="83014" y="682608"/></a:lnTo><a:lnTo><a:pt x="102017" y="686137"/></a:lnTo></a:path></a:pathLst></a:custGeom><a:ln w="3878"><a:solidFill><a:srgbClr val="FF00FF"/></a:solidFill></a:ln></p:spPr><p:txBody><a:bodyPr wrap="square" lIns="0" tIns="0" rIns="0" bIns="0" rtlCol="0"/><a:lstStyle/><a:p/></p:txBody></p:sp><p:pic><p:nvPicPr><p:cNvPr id="162" name="object 162"/><p:cNvPicPr/><p:nvPr/></p:nvPicPr><p:blipFill><a:blip r:embed="rId10" cstate="print"/><a:stretch><a:fillRect/></a:stretch></p:blipFill><p:spPr><a:xfrm><a:off x="2594980" y="2203539"/><a:ext cx="290881" cy="436690"/></a:xfrm><a:prstGeom prst="rect"><a:avLst/></a:prstGeom></p:spPr></p:pic><p:sp><p:nvSpPr><p:cNvPr id="163" name="object 163"/><p:cNvSpPr/><p:nvPr/></p:nvSpPr><p:spPr><a:xfrm><a:off x="846543" y="3288441"/><a:ext cx="5323840" cy="2954655"/></a:xfrm><a:custGeom><a:avLst/><a:gdLst/><a:ahLst/><a:cxnLst/><a:rect l="l" t="t" r="r" b="b"/><a:pathLst><a:path w="5323840" h="2954654"><a:moveTo><a:pt x="3374401" y="360027"/></a:moveTo><a:lnTo><a:pt x="3918755" y="253248"/></a:lnTo><a:lnTo><a:pt x="4267172" y="161887"/></a:lnTo><a:lnTo><a:pt x="4516496" y="76926"/></a:lnTo><a:lnTo><a:pt x="4750500" y="11696"/></a:lnTo><a:lnTo><a:pt x="4913893" y="0"/></a:lnTo><a:lnTo><a:pt x="5057259" y="40285"/></a:lnTo><a:lnTo><a:pt x="5179334" y="109928"/></a:lnTo><a:lnTo><a:pt x="5292326" y="128303"/></a:lnTo><a:lnTo><a:pt x="5323413" y="125611"/></a:lnTo></a:path><a:path w="5323840" h="2954654"><a:moveTo><a:pt x="5292326" y="234073"/></a:moveTo><a:lnTo><a:pt x="5129616" y="208299"/></a:lnTo><a:lnTo><a:pt x="4908471" y="195486"/></a:lnTo><a:lnTo><a:pt x="4838999" y="364168"/></a:lnTo><a:lnTo><a:pt x="4811356" y="431298"/></a:lnTo><a:lnTo><a:pt x="4788948" y="423914"/></a:lnTo></a:path><a:path w="5323840" h="2954654"><a:moveTo><a:pt x="4783868" y="381092"/></a:moveTo><a:lnTo><a:pt x="4638889" y="333345"/></a:lnTo><a:lnTo><a:pt x="4626665" y="370474"/></a:lnTo><a:lnTo><a:pt x="4423258" y="303483"/></a:lnTo></a:path><a:path w="5323840" h="2954654"><a:moveTo><a:pt x="4783868" y="381092"/></a:moveTo><a:lnTo><a:pt x="4771644" y="418221"/></a:lnTo><a:lnTo><a:pt x="4626665" y="370474"/></a:lnTo></a:path><a:path w="5323840" h="2954654"><a:moveTo><a:pt x="4838999" y="364168"/></a:moveTo><a:lnTo><a:pt x="4811596" y="355140"/></a:lnTo></a:path><a:path w="5323840" h="2954654"><a:moveTo><a:pt x="4811596" y="355140"/></a:moveTo><a:lnTo><a:pt x="4788948" y="423914"/></a:lnTo><a:lnTo><a:pt x="4771644" y="418221"/></a:lnTo></a:path><a:path w="5323840" h="2954654"><a:moveTo><a:pt x="4423258" y="303483"/></a:moveTo><a:lnTo><a:pt x="4412834" y="307485"/></a:lnTo><a:lnTo><a:pt x="4339545" y="273040"/></a:lnTo></a:path><a:path w="5323840" h="2954654"><a:moveTo><a:pt x="4412834" y="307485"/></a:moveTo><a:lnTo><a:pt x="3639540" y="491377"/></a:lnTo><a:lnTo><a:pt x="3456539" y="589307"/></a:lnTo><a:lnTo><a:pt x="3378357" y="649488"/></a:lnTo><a:lnTo><a:pt x="3384321" y="661052"/></a:lnTo></a:path><a:path w="5323840" h="2954654"><a:moveTo><a:pt x="3456539" y="801269"/></a:moveTo><a:lnTo><a:pt x="2888071" y="1077375"/></a:lnTo><a:lnTo><a:pt x="2873839" y="1048072"/></a:lnTo><a:lnTo><a:pt x="2836997" y="1065965"/></a:lnTo><a:lnTo><a:pt x="2774815" y="1055355"/></a:lnTo></a:path><a:path w="5323840" h="2954654"><a:moveTo><a:pt x="4339545" y="273040"/></a:moveTo><a:lnTo><a:pt x="3642301" y="438767"/></a:lnTo><a:lnTo><a:pt x="3353397" y="570173"/></a:lnTo><a:lnTo><a:pt x="3117911" y="657903"/></a:lnTo><a:lnTo><a:pt x="3145058" y="740096"/></a:lnTo></a:path><a:path w="5323840" h="2954654"><a:moveTo><a:pt x="3145058" y="740096"/></a:moveTo><a:lnTo><a:pt x="3384321" y="661052"/></a:lnTo><a:lnTo><a:pt x="3456539" y="801269"/></a:lnTo></a:path><a:path w="5323840" h="2954654"><a:moveTo><a:pt x="2658798" y="1035561"/></a:moveTo><a:lnTo><a:pt x="2677862" y="916092"/></a:lnTo><a:lnTo><a:pt x="2751391" y="927827"/></a:lnTo><a:lnTo><a:pt x="2789366" y="970029"/></a:lnTo><a:lnTo><a:pt x="2774815" y="1055355"/></a:lnTo><a:lnTo><a:pt x="2658798" y="1035561"/></a:lnTo><a:lnTo><a:pt x="2548279" y="1016706"/></a:lnTo><a:lnTo><a:pt x="2481305" y="1005281"/></a:lnTo></a:path><a:path w="5323840" h="2954654"><a:moveTo><a:pt x="2548279" y="1016706"/></a:moveTo><a:lnTo><a:pt x="2561899" y="936886"/></a:lnTo><a:lnTo><a:pt x="2494917" y="925461"/></a:lnTo></a:path><a:path w="5323840" h="2954654"><a:moveTo><a:pt x="2494917" y="925461"/></a:moveTo><a:lnTo><a:pt x="2481305" y="1005281"/></a:lnTo><a:lnTo><a:pt x="2182830" y="954361"/></a:lnTo></a:path><a:path w="5323840" h="2954654"><a:moveTo><a:pt x="2888071" y="1077375"/></a:moveTo><a:lnTo><a:pt x="2799325" y="1120476"/></a:lnTo><a:lnTo><a:pt x="2201189" y="1002605"/></a:lnTo><a:lnTo><a:pt x="2008594" y="975287"/></a:lnTo><a:lnTo><a:pt x="1964283" y="1100791"/></a:lnTo><a:lnTo><a:pt x="1864236" y="1065477"/></a:lnTo><a:lnTo><a:pt x="1903893" y="953136"/></a:lnTo><a:lnTo><a:pt x="1757805" y="919753"/></a:lnTo><a:lnTo><a:pt x="1702612" y="1028472"/></a:lnTo><a:lnTo><a:pt x="1654872" y="1016038"/></a:lnTo><a:lnTo><a:pt x="1637041" y="1084487"/></a:lnTo><a:lnTo><a:pt x="1619551" y="1079934"/></a:lnTo></a:path><a:path w="5323840" h="2954654"><a:moveTo><a:pt x="1535264" y="1057976"/></a:moveTo><a:lnTo><a:pt x="1479706" y="940113"/></a:lnTo><a:lnTo><a:pt x="1244995" y="999045"/></a:lnTo><a:lnTo><a:pt x="1218361" y="943689"/></a:lnTo><a:lnTo><a:pt x="95859" y="1569902"/></a:lnTo></a:path><a:path w="5323840" h="2954654"><a:moveTo><a:pt x="557803" y="1501399"/></a:moveTo><a:lnTo><a:pt x="571190" y="1526824"/></a:lnTo></a:path><a:path w="5323840" h="2954654"><a:moveTo><a:pt x="852710" y="2061397"/></a:moveTo><a:lnTo><a:pt x="1264828" y="1844363"/></a:lnTo></a:path><a:path w="5323840" h="2954654"><a:moveTo><a:pt x="1612004" y="1661534"/></a:moveTo><a:lnTo><a:pt x="1566537" y="1575199"/></a:lnTo></a:path><a:path w="5323840" h="2954654"><a:moveTo><a:pt x="1515749" y="1110866"/></a:moveTo><a:lnTo><a:pt x="1509094" y="1108244"/></a:lnTo><a:lnTo><a:pt x="1486826" y="1108244"/></a:lnTo><a:lnTo><a:pt x="1356716" y="1176770"/></a:lnTo><a:lnTo><a:pt x="1312754" y="1093298"/></a:lnTo><a:lnTo><a:pt x="557803" y="1501399"/></a:lnTo></a:path><a:path w="5323840" h="2954654"><a:moveTo><a:pt x="1665816" y="1170038"/></a:moveTo><a:lnTo><a:pt x="1760869" y="1333330"/></a:lnTo><a:lnTo><a:pt x="1695088" y="1502485"/></a:lnTo></a:path><a:path w="5323840" h="2954654"><a:moveTo><a:pt x="1695088" y="1502485"/></a:moveTo><a:lnTo><a:pt x="1566537" y="1575199"/></a:lnTo><a:lnTo><a:pt x="1356716" y="1176770"/></a:lnTo></a:path><a:path w="5323840" h="2954654"><a:moveTo><a:pt x="1596398" y="1142666"/></a:moveTo><a:lnTo><a:pt x="1619551" y="1079934"/></a:lnTo><a:lnTo><a:pt x="1535264" y="1057976"/></a:lnTo><a:lnTo><a:pt x="1515749" y="1110866"/></a:lnTo><a:lnTo><a:pt x="1596398" y="1142666"/></a:lnTo><a:lnTo><a:pt x="1665816" y="1170038"/></a:lnTo></a:path><a:path w="5323840" h="2954654"><a:moveTo><a:pt x="1660604" y="1740593"/></a:moveTo><a:lnTo><a:pt x="1695088" y="1502485"/></a:lnTo></a:path><a:path w="5323840" h="2954654"><a:moveTo><a:pt x="1760869" y="1333331"/></a:moveTo><a:lnTo><a:pt x="1826642" y="1164176"/></a:lnTo><a:lnTo><a:pt x="2771488" y="1451326"/></a:lnTo><a:lnTo><a:pt x="2871031" y="1394783"/></a:lnTo><a:lnTo><a:pt x="2821383" y="1307379"/></a:lnTo><a:lnTo><a:pt x="3005935" y="1208402"/></a:lnTo><a:lnTo><a:pt x="3045088" y="1281403"/></a:lnTo><a:lnTo><a:pt x="3449148" y="1075995"/></a:lnTo><a:lnTo><a:pt x="3879563" y="906522"/></a:lnTo><a:lnTo><a:pt x="5323413" y="1368449"/></a:lnTo></a:path><a:path w="5323840" h="2954654"><a:moveTo><a:pt x="1660604" y="1740594"/></a:moveTo><a:lnTo><a:pt x="2532899" y="2019663"/></a:lnTo><a:lnTo><a:pt x="2532899" y="2067131"/></a:lnTo><a:lnTo><a:pt x="2568360" y="2131546"/></a:lnTo><a:lnTo><a:pt x="2636561" y="2194883"/></a:lnTo><a:lnTo><a:pt x="2733094" y="2222914"/></a:lnTo><a:lnTo><a:pt x="2879439" y="2200886"/></a:lnTo><a:lnTo><a:pt x="2968108" y="2134509"/></a:lnTo><a:lnTo><a:pt x="3017584" y="2020027"/></a:lnTo><a:lnTo><a:pt x="3266093" y="1854176"/></a:lnTo><a:lnTo><a:pt x="3909603" y="1564978"/></a:lnTo><a:lnTo><a:pt x="5323413" y="2026507"/></a:lnTo></a:path><a:path w="5323840" h="2954654"><a:moveTo><a:pt x="4811356" y="431299"/></a:moveTo><a:lnTo><a:pt x="5044740" y="508163"/></a:lnTo><a:lnTo><a:pt x="4953899" y="783982"/></a:lnTo><a:lnTo><a:pt x="5189052" y="861428"/></a:lnTo><a:lnTo><a:pt x="5230400" y="735893"/></a:lnTo><a:lnTo><a:pt x="5323413" y="766524"/></a:lnTo></a:path><a:path w="5323840" h="2954654"><a:moveTo><a:pt x="5323413" y="2870807"/></a:moveTo><a:lnTo><a:pt x="5281064" y="2884744"/></a:lnTo><a:lnTo><a:pt x="5138156" y="2367071"/></a:lnTo><a:lnTo><a:pt x="5079837" y="2383173"/></a:lnTo><a:lnTo><a:pt x="5062254" y="2319471"/></a:lnTo><a:lnTo><a:pt x="5288339" y="2257057"/></a:lnTo><a:lnTo><a:pt x="4669200" y="2072940"/></a:lnTo><a:lnTo><a:pt x="4512835" y="2072940"/></a:lnTo><a:lnTo><a:pt x="4293450" y="2123968"/></a:lnTo><a:lnTo><a:pt x="4060671" y="2241133"/></a:lnTo><a:lnTo><a:pt x="3830978" y="2381118"/></a:lnTo><a:lnTo><a:pt x="3742736" y="2416129"/></a:lnTo><a:lnTo><a:pt x="3529107" y="2429966"/></a:lnTo><a:lnTo><a:pt x="3235565" y="2400206"/></a:lnTo><a:lnTo><a:pt x="2868712" y="2342499"/></a:lnTo><a:lnTo><a:pt x="2762979" y="2325870"/></a:lnTo><a:lnTo><a:pt x="2539507" y="2116514"/></a:lnTo><a:lnTo><a:pt x="1928240" y="1935298"/></a:lnTo><a:lnTo><a:pt x="1754361" y="1915698"/></a:lnTo><a:lnTo><a:pt x="1754361" y="1870092"/></a:lnTo><a:lnTo><a:pt x="1761001" y="1853703"/></a:lnTo><a:lnTo><a:pt x="1704931" y="1830985"/></a:lnTo><a:lnTo><a:pt x="1731395" y="1781803"/></a:lnTo><a:lnTo><a:pt x="1668997" y="1757348"/></a:lnTo><a:lnTo><a:pt x="1633760" y="1818684"/></a:lnTo><a:lnTo><a:pt x="1598407" y="1804319"/></a:lnTo><a:lnTo><a:pt x="1624856" y="1719947"/></a:lnTo></a:path><a:path w="5323840" h="2954654"><a:moveTo><a:pt x="1624856" y="1719946"/></a:moveTo><a:lnTo><a:pt x="1588324" y="1673998"/></a:lnTo><a:lnTo><a:pt x="1612004" y="1661534"/></a:lnTo></a:path><a:path w="5323840" h="2954654"><a:moveTo><a:pt x="852710" y="2061399"/></a:moveTo><a:lnTo><a:pt x="963305" y="2271398"/></a:lnTo><a:lnTo><a:pt x="1052246" y="2224558"/></a:lnTo><a:lnTo><a:pt x="1230949" y="2224558"/></a:lnTo><a:lnTo><a:pt x="1471772" y="2293038"/></a:lnTo><a:lnTo><a:pt x="1417556" y="2753369"/></a:lnTo><a:lnTo><a:pt x="1367978" y="2740602"/></a:lnTo><a:lnTo><a:pt x="1327089" y="2954325"/></a:lnTo></a:path><a:path w="5323840" h="2954654"><a:moveTo><a:pt x="539921" y="2954325"/></a:moveTo><a:lnTo><a:pt x="484716" y="2541981"/></a:lnTo><a:lnTo><a:pt x="733295" y="2401439"/></a:lnTo></a:path><a:path w="5323840" h="2954654"><a:moveTo><a:pt x="3982705" y="2954325"/></a:moveTo><a:lnTo><a:pt x="3874824" y="2842465"/></a:lnTo><a:lnTo><a:pt x="3790235" y="2779965"/></a:lnTo><a:lnTo><a:pt x="3707468" y="2739470"/></a:lnTo><a:lnTo><a:pt x="3533543" y="2707499"/></a:lnTo><a:lnTo><a:pt x="2425894" y="2503891"/></a:lnTo><a:lnTo><a:pt x="1560689" y="2335635"/></a:lnTo><a:lnTo><a:pt x="1582305" y="2204307"/></a:lnTo><a:lnTo><a:pt x="1223216" y="2145197"/></a:lnTo><a:lnTo><a:pt x="1108486" y="2145197"/></a:lnTo><a:lnTo><a:pt x="1041069" y="2166620"/></a:lnTo><a:lnTo><a:pt x="988490" y="2063881"/></a:lnTo><a:lnTo><a:pt x="1290912" y="1909113"/></a:lnTo><a:lnTo><a:pt x="1264828" y="1844364"/></a:lnTo><a:lnTo><a:pt x="1588324" y="1673999"/></a:lnTo></a:path><a:path w="5323840" h="2954654"><a:moveTo><a:pt x="0" y="1618968"/></a:moveTo><a:lnTo><a:pt x="95859" y="1569903"/></a:lnTo></a:path><a:path w="5323840" h="2954654"><a:moveTo><a:pt x="0" y="1827630"/></a:moveTo><a:lnTo><a:pt x="571190" y="1526825"/></a:lnTo><a:lnTo><a:pt x="852710" y="2061399"/></a:lnTo></a:path><a:path w="5323840" h="2954654"><a:moveTo><a:pt x="0" y="2336495"/></a:moveTo><a:lnTo><a:pt x="85605" y="2480048"/></a:lnTo><a:lnTo><a:pt x="614532" y="2191385"/></a:lnTo></a:path><a:path w="5323840" h="2954654"><a:moveTo><a:pt x="2857520" y="2954325"/></a:moveTo><a:lnTo><a:pt x="2857520" y="2881385"/></a:lnTo><a:lnTo><a:pt x="1562511" y="2590644"/></a:lnTo><a:lnTo><a:pt x="1562511" y="2353304"/></a:lnTo><a:lnTo><a:pt x="1560689" y="2335635"/></a:lnTo></a:path><a:path w="5323840" h="2954654"><a:moveTo><a:pt x="614532" y="2191384"/></a:moveTo><a:lnTo><a:pt x="852710" y="2061397"/></a:lnTo></a:path><a:path w="5323840" h="2954654"><a:moveTo><a:pt x="614532" y="2191384"/></a:moveTo><a:lnTo><a:pt x="733295" y="2401437"/></a:lnTo><a:lnTo><a:pt x="963305" y="2271397"/></a:lnTo></a:path><a:path w="5323840" h="2954654"><a:moveTo><a:pt x="5323413" y="697633"/></a:moveTo><a:lnTo><a:pt x="5248023" y="671951"/></a:lnTo><a:lnTo><a:pt x="5323413" y="450610"/></a:lnTo></a:path><a:path w="5323840" h="2954654"><a:moveTo><a:pt x="5323413" y="234074"/></a:moveTo><a:lnTo><a:pt x="5292326" y="234074"/></a:lnTo></a:path></a:pathLst></a:custGeom><a:ln w="3878"><a:solidFill><a:srgbClr val="000000"/></a:solidFill></a:ln></p:spPr><p:txBody><a:bodyPr wrap="square" lIns="0" tIns="0" rIns="0" bIns="0" rtlCol="0"/><a:lstStyle/><a:p/></p:txBody></p:sp><p:sp><p:nvSpPr><p:cNvPr id="164" name="object 164"/><p:cNvSpPr/><p:nvPr/></p:nvSpPr><p:spPr><a:xfrm><a:off x="3223977" y="4334372"/><a:ext cx="407034" cy="78740"/></a:xfrm><a:custGeom><a:avLst/><a:gdLst/><a:ahLst/><a:cxnLst/><a:rect l="l" t="t" r="r" b="b"/><a:pathLst><a:path w="407035" h="78739"><a:moveTo><a:pt x="0" y="0"/></a:moveTo><a:lnTo><a:pt x="406805" y="75498"/></a:lnTo><a:lnTo><a:pt x="406169" y="78298"/></a:lnTo></a:path></a:pathLst></a:custGeom><a:ln w="3878"><a:solidFill><a:srgbClr val="FF0000"/></a:solidFill></a:ln></p:spPr><p:txBody><a:bodyPr wrap="square" lIns="0" tIns="0" rIns="0" bIns="0" rtlCol="0"/><a:lstStyle/><a:p/></p:txBody></p:sp><p:sp><p:nvSpPr><p:cNvPr id="165" name="object 165"/><p:cNvSpPr/><p:nvPr/></p:nvSpPr><p:spPr><a:xfrm><a:off x="3522995" y="4446123"/><a:ext cx="104775" cy="62230"/></a:xfrm><a:custGeom><a:avLst/><a:gdLst/><a:ahLst/><a:cxnLst/><a:rect l="l" t="t" r="r" b="b"/><a:pathLst><a:path w="104775" h="62229"><a:moveTo><a:pt x="8151" y="0"/></a:moveTo><a:lnTo><a:pt x="0" y="43923"/></a:lnTo><a:lnTo><a:pt x="96083" y="61754"/></a:lnTo><a:lnTo><a:pt x="104235" y="17831"/></a:lnTo><a:lnTo><a:pt x="8151" y="0"/></a:lnTo></a:path></a:pathLst></a:custGeom><a:ln w="3878"><a:solidFill><a:srgbClr val="FF00FF"/></a:solidFill></a:ln></p:spPr><p:txBody><a:bodyPr wrap="square" lIns="0" tIns="0" rIns="0" bIns="0" rtlCol="0"/><a:lstStyle/><a:p/></p:txBody></p:sp><p:sp><p:nvSpPr><p:cNvPr id="166" name="object 166"/><p:cNvSpPr/><p:nvPr/></p:nvSpPr><p:spPr><a:xfrm><a:off x="2663420" y="2466723"/><a:ext cx="960119" cy="1996439"/></a:xfrm><a:custGeom><a:avLst/><a:gdLst/><a:ahLst/><a:cxnLst/><a:rect l="l" t="t" r="r" b="b"/><a:pathLst><a:path w="960120" h="1996439"><a:moveTo><a:pt x="959931" y="1978524"/></a:moveTo><a:lnTo><a:pt x="956705" y="1995913"/></a:lnTo></a:path><a:path w="960120" h="1996439"><a:moveTo><a:pt x="35562" y="76879"/></a:moveTo><a:lnTo><a:pt x="18894" y="74917"/></a:lnTo></a:path><a:path w="960120" h="1996439"><a:moveTo><a:pt x="102847" y="94819"/></a:moveTo><a:lnTo><a:pt x="92787" y="93508"/></a:lnTo></a:path><a:path w="960120" h="1996439"><a:moveTo><a:pt x="9245" y="0"/></a:moveTo><a:lnTo><a:pt x="0" y="61592"/></a:lnTo></a:path><a:path w="960120" h="1996439"><a:moveTo><a:pt x="135330" y="121764"/></a:moveTo><a:lnTo><a:pt x="560556" y="1867649"/></a:lnTo></a:path></a:pathLst></a:custGeom><a:ln w="3878"><a:solidFill><a:srgbClr val="FF0000"/></a:solidFill></a:ln></p:spPr><p:txBody><a:bodyPr wrap="square" lIns="0" tIns="0" rIns="0" bIns="0" rtlCol="0"/><a:lstStyle/><a:p/></p:txBody></p:sp><p:sp><p:nvSpPr><p:cNvPr id="167" name="object 167"/><p:cNvSpPr/><p:nvPr/></p:nvSpPr><p:spPr><a:xfrm><a:off x="1946444" y="2241095"/><a:ext cx="2294890" cy="1718945"/></a:xfrm><a:custGeom><a:avLst/><a:gdLst/><a:ahLst/><a:cxnLst/><a:rect l="l" t="t" r="r" b="b"/><a:pathLst><a:path w="2294890" h="1718945"><a:moveTo><a:pt x="895974" y="333594"/></a:moveTo><a:lnTo><a:pt x="895981" y="333501"/></a:lnTo><a:lnTo><a:pt x="895997" y="333408"/></a:lnTo></a:path><a:path w="2294890" h="1718945"><a:moveTo><a:pt x="896075" y="333509"/></a:moveTo><a:lnTo><a:pt x="895981" y="333501"/></a:lnTo><a:lnTo><a:pt x="895888" y="333493"/></a:lnTo></a:path><a:path w="2294890" h="1718945"><a:moveTo><a:pt x="912634" y="166890"/></a:moveTo><a:lnTo><a:pt x="912642" y="166797"/></a:lnTo><a:lnTo><a:pt x="912650" y="166704"/></a:lnTo></a:path><a:path w="2294890" h="1718945"><a:moveTo><a:pt x="912735" y="166805"/></a:moveTo><a:lnTo><a:pt x="912642" y="166797"/></a:lnTo><a:lnTo><a:pt x="912549" y="166789"/></a:lnTo></a:path><a:path w="2294890" h="1718945"><a:moveTo><a:pt x="929294" y="186"/></a:moveTo><a:lnTo><a:pt x="929302" y="93"/></a:lnTo><a:lnTo><a:pt x="929310" y="0"/></a:lnTo></a:path><a:path w="2294890" h="1718945"><a:moveTo><a:pt x="929395" y="100"/></a:moveTo><a:lnTo><a:pt x="929302" y="93"/></a:lnTo><a:lnTo><a:pt x="929209" y="85"/></a:lnTo></a:path><a:path w="2294890" h="1718945"><a:moveTo><a:pt x="735141" y="373670"/></a:moveTo><a:lnTo><a:pt x="735149" y="373585"/></a:lnTo><a:lnTo><a:pt x="735156" y="373492"/></a:lnTo></a:path><a:path w="2294890" h="1718945"><a:moveTo><a:pt x="735242" y="373593"/></a:moveTo><a:lnTo><a:pt x="735149" y="373585"/></a:lnTo><a:lnTo><a:pt x="735056" y="373570"/></a:lnTo></a:path><a:path w="2294890" h="1718945"><a:moveTo><a:pt x="790706" y="379232"/></a:moveTo><a:lnTo><a:pt x="790714" y="379139"/></a:lnTo><a:lnTo><a:pt x="790722" y="379046"/></a:lnTo></a:path><a:path w="2294890" h="1718945"><a:moveTo><a:pt x="790807" y="379146"/></a:moveTo><a:lnTo><a:pt x="790714" y="379139"/></a:lnTo><a:lnTo><a:pt x="790621" y="379123"/></a:lnTo></a:path><a:path w="2294890" h="1718945"><a:moveTo><a:pt x="923741" y="55751"/></a:moveTo><a:lnTo><a:pt x="923749" y="55658"/></a:lnTo><a:lnTo><a:pt x="923756" y="55565"/></a:lnTo></a:path><a:path w="2294890" h="1718945"><a:moveTo><a:pt x="923842" y="55674"/></a:moveTo><a:lnTo><a:pt x="923749" y="55658"/></a:lnTo><a:lnTo><a:pt x="923656" y="55650"/></a:lnTo></a:path><a:path w="2294890" h="1718945"><a:moveTo><a:pt x="918188" y="111324"/></a:moveTo><a:lnTo><a:pt x="918195" y="111231"/></a:lnTo><a:lnTo><a:pt x="918203" y="111138"/></a:lnTo></a:path><a:path w="2294890" h="1718945"><a:moveTo><a:pt x="918288" y="111239"/></a:moveTo><a:lnTo><a:pt x="918195" y="111231"/></a:lnTo><a:lnTo><a:pt x="918102" y="111216"/></a:lnTo></a:path><a:path w="2294890" h="1718945"><a:moveTo><a:pt x="890731" y="389191"/></a:moveTo><a:lnTo><a:pt x="890738" y="389098"/></a:lnTo><a:lnTo><a:pt x="890754" y="389005"/></a:lnTo></a:path><a:path w="2294890" h="1718945"><a:moveTo><a:pt x="890831" y="389105"/></a:moveTo><a:lnTo><a:pt x="890738" y="389098"/></a:lnTo><a:lnTo><a:pt x="890645" y="389090"/></a:lnTo></a:path><a:path w="2294890" h="1718945"><a:moveTo><a:pt x="907081" y="222455"/></a:moveTo><a:lnTo><a:pt x="907088" y="222362"/></a:lnTo><a:lnTo><a:pt x="907096" y="222269"/></a:lnTo></a:path><a:path w="2294890" h="1718945"><a:moveTo><a:pt x="907181" y="222378"/></a:moveTo><a:lnTo><a:pt x="907088" y="222362"/></a:lnTo><a:lnTo><a:pt x="906995" y="222355"/></a:lnTo></a:path><a:path w="2294890" h="1718945"><a:moveTo><a:pt x="901527" y="278029"/></a:moveTo><a:lnTo><a:pt x="901535" y="277936"/></a:lnTo><a:lnTo><a:pt x="901543" y="277842"/></a:lnTo></a:path><a:path w="2294890" h="1718945"><a:moveTo><a:pt x="901628" y="277943"/></a:moveTo><a:lnTo><a:pt x="901535" y="277936"/></a:lnTo><a:lnTo><a:pt x="901442" y="277920"/></a:lnTo></a:path><a:path w="2294890" h="1718945"><a:moveTo><a:pt x="846272" y="384777"/></a:moveTo><a:lnTo><a:pt x="846280" y="384692"/></a:lnTo><a:lnTo><a:pt x="846295" y="384599"/></a:lnTo></a:path><a:path w="2294890" h="1718945"><a:moveTo><a:pt x="846373" y="384700"/></a:moveTo><a:lnTo><a:pt x="846280" y="384692"/></a:lnTo><a:lnTo><a:pt x="846194" y="384677"/></a:lnTo></a:path><a:path w="2294890" h="1718945"><a:moveTo><a:pt x="2294706" y="1447084"/></a:moveTo><a:lnTo><a:pt x="2282497" y="1395450"/></a:lnTo></a:path><a:path w="2294890" h="1718945"><a:moveTo><a:pt x="1370429" y="1360594"/></a:moveTo><a:lnTo><a:pt x="1438769" y="1649528"/></a:lnTo><a:lnTo><a:pt x="2253039" y="1456934"/></a:lnTo><a:lnTo><a:pt x="2294706" y="1447084"/></a:lnTo></a:path><a:path w="2294890" h="1718945"><a:moveTo><a:pt x="627081" y="1718504"/></a:moveTo><a:lnTo><a:pt x="728610" y="1717504"/></a:lnTo></a:path><a:path w="2294890" h="1718945"><a:moveTo><a:pt x="1360827" y="1232508"/></a:moveTo><a:lnTo><a:pt x="1366815" y="1307898"/></a:lnTo></a:path><a:path w="2294890" h="1718945"><a:moveTo><a:pt x="299001" y="1260927"/></a:moveTo><a:lnTo><a:pt x="268147" y="1367303"/></a:lnTo></a:path><a:path w="2294890" h="1718945"><a:moveTo><a:pt x="0" y="1139814"/></a:moveTo><a:lnTo><a:pt x="109463" y="573230"/></a:lnTo></a:path><a:path w="2294890" h="1718945"><a:moveTo><a:pt x="402097" y="586563"/></a:moveTo><a:lnTo><a:pt x="365651" y="894345"/></a:lnTo></a:path></a:pathLst></a:custGeom><a:ln w="3878"><a:solidFill><a:srgbClr val="000000"/></a:solidFill></a:ln></p:spPr><p:txBody><a:bodyPr wrap="square" lIns="0" tIns="0" rIns="0" bIns="0" rtlCol="0"/><a:lstStyle/><a:p/></p:txBody></p:sp><p:sp><p:nvSpPr><p:cNvPr id="168" name="object 168"/><p:cNvSpPr/><p:nvPr/></p:nvSpPr><p:spPr><a:xfrm><a:off x="2111554" y="2041597"/><a:ext cx="0" cy="386715"/></a:xfrm><a:custGeom><a:avLst/><a:gdLst/><a:ahLst/><a:cxnLst/><a:rect l="l" t="t" r="r" b="b"/><a:pathLst><a:path w="0" h="386714"><a:moveTo><a:pt x="0" y="259018"/></a:moveTo><a:lnTo><a:pt x="0" y="386468"/></a:lnTo></a:path><a:path w="0" h="386714"><a:moveTo><a:pt x="0" y="0"/></a:moveTo><a:lnTo><a:pt x="0" y="127550"/></a:lnTo></a:path></a:pathLst></a:custGeom><a:ln w="40619"><a:solidFill><a:srgbClr val="000000"/></a:solidFill></a:ln></p:spPr><p:txBody><a:bodyPr wrap="square" lIns="0" tIns="0" rIns="0" bIns="0" rtlCol="0"/><a:lstStyle/><a:p/></p:txBody></p:sp><p:sp><p:nvSpPr><p:cNvPr id="169" name="object 169"/><p:cNvSpPr/><p:nvPr/></p:nvSpPr><p:spPr><a:xfrm><a:off x="1585036" y="3380909"/><a:ext cx="1125220" cy="742950"/></a:xfrm><a:custGeom><a:avLst/><a:gdLst/><a:ahLst/><a:cxnLst/><a:rect l="l" t="t" r="r" b="b"/><a:pathLst><a:path w="1125220" h="742950"><a:moveTo><a:pt x="205935" y="424784"/></a:moveTo><a:lnTo><a:pt x="361408" y="0"/></a:lnTo></a:path><a:path w="1125220" h="742950"><a:moveTo><a:pt x="1124666" y="451713"/></a:moveTo><a:lnTo><a:pt x="925835" y="422162"/></a:lnTo></a:path><a:path w="1125220" h="742950"><a:moveTo><a:pt x="0" y="742734"/></a:moveTo><a:lnTo><a:pt x="205935" y="424784"/></a:lnTo></a:path><a:path w="1125220" h="742950"><a:moveTo><a:pt x="625693" y="273864"/></a:moveTo><a:lnTo><a:pt x="636784" y="327645"/></a:lnTo></a:path></a:pathLst></a:custGeom><a:ln w="3878"><a:solidFill><a:srgbClr val="000000"/></a:solidFill></a:ln></p:spPr><p:txBody><a:bodyPr wrap="square" lIns="0" tIns="0" rIns="0" bIns="0" rtlCol="0"/><a:lstStyle/><a:p/></p:txBody></p:sp><p:sp><p:nvSpPr><p:cNvPr id="170" name="object 170"/><p:cNvSpPr/><p:nvPr/></p:nvSpPr><p:spPr><a:xfrm><a:off x="2074546" y="2424188"/><a:ext cx="0" cy="392430"/></a:xfrm><a:custGeom><a:avLst/><a:gdLst/><a:ahLst/><a:cxnLst/><a:rect l="l" t="t" r="r" b="b"/><a:pathLst><a:path w="0" h="392430"><a:moveTo><a:pt x="0" y="238596"/></a:moveTo><a:lnTo><a:pt x="0" y="392076"/></a:lnTo></a:path><a:path w="0" h="392430"><a:moveTo><a:pt x="0" y="0"/></a:moveTo><a:lnTo><a:pt x="0" y="107128"/></a:lnTo></a:path></a:pathLst></a:custGeom><a:ln w="41154"><a:solidFill><a:srgbClr val="000000"/></a:solidFill></a:ln></p:spPr><p:txBody><a:bodyPr wrap="square" lIns="0" tIns="0" rIns="0" bIns="0" rtlCol="0"/><a:lstStyle/><a:p/></p:txBody></p:sp><p:sp><p:nvSpPr><p:cNvPr id="171" name="object 171"/><p:cNvSpPr/><p:nvPr/></p:nvSpPr><p:spPr><a:xfrm><a:off x="846543" y="2041132"/><a:ext cx="2470785" cy="2500630"/></a:xfrm><a:custGeom><a:avLst/><a:gdLst/><a:ahLst/><a:cxnLst/><a:rect l="l" t="t" r="r" b="b"/><a:pathLst><a:path w="2470785" h="2500629"><a:moveTo><a:pt x="2458563" y="1073079"/></a:moveTo><a:lnTo><a:pt x="2459176" y="1174530"/></a:lnTo></a:path><a:path w="2470785" h="2500629"><a:moveTo><a:pt x="1375277" y="1667422"/></a:moveTo><a:lnTo><a:pt x="1449519" y="1865585"/></a:lnTo></a:path><a:path w="2470785" h="2500629"><a:moveTo><a:pt x="0" y="2500354"/></a:moveTo><a:lnTo><a:pt x="738492" y="2082513"/></a:lnTo></a:path><a:path w="2470785" h="2500629"><a:moveTo><a:pt x="2457943" y="970697"/></a:moveTo><a:lnTo><a:pt x="2458563" y="1073079"/></a:lnTo></a:path><a:path w="2470785" h="2500629"><a:moveTo><a:pt x="1368048" y="1567266"/></a:moveTo><a:lnTo><a:pt x="1364185" y="1613640"/></a:lnTo></a:path><a:path w="2470785" h="2500629"><a:moveTo><a:pt x="1560301" y="736"/></a:moveTo><a:lnTo><a:pt x="1545812" y="355544"/></a:lnTo><a:lnTo><a:pt x="1501998" y="786526"/></a:lnTo></a:path><a:path w="2470785" h="2500629"><a:moveTo><a:pt x="2466715" y="1507861"/></a:moveTo><a:lnTo><a:pt x="2470329" y="1560557"/></a:lnTo></a:path><a:path w="2470785" h="2500629"><a:moveTo><a:pt x="2460363" y="1371841"/></a:moveTo><a:lnTo><a:pt x="2460727" y="1432471"/></a:lnTo></a:path><a:path w="2470785" h="2500629"><a:moveTo><a:pt x="1465551" y="1094308"/></a:moveTo><a:lnTo><a:pt x="1398902" y="1460890"/></a:lnTo></a:path><a:path w="2470785" h="2500629"><a:moveTo><a:pt x="1449519" y="1865585"/></a:moveTo><a:lnTo><a:pt x="1561565" y="1924587"/></a:lnTo><a:lnTo><a:pt x="1589038" y="1925882"/></a:lnTo></a:path><a:path w="2470785" h="2500629"><a:moveTo><a:pt x="2456741" y="770595"/></a:moveTo><a:lnTo><a:pt x="2457338" y="870184"/></a:lnTo><a:lnTo><a:pt x="2457943" y="970697"/></a:lnTo></a:path><a:path w="2470785" h="2500629"><a:moveTo><a:pt x="1774737" y="529120"/></a:moveTo><a:lnTo><a:pt x="1772038" y="559975"/></a:lnTo></a:path><a:path w="2470785" h="2500629"><a:moveTo><a:pt x="2455554" y="574494"/></a:moveTo><a:lnTo><a:pt x="2456143" y="671292"/></a:lnTo><a:lnTo><a:pt x="2260757" y="666080"/></a:lnTo></a:path><a:path w="2470785" h="2500629"><a:moveTo><a:pt x="2457338" y="870184"/></a:moveTo><a:lnTo><a:pt x="2261951" y="864972"/></a:lnTo></a:path><a:path w="2470785" h="2500629"><a:moveTo><a:pt x="2459176" y="1174530"/></a:moveTo><a:lnTo><a:pt x="2459781" y="1275051"/></a:lnTo></a:path><a:path w="2470785" h="2500629"><a:moveTo><a:pt x="2459176" y="1174530"/></a:moveTo><a:lnTo><a:pt x="2263789" y="1169318"/></a:lnTo></a:path><a:path w="2470785" h="2500629"><a:moveTo><a:pt x="2456143" y="671292"/></a:moveTo><a:lnTo><a:pt x="2456741" y="770595"/></a:lnTo><a:lnTo><a:pt x="2261354" y="765382"/></a:lnTo></a:path><a:path w="2470785" h="2500629"><a:moveTo><a:pt x="2457943" y="970697"/></a:moveTo><a:lnTo><a:pt x="2262556" y="965485"/></a:lnTo></a:path><a:path w="2470785" h="2500629"><a:moveTo><a:pt x="2458563" y="1073079"/></a:moveTo><a:lnTo><a:pt x="2263177" y="1067867"/></a:lnTo></a:path><a:path w="2470785" h="2500629"><a:moveTo><a:pt x="2459781" y="1275051"/></a:moveTo><a:lnTo><a:pt x="2460363" y="1371841"/></a:lnTo></a:path><a:path w="2470785" h="2500629"><a:moveTo><a:pt x="2461596" y="1576892"/></a:moveTo><a:lnTo><a:pt x="2266209" y="1571679"/></a:lnTo></a:path><a:path w="2470785" h="2500629"><a:moveTo><a:pt x="2460363" y="1371841"/></a:moveTo><a:lnTo><a:pt x="2264976" y="1366628"/></a:lnTo></a:path><a:path w="2470785" h="2500629"><a:moveTo><a:pt x="2459781" y="1275051"/></a:moveTo><a:lnTo><a:pt x="2264394" y="1269839"/></a:lnTo></a:path><a:path w="2470785" h="2500629"><a:moveTo><a:pt x="2460991" y="1476084"/></a:moveTo><a:lnTo><a:pt x="2265604" y="1470872"/></a:lnTo></a:path><a:path w="2470785" h="2500629"><a:moveTo><a:pt x="1842674" y="129939"/></a:moveTo><a:lnTo><a:pt x="2062430" y="163291"/></a:lnTo></a:path><a:path w="2470785" h="2500629"><a:moveTo><a:pt x="1589038" y="1925882"/></a:moveTo><a:lnTo><a:pt x="1588914" y="1905406"/></a:lnTo><a:lnTo><a:pt x="1726982" y="1918467"/></a:lnTo></a:path><a:path w="2470785" h="2500629"><a:moveTo><a:pt x="1672890" y="1938773"/></a:moveTo><a:lnTo><a:pt x="1767423" y="1947538"/></a:lnTo><a:lnTo><a:pt x="1766500" y="1957434"/></a:lnTo></a:path><a:path w="2470785" h="2500629"><a:moveTo><a:pt x="1763041" y="1994804"/></a:moveTo><a:lnTo><a:pt x="1668508" y="1986039"/></a:lnTo><a:lnTo><a:pt x="1672890" y="1938773"/></a:lnTo></a:path><a:path w="2470785" h="2500629"><a:moveTo><a:pt x="1763584" y="1988940"/></a:moveTo><a:lnTo><a:pt x="1863677" y="1998217"/></a:lnTo><a:lnTo><a:pt x="1867804" y="1998062"/></a:lnTo><a:lnTo><a:pt x="1871744" y="1996844"/></a:lnTo><a:lnTo><a:pt x="1875242" y="1994641"/></a:lnTo><a:lnTo><a:pt x="1878050" y="1991608"/></a:lnTo><a:lnTo><a:pt x="1879973" y="1987955"/></a:lnTo><a:lnTo><a:pt x="1880888" y="1983922"/></a:lnTo><a:lnTo><a:pt x="1880733" y="1979796"/></a:lnTo><a:lnTo><a:pt x="1766500" y="1957434"/></a:lnTo><a:lnTo><a:pt x="1763584" y="1988940"/></a:lnTo><a:lnTo><a:pt x="1763041" y="1994804"/></a:lnTo></a:path><a:path w="2470785" h="2500629"><a:moveTo><a:pt x="1588914" y="1905406"/></a:moveTo><a:lnTo><a:pt x="1586959" y="1580583"/></a:lnTo><a:lnTo><a:pt x="1602068" y="1332532"/></a:lnTo><a:lnTo><a:pt x="1621684" y="1096006"/></a:lnTo><a:lnTo><a:pt x="1643913" y="827944"/></a:lnTo><a:lnTo><a:pt x="1656020" y="633791"/></a:lnTo><a:lnTo><a:pt x="1675147" y="400026"/></a:lnTo><a:lnTo><a:pt x="1679475" y="170171"/></a:lnTo><a:lnTo><a:pt x="1682686" y="0"/></a:lnTo></a:path><a:path w="2470785" h="2500629"><a:moveTo><a:pt x="1882292" y="1687162"/></a:moveTo><a:lnTo><a:pt x="1673860" y="1652321"/></a:lnTo><a:lnTo><a:pt x="1664327" y="1761939"/></a:lnTo></a:path><a:path w="2470785" h="2500629"><a:moveTo><a:pt x="1891499" y="1588650"/></a:moveTo><a:lnTo><a:pt x="1682221" y="1553848"/></a:lnTo><a:lnTo><a:pt x="1673860" y="1652321"/></a:lnTo></a:path><a:path w="2470785" h="2500629"><a:moveTo><a:pt x="1896587" y="1486966"/></a:moveTo><a:lnTo><a:pt x="1691071" y="1452823"/></a:lnTo><a:lnTo><a:pt x="1682221" y="1553848"/></a:lnTo></a:path><a:path w="2470785" h="2500629"><a:moveTo><a:pt x="1897549" y="1385872"/></a:moveTo><a:lnTo><a:pt x="1700223" y="1353334"/></a:lnTo><a:lnTo><a:pt x="1691071" y="1452823"/></a:lnTo></a:path><a:path w="2470785" h="2500629"><a:moveTo><a:pt x="1913720" y="1285801"/></a:moveTo><a:lnTo><a:pt x="1710973" y="1251650"/></a:lnTo><a:lnTo><a:pt x="1700223" y="1353334"/></a:lnTo></a:path><a:path w="2470785" h="2500629"><a:moveTo><a:pt x="1927263" y="1187941"/></a:moveTo><a:lnTo><a:pt x="1720521" y="1152867"/></a:lnTo><a:lnTo><a:pt x="1710973" y="1251650"/></a:lnTo></a:path><a:path w="2470785" h="2500629"><a:moveTo><a:pt x="1921376" y="1082658"/></a:moveTo><a:lnTo><a:pt x="1729045" y="1049989"/></a:lnTo><a:lnTo><a:pt x="1720521" y="1152867"/></a:lnTo></a:path><a:path w="2470785" h="2500629"><a:moveTo><a:pt x="1939417" y="987613"/></a:moveTo><a:lnTo><a:pt x="1736204" y="952757"/></a:lnTo><a:lnTo><a:pt x="1729045" y="1049989"/></a:lnTo></a:path><a:path w="2470785" h="2500629"><a:moveTo><a:pt x="1949733" y="886845"/></a:moveTo><a:lnTo><a:pt x="1745108" y="857518"/></a:lnTo><a:lnTo><a:pt x="1736204" y="952757"/></a:lnTo></a:path><a:path w="2470785" h="2500629"><a:moveTo><a:pt x="1958699" y="787108"/></a:moveTo><a:lnTo><a:pt x="1754323" y="757409"/></a:lnTo><a:lnTo><a:pt x="1745108" y="857518"/></a:lnTo></a:path><a:path w="2470785" h="2500629"><a:moveTo><a:pt x="1966463" y="687246"/></a:moveTo><a:lnTo><a:pt x="1763529" y="657331"/></a:lnTo><a:lnTo><a:pt x="1754323" y="757409"/></a:lnTo></a:path></a:pathLst></a:custGeom><a:ln w="3878"><a:solidFill><a:srgbClr val="000000"/></a:solidFill></a:ln></p:spPr><p:txBody><a:bodyPr wrap="square" lIns="0" tIns="0" rIns="0" bIns="0" rtlCol="0"/><a:lstStyle/><a:p/></p:txBody></p:sp><p:pic><p:nvPicPr><p:cNvPr id="172" name="object 172"/><p:cNvPicPr/><p:nvPr/></p:nvPicPr><p:blipFill><a:blip r:embed="rId11" cstate="print"/><a:stretch><a:fillRect/></a:stretch></p:blipFill><p:spPr><a:xfrm><a:off x="2673116" y="3830684"/><a:ext cx="103708" cy="129854"/></a:xfrm><a:prstGeom prst="rect"><a:avLst/></a:prstGeom></p:spPr></p:pic><p:sp><p:nvSpPr><p:cNvPr id="173" name="object 173"/><p:cNvSpPr/><p:nvPr/></p:nvSpPr><p:spPr><a:xfrm><a:off x="2610073" y="2166759"/><a:ext cx="691515" cy="532130"/></a:xfrm><a:custGeom><a:avLst/><a:gdLst/><a:ahLst/><a:cxnLst/><a:rect l="l" t="t" r="r" b="b"/><a:pathLst><a:path w="691514" h="532130"><a:moveTo><a:pt x="51609" y="0"/></a:moveTo><a:lnTo><a:pt x="79144" y="4312"/></a:lnTo></a:path><a:path w="691514" h="532130"><a:moveTo><a:pt x="211442" y="464263"/></a:moveTo><a:lnTo><a:pt x="189934" y="461091"/></a:lnTo></a:path><a:path w="691514" h="532130"><a:moveTo><a:pt x="175189" y="458919"/></a:moveTo><a:lnTo><a:pt x="134632" y="452939"/></a:lnTo></a:path><a:path w="691514" h="532130"><a:moveTo><a:pt x="119887" y="450767"/></a:moveTo><a:lnTo><a:pt x="79322" y="444787"/></a:lnTo></a:path><a:path w="691514" h="532130"><a:moveTo><a:pt x="64578" y="442615"/></a:moveTo><a:lnTo><a:pt x="8508" y="434347"/></a:lnTo><a:lnTo><a:pt x="0" y="531703"/></a:lnTo></a:path><a:path w="691514" h="532130"><a:moveTo><a:pt x="51609" y="0"/></a:moveTo><a:lnTo><a:pt x="17521" y="336774"/></a:lnTo></a:path><a:path w="691514" h="532130"><a:moveTo><a:pt x="298901" y="37664"/></a:moveTo><a:lnTo><a:pt x="338139" y="47661"/></a:lnTo><a:lnTo><a:pt x="374648" y="65152"/></a:lnTo><a:lnTo><a:pt x="564031" y="200901"/></a:lnTo><a:lnTo><a:pt x="600703" y="230150"/></a:lnTo><a:lnTo><a:pt x="634349" y="262826"/></a:lnTo><a:lnTo><a:pt x="664660" y="298614"/></a:lnTo><a:lnTo><a:pt x="682880" y="324038"/></a:lnTo><a:lnTo><a:pt x="691357" y="337178"/></a:lnTo></a:path></a:pathLst></a:custGeom><a:ln w="3878"><a:solidFill><a:srgbClr val="000000"/></a:solidFill></a:ln></p:spPr><p:txBody><a:bodyPr wrap="square" lIns="0" tIns="0" rIns="0" bIns="0" rtlCol="0"/><a:lstStyle/><a:p/></p:txBody></p:sp><p:sp><p:nvSpPr><p:cNvPr id="174" name="object 174"/><p:cNvSpPr/><p:nvPr/></p:nvSpPr><p:spPr><a:xfrm><a:off x="1260748" y="2169148"/><a:ext cx="955675" cy="132080"/></a:xfrm><a:custGeom><a:avLst/><a:gdLst/><a:ahLst/><a:cxnLst/><a:rect l="l" t="t" r="r" b="b"/><a:pathLst><a:path w="955675" h="132080"><a:moveTo><a:pt x="955565" y="131467"/></a:moveTo><a:lnTo><a:pt x="0" y="131467"/></a:lnTo><a:lnTo><a:pt x="0" y="0"/></a:lnTo><a:lnTo><a:pt x="955565" y="0"/></a:lnTo><a:lnTo><a:pt x="955565" y="131467"/></a:lnTo><a:close/></a:path></a:pathLst></a:custGeom><a:solidFill><a:srgbClr val="FFFFFF"/></a:solidFill></p:spPr><p:txBody><a:bodyPr wrap="square" lIns="0" tIns="0" rIns="0" bIns="0" rtlCol="0"/><a:lstStyle/><a:p/></p:txBody></p:sp></p:grpSp><p:sp><p:nvSpPr><p:cNvPr id="175" name="object 175"/><p:cNvSpPr txBox="1"/><p:nvPr/></p:nvSpPr><p:spPr><a:xfrm><a:off x="1260748" y="2156448"/><a:ext cx="955675" cy="156210"/></a:xfrm><a:prstGeom prst="rect"><a:avLst/></a:prstGeom></p:spPr><p:txBody><a:bodyPr wrap="square" lIns="0" tIns="13335" rIns="0" bIns="0" rtlCol="0" vert="horz"><a:spAutoFit/></a:bodyPr><a:lstStyle/><a:p><a:pPr marL="15240"><a:lnSpc><a:spcPct val="100000"/></a:lnSpc><a:spcBef><a:spcPts val="105"/></a:spcBef></a:pPr><a:r><a:rPr dirty="0" sz="850"><a:latin typeface="Verdana"/><a:cs typeface="Verdana"/></a:rPr><a:t>BESS </a:t></a:r><a:r><a:rPr dirty="0" sz="850" spc="-10"><a:latin typeface="Verdana"/><a:cs typeface="Verdana"/></a:rPr><a:t>Container</a:t></a:r><a:endParaRPr sz="850"><a:latin typeface="Verdana"/><a:cs typeface="Verdana"/></a:endParaRPr></a:p></p:txBody></p:sp><p:grpSp><p:nvGrpSpPr><p:cNvPr id="176" name="object 176"/><p:cNvGrpSpPr/><p:nvPr/></p:nvGrpSpPr><p:grpSpPr><a:xfrm><a:off x="2172552" y="2230754"/><a:ext cx="2420620" cy="730885"/><a:chOff x="2172552" y="2230754"/><a:chExt cx="2420620" cy="730885"/></a:xfrm></p:grpSpPr><p:sp><p:nvSpPr><p:cNvPr id="177" name="object 177"/><p:cNvSpPr/><p:nvPr/></p:nvSpPr><p:spPr><a:xfrm><a:off x="2176679" y="2234882"/><a:ext cx="440055" cy="95885"/></a:xfrm><a:custGeom><a:avLst/><a:gdLst/><a:ahLst/><a:cxnLst/><a:rect l="l" t="t" r="r" b="b"/><a:pathLst><a:path w="440055" h="95885"><a:moveTo><a:pt x="439846" y="95471"/></a:moveTo><a:lnTo><a:pt x="129916" y="0"/></a:lnTo><a:lnTo><a:pt x="43512" y="0"/></a:ln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78" name="object 178"/><p:cNvSpPr/><p:nvPr/></p:nvSpPr><p:spPr><a:xfrm><a:off x="2614238" y="2322946"/><a:ext cx="46990" cy="21590"/></a:xfrm><a:custGeom><a:avLst/><a:gdLst/><a:ahLst/><a:cxnLst/><a:rect l="l" t="t" r="r" b="b"/><a:pathLst><a:path w="46989" h="21589"><a:moveTo><a:pt x="46762" y="21112"/></a:moveTo><a:lnTo><a:pt x="0" y="14822"/></a:lnTo><a:lnTo><a:pt x="4568" y="0"/></a:lnTo><a:lnTo><a:pt x="46762" y="21112"/></a:lnTo><a:close/></a:path></a:pathLst></a:custGeom><a:solidFill><a:srgbClr val="000000"/></a:solidFill></p:spPr><p:txBody><a:bodyPr wrap="square" lIns="0" tIns="0" rIns="0" bIns="0" rtlCol="0"/><a:lstStyle/><a:p/></p:txBody></p:sp><p:sp><p:nvSpPr><p:cNvPr id="179" name="object 179"/><p:cNvSpPr/><p:nvPr/></p:nvSpPr><p:spPr><a:xfrm><a:off x="2614238" y="2322946"/><a:ext cx="46990" cy="21590"/></a:xfrm><a:custGeom><a:avLst/><a:gdLst/><a:ahLst/><a:cxnLst/><a:rect l="l" t="t" r="r" b="b"/><a:pathLst><a:path w="46989" h="21589"><a:moveTo><a:pt x="46762" y="21112"/></a:moveTo><a:lnTo><a:pt x="0" y="14822"/></a:lnTo><a:lnTo><a:pt x="4568" y="0"/></a:lnTo><a:lnTo><a:pt x="46762" y="21112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80" name="object 180"/><p:cNvSpPr/><p:nvPr/></p:nvSpPr><p:spPr><a:xfrm><a:off x="3371648" y="2698564"/><a:ext cx="1221740" cy="263525"/></a:xfrm><a:custGeom><a:avLst/><a:gdLst/><a:ahLst/><a:cxnLst/><a:rect l="l" t="t" r="r" b="b"/><a:pathLst><a:path w="1221739" h="263525"><a:moveTo><a:pt x="1221215" y="262935"/></a:moveTo><a:lnTo><a:pt x="0" y="262935"/></a:lnTo><a:lnTo><a:pt x="0" y="0"/></a:lnTo><a:lnTo><a:pt x="1221215" y="0"/></a:lnTo><a:lnTo><a:pt x="1221215" y="262935"/></a:lnTo><a:close/></a:path></a:pathLst></a:custGeom><a:solidFill><a:srgbClr val="FFFFFF"/></a:solidFill></p:spPr><p:txBody><a:bodyPr wrap="square" lIns="0" tIns="0" rIns="0" bIns="0" rtlCol="0"/><a:lstStyle/><a:p/></p:txBody></p:sp></p:grpSp><p:sp><p:nvSpPr><p:cNvPr id="181" name="object 181"/><p:cNvSpPr txBox="1"/><p:nvPr/></p:nvSpPr><p:spPr><a:xfrm><a:off x="3374460" y="2685864"/><a:ext cx="1151255" cy="287655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><a:latin typeface="Verdana"/><a:cs typeface="Verdana"/></a:rPr><a:t>Isolation </a:t></a:r><a:r><a:rPr dirty="0" sz="850" spc="-20"><a:latin typeface="Verdana"/><a:cs typeface="Verdana"/></a:rPr><a:t>XFMR</a:t></a:r><a:endParaRPr sz="850"><a:latin typeface="Verdana"/><a:cs typeface="Verdana"/></a:endParaRPr></a:p><a:p><a:pPr marL="12700"><a:lnSpc><a:spcPct val="100000"/></a:lnSpc><a:spcBef><a:spcPts val="15"/></a:spcBef></a:pPr><a:r><a:rPr dirty="0" sz="850"><a:latin typeface="Verdana"/><a:cs typeface="Verdana"/></a:rPr><a:t>&amp;</a:t></a:r><a:r><a:rPr dirty="0" sz="850" spc="5"><a:latin typeface="Verdana"/><a:cs typeface="Verdana"/></a:rPr><a:t> </a:t></a:r><a:r><a:rPr dirty="0" sz="850"><a:latin typeface="Verdana"/><a:cs typeface="Verdana"/></a:rPr><a:t>AC</a:t></a:r><a:r><a:rPr dirty="0" sz="850" spc="5"><a:latin typeface="Verdana"/><a:cs typeface="Verdana"/></a:rPr><a:t> </a:t></a:r><a:r><a:rPr dirty="0" sz="850"><a:latin typeface="Verdana"/><a:cs typeface="Verdana"/></a:rPr><a:t>Disconnect</a:t></a:r><a:r><a:rPr dirty="0" sz="850" spc="5"><a:latin typeface="Verdana"/><a:cs typeface="Verdana"/></a:rPr><a:t> </a:t></a:r><a:r><a:rPr dirty="0" sz="850"><a:latin typeface="Verdana"/><a:cs typeface="Verdana"/></a:rPr><a:t>1-</a:t></a:r><a:r><a:rPr dirty="0" sz="850" spc="-50"><a:latin typeface="Verdana"/><a:cs typeface="Verdana"/></a:rPr><a:t>2</a:t></a:r><a:endParaRPr sz="850"><a:latin typeface="Verdana"/><a:cs typeface="Verdana"/></a:endParaRPr></a:p></p:txBody></p:sp><p:grpSp><p:nvGrpSpPr><p:cNvPr id="182" name="object 182"/><p:cNvGrpSpPr/><p:nvPr/></p:nvGrpSpPr><p:grpSpPr><a:xfrm><a:off x="2775318" y="2580738"/><a:ext cx="596900" cy="187960"/><a:chOff x="2775318" y="2580738"/><a:chExt cx="596900" cy="187960"/></a:xfrm></p:grpSpPr><p:sp><p:nvSpPr><p:cNvPr id="183" name="object 183"/><p:cNvSpPr/><p:nvPr/></p:nvSpPr><p:spPr><a:xfrm><a:off x="2821996" y="2603628"/><a:ext cx="546100" cy="161290"/></a:xfrm><a:custGeom><a:avLst/><a:gdLst/><a:ahLst/><a:cxnLst/><a:rect l="l" t="t" r="r" b="b"/><a:pathLst><a:path w="546100" h="161289"><a:moveTo><a:pt x="0" y="0"/></a:moveTo><a:lnTo><a:pt x="364479" y="160669"/></a:lnTo><a:lnTo><a:pt x="545773" y="160669"/></a:lnTo></a:path></a:pathLst></a:custGeom><a:ln w="7756"><a:solidFill><a:srgbClr val="000000"/></a:solidFill></a:ln></p:spPr><p:txBody><a:bodyPr wrap="square" lIns="0" tIns="0" rIns="0" bIns="0" rtlCol="0"/><a:lstStyle/><a:p/></p:txBody></p:sp><p:sp><p:nvSpPr><p:cNvPr id="184" name="object 184"/><p:cNvSpPr/><p:nvPr/></p:nvSpPr><p:spPr><a:xfrm><a:off x="2779446" y="2584865"/><a:ext cx="45720" cy="26034"/></a:xfrm><a:custGeom><a:avLst/><a:gdLst/><a:ahLst/><a:cxnLst/><a:rect l="l" t="t" r="r" b="b"/><a:pathLst><a:path w="45719" h="26035"><a:moveTo><a:pt x="39455" y="25874"/></a:moveTo><a:lnTo><a:pt x="0" y="0"/></a:lnTo><a:lnTo><a:pt x="45715" y="11673"/></a:lnTo><a:lnTo><a:pt x="39455" y="25874"/></a:lnTo><a:close/></a:path></a:pathLst></a:custGeom><a:solidFill><a:srgbClr val="000000"/></a:solidFill></p:spPr><p:txBody><a:bodyPr wrap="square" lIns="0" tIns="0" rIns="0" bIns="0" rtlCol="0"/><a:lstStyle/><a:p/></p:txBody></p:sp><p:sp><p:nvSpPr><p:cNvPr id="185" name="object 185"/><p:cNvSpPr/><p:nvPr/></p:nvSpPr><p:spPr><a:xfrm><a:off x="2779446" y="2584865"/><a:ext cx="45720" cy="26034"/></a:xfrm><a:custGeom><a:avLst/><a:gdLst/><a:ahLst/><a:cxnLst/><a:rect l="l" t="t" r="r" b="b"/><a:pathLst><a:path w="45719" h="26035"><a:moveTo><a:pt x="0" y="0"/></a:moveTo><a:lnTo><a:pt x="45715" y="11673"/></a:lnTo><a:lnTo><a:pt x="39455" y="25874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186" name="object 186"/><p:cNvSpPr txBox="1"/><p:nvPr/></p:nvSpPr><p:spPr><a:xfrm><a:off x="3697440" y="3479971"/><a:ext cx="840740" cy="112395"/></a:xfrm><a:prstGeom prst="rect"><a:avLst/></a:prstGeom><a:solidFill><a:srgbClr val="FFFFFF"/></a:solidFill></p:spPr><p:txBody><a:bodyPr wrap="square" lIns="0" tIns="3810" rIns="0" bIns="0" rtlCol="0" vert="horz"><a:spAutoFit/></a:bodyPr><a:lstStyle/><a:p><a:pPr marL="15240"><a:lnSpc><a:spcPct val="100000"/></a:lnSpc><a:spcBef><a:spcPts val="30"/></a:spcBef></a:pPr><a:r><a:rPr dirty="0" sz="700"><a:latin typeface="Verdana"/><a:cs typeface="Verdana"/></a:rPr><a:t>(E)</a:t></a:r><a:r><a:rPr dirty="0" sz="700" spc="90"><a:latin typeface="Verdana"/><a:cs typeface="Verdana"/></a:rPr><a:t> </a:t></a:r><a:r><a:rPr dirty="0" sz="700"><a:latin typeface="Verdana"/><a:cs typeface="Verdana"/></a:rPr><a:t>Utility</a:t></a:r><a:r><a:rPr dirty="0" sz="700" spc="95"><a:latin typeface="Verdana"/><a:cs typeface="Verdana"/></a:rPr><a:t> </a:t></a:r><a:r><a:rPr dirty="0" sz="700" spc="-20"><a:latin typeface="Verdana"/><a:cs typeface="Verdana"/></a:rPr><a:t>XFMR</a:t></a:r><a:endParaRPr sz="700"><a:latin typeface="Verdana"/><a:cs typeface="Verdana"/></a:endParaRPr></a:p></p:txBody></p:sp><p:pic><p:nvPicPr><p:cNvPr id="187" name="object 187"/><p:cNvPicPr/><p:nvPr/></p:nvPicPr><p:blipFill><a:blip r:embed="rId12" cstate="print"/><a:stretch><a:fillRect/></a:stretch></p:blipFill><p:spPr><a:xfrm><a:off x="3449264" y="3532132"/><a:ext cx="248175" cy="245887"/></a:xfrm><a:prstGeom prst="rect"><a:avLst/></a:prstGeom></p:spPr></p:pic><p:sp><p:nvSpPr><p:cNvPr id="188" name="object 188"/><p:cNvSpPr txBox="1"/><p:nvPr/></p:nvSpPr><p:spPr><a:xfrm><a:off x="3932794" y="4367111"/><a:ext cx="1104900" cy="132080"/></a:xfrm><a:prstGeom prst="rect"><a:avLst/></a:prstGeom><a:solidFill><a:srgbClr val="FFFFFF"/></a:solidFill></p:spPr><p:txBody><a:bodyPr wrap="square" lIns="0" tIns="635" rIns="0" bIns="0" rtlCol="0" vert="horz"><a:spAutoFit/></a:bodyPr><a:lstStyle/><a:p><a:pPr marL="15240"><a:lnSpc><a:spcPct val="100000"/></a:lnSpc><a:spcBef><a:spcPts val="5"/></a:spcBef></a:pPr><a:r><a:rPr dirty="0" sz="850"><a:latin typeface="Verdana"/><a:cs typeface="Verdana"/></a:rPr><a:t>AC</a:t></a:r><a:r><a:rPr dirty="0" sz="850" spc="5"><a:latin typeface="Verdana"/><a:cs typeface="Verdana"/></a:rPr><a:t> </a:t></a:r><a:r><a:rPr dirty="0" sz="850"><a:latin typeface="Verdana"/><a:cs typeface="Verdana"/></a:rPr><a:t>Disconnect</a:t></a:r><a:r><a:rPr dirty="0" sz="850" spc="5"><a:latin typeface="Verdana"/><a:cs typeface="Verdana"/></a:rPr><a:t> </a:t></a:r><a:r><a:rPr dirty="0" sz="850"><a:latin typeface="Verdana"/><a:cs typeface="Verdana"/></a:rPr><a:t>1-</a:t></a:r><a:r><a:rPr dirty="0" sz="850" spc="-50"><a:latin typeface="Verdana"/><a:cs typeface="Verdana"/></a:rPr><a:t>1</a:t></a:r><a:endParaRPr sz="850"><a:latin typeface="Verdana"/><a:cs typeface="Verdana"/></a:endParaRPr></a:p></p:txBody></p:sp><p:grpSp><p:nvGrpSpPr><p:cNvPr id="189" name="object 189"/><p:cNvGrpSpPr/><p:nvPr/></p:nvGrpSpPr><p:grpSpPr><a:xfrm><a:off x="3652460" y="4420961"/><a:ext cx="280670" cy="24130"/><a:chOff x="3652460" y="4420961"/><a:chExt cx="280670" cy="24130"/></a:xfrm></p:grpSpPr><p:sp><p:nvSpPr><p:cNvPr id="190" name="object 190"/><p:cNvSpPr/><p:nvPr/></p:nvSpPr><p:spPr><a:xfrm><a:off x="3703125" y="4432845"/><a:ext cx="226060" cy="0"/></a:xfrm><a:custGeom><a:avLst/><a:gdLst/><a:ahLst/><a:cxnLst/><a:rect l="l" t="t" r="r" b="b"/><a:pathLst><a:path w="226060" h="0"><a:moveTo><a:pt x="0" y="0"/></a:moveTo><a:lnTo><a:pt x="197868" y="0"/></a:lnTo><a:lnTo><a:pt x="22579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91" name="object 191"/><p:cNvSpPr/><p:nvPr/></p:nvSpPr><p:spPr><a:xfrm><a:off x="3656588" y="4425089"/><a:ext cx="46990" cy="15875"/></a:xfrm><a:custGeom><a:avLst/><a:gdLst/><a:ahLst/><a:cxnLst/><a:rect l="l" t="t" r="r" b="b"/><a:pathLst><a:path w="46989" h="15875"><a:moveTo><a:pt x="46537" y="15512"/></a:moveTo><a:lnTo><a:pt x="0" y="7756"/></a:lnTo><a:lnTo><a:pt x="46537" y="0"/></a:lnTo><a:lnTo><a:pt x="46537" y="15512"/></a:lnTo><a:close/></a:path></a:pathLst></a:custGeom><a:solidFill><a:srgbClr val="000000"/></a:solidFill></p:spPr><p:txBody><a:bodyPr wrap="square" lIns="0" tIns="0" rIns="0" bIns="0" rtlCol="0"/><a:lstStyle/><a:p/></p:txBody></p:sp><p:sp><p:nvSpPr><p:cNvPr id="192" name="object 192"/><p:cNvSpPr/><p:nvPr/></p:nvSpPr><p:spPr><a:xfrm><a:off x="3656588" y="4425089"/><a:ext cx="46990" cy="15875"/></a:xfrm><a:custGeom><a:avLst/><a:gdLst/><a:ahLst/><a:cxnLst/><a:rect l="l" t="t" r="r" b="b"/><a:pathLst><a:path w="46989" h="15875"><a:moveTo><a:pt x="0" y="7756"/></a:moveTo><a:lnTo><a:pt x="46537" y="0"/></a:lnTo><a:lnTo><a:pt x="46537" y="15512"/></a:lnTo><a:lnTo><a:pt x="0" y="7756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193" name="object 193"/><p:cNvSpPr txBox="1"/><p:nvPr/></p:nvSpPr><p:spPr><a:xfrm><a:off x="3929800" y="4593546"/><a:ext cx="2259965" cy="394970"/></a:xfrm><a:prstGeom prst="rect"><a:avLst/></a:prstGeom><a:solidFill><a:srgbClr val="FFFFFF"/></a:solidFill></p:spPr><p:txBody><a:bodyPr wrap="square" lIns="0" tIns="635" rIns="0" bIns="0" rtlCol="0" vert="horz"><a:spAutoFit/></a:bodyPr><a:lstStyle/><a:p><a:pPr marL="15240"><a:lnSpc><a:spcPct val="100000"/></a:lnSpc><a:spcBef><a:spcPts val="5"/></a:spcBef></a:pPr><a:r><a:rPr dirty="0" sz="850"><a:latin typeface="Verdana"/><a:cs typeface="Verdana"/></a:rPr><a:t>ARRAY</a:t></a:r><a:r><a:rPr dirty="0" sz="850" spc="5"><a:latin typeface="Verdana"/><a:cs typeface="Verdana"/></a:rPr><a:t> </a:t></a:r><a:r><a:rPr dirty="0" sz="850"><a:latin typeface="Verdana"/><a:cs typeface="Verdana"/></a:rPr><a:t>1</a:t></a:r><a:r><a:rPr dirty="0" sz="850" spc="10"><a:latin typeface="Verdana"/><a:cs typeface="Verdana"/></a:rPr><a:t> </a:t></a:r><a:r><a:rPr dirty="0" sz="850"><a:latin typeface="Verdana"/><a:cs typeface="Verdana"/></a:rPr><a:t>POINT</a:t></a:r><a:r><a:rPr dirty="0" sz="850" spc="10"><a:latin typeface="Verdana"/><a:cs typeface="Verdana"/></a:rPr><a:t> </a:t></a:r><a:r><a:rPr dirty="0" sz="850"><a:latin typeface="Verdana"/><a:cs typeface="Verdana"/></a:rPr><a:t>OF</a:t></a:r><a:r><a:rPr dirty="0" sz="850" spc="5"><a:latin typeface="Verdana"/><a:cs typeface="Verdana"/></a:rPr><a:t> </a:t></a:r><a:r><a:rPr dirty="0" sz="850" spc="-10"><a:latin typeface="Verdana"/><a:cs typeface="Verdana"/></a:rPr><a:t>INTERCONNECTION</a:t></a:r><a:endParaRPr sz="850"><a:latin typeface="Verdana"/><a:cs typeface="Verdana"/></a:endParaRPr></a:p><a:p><a:pPr marL="15240" marR="217804"><a:lnSpc><a:spcPct val="101499"/></a:lnSpc></a:pPr><a:endParaRPr sz="850"><a:latin typeface="Verdana"/><a:cs typeface="Verdana"/></a:endParaRPr><a:r><a:rPr dirty="0" sz="850"><a:latin typeface="Verdana"/><a:t>{{SITE_ADDR}} {{MSB}}</a:t></a:r></a:p></p:txBody></p:sp><p:grpSp><p:nvGrpSpPr><p:cNvPr id="194" name="object 194"/><p:cNvGrpSpPr/><p:nvPr/></p:nvGrpSpPr><p:grpSpPr><a:xfrm><a:off x="2938463" y="2095301"/><a:ext cx="991869" cy="2568575"/><a:chOff x="2938463" y="2095301"/><a:chExt cx="991869" cy="2568575"/></a:xfrm></p:grpSpPr><p:sp><p:nvSpPr><p:cNvPr id="195" name="object 195"/><p:cNvSpPr/><p:nvPr/></p:nvSpPr><p:spPr><a:xfrm><a:off x="3675459" y="4549428"/><a:ext cx="250825" cy="109855"/></a:xfrm><a:custGeom><a:avLst/><a:gdLst/><a:ahLst/><a:cxnLst/><a:rect l="l" t="t" r="r" b="b"/><a:pathLst><a:path w="250825" h="109854"><a:moveTo><a:pt x="0" y="0"/></a:moveTo><a:lnTo><a:pt x="149043" y="109851"/></a:lnTo><a:lnTo><a:pt x="250463" y="109851"/></a:lnTo></a:path></a:pathLst></a:custGeom><a:ln w="7756"><a:solidFill><a:srgbClr val="000000"/></a:solidFill></a:ln></p:spPr><p:txBody><a:bodyPr wrap="square" lIns="0" tIns="0" rIns="0" bIns="0" rtlCol="0"/><a:lstStyle/><a:p/></p:txBody></p:sp><p:sp><p:nvSpPr><p:cNvPr id="196" name="object 196"/><p:cNvSpPr/><p:nvPr/></p:nvSpPr><p:spPr><a:xfrm><a:off x="3638066" y="4521878"/><a:ext cx="42545" cy="34290"/></a:xfrm><a:custGeom><a:avLst/><a:gdLst/><a:ahLst/><a:cxnLst/><a:rect l="l" t="t" r="r" b="b"/><a:pathLst><a:path w="42545" h="34289"><a:moveTo><a:pt x="32863" y="33848"/></a:moveTo><a:lnTo><a:pt x="0" y="0"/></a:lnTo><a:lnTo><a:pt x="42069" y="21360"/></a:lnTo><a:lnTo><a:pt x="32863" y="33848"/></a:lnTo><a:close/></a:path></a:pathLst></a:custGeom><a:solidFill><a:srgbClr val="000000"/></a:solidFill></p:spPr><p:txBody><a:bodyPr wrap="square" lIns="0" tIns="0" rIns="0" bIns="0" rtlCol="0"/><a:lstStyle/><a:p/></p:txBody></p:sp><p:sp><p:nvSpPr><p:cNvPr id="197" name="object 197"/><p:cNvSpPr/><p:nvPr/></p:nvSpPr><p:spPr><a:xfrm><a:off x="3638066" y="4521878"/><a:ext cx="42545" cy="34290"/></a:xfrm><a:custGeom><a:avLst/><a:gdLst/><a:ahLst/><a:cxnLst/><a:rect l="l" t="t" r="r" b="b"/><a:pathLst><a:path w="42545" h="34289"><a:moveTo><a:pt x="0" y="0"/></a:moveTo><a:lnTo><a:pt x="42069" y="21360"/></a:lnTo><a:lnTo><a:pt x="32863" y="33848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98" name="object 198"/><p:cNvSpPr/><p:nvPr/></p:nvSpPr><p:spPr><a:xfrm><a:off x="2938463" y="2095301"/><a:ext cx="436880" cy="513715"/></a:xfrm><a:custGeom><a:avLst/><a:gdLst/><a:ahLst/><a:cxnLst/><a:rect l="l" t="t" r="r" b="b"/><a:pathLst><a:path w="436879" h="513714"><a:moveTo><a:pt x="436674" y="513321"/></a:moveTo><a:lnTo><a:pt x="0" y="513321"/></a:lnTo><a:lnTo><a:pt x="0" y="0"/></a:lnTo><a:lnTo><a:pt x="436674" y="0"/></a:lnTo><a:lnTo><a:pt x="436674" y="513321"/></a:lnTo><a:close/></a:path></a:pathLst></a:custGeom><a:solidFill><a:srgbClr val="FFFFFF"/></a:solidFill></p:spPr><p:txBody><a:bodyPr wrap="square" lIns="0" tIns="0" rIns="0" bIns="0" rtlCol="0"/><a:lstStyle/><a:p/></p:txBody></p:sp></p:grpSp><p:sp><p:nvSpPr><p:cNvPr id="199" name="object 199"/><p:cNvSpPr txBox="1"/><p:nvPr/></p:nvSpPr><p:spPr><a:xfrm><a:off x="2938463" y="2095301"/><a:ext cx="436880" cy="169545"/></a:xfrm><a:prstGeom prst="rect"><a:avLst/></a:prstGeom><a:solidFill><a:srgbClr val="FFFFFF"/></a:solidFill></p:spPr><p:txBody><a:bodyPr wrap="square" lIns="0" tIns="0" rIns="0" bIns="0" rtlCol="0" vert="horz"><a:spAutoFit/></a:bodyPr><a:lstStyle/><a:p><a:pPr marL="69215"><a:lnSpc><a:spcPct val="100000"/></a:lnSpc></a:pPr><a:r><a:rPr dirty="0" sz="1100" spc="-25"><a:latin typeface="Verdana"/><a:cs typeface="Verdana"/></a:rPr><a:t>YOU</a:t></a:r><a:endParaRPr sz="1100"><a:latin typeface="Verdana"/><a:cs typeface="Verdana"/></a:endParaRPr></a:p></p:txBody></p:sp><p:sp><p:nvSpPr><p:cNvPr id="200" name="object 200"/><p:cNvSpPr txBox="1"/><p:nvPr/></p:nvSpPr><p:spPr><a:xfrm><a:off x="2938463" y="2264319"/><a:ext cx="436880" cy="169545"/></a:xfrm><a:prstGeom prst="rect"><a:avLst/></a:prstGeom><a:solidFill><a:srgbClr val="FFFFFF"/></a:solidFill></p:spPr><p:txBody><a:bodyPr wrap="square" lIns="0" tIns="0" rIns="0" bIns="0" rtlCol="0" vert="horz"><a:spAutoFit/></a:bodyPr><a:lstStyle/><a:p><a:pPr marL="78105"><a:lnSpc><a:spcPct val="100000"/></a:lnSpc></a:pPr><a:r><a:rPr dirty="0" sz="1100" spc="-25"><a:latin typeface="Verdana"/><a:cs typeface="Verdana"/></a:rPr><a:t>ARE</a:t></a:r><a:endParaRPr sz="1100"><a:latin typeface="Verdana"/><a:cs typeface="Verdana"/></a:endParaRPr></a:p></p:txBody></p:sp><p:sp><p:nvSpPr><p:cNvPr id="201" name="object 201"/><p:cNvSpPr txBox="1"/><p:nvPr/></p:nvSpPr><p:spPr><a:xfrm><a:off x="2938463" y="2433405"/><a:ext cx="436880" cy="175260"/></a:xfrm><a:prstGeom prst="rect"><a:avLst/></a:prstGeom></p:spPr><p:txBody><a:bodyPr wrap="square" lIns="0" tIns="0" rIns="0" bIns="0" rtlCol="0" vert="horz"><a:spAutoFit/></a:bodyPr><a:lstStyle/><a:p><a:pPr marL="29209"><a:lnSpc><a:spcPct val="100000"/></a:lnSpc></a:pPr><a:r><a:rPr dirty="0" sz="1100" spc="-20"><a:latin typeface="Verdana"/><a:cs typeface="Verdana"/></a:rPr><a:t>H</a:t></a:r><a:r><a:rPr dirty="0" u="sng" sz="1100" spc="-20"><a:uFill><a:solidFill><a:srgbClr val="000000"/></a:solidFill></a:uFill><a:latin typeface="Verdana"/><a:cs typeface="Verdana"/></a:rPr><a:t>ERE</a:t></a:r><a:endParaRPr sz="1100"><a:latin typeface="Verdana"/><a:cs typeface="Verdana"/></a:endParaRPr></a:p></p:txBody></p:sp><p:grpSp><p:nvGrpSpPr><p:cNvPr id="202" name="object 202"/><p:cNvGrpSpPr/><p:nvPr/></p:nvGrpSpPr><p:grpSpPr><a:xfrm><a:off x="1128016" y="2449752"/><a:ext cx="1790700" cy="213360"/><a:chOff x="1128016" y="2449752"/><a:chExt cx="1790700" cy="213360"/></a:xfrm></p:grpSpPr><p:pic><p:nvPicPr><p:cNvPr id="203" name="object 203"/><p:cNvPicPr/><p:nvPr/></p:nvPicPr><p:blipFill><a:blip r:embed="rId13" cstate="print"/><a:stretch><a:fillRect/></a:stretch></p:blipFill><p:spPr><a:xfrm><a:off x="2784766" y="2449752"/><a:ext cx="133546" cy="133554"/></a:xfrm><a:prstGeom prst="rect"><a:avLst/></a:prstGeom></p:spPr></p:pic><p:sp><p:nvSpPr><p:cNvPr id="204" name="object 204"/><p:cNvSpPr/><p:nvPr/></p:nvSpPr><p:spPr><a:xfrm><a:off x="1128016" y="2531317"/><a:ext cx="1096010" cy="132080"/></a:xfrm><a:custGeom><a:avLst/><a:gdLst/><a:ahLst/><a:cxnLst/><a:rect l="l" t="t" r="r" b="b"/><a:pathLst><a:path w="1096010" h="132080"><a:moveTo><a:pt x="1095564" y="131467"/></a:moveTo><a:lnTo><a:pt x="0" y="131467"/></a:lnTo><a:lnTo><a:pt x="0" y="0"/></a:lnTo><a:lnTo><a:pt x="1095564" y="0"/></a:lnTo><a:lnTo><a:pt x="1095564" y="131467"/></a:lnTo><a:close/></a:path></a:pathLst></a:custGeom><a:solidFill><a:srgbClr val="FFFFFF"/></a:solidFill></p:spPr><p:txBody><a:bodyPr wrap="square" lIns="0" tIns="0" rIns="0" bIns="0" rtlCol="0"/><a:lstStyle/><a:p/></p:txBody></p:sp></p:grpSp><p:sp><p:nvSpPr><p:cNvPr id="205" name="object 205"/><p:cNvSpPr txBox="1"/><p:nvPr/></p:nvSpPr><p:spPr><a:xfrm><a:off x="1128016" y="2518617"/><a:ext cx="1096010" cy="156210"/></a:xfrm><a:prstGeom prst="rect"><a:avLst/></a:prstGeom></p:spPr><p:txBody><a:bodyPr wrap="square" lIns="0" tIns="13335" rIns="0" bIns="0" rtlCol="0" vert="horz"><a:spAutoFit/></a:bodyPr><a:lstStyle/><a:p><a:pPr marL="15240"><a:lnSpc><a:spcPct val="100000"/></a:lnSpc><a:spcBef><a:spcPts val="105"/></a:spcBef></a:pPr><a:r><a:rPr dirty="0" sz="850"><a:latin typeface="Verdana"/><a:cs typeface="Verdana"/></a:rPr><a:t>BESS Inverter 1-</a:t></a:r><a:r><a:rPr dirty="0" sz="850" spc="-50"><a:latin typeface="Verdana"/><a:cs typeface="Verdana"/></a:rPr><a:t>1</a:t></a:r><a:endParaRPr sz="850"><a:latin typeface="Verdana"/><a:cs typeface="Verdana"/></a:endParaRPr></a:p></p:txBody></p:sp><p:grpSp><p:nvGrpSpPr><p:cNvPr id="206" name="object 206"/><p:cNvGrpSpPr/><p:nvPr/></p:nvGrpSpPr><p:grpSpPr><a:xfrm><a:off x="2180069" y="2541640"/><a:ext cx="15119350" cy="10481945"/><a:chOff x="2180069" y="2541640"/><a:chExt cx="15119350" cy="10481945"/></a:xfrm></p:grpSpPr><p:sp><p:nvSpPr><p:cNvPr id="207" name="object 207"/><p:cNvSpPr/><p:nvPr/></p:nvSpPr><p:spPr><a:xfrm><a:off x="2183947" y="2553360"/><a:ext cx="362585" cy="43815"/></a:xfrm><a:custGeom><a:avLst/><a:gdLst/><a:ahLst/><a:cxnLst/><a:rect l="l" t="t" r="r" b="b"/><a:pathLst><a:path w="362585" h="43814"><a:moveTo><a:pt x="361982" y="0"/></a:moveTo><a:lnTo><a:pt x="106678" y="43690"/></a:lnTo><a:lnTo><a:pt x="43512" y="43690"/></a:lnTo><a:lnTo><a:pt x="0" y="43690"/></a:lnTo></a:path></a:pathLst></a:custGeom><a:ln w="7756"><a:solidFill><a:srgbClr val="000000"/></a:solidFill></a:ln></p:spPr><p:txBody><a:bodyPr wrap="square" lIns="0" tIns="0" rIns="0" bIns="0" rtlCol="0"/><a:lstStyle/><a:p/></p:txBody></p:sp><p:sp><p:nvSpPr><p:cNvPr id="208" name="object 208"/><p:cNvSpPr/><p:nvPr/></p:nvSpPr><p:spPr><a:xfrm><a:off x="2544549" y="2545518"/><a:ext cx="47625" cy="15875"/></a:xfrm><a:custGeom><a:avLst/><a:gdLst/><a:ahLst/><a:cxnLst/><a:rect l="l" t="t" r="r" b="b"/><a:pathLst><a:path w="47625" h="15875"><a:moveTo><a:pt x="2621" y="15496"/></a:moveTo><a:lnTo><a:pt x="0" y="209"/></a:lnTo><a:lnTo><a:pt x="47181" y="0"/></a:lnTo><a:lnTo><a:pt x="2621" y="15496"/></a:lnTo><a:close/></a:path></a:pathLst></a:custGeom><a:solidFill><a:srgbClr val="000000"/></a:solidFill></p:spPr><p:txBody><a:bodyPr wrap="square" lIns="0" tIns="0" rIns="0" bIns="0" rtlCol="0"/><a:lstStyle/><a:p/></p:txBody></p:sp><p:sp><p:nvSpPr><p:cNvPr id="209" name="object 209"/><p:cNvSpPr/><p:nvPr/></p:nvSpPr><p:spPr><a:xfrm><a:off x="2544549" y="2545518"/><a:ext cx="47625" cy="15875"/></a:xfrm><a:custGeom><a:avLst/><a:gdLst/><a:ahLst/><a:cxnLst/><a:rect l="l" t="t" r="r" b="b"/><a:pathLst><a:path w="47625" h="15875"><a:moveTo><a:pt x="47181" y="0"/></a:moveTo><a:lnTo><a:pt x="2621" y="15496"/></a:lnTo><a:lnTo><a:pt x="0" y="209"/></a:lnTo><a:lnTo><a:pt x="47181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10" name="object 210"/><p:cNvSpPr/><p:nvPr/></p:nvSpPr><p:spPr><a:xfrm><a:off x="16706168" y="12047844"/><a:ext cx="40005" cy="46990"/></a:xfrm><a:custGeom><a:avLst/><a:gdLst/><a:ahLst/><a:cxnLst/><a:rect l="l" t="t" r="r" b="b"/><a:pathLst><a:path w="40005" h="46990"><a:moveTo><a:pt x="26536" y="46771"/></a:moveTo><a:lnTo><a:pt x="0" y="7641"/></a:lnTo><a:lnTo><a:pt x="9741" y="1007"/></a:lnTo><a:lnTo><a:pt x="15199" y="0"/></a:lnTo><a:lnTo><a:pt x="39552" y="29809"/></a:lnTo><a:lnTo><a:pt x="39300" y="35435"/></a:lnTo><a:lnTo><a:pt x="36361" y="40137"/></a:lnTo><a:lnTo><a:pt x="26536" y="46771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211" name="object 211"/><p:cNvSpPr/><p:nvPr/></p:nvSpPr><p:spPr><a:xfrm><a:off x="16679799" y="12064303"/><a:ext cx="32384" cy="50165"/></a:xfrm><a:custGeom><a:avLst/><a:gdLst/><a:ahLst/><a:cxnLst/><a:rect l="l" t="t" r="r" b="b"/><a:pathLst><a:path w="32384" h="50165"><a:moveTo><a:pt x="31910" y="49709"/></a:moveTo><a:lnTo><a:pt x="0" y="14778"/></a:lnTo><a:lnTo><a:pt x="16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12" name="object 212"/><p:cNvSpPr/><p:nvPr/></p:nvSpPr><p:spPr><a:xfrm><a:off x="16695000" y="12086639"/><a:ext cx="10160" cy="9525"/></a:xfrm><a:custGeom><a:avLst/><a:gdLst/><a:ahLst/><a:cxnLst/><a:rect l="l" t="t" r="r" b="b"/><a:pathLst><a:path w="10159" h="9525"><a:moveTo><a:pt x="0" y="9068"/></a:moveTo><a:lnTo><a:pt x="999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13" name="object 213"/><p:cNvSpPr/><p:nvPr/></p:nvSpPr><p:spPr><a:xfrm><a:off x="16711710" y="12099150"/><a:ext cx="16510" cy="15240"/></a:xfrm><a:custGeom><a:avLst/><a:gdLst/><a:ahLst/><a:cxnLst/><a:rect l="l" t="t" r="r" b="b"/><a:pathLst><a:path w="16509" h="15240"><a:moveTo><a:pt x="0" y="14862"/></a:moveTo><a:lnTo><a:pt x="16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14" name="object 214"/><p:cNvSpPr/><p:nvPr/></p:nvSpPr><p:spPr><a:xfrm><a:off x="16714397" y="11978150"/><a:ext cx="29845" cy="9525"/></a:xfrm><a:custGeom><a:avLst/><a:gdLst/><a:ahLst/><a:cxnLst/><a:rect l="l" t="t" r="r" b="b"/><a:pathLst><a:path w="29844" h="9525"><a:moveTo><a:pt x="29391" y="9068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15" name="object 215"/><p:cNvSpPr/><p:nvPr/></p:nvSpPr><p:spPr><a:xfrm><a:off x="16714481" y="11962532"/><a:ext cx="26034" cy="15875"/></a:xfrm><a:custGeom><a:avLst/><a:gdLst/><a:ahLst/><a:cxnLst/><a:rect l="l" t="t" r="r" b="b"/><a:pathLst><a:path w="26034" h="15875"><a:moveTo><a:pt x="25864" y="0"/></a:moveTo><a:lnTo><a:pt x="23344" y="587"/></a:lnTo><a:lnTo><a:pt x="15083" y="2804"/></a:lnTo><a:lnTo><a:pt x="7423" y="7326"/></a:lnTo><a:lnTo><a:pt x="1679" y="13687"/></a:lnTo><a:lnTo><a:pt x="0" y="15618"/></a:lnTo></a:path></a:pathLst></a:custGeom><a:ln w="3175"><a:solidFill><a:srgbClr val="000000"/></a:solidFill></a:ln></p:spPr><p:txBody><a:bodyPr wrap="square" lIns="0" tIns="0" rIns="0" bIns="0" rtlCol="0"/><a:lstStyle/><a:p/></p:txBody></p:sp><p:sp><p:nvSpPr><p:cNvPr id="216" name="object 216"/><p:cNvSpPr/><p:nvPr/></p:nvSpPr><p:spPr><a:xfrm><a:off x="16689205" y="11994692"/><a:ext cx="30480" cy="6985"/></a:xfrm><a:custGeom><a:avLst/><a:gdLst/><a:ahLst/><a:cxnLst/><a:rect l="l" t="t" r="r" b="b"/><a:pathLst><a:path w="30480" h="6984"><a:moveTo><a:pt x="29978" y="671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17" name="object 217"/><p:cNvSpPr/><p:nvPr/></p:nvSpPr><p:spPr><a:xfrm><a:off x="16695839" y="11999982"/><a:ext cx="20955" cy="17780"/></a:xfrm><a:custGeom><a:avLst/><a:gdLst/><a:ahLst/><a:cxnLst/><a:rect l="l" t="t" r="r" b="b"/><a:pathLst><a:path w="20955" h="17779"><a:moveTo><a:pt x="0" y="17465"/></a:moveTo><a:lnTo><a:pt x="2435" y="16206"/></a:lnTo><a:lnTo><a:pt x="8408" y="13236"/></a:lnTo><a:lnTo><a:pt x="15319" y="7582"/></a:lnTo><a:lnTo><a:pt x="19230" y="2183"/></a:lnTo><a:lnTo><a:pt x="2090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18" name="object 218"/><p:cNvSpPr/><p:nvPr/></p:nvSpPr><p:spPr><a:xfrm><a:off x="16710786" y="12599441"/><a:ext cx="6350" cy="30480"/></a:xfrm><a:custGeom><a:avLst/><a:gdLst/><a:ahLst/><a:cxnLst/><a:rect l="l" t="t" r="r" b="b"/><a:pathLst><a:path w="6350" h="30479"><a:moveTo><a:pt x="0" y="0"/></a:moveTo><a:lnTo><a:pt x="6046" y="30145"/></a:lnTo></a:path></a:pathLst></a:custGeom><a:ln w="3175"><a:solidFill><a:srgbClr val="000000"/></a:solidFill></a:ln></p:spPr><p:txBody><a:bodyPr wrap="square" lIns="0" tIns="0" rIns="0" bIns="0" rtlCol="0"/><a:lstStyle/><a:p/></p:txBody></p:sp><p:sp><p:nvSpPr><p:cNvPr id="219" name="object 219"/><p:cNvSpPr/><p:nvPr/></p:nvSpPr><p:spPr><a:xfrm><a:off x="16690716" y="12614219"/><a:ext cx="26670" cy="15875"/></a:xfrm><a:custGeom><a:avLst/><a:gdLst/><a:ahLst/><a:cxnLst/><a:rect l="l" t="t" r="r" b="b"/><a:pathLst><a:path w="26669" h="15875"><a:moveTo><a:pt x="0" y="0"/></a:moveTo><a:lnTo><a:pt x="1763" y="1931"/></a:lnTo><a:lnTo><a:pt x="7301" y="8010"/></a:lnTo><a:lnTo><a:pt x="15598" y="12859"/></a:lnTo><a:lnTo><a:pt x="23596" y="14778"/></a:lnTo><a:lnTo><a:pt x="26116" y="15282"/></a:lnTo></a:path></a:pathLst></a:custGeom><a:ln w="3175"><a:solidFill><a:srgbClr val="000000"/></a:solidFill></a:ln></p:spPr><p:txBody><a:bodyPr wrap="square" lIns="0" tIns="0" rIns="0" bIns="0" rtlCol="0"/><a:lstStyle/><a:p/></p:txBody></p:sp><p:sp><p:nvSpPr><p:cNvPr id="220" name="object 220"/><p:cNvSpPr/><p:nvPr/></p:nvSpPr><p:spPr><a:xfrm><a:off x="16710450" y="12602211"/><a:ext cx="24765" cy="12700"/></a:xfrm><a:custGeom><a:avLst/><a:gdLst/><a:ahLst/><a:cxnLst/><a:rect l="l" t="t" r="r" b="b"/><a:pathLst><a:path w="24765" h="12700"><a:moveTo><a:pt x="24436" y="12091"/></a:moveTo><a:lnTo><a:pt x="22337" y="10328"/></a:lnTo><a:lnTo><a:pt x="16743" y="5817"/></a:lnTo><a:lnTo><a:pt x="9680" y="2276"/></a:lnTo><a:lnTo><a:pt x="2687" y="58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21" name="object 221"/><p:cNvSpPr/><p:nvPr/></p:nvSpPr><p:spPr><a:xfrm><a:off x="16604895" y="12202433"/><a:ext cx="44450" cy="17780"/></a:xfrm><a:custGeom><a:avLst/><a:gdLst/><a:ahLst/><a:cxnLst/><a:rect l="l" t="t" r="r" b="b"/><a:pathLst><a:path w="44450" h="17779"><a:moveTo><a:pt x="0" y="0"/></a:moveTo><a:lnTo><a:pt x="43918" y="17465"/></a:lnTo></a:path></a:pathLst></a:custGeom><a:ln w="3175"><a:solidFill><a:srgbClr val="000000"/></a:solidFill></a:ln></p:spPr><p:txBody><a:bodyPr wrap="square" lIns="0" tIns="0" rIns="0" bIns="0" rtlCol="0"/><a:lstStyle/><a:p/></p:txBody></p:sp><p:sp><p:nvSpPr><p:cNvPr id="222" name="object 222"/><p:cNvSpPr/><p:nvPr/></p:nvSpPr><p:spPr><a:xfrm><a:off x="16612033" y="12173127"/><a:ext cx="46355" cy="35560"/></a:xfrm><a:custGeom><a:avLst/><a:gdLst/><a:ahLst/><a:cxnLst/><a:rect l="l" t="t" r="r" b="b"/><a:pathLst><a:path w="46355" h="35559"><a:moveTo><a:pt x="12596" y="0"/></a:moveTo><a:lnTo><a:pt x="7053" y="1175"/></a:lnTo><a:lnTo><a:pt x="2939" y="4786"/></a:lnTo><a:lnTo><a:pt x="83" y="11000"/></a:lnTo><a:lnTo><a:pt x="0" y="16542"/></a:lnTo><a:lnTo><a:pt x="2687" y="21496"/></a:lnTo><a:lnTo><a:pt x="6801" y="23343"/></a:lnTo><a:lnTo><a:pt x="11588" y="23679"/></a:lnTo><a:lnTo><a:pt x="14359" y="23091"/></a:lnTo><a:lnTo><a:pt x="17802" y="20908"/></a:lnTo><a:lnTo><a:pt x="26116" y="13603"/></a:lnTo><a:lnTo><a:pt x="29559" y="11503"/></a:lnTo><a:lnTo><a:pt x="32330" y="10916"/></a:lnTo><a:lnTo><a:pt x="37116" y="11251"/></a:lnTo><a:lnTo><a:pt x="43246" y="14022"/></a:lnTo><a:lnTo><a:pt x="45934" y="18977"/></a:lnTo><a:lnTo><a:pt x="45934" y="24519"/></a:lnTo><a:lnTo><a:pt x="43079" y="30648"/></a:lnTo><a:lnTo><a:pt x="38880" y="34343"/></a:lnTo><a:lnTo><a:pt x="33421" y="35519"/></a:lnTo></a:path></a:pathLst></a:custGeom><a:ln w="3175"><a:solidFill><a:srgbClr val="000000"/></a:solidFill></a:ln></p:spPr><p:txBody><a:bodyPr wrap="square" lIns="0" tIns="0" rIns="0" bIns="0" rtlCol="0"/><a:lstStyle/><a:p/></p:txBody></p:sp><p:sp><p:nvSpPr><p:cNvPr id="223" name="object 223"/><p:cNvSpPr/><p:nvPr/></p:nvSpPr><p:spPr><a:xfrm><a:off x="16540822" y="12200333"/><a:ext cx="27305" cy="14604"/></a:xfrm><a:custGeom><a:avLst/><a:gdLst/><a:ahLst/><a:cxnLst/><a:rect l="l" t="t" r="r" b="b"/><a:pathLst><a:path w="27305" h="14604"><a:moveTo><a:pt x="27039" y="0"/></a:moveTo><a:lnTo><a:pt x="0" y="14610"/></a:lnTo></a:path></a:pathLst></a:custGeom><a:ln w="3175"><a:solidFill><a:srgbClr val="000000"/></a:solidFill></a:ln></p:spPr><p:txBody><a:bodyPr wrap="square" lIns="0" tIns="0" rIns="0" bIns="0" rtlCol="0"/><a:lstStyle/><a:p/></p:txBody></p:sp><p:sp><p:nvSpPr><p:cNvPr id="224" name="object 224"/><p:cNvSpPr/><p:nvPr/></p:nvSpPr><p:spPr><a:xfrm><a:off x="16540654" y="12185471"/><a:ext cx="7620" cy="29845"/></a:xfrm><a:custGeom><a:avLst/><a:gdLst/><a:ahLst/><a:cxnLst/><a:rect l="l" t="t" r="r" b="b"/><a:pathLst><a:path w="7619" h="29845"><a:moveTo><a:pt x="7137" y="0"/></a:moveTo><a:lnTo><a:pt x="0" y="26870"/></a:lnTo><a:lnTo><a:pt x="167" y="29473"/></a:lnTo></a:path></a:pathLst></a:custGeom><a:ln w="3175"><a:solidFill><a:srgbClr val="000000"/></a:solidFill></a:ln></p:spPr><p:txBody><a:bodyPr wrap="square" lIns="0" tIns="0" rIns="0" bIns="0" rtlCol="0"/><a:lstStyle/><a:p/></p:txBody></p:sp><p:sp><p:nvSpPr><p:cNvPr id="225" name="object 225"/><p:cNvSpPr/><p:nvPr/></p:nvSpPr><p:spPr><a:xfrm><a:off x="16560724" y="12200837"/><a:ext cx="5080" cy="27305"/></a:xfrm><a:custGeom><a:avLst/><a:gdLst/><a:ahLst/><a:cxnLst/><a:rect l="l" t="t" r="r" b="b"/><a:pathLst><a:path w="5080" h="27304"><a:moveTo><a:pt x="0" y="26954"/></a:moveTo><a:lnTo><a:pt x="1511" y="23259"/></a:lnTo><a:lnTo><a:pt x="3932" y="17198"/></a:lnTo><a:lnTo><a:pt x="4737" y="10434"/></a:lnTo><a:lnTo><a:pt x="4702" y="3946"/></a:lnTo><a:lnTo><a:pt x="445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26" name="object 226"/><p:cNvSpPr/><p:nvPr/></p:nvSpPr><p:spPr><a:xfrm><a:off x="16573404" y="12449723"/><a:ext cx="10795" cy="29209"/></a:xfrm><a:custGeom><a:avLst/><a:gdLst/><a:ahLst/><a:cxnLst/><a:rect l="l" t="t" r="r" b="b"/><a:pathLst><a:path w="10794" h="29209"><a:moveTo><a:pt x="10748" y="0"/></a:moveTo><a:lnTo><a:pt x="0" y="28717"/></a:lnTo></a:path></a:pathLst></a:custGeom><a:ln w="3175"><a:solidFill><a:srgbClr val="000000"/></a:solidFill></a:ln></p:spPr><p:txBody><a:bodyPr wrap="square" lIns="0" tIns="0" rIns="0" bIns="0" rtlCol="0"/><a:lstStyle/><a:p/></p:txBody></p:sp><p:sp><p:nvSpPr><p:cNvPr id="227" name="object 227"/><p:cNvSpPr/><p:nvPr/></p:nvSpPr><p:spPr><a:xfrm><a:off x="16559296" y="12451655"/><a:ext cx="14604" cy="27305"/></a:xfrm><a:custGeom><a:avLst/><a:gdLst/><a:ahLst/><a:cxnLst/><a:rect l="l" t="t" r="r" b="b"/><a:pathLst><a:path w="14605" h="27304"><a:moveTo><a:pt x="0" y="0"/></a:moveTo><a:lnTo><a:pt x="503" y="2603"/></a:lnTo><a:lnTo><a:pt x="2166" y="11134"/></a:lnTo><a:lnTo><a:pt x="6284" y="18744"/></a:lnTo><a:lnTo><a:pt x="12260" y="25022"/></a:lnTo><a:lnTo><a:pt x="14107" y="26786"/></a:lnTo></a:path></a:pathLst></a:custGeom><a:ln w="3175"><a:solidFill><a:srgbClr val="000000"/></a:solidFill></a:ln></p:spPr><p:txBody><a:bodyPr wrap="square" lIns="0" tIns="0" rIns="0" bIns="0" rtlCol="0"/><a:lstStyle/><a:p/></p:txBody></p:sp><p:sp><p:nvSpPr><p:cNvPr id="228" name="object 228"/><p:cNvSpPr/><p:nvPr/></p:nvSpPr><p:spPr><a:xfrm><a:off x="16582473" y="12451907"/><a:ext cx="14604" cy="23495"/></a:xfrm><a:custGeom><a:avLst/><a:gdLst/><a:ahLst/><a:cxnLst/><a:rect l="l" t="t" r="r" b="b"/><a:pathLst><a:path w="14605" h="23495"><a:moveTo><a:pt x="14359" y="23175"/></a:moveTo><a:lnTo><a:pt x="13519" y="20572"/></a:lnTo><a:lnTo><a:pt x="10947" y="13486"/></a:lnTo><a:lnTo><a:pt x="7105" y="7469"/></a:lnTo><a:lnTo><a:pt x="2015" y="193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29" name="object 229"/><p:cNvSpPr/><p:nvPr/></p:nvSpPr><p:spPr><a:xfrm><a:off x="16645119" y="12544105"/><a:ext cx="1270" cy="31115"/></a:xfrm><a:custGeom><a:avLst/><a:gdLst/><a:ahLst/><a:cxnLst/><a:rect l="l" t="t" r="r" b="b"/><a:pathLst><a:path w="1269" h="31115"><a:moveTo><a:pt x="1259" y="0"/></a:moveTo><a:lnTo><a:pt x="0" y="30648"/></a:lnTo></a:path></a:pathLst></a:custGeom><a:ln w="3175"><a:solidFill><a:srgbClr val="000000"/></a:solidFill></a:ln></p:spPr><p:txBody><a:bodyPr wrap="square" lIns="0" tIns="0" rIns="0" bIns="0" rtlCol="0"/><a:lstStyle/><a:p/></p:txBody></p:sp><p:sp><p:nvSpPr><p:cNvPr id="230" name="object 230"/><p:cNvSpPr/><p:nvPr/></p:nvSpPr><p:spPr><a:xfrm><a:off x="16666364" y="12564258"/><a:ext cx="1270" cy="31115"/></a:xfrm><a:custGeom><a:avLst/><a:gdLst/><a:ahLst/><a:cxnLst/><a:rect l="l" t="t" r="r" b="b"/><a:pathLst><a:path w="1269" h="31115"><a:moveTo><a:pt x="0" y="0"/></a:moveTo><a:lnTo><a:pt x="1175" y="30648"/></a:lnTo></a:path></a:pathLst></a:custGeom><a:ln w="3175"><a:solidFill><a:srgbClr val="000000"/></a:solidFill></a:ln></p:spPr><p:txBody><a:bodyPr wrap="square" lIns="0" tIns="0" rIns="0" bIns="0" rtlCol="0"/><a:lstStyle/><a:p/></p:txBody></p:sp><p:sp><p:nvSpPr><p:cNvPr id="231" name="object 231"/><p:cNvSpPr/><p:nvPr/></p:nvSpPr><p:spPr><a:xfrm><a:off x="16644195" y="12575677"/><a:ext cx="23495" cy="19685"/></a:xfrm><a:custGeom><a:avLst/><a:gdLst/><a:ahLst/><a:cxnLst/><a:rect l="l" t="t" r="r" b="b"/><a:pathLst><a:path w="23494" h="19684"><a:moveTo><a:pt x="0" y="0"/></a:moveTo><a:lnTo><a:pt x="20909" y="18305"/></a:lnTo><a:lnTo><a:pt x="23344" y="19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232" name="object 232"/><p:cNvSpPr/><p:nvPr/></p:nvSpPr><p:spPr><a:xfrm><a:off x="16645454" y="12546791"/><a:ext cx="20955" cy="17780"/></a:xfrm><a:custGeom><a:avLst/><a:gdLst/><a:ahLst/><a:cxnLst/><a:rect l="l" t="t" r="r" b="b"/><a:pathLst><a:path w="20955" h="17779"><a:moveTo><a:pt x="20909" y="17465"/></a:moveTo><a:lnTo><a:pt x="19230" y="15282"/></a:lnTo><a:lnTo><a:pt x="14881" y="9533"/></a:lnTo><a:lnTo><a:pt x="8814" y="4510"/></a:lnTo><a:lnTo><a:pt x="2435" y="117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33" name="object 233"/><p:cNvSpPr/><p:nvPr/></p:nvSpPr><p:spPr><a:xfrm><a:off x="16687862" y="12582731"/><a:ext cx="3810" cy="30480"/></a:xfrm><a:custGeom><a:avLst/><a:gdLst/><a:ahLst/><a:cxnLst/><a:rect l="l" t="t" r="r" b="b"/><a:pathLst><a:path w="3809" h="30479"><a:moveTo><a:pt x="0" y="0"/></a:moveTo><a:lnTo><a:pt x="3610" y="30480"/></a:lnTo></a:path></a:pathLst></a:custGeom><a:ln w="3175"><a:solidFill><a:srgbClr val="000000"/></a:solidFill></a:ln></p:spPr><p:txBody><a:bodyPr wrap="square" lIns="0" tIns="0" rIns="0" bIns="0" rtlCol="0"/><a:lstStyle/><a:p/></p:txBody></p:sp><p:sp><p:nvSpPr><p:cNvPr id="234" name="object 234"/><p:cNvSpPr/><p:nvPr/></p:nvSpPr><p:spPr><a:xfrm><a:off x="16666699" y="12595830"/><a:ext cx="25400" cy="17780"/></a:xfrm><a:custGeom><a:avLst/><a:gdLst/><a:ahLst/><a:cxnLst/><a:rect l="l" t="t" r="r" b="b"/><a:pathLst><a:path w="25400" h="17779"><a:moveTo><a:pt x="0" y="0"/></a:moveTo><a:lnTo><a:pt x="1595" y="2099"/></a:lnTo><a:lnTo><a:pt x="6897" y="8830"/></a:lnTo><a:lnTo><a:pt x="14242" y="13861"/></a:lnTo><a:lnTo><a:pt x="22337" y="16625"/></a:lnTo><a:lnTo><a:pt x="24772" y="17381"/></a:lnTo></a:path></a:pathLst></a:custGeom><a:ln w="3175"><a:solidFill><a:srgbClr val="000000"/></a:solidFill></a:ln></p:spPr><p:txBody><a:bodyPr wrap="square" lIns="0" tIns="0" rIns="0" bIns="0" rtlCol="0"/><a:lstStyle/><a:p/></p:txBody></p:sp><p:sp><p:nvSpPr><p:cNvPr id="235" name="object 235"/><p:cNvSpPr/><p:nvPr/></p:nvSpPr><p:spPr><a:xfrm><a:off x="16665608" y="12566944"/><a:ext cx="22860" cy="15875"/></a:xfrm><a:custGeom><a:avLst/><a:gdLst/><a:ahLst/><a:cxnLst/><a:rect l="l" t="t" r="r" b="b"/><a:pathLst><a:path w="22859" h="15875"><a:moveTo><a:pt x="22253" y="15786"/></a:moveTo><a:lnTo><a:pt x="20405" y="13687"/></a:lnTo><a:lnTo><a:pt x="15407" y="8255"/></a:lnTo><a:lnTo><a:pt x="9398" y="3911"/></a:lnTo><a:lnTo><a:pt x="2603" y="100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36" name="object 236"/><p:cNvSpPr/><p:nvPr/></p:nvSpPr><p:spPr><a:xfrm><a:off x="16687273" y="12585418"/><a:ext cx="23495" cy="14604"/></a:xfrm><a:custGeom><a:avLst/><a:gdLst/><a:ahLst/><a:cxnLst/><a:rect l="l" t="t" r="r" b="b"/><a:pathLst><a:path w="23494" h="14604"><a:moveTo><a:pt x="23428" y="14022"/></a:moveTo><a:lnTo><a:pt x="21413" y="12091"/></a:lnTo><a:lnTo><a:pt x="16471" y="7372"/></a:lnTo><a:lnTo><a:pt x="9219" y="2894"/></a:lnTo><a:lnTo><a:pt x="2687" y="83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37" name="object 237"/><p:cNvSpPr/><p:nvPr/></p:nvSpPr><p:spPr><a:xfrm><a:off x="16588436" y="12475082"/><a:ext cx="8890" cy="29845"/></a:xfrm><a:custGeom><a:avLst/><a:gdLst/><a:ahLst/><a:cxnLst/><a:rect l="l" t="t" r="r" b="b"/><a:pathLst><a:path w="8890" h="29845"><a:moveTo><a:pt x="8397" y="0"/></a:moveTo><a:lnTo><a:pt x="0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238" name="object 238"/><p:cNvSpPr/><p:nvPr/></p:nvSpPr><p:spPr><a:xfrm><a:off x="16572229" y="12479028"/><a:ext cx="16510" cy="26034"/></a:xfrm><a:custGeom><a:avLst/><a:gdLst/><a:ahLst/><a:cxnLst/><a:rect l="l" t="t" r="r" b="b"/><a:pathLst><a:path w="16509" h="26034"><a:moveTo><a:pt x="0" y="0"/></a:moveTo><a:lnTo><a:pt x="671" y="2519"/></a:lnTo><a:lnTo><a:pt x="2950" y="10780"/></a:lnTo><a:lnTo><a:pt x="7778" y="18273"/></a:lnTo><a:lnTo><a:pt x="14191" y="23931"/></a:lnTo><a:lnTo><a:pt x="16207" y="25610"/></a:lnTo></a:path></a:pathLst></a:custGeom><a:ln w="3175"><a:solidFill><a:srgbClr val="000000"/></a:solidFill></a:ln></p:spPr><p:txBody><a:bodyPr wrap="square" lIns="0" tIns="0" rIns="0" bIns="0" rtlCol="0"/><a:lstStyle/><a:p/></p:txBody></p:sp><p:sp><p:nvSpPr><p:cNvPr id="239" name="object 239"/><p:cNvSpPr/><p:nvPr/></p:nvSpPr><p:spPr><a:xfrm><a:off x="16605399" y="12499349"/><a:ext cx="6350" cy="30480"/></a:xfrm><a:custGeom><a:avLst/><a:gdLst/><a:ahLst/><a:cxnLst/><a:rect l="l" t="t" r="r" b="b"/><a:pathLst><a:path w="6350" h="30479"><a:moveTo><a:pt x="6130" y="0"/></a:moveTo><a:lnTo><a:pt x="0" y="30145"/></a:lnTo></a:path></a:pathLst></a:custGeom><a:ln w="3175"><a:solidFill><a:srgbClr val="000000"/></a:solidFill></a:ln></p:spPr><p:txBody><a:bodyPr wrap="square" lIns="0" tIns="0" rIns="0" bIns="0" rtlCol="0"/><a:lstStyle/><a:p/></p:txBody></p:sp><p:sp><p:nvSpPr><p:cNvPr id="240" name="object 240"/><p:cNvSpPr/><p:nvPr/></p:nvSpPr><p:spPr><a:xfrm><a:off x="16587259" y="12505311"/><a:ext cx="18415" cy="24765"/></a:xfrm><a:custGeom><a:avLst/><a:gdLst/><a:ahLst/><a:cxnLst/><a:rect l="l" t="t" r="r" b="b"/><a:pathLst><a:path w="18415" h="24765"><a:moveTo><a:pt x="0" y="0"/></a:moveTo><a:lnTo><a:pt x="839" y="2435"/></a:lnTo><a:lnTo><a:pt x="3904" y="10431"/></a:lnTo><a:lnTo><a:pt x="9107" y="17598"/></a:lnTo><a:lnTo><a:pt x="16039" y="22671"/></a:lnTo><a:lnTo><a:pt x="18138" y="24183"/></a:lnTo></a:path></a:pathLst></a:custGeom><a:ln w="3175"><a:solidFill><a:srgbClr val="000000"/></a:solidFill></a:ln></p:spPr><p:txBody><a:bodyPr wrap="square" lIns="0" tIns="0" rIns="0" bIns="0" rtlCol="0"/><a:lstStyle/><a:p/></p:txBody></p:sp><p:sp><p:nvSpPr><p:cNvPr id="241" name="object 241"/><p:cNvSpPr/><p:nvPr/></p:nvSpPr><p:spPr><a:xfrm><a:off x="16595406" y="12477433"/><a:ext cx="16510" cy="22225"/></a:xfrm><a:custGeom><a:avLst/><a:gdLst/><a:ahLst/><a:cxnLst/><a:rect l="l" t="t" r="r" b="b"/><a:pathLst><a:path w="16509" h="22225"><a:moveTo><a:pt x="16123" y="21916"/></a:moveTo><a:lnTo><a:pt x="15031" y="19396"/></a:lnTo><a:lnTo><a:pt x="11976" y="12657"/></a:lnTo><a:lnTo><a:pt x="7633" y="6682"/></a:lnTo><a:lnTo><a:pt x="2099" y="1763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42" name="object 242"/><p:cNvSpPr/><p:nvPr/></p:nvSpPr><p:spPr><a:xfrm><a:off x="16624376" y="12522441"/><a:ext cx="3810" cy="30480"/></a:xfrm><a:custGeom><a:avLst/><a:gdLst/><a:ahLst/><a:cxnLst/><a:rect l="l" t="t" r="r" b="b"/><a:pathLst><a:path w="3809" h="30479"><a:moveTo><a:pt x="3694" y="0"/></a:moveTo><a:lnTo><a:pt x="0" y="30480"/></a:lnTo></a:path></a:pathLst></a:custGeom><a:ln w="3175"><a:solidFill><a:srgbClr val="000000"/></a:solidFill></a:ln></p:spPr><p:txBody><a:bodyPr wrap="square" lIns="0" tIns="0" rIns="0" bIns="0" rtlCol="0"/><a:lstStyle/><a:p/></p:txBody></p:sp><p:sp><p:nvSpPr><p:cNvPr id="243" name="object 243"/><p:cNvSpPr/><p:nvPr/></p:nvSpPr><p:spPr><a:xfrm><a:off x="16604391" y="12530250"/><a:ext cx="20320" cy="22860"/></a:xfrm><a:custGeom><a:avLst/><a:gdLst/><a:ahLst/><a:cxnLst/><a:rect l="l" t="t" r="r" b="b"/><a:pathLst><a:path w="20319" h="22859"><a:moveTo><a:pt x="0" y="0"/></a:moveTo><a:lnTo><a:pt x="1007" y="2351"/></a:lnTo><a:lnTo><a:pt x="4780" y="10377"/></a:lnTo><a:lnTo><a:pt x="10307" y="16565"/></a:lnTo><a:lnTo><a:pt x="17718" y="21412"/></a:lnTo><a:lnTo><a:pt x="19985" y="22671"/></a:lnTo></a:path></a:pathLst></a:custGeom><a:ln w="3175"><a:solidFill><a:srgbClr val="000000"/></a:solidFill></a:ln></p:spPr><p:txBody><a:bodyPr wrap="square" lIns="0" tIns="0" rIns="0" bIns="0" rtlCol="0"/><a:lstStyle/><a:p/></p:txBody></p:sp><p:sp><p:nvSpPr><p:cNvPr id="244" name="object 244"/><p:cNvSpPr/><p:nvPr/></p:nvSpPr><p:spPr><a:xfrm><a:off x="16610185" y="12501868"/><a:ext cx="18415" cy="20955"/></a:xfrm><a:custGeom><a:avLst/><a:gdLst/><a:ahLst/><a:cxnLst/><a:rect l="l" t="t" r="r" b="b"/><a:pathLst><a:path w="18415" h="20954"><a:moveTo><a:pt x="17802" y="20572"/></a:moveTo><a:lnTo><a:pt x="16543" y="18137"/></a:lnTo><a:lnTo><a:pt x="13245" y="11897"/></a:lnTo><a:lnTo><a:pt x="7906" y="5831"/></a:lnTo><a:lnTo><a:pt x="2267" y="159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45" name="object 245"/><p:cNvSpPr/><p:nvPr/></p:nvSpPr><p:spPr><a:xfrm><a:off x="16623369" y="12553762"/><a:ext cx="22225" cy="21590"/></a:xfrm><a:custGeom><a:avLst/><a:gdLst/><a:ahLst/><a:cxnLst/><a:rect l="l" t="t" r="r" b="b"/><a:pathLst><a:path w="22225" h="21590"><a:moveTo><a:pt x="0" y="0"/></a:moveTo><a:lnTo><a:pt x="1175" y="2267"/></a:lnTo><a:lnTo><a:pt x="5406" y="9687"/></a:lnTo><a:lnTo><a:pt x="11834" y="15927"/></a:lnTo><a:lnTo><a:pt x="19398" y="19900"/></a:lnTo><a:lnTo><a:pt x="21749" y="21076"/></a:lnTo></a:path></a:pathLst></a:custGeom><a:ln w="3175"><a:solidFill><a:srgbClr val="000000"/></a:solidFill></a:ln></p:spPr><p:txBody><a:bodyPr wrap="square" lIns="0" tIns="0" rIns="0" bIns="0" rtlCol="0"/><a:lstStyle/><a:p/></p:txBody></p:sp><p:sp><p:nvSpPr><p:cNvPr id="246" name="object 246"/><p:cNvSpPr/><p:nvPr/></p:nvSpPr><p:spPr><a:xfrm><a:off x="16626895" y="12524959"/><a:ext cx="19685" cy="19685"/></a:xfrm><a:custGeom><a:avLst/><a:gdLst/><a:ahLst/><a:cxnLst/><a:rect l="l" t="t" r="r" b="b"/><a:pathLst><a:path w="19684" h="19684"><a:moveTo><a:pt x="19398" y="19145"/></a:moveTo><a:lnTo><a:pt x="17970" y="16793"/></a:lnTo><a:lnTo><a:pt x="13752" y="10508"/></a:lnTo><a:lnTo><a:pt x="8790" y="5448"/></a:lnTo><a:lnTo><a:pt x="2351" y="142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47" name="object 247"/><p:cNvSpPr/><p:nvPr/></p:nvSpPr><p:spPr><a:xfrm><a:off x="16534179" y="12214609"/><a:ext cx="5715" cy="30480"/></a:xfrm><a:custGeom><a:avLst/><a:gdLst/><a:ahLst/><a:cxnLst/><a:rect l="l" t="t" r="r" b="b"/><a:pathLst><a:path w="5715" h="30479"><a:moveTo><a:pt x="5383" y="0"/></a:moveTo><a:lnTo><a:pt x="4291" y="2267"/></a:lnTo><a:lnTo><a:pt x="1958" y="8251"/></a:lnTo><a:lnTo><a:pt x="518" y="14532"/></a:lnTo><a:lnTo><a:pt x="0" y="20957"/></a:lnTo><a:lnTo><a:pt x="428" y="27374"/></a:lnTo><a:lnTo><a:pt x="848" y="29893"/></a:lnTo></a:path></a:pathLst></a:custGeom><a:ln w="3175"><a:solidFill><a:srgbClr val="000000"/></a:solidFill></a:ln></p:spPr><p:txBody><a:bodyPr wrap="square" lIns="0" tIns="0" rIns="0" bIns="0" rtlCol="0"/><a:lstStyle/><a:p/></p:txBody></p:sp><p:sp><p:nvSpPr><p:cNvPr id="248" name="object 248"/><p:cNvSpPr/><p:nvPr/></p:nvSpPr><p:spPr><a:xfrm><a:off x="16531501" y="12255670"/><a:ext cx="24765" cy="19050"/></a:xfrm><a:custGeom><a:avLst/><a:gdLst/><a:ahLst/><a:cxnLst/><a:rect l="l" t="t" r="r" b="b"/><a:pathLst><a:path w="24765" h="19050"><a:moveTo><a:pt x="24352" y="0"/></a:moveTo><a:lnTo><a:pt x="0" y="18725"/></a:lnTo></a:path></a:pathLst></a:custGeom><a:ln w="3175"><a:solidFill><a:srgbClr val="000000"/></a:solidFill></a:ln></p:spPr><p:txBody><a:bodyPr wrap="square" lIns="0" tIns="0" rIns="0" bIns="0" rtlCol="0"/><a:lstStyle/><a:p/></p:txBody></p:sp><p:sp><p:nvSpPr><p:cNvPr id="249" name="object 249"/><p:cNvSpPr/><p:nvPr/></p:nvSpPr><p:spPr><a:xfrm><a:off x="16530408" y="12283967"/><a:ext cx="22860" cy="20955"/></a:xfrm><a:custGeom><a:avLst/><a:gdLst/><a:ahLst/><a:cxnLst/><a:rect l="l" t="t" r="r" b="b"/><a:pathLst><a:path w="22859" h="20954"><a:moveTo><a:pt x="22841" y="0"/></a:moveTo><a:lnTo><a:pt x="0" y="20572"/></a:lnTo></a:path></a:pathLst></a:custGeom><a:ln w="3175"><a:solidFill><a:srgbClr val="000000"/></a:solidFill></a:ln></p:spPr><p:txBody><a:bodyPr wrap="square" lIns="0" tIns="0" rIns="0" bIns="0" rtlCol="0"/><a:lstStyle/><a:p/></p:txBody></p:sp><p:sp><p:nvSpPr><p:cNvPr id="250" name="object 250"/><p:cNvSpPr/><p:nvPr/></p:nvSpPr><p:spPr><a:xfrm><a:off x="16531752" y="12312265"/><a:ext cx="21590" cy="22860"/></a:xfrm><a:custGeom><a:avLst/><a:gdLst/><a:ahLst/><a:cxnLst/><a:rect l="l" t="t" r="r" b="b"/><a:pathLst><a:path w="21590" h="22859"><a:moveTo><a:pt x="21077" y="0"/></a:moveTo><a:lnTo><a:pt x="0" y="22419"/></a:lnTo></a:path></a:pathLst></a:custGeom><a:ln w="3175"><a:solidFill><a:srgbClr val="000000"/></a:solidFill></a:ln></p:spPr><p:txBody><a:bodyPr wrap="square" lIns="0" tIns="0" rIns="0" bIns="0" rtlCol="0"/><a:lstStyle/><a:p/></p:txBody></p:sp><p:sp><p:nvSpPr><p:cNvPr id="251" name="object 251"/><p:cNvSpPr/><p:nvPr/></p:nvSpPr><p:spPr><a:xfrm><a:off x="16529749" y="12334769"/><a:ext cx="5715" cy="29845"/></a:xfrm><a:custGeom><a:avLst/><a:gdLst/><a:ahLst/><a:cxnLst/><a:rect l="l" t="t" r="r" b="b"/><a:pathLst><a:path w="5715" h="29845"><a:moveTo><a:pt x="658" y="0"/></a:moveTo><a:lnTo><a:pt x="322" y="2519"/></a:lnTo><a:lnTo><a:pt x="0" y="8938"/></a:lnTo><a:lnTo><a:pt x="591" y="15341"/></a:lnTo><a:lnTo><a:pt x="2098" y="21588"/></a:lnTo><a:lnTo><a:pt x="4521" y="27542"/></a:lnTo><a:lnTo><a:pt x="5697" y="29809"/></a:lnTo></a:path></a:pathLst></a:custGeom><a:ln w="3175"><a:solidFill><a:srgbClr val="000000"/></a:solidFill></a:ln></p:spPr><p:txBody><a:bodyPr wrap="square" lIns="0" tIns="0" rIns="0" bIns="0" rtlCol="0"/><a:lstStyle/><a:p/></p:txBody></p:sp><p:sp><p:nvSpPr><p:cNvPr id="252" name="object 252"/><p:cNvSpPr/><p:nvPr/></p:nvSpPr><p:spPr><a:xfrm><a:off x="16533935" y="12364746"/><a:ext cx="7620" cy="29845"/></a:xfrm><a:custGeom><a:avLst/><a:gdLst/><a:ahLst/><a:cxnLst/><a:rect l="l" t="t" r="r" b="b"/><a:pathLst><a:path w="7619" h="29845"><a:moveTo><a:pt x="167" y="0"/></a:moveTo><a:lnTo><a:pt x="6214" y="27206"/></a:lnTo><a:lnTo><a:pt x="7557" y="29389"/></a:lnTo></a:path></a:pathLst></a:custGeom><a:ln w="3175"><a:solidFill><a:srgbClr val="000000"/></a:solidFill></a:ln></p:spPr><p:txBody><a:bodyPr wrap="square" lIns="0" tIns="0" rIns="0" bIns="0" rtlCol="0"/><a:lstStyle/><a:p/></p:txBody></p:sp><p:sp><p:nvSpPr><p:cNvPr id="253" name="object 253"/><p:cNvSpPr/><p:nvPr/></p:nvSpPr><p:spPr><a:xfrm><a:off x="16530001" y="12244249"/><a:ext cx="3810" cy="30480"/></a:xfrm><a:custGeom><a:avLst/><a:gdLst/><a:ahLst/><a:cxnLst/><a:rect l="l" t="t" r="r" b="b"/><a:pathLst><a:path w="3809" h="30479"><a:moveTo><a:pt x="3682" y="0"/></a:moveTo><a:lnTo><a:pt x="2759" y="2435"/></a:lnTo><a:lnTo><a:pt x="938" y="8589"/></a:lnTo><a:lnTo><a:pt x="13" y="14940"/></a:lnTo><a:lnTo><a:pt x="0" y="21357"/></a:lnTo><a:lnTo><a:pt x="911" y="27709"/></a:lnTo><a:lnTo><a:pt x="1499" y="30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254" name="object 254"/><p:cNvSpPr/><p:nvPr/></p:nvSpPr><p:spPr><a:xfrm><a:off x="16527726" y="12274310"/><a:ext cx="3175" cy="30480"/></a:xfrm><a:custGeom><a:avLst/><a:gdLst/><a:ahLst/><a:cxnLst/><a:rect l="l" t="t" r="r" b="b"/><a:pathLst><a:path w="3175" h="30479"><a:moveTo><a:pt x="2515" y="0"/></a:moveTo><a:lnTo><a:pt x="1759" y="2435"/></a:lnTo><a:lnTo><a:pt x="423" y="8608"/></a:lnTo><a:lnTo><a:pt x="0" y="15127"/></a:lnTo><a:lnTo><a:pt x="498" y="21640"/></a:lnTo><a:lnTo><a:pt x="1927" y="27793"/></a:lnTo><a:lnTo><a:pt x="2683" y="30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255" name="object 255"/><p:cNvSpPr/><p:nvPr/></p:nvSpPr><p:spPr><a:xfrm><a:off x="16527694" y="12304540"/><a:ext cx="4445" cy="30480"/></a:xfrm><a:custGeom><a:avLst/><a:gdLst/><a:ahLst/><a:cxnLst/><a:rect l="l" t="t" r="r" b="b"/><a:pathLst><a:path w="4444" h="30479"><a:moveTo><a:pt x="1371" y="0"/></a:moveTo><a:lnTo><a:pt x="867" y="2519"/></a:lnTo><a:lnTo><a:pt x="0" y="8854"/></a:lnTo><a:lnTo><a:pt x="98" y="15314"/></a:lnTo><a:lnTo><a:pt x="1127" y="21695"/></a:lnTo><a:lnTo><a:pt x="3050" y="27793"/></a:lnTo><a:lnTo><a:pt x="3974" y="30145"/></a:lnTo></a:path></a:pathLst></a:custGeom><a:ln w="3175"><a:solidFill><a:srgbClr val="000000"/></a:solidFill></a:ln></p:spPr><p:txBody><a:bodyPr wrap="square" lIns="0" tIns="0" rIns="0" bIns="0" rtlCol="0"/><a:lstStyle/><a:p/></p:txBody></p:sp><p:sp><p:nvSpPr><p:cNvPr id="256" name="object 256"/><p:cNvSpPr/><p:nvPr/></p:nvSpPr><p:spPr><a:xfrm><a:off x="16588352" y="12283463"/><a:ext cx="47625" cy="24765"/></a:xfrm><a:custGeom><a:avLst/><a:gdLst/><a:ahLst/><a:cxnLst/><a:rect l="l" t="t" r="r" b="b"/><a:pathLst><a:path w="47625" h="24765"><a:moveTo><a:pt x="47277" y="24435"/></a:moveTo><a:lnTo><a:pt x="0" y="23511"/></a:lnTo><a:lnTo><a:pt x="335" y="8312"/></a:lnTo><a:lnTo><a:pt x="2687" y="3274"/></a:lnTo><a:lnTo><a:pt x="4954" y="1679"/></a:lnTo><a:lnTo><a:pt x="9489" y="0"/></a:lnTo><a:lnTo><a:pt x="14023" y="83"/></a:lnTo><a:lnTo><a:pt x="18474" y="1931"/></a:lnTo><a:lnTo><a:pt x="20657" y="3610"/></a:lnTo><a:lnTo><a:pt x="22841" y="8732"/></a:lnTo><a:lnTo><a:pt x="22505" y="23931"/></a:lnTo></a:path></a:pathLst></a:custGeom><a:ln w="3175"><a:solidFill><a:srgbClr val="000000"/></a:solidFill></a:ln></p:spPr><p:txBody><a:bodyPr wrap="square" lIns="0" tIns="0" rIns="0" bIns="0" rtlCol="0"/><a:lstStyle/><a:p/></p:txBody></p:sp><p:sp><p:nvSpPr><p:cNvPr id="257" name="object 257"/><p:cNvSpPr/><p:nvPr/></p:nvSpPr><p:spPr><a:xfrm><a:off x="16611109" y="12284219"/><a:ext cx="25400" cy="11430"/></a:xfrm><a:custGeom><a:avLst/><a:gdLst/><a:ahLst/><a:cxnLst/><a:rect l="l" t="t" r="r" b="b"/><a:pathLst><a:path w="25400" h="11429"><a:moveTo><a:pt x="0" y="11335"/></a:moveTo><a:lnTo><a:pt x="2502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58" name="object 258"/><p:cNvSpPr/><p:nvPr/></p:nvSpPr><p:spPr><a:xfrm><a:off x="16589611" y="12251135"/><a:ext cx="47625" cy="27305"/></a:xfrm><a:custGeom><a:avLst/><a:gdLst/><a:ahLst/><a:cxnLst/><a:rect l="l" t="t" r="r" b="b"/><a:pathLst><a:path w="47625" h="27304"><a:moveTo><a:pt x="47025" y="27038"/></a:moveTo><a:lnTo><a:pt x="0" y="21832"/></a:lnTo><a:lnTo><a:pt x="243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59" name="object 259"/><p:cNvSpPr/><p:nvPr/></p:nvSpPr><p:spPr><a:xfrm><a:off x="16612033" y="12262051"/><a:ext cx="1905" cy="13970"/></a:xfrm><a:custGeom><a:avLst/><a:gdLst/><a:ahLst/><a:cxnLst/><a:rect l="l" t="t" r="r" b="b"/><a:pathLst><a:path w="1905" h="13970"><a:moveTo><a:pt x="0" y="13435"/></a:moveTo><a:lnTo><a:pt x="142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60" name="object 260"/><p:cNvSpPr/><p:nvPr/></p:nvSpPr><p:spPr><a:xfrm><a:off x="16636638" y="12256341"/><a:ext cx="2540" cy="22225"/></a:xfrm><a:custGeom><a:avLst/><a:gdLst/><a:ahLst/><a:cxnLst/><a:rect l="l" t="t" r="r" b="b"/><a:pathLst><a:path w="2540" h="22225"><a:moveTo><a:pt x="0" y="21832"/></a:moveTo><a:lnTo><a:pt x="243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61" name="object 261"/><p:cNvSpPr/><p:nvPr/></p:nvSpPr><p:spPr><a:xfrm><a:off x="16535028" y="12227792"/><a:ext cx="26034" cy="17145"/></a:xfrm><a:custGeom><a:avLst/><a:gdLst/><a:ahLst/><a:cxnLst/><a:rect l="l" t="t" r="r" b="b"/><a:pathLst><a:path w="26034" h="17145"><a:moveTo><a:pt x="25696" y="0"/></a:moveTo><a:lnTo><a:pt x="0" y="16709"/></a:lnTo></a:path></a:pathLst></a:custGeom><a:ln w="3175"><a:solidFill><a:srgbClr val="000000"/></a:solidFill></a:ln></p:spPr><p:txBody><a:bodyPr wrap="square" lIns="0" tIns="0" rIns="0" bIns="0" rtlCol="0"/><a:lstStyle/><a:p/></p:txBody></p:sp><p:sp><p:nvSpPr><p:cNvPr id="262" name="object 262"/><p:cNvSpPr/><p:nvPr/></p:nvSpPr><p:spPr><a:xfrm><a:off x="16555853" y="12228547"/><a:ext cx="3810" cy="27305"/></a:xfrm><a:custGeom><a:avLst/><a:gdLst/><a:ahLst/><a:cxnLst/><a:rect l="l" t="t" r="r" b="b"/><a:pathLst><a:path w="3809" h="27304"><a:moveTo><a:pt x="0" y="27122"/></a:moveTo><a:lnTo><a:pt x="1175" y="23427"/></a:lnTo><a:lnTo><a:pt x="2951" y="17262"/></a:lnTo><a:lnTo><a:pt x="3568" y="10227"/></a:lnTo><a:lnTo><a:pt x="2771" y="3862"/></a:lnTo><a:lnTo><a:pt x="226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63" name="object 263"/><p:cNvSpPr/><p:nvPr/></p:nvSpPr><p:spPr><a:xfrm><a:off x="16553250" y="12256677"/><a:ext cx="2540" cy="27305"/></a:xfrm><a:custGeom><a:avLst/><a:gdLst/><a:ahLst/><a:cxnLst/><a:rect l="l" t="t" r="r" b="b"/><a:pathLst><a:path w="2540" h="27304"><a:moveTo><a:pt x="0" y="27290"/></a:moveTo><a:lnTo><a:pt x="839" y="23427"/></a:lnTo><a:lnTo><a:pt x="2060" y="16987"/></a:lnTo><a:lnTo><a:pt x="2158" y="10308"/></a:lnTo><a:lnTo><a:pt x="923" y="3862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64" name="object 264"/><p:cNvSpPr/><p:nvPr/></p:nvSpPr><p:spPr><a:xfrm><a:off x="16550731" y="12285142"/><a:ext cx="3810" cy="27305"/></a:xfrm><a:custGeom><a:avLst/><a:gdLst/><a:ahLst/><a:cxnLst/><a:rect l="l" t="t" r="r" b="b"/><a:pathLst><a:path w="3809" h="27304"><a:moveTo><a:pt x="2099" y="27122"/></a:moveTo><a:lnTo><a:pt x="2687" y="23259"/></a:lnTo><a:lnTo><a:pt x="3329" y="16187"/></a:lnTo><a:lnTo><a:pt x="2965" y="10661"/></a:lnTo><a:lnTo><a:pt x="1175" y="3778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65" name="object 265"/><p:cNvSpPr/><p:nvPr/></p:nvSpPr><p:spPr><a:xfrm><a:off x="16535447" y="12313692"/><a:ext cx="20320" cy="51435"/></a:xfrm><a:custGeom><a:avLst/><a:gdLst/><a:ahLst/><a:cxnLst/><a:rect l="l" t="t" r="r" b="b"/><a:pathLst><a:path w="20319" h="51434"><a:moveTo><a:pt x="0" y="50885"/></a:moveTo><a:lnTo><a:pt x="19230" y="26954"/></a:lnTo><a:lnTo><a:pt x="19482" y="23007"/></a:lnTo><a:lnTo><a:pt x="19739" y="16425"/></a:lnTo><a:lnTo><a:pt x="18645" y="9816"/></a:lnTo><a:lnTo><a:pt x="16459" y="3610"/></a:lnTo><a:lnTo><a:pt x="1494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66" name="object 266"/><p:cNvSpPr/><p:nvPr/></p:nvSpPr><p:spPr><a:xfrm><a:off x="16541493" y="12342158"/><a:ext cx="17780" cy="52069"/></a:xfrm><a:custGeom><a:avLst/><a:gdLst/><a:ahLst/><a:cxnLst/><a:rect l="l" t="t" r="r" b="b"/><a:pathLst><a:path w="17780" h="52070"><a:moveTo><a:pt x="0" y="51893"/></a:moveTo><a:lnTo><a:pt x="17298" y="26534"/></a:lnTo><a:lnTo><a:pt x="17214" y="22587"/></a:lnTo><a:lnTo><a:pt x="16849" y="15325"/></a:lnTo><a:lnTo><a:pt x="15470" y="10199"/></a:lnTo><a:lnTo><a:pt x="12680" y="3526"/></a:lnTo><a:lnTo><a:pt x="1091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67" name="object 267"/><p:cNvSpPr/><p:nvPr/></p:nvSpPr><p:spPr><a:xfrm><a:off x="16549891" y="12396318"/><a:ext cx="15240" cy="27305"/></a:xfrm><a:custGeom><a:avLst/><a:gdLst/><a:ahLst/><a:cxnLst/><a:rect l="l" t="t" r="r" b="b"/><a:pathLst><a:path w="15240" h="27304"><a:moveTo><a:pt x="15199" y="0"/></a:moveTo><a:lnTo><a:pt x="0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268" name="object 268"/><p:cNvSpPr/><p:nvPr/></p:nvSpPr><p:spPr><a:xfrm><a:off x="16540234" y="12394387"/><a:ext cx="10160" cy="29209"/></a:xfrm><a:custGeom><a:avLst/><a:gdLst/><a:ahLst/><a:cxnLst/><a:rect l="l" t="t" r="r" b="b"/><a:pathLst><a:path w="10159" h="29209"><a:moveTo><a:pt x="0" y="0"/></a:moveTo><a:lnTo><a:pt x="0" y="2603"/></a:lnTo><a:lnTo><a:pt x="480" y="11475"/></a:lnTo><a:lnTo><a:pt x="3122" y="19285"/></a:lnTo><a:lnTo><a:pt x="8145" y="26618"/></a:lnTo><a:lnTo><a:pt x="9657" y="28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269" name="object 269"/><p:cNvSpPr/><p:nvPr/></p:nvSpPr><p:spPr><a:xfrm><a:off x="16556608" y="12370456"/><a:ext cx="8890" cy="26034"/></a:xfrm><a:custGeom><a:avLst/><a:gdLst/><a:ahLst/><a:cxnLst/><a:rect l="l" t="t" r="r" b="b"/><a:pathLst><a:path w="8890" h="26034"><a:moveTo><a:pt x="8481" y="25862"/></a:moveTo><a:lnTo><a:pt x="8145" y="21916"/></a:lnTo><a:lnTo><a:pt x="7233" y="15216"/></a:lnTo><a:lnTo><a:pt x="5235" y="9296"/></a:lnTo><a:lnTo><a:pt x="2015" y="3358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70" name="object 270"/><p:cNvSpPr/><p:nvPr/></p:nvSpPr><p:spPr><a:xfrm><a:off x="16560555" y="12423356"/><a:ext cx="13335" cy="27940"/></a:xfrm><a:custGeom><a:avLst/><a:gdLst/><a:ahLst/><a:cxnLst/><a:rect l="l" t="t" r="r" b="b"/><a:pathLst><a:path w="13334" h="27940"><a:moveTo><a:pt x="13016" y="0"/></a:moveTo><a:lnTo><a:pt x="0" y="27877"/></a:lnTo></a:path></a:pathLst></a:custGeom><a:ln w="3175"><a:solidFill><a:srgbClr val="000000"/></a:solidFill></a:ln></p:spPr><p:txBody><a:bodyPr wrap="square" lIns="0" tIns="0" rIns="0" bIns="0" rtlCol="0"/><a:lstStyle/><a:p/></p:txBody></p:sp><p:sp><p:nvSpPr><p:cNvPr id="271" name="object 271"/><p:cNvSpPr/><p:nvPr/></p:nvSpPr><p:spPr><a:xfrm><a:off x="16548632" y="12423441"/><a:ext cx="12065" cy="27940"/></a:xfrm><a:custGeom><a:avLst/><a:gdLst/><a:ahLst/><a:cxnLst/><a:rect l="l" t="t" r="r" b="b"/><a:pathLst><a:path w="12065" h="27940"><a:moveTo><a:pt x="0" y="0"/></a:moveTo><a:lnTo><a:pt x="251" y="2519"/></a:lnTo><a:lnTo><a:pt x="1242" y="11086"/></a:lnTo><a:lnTo><a:pt x="4750" y="19216"/></a:lnTo><a:lnTo><a:pt x="10244" y="25862"/></a:lnTo><a:lnTo><a:pt x="11924" y="27793"/></a:lnTo></a:path></a:pathLst></a:custGeom><a:ln w="3175"><a:solidFill><a:srgbClr val="000000"/></a:solidFill></a:ln></p:spPr><p:txBody><a:bodyPr wrap="square" lIns="0" tIns="0" rIns="0" bIns="0" rtlCol="0"/><a:lstStyle/><a:p/></p:txBody></p:sp><p:sp><p:nvSpPr><p:cNvPr id="272" name="object 272"/><p:cNvSpPr/><p:nvPr/></p:nvSpPr><p:spPr><a:xfrm><a:off x="16563075" y="12398249"/><a:ext cx="10795" cy="25400"/></a:xfrm><a:custGeom><a:avLst/><a:gdLst/><a:ahLst/><a:cxnLst/><a:rect l="l" t="t" r="r" b="b"/><a:pathLst><a:path w="10794" h="25400"><a:moveTo><a:pt x="10496" y="25190"/></a:moveTo><a:lnTo><a:pt x="9992" y="22419"/></a:lnTo><a:lnTo><a:pt x="8901" y="15581"/></a:lnTo><a:lnTo><a:pt x="5623" y="7895"/></a:lnTo><a:lnTo><a:pt x="1595" y="22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73" name="object 273"/><p:cNvSpPr/><p:nvPr/></p:nvSpPr><p:spPr><a:xfrm><a:off x="16571725" y="12425540"/><a:ext cx="12700" cy="24765"/></a:xfrm><a:custGeom><a:avLst/><a:gdLst/><a:ahLst/><a:cxnLst/><a:rect l="l" t="t" r="r" b="b"/><a:pathLst><a:path w="12700" h="24765"><a:moveTo><a:pt x="12428" y="24183"/></a:moveTo><a:lnTo><a:pt x="11840" y="21496"/></a:lnTo><a:lnTo><a:pt x="9710" y="14238"/></a:lnTo><a:lnTo><a:pt x="6555" y="7891"/></a:lnTo><a:lnTo><a:pt x="1763" y="201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74" name="object 274"/><p:cNvSpPr/><p:nvPr/></p:nvSpPr><p:spPr><a:xfrm><a:off x="16595490" y="12220570"/><a:ext cx="48260" cy="28575"/></a:xfrm><a:custGeom><a:avLst/><a:gdLst/><a:ahLst/><a:cxnLst/><a:rect l="l" t="t" r="r" b="b"/><a:pathLst><a:path w="48259" h="28575"><a:moveTo><a:pt x="13855" y="0"/></a:moveTo><a:lnTo><a:pt x="9153" y="839"/></a:lnTo><a:lnTo><a:pt x="4114" y="3358"/></a:lnTo><a:lnTo><a:pt x="1259" y="6213"/></a:lnTo><a:lnTo><a:pt x="0" y="12847"/></a:lnTo><a:lnTo><a:pt x="1595" y="16625"/></a:lnTo><a:lnTo><a:pt x="5374" y="20740"/></a:lnTo><a:lnTo><a:pt x="9489" y="23259"/></a:lnTo><a:lnTo><a:pt x="15871" y="26114"/></a:lnTo><a:lnTo><a:pt x="26955" y="28213"/></a:lnTo><a:lnTo><a:pt x="33841" y="27793"/></a:lnTo><a:lnTo><a:pt x="38628" y="26954"/></a:lnTo><a:lnTo><a:pt x="43666" y="24519"/></a:lnTo><a:lnTo><a:pt x="46522" y="21580"/></a:lnTo><a:lnTo><a:pt x="47781" y="14946"/></a:lnTo><a:lnTo><a:pt x="46186" y="11251"/></a:lnTo><a:lnTo><a:pt x="42323" y="7053"/></a:lnTo><a:lnTo><a:pt x="38208" y="4618"/></a:lnTo><a:lnTo><a:pt x="31574" y="3358"/></a:lnTo><a:lnTo><a:pt x="30062" y="11671"/></a:lnTo></a:path></a:pathLst></a:custGeom><a:ln w="3175"><a:solidFill><a:srgbClr val="000000"/></a:solidFill></a:ln></p:spPr><p:txBody><a:bodyPr wrap="square" lIns="0" tIns="0" rIns="0" bIns="0" rtlCol="0"/><a:lstStyle/><a:p/></p:txBody></p:sp><p:sp><p:nvSpPr><p:cNvPr id="275" name="object 275"/><p:cNvSpPr/><p:nvPr/></p:nvSpPr><p:spPr><a:xfrm><a:off x="16656287" y="12092349"/><a:ext cx="36195" cy="45085"/></a:xfrm><a:custGeom><a:avLst/><a:gdLst/><a:ahLst/><a:cxnLst/><a:rect l="l" t="t" r="r" b="b"/><a:pathLst><a:path w="36194" h="45084"><a:moveTo><a:pt x="35605" y="44923"/></a:moveTo><a:lnTo><a:pt x="0" y="13771"/></a:lnTo><a:lnTo><a:pt x="10076" y="2267"/></a:lnTo><a:lnTo><a:pt x="15115" y="0"/></a:lnTo><a:lnTo><a:pt x="16962" y="28549"/></a:lnTo></a:path></a:pathLst></a:custGeom><a:ln w="3175"><a:solidFill><a:srgbClr val="000000"/></a:solidFill></a:ln></p:spPr><p:txBody><a:bodyPr wrap="square" lIns="0" tIns="0" rIns="0" bIns="0" rtlCol="0"/><a:lstStyle/><a:p/></p:txBody></p:sp><p:sp><p:nvSpPr><p:cNvPr id="276" name="object 276"/><p:cNvSpPr/><p:nvPr/></p:nvSpPr><p:spPr><a:xfrm><a:off x="16681060" y="12112082"/><a:ext cx="26670" cy="7620"/></a:xfrm><a:custGeom><a:avLst/><a:gdLst/><a:ahLst/><a:cxnLst/><a:rect l="l" t="t" r="r" b="b"/><a:pathLst><a:path w="26669" h="7620"><a:moveTo><a:pt x="0" y="0"/></a:moveTo><a:lnTo><a:pt x="26368" y="7389"/></a:lnTo></a:path></a:pathLst></a:custGeom><a:ln w="3175"><a:solidFill><a:srgbClr val="000000"/></a:solidFill></a:ln></p:spPr><p:txBody><a:bodyPr wrap="square" lIns="0" tIns="0" rIns="0" bIns="0" rtlCol="0"/><a:lstStyle/><a:p/></p:txBody></p:sp><p:sp><p:nvSpPr><p:cNvPr id="277" name="object 277"/><p:cNvSpPr/><p:nvPr/></p:nvSpPr><p:spPr><a:xfrm><a:off x="16689205" y="11977059"/><a:ext cx="24765" cy="17780"/></a:xfrm><a:custGeom><a:avLst/><a:gdLst/><a:ahLst/><a:cxnLst/><a:rect l="l" t="t" r="r" b="b"/><a:pathLst><a:path w="24765" h="17779"><a:moveTo><a:pt x="24520" y="0"/></a:moveTo><a:lnTo><a:pt x="22085" y="839"/></a:lnTo><a:lnTo><a:pt x="13978" y="3630"/></a:lnTo><a:lnTo><a:pt x="6773" y="8862"/></a:lnTo><a:lnTo><a:pt x="1511" y="15618"/></a:lnTo><a:lnTo><a:pt x="0" y="17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278" name="object 278"/><p:cNvSpPr/><p:nvPr/></p:nvSpPr><p:spPr><a:xfrm><a:off x="16665357" y="12013165"/><a:ext cx="30480" cy="4445"/></a:xfrm><a:custGeom><a:avLst/><a:gdLst/><a:ahLst/><a:cxnLst/><a:rect l="l" t="t" r="r" b="b"/><a:pathLst><a:path w="30480" h="4445"><a:moveTo><a:pt x="30482" y="4282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79" name="object 279"/><p:cNvSpPr/><p:nvPr/></p:nvSpPr><p:spPr><a:xfrm><a:off x="16665440" y="11993684"/><a:ext cx="23495" cy="19685"/></a:xfrm><a:custGeom><a:avLst/><a:gdLst/><a:ahLst/><a:cxnLst/><a:rect l="l" t="t" r="r" b="b"/><a:pathLst><a:path w="23494" h="19684"><a:moveTo><a:pt x="23093" y="0"/></a:moveTo><a:lnTo><a:pt x="20741" y="923"/></a:lnTo><a:lnTo><a:pt x="12520" y="4642"/></a:lnTo><a:lnTo><a:pt x="6457" y="9890"/></a:lnTo><a:lnTo><a:pt x="1343" y="17297"/></a:lnTo><a:lnTo><a:pt x="0" y="1948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0" name="object 280"/><p:cNvSpPr/><p:nvPr/></p:nvSpPr><p:spPr><a:xfrm><a:off x="16643104" y="12033486"/><a:ext cx="31115" cy="1905"/></a:xfrm><a:custGeom><a:avLst/><a:gdLst/><a:ahLst/><a:cxnLst/><a:rect l="l" t="t" r="r" b="b"/><a:pathLst><a:path w="31115" h="1904"><a:moveTo><a:pt x="30734" y="184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1" name="object 281"/><p:cNvSpPr/><p:nvPr/></p:nvSpPr><p:spPr><a:xfrm><a:off x="16643104" y="12012157"/><a:ext cx="21590" cy="21590"/></a:xfrm><a:custGeom><a:avLst/><a:gdLst/><a:ahLst/><a:cxnLst/><a:rect l="l" t="t" r="r" b="b"/><a:pathLst><a:path w="21590" h="21590"><a:moveTo><a:pt x="21413" y="0"/></a:moveTo><a:lnTo><a:pt x="19146" y="1175"/></a:lnTo><a:lnTo><a:pt x="11503" y="5416"/></a:lnTo><a:lnTo><a:pt x="5438" y="11429"/></a:lnTo><a:lnTo><a:pt x="1175" y="19061"/></a:lnTo><a:lnTo><a:pt x="0" y="21328"/></a:lnTo></a:path></a:pathLst></a:custGeom><a:ln w="3175"><a:solidFill><a:srgbClr val="000000"/></a:solidFill></a:ln></p:spPr><p:txBody><a:bodyPr wrap="square" lIns="0" tIns="0" rIns="0" bIns="0" rtlCol="0"/><a:lstStyle/><a:p/></p:txBody></p:sp><p:sp><p:nvSpPr><p:cNvPr id="282" name="object 282"/><p:cNvSpPr/><p:nvPr/></p:nvSpPr><p:spPr><a:xfrm><a:off x="16673838" y="12016272"/><a:ext cx="19685" cy="19050"/></a:xfrm><a:custGeom><a:avLst/><a:gdLst/><a:ahLst/><a:cxnLst/><a:rect l="l" t="t" r="r" b="b"/><a:pathLst><a:path w="19684" h="19050"><a:moveTo><a:pt x="0" y="18977"/></a:moveTo><a:lnTo><a:pt x="2351" y="17549"/></a:lnTo><a:lnTo><a:pt x="8505" y="13818"/></a:lnTo><a:lnTo><a:pt x="14090" y="8318"/></a:lnTo><a:lnTo><a:pt x="17970" y="2267"/></a:lnTo><a:lnTo><a:pt x="1948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3" name="object 283"/><p:cNvSpPr/><p:nvPr/></p:nvSpPr><p:spPr><a:xfrm><a:off x="16653264" y="12034326"/><a:ext cx="18415" cy="20955"/></a:xfrm><a:custGeom><a:avLst/><a:gdLst/><a:ahLst/><a:cxnLst/><a:rect l="l" t="t" r="r" b="b"/><a:pathLst><a:path w="18415" h="20954"><a:moveTo><a:pt x="0" y="20488"/></a:moveTo><a:lnTo><a:pt x="2267" y="18977"/></a:lnTo><a:lnTo><a:pt x="8396" y="14214"/></a:lnTo><a:lnTo><a:pt x="12831" y="9224"/></a:lnTo><a:lnTo><a:pt x="16627" y="2435"/></a:lnTo><a:lnTo><a:pt x="1788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4" name="object 284"/><p:cNvSpPr/><p:nvPr/></p:nvSpPr><p:spPr><a:xfrm><a:off x="16603802" y="12076058"/><a:ext cx="31115" cy="3175"/></a:xfrm><a:custGeom><a:avLst/><a:gdLst/><a:ahLst/><a:cxnLst/><a:rect l="l" t="t" r="r" b="b"/><a:pathLst><a:path w="31115" h="3175"><a:moveTo><a:pt x="30566" y="0"/></a:moveTo><a:lnTo><a:pt x="0" y="3022"/></a:lnTo></a:path></a:pathLst></a:custGeom><a:ln w="3175"><a:solidFill><a:srgbClr val="000000"/></a:solidFill></a:ln></p:spPr><p:txBody><a:bodyPr wrap="square" lIns="0" tIns="0" rIns="0" bIns="0" rtlCol="0"/><a:lstStyle/><a:p/></p:txBody></p:sp><p:sp><p:nvSpPr><p:cNvPr id="285" name="object 285"/><p:cNvSpPr/><p:nvPr/></p:nvSpPr><p:spPr><a:xfrm><a:off x="16603719" y="12054646"/><a:ext cx="18415" cy="24765"/></a:xfrm><a:custGeom><a:avLst/><a:gdLst/><a:ahLst/><a:cxnLst/><a:rect l="l" t="t" r="r" b="b"/><a:pathLst><a:path w="18415" h="24765"><a:moveTo><a:pt x="17802" y="0"/></a:moveTo><a:lnTo><a:pt x="15787" y="1511"/></a:lnTo><a:lnTo><a:pt x="8930" y="6667"/></a:lnTo><a:lnTo><a:pt x="3724" y="13937"/></a:lnTo><a:lnTo><a:pt x="839" y="22000"/></a:lnTo><a:lnTo><a:pt x="0" y="24435"/></a:lnTo></a:path></a:pathLst></a:custGeom><a:ln w="3175"><a:solidFill><a:srgbClr val="000000"/></a:solidFill></a:ln></p:spPr><p:txBody><a:bodyPr wrap="square" lIns="0" tIns="0" rIns="0" bIns="0" rtlCol="0"/><a:lstStyle/><a:p/></p:txBody></p:sp><p:sp><p:nvSpPr><p:cNvPr id="286" name="object 286"/><p:cNvSpPr/><p:nvPr/></p:nvSpPr><p:spPr><a:xfrm><a:off x="16586924" y="12098646"/><a:ext cx="30480" cy="5715"/></a:xfrm><a:custGeom><a:avLst/><a:gdLst/><a:ahLst/><a:cxnLst/><a:rect l="l" t="t" r="r" b="b"/><a:pathLst><a:path w="30480" h="5715"><a:moveTo><a:pt x="30230" y="0"/></a:moveTo><a:lnTo><a:pt x="0" y="5374"/></a:lnTo></a:path></a:pathLst></a:custGeom><a:ln w="3175"><a:solidFill><a:srgbClr val="000000"/></a:solidFill></a:ln></p:spPr><p:txBody><a:bodyPr wrap="square" lIns="0" tIns="0" rIns="0" bIns="0" rtlCol="0"/><a:lstStyle/><a:p/></p:txBody></p:sp><p:sp><p:nvSpPr><p:cNvPr id="287" name="object 287"/><p:cNvSpPr/><p:nvPr/></p:nvSpPr><p:spPr><a:xfrm><a:off x="16586924" y="12078242"/><a:ext cx="15875" cy="26034"/></a:xfrm><a:custGeom><a:avLst/><a:gdLst/><a:ahLst/><a:cxnLst/><a:rect l="l" t="t" r="r" b="b"/><a:pathLst><a:path w="15875" h="26034"><a:moveTo><a:pt x="15787" y="0"/></a:moveTo><a:lnTo><a:pt x="587" y="23343"/></a:lnTo><a:lnTo><a:pt x="0" y="25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288" name="object 288"/><p:cNvSpPr/><p:nvPr/></p:nvSpPr><p:spPr><a:xfrm><a:off x="16617155" y="12075471"/><a:ext cx="14604" cy="23495"/></a:xfrm><a:custGeom><a:avLst/><a:gdLst/><a:ahLst/><a:cxnLst/><a:rect l="l" t="t" r="r" b="b"/><a:pathLst><a:path w="14605" h="23495"><a:moveTo><a:pt x="0" y="23091"/></a:moveTo><a:lnTo><a:pt x="2015" y="21160"/></a:lnTo><a:lnTo><a:pt x="7186" y="15849"/></a:lnTo><a:lnTo><a:pt x="11070" y="9562"/></a:lnTo><a:lnTo><a:pt x="13603" y="2603"/></a:lnTo><a:lnTo><a:pt x="1444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9" name="object 289"/><p:cNvSpPr/><p:nvPr/></p:nvSpPr><p:spPr><a:xfrm><a:off x="16572144" y="12122493"/><a:ext cx="29845" cy="8255"/></a:xfrm><a:custGeom><a:avLst/><a:gdLst/><a:ahLst/><a:cxnLst/><a:rect l="l" t="t" r="r" b="b"/><a:pathLst><a:path w="29844" h="8254"><a:moveTo><a:pt x="29727" y="0"/></a:moveTo><a:lnTo><a:pt x="0" y="7809"/></a:lnTo></a:path></a:pathLst></a:custGeom><a:ln w="3175"><a:solidFill><a:srgbClr val="000000"/></a:solidFill></a:ln></p:spPr><p:txBody><a:bodyPr wrap="square" lIns="0" tIns="0" rIns="0" bIns="0" rtlCol="0"/><a:lstStyle/><a:p/></p:txBody></p:sp><p:sp><p:nvSpPr><p:cNvPr id="290" name="object 290"/><p:cNvSpPr/><p:nvPr/></p:nvSpPr><p:spPr><a:xfrm><a:off x="16572060" y="12103349"/><a:ext cx="13970" cy="27305"/></a:xfrm><a:custGeom><a:avLst/><a:gdLst/><a:ahLst/><a:cxnLst/><a:rect l="l" t="t" r="r" b="b"/><a:pathLst><a:path w="13969" h="27304"><a:moveTo><a:pt x="13771" y="0"/></a:moveTo><a:lnTo><a:pt x="11924" y="1763"/></a:lnTo><a:lnTo><a:pt x="5729" y="8538"/></a:lnTo><a:lnTo><a:pt x="2314" y="15386"/></a:lnTo><a:lnTo><a:pt x="419" y="24351"/></a:lnTo><a:lnTo><a:pt x="0" y="26954"/></a:lnTo></a:path></a:pathLst></a:custGeom><a:ln w="3175"><a:solidFill><a:srgbClr val="000000"/></a:solidFill></a:ln></p:spPr><p:txBody><a:bodyPr wrap="square" lIns="0" tIns="0" rIns="0" bIns="0" rtlCol="0"/><a:lstStyle/><a:p/></p:txBody></p:sp><p:sp><p:nvSpPr><p:cNvPr id="291" name="object 291"/><p:cNvSpPr/><p:nvPr/></p:nvSpPr><p:spPr><a:xfrm><a:off x="16601787" y="12098227"/><a:ext cx="12700" cy="24765"/></a:xfrm><a:custGeom><a:avLst/><a:gdLst/><a:ahLst/><a:cxnLst/><a:rect l="l" t="t" r="r" b="b"/><a:pathLst><a:path w="12700" h="24765"><a:moveTo><a:pt x="0" y="24183"/></a:moveTo><a:lnTo><a:pt x="1847" y="22167"/></a:lnTo><a:lnTo><a:pt x="6505" y="16463"/></a:lnTo><a:lnTo><a:pt x="9938" y="9775"/></a:lnTo><a:lnTo><a:pt x="11924" y="2687"/></a:lnTo><a:lnTo><a:pt x="1259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92" name="object 292"/><p:cNvSpPr/><p:nvPr/></p:nvSpPr><p:spPr><a:xfrm><a:off x="16559464" y="12147517"/><a:ext cx="29209" cy="10160"/></a:xfrm><a:custGeom><a:avLst/><a:gdLst/><a:ahLst/><a:cxnLst/><a:rect l="l" t="t" r="r" b="b"/><a:pathLst><a:path w="29209" h="10159"><a:moveTo><a:pt x="28971" y="0"/></a:moveTo><a:lnTo><a:pt x="0" y="10160"/></a:lnTo></a:path></a:pathLst></a:custGeom><a:ln w="3175"><a:solidFill><a:srgbClr val="000000"/></a:solidFill></a:ln></p:spPr><p:txBody><a:bodyPr wrap="square" lIns="0" tIns="0" rIns="0" bIns="0" rtlCol="0"/><a:lstStyle/><a:p/></p:txBody></p:sp><p:sp><p:nvSpPr><p:cNvPr id="293" name="object 293"/><p:cNvSpPr/><p:nvPr/></p:nvSpPr><p:spPr><a:xfrm><a:off x="16559464" y="12129631"/><a:ext cx="12065" cy="28575"/></a:xfrm><a:custGeom><a:avLst/><a:gdLst/><a:ahLst/><a:cxnLst/><a:rect l="l" t="t" r="r" b="b"/><a:pathLst><a:path w="12065" h="28575"><a:moveTo><a:pt x="11504" y="0"/></a:moveTo><a:lnTo><a:pt x="9825" y="2015"/></a:lnTo><a:lnTo><a:pt x="4464" y="8658"/></a:lnTo><a:lnTo><a:pt x="1091" y="16968"/></a:lnTo><a:lnTo><a:pt x="167" y="25442"/></a:lnTo><a:lnTo><a:pt x="0" y="27961"/></a:lnTo></a:path></a:pathLst></a:custGeom><a:ln w="3175"><a:solidFill><a:srgbClr val="000000"/></a:solidFill></a:ln></p:spPr><p:txBody><a:bodyPr wrap="square" lIns="0" tIns="0" rIns="0" bIns="0" rtlCol="0"/><a:lstStyle/><a:p/></p:txBody></p:sp><p:sp><p:nvSpPr><p:cNvPr id="294" name="object 294"/><p:cNvSpPr/><p:nvPr/></p:nvSpPr><p:spPr><a:xfrm><a:off x="16588436" y="12122410"/><a:ext cx="10795" cy="25400"/></a:xfrm><a:custGeom><a:avLst/><a:gdLst/><a:ahLst/><a:cxnLst/><a:rect l="l" t="t" r="r" b="b"/><a:pathLst><a:path w="10794" h="25400"><a:moveTo><a:pt x="0" y="25106"/></a:moveTo><a:lnTo><a:pt x="1679" y="22839"/></a:lnTo><a:lnTo><a:pt x="5893" y="16779"/></a:lnTo><a:lnTo><a:pt x="8761" y="9933"/></a:lnTo><a:lnTo><a:pt x="10160" y="2687"/></a:lnTo><a:lnTo><a:pt x="105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95" name="object 295"/><p:cNvSpPr/><p:nvPr/></p:nvSpPr><p:spPr><a:xfrm><a:off x="16549051" y="12173463"/><a:ext cx="28575" cy="12700"/></a:xfrm><a:custGeom><a:avLst/><a:gdLst/><a:ahLst/><a:cxnLst/><a:rect l="l" t="t" r="r" b="b"/><a:pathLst><a:path w="28575" h="12700"><a:moveTo><a:pt x="28047" y="0"/></a:moveTo><a:lnTo><a:pt x="0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296" name="object 296"/><p:cNvSpPr/><p:nvPr/></p:nvSpPr><p:spPr><a:xfrm><a:off x="16548967" y="12157089"/><a:ext cx="9525" cy="29209"/></a:xfrm><a:custGeom><a:avLst/><a:gdLst/><a:ahLst/><a:cxnLst/><a:rect l="l" t="t" r="r" b="b"/><a:pathLst><a:path w="9525" h="29209"><a:moveTo><a:pt x="9321" y="0"/></a:moveTo><a:lnTo><a:pt x="7809" y="2099"/></a:lnTo><a:lnTo><a:pt x="2962" y="9152"/></a:lnTo><a:lnTo><a:pt x="215" y="17642"/></a:lnTo><a:lnTo><a:pt x="0" y="26198"/></a:lnTo><a:lnTo><a:pt x="0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297" name="object 297"/><p:cNvSpPr/><p:nvPr/></p:nvSpPr><p:spPr><a:xfrm><a:off x="16577099" y="12147600"/><a:ext cx="8890" cy="26034"/></a:xfrm><a:custGeom><a:avLst/><a:gdLst/><a:ahLst/><a:cxnLst/><a:rect l="l" t="t" r="r" b="b"/><a:pathLst><a:path w="8890" h="26034"><a:moveTo><a:pt x="0" y="25862"/></a:moveTo><a:lnTo><a:pt x="1427" y="23511"/></a:lnTo><a:lnTo><a:pt x="4979" y="17675"/></a:lnTo><a:lnTo><a:pt x="7738" y="9499"/></a:lnTo><a:lnTo><a:pt x="8313" y="2687"/></a:lnTo><a:lnTo><a:pt x="856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98" name="object 298"/><p:cNvSpPr/><p:nvPr/></p:nvSpPr><p:spPr><a:xfrm><a:off x="16567862" y="12173799"/><a:ext cx="6985" cy="26670"/></a:xfrm><a:custGeom><a:avLst/><a:gdLst/><a:ahLst/><a:cxnLst/><a:rect l="l" t="t" r="r" b="b"/><a:pathLst><a:path w="6984" h="26670"><a:moveTo><a:pt x="0" y="26450"/></a:moveTo><a:lnTo><a:pt x="1259" y="24015"/></a:lnTo><a:lnTo><a:pt x="4461" y="17171"/></a:lnTo><a:lnTo><a:pt x="6172" y="10325"/></a:lnTo><a:lnTo><a:pt x="6466" y="2770"/></a:lnTo><a:lnTo><a:pt x="646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99" name="object 299"/><p:cNvSpPr/><p:nvPr/></p:nvSpPr><p:spPr><a:xfrm><a:off x="16624545" y="12154402"/><a:ext cx="42545" cy="21590"/></a:xfrm><a:custGeom><a:avLst/><a:gdLst/><a:ahLst/><a:cxnLst/><a:rect l="l" t="t" r="r" b="b"/><a:pathLst><a:path w="42544" h="21590"><a:moveTo><a:pt x="0" y="0"/></a:moveTo><a:lnTo><a:pt x="42323" y="21076"/></a:lnTo></a:path></a:pathLst></a:custGeom><a:ln w="3175"><a:solidFill><a:srgbClr val="000000"/></a:solidFill></a:ln></p:spPr><p:txBody><a:bodyPr wrap="square" lIns="0" tIns="0" rIns="0" bIns="0" rtlCol="0"/><a:lstStyle/><a:p/></p:txBody></p:sp><p:sp><p:nvSpPr><p:cNvPr id="300" name="object 300"/><p:cNvSpPr/><p:nvPr/></p:nvSpPr><p:spPr><a:xfrm><a:off x="16619254" y="12143822"/><a:ext cx="10795" cy="21590"/></a:xfrm><a:custGeom><a:avLst/><a:gdLst/><a:ahLst/><a:cxnLst/><a:rect l="l" t="t" r="r" b="b"/><a:pathLst><a:path w="10794" h="21590"><a:moveTo><a:pt x="0" y="21160"/></a:moveTo><a:lnTo><a:pt x="105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1" name="object 301"/><p:cNvSpPr/><p:nvPr/></p:nvSpPr><p:spPr><a:xfrm><a:off x="16637645" y="12115020"/><a:ext cx="38735" cy="45720"/></a:xfrm><a:custGeom><a:avLst/><a:gdLst/><a:ahLst/><a:cxnLst/><a:rect l="l" t="t" r="r" b="b"/><a:pathLst><a:path w="38734" h="45720"><a:moveTo><a:pt x="38376" y="45427"/></a:moveTo><a:lnTo><a:pt x="0" y="17801"/></a:lnTo><a:lnTo><a:pt x="1284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2" name="object 302"/><p:cNvSpPr/><p:nvPr/></p:nvSpPr><p:spPr><a:xfrm><a:off x="16655951" y="12135005"/><a:ext cx="8255" cy="11430"/></a:xfrm><a:custGeom><a:avLst/><a:gdLst/><a:ahLst/><a:cxnLst/><a:rect l="l" t="t" r="r" b="b"/><a:pathLst><a:path w="8255" h="11429"><a:moveTo><a:pt x="0" y="11000"/></a:moveTo><a:lnTo><a:pt x="789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3" name="object 303"/><p:cNvSpPr/><p:nvPr/></p:nvSpPr><p:spPr><a:xfrm><a:off x="16676021" y="12142646"/><a:ext cx="13335" cy="18415"/></a:xfrm><a:custGeom><a:avLst/><a:gdLst/><a:ahLst/><a:cxnLst/><a:rect l="l" t="t" r="r" b="b"/><a:pathLst><a:path w="13334" h="18415"><a:moveTo><a:pt x="0" y="17801"/></a:moveTo><a:lnTo><a:pt x="1284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4" name="object 304"/><p:cNvSpPr/><p:nvPr/></p:nvSpPr><p:spPr><a:xfrm><a:off x="16622530" y="12054898"/><a:ext cx="31115" cy="635"/></a:xfrm><a:custGeom><a:avLst/><a:gdLst/><a:ahLst/><a:cxnLst/><a:rect l="l" t="t" r="r" b="b"/><a:pathLst><a:path w="31115" h="634"><a:moveTo><a:pt x="30734" y="0"/></a:moveTo><a:lnTo><a:pt x="0" y="587"/></a:lnTo></a:path></a:pathLst></a:custGeom><a:ln w="3175"><a:solidFill><a:srgbClr val="000000"/></a:solidFill></a:ln></p:spPr><p:txBody><a:bodyPr wrap="square" lIns="0" tIns="0" rIns="0" bIns="0" rtlCol="0"/><a:lstStyle/><a:p/></p:txBody></p:sp><p:sp><p:nvSpPr><p:cNvPr id="305" name="object 305"/><p:cNvSpPr/><p:nvPr/></p:nvSpPr><p:spPr><a:xfrm><a:off x="16622530" y="12032562"/><a:ext cx="20320" cy="23495"/></a:xfrm><a:custGeom><a:avLst/><a:gdLst/><a:ahLst/><a:cxnLst/><a:rect l="l" t="t" r="r" b="b"/><a:pathLst><a:path w="20319" h="23495"><a:moveTo><a:pt x="19734" y="0"/></a:moveTo><a:lnTo><a:pt x="17466" y="1343"/></a:lnTo><a:lnTo><a:pt x="10293" y="6114"/></a:lnTo><a:lnTo><a:pt x="4531" y="12691"/></a:lnTo><a:lnTo><a:pt x="1007" y="20572"/></a:lnTo><a:lnTo><a:pt x="0" y="23007"/></a:lnTo></a:path></a:pathLst></a:custGeom><a:ln w="3175"><a:solidFill><a:srgbClr val="000000"/></a:solidFill></a:ln></p:spPr><p:txBody><a:bodyPr wrap="square" lIns="0" tIns="0" rIns="0" bIns="0" rtlCol="0"/><a:lstStyle/><a:p/></p:txBody></p:sp><p:sp><p:nvSpPr><p:cNvPr id="306" name="object 306"/><p:cNvSpPr/><p:nvPr/></p:nvSpPr><p:spPr><a:xfrm><a:off x="16634369" y="12054142"/><a:ext cx="16510" cy="22225"/></a:xfrm><a:custGeom><a:avLst/><a:gdLst/><a:ahLst/><a:cxnLst/><a:rect l="l" t="t" r="r" b="b"/><a:pathLst><a:path w="16509" h="22225"><a:moveTo><a:pt x="0" y="21832"/></a:moveTo><a:lnTo><a:pt x="2099" y="20068"/></a:lnTo><a:lnTo><a:pt x="7511" y="15423"/></a:lnTo><a:lnTo><a:pt x="12258" y="9054"/></a:lnTo><a:lnTo><a:pt x="15115" y="2519"/></a:lnTo><a:lnTo><a:pt x="16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07" name="object 307"/><p:cNvSpPr/><p:nvPr/></p:nvSpPr><p:spPr><a:xfrm><a:off x="17165007" y="12190089"/><a:ext cx="52069" cy="20955"/></a:xfrm><a:custGeom><a:avLst/><a:gdLst/><a:ahLst/><a:cxnLst/><a:rect l="l" t="t" r="r" b="b"/><a:pathLst><a:path w="52069" h="20954"><a:moveTo><a:pt x="0" y="14862"/></a:moveTo><a:lnTo><a:pt x="44926" y="0"/></a:lnTo><a:lnTo><a:pt x="51812" y="20908"/></a:lnTo></a:path></a:pathLst></a:custGeom><a:ln w="3175"><a:solidFill><a:srgbClr val="000000"/></a:solidFill></a:ln></p:spPr><p:txBody><a:bodyPr wrap="square" lIns="0" tIns="0" rIns="0" bIns="0" rtlCol="0"/><a:lstStyle/><a:p/></p:txBody></p:sp><p:sp><p:nvSpPr><p:cNvPr id="308" name="object 308"/><p:cNvSpPr/><p:nvPr/></p:nvSpPr><p:spPr><a:xfrm><a:off x="17188519" y="12197227"/><a:ext cx="4445" cy="13335"/></a:xfrm><a:custGeom><a:avLst/><a:gdLst/><a:ahLst/><a:cxnLst/><a:rect l="l" t="t" r="r" b="b"/><a:pathLst><a:path w="4444" h="13334"><a:moveTo><a:pt x="0" y="0"/></a:moveTo><a:lnTo><a:pt x="4282" y="12763"/></a:lnTo></a:path></a:pathLst></a:custGeom><a:ln w="3175"><a:solidFill><a:srgbClr val="000000"/></a:solidFill></a:ln></p:spPr><p:txBody><a:bodyPr wrap="square" lIns="0" tIns="0" rIns="0" bIns="0" rtlCol="0"/><a:lstStyle/><a:p/></p:txBody></p:sp><p:sp><p:nvSpPr><p:cNvPr id="309" name="object 309"/><p:cNvSpPr/><p:nvPr/></p:nvSpPr><p:spPr><a:xfrm><a:off x="17165007" y="12204952"/><a:ext cx="6985" cy="20955"/></a:xfrm><a:custGeom><a:avLst/><a:gdLst/><a:ahLst/><a:cxnLst/><a:rect l="l" t="t" r="r" b="b"/><a:pathLst><a:path w="6984" h="20954"><a:moveTo><a:pt x="0" y="0"/></a:moveTo><a:lnTo><a:pt x="6885" y="20908"/></a:lnTo></a:path></a:pathLst></a:custGeom><a:ln w="3175"><a:solidFill><a:srgbClr val="000000"/></a:solidFill></a:ln></p:spPr><p:txBody><a:bodyPr wrap="square" lIns="0" tIns="0" rIns="0" bIns="0" rtlCol="0"/><a:lstStyle/><a:p/></p:txBody></p:sp><p:sp><p:nvSpPr><p:cNvPr id="310" name="object 310"/><p:cNvSpPr/><p:nvPr/></p:nvSpPr><p:spPr><a:xfrm><a:off x="17257210" y="12197646"/><a:ext cx="16510" cy="26670"/></a:xfrm><a:custGeom><a:avLst/><a:gdLst/><a:ahLst/><a:cxnLst/><a:rect l="l" t="t" r="r" b="b"/><a:pathLst><a:path w="16509" h="26670"><a:moveTo><a:pt x="0" y="26114"/></a:moveTo><a:lnTo><a:pt x="1629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11" name="object 311"/><p:cNvSpPr/><p:nvPr/></p:nvSpPr><p:spPr><a:xfrm><a:off x="17273501" y="12197731"/><a:ext cx="8890" cy="29209"/></a:xfrm><a:custGeom><a:avLst/><a:gdLst/><a:ahLst/><a:cxnLst/><a:rect l="l" t="t" r="r" b="b"/><a:pathLst><a:path w="8890" h="29209"><a:moveTo><a:pt x="8481" y="28969"/></a:moveTo><a:lnTo><a:pt x="8565" y="26450"/></a:lnTo><a:lnTo><a:pt x="8503" y="17879"/></a:lnTo><a:lnTo><a:pt x="6131" y="9294"/></a:lnTo><a:lnTo><a:pt x="1427" y="209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12" name="object 312"/><p:cNvSpPr/><p:nvPr/></p:nvSpPr><p:spPr><a:xfrm><a:off x="17249820" y="12196387"/><a:ext cx="9525" cy="26034"/></a:xfrm><a:custGeom><a:avLst/><a:gdLst/><a:ahLst/><a:cxnLst/><a:rect l="l" t="t" r="r" b="b"/><a:pathLst><a:path w="9525" h="26034"><a:moveTo><a:pt x="0" y="0"/></a:moveTo><a:lnTo><a:pt x="503" y="3862"/></a:lnTo><a:lnTo><a:pt x="1749" y="10609"/></a:lnTo><a:lnTo><a:pt x="3855" y="16320"/></a:lnTo><a:lnTo><a:pt x="7305" y="22251"/></a:lnTo><a:lnTo><a:pt x="9489" y="25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313" name="object 313"/><p:cNvSpPr/><p:nvPr/></p:nvSpPr><p:spPr><a:xfrm><a:off x="17062474" y="12625387"/><a:ext cx="29209" cy="10795"/></a:xfrm><a:custGeom><a:avLst/><a:gdLst/><a:ahLst/><a:cxnLst/><a:rect l="l" t="t" r="r" b="b"/><a:pathLst><a:path w="29209" h="10795"><a:moveTo><a:pt x="0" y="0"/></a:moveTo><a:lnTo><a:pt x="28971" y="10244"/></a:lnTo></a:path></a:pathLst></a:custGeom><a:ln w="3175"><a:solidFill><a:srgbClr val="000000"/></a:solidFill></a:ln></p:spPr><p:txBody><a:bodyPr wrap="square" lIns="0" tIns="0" rIns="0" bIns="0" rtlCol="0"/><a:lstStyle/><a:p/></p:txBody></p:sp><p:sp><p:nvSpPr><p:cNvPr id="314" name="object 314"/><p:cNvSpPr/><p:nvPr/></p:nvSpPr><p:spPr><a:xfrm><a:off x="17064907" y="12635632"/><a:ext cx="26670" cy="14604"/></a:xfrm><a:custGeom><a:avLst/><a:gdLst/><a:ahLst/><a:cxnLst/><a:rect l="l" t="t" r="r" b="b"/><a:pathLst><a:path w="26669" h="14604"><a:moveTo><a:pt x="0" y="14610"/></a:moveTo><a:lnTo><a:pt x="2519" y="14106"/></a:lnTo><a:lnTo><a:pt x="10806" y="12305"/></a:lnTo><a:lnTo><a:pt x="18790" y="7977"/></a:lnTo><a:lnTo><a:pt x="24688" y="1847"/></a:lnTo><a:lnTo><a:pt x="2645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15" name="object 315"/><p:cNvSpPr/><p:nvPr/></p:nvSpPr><p:spPr><a:xfrm><a:off x="17064656" y="12612288"/><a:ext cx="22860" cy="15240"/></a:xfrm><a:custGeom><a:avLst/><a:gdLst/><a:ahLst/><a:cxnLst/><a:rect l="l" t="t" r="r" b="b"/><a:pathLst><a:path w="22859" h="15240"><a:moveTo><a:pt x="22841" y="0"/></a:moveTo><a:lnTo><a:pt x="20237" y="923"/></a:lnTo><a:lnTo><a:pt x="13722" y="3340"/></a:lnTo><a:lnTo><a:pt x="6752" y="7741"/></a:lnTo><a:lnTo><a:pt x="1931" y="12763"/></a:lnTo><a:lnTo><a:pt x="0" y="14778"/></a:lnTo></a:path></a:pathLst></a:custGeom><a:ln w="3175"><a:solidFill><a:srgbClr val="000000"/></a:solidFill></a:ln></p:spPr><p:txBody><a:bodyPr wrap="square" lIns="0" tIns="0" rIns="0" bIns="0" rtlCol="0"/><a:lstStyle/><a:p/></p:txBody></p:sp><p:sp><p:nvSpPr><p:cNvPr id="316" name="object 316"/><p:cNvSpPr/><p:nvPr/></p:nvSpPr><p:spPr><a:xfrm><a:off x="16898639" y="12492044"/><a:ext cx="1905" cy="31750"/></a:xfrm><a:custGeom><a:avLst/><a:gdLst/><a:ahLst/><a:cxnLst/><a:rect l="l" t="t" r="r" b="b"/><a:pathLst><a:path w="1905" h="31750"><a:moveTo><a:pt x="1679" y="0"/></a:moveTo><a:lnTo><a:pt x="0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317" name="object 317"/><p:cNvSpPr/><p:nvPr/></p:nvSpPr><p:spPr><a:xfrm><a:off x="16892423" y="12491623"/><a:ext cx="15875" cy="1270"/></a:xfrm><a:custGeom><a:avLst/><a:gdLst/><a:ahLst/><a:cxnLst/><a:rect l="l" t="t" r="r" b="b"/><a:pathLst><a:path w="15875" h="1270"><a:moveTo><a:pt x="0" y="0"/></a:moveTo><a:lnTo><a:pt x="15787" y="839"/></a:lnTo></a:path></a:pathLst></a:custGeom><a:ln w="3175"><a:solidFill><a:srgbClr val="000000"/></a:solidFill></a:ln></p:spPr><p:txBody><a:bodyPr wrap="square" lIns="0" tIns="0" rIns="0" bIns="0" rtlCol="0"/><a:lstStyle/><a:p/></p:txBody></p:sp><p:sp><p:nvSpPr><p:cNvPr id="318" name="object 318"/><p:cNvSpPr/><p:nvPr/></p:nvSpPr><p:spPr><a:xfrm><a:off x="16888142" y="12682067"/><a:ext cx="30480" cy="3175"/></a:xfrm><a:custGeom><a:avLst/><a:gdLst/><a:ahLst/><a:cxnLst/><a:rect l="l" t="t" r="r" b="b"/><a:pathLst><a:path w="30480" h="3175"><a:moveTo><a:pt x="0" y="839"/></a:moveTo><a:lnTo><a:pt x="2519" y="1511"/></a:lnTo><a:lnTo><a:pt x="8832" y="2712"/></a:lnTo><a:lnTo><a:pt x="15251" y="3015"/></a:lnTo><a:lnTo><a:pt x="21645" y="2398"/></a:lnTo><a:lnTo><a:pt x="27879" y="839"/></a:lnTo><a:lnTo><a:pt x="3023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19" name="object 319"/><p:cNvSpPr/><p:nvPr/></p:nvSpPr><p:spPr><a:xfrm><a:off x="16870087" y="12657527"/><a:ext cx="27305" cy="3175"/></a:xfrm><a:custGeom><a:avLst/><a:gdLst/><a:ahLst/><a:cxnLst/><a:rect l="l" t="t" r="r" b="b"/><a:pathLst><a:path w="27305" h="3175"><a:moveTo><a:pt x="27207" y="2204"/></a:moveTo><a:lnTo><a:pt x="24520" y="1616"/></a:lnTo><a:lnTo><a:pt x="17337" y="0"/></a:lnTo><a:lnTo><a:pt x="9846" y="446"/></a:lnTo><a:lnTo><a:pt x="2687" y="1952"/></a:lnTo><a:lnTo><a:pt x="0" y="2708"/></a:lnTo></a:path></a:pathLst></a:custGeom><a:ln w="3175"><a:solidFill><a:srgbClr val="000000"/></a:solidFill></a:ln></p:spPr><p:txBody><a:bodyPr wrap="square" lIns="0" tIns="0" rIns="0" bIns="0" rtlCol="0"/><a:lstStyle/><a:p/></p:txBody></p:sp><p:sp><p:nvSpPr><p:cNvPr id="320" name="object 320"/><p:cNvSpPr/><p:nvPr/></p:nvSpPr><p:spPr><a:xfrm><a:off x="16833137" y="12480204"/><a:ext cx="13335" cy="34290"/></a:xfrm><a:custGeom><a:avLst/><a:gdLst/><a:ahLst/><a:cxnLst/><a:rect l="l" t="t" r="r" b="b"/><a:pathLst><a:path w="13334" h="34290"><a:moveTo><a:pt x="9909" y="0"/></a:moveTo><a:lnTo><a:pt x="0" y="29893"/></a:lnTo><a:lnTo><a:pt x="12764" y="34175"/></a:lnTo></a:path></a:pathLst></a:custGeom><a:ln w="3175"><a:solidFill><a:srgbClr val="000000"/></a:solidFill></a:ln></p:spPr><p:txBody><a:bodyPr wrap="square" lIns="0" tIns="0" rIns="0" bIns="0" rtlCol="0"/><a:lstStyle/><a:p/></p:txBody></p:sp><p:sp><p:nvSpPr><p:cNvPr id="321" name="object 321"/><p:cNvSpPr/><p:nvPr/></p:nvSpPr><p:spPr><a:xfrm><a:off x="16812312" y="12472059"/><a:ext cx="26034" cy="29209"/></a:xfrm><a:custGeom><a:avLst/><a:gdLst/><a:ahLst/><a:cxnLst/><a:rect l="l" t="t" r="r" b="b"/><a:pathLst><a:path w="26034" h="29209"><a:moveTo><a:pt x="0" y="29053"/></a:moveTo><a:lnTo><a:pt x="12260" y="0"/></a:lnTo><a:lnTo><a:pt x="25780" y="5709"/></a:lnTo></a:path></a:pathLst></a:custGeom><a:ln w="3175"><a:solidFill><a:srgbClr val="000000"/></a:solidFill></a:ln></p:spPr><p:txBody><a:bodyPr wrap="square" lIns="0" tIns="0" rIns="0" bIns="0" rtlCol="0"/><a:lstStyle/><a:p/></p:txBody></p:sp><p:sp><p:nvSpPr><p:cNvPr id="322" name="object 322"/><p:cNvSpPr/><p:nvPr/></p:nvSpPr><p:spPr><a:xfrm><a:off x="16818695" y="12485914"/><a:ext cx="8890" cy="3810"/></a:xfrm><a:custGeom><a:avLst/><a:gdLst/><a:ahLst/><a:cxnLst/><a:rect l="l" t="t" r="r" b="b"/><a:pathLst><a:path w="8890" h="3809"><a:moveTo><a:pt x="0" y="0"/></a:moveTo><a:lnTo><a:pt x="8313" y="3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323" name="object 323"/><p:cNvSpPr/><p:nvPr/></p:nvSpPr><p:spPr><a:xfrm><a:off x="16812312" y="12501112"/><a:ext cx="13970" cy="5715"/></a:xfrm><a:custGeom><a:avLst/><a:gdLst/><a:ahLst/><a:cxnLst/><a:rect l="l" t="t" r="r" b="b"/><a:pathLst><a:path w="13969" h="5715"><a:moveTo><a:pt x="0" y="0"/></a:moveTo><a:lnTo><a:pt x="13435" y="5709"/></a:lnTo></a:path></a:pathLst></a:custGeom><a:ln w="3175"><a:solidFill><a:srgbClr val="000000"/></a:solidFill></a:ln></p:spPr><p:txBody><a:bodyPr wrap="square" lIns="0" tIns="0" rIns="0" bIns="0" rtlCol="0"/><a:lstStyle/><a:p/></p:txBody></p:sp><p:sp><p:nvSpPr><p:cNvPr id="324" name="object 324"/><p:cNvSpPr/><p:nvPr/></p:nvSpPr><p:spPr><a:xfrm><a:off x="16850100" y="12484654"/><a:ext cx="20955" cy="31115"/></a:xfrm><a:custGeom><a:avLst/><a:gdLst/><a:ahLst/><a:cxnLst/><a:rect l="l" t="t" r="r" b="b"/><a:pathLst><a:path w="20955" h="31115"><a:moveTo><a:pt x="0" y="30816"/></a:moveTo><a:lnTo><a:pt x="6634" y="0"/></a:lnTo><a:lnTo><a:pt x="20909" y="3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325" name="object 325"/><p:cNvSpPr/><p:nvPr/></p:nvSpPr><p:spPr><a:xfrm><a:off x="16853544" y="12499349"/><a:ext cx="8890" cy="2540"/></a:xfrm><a:custGeom><a:avLst/><a:gdLst/><a:ahLst/><a:cxnLst/><a:rect l="l" t="t" r="r" b="b"/><a:pathLst><a:path w="8890" h="2540"><a:moveTo><a:pt x="0" y="0"/></a:moveTo><a:lnTo><a:pt x="8817" y="1931"/></a:lnTo></a:path></a:pathLst></a:custGeom><a:ln w="3175"><a:solidFill><a:srgbClr val="000000"/></a:solidFill></a:ln></p:spPr><p:txBody><a:bodyPr wrap="square" lIns="0" tIns="0" rIns="0" bIns="0" rtlCol="0"/><a:lstStyle/><a:p/></p:txBody></p:sp><p:sp><p:nvSpPr><p:cNvPr id="326" name="object 326"/><p:cNvSpPr/><p:nvPr/></p:nvSpPr><p:spPr><a:xfrm><a:off x="16850100" y="12515471"/><a:ext cx="14604" cy="3175"/></a:xfrm><a:custGeom><a:avLst/><a:gdLst/><a:ahLst/><a:cxnLst/><a:rect l="l" t="t" r="r" b="b"/><a:pathLst><a:path w="14605" h="3175"><a:moveTo><a:pt x="0" y="0"/></a:moveTo><a:lnTo><a:pt x="14275" y="3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327" name="object 327"/><p:cNvSpPr/><p:nvPr/></p:nvSpPr><p:spPr><a:xfrm><a:off x="16870758" y="12489861"/><a:ext cx="19050" cy="32384"/></a:xfrm><a:custGeom><a:avLst/><a:gdLst/><a:ahLst/><a:cxnLst/><a:rect l="l" t="t" r="r" b="b"/><a:pathLst><a:path w="19050" h="32384"><a:moveTo><a:pt x="18474" y="8984"/></a:moveTo><a:lnTo><a:pt x="17802" y="5793"/></a:lnTo><a:lnTo><a:pt x="16039" y="2519"/></a:lnTo><a:lnTo><a:pt x="14023" y="671"/></a:lnTo><a:lnTo><a:pt x="9573" y="0"/></a:lnTo><a:lnTo><a:pt x="7137" y="1175"/></a:lnTo><a:lnTo><a:pt x="4450" y="3778"/></a:lnTo><a:lnTo><a:pt x="2855" y="6633"/></a:lnTo><a:lnTo><a:pt x="1091" y="10916"/></a:lnTo><a:lnTo><a:pt x="0" y="18305"/></a:lnTo><a:lnTo><a:pt x="419" y="22923"/></a:lnTo><a:lnTo><a:pt x="1091" y="26114"/></a:lnTo><a:lnTo><a:pt x="2855" y="29389"/></a:lnTo><a:lnTo><a:pt x="4870" y="31236"/></a:lnTo><a:lnTo><a:pt x="9321" y="31908"/></a:lnTo><a:lnTo><a:pt x="11756" y="30732"/></a:lnTo><a:lnTo><a:pt x="14443" y="28129"/></a:lnTo><a:lnTo><a:pt x="16039" y="25274"/></a:lnTo></a:path></a:pathLst></a:custGeom><a:ln w="3175"><a:solidFill><a:srgbClr val="000000"/></a:solidFill></a:ln></p:spPr><p:txBody><a:bodyPr wrap="square" lIns="0" tIns="0" rIns="0" bIns="0" rtlCol="0"/><a:lstStyle/><a:p/></p:txBody></p:sp><p:sp><p:nvSpPr><p:cNvPr id="328" name="object 328"/><p:cNvSpPr/><p:nvPr/></p:nvSpPr><p:spPr><a:xfrm><a:off x="16813403" y="12646716"/><a:ext cx="15240" cy="27305"/></a:xfrm><a:custGeom><a:avLst/><a:gdLst/><a:ahLst/><a:cxnLst/><a:rect l="l" t="t" r="r" b="b"/><a:pathLst><a:path w="15240" h="27304"><a:moveTo><a:pt x="0" y="0"/></a:moveTo><a:lnTo><a:pt x="15199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329" name="object 329"/><p:cNvSpPr/><p:nvPr/></p:nvSpPr><p:spPr><a:xfrm><a:off x="16841031" y="12653265"/><a:ext cx="17780" cy="26034"/></a:xfrm><a:custGeom><a:avLst/><a:gdLst/><a:ahLst/><a:cxnLst/><a:rect l="l" t="t" r="r" b="b"/><a:pathLst><a:path w="17780" h="26034"><a:moveTo><a:pt x="0" y="0"/></a:moveTo><a:lnTo><a:pt x="17214" y="25442"/></a:lnTo></a:path></a:pathLst></a:custGeom><a:ln w="3175"><a:solidFill><a:srgbClr val="000000"/></a:solidFill></a:ln></p:spPr><p:txBody><a:bodyPr wrap="square" lIns="0" tIns="0" rIns="0" bIns="0" rtlCol="0"/><a:lstStyle/><a:p/></p:txBody></p:sp><p:sp><p:nvSpPr><p:cNvPr id="330" name="object 330"/><p:cNvSpPr/><p:nvPr/></p:nvSpPr><p:spPr><a:xfrm><a:off x="16828184" y="12674677"/><a:ext cx="30480" cy="5080"/></a:xfrm><a:custGeom><a:avLst/><a:gdLst/><a:ahLst/><a:cxnLst/><a:rect l="l" t="t" r="r" b="b"/><a:pathLst><a:path w="30480" h="5079"><a:moveTo><a:pt x="0" y="0"/></a:moveTo><a:lnTo><a:pt x="2351" y="1091"/></a:lnTo><a:lnTo><a:pt x="8392" y="3230"/></a:lnTo><a:lnTo><a:pt x="14674" y="4539"/></a:lnTo><a:lnTo><a:pt x="21072" y="4964"/></a:lnTo><a:lnTo><a:pt x="27459" y="4450"/></a:lnTo><a:lnTo><a:pt x="30062" y="3946"/></a:lnTo></a:path></a:pathLst></a:custGeom><a:ln w="3175"><a:solidFill><a:srgbClr val="000000"/></a:solidFill></a:ln></p:spPr><p:txBody><a:bodyPr wrap="square" lIns="0" tIns="0" rIns="0" bIns="0" rtlCol="0"/><a:lstStyle/><a:p/></p:txBody></p:sp><p:sp><p:nvSpPr><p:cNvPr id="331" name="object 331"/><p:cNvSpPr/><p:nvPr/></p:nvSpPr><p:spPr><a:xfrm><a:off x="16814076" y="12648521"/><a:ext cx="27305" cy="5080"/></a:xfrm><a:custGeom><a:avLst/><a:gdLst/><a:ahLst/><a:cxnLst/><a:rect l="l" t="t" r="r" b="b"/><a:pathLst><a:path w="27305" h="5079"><a:moveTo><a:pt x="26955" y="4744"/></a:moveTo><a:lnTo><a:pt x="24352" y="3736"/></a:lnTo><a:lnTo><a:pt x="17431" y="1311"/></a:lnTo><a:lnTo><a:pt x="10025" y="0"/></a:lnTo><a:lnTo><a:pt x="2687" y="713"/></a:lnTo><a:lnTo><a:pt x="0" y="965"/></a:lnTo></a:path></a:pathLst></a:custGeom><a:ln w="3175"><a:solidFill><a:srgbClr val="000000"/></a:solidFill></a:ln></p:spPr><p:txBody><a:bodyPr wrap="square" lIns="0" tIns="0" rIns="0" bIns="0" rtlCol="0"/><a:lstStyle/><a:p/></p:txBody></p:sp><p:sp><p:nvSpPr><p:cNvPr id="332" name="object 332"/><p:cNvSpPr/><p:nvPr/></p:nvSpPr><p:spPr><a:xfrm><a:off x="16868995" y="12657632"/><a:ext cx="19685" cy="24130"/></a:xfrm><a:custGeom><a:avLst/><a:gdLst/><a:ahLst/><a:cxnLst/><a:rect l="l" t="t" r="r" b="b"/><a:pathLst><a:path w="19684" h="24129"><a:moveTo><a:pt x="0" y="0"/></a:moveTo><a:lnTo><a:pt x="19230" y="23931"/></a:lnTo></a:path></a:pathLst></a:custGeom><a:ln w="3175"><a:solidFill><a:srgbClr val="000000"/></a:solidFill></a:ln></p:spPr><p:txBody><a:bodyPr wrap="square" lIns="0" tIns="0" rIns="0" bIns="0" rtlCol="0"/><a:lstStyle/><a:p/></p:txBody></p:sp><p:sp><p:nvSpPr><p:cNvPr id="333" name="object 333"/><p:cNvSpPr/><p:nvPr/></p:nvSpPr><p:spPr><a:xfrm><a:off x="16857995" y="12679968"/><a:ext cx="30480" cy="3810"/></a:xfrm><a:custGeom><a:avLst/><a:gdLst/><a:ahLst/><a:cxnLst/><a:rect l="l" t="t" r="r" b="b"/><a:pathLst><a:path w="30480" h="3809"><a:moveTo><a:pt x="0" y="0"/></a:moveTo><a:lnTo><a:pt x="2435" y="923"/></a:lnTo><a:lnTo><a:pt x="8635" y="2610"/></a:lnTo><a:lnTo><a:pt x="14975" y="3379"/></a:lnTo><a:lnTo><a:pt x="21364" y="3256"/></a:lnTo><a:lnTo><a:pt x="27711" y="2267"/></a:lnTo><a:lnTo><a:pt x="30230" y="1595"/></a:lnTo></a:path></a:pathLst></a:custGeom><a:ln w="3175"><a:solidFill><a:srgbClr val="000000"/></a:solidFill></a:ln></p:spPr><p:txBody><a:bodyPr wrap="square" lIns="0" tIns="0" rIns="0" bIns="0" rtlCol="0"/><a:lstStyle/><a:p/></p:txBody></p:sp><p:sp><p:nvSpPr><p:cNvPr id="334" name="object 334"/><p:cNvSpPr/><p:nvPr/></p:nvSpPr><p:spPr><a:xfrm><a:off x="16841788" y="12654380"/><a:ext cx="27305" cy="3810"/></a:xfrm><a:custGeom><a:avLst/><a:gdLst/><a:ahLst/><a:cxnLst/><a:rect l="l" t="t" r="r" b="b"/><a:pathLst><a:path w="27305" h="3809"><a:moveTo><a:pt x="27207" y="3251"/></a:moveTo><a:lnTo><a:pt x="24520" y="2411"/></a:lnTo><a:lnTo><a:pt x="17206" y="382"/></a:lnTo><a:lnTo><a:pt x="10194" y="0"/></a:lnTo><a:lnTo><a:pt x="2687" y="1067"/></a:lnTo><a:lnTo><a:pt x="0" y="1571"/></a:lnTo></a:path></a:pathLst></a:custGeom><a:ln w="3175"><a:solidFill><a:srgbClr val="000000"/></a:solidFill></a:ln></p:spPr><p:txBody><a:bodyPr wrap="square" lIns="0" tIns="0" rIns="0" bIns="0" rtlCol="0"/><a:lstStyle/><a:p/></p:txBody></p:sp><p:sp><p:nvSpPr><p:cNvPr id="335" name="object 335"/><p:cNvSpPr/><p:nvPr/></p:nvSpPr><p:spPr><a:xfrm><a:off x="16734887" y="12614304"/><a:ext cx="8890" cy="29845"/></a:xfrm><a:custGeom><a:avLst/><a:gdLst/><a:ahLst/><a:cxnLst/><a:rect l="l" t="t" r="r" b="b"/><a:pathLst><a:path w="8890" h="29845"><a:moveTo><a:pt x="0" y="0"/></a:moveTo><a:lnTo><a:pt x="8481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336" name="object 336"/><p:cNvSpPr/><p:nvPr/></p:nvSpPr><p:spPr><a:xfrm><a:off x="16716078" y="12630677"/><a:ext cx="27305" cy="13335"/></a:xfrm><a:custGeom><a:avLst/><a:gdLst/><a:ahLst/><a:cxnLst/><a:rect l="l" t="t" r="r" b="b"/><a:pathLst><a:path w="27305" h="13334"><a:moveTo><a:pt x="0" y="0"/></a:moveTo><a:lnTo><a:pt x="1847" y="1763"/></a:lnTo><a:lnTo><a:pt x="8208" y="7504"/></a:lnTo><a:lnTo><a:pt x="16239" y="11398"/></a:lnTo><a:lnTo><a:pt x="24688" y="12847"/></a:lnTo><a:lnTo><a:pt x="27207" y="13183"/></a:lnTo></a:path></a:pathLst></a:custGeom><a:ln w="3175"><a:solidFill><a:srgbClr val="000000"/></a:solidFill></a:ln></p:spPr><p:txBody><a:bodyPr wrap="square" lIns="0" tIns="0" rIns="0" bIns="0" rtlCol="0"/><a:lstStyle/><a:p/></p:txBody></p:sp><p:sp><p:nvSpPr><p:cNvPr id="337" name="object 337"/><p:cNvSpPr/><p:nvPr/></p:nvSpPr><p:spPr><a:xfrm><a:off x="16760163" y="12627151"/><a:ext cx="10795" cy="29209"/></a:xfrm><a:custGeom><a:avLst/><a:gdLst/><a:ahLst/><a:cxnLst/><a:rect l="l" t="t" r="r" b="b"/><a:pathLst><a:path w="10794" h="29209"><a:moveTo><a:pt x="0" y="0"/></a:moveTo><a:lnTo><a:pt x="10748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338" name="object 338"/><p:cNvSpPr/><p:nvPr/></p:nvSpPr><p:spPr><a:xfrm><a:off x="16742698" y="12644952"/><a:ext cx="28575" cy="11430"/></a:xfrm><a:custGeom><a:avLst/><a:gdLst/><a:ahLst/><a:cxnLst/><a:rect l="l" t="t" r="r" b="b"/><a:pathLst><a:path w="28575" h="11429"><a:moveTo><a:pt x="0" y="0"/></a:moveTo><a:lnTo><a:pt x="2015" y="1595"/></a:lnTo><a:lnTo><a:pt x="8986" y="6959"/></a:lnTo><a:lnTo><a:pt x="16871" y="9965"/></a:lnTo><a:lnTo><a:pt x="25612" y="10832"/></a:lnTo><a:lnTo><a:pt x="28215" y="11000"/></a:lnTo></a:path></a:pathLst></a:custGeom><a:ln w="3175"><a:solidFill><a:srgbClr val="000000"/></a:solidFill></a:ln></p:spPr><p:txBody><a:bodyPr wrap="square" lIns="0" tIns="0" rIns="0" bIns="0" rtlCol="0"/><a:lstStyle/><a:p/></p:txBody></p:sp><p:sp><p:nvSpPr><p:cNvPr id="339" name="object 339"/><p:cNvSpPr/><p:nvPr/></p:nvSpPr><p:spPr><a:xfrm><a:off x="16734887" y="12617074"/><a:ext cx="25400" cy="10160"/></a:xfrm><a:custGeom><a:avLst/><a:gdLst/><a:ahLst/><a:cxnLst/><a:rect l="l" t="t" r="r" b="b"/><a:pathLst><a:path w="25400" h="10159"><a:moveTo><a:pt x="25276" y="10076"/></a:moveTo><a:lnTo><a:pt x="23009" y="8480"/></a:lnTo><a:lnTo><a:pt x="16846" y="4461"/></a:lnTo><a:lnTo><a:pt x="9974" y="1574"/></a:lnTo><a:lnTo><a:pt x="2687" y="41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40" name="object 340"/><p:cNvSpPr/><p:nvPr/></p:nvSpPr><p:spPr><a:xfrm><a:off x="16786363" y="12637983"/><a:ext cx="13335" cy="27940"/></a:xfrm><a:custGeom><a:avLst/><a:gdLst/><a:ahLst/><a:cxnLst/><a:rect l="l" t="t" r="r" b="b"/><a:pathLst><a:path w="13334" h="27940"><a:moveTo><a:pt x="0" y="0"/></a:moveTo><a:lnTo><a:pt x="13016" y="27877"/></a:lnTo></a:path></a:pathLst></a:custGeom><a:ln w="3175"><a:solidFill><a:srgbClr val="000000"/></a:solidFill></a:ln></p:spPr><p:txBody><a:bodyPr wrap="square" lIns="0" tIns="0" rIns="0" bIns="0" rtlCol="0"/><a:lstStyle/><a:p/></p:txBody></p:sp><p:sp><p:nvSpPr><p:cNvPr id="341" name="object 341"/><p:cNvSpPr/><p:nvPr/></p:nvSpPr><p:spPr><a:xfrm><a:off x="16770409" y="12657128"/><a:ext cx="29209" cy="8890"/></a:xfrm><a:custGeom><a:avLst/><a:gdLst/><a:ahLst/><a:cxnLst/><a:rect l="l" t="t" r="r" b="b"/><a:pathLst><a:path w="29209" h="8890"><a:moveTo><a:pt x="0" y="0"/></a:moveTo><a:lnTo><a:pt x="2099" y="1427"/></a:lnTo><a:lnTo><a:pt x="9251" y="6136"/></a:lnTo><a:lnTo><a:pt x="17809" y="8679"/></a:lnTo><a:lnTo><a:pt x="26368" y="8732"/></a:lnTo><a:lnTo><a:pt x="28971" y="8648"/></a:lnTo></a:path></a:pathLst></a:custGeom><a:ln w="3175"><a:solidFill><a:srgbClr val="000000"/></a:solidFill></a:ln></p:spPr><p:txBody><a:bodyPr wrap="square" lIns="0" tIns="0" rIns="0" bIns="0" rtlCol="0"/><a:lstStyle/><a:p/></p:txBody></p:sp><p:sp><p:nvSpPr><p:cNvPr id="342" name="object 342"/><p:cNvSpPr/><p:nvPr/></p:nvSpPr><p:spPr><a:xfrm><a:off x="16760332" y="12629921"/><a:ext cx="26034" cy="8255"/></a:xfrm><a:custGeom><a:avLst/><a:gdLst/><a:ahLst/><a:cxnLst/><a:rect l="l" t="t" r="r" b="b"/><a:pathLst><a:path w="26034" h="8254"><a:moveTo><a:pt x="26032" y="8061"/></a:moveTo><a:lnTo><a:pt x="23680" y="6717"/></a:lnTo><a:lnTo><a:pt x="17521" y="3014"/></a:lnTo><a:lnTo><a:pt x="9885" y="911"/></a:lnTo><a:lnTo><a:pt x="2771" y="1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43" name="object 343"/><p:cNvSpPr/><p:nvPr/></p:nvSpPr><p:spPr><a:xfrm><a:off x="16798959" y="12667120"/><a:ext cx="29845" cy="6985"/></a:xfrm><a:custGeom><a:avLst/><a:gdLst/><a:ahLst/><a:cxnLst/><a:rect l="l" t="t" r="r" b="b"/><a:pathLst><a:path w="29844" h="6984"><a:moveTo><a:pt x="0" y="0"/></a:moveTo><a:lnTo><a:pt x="27039" y="6633"/></a:lnTo><a:lnTo><a:pt x="29559" y="6381"/></a:lnTo></a:path></a:pathLst></a:custGeom><a:ln w="3175"><a:solidFill><a:srgbClr val="000000"/></a:solidFill></a:ln></p:spPr><p:txBody><a:bodyPr wrap="square" lIns="0" tIns="0" rIns="0" bIns="0" rtlCol="0"/><a:lstStyle/><a:p/></p:txBody></p:sp><p:sp><p:nvSpPr><p:cNvPr id="344" name="object 344"/><p:cNvSpPr/><p:nvPr/></p:nvSpPr><p:spPr><a:xfrm><a:off x="16786783" y="12640754"/><a:ext cx="26670" cy="6350"/></a:xfrm><a:custGeom><a:avLst/><a:gdLst/><a:ahLst/><a:cxnLst/><a:rect l="l" t="t" r="r" b="b"/><a:pathLst><a:path w="26669" h="6350"><a:moveTo><a:pt x="26619" y="6045"/></a:moveTo><a:lnTo><a:pt x="24100" y="4786"/></a:lnTo><a:lnTo><a:pt x="17522" y="1746"/></a:lnTo><a:lnTo><a:pt x="10019" y="40"/></a:lnTo><a:lnTo><a:pt x="2771" y="0"/></a:lnTo><a:lnTo><a:pt x="0" y="83"/></a:lnTo></a:path></a:pathLst></a:custGeom><a:ln w="3175"><a:solidFill><a:srgbClr val="000000"/></a:solidFill></a:ln></p:spPr><p:txBody><a:bodyPr wrap="square" lIns="0" tIns="0" rIns="0" bIns="0" rtlCol="0"/><a:lstStyle/><a:p/></p:txBody></p:sp><p:sp><p:nvSpPr><p:cNvPr id="345" name="object 345"/><p:cNvSpPr/><p:nvPr/></p:nvSpPr><p:spPr><a:xfrm><a:off x="16979590" y="12478776"/><a:ext cx="25400" cy="29209"/></a:xfrm><a:custGeom><a:avLst/><a:gdLst/><a:ahLst/><a:cxnLst/><a:rect l="l" t="t" r="r" b="b"/><a:pathLst><a:path w="25400" h="29209"><a:moveTo><a:pt x="0" y="0"/></a:moveTo><a:lnTo><a:pt x="12596" y="28885"/></a:lnTo><a:lnTo><a:pt x="25024" y="23511"/></a:lnTo></a:path></a:pathLst></a:custGeom><a:ln w="3175"><a:solidFill><a:srgbClr val="000000"/></a:solidFill></a:ln></p:spPr><p:txBody><a:bodyPr wrap="square" lIns="0" tIns="0" rIns="0" bIns="0" rtlCol="0"/><a:lstStyle/><a:p/></p:txBody></p:sp><p:sp><p:nvSpPr><p:cNvPr id="346" name="object 346"/><p:cNvSpPr/><p:nvPr/></p:nvSpPr><p:spPr><a:xfrm><a:off x="16966994" y="12483059"/><a:ext cx="19050" cy="33020"/></a:xfrm><a:custGeom><a:avLst/><a:gdLst/><a:ahLst/><a:cxnLst/><a:rect l="l" t="t" r="r" b="b"/><a:pathLst><a:path w="19050" h="33020"><a:moveTo><a:pt x="1763" y="32748"/></a:moveTo><a:lnTo><a:pt x="0" y="0"/></a:lnTo><a:lnTo><a:pt x="18726" y="26870"/></a:lnTo></a:path></a:pathLst></a:custGeom><a:ln w="3175"><a:solidFill><a:srgbClr val="000000"/></a:solidFill></a:ln></p:spPr><p:txBody><a:bodyPr wrap="square" lIns="0" tIns="0" rIns="0" bIns="0" rtlCol="0"/><a:lstStyle/><a:p/></p:txBody></p:sp><p:sp><p:nvSpPr><p:cNvPr id="347" name="object 347"/><p:cNvSpPr/><p:nvPr/></p:nvSpPr><p:spPr><a:xfrm><a:off x="16968506" y="12501028"/><a:ext cx="10795" cy="3810"/></a:xfrm><a:custGeom><a:avLst/><a:gdLst/><a:ahLst/><a:cxnLst/><a:rect l="l" t="t" r="r" b="b"/><a:pathLst><a:path w="10794" h="3809"><a:moveTo><a:pt x="0" y="3694"/></a:moveTo><a:lnTo><a:pt x="1066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48" name="object 348"/><p:cNvSpPr/><p:nvPr/></p:nvSpPr><p:spPr><a:xfrm><a:off x="16943481" y="12487090"/><a:ext cx="19685" cy="31750"/></a:xfrm><a:custGeom><a:avLst/><a:gdLst/><a:ahLst/><a:cxnLst/><a:rect l="l" t="t" r="r" b="b"/><a:pathLst><a:path w="19684" h="31750"><a:moveTo><a:pt x="15451" y="6045"/></a:moveTo><a:lnTo><a:pt x="13687" y="3358"/></a:lnTo><a:lnTo><a:pt x="10748" y="923"/></a:lnTo><a:lnTo><a:pt x="8229" y="0"/></a:lnTo><a:lnTo><a:pt x="3862" y="1007"/></a:lnTo><a:lnTo><a:pt x="2015" y="3022"/></a:lnTo><a:lnTo><a:pt x="503" y="6465"/></a:lnTo><a:lnTo><a:pt x="83" y="9656"/></a:lnTo><a:lnTo><a:pt x="0" y="14274"/></a:lnTo><a:lnTo><a:pt x="1763" y="21580"/></a:lnTo><a:lnTo><a:pt x="3862" y="25694"/></a:lnTo><a:lnTo><a:pt x="5626" y="28381"/></a:lnTo><a:lnTo><a:pt x="8481" y="30816"/></a:lnTo><a:lnTo><a:pt x="11084" y="31740"/></a:lnTo><a:lnTo><a:pt x="15451" y="30732"/></a:lnTo><a:lnTo><a:pt x="17298" y="28717"/></a:lnTo><a:lnTo><a:pt x="18810" y="25274"/></a:lnTo><a:lnTo><a:pt x="19230" y="22083"/></a:lnTo></a:path></a:pathLst></a:custGeom><a:ln w="3175"><a:solidFill><a:srgbClr val="000000"/></a:solidFill></a:ln></p:spPr><p:txBody><a:bodyPr wrap="square" lIns="0" tIns="0" rIns="0" bIns="0" rtlCol="0"/><a:lstStyle/><a:p/></p:txBody></p:sp><p:sp><p:nvSpPr><p:cNvPr id="349" name="object 349"/><p:cNvSpPr/><p:nvPr/></p:nvSpPr><p:spPr><a:xfrm><a:off x="16934748" y="12490616"/><a:ext cx="5080" cy="31750"/></a:xfrm><a:custGeom><a:avLst/><a:gdLst/><a:ahLst/><a:cxnLst/><a:rect l="l" t="t" r="r" b="b"/><a:pathLst><a:path w="5080" h="31750"><a:moveTo><a:pt x="0" y="0"/></a:moveTo><a:lnTo><a:pt x="4702" y="31152"/></a:lnTo></a:path></a:pathLst></a:custGeom><a:ln w="3175"><a:solidFill><a:srgbClr val="000000"/></a:solidFill></a:ln></p:spPr><p:txBody><a:bodyPr wrap="square" lIns="0" tIns="0" rIns="0" bIns="0" rtlCol="0"/><a:lstStyle/><a:p/></p:txBody></p:sp><p:sp><p:nvSpPr><p:cNvPr id="350" name="object 350"/><p:cNvSpPr/><p:nvPr/></p:nvSpPr><p:spPr><a:xfrm><a:off x="16914005" y="12491456"/><a:ext cx="16510" cy="32384"/></a:xfrm><a:custGeom><a:avLst/><a:gdLst/><a:ahLst/><a:cxnLst/><a:rect l="l" t="t" r="r" b="b"/><a:pathLst><a:path w="16509" h="32384"><a:moveTo><a:pt x="2099" y="32160"/></a:moveTo><a:lnTo><a:pt x="0" y="755"/></a:lnTo><a:lnTo><a:pt x="10076" y="0"/></a:lnTo><a:lnTo><a:pt x="13519" y="1343"/></a:lnTo><a:lnTo><a:pt x="14779" y="2687"/></a:lnTo><a:lnTo><a:pt x="16123" y="5625"/></a:lnTo><a:lnTo><a:pt x="16291" y="8648"/></a:lnTo><a:lnTo><a:pt x="15367" y="11755"/></a:lnTo><a:lnTo><a:pt x="14359" y="13267"/></a:lnTo><a:lnTo><a:pt x="11084" y="15030"/></a:lnTo><a:lnTo><a:pt x="1007" y="15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351" name="object 351"/><p:cNvSpPr/><p:nvPr/></p:nvSpPr><p:spPr><a:xfrm><a:off x="16922907" y="12506654"/><a:ext cx="9525" cy="15875"/></a:xfrm><a:custGeom><a:avLst/><a:gdLst/><a:ahLst/><a:cxnLst/><a:rect l="l" t="t" r="r" b="b"/><a:pathLst><a:path w="9525" h="15875"><a:moveTo><a:pt x="0" y="0"/></a:moveTo><a:lnTo><a:pt x="8985" y="1587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2" name="object 352"/><p:cNvSpPr/><p:nvPr/></p:nvSpPr><p:spPr><a:xfrm><a:off x="16981940" y="12652425"/><a:ext cx="26034" cy="17145"/></a:xfrm><a:custGeom><a:avLst/><a:gdLst/><a:ahLst/><a:cxnLst/><a:rect l="l" t="t" r="r" b="b"/><a:pathLst><a:path w="26034" h="17145"><a:moveTo><a:pt x="0" y="0"/></a:moveTo><a:lnTo><a:pt x="25696" y="16793"/></a:lnTo></a:path></a:pathLst></a:custGeom><a:ln w="3175"><a:solidFill><a:srgbClr val="000000"/></a:solidFill></a:ln></p:spPr><p:txBody><a:bodyPr wrap="square" lIns="0" tIns="0" rIns="0" bIns="0" rtlCol="0"/><a:lstStyle/><a:p/></p:txBody></p:sp><p:sp><p:nvSpPr><p:cNvPr id="353" name="object 353"/><p:cNvSpPr/><p:nvPr/></p:nvSpPr><p:spPr><a:xfrm><a:off x="16978499" y="12669220"/><a:ext cx="29845" cy="8255"/></a:xfrm><a:custGeom><a:avLst/><a:gdLst/><a:ahLst/><a:cxnLst/><a:rect l="l" t="t" r="r" b="b"/><a:pathLst><a:path w="29844" h="8254"><a:moveTo><a:pt x="0" y="7893"/></a:moveTo><a:lnTo><a:pt x="27039" y="1427"/></a:lnTo><a:lnTo><a:pt x="2922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4" name="object 354"/><p:cNvSpPr/><p:nvPr/></p:nvSpPr><p:spPr><a:xfrm><a:off x="17009485" y="12645624"/><a:ext cx="27305" cy="14604"/></a:xfrm><a:custGeom><a:avLst/><a:gdLst/><a:ahLst/><a:cxnLst/><a:rect l="l" t="t" r="r" b="b"/><a:pathLst><a:path w="27305" h="14604"><a:moveTo><a:pt x="0" y="0"/></a:moveTo><a:lnTo><a:pt x="26955" y="1461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5" name="object 355"/><p:cNvSpPr/><p:nvPr/></p:nvSpPr><p:spPr><a:xfrm><a:off x="17007973" y="12660235"/><a:ext cx="28575" cy="10795"/></a:xfrm><a:custGeom><a:avLst/><a:gdLst/><a:ahLst/><a:cxnLst/><a:rect l="l" t="t" r="r" b="b"/><a:pathLst><a:path w="28575" h="10795"><a:moveTo><a:pt x="0" y="10244"/></a:moveTo><a:lnTo><a:pt x="26452" y="1595"/></a:lnTo><a:lnTo><a:pt x="2846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6" name="object 356"/><p:cNvSpPr/><p:nvPr/></p:nvSpPr><p:spPr><a:xfrm><a:off x="16983705" y="12645624"/><a:ext cx="26034" cy="9525"/></a:xfrm><a:custGeom><a:avLst/><a:gdLst/><a:ahLst/><a:cxnLst/><a:rect l="l" t="t" r="r" b="b"/><a:pathLst><a:path w="26034" h="9525"><a:moveTo><a:pt x="25696" y="0"/></a:moveTo><a:lnTo><a:pt x="23009" y="251"/></a:lnTo><a:lnTo><a:pt x="16048" y="1034"/></a:lnTo><a:lnTo><a:pt x="8270" y="3740"/></a:lnTo><a:lnTo><a:pt x="2351" y="7473"/></a:lnTo><a:lnTo><a:pt x="0" y="8984"/></a:lnTo></a:path></a:pathLst></a:custGeom><a:ln w="3175"><a:solidFill><a:srgbClr val="000000"/></a:solidFill></a:ln></p:spPr><p:txBody><a:bodyPr wrap="square" lIns="0" tIns="0" rIns="0" bIns="0" rtlCol="0"/><a:lstStyle/><a:p/></p:txBody></p:sp><p:sp><p:nvSpPr><p:cNvPr id="357" name="object 357"/><p:cNvSpPr/><p:nvPr/></p:nvSpPr><p:spPr><a:xfrm><a:off x="17036357" y="12636555"/><a:ext cx="28575" cy="12700"/></a:xfrm><a:custGeom><a:avLst/><a:gdLst/><a:ahLst/><a:cxnLst/><a:rect l="l" t="t" r="r" b="b"/><a:pathLst><a:path w="28575" h="12700"><a:moveTo><a:pt x="0" y="0"/></a:moveTo><a:lnTo><a:pt x="28047" y="12511"/></a:lnTo></a:path></a:pathLst></a:custGeom><a:ln w="3175"><a:solidFill><a:srgbClr val="000000"/></a:solidFill></a:ln></p:spPr><p:txBody><a:bodyPr wrap="square" lIns="0" tIns="0" rIns="0" bIns="0" rtlCol="0"/><a:lstStyle/><a:p/></p:txBody></p:sp><p:sp><p:nvSpPr><p:cNvPr id="358" name="object 358"/><p:cNvSpPr/><p:nvPr/></p:nvSpPr><p:spPr><a:xfrm><a:off x="17036861" y="12649067"/><a:ext cx="27940" cy="12700"/></a:xfrm><a:custGeom><a:avLst/><a:gdLst/><a:ahLst/><a:cxnLst/><a:rect l="l" t="t" r="r" b="b"/><a:pathLst><a:path w="27940" h="12700"><a:moveTo><a:pt x="0" y="12427"/></a:moveTo><a:lnTo><a:pt x="2519" y="12175"/></a:lnTo><a:lnTo><a:pt x="10468" y="11093"/></a:lnTo><a:lnTo><a:pt x="19683" y="7138"/></a:lnTo><a:lnTo><a:pt x="25612" y="1679"/></a:lnTo><a:lnTo><a:pt x="2754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59" name="object 359"/><p:cNvSpPr/><p:nvPr/></p:nvSpPr><p:spPr><a:xfrm><a:off x="17011416" y="12636555"/><a:ext cx="25400" cy="11430"/></a:xfrm><a:custGeom><a:avLst/><a:gdLst/><a:ahLst/><a:cxnLst/><a:rect l="l" t="t" r="r" b="b"/><a:pathLst><a:path w="25400" h="11429"><a:moveTo><a:pt x="24856" y="0"/></a:moveTo><a:lnTo><a:pt x="22169" y="503"/></a:lnTo><a:lnTo><a:pt x="14976" y="1962"/></a:lnTo><a:lnTo><a:pt x="8130" y="5025"/></a:lnTo><a:lnTo><a:pt x="2183" y="9320"/></a:lnTo><a:lnTo><a:pt x="0" y="1100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0" name="object 360"/><p:cNvSpPr/><p:nvPr/></p:nvSpPr><p:spPr><a:xfrm><a:off x="17038540" y="12625387"/><a:ext cx="24130" cy="13335"/></a:xfrm><a:custGeom><a:avLst/><a:gdLst/><a:ahLst/><a:cxnLst/><a:rect l="l" t="t" r="r" b="b"/><a:pathLst><a:path w="24130" h="13334"><a:moveTo><a:pt x="23932" y="0"/></a:moveTo><a:lnTo><a:pt x="21245" y="755"/></a:lnTo><a:lnTo><a:pt x="14601" y="2573"/></a:lnTo><a:lnTo><a:pt x="7179" y="6627"/></a:lnTo><a:lnTo><a:pt x="2015" y="11167"/></a:lnTo><a:lnTo><a:pt x="0" y="13015"/></a:lnTo></a:path></a:pathLst></a:custGeom><a:ln w="3175"><a:solidFill><a:srgbClr val="000000"/></a:solidFill></a:ln></p:spPr><p:txBody><a:bodyPr wrap="square" lIns="0" tIns="0" rIns="0" bIns="0" rtlCol="0"/><a:lstStyle/><a:p/></p:txBody></p:sp><p:sp><p:nvSpPr><p:cNvPr id="361" name="object 361"/><p:cNvSpPr/><p:nvPr/></p:nvSpPr><p:spPr><a:xfrm><a:off x="16897294" y="12659647"/><a:ext cx="21590" cy="22860"/></a:xfrm><a:custGeom><a:avLst/><a:gdLst/><a:ahLst/><a:cxnLst/><a:rect l="l" t="t" r="r" b="b"/><a:pathLst><a:path w="21590" h="22859"><a:moveTo><a:pt x="0" y="0"/></a:moveTo><a:lnTo><a:pt x="21077" y="22419"/></a:lnTo></a:path></a:pathLst></a:custGeom><a:ln w="3175"><a:solidFill><a:srgbClr val="000000"/></a:solidFill></a:ln></p:spPr><p:txBody><a:bodyPr wrap="square" lIns="0" tIns="0" rIns="0" bIns="0" rtlCol="0"/><a:lstStyle/><a:p/></p:txBody></p:sp><p:sp><p:nvSpPr><p:cNvPr id="362" name="object 362"/><p:cNvSpPr/><p:nvPr/></p:nvSpPr><p:spPr><a:xfrm><a:off x="16925679" y="12659563"/><a:ext cx="22860" cy="20955"/></a:xfrm><a:custGeom><a:avLst/><a:gdLst/><a:ahLst/><a:cxnLst/><a:rect l="l" t="t" r="r" b="b"/><a:pathLst><a:path w="22859" h="20954"><a:moveTo><a:pt x="0" y="0"/></a:moveTo><a:lnTo><a:pt x="22757" y="20572"/></a:lnTo></a:path></a:pathLst></a:custGeom><a:ln w="3175"><a:solidFill><a:srgbClr val="000000"/></a:solidFill></a:ln></p:spPr><p:txBody><a:bodyPr wrap="square" lIns="0" tIns="0" rIns="0" bIns="0" rtlCol="0"/><a:lstStyle/><a:p/></p:txBody></p:sp><p:sp><p:nvSpPr><p:cNvPr id="363" name="object 363"/><p:cNvSpPr/><p:nvPr/></p:nvSpPr><p:spPr><a:xfrm><a:off x="16918372" y="12680135"/><a:ext cx="30480" cy="4445"/></a:xfrm><a:custGeom><a:avLst/><a:gdLst/><a:ahLst/><a:cxnLst/><a:rect l="l" t="t" r="r" b="b"/><a:pathLst><a:path w="30480" h="4445"><a:moveTo><a:pt x="0" y="3190"/></a:moveTo><a:lnTo><a:pt x="2519" y="3694"/></a:lnTo><a:lnTo><a:pt x="8803" y="4419"/></a:lnTo><a:lnTo><a:pt x="15309" y="4189"/></a:lnTo><a:lnTo><a:pt x="21718" y="3039"/></a:lnTo><a:lnTo><a:pt x="27711" y="1007"/></a:lnTo><a:lnTo><a:pt x="3006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4" name="object 364"/><p:cNvSpPr/><p:nvPr/></p:nvSpPr><p:spPr><a:xfrm><a:off x="16898555" y="12658296"/><a:ext cx="27305" cy="4445"/></a:xfrm><a:custGeom><a:avLst/><a:gdLst/><a:ahLst/><a:cxnLst/><a:rect l="l" t="t" r="r" b="b"/><a:pathLst><a:path w="27305" h="4445"><a:moveTo><a:pt x="27123" y="1266"/></a:moveTo><a:lnTo><a:pt x="24436" y="846"/></a:lnTo><a:lnTo><a:pt x="17118" y="0"/></a:lnTo><a:lnTo><a:pt x="9638" y="794"/></a:lnTo><a:lnTo><a:pt x="2603" y="2945"/></a:lnTo><a:lnTo><a:pt x="0" y="3869"/></a:lnTo></a:path></a:pathLst></a:custGeom><a:ln w="3175"><a:solidFill><a:srgbClr val="000000"/></a:solidFill></a:ln></p:spPr><p:txBody><a:bodyPr wrap="square" lIns="0" tIns="0" rIns="0" bIns="0" rtlCol="0"/><a:lstStyle/><a:p/></p:txBody></p:sp><p:sp><p:nvSpPr><p:cNvPr id="365" name="object 365"/><p:cNvSpPr/><p:nvPr/></p:nvSpPr><p:spPr><a:xfrm><a:off x="16927105" y="12656845"/><a:ext cx="27305" cy="5080"/></a:xfrm><a:custGeom><a:avLst/><a:gdLst/><a:ahLst/><a:cxnLst/><a:rect l="l" t="t" r="r" b="b"/><a:pathLst><a:path w="27305" h="5079"><a:moveTo><a:pt x="26787" y="282"/></a:moveTo><a:lnTo><a:pt x="24016" y="114"/></a:lnTo><a:lnTo><a:pt x="16261" y="0"/></a:lnTo><a:lnTo><a:pt x="9746" y="1165"/></a:lnTo><a:lnTo><a:pt x="2519" y="3977"/></a:lnTo><a:lnTo><a:pt x="0" y="5068"/></a:lnTo></a:path></a:pathLst></a:custGeom><a:ln w="3175"><a:solidFill><a:srgbClr val="000000"/></a:solidFill></a:ln></p:spPr><p:txBody><a:bodyPr wrap="square" lIns="0" tIns="0" rIns="0" bIns="0" rtlCol="0"/><a:lstStyle/><a:p/></p:txBody></p:sp><p:sp><p:nvSpPr><p:cNvPr id="366" name="object 366"/><p:cNvSpPr/><p:nvPr/></p:nvSpPr><p:spPr><a:xfrm><a:off x="16953978" y="12657128"/><a:ext cx="24765" cy="19050"/></a:xfrm><a:custGeom><a:avLst/><a:gdLst/><a:ahLst/><a:cxnLst/><a:rect l="l" t="t" r="r" b="b"/><a:pathLst><a:path w="24765" h="19050"><a:moveTo><a:pt x="0" y="0"/></a:moveTo><a:lnTo><a:pt x="24268" y="18725"/></a:lnTo></a:path></a:pathLst></a:custGeom><a:ln w="3175"><a:solidFill><a:srgbClr val="000000"/></a:solidFill></a:ln></p:spPr><p:txBody><a:bodyPr wrap="square" lIns="0" tIns="0" rIns="0" bIns="0" rtlCol="0"/><a:lstStyle/><a:p/></p:txBody></p:sp><p:sp><p:nvSpPr><p:cNvPr id="367" name="object 367"/><p:cNvSpPr/><p:nvPr/></p:nvSpPr><p:spPr><a:xfrm><a:off x="16948603" y="12675853"/><a:ext cx="29845" cy="6350"/></a:xfrm><a:custGeom><a:avLst/><a:gdLst/><a:ahLst/><a:cxnLst/><a:rect l="l" t="t" r="r" b="b"/><a:pathLst><a:path w="29844" h="6350"><a:moveTo><a:pt x="0" y="5541"/></a:moveTo><a:lnTo><a:pt x="2519" y="5877"/></a:lnTo><a:lnTo><a:pt x="8911" y="6122"/></a:lnTo><a:lnTo><a:pt x="15309" y="5363"/></a:lnTo><a:lnTo><a:pt x="21548" y="3706"/></a:lnTo><a:lnTo><a:pt x="27459" y="1259"/></a:lnTo><a:lnTo><a:pt x="2972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68" name="object 368"/><p:cNvSpPr/><p:nvPr/></p:nvSpPr><p:spPr><a:xfrm><a:off x="16955573" y="12652510"/><a:ext cx="26670" cy="6985"/></a:xfrm><a:custGeom><a:avLst/><a:gdLst/><a:ahLst/><a:cxnLst/><a:rect l="l" t="t" r="r" b="b"/><a:pathLst><a:path w="26669" h="6984"><a:moveTo><a:pt x="26368" y="0"/></a:moveTo><a:lnTo><a:pt x="23596" y="83"/></a:lnTo><a:lnTo><a:pt x="16060" y="393"/></a:lnTo><a:lnTo><a:pt x="9153" y="2190"/></a:lnTo><a:lnTo><a:pt x="2435" y="5625"/></a:lnTo><a:lnTo><a:pt x="0" y="6885"/></a:lnTo></a:path></a:pathLst></a:custGeom><a:ln w="3175"><a:solidFill><a:srgbClr val="000000"/></a:solidFill></a:ln></p:spPr><p:txBody><a:bodyPr wrap="square" lIns="0" tIns="0" rIns="0" bIns="0" rtlCol="0"/><a:lstStyle/><a:p/></p:txBody></p:sp><p:sp><p:nvSpPr><p:cNvPr id="369" name="object 369"/><p:cNvSpPr/><p:nvPr/></p:nvSpPr><p:spPr><a:xfrm><a:off x="16763272" y="12379861"/><a:ext cx="15240" cy="31750"/></a:xfrm><a:custGeom><a:avLst/><a:gdLst/><a:ahLst/><a:cxnLst/><a:rect l="l" t="t" r="r" b="b"/><a:pathLst><a:path w="15240" h="31750"><a:moveTo><a:pt x="0" y="31488"/></a:moveTo><a:lnTo><a:pt x="0" y="0"/></a:lnTo><a:lnTo><a:pt x="1469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0" name="object 370"/><p:cNvSpPr/><p:nvPr/></p:nvSpPr><p:spPr><a:xfrm><a:off x="16763272" y="12394891"/><a:ext cx="9525" cy="0"/></a:xfrm><a:custGeom><a:avLst/><a:gdLst/><a:ahLst/><a:cxnLst/><a:rect l="l" t="t" r="r" b="b"/><a:pathLst><a:path w="9525" h="0"><a:moveTo><a:pt x="0" y="0"/></a:moveTo><a:lnTo><a:pt x="906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1" name="object 371"/><p:cNvSpPr/><p:nvPr/></p:nvSpPr><p:spPr><a:xfrm><a:off x="16763272" y="12411349"/><a:ext cx="15240" cy="0"/></a:xfrm><a:custGeom><a:avLst/><a:gdLst/><a:ahLst/><a:cxnLst/><a:rect l="l" t="t" r="r" b="b"/><a:pathLst><a:path w="15240" h="0"><a:moveTo><a:pt x="0" y="0"/></a:moveTo><a:lnTo><a:pt x="1469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2" name="object 372"/><p:cNvSpPr/><p:nvPr/></p:nvSpPr><p:spPr><a:xfrm><a:off x="16783593" y="12379861"/><a:ext cx="15875" cy="31750"/></a:xfrm><a:custGeom><a:avLst/><a:gdLst/><a:ahLst/><a:cxnLst/><a:rect l="l" t="t" r="r" b="b"/><a:pathLst><a:path w="15875" h="31750"><a:moveTo><a:pt x="0" y="0"/></a:moveTo><a:lnTo><a:pt x="15703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373" name="object 373"/><p:cNvSpPr/><p:nvPr/></p:nvSpPr><p:spPr><a:xfrm><a:off x="16783593" y="12379861"/><a:ext cx="15875" cy="31750"/></a:xfrm><a:custGeom><a:avLst/><a:gdLst/><a:ahLst/><a:cxnLst/><a:rect l="l" t="t" r="r" b="b"/><a:pathLst><a:path w="15875" h="31750"><a:moveTo><a:pt x="15703" y="0"/></a:moveTo><a:lnTo><a:pt x="0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374" name="object 374"/><p:cNvSpPr/><p:nvPr/></p:nvSpPr><p:spPr><a:xfrm><a:off x="16807190" y="12379861"/><a:ext cx="15875" cy="31750"/></a:xfrm><a:custGeom><a:avLst/><a:gdLst/><a:ahLst/><a:cxnLst/><a:rect l="l" t="t" r="r" b="b"/><a:pathLst><a:path w="15875" h="31750"><a:moveTo><a:pt x="0" y="31488"/></a:moveTo><a:lnTo><a:pt x="0" y="0"/></a:lnTo><a:lnTo><a:pt x="10160" y="0"/></a:lnTo><a:lnTo><a:pt x="13519" y="1511"/></a:lnTo><a:lnTo><a:pt x="14695" y="3022"/></a:lnTo><a:lnTo><a:pt x="15787" y="5961"/></a:lnTo><a:lnTo><a:pt x="15787" y="10496"/></a:lnTo><a:lnTo><a:pt x="14695" y="13519"/></a:lnTo><a:lnTo><a:pt x="13519" y="15030"/></a:lnTo><a:lnTo><a:pt x="10160" y="16542"/></a:lnTo><a:lnTo><a:pt x="0" y="16542"/></a:lnTo></a:path></a:pathLst></a:custGeom><a:ln w="3175"><a:solidFill><a:srgbClr val="000000"/></a:solidFill></a:ln></p:spPr><p:txBody><a:bodyPr wrap="square" lIns="0" tIns="0" rIns="0" bIns="0" rtlCol="0"/><a:lstStyle/><a:p/></p:txBody></p:sp><p:sp><p:nvSpPr><p:cNvPr id="375" name="object 375"/><p:cNvSpPr/><p:nvPr/></p:nvSpPr><p:spPr><a:xfrm><a:off x="16830871" y="12408410"/><a:ext cx="2540" cy="3175"/></a:xfrm><a:custGeom><a:avLst/><a:gdLst/><a:ahLst/><a:cxnLst/><a:rect l="l" t="t" r="r" b="b"/><a:pathLst><a:path w="2540" h="3175"><a:moveTo><a:pt x="1091" y="0"/></a:moveTo><a:lnTo><a:pt x="0" y="1427"/></a:lnTo><a:lnTo><a:pt x="1091" y="2938"/></a:lnTo><a:lnTo><a:pt x="2267" y="1427"/></a:lnTo><a:lnTo><a:pt x="1091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376" name="object 376"/><p:cNvSpPr/><p:nvPr/></p:nvSpPr><p:spPr><a:xfrm><a:off x="16865803" y="12379861"/><a:ext cx="15240" cy="31750"/></a:xfrm><a:custGeom><a:avLst/><a:gdLst/><a:ahLst/><a:cxnLst/><a:rect l="l" t="t" r="r" b="b"/><a:pathLst><a:path w="15240" h="31750"><a:moveTo><a:pt x="13435" y="4534"/></a:moveTo><a:lnTo><a:pt x="12344" y="1511"/></a:lnTo><a:lnTo><a:pt x="8985" y="0"/></a:lnTo><a:lnTo><a:pt x="6717" y="0"/></a:lnTo><a:lnTo><a:pt x="3358" y="1511"/></a:lnTo><a:lnTo><a:pt x="1091" y="5961"/></a:lnTo><a:lnTo><a:pt x="0" y="13519"/></a:lnTo><a:lnTo><a:pt x="0" y="20992"/></a:lnTo><a:lnTo><a:pt x="1091" y="27038"/></a:lnTo><a:lnTo><a:pt x="3358" y="29977"/></a:lnTo><a:lnTo><a:pt x="6717" y="31488"/></a:lnTo><a:lnTo><a:pt x="7809" y="31488"/></a:lnTo><a:lnTo><a:pt x="11252" y="29977"/></a:lnTo><a:lnTo><a:pt x="13435" y="27038"/></a:lnTo><a:lnTo><a:pt x="14611" y="22503"/></a:lnTo><a:lnTo><a:pt x="14611" y="20992"/></a:lnTo><a:lnTo><a:pt x="0" y="20992"/></a:lnTo></a:path></a:pathLst></a:custGeom><a:ln w="3175"><a:solidFill><a:srgbClr val="000000"/></a:solidFill></a:ln></p:spPr><p:txBody><a:bodyPr wrap="square" lIns="0" tIns="0" rIns="0" bIns="0" rtlCol="0"/><a:lstStyle/><a:p/></p:txBody></p:sp><p:sp><p:nvSpPr><p:cNvPr id="377" name="object 377"/><p:cNvSpPr/><p:nvPr/></p:nvSpPr><p:spPr><a:xfrm><a:off x="16888309" y="12397830"/><a:ext cx="20320" cy="0"/></a:xfrm><a:custGeom><a:avLst/><a:gdLst/><a:ahLst/><a:cxnLst/><a:rect l="l" t="t" r="r" b="b"/><a:pathLst><a:path w="20319" h="0"><a:moveTo><a:pt x="0" y="0"/></a:moveTo><a:lnTo><a:pt x="2023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78" name="object 378"/><p:cNvSpPr/><p:nvPr/></p:nvSpPr><p:spPr><a:xfrm><a:off x="16916441" y="12379861"/><a:ext cx="15875" cy="31750"/></a:xfrm><a:custGeom><a:avLst/><a:gdLst/><a:ahLst/><a:cxnLst/><a:rect l="l" t="t" r="r" b="b"/><a:pathLst><a:path w="15875" h="31750"><a:moveTo><a:pt x="2267" y="0"/></a:moveTo><a:lnTo><a:pt x="14611" y="0"/></a:lnTo><a:lnTo><a:pt x="7893" y="12007"/></a:lnTo><a:lnTo><a:pt x="11252" y="12007"/></a:lnTo><a:lnTo><a:pt x="13519" y="13519"/></a:lnTo><a:lnTo><a:pt x="14611" y="15030"/></a:lnTo><a:lnTo><a:pt x="15787" y="19480"/></a:lnTo><a:lnTo><a:pt x="15787" y="22503"/></a:lnTo><a:lnTo><a:pt x="14611" y="27038"/></a:lnTo><a:lnTo><a:pt x="12344" y="29977"/></a:lnTo><a:lnTo><a:pt x="8985" y="31488"/></a:lnTo><a:lnTo><a:pt x="5626" y="31488"/></a:lnTo><a:lnTo><a:pt x="2267" y="29977"/></a:lnTo><a:lnTo><a:pt x="1091" y="28549"/></a:lnTo><a:lnTo><a:pt x="0" y="25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379" name="object 379"/><p:cNvSpPr/><p:nvPr/></p:nvSpPr><p:spPr><a:xfrm><a:off x="16938946" y="12379861"/><a:ext cx="15875" cy="31750"/></a:xfrm><a:custGeom><a:avLst/><a:gdLst/><a:ahLst/><a:cxnLst/><a:rect l="l" t="t" r="r" b="b"/><a:pathLst><a:path w="15875" h="31750"><a:moveTo><a:pt x="6801" y="0"/></a:moveTo><a:lnTo><a:pt x="3358" y="1511"/></a:lnTo><a:lnTo><a:pt x="1091" y="5961"/></a:lnTo><a:lnTo><a:pt x="0" y="13519"/></a:lnTo><a:lnTo><a:pt x="0" y="17969"/></a:lnTo><a:lnTo><a:pt x="1091" y="25526"/></a:lnTo><a:lnTo><a:pt x="3358" y="29977"/></a:lnTo><a:lnTo><a:pt x="6801" y="31488"/></a:lnTo><a:lnTo><a:pt x="8985" y="31488"/></a:lnTo><a:lnTo><a:pt x="12428" y="29977"/></a:lnTo><a:lnTo><a:pt x="14611" y="25526"/></a:lnTo><a:lnTo><a:pt x="15787" y="17969"/></a:lnTo><a:lnTo><a:pt x="15787" y="13519"/></a:lnTo><a:lnTo><a:pt x="14611" y="5961"/></a:lnTo><a:lnTo><a:pt x="12428" y="1511"/></a:lnTo><a:lnTo><a:pt x="8985" y="0"/></a:lnTo><a:lnTo><a:pt x="6801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380" name="object 380"/><p:cNvSpPr/><p:nvPr/></p:nvSpPr><p:spPr><a:xfrm><a:off x="16962627" y="12397830"/><a:ext cx="20320" cy="0"/></a:xfrm><a:custGeom><a:avLst/><a:gdLst/><a:ahLst/><a:cxnLst/><a:rect l="l" t="t" r="r" b="b"/><a:pathLst><a:path w="20319" h="0"><a:moveTo><a:pt x="0" y="0"/></a:moveTo><a:lnTo><a:pt x="2023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1" name="object 381"/><p:cNvSpPr/><p:nvPr/></p:nvSpPr><p:spPr><a:xfrm><a:off x="16990759" y="12379861"/><a:ext cx="15875" cy="31750"/></a:xfrm><a:custGeom><a:avLst/><a:gdLst/><a:ahLst/><a:cxnLst/><a:rect l="l" t="t" r="r" b="b"/><a:pathLst><a:path w="15875" h="31750"><a:moveTo><a:pt x="1091" y="7473"/></a:moveTo><a:lnTo><a:pt x="1091" y="5961"/></a:lnTo><a:lnTo><a:pt x="2267" y="3022"/></a:lnTo><a:lnTo><a:pt x="3358" y="1511"/></a:lnTo><a:lnTo><a:pt x="5626" y="0"/></a:lnTo><a:lnTo><a:pt x="10160" y="0"/></a:lnTo><a:lnTo><a:pt x="12344" y="1511"/></a:lnTo><a:lnTo><a:pt x="13519" y="3022"/></a:lnTo><a:lnTo><a:pt x="14611" y="5961"/></a:lnTo><a:lnTo><a:pt x="14611" y="8984"/></a:lnTo><a:lnTo><a:pt x="13519" y="12007"/></a:lnTo><a:lnTo><a:pt x="11252" y="16542"/></a:lnTo><a:lnTo><a:pt x="0" y="31488"/></a:lnTo><a:lnTo><a:pt x="15787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382" name="object 382"/><p:cNvSpPr/><p:nvPr/></p:nvSpPr><p:spPr><a:xfrm><a:off x="17013264" y="12379861"/><a:ext cx="15875" cy="31750"/></a:xfrm><a:custGeom><a:avLst/><a:gdLst/><a:ahLst/><a:cxnLst/><a:rect l="l" t="t" r="r" b="b"/><a:pathLst><a:path w="15875" h="31750"><a:moveTo><a:pt x="6717" y="0"/></a:moveTo><a:lnTo><a:pt x="3358" y="1511"/></a:lnTo><a:lnTo><a:pt x="1091" y="5961"/></a:lnTo><a:lnTo><a:pt x="0" y="13519"/></a:lnTo><a:lnTo><a:pt x="0" y="17969"/></a:lnTo><a:lnTo><a:pt x="1091" y="25526"/></a:lnTo><a:lnTo><a:pt x="3358" y="29977"/></a:lnTo><a:lnTo><a:pt x="6717" y="31488"/></a:lnTo><a:lnTo><a:pt x="8985" y="31488"/></a:lnTo><a:lnTo><a:pt x="12428" y="29977"/></a:lnTo><a:lnTo><a:pt x="14611" y="25526"/></a:lnTo><a:lnTo><a:pt x="15787" y="17969"/></a:lnTo><a:lnTo><a:pt x="15787" y="13519"/></a:lnTo><a:lnTo><a:pt x="14611" y="5961"/></a:lnTo><a:lnTo><a:pt x="12428" y="1511"/></a:lnTo><a:lnTo><a:pt x="8985" y="0"/></a:lnTo><a:lnTo><a:pt x="6717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383" name="object 383"/><p:cNvSpPr/><p:nvPr/></p:nvSpPr><p:spPr><a:xfrm><a:off x="17035768" y="12379861"/><a:ext cx="15875" cy="31750"/></a:xfrm><a:custGeom><a:avLst/><a:gdLst/><a:ahLst/><a:cxnLst/><a:rect l="l" t="t" r="r" b="b"/><a:pathLst><a:path w="15875" h="31750"><a:moveTo><a:pt x="1175" y="7473"/></a:moveTo><a:lnTo><a:pt x="1175" y="5961"/></a:lnTo><a:lnTo><a:pt x="2267" y="3022"/></a:lnTo><a:lnTo><a:pt x="3358" y="1511"/></a:lnTo><a:lnTo><a:pt x="5626" y="0"/></a:lnTo><a:lnTo><a:pt x="10160" y="0"/></a:lnTo><a:lnTo><a:pt x="12428" y="1511"/></a:lnTo><a:lnTo><a:pt x="13519" y="3022"/></a:lnTo><a:lnTo><a:pt x="14611" y="5961"/></a:lnTo><a:lnTo><a:pt x="14611" y="8984"/></a:lnTo><a:lnTo><a:pt x="13519" y="12007"/></a:lnTo><a:lnTo><a:pt x="11252" y="16542"/></a:lnTo><a:lnTo><a:pt x="0" y="31488"/></a:lnTo><a:lnTo><a:pt x="15787" y="31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384" name="object 384"/><p:cNvSpPr/><p:nvPr/></p:nvSpPr><p:spPr><a:xfrm><a:off x="17058274" y="12379861"/><a:ext cx="15875" cy="31750"/></a:xfrm><a:custGeom><a:avLst/><a:gdLst/><a:ahLst/><a:cxnLst/><a:rect l="l" t="t" r="r" b="b"/><a:pathLst><a:path w="15875" h="31750"><a:moveTo><a:pt x="4534" y="31488"/></a:moveTo><a:lnTo><a:pt x="15787" y="0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5" name="object 385"/><p:cNvSpPr/><p:nvPr/></p:nvSpPr><p:spPr><a:xfrm><a:off x="16769065" y="12281448"/><a:ext cx="22225" cy="43815"/></a:xfrm><a:custGeom><a:avLst/><a:gdLst/><a:ahLst/><a:cxnLst/><a:rect l="l" t="t" r="r" b="b"/><a:pathLst><a:path w="22225" h="43815"><a:moveTo><a:pt x="0" y="43412"/></a:moveTo><a:lnTo><a:pt x="0" y="0"/></a:lnTo><a:lnTo><a:pt x="21749" y="43412"/></a:lnTo><a:lnTo><a:pt x="2174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6" name="object 386"/><p:cNvSpPr/><p:nvPr/></p:nvSpPr><p:spPr><a:xfrm><a:off x="16801648" y="12295975"/><a:ext cx="20320" cy="29209"/></a:xfrm><a:custGeom><a:avLst/><a:gdLst/><a:ahLst/><a:cxnLst/><a:rect l="l" t="t" r="r" b="b"/><a:pathLst><a:path w="20319" h="29209"><a:moveTo><a:pt x="7725" y="0"/></a:moveTo><a:lnTo><a:pt x="4618" y="2015"/></a:lnTo><a:lnTo><a:pt x="1511" y="6129"/></a:lnTo><a:lnTo><a:pt x="0" y="12343"/></a:lnTo><a:lnTo><a:pt x="0" y="16458"/></a:lnTo><a:lnTo><a:pt x="1511" y="22671"/></a:lnTo><a:lnTo><a:pt x="4618" y="26786"/></a:lnTo><a:lnTo><a:pt x="7725" y="28885"/></a:lnTo><a:lnTo><a:pt x="12344" y="28885"/></a:lnTo><a:lnTo><a:pt x="15451" y="26786"/></a:lnTo><a:lnTo><a:pt x="18558" y="22671"/></a:lnTo><a:lnTo><a:pt x="20069" y="16458"/></a:lnTo><a:lnTo><a:pt x="20069" y="12343"/></a:lnTo><a:lnTo><a:pt x="18558" y="6129"/></a:lnTo><a:lnTo><a:pt x="15451" y="2015"/></a:lnTo><a:lnTo><a:pt x="12344" y="0"/></a:lnTo><a:lnTo><a:pt x="7725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387" name="object 387"/><p:cNvSpPr/><p:nvPr/></p:nvSpPr><p:spPr><a:xfrm><a:off x="16832550" y="12320746"/><a:ext cx="3175" cy="4445"/></a:xfrm><a:custGeom><a:avLst/><a:gdLst/><a:ahLst/><a:cxnLst/><a:rect l="l" t="t" r="r" b="b"/><a:pathLst><a:path w="3175" h="4445"><a:moveTo><a:pt x="1595" y="0"/></a:moveTo><a:lnTo><a:pt x="0" y="2015"/></a:lnTo><a:lnTo><a:pt x="1595" y="4114"/></a:lnTo><a:lnTo><a:pt x="3107" y="2015"/></a:lnTo><a:lnTo><a:pt x="1595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388" name="object 388"/><p:cNvSpPr/><p:nvPr/></p:nvSpPr><p:spPr><a:xfrm><a:off x="16880584" y="12281448"/><a:ext cx="20320" cy="43815"/></a:xfrm><a:custGeom><a:avLst/><a:gdLst/><a:ahLst/><a:cxnLst/><a:rect l="l" t="t" r="r" b="b"/><a:pathLst><a:path w="20319" h="43815"><a:moveTo><a:pt x="0" y="43412"/></a:moveTo><a:lnTo><a:pt x="0" y="0"/></a:lnTo><a:lnTo><a:pt x="2006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89" name="object 389"/><p:cNvSpPr/><p:nvPr/></p:nvSpPr><p:spPr><a:xfrm><a:off x="16880584" y="12302105"/><a:ext cx="12700" cy="0"/></a:xfrm><a:custGeom><a:avLst/><a:gdLst/><a:ahLst/><a:cxnLst/><a:rect l="l" t="t" r="r" b="b"/><a:pathLst><a:path w="12700" h="0"><a:moveTo><a:pt x="0" y="0"/></a:moveTo><a:lnTo><a:pt x="1234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0" name="object 390"/><p:cNvSpPr/><p:nvPr/></p:nvSpPr><p:spPr><a:xfrm><a:off x="16880584" y="12324860"/><a:ext cx="20320" cy="0"/></a:xfrm><a:custGeom><a:avLst/><a:gdLst/><a:ahLst/><a:cxnLst/><a:rect l="l" t="t" r="r" b="b"/><a:pathLst><a:path w="20319" h="0"><a:moveTo><a:pt x="0" y="0"/></a:moveTo><a:lnTo><a:pt x="2006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1" name="object 391"/><p:cNvSpPr/><p:nvPr/></p:nvSpPr><p:spPr><a:xfrm><a:off x="16909974" y="12306219"/><a:ext cx="27940" cy="0"/></a:xfrm><a:custGeom><a:avLst/><a:gdLst/><a:ahLst/><a:cxnLst/><a:rect l="l" t="t" r="r" b="b"/><a:pathLst><a:path w="27940" h="0"><a:moveTo><a:pt x="0" y="0"/></a:moveTo><a:lnTo><a:pt x="2787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2" name="object 392"/><p:cNvSpPr/><p:nvPr/></p:nvSpPr><p:spPr><a:xfrm><a:off x="16953305" y="12281448"/><a:ext cx="8255" cy="43815"/></a:xfrm><a:custGeom><a:avLst/><a:gdLst/><a:ahLst/><a:cxnLst/><a:rect l="l" t="t" r="r" b="b"/><a:pathLst><a:path w="8255" h="43815"><a:moveTo><a:pt x="0" y="8312"/></a:moveTo><a:lnTo><a:pt x="3107" y="6213"/></a:lnTo><a:lnTo><a:pt x="7809" y="0"/></a:lnTo><a:lnTo><a:pt x="7809" y="43412"/></a:lnTo></a:path></a:pathLst></a:custGeom><a:ln w="3175"><a:solidFill><a:srgbClr val="000000"/></a:solidFill></a:ln></p:spPr><p:txBody><a:bodyPr wrap="square" lIns="0" tIns="0" rIns="0" bIns="0" rtlCol="0"/><a:lstStyle/><a:p/></p:txBody></p:sp><p:sp><p:nvSpPr><p:cNvPr id="393" name="object 393"/><p:cNvSpPr/><p:nvPr/></p:nvSpPr><p:spPr><a:xfrm><a:off x="16981185" y="12281448"/><a:ext cx="20320" cy="43815"/></a:xfrm><a:custGeom><a:avLst/><a:gdLst/><a:ahLst/><a:cxnLst/><a:rect l="l" t="t" r="r" b="b"/><a:pathLst><a:path w="20319" h="43815"><a:moveTo><a:pt x="18558" y="6213"/></a:moveTo><a:lnTo><a:pt x="17046" y="2099"/></a:lnTo><a:lnTo><a:pt x="12428" y="0"/></a:lnTo><a:lnTo><a:pt x="9321" y="0"/></a:lnTo><a:lnTo><a:pt x="4618" y="2099"/></a:lnTo><a:lnTo><a:pt x="1595" y="8312"/></a:lnTo><a:lnTo><a:pt x="0" y="18641"/></a:lnTo><a:lnTo><a:pt x="0" y="28969"/></a:lnTo><a:lnTo><a:pt x="1595" y="37198"/></a:lnTo><a:lnTo><a:pt x="4618" y="41313"/></a:lnTo><a:lnTo><a:pt x="9321" y="43412"/></a:lnTo><a:lnTo><a:pt x="10832" y="43412"/></a:lnTo><a:lnTo><a:pt x="15535" y="41313"/></a:lnTo><a:lnTo><a:pt x="18558" y="37198"/></a:lnTo><a:lnTo><a:pt x="20153" y="30984"/></a:lnTo><a:lnTo><a:pt x="20153" y="28969"/></a:lnTo><a:lnTo><a:pt x="0" y="28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394" name="object 394"/><p:cNvSpPr/><p:nvPr/></p:nvSpPr><p:spPr><a:xfrm><a:off x="17010576" y="12281448"/><a:ext cx="20320" cy="43815"/></a:xfrm><a:custGeom><a:avLst/><a:gdLst/><a:ahLst/><a:cxnLst/><a:rect l="l" t="t" r="r" b="b"/><a:pathLst><a:path w="20319" h="43815"><a:moveTo><a:pt x="20153" y="14526"/></a:moveTo><a:lnTo><a:pt x="0" y="14526"/></a:lnTo><a:lnTo><a:pt x="0" y="12427"/></a:lnTo><a:lnTo><a:pt x="1595" y="6213"/></a:lnTo><a:lnTo><a:pt x="4702" y="2099"/></a:lnTo><a:lnTo><a:pt x="9321" y="0"/></a:lnTo><a:lnTo><a:pt x="10916" y="0"/></a:lnTo><a:lnTo><a:pt x="15535" y="2099"/></a:lnTo><a:lnTo><a:pt x="18642" y="6213"/></a:lnTo><a:lnTo><a:pt x="20153" y="14526"/></a:lnTo><a:lnTo><a:pt x="20153" y="24771"/></a:lnTo><a:lnTo><a:pt x="18642" y="35099"/></a:lnTo><a:lnTo><a:pt x="15535" y="41313"/></a:lnTo><a:lnTo><a:pt x="10916" y="43412"/></a:lnTo><a:lnTo><a:pt x="7809" y="43412"/></a:lnTo><a:lnTo><a:pt x="3107" y="41313"/></a:lnTo><a:lnTo><a:pt x="1595" y="37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395" name="object 395"/><p:cNvSpPr/><p:nvPr/></p:nvSpPr><p:spPr><a:xfrm><a:off x="17041563" y="12281448"/><a:ext cx="23495" cy="43815"/></a:xfrm><a:custGeom><a:avLst/><a:gdLst/><a:ahLst/><a:cxnLst/><a:rect l="l" t="t" r="r" b="b"/><a:pathLst><a:path w="23494" h="43815"><a:moveTo><a:pt x="15535" y="0"/></a:moveTo><a:lnTo><a:pt x="0" y="28969"/></a:lnTo><a:lnTo><a:pt x="23261" y="28969"/></a:lnTo></a:path><a:path w="23494" h="43815"><a:moveTo><a:pt x="15535" y="0"/></a:moveTo><a:lnTo><a:pt x="15535" y="43412"/></a:lnTo></a:path></a:pathLst></a:custGeom><a:ln w="3175"><a:solidFill><a:srgbClr val="000000"/></a:solidFill></a:ln></p:spPr><p:txBody><a:bodyPr wrap="square" lIns="0" tIns="0" rIns="0" bIns="0" rtlCol="0"/><a:lstStyle/><a:p/></p:txBody></p:sp><p:sp><p:nvSpPr><p:cNvPr id="396" name="object 396"/><p:cNvSpPr/><p:nvPr/></p:nvSpPr><p:spPr><a:xfrm><a:off x="17072550" y="12281448"/><a:ext cx="22225" cy="43815"/></a:xfrm><a:custGeom><a:avLst/><a:gdLst/><a:ahLst/><a:cxnLst/><a:rect l="l" t="t" r="r" b="b"/><a:pathLst><a:path w="22225" h="43815"><a:moveTo><a:pt x="18558" y="0"/></a:moveTo><a:lnTo><a:pt x="3107" y="0"/></a:lnTo><a:lnTo><a:pt x="1511" y="18641"/></a:lnTo><a:lnTo><a:pt x="3107" y="16542"/></a:lnTo><a:lnTo><a:pt x="7725" y="14526"/></a:lnTo><a:lnTo><a:pt x="12344" y="14526"/></a:lnTo><a:lnTo><a:pt x="17046" y="16542"/></a:lnTo><a:lnTo><a:pt x="20153" y="20656"/></a:lnTo><a:lnTo><a:pt x="21665" y="26870"/></a:lnTo><a:lnTo><a:pt x="21665" y="30984"/></a:lnTo><a:lnTo><a:pt x="20153" y="37198"/></a:lnTo><a:lnTo><a:pt x="17046" y="41313"/></a:lnTo><a:lnTo><a:pt x="12344" y="43412"/></a:lnTo><a:lnTo><a:pt x="7725" y="43412"/></a:lnTo><a:lnTo><a:pt x="3107" y="41313"/></a:lnTo><a:lnTo><a:pt x="1511" y="39297"/></a:lnTo><a:lnTo><a:pt x="0" y="35099"/></a:lnTo></a:path></a:pathLst></a:custGeom><a:ln w="3175"><a:solidFill><a:srgbClr val="000000"/></a:solidFill></a:ln></p:spPr><p:txBody><a:bodyPr wrap="square" lIns="0" tIns="0" rIns="0" bIns="0" rtlCol="0"/><a:lstStyle/><a:p/></p:txBody></p:sp><p:sp><p:nvSpPr><p:cNvPr id="397" name="object 397"/><p:cNvSpPr/><p:nvPr/></p:nvSpPr><p:spPr><a:xfrm><a:off x="17254524" y="12434608"/><a:ext cx="10795" cy="28575"/></a:xfrm><a:custGeom><a:avLst/><a:gdLst/><a:ahLst/><a:cxnLst/><a:rect l="l" t="t" r="r" b="b"/><a:pathLst><a:path w="10794" h="28575"><a:moveTo><a:pt x="0" y="28465"/></a:moveTo><a:lnTo><a:pt x="1595" y="26366"/></a:lnTo><a:lnTo><a:pt x="6849" y="19091"/></a:lnTo><a:lnTo><a:pt x="9626" y="11550"/></a:lnTo><a:lnTo><a:pt x="10328" y="2603"/></a:lnTo><a:lnTo><a:pt x="1041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398" name="object 398"/><p:cNvSpPr/><p:nvPr/></p:nvSpPr><p:spPr><a:xfrm><a:off x="17226811" y="12445944"/><a:ext cx="10160" cy="26034"/></a:xfrm><a:custGeom><a:avLst/><a:gdLst/><a:ahLst/><a:cxnLst/><a:rect l="l" t="t" r="r" b="b"/><a:pathLst><a:path w="10159" h="26034"><a:moveTo><a:pt x="9573" y="0"/></a:moveTo><a:lnTo><a:pt x="7389" y="3274"/></a:lnTo><a:lnTo><a:pt x="3885" y="8983"/></a:lnTo><a:lnTo><a:pt x="1706" y="15002"/></a:lnTo><a:lnTo><a:pt x="503" y="21580"/></a:lnTo><a:lnTo><a:pt x="0" y="25526"/></a:lnTo></a:path></a:pathLst></a:custGeom><a:ln w="3175"><a:solidFill><a:srgbClr val="000000"/></a:solidFill></a:ln></p:spPr><p:txBody><a:bodyPr wrap="square" lIns="0" tIns="0" rIns="0" bIns="0" rtlCol="0"/><a:lstStyle/><a:p/></p:txBody></p:sp><p:sp><p:nvSpPr><p:cNvPr id="399" name="object 399"/><p:cNvSpPr/><p:nvPr/></p:nvSpPr><p:spPr><a:xfrm><a:off x="17155601" y="12561402"/><a:ext cx="31115" cy="1270"/></a:xfrm><a:custGeom><a:avLst/><a:gdLst/><a:ahLst/><a:cxnLst/><a:rect l="l" t="t" r="r" b="b"/><a:pathLst><a:path w="31115" h="1270"><a:moveTo><a:pt x="0" y="0"/></a:moveTo><a:lnTo><a:pt x="30650" y="671"/></a:lnTo></a:path></a:pathLst></a:custGeom><a:ln w="3175"><a:solidFill><a:srgbClr val="000000"/></a:solidFill></a:ln></p:spPr><p:txBody><a:bodyPr wrap="square" lIns="0" tIns="0" rIns="0" bIns="0" rtlCol="0"/><a:lstStyle/><a:p/></p:txBody></p:sp><p:sp><p:nvSpPr><p:cNvPr id="400" name="object 400"/><p:cNvSpPr/><p:nvPr/></p:nvSpPr><p:spPr><a:xfrm><a:off x="17165678" y="12561990"/><a:ext cx="20955" cy="22225"/></a:xfrm><a:custGeom><a:avLst/><a:gdLst/><a:ahLst/><a:cxnLst/><a:rect l="l" t="t" r="r" b="b"/><a:pathLst><a:path w="20955" h="22225"><a:moveTo><a:pt x="0" y="22167"/></a:moveTo><a:lnTo><a:pt x="2183" y="20908"/></a:lnTo><a:lnTo><a:pt x="9259" y="16936"/></a:lnTo><a:lnTo><a:pt x="15959" y="9636"/></a:lnTo><a:lnTo><a:pt x="19482" y="2351"/></a:lnTo><a:lnTo><a:pt x="2057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1" name="object 401"/><p:cNvSpPr/><p:nvPr/></p:nvSpPr><p:spPr><a:xfrm><a:off x="17175335" y="12539235"/><a:ext cx="31115" cy="1905"/></a:xfrm><a:custGeom><a:avLst/><a:gdLst/><a:ahLst/><a:cxnLst/><a:rect l="l" t="t" r="r" b="b"/><a:pathLst><a:path w="31115" h="1904"><a:moveTo><a:pt x="0" y="1763"/></a:moveTo><a:lnTo><a:pt x="3065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2" name="object 402"/><p:cNvSpPr/><p:nvPr/></p:nvSpPr><p:spPr><a:xfrm><a:off x="17187260" y="12539235"/><a:ext cx="19050" cy="24130"/></a:xfrm><a:custGeom><a:avLst/><a:gdLst/><a:ahLst/><a:cxnLst/><a:rect l="l" t="t" r="r" b="b"/><a:pathLst><a:path w="19050" h="24129"><a:moveTo><a:pt x="0" y="23763"/></a:moveTo><a:lnTo><a:pt x="17886" y="2435"/></a:lnTo><a:lnTo><a:pt x="1872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3" name="object 403"/><p:cNvSpPr/><p:nvPr/></p:nvSpPr><p:spPr><a:xfrm><a:off x="17158204" y="12541082"/><a:ext cx="17145" cy="21590"/></a:xfrm><a:custGeom><a:avLst/><a:gdLst/><a:ahLst/><a:cxnLst/><a:rect l="l" t="t" r="r" b="b"/><a:pathLst><a:path w="17144" h="21590"><a:moveTo><a:pt x="17130" y="0"/></a:moveTo><a:lnTo><a:pt x="14947" y="1679"/></a:lnTo><a:lnTo><a:pt x="8890" y="6563"/></a:lnTo><a:lnTo><a:pt x="4768" y="11848"/></a:lnTo><a:lnTo><a:pt x="1175" y="18725"/></a:lnTo><a:lnTo><a:pt x="0" y="2116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4" name="object 404"/><p:cNvSpPr/><p:nvPr/></p:nvSpPr><p:spPr><a:xfrm><a:off x="17193390" y="12514883"/><a:ext cx="30480" cy="4445"/></a:xfrm><a:custGeom><a:avLst/><a:gdLst/><a:ahLst/><a:cxnLst/><a:rect l="l" t="t" r="r" b="b"/><a:pathLst><a:path w="30480" h="4445"><a:moveTo><a:pt x="0" y="4282"/></a:moveTo><a:lnTo><a:pt x="3039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5" name="object 405"/><p:cNvSpPr/><p:nvPr/></p:nvSpPr><p:spPr><a:xfrm><a:off x="17206993" y="12514883"/><a:ext cx="17145" cy="25400"/></a:xfrm><a:custGeom><a:avLst/><a:gdLst/><a:ahLst/><a:cxnLst/><a:rect l="l" t="t" r="r" b="b"/><a:pathLst><a:path w="17144" h="25400"><a:moveTo><a:pt x="0" y="25190"/></a:moveTo><a:lnTo><a:pt x="2015" y="23595"/></a:lnTo><a:lnTo><a:pt x="8568" y="18078"/></a:lnTo><a:lnTo><a:pt x="13529" y="10683"/></a:lnTo><a:lnTo><a:pt x="16123" y="2519"/></a:lnTo><a:lnTo><a:pt x="1679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6" name="object 406"/><p:cNvSpPr/><p:nvPr/></p:nvSpPr><p:spPr><a:xfrm><a:off x="17178022" y="12519166"/><a:ext cx="15875" cy="22860"/></a:xfrm><a:custGeom><a:avLst/><a:gdLst/><a:ahLst/><a:cxnLst/><a:rect l="l" t="t" r="r" b="b"/><a:pathLst><a:path w="15875" h="22859"><a:moveTo><a:pt x="15367" y="0"/></a:moveTo><a:lnTo><a:pt x="13351" y="1847"/></a:lnTo><a:lnTo><a:pt x="8027" y="6931"/></a:lnTo><a:lnTo><a:pt x="3718" y="13130"/></a:lnTo><a:lnTo><a:pt x="1007" y="19984"/></a:lnTo><a:lnTo><a:pt x="0" y="22503"/></a:lnTo></a:path></a:pathLst></a:custGeom><a:ln w="3175"><a:solidFill><a:srgbClr val="000000"/></a:solidFill></a:ln></p:spPr><p:txBody><a:bodyPr wrap="square" lIns="0" tIns="0" rIns="0" bIns="0" rtlCol="0"/><a:lstStyle/><a:p/></p:txBody></p:sp><p:sp><p:nvSpPr><p:cNvPr id="407" name="object 407"/><p:cNvSpPr/><p:nvPr/></p:nvSpPr><p:spPr><a:xfrm><a:off x="17209596" y="12489272"/><a:ext cx="30480" cy="6985"/></a:xfrm><a:custGeom><a:avLst/><a:gdLst/><a:ahLst/><a:cxnLst/><a:rect l="l" t="t" r="r" b="b"/><a:pathLst><a:path w="30480" h="6984"><a:moveTo><a:pt x="0" y="6633"/></a:moveTo><a:lnTo><a:pt x="3006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8" name="object 408"/><p:cNvSpPr/><p:nvPr/></p:nvSpPr><p:spPr><a:xfrm><a:off x="17224795" y="12489272"/><a:ext cx="15240" cy="26670"/></a:xfrm><a:custGeom><a:avLst/><a:gdLst/><a:ahLst/><a:cxnLst/><a:rect l="l" t="t" r="r" b="b"/><a:pathLst><a:path w="15240" h="26670"><a:moveTo><a:pt x="0" y="26450"/></a:moveTo><a:lnTo><a:pt x="1931" y="24687"/></a:lnTo><a:lnTo><a:pt x="7997" y="18757"/></a:lnTo><a:lnTo><a:pt x="12491" y="10816"/></a:lnTo><a:lnTo><a:pt x="14275" y="2519"/></a:lnTo><a:lnTo><a:pt x="1477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09" name="object 409"/><p:cNvSpPr/><p:nvPr/></p:nvSpPr><p:spPr><a:xfrm><a:off x="17196160" y="12495990"/><a:ext cx="13970" cy="24130"/></a:xfrm><a:custGeom><a:avLst/><a:gdLst/><a:ahLst/><a:cxnLst/><a:rect l="l" t="t" r="r" b="b"/><a:pathLst><a:path w="13969" h="24129"><a:moveTo><a:pt x="13519" y="0"/></a:moveTo><a:lnTo><a:pt x="11588" y="2015"/></a:lnTo><a:lnTo><a:pt x="6699" y="7526"/></a:lnTo><a:lnTo><a:pt x="2997" y="13971"/></a:lnTo><a:lnTo><a:pt x="755" y="20992"/></a:lnTo><a:lnTo><a:pt x="0" y="23595"/></a:lnTo></a:path></a:pathLst></a:custGeom><a:ln w="3175"><a:solidFill><a:srgbClr val="000000"/></a:solidFill></a:ln></p:spPr><p:txBody><a:bodyPr wrap="square" lIns="0" tIns="0" rIns="0" bIns="0" rtlCol="0"/><a:lstStyle/><a:p/></p:txBody></p:sp><p:sp><p:nvSpPr><p:cNvPr id="410" name="object 410"/><p:cNvSpPr/><p:nvPr/></p:nvSpPr><p:spPr><a:xfrm><a:off x="17223957" y="12462486"/><a:ext cx="29845" cy="9525"/></a:xfrm><a:custGeom><a:avLst/><a:gdLst/><a:ahLst/><a:cxnLst/><a:rect l="l" t="t" r="r" b="b"/><a:pathLst><a:path w="29844" h="9525"><a:moveTo><a:pt x="0" y="8984"/></a:moveTo><a:lnTo><a:pt x="2939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1" name="object 411"/><p:cNvSpPr/><p:nvPr/></p:nvSpPr><p:spPr><a:xfrm><a:off x="17240667" y="12462486"/><a:ext cx="12700" cy="27940"/></a:xfrm><a:custGeom><a:avLst/><a:gdLst/><a:ahLst/><a:cxnLst/><a:rect l="l" t="t" r="r" b="b"/><a:pathLst><a:path w="12700" h="27940"><a:moveTo><a:pt x="0" y="27458"/></a:moveTo><a:lnTo><a:pt x="12344" y="2519"/></a:lnTo><a:lnTo><a:pt x="126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2" name="object 412"/><p:cNvSpPr/><p:nvPr/></p:nvSpPr><p:spPr><a:xfrm><a:off x="17212368" y="12471471"/><a:ext cx="12065" cy="24765"/></a:xfrm><a:custGeom><a:avLst/><a:gdLst/><a:ahLst/><a:cxnLst/><a:rect l="l" t="t" r="r" b="b"/><a:pathLst><a:path w="12065" h="24765"><a:moveTo><a:pt x="11588" y="0"/></a:moveTo><a:lnTo><a:pt x="9153" y="3106"/></a:lnTo><a:lnTo><a:pt x="5102" y="8752"/></a:lnTo><a:lnTo><a:pt x="2682" y="14147"/></a:lnTo><a:lnTo><a:pt x="839" y="20824"/></a:lnTo><a:lnTo><a:pt x="0" y="24687"/></a:lnTo></a:path></a:pathLst></a:custGeom><a:ln w="3175"><a:solidFill><a:srgbClr val="000000"/></a:solidFill></a:ln></p:spPr><p:txBody><a:bodyPr wrap="square" lIns="0" tIns="0" rIns="0" bIns="0" rtlCol="0"/><a:lstStyle/><a:p/></p:txBody></p:sp><p:sp><p:nvSpPr><p:cNvPr id="413" name="object 413"/><p:cNvSpPr/><p:nvPr/></p:nvSpPr><p:spPr><a:xfrm><a:off x="17087582" y="12612288"/><a:ext cx="29845" cy="8255"/></a:xfrm><a:custGeom><a:avLst/><a:gdLst/><a:ahLst/><a:cxnLst/><a:rect l="l" t="t" r="r" b="b"/><a:pathLst><a:path w="29844" h="8254"><a:moveTo><a:pt x="0" y="0"/></a:moveTo><a:lnTo><a:pt x="29643" y="7809"/></a:lnTo></a:path></a:pathLst></a:custGeom><a:ln w="3175"><a:solidFill><a:srgbClr val="000000"/></a:solidFill></a:ln></p:spPr><p:txBody><a:bodyPr wrap="square" lIns="0" tIns="0" rIns="0" bIns="0" rtlCol="0"/><a:lstStyle/><a:p/></p:txBody></p:sp><p:sp><p:nvSpPr><p:cNvPr id="414" name="object 414"/><p:cNvSpPr/><p:nvPr/></p:nvSpPr><p:spPr><a:xfrm><a:off x="17092031" y="12620097"/><a:ext cx="25400" cy="17145"/></a:xfrm><a:custGeom><a:avLst/><a:gdLst/><a:ahLst/><a:cxnLst/><a:rect l="l" t="t" r="r" b="b"/><a:pathLst><a:path w="25400" h="17145"><a:moveTo><a:pt x="0" y="16625"/></a:moveTo><a:lnTo><a:pt x="2435" y="15954"/></a:lnTo><a:lnTo><a:pt x="10424" y="13597"/></a:lnTo><a:lnTo><a:pt x="18271" y="8406"/></a:lnTo><a:lnTo><a:pt x="23596" y="2015"/></a:lnTo><a:lnTo><a:pt x="2527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5" name="object 415"/><p:cNvSpPr/><p:nvPr/></p:nvSpPr><p:spPr><a:xfrm><a:off x="17111514" y="12597089"/><a:ext cx="30480" cy="5715"/></a:xfrm><a:custGeom><a:avLst/><a:gdLst/><a:ahLst/><a:cxnLst/><a:rect l="l" t="t" r="r" b="b"/><a:pathLst><a:path w="30480" h="5715"><a:moveTo><a:pt x="0" y="0"/></a:moveTo><a:lnTo><a:pt x="30230" y="5541"/></a:lnTo></a:path></a:pathLst></a:custGeom><a:ln w="3175"><a:solidFill><a:srgbClr val="000000"/></a:solidFill></a:ln></p:spPr><p:txBody><a:bodyPr wrap="square" lIns="0" tIns="0" rIns="0" bIns="0" rtlCol="0"/><a:lstStyle/><a:p/></p:txBody></p:sp><p:sp><p:nvSpPr><p:cNvPr id="416" name="object 416"/><p:cNvSpPr/><p:nvPr/></p:nvSpPr><p:spPr><a:xfrm><a:off x="17117980" y="12602631"/><a:ext cx="24130" cy="19050"/></a:xfrm><a:custGeom><a:avLst/><a:gdLst/><a:ahLst/><a:cxnLst/><a:rect l="l" t="t" r="r" b="b"/><a:pathLst><a:path w="24130" h="19050"><a:moveTo><a:pt x="0" y="18557"/></a:moveTo><a:lnTo><a:pt x="2435" y="17717"/></a:lnTo><a:lnTo><a:pt x="10620" y="14365"/></a:lnTo><a:lnTo><a:pt x="17209" y="9256"/></a:lnTo><a:lnTo><a:pt x="22421" y="2099"/></a:lnTo><a:lnTo><a:pt x="2384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17" name="object 417"/><p:cNvSpPr/><p:nvPr/></p:nvSpPr><p:spPr><a:xfrm><a:off x="17090016" y="12597174"/><a:ext cx="21590" cy="17145"/></a:xfrm><a:custGeom><a:avLst/><a:gdLst/><a:ahLst/><a:cxnLst/><a:rect l="l" t="t" r="r" b="b"/><a:pathLst><a:path w="21590" h="17145"><a:moveTo><a:pt x="21581" y="0"/></a:moveTo><a:lnTo><a:pt x="19062" y="1091"/></a:lnTo><a:lnTo><a:pt x="12258" y="4321"/></a:lnTo><a:lnTo><a:pt x="6636" y="8704"/></a:lnTo><a:lnTo><a:pt x="1679" y="14358"/></a:lnTo><a:lnTo><a:pt x="0" y="16542"/></a:lnTo></a:path></a:pathLst></a:custGeom><a:ln w="3175"><a:solidFill><a:srgbClr val="000000"/></a:solidFill></a:ln></p:spPr><p:txBody><a:bodyPr wrap="square" lIns="0" tIns="0" rIns="0" bIns="0" rtlCol="0"/><a:lstStyle/><a:p/></p:txBody></p:sp><p:sp><p:nvSpPr><p:cNvPr id="418" name="object 418"/><p:cNvSpPr/><p:nvPr/></p:nvSpPr><p:spPr><a:xfrm><a:off x="17114033" y="12580127"/><a:ext cx="20320" cy="18415"/></a:xfrm><a:custGeom><a:avLst/><a:gdLst/><a:ahLst/><a:cxnLst/><a:rect l="l" t="t" r="r" b="b"/><a:pathLst><a:path w="20319" h="18415"><a:moveTo><a:pt x="20237" y="0"/></a:moveTo><a:lnTo><a:pt x="17802" y="1343"/></a:lnTo><a:lnTo><a:pt x="11399" y="4936"/></a:lnTo><a:lnTo><a:pt x="5883" y="10009"/></a:lnTo><a:lnTo><a:pt x="1595" y="15954"/></a:lnTo><a:lnTo><a:pt x="0" y="18221"/></a:lnTo></a:path></a:pathLst></a:custGeom><a:ln w="3175"><a:solidFill><a:srgbClr val="000000"/></a:solidFill></a:ln></p:spPr><p:txBody><a:bodyPr wrap="square" lIns="0" tIns="0" rIns="0" bIns="0" rtlCol="0"/><a:lstStyle/><a:p/></p:txBody></p:sp><p:sp><p:nvSpPr><p:cNvPr id="419" name="object 419"/><p:cNvSpPr/><p:nvPr/></p:nvSpPr><p:spPr><a:xfrm><a:off x="17134271" y="12580127"/><a:ext cx="31115" cy="3175"/></a:xfrm><a:custGeom><a:avLst/><a:gdLst/><a:ahLst/><a:cxnLst/><a:rect l="l" t="t" r="r" b="b"/><a:pathLst><a:path w="31115" h="3175"><a:moveTo><a:pt x="0" y="0"/></a:moveTo><a:lnTo><a:pt x="30566" y="3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420" name="object 420"/><p:cNvSpPr/><p:nvPr/></p:nvSpPr><p:spPr><a:xfrm><a:off x="17142585" y="12583234"/><a:ext cx="22860" cy="20955"/></a:xfrm><a:custGeom><a:avLst/><a:gdLst/><a:ahLst/><a:cxnLst/><a:rect l="l" t="t" r="r" b="b"/><a:pathLst><a:path w="22859" h="20954"><a:moveTo><a:pt x="0" y="20404"/></a:moveTo><a:lnTo><a:pt x="2351" y="19396"/></a:lnTo><a:lnTo><a:pt x="9939" y="15457"/></a:lnTo><a:lnTo><a:pt x="16709" y="9650"/></a:lnTo><a:lnTo><a:pt x="20993" y="2183"/></a:lnTo><a:lnTo><a:pt x="222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1" name="object 421"/><p:cNvSpPr/><p:nvPr/></p:nvSpPr><p:spPr><a:xfrm><a:off x="17136875" y="12561402"/><a:ext cx="19050" cy="20320"/></a:xfrm><a:custGeom><a:avLst/><a:gdLst/><a:ahLst/><a:cxnLst/><a:rect l="l" t="t" r="r" b="b"/><a:pathLst><a:path w="19050" h="20320"><a:moveTo><a:pt x="18726" y="0"/></a:moveTo><a:lnTo><a:pt x="16375" y="1511"/></a:lnTo><a:lnTo><a:pt x="10324" y="5672"/></a:lnTo><a:lnTo><a:pt x="5221" y="11158"/></a:lnTo><a:lnTo><a:pt x="1343" y="17381"/></a:lnTo><a:lnTo><a:pt x="0" y="19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422" name="object 422"/><p:cNvSpPr/><p:nvPr/></p:nvSpPr><p:spPr><a:xfrm><a:off x="17236384" y="12434608"/><a:ext cx="28575" cy="11430"/></a:xfrm><a:custGeom><a:avLst/><a:gdLst/><a:ahLst/><a:cxnLst/><a:rect l="l" t="t" r="r" b="b"/><a:pathLst><a:path w="28575" h="11429"><a:moveTo><a:pt x="0" y="11335"/></a:moveTo><a:lnTo><a:pt x="2855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3" name="object 423"/><p:cNvSpPr/><p:nvPr/></p:nvSpPr><p:spPr><a:xfrm><a:off x="17246713" y="12405975"/><a:ext cx="27940" cy="13970"/></a:xfrm><a:custGeom><a:avLst/><a:gdLst/><a:ahLst/><a:cxnLst/><a:rect l="l" t="t" r="r" b="b"/><a:pathLst><a:path w="27940" h="13970"><a:moveTo><a:pt x="0" y="13519"/></a:moveTo><a:lnTo><a:pt x="2754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4" name="object 424"/><p:cNvSpPr/><p:nvPr/></p:nvSpPr><p:spPr><a:xfrm><a:off x="17254859" y="12376669"/><a:ext cx="26670" cy="15875"/></a:xfrm><a:custGeom><a:avLst/><a:gdLst/><a:ahLst/><a:cxnLst/><a:rect l="l" t="t" r="r" b="b"/><a:pathLst><a:path w="26669" h="15875"><a:moveTo><a:pt x="0" y="15702"/></a:moveTo><a:lnTo><a:pt x="2645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25" name="object 425"/><p:cNvSpPr/><p:nvPr/></p:nvSpPr><p:spPr><a:xfrm><a:off x="17256728" y="12364661"/><a:ext cx="4445" cy="27305"/></a:xfrm><a:custGeom><a:avLst/><a:gdLst/><a:ahLst/><a:cxnLst/><a:rect l="l" t="t" r="r" b="b"/><a:pathLst><a:path w="4444" h="27304"><a:moveTo><a:pt x="4092" y="0"/></a:moveTo><a:lnTo><a:pt x="2748" y="3694"/></a:lnTo><a:lnTo><a:pt x="822" y="10116"/></a:lnTo><a:lnTo><a:pt x="0" y="16389"/></a:lnTo><a:lnTo><a:pt x="397" y="23091"/></a:lnTo><a:lnTo><a:pt x="817" y="27038"/></a:lnTo></a:path></a:pathLst></a:custGeom><a:ln w="3175"><a:solidFill><a:srgbClr val="000000"/></a:solidFill></a:ln></p:spPr><p:txBody><a:bodyPr wrap="square" lIns="0" tIns="0" rIns="0" bIns="0" rtlCol="0"/><a:lstStyle/><a:p/></p:txBody></p:sp><p:sp><p:nvSpPr><p:cNvPr id="426" name="object 426"/><p:cNvSpPr/><p:nvPr/></p:nvSpPr><p:spPr><a:xfrm><a:off x="17257210" y="12223761"/><a:ext cx="7620" cy="26670"/></a:xfrm><a:custGeom><a:avLst/><a:gdLst/><a:ahLst/><a:cxnLst/><a:rect l="l" t="t" r="r" b="b"/><a:pathLst><a:path w="7619" h="26670"><a:moveTo><a:pt x="0" y="0"/></a:moveTo><a:lnTo><a:pt x="251" y="3946"/></a:lnTo><a:lnTo><a:pt x="877" y="10714"/></a:lnTo><a:lnTo><a:pt x="2610" y="16634"/></a:lnTo><a:lnTo><a:pt x="5542" y="22755"/></a:lnTo><a:lnTo><a:pt x="7473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427" name="object 427"/><p:cNvSpPr/><p:nvPr/></p:nvSpPr><p:spPr><a:xfrm><a:off x="17180373" y="12259616"/><a:ext cx="48895" cy="24765"/></a:xfrm><a:custGeom><a:avLst/><a:gdLst/><a:ahLst/><a:cxnLst/><a:rect l="l" t="t" r="r" b="b"/><a:pathLst><a:path w="48894" h="24765"><a:moveTo><a:pt x="0" y="4450"/></a:moveTo><a:lnTo><a:pt x="47109" y="0"/></a:lnTo><a:lnTo><a:pt x="48537" y="15114"/></a:lnTo><a:lnTo><a:pt x="46773" y="20404"/></a:lnTo><a:lnTo><a:pt x="44674" y="22251"/></a:lnTo><a:lnTo><a:pt x="40391" y="24351"/></a:lnTo><a:lnTo><a:pt x="35857" y="24771"/></a:lnTo><a:lnTo><a:pt x="31238" y="23511"/></a:lnTo><a:lnTo><a:pt x="28803" y="22083"/></a:lnTo><a:lnTo><a:pt x="26116" y="17213"/></a:lnTo><a:lnTo><a:pt x="24688" y="2099"/></a:lnTo></a:path></a:pathLst></a:custGeom><a:ln w="3175"><a:solidFill><a:srgbClr val="000000"/></a:solidFill></a:ln></p:spPr><p:txBody><a:bodyPr wrap="square" lIns="0" tIns="0" rIns="0" bIns="0" rtlCol="0"/><a:lstStyle/><a:p/></p:txBody></p:sp><p:sp><p:nvSpPr><p:cNvPr id="428" name="object 428"/><p:cNvSpPr/><p:nvPr/></p:nvSpPr><p:spPr><a:xfrm><a:off x="17182641" y="12273471"/><a:ext cx="24130" cy="14604"/></a:xfrm><a:custGeom><a:avLst/><a:gdLst/><a:ahLst/><a:cxnLst/><a:rect l="l" t="t" r="r" b="b"/><a:pathLst><a:path w="24130" h="14604"><a:moveTo><a:pt x="23512" y="0"/></a:moveTo><a:lnTo><a:pt x="0" y="14106"/></a:lnTo></a:path></a:pathLst></a:custGeom><a:ln w="3175"><a:solidFill><a:srgbClr val="000000"/></a:solidFill></a:ln></p:spPr><p:txBody><a:bodyPr wrap="square" lIns="0" tIns="0" rIns="0" bIns="0" rtlCol="0"/><a:lstStyle/><a:p/></p:txBody></p:sp><p:sp><p:nvSpPr><p:cNvPr id="429" name="object 429"/><p:cNvSpPr/><p:nvPr/></p:nvSpPr><p:spPr><a:xfrm><a:off x="17173823" y="12224013"/><a:ext cx="50800" cy="21590"/></a:xfrm><a:custGeom><a:avLst/><a:gdLst/><a:ahLst/><a:cxnLst/><a:rect l="l" t="t" r="r" b="b"/><a:pathLst><a:path w="50800" h="21590"><a:moveTo><a:pt x="0" y="8816"/></a:moveTo><a:lnTo><a:pt x="46438" y="0"/></a:lnTo><a:lnTo><a:pt x="50552" y="2158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0" name="object 430"/><p:cNvSpPr/><p:nvPr/></p:nvSpPr><p:spPr><a:xfrm><a:off x="17198177" y="12228212"/><a:ext cx="2540" cy="13335"/></a:xfrm><a:custGeom><a:avLst/><a:gdLst/><a:ahLst/><a:cxnLst/><a:rect l="l" t="t" r="r" b="b"/><a:pathLst><a:path w="2540" h="13334"><a:moveTo><a:pt x="0" y="0"/></a:moveTo><a:lnTo><a:pt x="2519" y="13267"/></a:lnTo></a:path></a:pathLst></a:custGeom><a:ln w="3175"><a:solidFill><a:srgbClr val="000000"/></a:solidFill></a:ln></p:spPr><p:txBody><a:bodyPr wrap="square" lIns="0" tIns="0" rIns="0" bIns="0" rtlCol="0"/><a:lstStyle/><a:p/></p:txBody></p:sp><p:sp><p:nvSpPr><p:cNvPr id="431" name="object 431"/><p:cNvSpPr/><p:nvPr/></p:nvSpPr><p:spPr><a:xfrm><a:off x="17173823" y="12232830"/><a:ext cx="4445" cy="21590"/></a:xfrm><a:custGeom><a:avLst/><a:gdLst/><a:ahLst/><a:cxnLst/><a:rect l="l" t="t" r="r" b="b"/><a:pathLst><a:path w="4444" h="21590"><a:moveTo><a:pt x="0" y="0"/></a:moveTo><a:lnTo><a:pt x="4114" y="21496"/></a:lnTo></a:path></a:pathLst></a:custGeom><a:ln w="3175"><a:solidFill><a:srgbClr val="000000"/></a:solidFill></a:ln></p:spPr><p:txBody><a:bodyPr wrap="square" lIns="0" tIns="0" rIns="0" bIns="0" rtlCol="0"/><a:lstStyle/><a:p/></p:txBody></p:sp><p:sp><p:nvSpPr><p:cNvPr id="432" name="object 432"/><p:cNvSpPr/><p:nvPr/></p:nvSpPr><p:spPr><a:xfrm><a:off x="17239156" y="12419494"/><a:ext cx="7620" cy="26670"/></a:xfrm><a:custGeom><a:avLst/><a:gdLst/><a:ahLst/><a:cxnLst/><a:rect l="l" t="t" r="r" b="b"/><a:pathLst><a:path w="7619" h="26670"><a:moveTo><a:pt x="7557" y="0"/></a:moveTo><a:lnTo><a:pt x="5626" y="3442"/></a:lnTo><a:lnTo><a:pt x="2755" y="8973"/></a:lnTo><a:lnTo><a:pt x="719" y="16046"/></a:lnTo><a:lnTo><a:pt x="167" y="22251"/></a:lnTo><a:lnTo><a:pt x="0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433" name="object 433"/><p:cNvSpPr/><p:nvPr/></p:nvSpPr><p:spPr><a:xfrm><a:off x="17249256" y="12392371"/><a:ext cx="5715" cy="27305"/></a:xfrm><a:custGeom><a:avLst/><a:gdLst/><a:ahLst/><a:cxnLst/><a:rect l="l" t="t" r="r" b="b"/><a:pathLst><a:path w="5715" h="27304"><a:moveTo><a:pt x="5602" y="0"/></a:moveTo><a:lnTo><a:pt x="4006" y="3610"/></a:lnTo><a:lnTo><a:pt x="1603" y="9050"/></a:lnTo><a:lnTo><a:pt x="0" y="16802"/></a:lnTo><a:lnTo><a:pt x="60" y="22755"/></a:lnTo><a:lnTo><a:pt x="144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434" name="object 434"/><p:cNvSpPr/><p:nvPr/></p:nvSpPr><p:spPr><a:xfrm><a:off x="17266112" y="12405975"/><a:ext cx="8255" cy="29209"/></a:xfrm><a:custGeom><a:avLst/><a:gdLst/><a:ahLst/><a:cxnLst/><a:rect l="l" t="t" r="r" b="b"/><a:pathLst><a:path w="8255" h="29209"><a:moveTo><a:pt x="0" y="29137"/></a:moveTo><a:lnTo><a:pt x="1427" y="26954"/></a:lnTo><a:lnTo><a:pt x="6104" y="19269"/></a:lnTo><a:lnTo><a:pt x="8212" y="11503"/></a:lnTo><a:lnTo><a:pt x="8229" y="2519"/></a:lnTo><a:lnTo><a:pt x="814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5" name="object 435"/><p:cNvSpPr/><p:nvPr/></p:nvSpPr><p:spPr><a:xfrm><a:off x="17275516" y="12376669"/><a:ext cx="6350" cy="29845"/></a:xfrm><a:custGeom><a:avLst/><a:gdLst/><a:ahLst/><a:cxnLst/><a:rect l="l" t="t" r="r" b="b"/><a:pathLst><a:path w="6350" h="29845"><a:moveTo><a:pt x="0" y="29725"/></a:moveTo><a:lnTo><a:pt x="1259" y="27458"/></a:lnTo><a:lnTo><a:pt x="3790" y="21523"/></a:lnTo><a:lnTo><a:pt x="5456" y="15331"/></a:lnTo><a:lnTo><a:pt x="6242" y="8967"/></a:lnTo><a:lnTo><a:pt x="6130" y="2519"/></a:lnTo><a:lnTo><a:pt x="579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6" name="object 436"/><p:cNvSpPr/><p:nvPr/></p:nvSpPr><p:spPr><a:xfrm><a:off x="17260821" y="12346860"/><a:ext cx="25400" cy="18415"/></a:xfrm><a:custGeom><a:avLst/><a:gdLst/><a:ahLst/><a:cxnLst/><a:rect l="l" t="t" r="r" b="b"/><a:pathLst><a:path w="25400" h="18415"><a:moveTo><a:pt x="0" y="17801"/></a:moveTo><a:lnTo><a:pt x="2510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7" name="object 437"/><p:cNvSpPr/><p:nvPr/></p:nvSpPr><p:spPr><a:xfrm><a:off x="17282570" y="12346860"/><a:ext cx="5080" cy="30480"/></a:xfrm><a:custGeom><a:avLst/><a:gdLst/><a:ahLst/><a:cxnLst/><a:rect l="l" t="t" r="r" b="b"/><a:pathLst><a:path w="5080" h="30479"><a:moveTo><a:pt x="0" y="30061"/></a:moveTo><a:lnTo><a:pt x="1007" y="27709"/></a:lnTo><a:lnTo><a:pt x="3085" y="21611"/></a:lnTo><a:lnTo><a:pt x="4247" y="15323"/></a:lnTo><a:lnTo><a:pt x="4503" y="8931"/></a:lnTo><a:lnTo><a:pt x="3862" y="2519"/></a:lnTo><a:lnTo><a:pt x="335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8" name="object 438"/><p:cNvSpPr/><p:nvPr/></p:nvSpPr><p:spPr><a:xfrm><a:off x="17264601" y="12316799"/><a:ext cx="24130" cy="20320"/></a:xfrm><a:custGeom><a:avLst/><a:gdLst/><a:ahLst/><a:cxnLst/><a:rect l="l" t="t" r="r" b="b"/><a:pathLst><a:path w="24130" h="20320"><a:moveTo><a:pt x="0" y="19732"/></a:moveTo><a:lnTo><a:pt x="2359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39" name="object 439"/><p:cNvSpPr/><p:nvPr/></p:nvSpPr><p:spPr><a:xfrm><a:off x="17287274" y="12316883"/><a:ext cx="3175" cy="30480"/></a:xfrm><a:custGeom><a:avLst/><a:gdLst/><a:ahLst/><a:cxnLst/><a:rect l="l" t="t" r="r" b="b"/><a:pathLst><a:path w="3175" h="30479"><a:moveTo><a:pt x="0" y="30229"/></a:moveTo><a:lnTo><a:pt x="839" y="27793"/></a:lnTo><a:lnTo><a:pt x="2425" y="21568"/></a:lnTo><a:lnTo><a:pt x="3090" y="15176"/></a:lnTo><a:lnTo><a:pt x="2840" y="8753"/></a:lnTo><a:lnTo><a:pt x="1679" y="2435"/></a:lnTo><a:lnTo><a:pt x="10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0" name="object 440"/><p:cNvSpPr/><p:nvPr/></p:nvSpPr><p:spPr><a:xfrm><a:off x="17261869" y="12336532"/><a:ext cx="3175" cy="27305"/></a:xfrm><a:custGeom><a:avLst/><a:gdLst/><a:ahLst/><a:cxnLst/><a:rect l="l" t="t" r="r" b="b"/><a:pathLst><a:path w="3175" h="27304"><a:moveTo><a:pt x="2730" y="0"/></a:moveTo><a:lnTo><a:pt x="1722" y="3778"/></a:lnTo><a:lnTo><a:pt x="159" y="10167"/></a:lnTo><a:lnTo><a:pt x="0" y="16842"/></a:lnTo><a:lnTo><a:pt x="883" y="23343"/></a:lnTo><a:lnTo><a:pt x="1638" y="27206"/></a:lnTo></a:path></a:pathLst></a:custGeom><a:ln w="3175"><a:solidFill><a:srgbClr val="000000"/></a:solidFill></a:ln></p:spPr><p:txBody><a:bodyPr wrap="square" lIns="0" tIns="0" rIns="0" bIns="0" rtlCol="0"/><a:lstStyle/><a:p/></p:txBody></p:sp><p:sp><p:nvSpPr><p:cNvPr id="441" name="object 441"/><p:cNvSpPr/><p:nvPr/></p:nvSpPr><p:spPr><a:xfrm><a:off x="17266196" y="12286738"/><a:ext cx="22225" cy="21590"/></a:xfrm><a:custGeom><a:avLst/><a:gdLst/><a:ahLst/><a:cxnLst/><a:rect l="l" t="t" r="r" b="b"/><a:pathLst><a:path w="22225" h="21590"><a:moveTo><a:pt x="0" y="21496"/></a:moveTo><a:lnTo><a:pt x="2191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2" name="object 442"/><p:cNvSpPr/><p:nvPr/></p:nvSpPr><p:spPr><a:xfrm><a:off x="17288112" y="12286738"/><a:ext cx="3810" cy="30480"/></a:xfrm><a:custGeom><a:avLst/><a:gdLst/><a:ahLst/><a:cxnLst/><a:rect l="l" t="t" r="r" b="b"/><a:pathLst><a:path w="3809" h="30479"><a:moveTo><a:pt x="1427" y="30145"/></a:moveTo><a:lnTo><a:pt x="2099" y="27709"/></a:lnTo><a:lnTo><a:pt x="3158" y="21348"/></a:lnTo><a:lnTo><a:pt x="3298" y="14949"/></a:lnTo><a:lnTo><a:pt x="2544" y="8590"/></a:lnTo><a:lnTo><a:pt x="923" y="235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3" name="object 443"/><p:cNvSpPr/><p:nvPr/></p:nvSpPr><p:spPr><a:xfrm><a:off x="17264368" y="12308235"/><a:ext cx="3175" cy="27305"/></a:xfrm><a:custGeom><a:avLst/><a:gdLst/><a:ahLst/><a:cxnLst/><a:rect l="l" t="t" r="r" b="b"/><a:pathLst><a:path w="3175" h="27304"><a:moveTo><a:pt x="1827" y="0"/></a:moveTo><a:lnTo><a:pt x="1072" y="3862"/></a:lnTo><a:lnTo><a:pt x="0" y="10081"/></a:lnTo><a:lnTo><a:pt x="330" y="17296"/></a:lnTo><a:lnTo><a:pt x="1827" y="23427"/></a:lnTo><a:lnTo><a:pt x="2835" y="27206"/></a:lnTo></a:path></a:pathLst></a:custGeom><a:ln w="3175"><a:solidFill><a:srgbClr val="000000"/></a:solidFill></a:ln></p:spPr><p:txBody><a:bodyPr wrap="square" lIns="0" tIns="0" rIns="0" bIns="0" rtlCol="0"/><a:lstStyle/><a:p/></p:txBody></p:sp><p:sp><p:nvSpPr><p:cNvPr id="444" name="object 444"/><p:cNvSpPr/><p:nvPr/></p:nvSpPr><p:spPr><a:xfrm><a:off x="17265439" y="12256677"/><a:ext cx="20320" cy="23495"/></a:xfrm><a:custGeom><a:avLst/><a:gdLst/><a:ahLst/><a:cxnLst/><a:rect l="l" t="t" r="r" b="b"/><a:pathLst><a:path w="20319" h="23495"><a:moveTo><a:pt x="0" y="23175"/></a:moveTo><a:lnTo><a:pt x="201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5" name="object 445"/><p:cNvSpPr/><p:nvPr/></p:nvSpPr><p:spPr><a:xfrm><a:off x="17285593" y="12256677"/><a:ext cx="5080" cy="30480"/></a:xfrm><a:custGeom><a:avLst/><a:gdLst/><a:ahLst/><a:cxnLst/><a:rect l="l" t="t" r="r" b="b"/><a:pathLst><a:path w="5080" h="30479"><a:moveTo><a:pt x="3862" y="29977"/></a:moveTo><a:lnTo><a:pt x="4282" y="27458"/></a:lnTo><a:lnTo><a:pt x="4854" y="21050"/></a:lnTo><a:lnTo><a:pt x="4526" y="14624"/></a:lnTo><a:lnTo><a:pt x="3279" y="8317"/></a:lnTo><a:lnTo><a:pt x="1091" y="22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6" name="object 446"/><p:cNvSpPr/><p:nvPr/></p:nvSpPr><p:spPr><a:xfrm><a:off x="17264429" y="12279853"/><a:ext cx="4445" cy="27305"/></a:xfrm><a:custGeom><a:avLst/><a:gdLst/><a:ahLst/><a:cxnLst/><a:rect l="l" t="t" r="r" b="b"/><a:pathLst><a:path w="4444" h="27304"><a:moveTo><a:pt x="1011" y="0"/></a:moveTo><a:lnTo><a:pt x="592" y="3946"/></a:lnTo><a:lnTo><a:pt x="0" y="10452"/></a:lnTo><a:lnTo><a:pt x="1002" y="17108"/></a:lnTo><a:lnTo><a:pt x="2859" y="23343"/></a:lnTo><a:lnTo><a:pt x="4202" y="27038"/></a:lnTo></a:path></a:pathLst></a:custGeom><a:ln w="3175"><a:solidFill><a:srgbClr val="000000"/></a:solidFill></a:ln></p:spPr><p:txBody><a:bodyPr wrap="square" lIns="0" tIns="0" rIns="0" bIns="0" rtlCol="0"/><a:lstStyle/><a:p/></p:txBody></p:sp><p:sp><p:nvSpPr><p:cNvPr id="447" name="object 447"/><p:cNvSpPr/><p:nvPr/></p:nvSpPr><p:spPr><a:xfrm><a:off x="17262416" y="12226952"/><a:ext cx="18415" cy="24765"/></a:xfrm><a:custGeom><a:avLst/><a:gdLst/><a:ahLst/><a:cxnLst/><a:rect l="l" t="t" r="r" b="b"/><a:pathLst><a:path w="18415" h="24765"><a:moveTo><a:pt x="0" y="24687"/></a:moveTo><a:lnTo><a:pt x="18306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8" name="object 448"/><p:cNvSpPr/><p:nvPr/></p:nvSpPr><p:spPr><a:xfrm><a:off x="17280807" y="12226952"/><a:ext cx="6985" cy="29845"/></a:xfrm><a:custGeom><a:avLst/><a:gdLst/><a:ahLst/><a:cxnLst/><a:rect l="l" t="t" r="r" b="b"/><a:pathLst><a:path w="6984" h="29845"><a:moveTo><a:pt x="6130" y="29641"/></a:moveTo><a:lnTo><a:pt x="6382" y="27038"/></a:lnTo><a:lnTo><a:pt x="6485" y="20630"/></a:lnTo><a:lnTo><a:pt x="5618" y="14287"/></a:lnTo><a:lnTo><a:pt x="3853" y="8127"/></a:lnTo><a:lnTo><a:pt x="1259" y="226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49" name="object 449"/><p:cNvSpPr/><p:nvPr/></p:nvSpPr><p:spPr><a:xfrm><a:off x="17262333" y="12251639"/><a:ext cx="5715" cy="27305"/></a:xfrm><a:custGeom><a:avLst/><a:gdLst/><a:ahLst/><a:cxnLst/><a:rect l="l" t="t" r="r" b="b"/><a:pathLst><a:path w="5715" h="27304"><a:moveTo><a:pt x="83" y="0"/></a:moveTo><a:lnTo><a:pt x="0" y="3946"/></a:lnTo><a:lnTo><a:pt x="26" y="10498"/></a:lnTo><a:lnTo><a:pt x="1389" y="17029"/></a:lnTo><a:lnTo><a:pt x="3862" y="23091"/></a:lnTo><a:lnTo><a:pt x="5458" y="26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450" name="object 450"/><p:cNvSpPr/><p:nvPr/></p:nvSpPr><p:spPr><a:xfrm><a:off x="17061884" y="12037349"/><a:ext cx="27940" cy="50800"/></a:xfrm><a:custGeom><a:avLst/><a:gdLst/><a:ahLst/><a:cxnLst/><a:rect l="l" t="t" r="r" b="b"/><a:pathLst><a:path w="27940" h="50800"><a:moveTo><a:pt x="27711" y="0"/></a:moveTo><a:lnTo><a:pt x="0" y="38290"/></a:lnTo><a:lnTo><a:pt x="16459" y="50213"/></a:lnTo></a:path></a:pathLst></a:custGeom><a:ln w="3175"><a:solidFill><a:srgbClr val="000000"/></a:solidFill></a:ln></p:spPr><p:txBody><a:bodyPr wrap="square" lIns="0" tIns="0" rIns="0" bIns="0" rtlCol="0"/><a:lstStyle/><a:p/></p:txBody></p:sp><p:sp><p:nvSpPr><p:cNvPr id="451" name="object 451"/><p:cNvSpPr/><p:nvPr/></p:nvSpPr><p:spPr><a:xfrm><a:off x="17071457" y="11985371"/><a:ext cx="25400" cy="11430"/></a:xfrm><a:custGeom><a:avLst/><a:gdLst/><a:ahLst/><a:cxnLst/><a:rect l="l" t="t" r="r" b="b"/><a:pathLst><a:path w="25400" h="11429"><a:moveTo><a:pt x="0" y="0"/></a:moveTo><a:lnTo><a:pt x="3191" y="2351"/></a:lnTo><a:lnTo><a:pt x="9185" y="6488"/></a:lnTo><a:lnTo><a:pt x="14034" y="8555"/></a:lnTo><a:lnTo><a:pt x="21077" y="10328"/></a:lnTo><a:lnTo><a:pt x="24940" y="11083"/></a:lnTo></a:path></a:pathLst></a:custGeom><a:ln w="3175"><a:solidFill><a:srgbClr val="000000"/></a:solidFill></a:ln></p:spPr><p:txBody><a:bodyPr wrap="square" lIns="0" tIns="0" rIns="0" bIns="0" rtlCol="0"/><a:lstStyle/><a:p/></p:txBody></p:sp><p:sp><p:nvSpPr><p:cNvPr id="452" name="object 452"/><p:cNvSpPr/><p:nvPr/></p:nvSpPr><p:spPr><a:xfrm><a:off x="17061884" y="11956150"/><a:ext cx="27940" cy="12700"/></a:xfrm><a:custGeom><a:avLst/><a:gdLst/><a:ahLst/><a:cxnLst/><a:rect l="l" t="t" r="r" b="b"/><a:pathLst><a:path w="27940" h="12700"><a:moveTo><a:pt x="27795" y="12091"/></a:moveTo><a:lnTo><a:pt x="25864" y="10412"/></a:lnTo><a:lnTo><a:pt x="19325" y="4849"/></a:lnTo><a:lnTo><a:pt x="11088" y="1385"/></a:lnTo><a:lnTo><a:pt x="2603" y="25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3" name="object 453"/><p:cNvSpPr/><p:nvPr/></p:nvSpPr><p:spPr><a:xfrm><a:off x="16823146" y="11949097"/><a:ext cx="26034" cy="8255"/></a:xfrm><a:custGeom><a:avLst/><a:gdLst/><a:ahLst/><a:cxnLst/><a:rect l="l" t="t" r="r" b="b"/><a:pathLst><a:path w="26034" h="8254"><a:moveTo><a:pt x="0" y="7893"/></a:moveTo><a:lnTo><a:pt x="3946" y="7641"/></a:lnTo><a:lnTo><a:pt x="10864" y="6843"/></a:lnTo><a:lnTo><a:pt x="16463" y="5045"/></a:lnTo><a:lnTo><a:pt x="22673" y="1931"/></a:lnTo><a:lnTo><a:pt x="2603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4" name="object 454"/><p:cNvSpPr/><p:nvPr/></p:nvSpPr><p:spPr><a:xfrm><a:off x="17033838" y="11945150"/><a:ext cx="12065" cy="28575"/></a:xfrm><a:custGeom><a:avLst/><a:gdLst/><a:ahLst/><a:cxnLst/><a:rect l="l" t="t" r="r" b="b"/><a:pathLst><a:path w="12065" h="28575"><a:moveTo><a:pt x="11840" y="2829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5" name="object 455"/><p:cNvSpPr/><p:nvPr/></p:nvSpPr><p:spPr><a:xfrm><a:off x="17005034" y="11936417"/><a:ext cx="14604" cy="27305"/></a:xfrm><a:custGeom><a:avLst/><a:gdLst/><a:ahLst/><a:cxnLst/><a:rect l="l" t="t" r="r" b="b"/><a:pathLst><a:path w="14605" h="27304"><a:moveTo><a:pt x="14023" y="2729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6" name="object 456"/><p:cNvSpPr/><p:nvPr/></p:nvSpPr><p:spPr><a:xfrm><a:off x="16991766" y="11956066"/><a:ext cx="27305" cy="5715"/></a:xfrm><a:custGeom><a:avLst/><a:gdLst/><a:ahLst/><a:cxnLst/><a:rect l="l" t="t" r="r" b="b"/><a:pathLst><a:path w="27305" h="5715"><a:moveTo><a:pt x="0" y="0"/></a:moveTo><a:lnTo><a:pt x="3610" y="1511"/></a:lnTo><a:lnTo><a:pt x="9407" y="3963"/></a:lnTo><a:lnTo><a:pt x="16561" y="5136"/></a:lnTo><a:lnTo><a:pt x="22841" y="5038"/></a:lnTo><a:lnTo><a:pt x="26787" y="487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7" name="object 457"/><p:cNvSpPr/><p:nvPr/></p:nvSpPr><p:spPr><a:xfrm><a:off x="16768394" y="11951363"/><a:ext cx="27940" cy="13970"/></a:xfrm><a:custGeom><a:avLst/><a:gdLst/><a:ahLst/><a:cxnLst/><a:rect l="l" t="t" r="r" b="b"/><a:pathLst><a:path w="27940" h="13970"><a:moveTo><a:pt x="27543" y="1360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58" name="object 458"/><p:cNvSpPr/><p:nvPr/></p:nvSpPr><p:spPr><a:xfrm><a:off x="16740850" y="11950188"/><a:ext cx="27305" cy="13970"/></a:xfrm><a:custGeom><a:avLst/><a:gdLst/><a:ahLst/><a:cxnLst/><a:rect l="l" t="t" r="r" b="b"/><a:pathLst><a:path w="27305" h="13970"><a:moveTo><a:pt x="27039" y="0"/></a:moveTo><a:lnTo><a:pt x="24520" y="419"/></a:lnTo><a:lnTo><a:pt x="15991" y="1922"/></a:lnTo><a:lnTo><a:pt x="8172" y="5831"/></a:lnTo><a:lnTo><a:pt x="1847" y="11755"/></a:lnTo><a:lnTo><a:pt x="0" y="13519"/></a:lnTo></a:path></a:pathLst></a:custGeom><a:ln w="3175"><a:solidFill><a:srgbClr val="000000"/></a:solidFill></a:ln></p:spPr><p:txBody><a:bodyPr wrap="square" lIns="0" tIns="0" rIns="0" bIns="0" rtlCol="0"/><a:lstStyle/><a:p/></p:txBody></p:sp><p:sp><p:nvSpPr><p:cNvPr id="459" name="object 459"/><p:cNvSpPr/><p:nvPr/></p:nvSpPr><p:spPr><a:xfrm><a:off x="16796777" y="11941287"/><a:ext cx="26670" cy="15875"/></a:xfrm><a:custGeom><a:avLst/><a:gdLst/><a:ahLst/><a:cxnLst/><a:rect l="l" t="t" r="r" b="b"/><a:pathLst><a:path w="26669" h="15875"><a:moveTo><a:pt x="26368" y="15702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0" name="object 460"/><p:cNvSpPr/><p:nvPr/></p:nvSpPr><p:spPr><a:xfrm><a:off x="16795936" y="11954974"/><a:ext cx="25400" cy="10160"/></a:xfrm><a:custGeom><a:avLst/><a:gdLst/><a:ahLst/><a:cxnLst/><a:rect l="l" t="t" r="r" b="b"/><a:pathLst><a:path w="25400" h="10159"><a:moveTo><a:pt x="0" y="9992"/></a:moveTo><a:lnTo><a:pt x="3862" y="9404"/></a:lnTo><a:lnTo><a:pt x="10620" y="8234"/></a:lnTo><a:lnTo><a:pt x="16237" y="5764"/></a:lnTo><a:lnTo><a:pt x="22085" y="2267"/></a:lnTo><a:lnTo><a:pt x="2536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1" name="object 461"/><p:cNvSpPr/><p:nvPr/></p:nvSpPr><p:spPr><a:xfrm><a:off x="16886126" y="11982936"/><a:ext cx="22225" cy="47625"/></a:xfrm><a:custGeom><a:avLst/><a:gdLst/><a:ahLst/><a:cxnLst/><a:rect l="l" t="t" r="r" b="b"/><a:pathLst><a:path w="22225" h="47625"><a:moveTo><a:pt x="671" y="47526"/></a:moveTo><a:lnTo><a:pt x="0" y="251"/></a:lnTo><a:lnTo><a:pt x="2200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2" name="object 462"/><p:cNvSpPr/><p:nvPr/></p:nvSpPr><p:spPr><a:xfrm><a:off x="16886463" y="12005524"/><a:ext cx="13970" cy="635"/></a:xfrm><a:custGeom><a:avLst/><a:gdLst/><a:ahLst/><a:cxnLst/><a:rect l="l" t="t" r="r" b="b"/><a:pathLst><a:path w="13969" h="634"><a:moveTo><a:pt x="0" y="167"/></a:moveTo><a:lnTo><a:pt x="13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3" name="object 463"/><p:cNvSpPr/><p:nvPr/></p:nvSpPr><p:spPr><a:xfrm><a:off x="16886797" y="12030211"/><a:ext cx="22225" cy="635"/></a:xfrm><a:custGeom><a:avLst/><a:gdLst/><a:ahLst/><a:cxnLst/><a:rect l="l" t="t" r="r" b="b"/><a:pathLst><a:path w="22225" h="634"><a:moveTo><a:pt x="0" y="251"/></a:moveTo><a:lnTo><a:pt x="2191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4" name="object 464"/><p:cNvSpPr/><p:nvPr/></p:nvSpPr><p:spPr><a:xfrm><a:off x="16849933" y="12096883"/><a:ext cx="17780" cy="32384"/></a:xfrm><a:custGeom><a:avLst/><a:gdLst/><a:ahLst/><a:cxnLst/><a:rect l="l" t="t" r="r" b="b"/><a:pathLst><a:path w="17780" h="32384"><a:moveTo><a:pt x="0" y="1427"/></a:moveTo><a:lnTo><a:pt x="2099" y="23847"/></a:lnTo><a:lnTo><a:pt x="3610" y="28297"/></a:lnTo><a:lnTo><a:pt x="6130" y="31068"/></a:lnTo><a:lnTo><a:pt x="9657" y="32244"/></a:lnTo><a:lnTo><a:pt x="11840" y="31992"/></a:lnTo><a:lnTo><a:pt x="15115" y="30229"/></a:lnTo><a:lnTo><a:pt x="17046" y="27038"/></a:lnTo><a:lnTo><a:pt x="17718" y="22419"/></a:lnTo><a:lnTo><a:pt x="1570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5" name="object 465"/><p:cNvSpPr/><p:nvPr/></p:nvSpPr><p:spPr><a:xfrm><a:off x="16826252" y="11990494"/><a:ext cx="29209" cy="47625"/></a:xfrm><a:custGeom><a:avLst/><a:gdLst/><a:ahLst/><a:cxnLst/><a:rect l="l" t="t" r="r" b="b"/><a:pathLst><a:path w="29209" h="47625"><a:moveTo><a:pt x="5878" y="1427"/></a:moveTo><a:lnTo><a:pt x="3107" y="4366"/></a:lnTo><a:lnTo><a:pt x="839" y="9572"/></a:lnTo><a:lnTo><a:pt x="167" y="14274"/></a:lnTo><a:lnTo><a:pt x="0" y="21244"/></a:lnTo><a:lnTo><a:pt x="2519" y="32244"/></a:lnTo><a:lnTo><a:pt x="5710" y="38458"/></a:lnTo><a:lnTo><a:pt x="8313" y="42488"/></a:lnTo><a:lnTo><a:pt x="12596" y="46099"/></a:lnTo><a:lnTo><a:pt x="16375" y="47610"/></a:lnTo><a:lnTo><a:pt x="23009" y="46099"/></a:lnTo><a:lnTo><a:pt x="25780" y="43160"/></a:lnTo><a:lnTo><a:pt x="28047" y="37954"/></a:lnTo><a:lnTo><a:pt x="28719" y="33251"/></a:lnTo><a:lnTo><a:pt x="28887" y="26282"/></a:lnTo><a:lnTo><a:pt x="26368" y="15282"/></a:lnTo><a:lnTo><a:pt x="23261" y="9068"/></a:lnTo><a:lnTo><a:pt x="20573" y="5038"/></a:lnTo><a:lnTo><a:pt x="16291" y="1427"/></a:lnTo><a:lnTo><a:pt x="12512" y="0"/></a:lnTo><a:lnTo><a:pt x="5878" y="1427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466" name="object 466"/><p:cNvSpPr/><p:nvPr/></p:nvSpPr><p:spPr><a:xfrm><a:off x="16858835" y="11984196"/><a:ext cx="22225" cy="49530"/></a:xfrm><a:custGeom><a:avLst/><a:gdLst/><a:ahLst/><a:cxnLst/><a:rect l="l" t="t" r="r" b="b"/><a:pathLst><a:path w="22225" h="49529"><a:moveTo><a:pt x="4702" y="49206"/></a:moveTo><a:lnTo><a:pt x="0" y="2183"/></a:lnTo><a:lnTo><a:pt x="2183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7" name="object 467"/><p:cNvSpPr/><p:nvPr/></p:nvSpPr><p:spPr><a:xfrm><a:off x="16861101" y="12007455"/><a:ext cx="13970" cy="1905"/></a:xfrm><a:custGeom><a:avLst/><a:gdLst/><a:ahLst/><a:cxnLst/><a:rect l="l" t="t" r="r" b="b"/><a:pathLst><a:path w="13969" h="1904"><a:moveTo><a:pt x="0" y="1343"/></a:moveTo><a:lnTo><a:pt x="1343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68" name="object 468"/><p:cNvSpPr/><p:nvPr/></p:nvSpPr><p:spPr><a:xfrm><a:off x="16824153" y="12105112"/><a:ext cx="11430" cy="29845"/></a:xfrm><a:custGeom><a:avLst/><a:gdLst/><a:ahLst/><a:cxnLst/><a:rect l="l" t="t" r="r" b="b"/><a:pathLst><a:path w="11430" h="29845"><a:moveTo><a:pt x="0" y="0"/></a:moveTo><a:lnTo><a:pt x="10832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469" name="object 469"/><p:cNvSpPr/><p:nvPr/></p:nvSpPr><p:spPr><a:xfrm><a:off x="16838932" y="12099654"/><a:ext cx="11430" cy="29845"/></a:xfrm><a:custGeom><a:avLst/><a:gdLst/><a:ahLst/><a:cxnLst/><a:rect l="l" t="t" r="r" b="b"/><a:pathLst><a:path w="11430" h="29845"><a:moveTo><a:pt x="0" y="0"/></a:moveTo><a:lnTo><a:pt x="10832" y="29641"/></a:lnTo></a:path></a:pathLst></a:custGeom><a:ln w="3175"><a:solidFill><a:srgbClr val="000000"/></a:solidFill></a:ln></p:spPr><p:txBody><a:bodyPr wrap="square" lIns="0" tIns="0" rIns="0" bIns="0" rtlCol="0"/><a:lstStyle/><a:p/></p:txBody></p:sp><p:sp><p:nvSpPr><p:cNvPr id="470" name="object 470"/><p:cNvSpPr/><p:nvPr/></p:nvSpPr><p:spPr><a:xfrm><a:off x="16829275" y="12113760"/><a:ext cx="15240" cy="5715"/></a:xfrm><a:custGeom><a:avLst/><a:gdLst/><a:ahLst/><a:cxnLst/><a:rect l="l" t="t" r="r" b="b"/><a:pathLst><a:path w="15240" h="5715"><a:moveTo><a:pt x="0" y="5458"/></a:moveTo><a:lnTo><a:pt x="148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1" name="object 471"/><p:cNvSpPr/><p:nvPr/></p:nvSpPr><p:spPr><a:xfrm><a:off x="16760583" y="12012746"/><a:ext cx="28575" cy="49530"/></a:xfrm><a:custGeom><a:avLst/><a:gdLst/><a:ahLst/><a:cxnLst/><a:rect l="l" t="t" r="r" b="b"/><a:pathLst><a:path w="28575" h="49529"><a:moveTo><a:pt x="19398" y="49374"/></a:moveTo><a:lnTo><a:pt x="0" y="6213"/></a:lnTo><a:lnTo><a:pt x="13855" y="0"/></a:lnTo><a:lnTo><a:pt x="19482" y="0"/></a:lnTo><a:lnTo><a:pt x="21917" y="1343"/></a:lnTo><a:lnTo><a:pt x="25276" y="4786"/></a:lnTo><a:lnTo><a:pt x="28047" y="10916"/></a:lnTo><a:lnTo><a:pt x="28383" y="15702"/></a:lnTo><a:lnTo><a:pt x="27711" y="18473"/></a:lnTo><a:lnTo><a:pt x="24016" y="22587"/></a:lnTo><a:lnTo><a:pt x="10160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472" name="object 472"/><p:cNvSpPr/><p:nvPr/></p:nvSpPr><p:spPr><a:xfrm><a:off x="16743705" y="12161623"/><a:ext cx="22860" cy="22225"/></a:xfrm><a:custGeom><a:avLst/><a:gdLst/><a:ahLst/><a:cxnLst/><a:rect l="l" t="t" r="r" b="b"/><a:pathLst><a:path w="22859" h="22225"><a:moveTo><a:pt x="0" y="0"/></a:moveTo><a:lnTo><a:pt x="22757" y="21832"/></a:lnTo></a:path></a:pathLst></a:custGeom><a:ln w="3175"><a:solidFill><a:srgbClr val="000000"/></a:solidFill></a:ln></p:spPr><p:txBody><a:bodyPr wrap="square" lIns="0" tIns="0" rIns="0" bIns="0" rtlCol="0"/><a:lstStyle/><a:p/></p:txBody></p:sp><p:sp><p:nvSpPr><p:cNvPr id="473" name="object 473"/><p:cNvSpPr/><p:nvPr/></p:nvSpPr><p:spPr><a:xfrm><a:off x="16729178" y="12179425"/><a:ext cx="25400" cy="19685"/></a:xfrm><a:custGeom><a:avLst/><a:gdLst/><a:ahLst/><a:cxnLst/><a:rect l="l" t="t" r="r" b="b"/><a:pathLst><a:path w="25400" h="19684"><a:moveTo><a:pt x="0" y="0"/></a:moveTo><a:lnTo><a:pt x="25024" y="19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474" name="object 474"/><p:cNvSpPr/><p:nvPr/></p:nvSpPr><p:spPr><a:xfrm><a:off x="16738834" y="12166914"/><a:ext cx="25400" cy="19685"/></a:xfrm><a:custGeom><a:avLst/><a:gdLst/><a:ahLst/><a:cxnLst/><a:rect l="l" t="t" r="r" b="b"/><a:pathLst><a:path w="25400" h="19684"><a:moveTo><a:pt x="0" y="0"/></a:moveTo><a:lnTo><a:pt x="24940" y="19312"/></a:lnTo></a:path></a:pathLst></a:custGeom><a:ln w="3175"><a:solidFill><a:srgbClr val="000000"/></a:solidFill></a:ln></p:spPr><p:txBody><a:bodyPr wrap="square" lIns="0" tIns="0" rIns="0" bIns="0" rtlCol="0"/><a:lstStyle/><a:p/></p:txBody></p:sp><p:sp><p:nvSpPr><p:cNvPr id="475" name="object 475"/><p:cNvSpPr/><p:nvPr/></p:nvSpPr><p:spPr><a:xfrm><a:off x="16741101" y="12176150"/><a:ext cx="10160" cy="12700"/></a:xfrm><a:custGeom><a:avLst/><a:gdLst/><a:ahLst/><a:cxnLst/><a:rect l="l" t="t" r="r" b="b"/><a:pathLst><a:path w="10159" h="12700"><a:moveTo><a:pt x="0" y="12427"/></a:moveTo><a:lnTo><a:pt x="965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6" name="object 476"/><p:cNvSpPr/><p:nvPr/></p:nvSpPr><p:spPr><a:xfrm><a:off x="16770577" y="12137272"/><a:ext cx="26034" cy="31115"/></a:xfrm><a:custGeom><a:avLst/><a:gdLst/><a:ahLst/><a:cxnLst/><a:rect l="l" t="t" r="r" b="b"/><a:pathLst><a:path w="26034" h="31115"><a:moveTo><a:pt x="11168" y="30816"/></a:moveTo><a:lnTo><a:pt x="0" y="0"/></a:lnTo><a:lnTo><a:pt x="25780" y="2032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7" name="object 477"/><p:cNvSpPr/><p:nvPr/></p:nvSpPr><p:spPr><a:xfrm><a:off x="16778302" y="12151043"/><a:ext cx="9525" cy="6985"/></a:xfrm><a:custGeom><a:avLst/><a:gdLst/><a:ahLst/><a:cxnLst/><a:rect l="l" t="t" r="r" b="b"/><a:pathLst><a:path w="9525" h="6984"><a:moveTo><a:pt x="0" y="6549"/></a:moveTo><a:lnTo><a:pt x="91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78" name="object 478"/><p:cNvSpPr/><p:nvPr/></p:nvSpPr><p:spPr><a:xfrm><a:off x="16748828" y="12144745"/><a:ext cx="34925" cy="35560"/></a:xfrm><a:custGeom><a:avLst/><a:gdLst/><a:ahLst/><a:cxnLst/><a:rect l="l" t="t" r="r" b="b"/><a:pathLst><a:path w="34925" h="35559"><a:moveTo><a:pt x="20909" y="35519"/></a:moveTo><a:lnTo><a:pt x="0" y="12007"/></a:lnTo><a:lnTo><a:pt x="27627" y="29473"/></a:lnTo><a:lnTo><a:pt x="13435" y="0"/></a:lnTo><a:lnTo><a:pt x="34429" y="23511"/></a:lnTo></a:path></a:pathLst></a:custGeom><a:ln w="3175"><a:solidFill><a:srgbClr val="000000"/></a:solidFill></a:ln></p:spPr><p:txBody><a:bodyPr wrap="square" lIns="0" tIns="0" rIns="0" bIns="0" rtlCol="0"/><a:lstStyle/><a:p/></p:txBody></p:sp><p:sp><p:nvSpPr><p:cNvPr id="479" name="object 479"/><p:cNvSpPr/><p:nvPr/></p:nvSpPr><p:spPr><a:xfrm><a:off x="16740850" y="11963119"/><a:ext cx="53340" cy="12065"/></a:xfrm><a:custGeom><a:avLst/><a:gdLst/><a:ahLst/><a:cxnLst/><a:rect l="l" t="t" r="r" b="b"/><a:pathLst><a:path w="53340" h="12065"><a:moveTo><a:pt x="0" y="587"/></a:moveTo><a:lnTo><a:pt x="28551" y="11923"/></a:lnTo><a:lnTo><a:pt x="32414" y="11083"/></a:lnTo><a:lnTo><a:pt x="38480" y="9364"/></a:lnTo><a:lnTo><a:pt x="45002" y="6353"/></a:lnTo><a:lnTo><a:pt x="49964" y="2435"/></a:lnTo><a:lnTo><a:pt x="5307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80" name="object 480"/><p:cNvSpPr/><p:nvPr/></p:nvSpPr><p:spPr><a:xfrm><a:off x="16743789" y="11973364"/><a:ext cx="23495" cy="13970"/></a:xfrm><a:custGeom><a:avLst/><a:gdLst/><a:ahLst/><a:cxnLst/><a:rect l="l" t="t" r="r" b="b"/><a:pathLst><a:path w="23494" h="13970"><a:moveTo><a:pt x="0" y="13854"/></a:moveTo><a:lnTo><a:pt x="3778" y="12679"/></a:lnTo><a:lnTo><a:pt x="9910" y="10375"/></a:lnTo><a:lnTo><a:pt x="15718" y="7116"/></a:lnTo><a:lnTo><a:pt x="20573" y="2687"/></a:lnTo><a:lnTo><a:pt x="23428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81" name="object 481"/><p:cNvSpPr/><p:nvPr/></p:nvSpPr><p:spPr><a:xfrm><a:off x="16719184" y="11985707"/><a:ext cx="22860" cy="15875"/></a:xfrm><a:custGeom><a:avLst/><a:gdLst/><a:ahLst/><a:cxnLst/><a:rect l="l" t="t" r="r" b="b"/><a:pathLst><a:path w="22859" h="15875"><a:moveTo><a:pt x="0" y="15702"/></a:moveTo><a:lnTo><a:pt x="3694" y="14190"/></a:lnTo><a:lnTo><a:pt x="9829" y="11424"/></a:lnTo><a:lnTo><a:pt x="14908" y="7686"/></a:lnTo><a:lnTo><a:pt x="19650" y="2938"/></a:lnTo><a:lnTo><a:pt x="2225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82" name="object 482"/><p:cNvSpPr/><p:nvPr/></p:nvSpPr><p:spPr><a:xfrm><a:off x="16790394" y="12000486"/><a:ext cx="27305" cy="50165"/></a:xfrm><a:custGeom><a:avLst/><a:gdLst/><a:ahLst/><a:cxnLst/><a:rect l="l" t="t" r="r" b="b"/><a:pathLst><a:path w="27305" h="50165"><a:moveTo><a:pt x="14863" y="49709"/></a:moveTo><a:lnTo><a:pt x="0" y="4786"/></a:lnTo><a:lnTo><a:pt x="14443" y="0"/></a:lnTo><a:lnTo><a:pt x="19902" y="587"/></a:lnTo><a:lnTo><a:pt x="22253" y="2183"/></a:lnTo><a:lnTo><a:pt x="25276" y="5877"/></a:lnTo><a:lnTo><a:pt x="26703" y="10160"/></a:lnTo><a:lnTo><a:pt x="26536" y="15030"/></a:lnTo><a:lnTo><a:pt x="25612" y="17633"/></a:lnTo><a:lnTo><a:pt x="21497" y="21412"/></a:lnTo><a:lnTo><a:pt x="7053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483" name="object 483"/><p:cNvSpPr/><p:nvPr/></p:nvSpPr><p:spPr><a:xfrm><a:off x="16808701" y="12022906"/><a:ext cx="19050" cy="20320"/></a:xfrm><a:custGeom><a:avLst/><a:gdLst/><a:ahLst/><a:cxnLst/><a:rect l="l" t="t" r="r" b="b"/><a:pathLst><a:path w="19050" h="20320"><a:moveTo><a:pt x="0" y="0"/></a:moveTo><a:lnTo><a:pt x="18978" y="19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484" name="object 484"/><p:cNvSpPr/><p:nvPr/></p:nvSpPr><p:spPr><a:xfrm><a:off x="16803830" y="12111494"/><a:ext cx="24130" cy="31115"/></a:xfrm><a:custGeom><a:avLst/><a:gdLst/><a:ahLst/><a:cxnLst/><a:rect l="l" t="t" r="r" b="b"/><a:pathLst><a:path w="24130" h="31115"><a:moveTo><a:pt x="14275" y="1763"/></a:moveTo><a:lnTo><a:pt x="11000" y="0"/></a:lnTo><a:lnTo><a:pt x="7305" y="83"/></a:lnTo><a:lnTo><a:pt x="3191" y="1931"/></a:lnTo><a:lnTo><a:pt x="755" y="4702"/></a:lnTo><a:lnTo><a:pt x="0" y="8396"/></a:lnTo><a:lnTo><a:pt x="1259" y="11167"/></a:lnTo><a:lnTo><a:pt x="3610" y="13351"/></a:lnTo><a:lnTo><a:pt x="5206" y="14274"/></a:lnTo><a:lnTo><a:pt x="7893" y="14694"/></a:lnTo><a:lnTo><a:pt x="15283" y="14526"/></a:lnTo><a:lnTo><a:pt x="17970" y="14946"/></a:lnTo><a:lnTo><a:pt x="19650" y="15870"/></a:lnTo><a:lnTo><a:pt x="21917" y="18053"/></a:lnTo><a:lnTo><a:pt x="23848" y="22167"/></a:lnTo><a:lnTo><a:pt x="23009" y="25862"/></a:lnTo><a:lnTo><a:pt x="20573" y="28633"/></a:lnTo><a:lnTo><a:pt x="16543" y="30564"/></a:lnTo><a:lnTo><a:pt x="12848" y="30564"/></a:lnTo><a:lnTo><a:pt x="9489" y="28801"/></a:lnTo></a:path></a:pathLst></a:custGeom><a:ln w="3175"><a:solidFill><a:srgbClr val="000000"/></a:solidFill></a:ln></p:spPr><p:txBody><a:bodyPr wrap="square" lIns="0" tIns="0" rIns="0" bIns="0" rtlCol="0"/><a:lstStyle/><a:p/></p:txBody></p:sp><p:sp><p:nvSpPr><p:cNvPr id="485" name="object 485"/><p:cNvSpPr/><p:nvPr/></p:nvSpPr><p:spPr><a:xfrm><a:off x="16783929" y="12118883"/><a:ext cx="29845" cy="35560"/></a:xfrm><a:custGeom><a:avLst/><a:gdLst/><a:ahLst/><a:cxnLst/><a:rect l="l" t="t" r="r" b="b"/><a:pathLst><a:path w="29844" h="35559"><a:moveTo><a:pt x="16123" y="35099"/></a:moveTo><a:lnTo><a:pt x="0" y="8061"/></a:lnTo><a:lnTo><a:pt x="29643" y="27038"/></a:lnTo><a:lnTo><a:pt x="13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486" name="object 486"/><p:cNvSpPr/><p:nvPr/></p:nvSpPr><p:spPr><a:xfrm><a:off x="16984125" y="11997127"/><a:ext cx="30480" cy="46990"/></a:xfrm><a:custGeom><a:avLst/><a:gdLst/><a:ahLst/><a:cxnLst/><a:rect l="l" t="t" r="r" b="b"/><a:pathLst><a:path w="30480" h="46990"><a:moveTo><a:pt x="19818" y="0"/></a:moveTo><a:lnTo><a:pt x="0" y="31152"/></a:lnTo><a:lnTo><a:pt x="83" y="36022"/></a:lnTo><a:lnTo><a:pt x="1763" y="41396"/></a:lnTo><a:lnTo><a:pt x="4198" y="44587"/></a:lnTo><a:lnTo><a:pt x="10580" y="46855"/></a:lnTo><a:lnTo><a:pt x="14527" y="45847"/></a:lnTo><a:lnTo><a:pt x="30482" y="15618"/></a:lnTo><a:lnTo><a:pt x="30314" y="10832"/></a:lnTo><a:lnTo><a:pt x="28635" y="5458"/></a:lnTo><a:lnTo><a:pt x="26200" y="2183"/></a:lnTo><a:lnTo><a:pt x="19818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487" name="object 487"/><p:cNvSpPr/><p:nvPr/></p:nvSpPr><p:spPr><a:xfrm><a:off x="17009233" y="12005860"/><a:ext cx="41910" cy="53340"/></a:xfrm><a:custGeom><a:avLst/><a:gdLst/><a:ahLst/><a:cxnLst/><a:rect l="l" t="t" r="r" b="b"/><a:pathLst><a:path w="41909" h="53340"><a:moveTo><a:pt x="0" y="42572"/></a:moveTo><a:lnTo><a:pt x="20573" y="0"/></a:lnTo><a:lnTo><a:pt x="21245" y="52900"/></a:lnTo><a:lnTo><a:pt x="41819" y="10328"/></a:lnTo></a:path></a:pathLst></a:custGeom><a:ln w="3175"><a:solidFill><a:srgbClr val="000000"/></a:solidFill></a:ln></p:spPr><p:txBody><a:bodyPr wrap="square" lIns="0" tIns="0" rIns="0" bIns="0" rtlCol="0"/><a:lstStyle/><a:p/></p:txBody></p:sp><p:sp><p:nvSpPr><p:cNvPr id="488" name="object 488"/><p:cNvSpPr/><p:nvPr/></p:nvSpPr><p:spPr><a:xfrm><a:off x="17033165" y="12025425"/><a:ext cx="36830" cy="47625"/></a:xfrm><a:custGeom><a:avLst/><a:gdLst/><a:ahLst/><a:cxnLst/><a:rect l="l" t="t" r="r" b="b"/><a:pathLst><a:path w="36830" h="47625"><a:moveTo><a:pt x="0" y="33251"/></a:moveTo><a:lnTo><a:pt x="36277" y="0"/></a:lnTo><a:lnTo><a:pt x="23009" y="47358"/></a:lnTo></a:path></a:pathLst></a:custGeom><a:ln w="3175"><a:solidFill><a:srgbClr val="000000"/></a:solidFill></a:ln></p:spPr><p:txBody><a:bodyPr wrap="square" lIns="0" tIns="0" rIns="0" bIns="0" rtlCol="0"/><a:lstStyle/><a:p/></p:txBody></p:sp><p:sp><p:nvSpPr><p:cNvPr id="489" name="object 489"/><p:cNvSpPr/><p:nvPr/></p:nvSpPr><p:spPr><a:xfrm><a:off x="17045678" y="12047844"/><a:ext cx="14604" cy="9525"/></a:xfrm><a:custGeom><a:avLst/><a:gdLst/><a:ahLst/><a:cxnLst/><a:rect l="l" t="t" r="r" b="b"/><a:pathLst><a:path w="14605" h="9525"><a:moveTo><a:pt x="0" y="0"/></a:moveTo><a:lnTo><a:pt x="14443" y="8900"/></a:lnTo></a:path></a:pathLst></a:custGeom><a:ln w="3175"><a:solidFill><a:srgbClr val="000000"/></a:solidFill></a:ln></p:spPr><p:txBody><a:bodyPr wrap="square" lIns="0" tIns="0" rIns="0" bIns="0" rtlCol="0"/><a:lstStyle/><a:p/></p:txBody></p:sp><p:sp><p:nvSpPr><p:cNvPr id="490" name="object 490"/><p:cNvSpPr/><p:nvPr/></p:nvSpPr><p:spPr><a:xfrm><a:off x="17008393" y="12121318"/><a:ext cx="17780" cy="26670"/></a:xfrm><a:custGeom><a:avLst/><a:gdLst/><a:ahLst/><a:cxnLst/><a:rect l="l" t="t" r="r" b="b"/><a:pathLst><a:path w="17780" h="26670"><a:moveTo><a:pt x="17466" y="0"/></a:moveTo><a:lnTo><a:pt x="0" y="26198"/></a:lnTo></a:path></a:pathLst></a:custGeom><a:ln w="3175"><a:solidFill><a:srgbClr val="000000"/></a:solidFill></a:ln></p:spPr><p:txBody><a:bodyPr wrap="square" lIns="0" tIns="0" rIns="0" bIns="0" rtlCol="0"/><a:lstStyle/><a:p/></p:txBody></p:sp><p:sp><p:nvSpPr><p:cNvPr id="491" name="object 491"/><p:cNvSpPr/><p:nvPr/></p:nvSpPr><p:spPr><a:xfrm><a:off x="17019394" y="12116952"/><a:ext cx="13335" cy="8890"/></a:xfrm><a:custGeom><a:avLst/><a:gdLst/><a:ahLst/><a:cxnLst/><a:rect l="l" t="t" r="r" b="b"/><a:pathLst><a:path w="13334" h="8890"><a:moveTo><a:pt x="0" y="0"/></a:moveTo><a:lnTo><a:pt x="13016" y="8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492" name="object 492"/><p:cNvSpPr/><p:nvPr/></p:nvSpPr><p:spPr><a:xfrm><a:off x="16986391" y="12107799"/><a:ext cx="26034" cy="28575"/></a:xfrm><a:custGeom><a:avLst/><a:gdLst/><a:ahLst/><a:cxnLst/><a:rect l="l" t="t" r="r" b="b"/><a:pathLst><a:path w="26034" h="28575"><a:moveTo><a:pt x="0" y="28045"/></a:moveTo><a:lnTo><a:pt x="14443" y="0"/></a:lnTo><a:lnTo><a:pt x="23428" y="4618"/></a:lnTo><a:lnTo><a:pt x="25696" y="7557"/></a:lnTo><a:lnTo><a:pt x="26032" y="9404"/></a:lnTo><a:lnTo><a:pt x="25696" y="12595"/></a:lnTo><a:lnTo><a:pt x="7557" y="13351"/></a:lnTo></a:path></a:pathLst></a:custGeom><a:ln w="3175"><a:solidFill><a:srgbClr val="000000"/></a:solidFill></a:ln></p:spPr><p:txBody><a:bodyPr wrap="square" lIns="0" tIns="0" rIns="0" bIns="0" rtlCol="0"/><a:lstStyle/><a:p/></p:txBody></p:sp><p:sp><p:nvSpPr><p:cNvPr id="493" name="object 493"/><p:cNvSpPr/><p:nvPr/></p:nvSpPr><p:spPr><a:xfrm><a:off x="17000332" y="12124761"/><a:ext cx="635" cy="18415"/></a:xfrm><a:custGeom><a:avLst/><a:gdLst/><a:ahLst/><a:cxnLst/><a:rect l="l" t="t" r="r" b="b"/><a:pathLst><a:path w="634" h="18415"><a:moveTo><a:pt x="587" y="0"/></a:moveTo><a:lnTo><a:pt x="0" y="18305"/></a:lnTo></a:path></a:pathLst></a:custGeom><a:ln w="3175"><a:solidFill><a:srgbClr val="000000"/></a:solidFill></a:ln></p:spPr><p:txBody><a:bodyPr wrap="square" lIns="0" tIns="0" rIns="0" bIns="0" rtlCol="0"/><a:lstStyle/><a:p/></p:txBody></p:sp><p:sp><p:nvSpPr><p:cNvPr id="494" name="object 494"/><p:cNvSpPr/><p:nvPr/></p:nvSpPr><p:spPr><a:xfrm><a:off x="17022250" y="12132066"/><a:ext cx="19685" cy="25400"/></a:xfrm><a:custGeom><a:avLst/><a:gdLst/><a:ahLst/><a:cxnLst/><a:rect l="l" t="t" r="r" b="b"/><a:pathLst><a:path w="19684" h="25400"><a:moveTo><a:pt x="19146" y="0"/></a:moveTo><a:lnTo><a:pt x="0" y="25022"/></a:lnTo></a:path></a:pathLst></a:custGeom><a:ln w="3175"><a:solidFill><a:srgbClr val="000000"/></a:solidFill></a:ln></p:spPr><p:txBody><a:bodyPr wrap="square" lIns="0" tIns="0" rIns="0" bIns="0" rtlCol="0"/><a:lstStyle/><a:p/></p:txBody></p:sp><p:sp><p:nvSpPr><p:cNvPr id="495" name="object 495"/><p:cNvSpPr/><p:nvPr/></p:nvSpPr><p:spPr><a:xfrm><a:off x="17038624" y="12154570"/><a:ext cx="29845" cy="28575"/></a:xfrm><a:custGeom><a:avLst/><a:gdLst/><a:ahLst/><a:cxnLst/><a:rect l="l" t="t" r="r" b="b"/><a:pathLst><a:path w="29844" h="28575"><a:moveTo><a:pt x="0" y="14862"/></a:moveTo><a:lnTo><a:pt x="29223" y="0"/></a:lnTo><a:lnTo><a:pt x="12260" y="28045"/></a:lnTo></a:path></a:pathLst></a:custGeom><a:ln w="3175"><a:solidFill><a:srgbClr val="000000"/></a:solidFill></a:ln></p:spPr><p:txBody><a:bodyPr wrap="square" lIns="0" tIns="0" rIns="0" bIns="0" rtlCol="0"/><a:lstStyle/><a:p/></p:txBody></p:sp><p:sp><p:nvSpPr><p:cNvPr id="496" name="object 496"/><p:cNvSpPr/><p:nvPr/></p:nvSpPr><p:spPr><a:xfrm><a:off x="17048617" y="12164730"/><a:ext cx="8255" cy="8255"/></a:xfrm><a:custGeom><a:avLst/><a:gdLst/><a:ahLst/><a:cxnLst/><a:rect l="l" t="t" r="r" b="b"/><a:pathLst><a:path w="8255" h="8254"><a:moveTo><a:pt x="0" y="0"/></a:moveTo><a:lnTo><a:pt x="7641" y="8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497" name="object 497"/><p:cNvSpPr/><p:nvPr/></p:nvSpPr><p:spPr><a:xfrm><a:off x="17029891" y="12133158"/><a:ext cx="14604" cy="29845"/></a:xfrm><a:custGeom><a:avLst/><a:gdLst/><a:ahLst/><a:cxnLst/><a:rect l="l" t="t" r="r" b="b"/><a:pathLst><a:path w="14605" h="29845"><a:moveTo><a:pt x="14191" y="0"/></a:moveTo><a:lnTo><a:pt x="10916" y="17213"/></a:lnTo><a:lnTo><a:pt x="0" y="29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498" name="object 498"/><p:cNvSpPr/><p:nvPr/></p:nvSpPr><p:spPr><a:xfrm><a:off x="17040808" y="12145166"/><a:ext cx="17145" cy="5715"/></a:xfrm><a:custGeom><a:avLst/><a:gdLst/><a:ahLst/><a:cxnLst/><a:rect l="l" t="t" r="r" b="b"/><a:pathLst><a:path w="17144" h="5715"><a:moveTo><a:pt x="16710" y="0"/></a:moveTo><a:lnTo><a:pt x="0" y="5206"/></a:lnTo></a:path></a:pathLst></a:custGeom><a:ln w="3175"><a:solidFill><a:srgbClr val="000000"/></a:solidFill></a:ln></p:spPr><p:txBody><a:bodyPr wrap="square" lIns="0" tIns="0" rIns="0" bIns="0" rtlCol="0"/><a:lstStyle/><a:p/></p:txBody></p:sp><p:sp><p:nvSpPr><p:cNvPr id="499" name="object 499"/><p:cNvSpPr/><p:nvPr/></p:nvSpPr><p:spPr><a:xfrm><a:off x="17061884" y="11956150"/><a:ext cx="10160" cy="29845"/></a:xfrm><a:custGeom><a:avLst/><a:gdLst/><a:ahLst/><a:cxnLst/><a:rect l="l" t="t" r="r" b="b"/><a:pathLst><a:path w="10159" h="29845"><a:moveTo><a:pt x="9573" y="29221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00" name="object 500"/><p:cNvSpPr/><p:nvPr/></p:nvSpPr><p:spPr><a:xfrm><a:off x="17045678" y="11973447"/><a:ext cx="26034" cy="9525"/></a:xfrm><a:custGeom><a:avLst/><a:gdLst/><a:ahLst/><a:cxnLst/><a:rect l="l" t="t" r="r" b="b"/><a:pathLst><a:path w="26034" h="9525"><a:moveTo><a:pt x="0" y="0"/></a:moveTo><a:lnTo><a:pt x="3358" y="2099"/></a:lnTo><a:lnTo><a:pt x="8989" y="5652"/></a:lnTo><a:lnTo><a:pt x="15312" y="7554"/></a:lnTo><a:lnTo><a:pt x="21833" y="8648"/></a:lnTo><a:lnTo><a:pt x="25696" y="9152"/></a:lnTo></a:path></a:pathLst></a:custGeom><a:ln w="3175"><a:solidFill><a:srgbClr val="000000"/></a:solidFill></a:ln></p:spPr><p:txBody><a:bodyPr wrap="square" lIns="0" tIns="0" rIns="0" bIns="0" rtlCol="0"/><a:lstStyle/><a:p/></p:txBody></p:sp><p:sp><p:nvSpPr><p:cNvPr id="501" name="object 501"/><p:cNvSpPr/><p:nvPr/></p:nvSpPr><p:spPr><a:xfrm><a:off x="17019058" y="11963707"/><a:ext cx="26670" cy="6985"/></a:xfrm><a:custGeom><a:avLst/><a:gdLst/><a:ahLst/><a:cxnLst/><a:rect l="l" t="t" r="r" b="b"/><a:pathLst><a:path w="26669" h="6984"><a:moveTo><a:pt x="0" y="0"/></a:moveTo><a:lnTo><a:pt x="3526" y="1847"/></a:lnTo><a:lnTo><a:pt x="9081" y="4598"/></a:lnTo><a:lnTo><a:pt x="16235" y="6497"/></a:lnTo><a:lnTo><a:pt x="22421" y="6885"/></a:lnTo><a:lnTo><a:pt x="26368" y="6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502" name="object 502"/><p:cNvSpPr/><p:nvPr/></p:nvSpPr><p:spPr><a:xfrm><a:off x="16913250" y="11982600"/><a:ext cx="26034" cy="47625"/></a:xfrm><a:custGeom><a:avLst/><a:gdLst/><a:ahLst/><a:cxnLst/><a:rect l="l" t="t" r="r" b="b"/><a:pathLst><a:path w="26034" h="47625"><a:moveTo><a:pt x="25696" y="7725"/></a:moveTo><a:lnTo><a:pt x="22589" y="3022"/></a:lnTo><a:lnTo><a:pt x="17634" y="419"/></a:lnTo><a:lnTo><a:pt x="10916" y="0"/></a:lnTo><a:lnTo><a:pt x="5710" y="1931"/></a:lnTo><a:lnTo><a:pt x="2099" y="6297"/></a:lnTo><a:lnTo><a:pt x="1847" y="10748"/></a:lnTo><a:lnTo><a:pt x="3191" y="15366"/></a:lnTo><a:lnTo><a:pt x="4786" y="17717"/></a:lnTo><a:lnTo><a:pt x="7977" y="20152"/></a:lnTo><a:lnTo><a:pt x="17886" y="25274"/></a:lnTo><a:lnTo><a:pt x="21077" y="27709"/></a:lnTo><a:lnTo><a:pt x="22673" y="30061"/></a:lnTo><a:lnTo><a:pt x="24016" y="34679"/></a:lnTo><a:lnTo><a:pt x="23680" y="41396"/></a:lnTo><a:lnTo><a:pt x="19985" y="45679"/></a:lnTo><a:lnTo><a:pt x="14779" y="47610"/></a:lnTo><a:lnTo><a:pt x="8061" y="47190"/></a:lnTo><a:lnTo><a:pt x="3107" y="44671"/></a:lnTo><a:lnTo><a:pt x="0" y="39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503" name="object 503"/><p:cNvSpPr/><p:nvPr/></p:nvSpPr><p:spPr><a:xfrm><a:off x="16944152" y="11986211"/><a:ext cx="29209" cy="48260"/></a:xfrm><a:custGeom><a:avLst/><a:gdLst/><a:ahLst/><a:cxnLst/><a:rect l="l" t="t" r="r" b="b"/><a:pathLst><a:path w="29209" h="48259"><a:moveTo><a:pt x="29055" y="9236"/></a:moveTo><a:lnTo><a:pt x="26452" y="4198"/></a:lnTo><a:lnTo><a:pt x="21917" y="1175"/></a:lnTo><a:lnTo><a:pt x="15199" y="0"/></a:lnTo><a:lnTo><a:pt x="9825" y="1343"/></a:lnTo><a:lnTo><a:pt x="5710" y="5206"/></a:lnTo><a:lnTo><a:pt x="4954" y="9656"/></a:lnTo><a:lnTo><a:pt x="5878" y="14358"/></a:lnTo><a:lnTo><a:pt x="7137" y="16877"/></a:lnTo><a:lnTo><a:pt x="10076" y="19648"/></a:lnTo><a:lnTo><a:pt x="19314" y="25862"/></a:lnTo><a:lnTo><a:pt x="22253" y="28633"/></a:lnTo><a:lnTo><a:pt x="23512" y="31152"/></a:lnTo><a:lnTo><a:pt x="24436" y="35854"/></a:lnTo><a:lnTo><a:pt x="23261" y="42572"/></a:lnTo><a:lnTo><a:pt x="19146" y="46435"/></a:lnTo><a:lnTo><a:pt x="13771" y="47778"/></a:lnTo><a:lnTo><a:pt x="7137" y="46603"/></a:lnTo><a:lnTo><a:pt x="2519" y="43496"/></a:lnTo><a:lnTo><a:pt x="0" y="38458"/></a:lnTo></a:path></a:pathLst></a:custGeom><a:ln w="3175"><a:solidFill><a:srgbClr val="000000"/></a:solidFill></a:ln></p:spPr><p:txBody><a:bodyPr wrap="square" lIns="0" tIns="0" rIns="0" bIns="0" rtlCol="0"/><a:lstStyle/><a:p/></p:txBody></p:sp><p:sp><p:nvSpPr><p:cNvPr id="504" name="object 504"/><p:cNvSpPr/><p:nvPr/></p:nvSpPr><p:spPr><a:xfrm><a:off x="16948856" y="12093608"/><a:ext cx="8890" cy="30480"/></a:xfrm><a:custGeom><a:avLst/><a:gdLst/><a:ahLst/><a:cxnLst/><a:rect l="l" t="t" r="r" b="b"/><a:pathLst><a:path w="8890" h="30479"><a:moveTo><a:pt x="8817" y="0"/></a:moveTo><a:lnTo><a:pt x="0" y="30313"/></a:lnTo></a:path></a:pathLst></a:custGeom><a:ln w="3175"><a:solidFill><a:srgbClr val="000000"/></a:solidFill></a:ln></p:spPr><p:txBody><a:bodyPr wrap="square" lIns="0" tIns="0" rIns="0" bIns="0" rtlCol="0"/><a:lstStyle/><a:p/></p:txBody></p:sp><p:sp><p:nvSpPr><p:cNvPr id="505" name="object 505"/><p:cNvSpPr/><p:nvPr/></p:nvSpPr><p:spPr><a:xfrm><a:off x="16963971" y="12098058"/><a:ext cx="8890" cy="30480"/></a:xfrm><a:custGeom><a:avLst/><a:gdLst/><a:ahLst/><a:cxnLst/><a:rect l="l" t="t" r="r" b="b"/><a:pathLst><a:path w="8890" h="30479"><a:moveTo><a:pt x="8817" y="0"/></a:moveTo><a:lnTo><a:pt x="0" y="30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506" name="object 506"/><p:cNvSpPr/><p:nvPr/></p:nvSpPr><p:spPr><a:xfrm><a:off x="16953474" y="12108051"/><a:ext cx="15240" cy="4445"/></a:xfrm><a:custGeom><a:avLst/><a:gdLst/><a:ahLst/><a:cxnLst/><a:rect l="l" t="t" r="r" b="b"/><a:pathLst><a:path w="15240" h="4445"><a:moveTo><a:pt x="0" y="0"/></a:moveTo><a:lnTo><a:pt x="15115" y="4366"/></a:lnTo></a:path></a:pathLst></a:custGeom><a:ln w="3175"><a:solidFill><a:srgbClr val="000000"/></a:solidFill></a:ln></p:spPr><p:txBody><a:bodyPr wrap="square" lIns="0" tIns="0" rIns="0" bIns="0" rtlCol="0"/><a:lstStyle/><a:p/></p:txBody></p:sp><p:sp><p:nvSpPr><p:cNvPr id="507" name="object 507"/><p:cNvSpPr/><p:nvPr/></p:nvSpPr><p:spPr><a:xfrm><a:off x="16929037" y="12089409"/><a:ext cx="19685" cy="31750"/></a:xfrm><a:custGeom><a:avLst/><a:gdLst/><a:ahLst/><a:cxnLst/><a:rect l="l" t="t" r="r" b="b"/><a:pathLst><a:path w="19684" h="31750"><a:moveTo><a:pt x="0" y="31236"/></a:moveTo><a:lnTo><a:pt x="4534" y="0"/></a:lnTo><a:lnTo><a:pt x="14611" y="1511"/></a:lnTo><a:lnTo><a:pt x="17718" y="3442"/></a:lnTo><a:lnTo><a:pt x="18642" y="5122"/></a:lnTo><a:lnTo><a:pt x="19314" y="8229"/></a:lnTo><a:lnTo><a:pt x="18894" y="11251"/></a:lnTo><a:lnTo><a:pt x="17298" y="14022"/></a:lnTo><a:lnTo><a:pt x="15955" y="15366"/></a:lnTo><a:lnTo><a:pt x="12428" y="16374"/></a:lnTo><a:lnTo><a:pt x="2435" y="14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508" name="object 508"/><p:cNvSpPr/><p:nvPr/></p:nvSpPr><p:spPr><a:xfrm><a:off x="16929037" y="12105783"/><a:ext cx="17145" cy="16510"/></a:xfrm><a:custGeom><a:avLst/><a:gdLst/><a:ahLst/><a:cxnLst/><a:rect l="l" t="t" r="r" b="b"/><a:pathLst><a:path w="17144" h="16509"><a:moveTo><a:pt x="12428" y="0"/></a:moveTo><a:lnTo><a:pt x="15535" y="1931"/></a:lnTo><a:lnTo><a:pt x="16459" y="3610"/></a:lnTo><a:lnTo><a:pt x="17130" y="6717"/></a:lnTo><a:lnTo><a:pt x="16459" y="11167"/></a:lnTo><a:lnTo><a:pt x="14947" y="14022"/></a:lnTo><a:lnTo><a:pt x="13603" y="15282"/></a:lnTo><a:lnTo><a:pt x="10076" y="16290"/></a:lnTo><a:lnTo><a:pt x="0" y="14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509" name="object 509"/><p:cNvSpPr/><p:nvPr/></p:nvSpPr><p:spPr><a:xfrm><a:off x="16972284" y="11990914"/><a:ext cx="12700" cy="45720"/></a:xfrm><a:custGeom><a:avLst/><a:gdLst/><a:ahLst/><a:cxnLst/><a:rect l="l" t="t" r="r" b="b"/><a:pathLst><a:path w="12700" h="45720"><a:moveTo><a:pt x="12344" y="0"/></a:moveTo><a:lnTo><a:pt x="0" y="45679"/></a:lnTo></a:path></a:pathLst></a:custGeom><a:ln w="3175"><a:solidFill><a:srgbClr val="000000"/></a:solidFill></a:ln></p:spPr><p:txBody><a:bodyPr wrap="square" lIns="0" tIns="0" rIns="0" bIns="0" rtlCol="0"/><a:lstStyle/><a:p/></p:txBody></p:sp><p:sp><p:nvSpPr><p:cNvPr id="510" name="object 510"/><p:cNvSpPr/><p:nvPr/></p:nvSpPr><p:spPr><a:xfrm><a:off x="16963718" y="12101585"/><a:ext cx="20320" cy="33020"/></a:xfrm><a:custGeom><a:avLst/><a:gdLst/><a:ahLst/><a:cxnLst/><a:rect l="l" t="t" r="r" b="b"/><a:pathLst><a:path w="20319" h="33020"><a:moveTo><a:pt x="0" y="25778"/></a:moveTo><a:lnTo><a:pt x="20237" y="0"/></a:lnTo><a:lnTo><a:pt x="16710" y="3258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1" name="object 511"/><p:cNvSpPr/><p:nvPr/></p:nvSpPr><p:spPr><a:xfrm><a:off x="16970856" y="12118883"/><a:ext cx="10795" cy="4445"/></a:xfrm><a:custGeom><a:avLst/><a:gdLst/><a:ahLst/><a:cxnLst/><a:rect l="l" t="t" r="r" b="b"/><a:pathLst><a:path w="10794" h="4445"><a:moveTo><a:pt x="0" y="0"/></a:moveTo><a:lnTo><a:pt x="10412" y="4282"/></a:lnTo></a:path></a:pathLst></a:custGeom><a:ln w="3175"><a:solidFill><a:srgbClr val="000000"/></a:solidFill></a:ln></p:spPr><p:txBody><a:bodyPr wrap="square" lIns="0" tIns="0" rIns="0" bIns="0" rtlCol="0"/><a:lstStyle/><a:p/></p:txBody></p:sp><p:sp><p:nvSpPr><p:cNvPr id="512" name="object 512"/><p:cNvSpPr/><p:nvPr/></p:nvSpPr><p:spPr><a:xfrm><a:off x="16885455" y="11924913"/><a:ext cx="22225" cy="21590"/></a:xfrm><a:custGeom><a:avLst/><a:gdLst/><a:ahLst/><a:cxnLst/><a:rect l="l" t="t" r="r" b="b"/><a:pathLst><a:path w="22225" h="21590"><a:moveTo><a:pt x="21917" y="21496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3" name="object 513"/><p:cNvSpPr/><p:nvPr/></p:nvSpPr><p:spPr><a:xfrm><a:off x="16885539" y="11921323"/><a:ext cx="30480" cy="3810"/></a:xfrm><a:custGeom><a:avLst/><a:gdLst/><a:ahLst/><a:cxnLst/><a:rect l="l" t="t" r="r" b="b"/><a:pathLst><a:path w="30480" h="3809"><a:moveTo><a:pt x="30146" y="1575"/></a:moveTo><a:lnTo><a:pt x="27627" y="987"/></a:lnTo><a:lnTo><a:pt x="21283" y="31"/></a:lnTo><a:lnTo><a:pt x="14868" y="0"/></a:lnTo><a:lnTo><a:pt x="8513" y="881"/></a:lnTo><a:lnTo><a:pt x="2351" y="2667"/></a:lnTo><a:lnTo><a:pt x="0" y="359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4" name="object 514"/><p:cNvSpPr/><p:nvPr/></p:nvSpPr><p:spPr><a:xfrm><a:off x="16855308" y="11926760"/><a:ext cx="50800" cy="21590"/></a:xfrm><a:custGeom><a:avLst/><a:gdLst/><a:ahLst/><a:cxnLst/><a:rect l="l" t="t" r="r" b="b"/><a:pathLst><a:path w="50800" h="21590"><a:moveTo><a:pt x="25192" y="21160"/></a:moveTo><a:lnTo><a:pt x="29559" y="21412"/></a:lnTo><a:lnTo><a:pt x="33841" y="21244"/></a:lnTo><a:lnTo><a:pt x="38208" y="20824"/></a:lnTo><a:lnTo><a:pt x="42491" y="19984"/></a:lnTo><a:lnTo><a:pt x="46689" y="18809"/></a:lnTo><a:lnTo><a:pt x="50720" y="17213"/></a:lnTo></a:path><a:path w="50800" h="21590"><a:moveTo><a:pt x="25192" y="2116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5" name="object 515"/><p:cNvSpPr/><p:nvPr/></p:nvSpPr><p:spPr><a:xfrm><a:off x="16825832" y="11933478"/><a:ext cx="25400" cy="18415"/></a:xfrm><a:custGeom><a:avLst/><a:gdLst/><a:ahLst/><a:cxnLst/><a:rect l="l" t="t" r="r" b="b"/><a:pathLst><a:path w="25400" h="18415"><a:moveTo><a:pt x="25108" y="17801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6" name="object 516"/><p:cNvSpPr/><p:nvPr/></p:nvSpPr><p:spPr><a:xfrm><a:off x="16825832" y="11926508"/><a:ext cx="29845" cy="6985"/></a:xfrm><a:custGeom><a:avLst/><a:gdLst/><a:ahLst/><a:cxnLst/><a:rect l="l" t="t" r="r" b="b"/><a:pathLst><a:path w="29844" h="6984"><a:moveTo><a:pt x="29475" y="251"/></a:moveTo><a:lnTo><a:pt x="26955" y="0"/></a:lnTo><a:lnTo><a:pt x="20525" y="71"/></a:lnTo><a:lnTo><a:pt x="14180" y="1075"/></a:lnTo><a:lnTo><a:pt x="8030" y="2947"/></a:lnTo><a:lnTo><a:pt x="2183" y="5625"/></a:lnTo><a:lnTo><a:pt x="0" y="6969"/></a:lnTo></a:path></a:pathLst></a:custGeom><a:ln w="3175"><a:solidFill><a:srgbClr val="000000"/></a:solidFill></a:ln></p:spPr><p:txBody><a:bodyPr wrap="square" lIns="0" tIns="0" rIns="0" bIns="0" rtlCol="0"/><a:lstStyle/><a:p/></p:txBody></p:sp><p:sp><p:nvSpPr><p:cNvPr id="517" name="object 517"/><p:cNvSpPr/><p:nvPr/></p:nvSpPr><p:spPr><a:xfrm><a:off x="16850941" y="11945402"/><a:ext cx="26670" cy="6350"/></a:xfrm><a:custGeom><a:avLst/><a:gdLst/><a:ahLst/><a:cxnLst/><a:rect l="l" t="t" r="r" b="b"/><a:pathLst><a:path w="26669" h="6350"><a:moveTo><a:pt x="0" y="5877"/></a:moveTo><a:lnTo><a:pt x="3946" y="5877"/></a:lnTo><a:lnTo><a:pt x="10494" y="5733"/></a:lnTo><a:lnTo><a:pt x="17004" y="4286"/></a:lnTo><a:lnTo><a:pt x="23009" y="1679"/></a:lnTo><a:lnTo><a:pt x="266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18" name="object 518"/><p:cNvSpPr/><p:nvPr/></p:nvSpPr><p:spPr><a:xfrm><a:off x="16856316" y="11922020"/><a:ext cx="29209" cy="5715"/></a:xfrm><a:custGeom><a:avLst/><a:gdLst/><a:ahLst/><a:cxnLst/><a:rect l="l" t="t" r="r" b="b"/><a:pathLst><a:path w="29209" h="5715"><a:moveTo><a:pt x="29139" y="1549"/></a:moveTo><a:lnTo><a:pt x="26619" y="1129"/></a:lnTo><a:lnTo><a:pt x="18359" y="0"/></a:lnTo><a:lnTo><a:pt x="9907" y="1140"/></a:lnTo><a:lnTo><a:pt x="2267" y="4488"/></a:lnTo><a:lnTo><a:pt x="0" y="5495"/></a:lnTo></a:path></a:pathLst></a:custGeom><a:ln w="3175"><a:solidFill><a:srgbClr val="000000"/></a:solidFill></a:ln></p:spPr><p:txBody><a:bodyPr wrap="square" lIns="0" tIns="0" rIns="0" bIns="0" rtlCol="0"/><a:lstStyle/><a:p/></p:txBody></p:sp><p:sp><p:nvSpPr><p:cNvPr id="519" name="object 519"/><p:cNvSpPr/><p:nvPr/></p:nvSpPr><p:spPr><a:xfrm><a:off x="16768394" y="11940028"/><a:ext cx="28575" cy="11430"/></a:xfrm><a:custGeom><a:avLst/><a:gdLst/><a:ahLst/><a:cxnLst/><a:rect l="l" t="t" r="r" b="b"/><a:pathLst><a:path w="28575" h="11429"><a:moveTo><a:pt x="28047" y="0"/></a:moveTo><a:lnTo><a:pt x="25444" y="251"/></a:lnTo><a:lnTo><a:pt x="16794" y="1118"/></a:lnTo><a:lnTo><a:pt x="8773" y="4384"/></a:lnTo><a:lnTo><a:pt x="1931" y="9740"/></a:lnTo><a:lnTo><a:pt x="0" y="11419"/></a:lnTo></a:path></a:pathLst></a:custGeom><a:ln w="3175"><a:solidFill><a:srgbClr val="000000"/></a:solidFill></a:ln></p:spPr><p:txBody><a:bodyPr wrap="square" lIns="0" tIns="0" rIns="0" bIns="0" rtlCol="0"/><a:lstStyle/><a:p/></p:txBody></p:sp><p:sp><p:nvSpPr><p:cNvPr id="520" name="object 520"/><p:cNvSpPr/><p:nvPr/></p:nvSpPr><p:spPr><a:xfrm><a:off x="16796777" y="11932219"/><a:ext cx="29209" cy="9525"/></a:xfrm><a:custGeom><a:avLst/><a:gdLst/><a:ahLst/><a:cxnLst/><a:rect l="l" t="t" r="r" b="b"/><a:pathLst><a:path w="29209" h="9525"><a:moveTo><a:pt x="28887" y="0"/></a:moveTo><a:lnTo><a:pt x="26284" y="0"/></a:lnTo><a:lnTo><a:pt x="17714" y="228"/></a:lnTo><a:lnTo><a:pt x="9189" y="2790"/></a:lnTo><a:lnTo><a:pt x="2099" y="7641"/></a:lnTo><a:lnTo><a:pt x="0" y="9068"/></a:lnTo></a:path></a:pathLst></a:custGeom><a:ln w="3175"><a:solidFill><a:srgbClr val="000000"/></a:solidFill></a:ln></p:spPr><p:txBody><a:bodyPr wrap="square" lIns="0" tIns="0" rIns="0" bIns="0" rtlCol="0"/><a:lstStyle/><a:p/></p:txBody></p:sp><p:sp><p:nvSpPr><p:cNvPr id="521" name="object 521"/><p:cNvSpPr/><p:nvPr/></p:nvSpPr><p:spPr><a:xfrm><a:off x="17033838" y="11945150"/><a:ext cx="28575" cy="10160"/></a:xfrm><a:custGeom><a:avLst/><a:gdLst/><a:ahLst/><a:cxnLst/><a:rect l="l" t="t" r="r" b="b"/><a:pathLst><a:path w="28575" h="10159"><a:moveTo><a:pt x="28551" y="9824"/></a:moveTo><a:lnTo><a:pt x="26536" y="8312"/></a:lnTo><a:lnTo><a:pt x="19489" y="3258"/></a:lnTo><a:lnTo><a:pt x="11170" y="456"/></a:lnTo><a:lnTo><a:pt x="2519" y="83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2" name="object 522"/><p:cNvSpPr/><p:nvPr/></p:nvSpPr><p:spPr><a:xfrm><a:off x="17005034" y="11936249"/><a:ext cx="29845" cy="8255"/></a:xfrm><a:custGeom><a:avLst/><a:gdLst/><a:ahLst/><a:cxnLst/><a:rect l="l" t="t" r="r" b="b"/><a:pathLst><a:path w="29844" h="8254"><a:moveTo><a:pt x="29307" y="7725"/></a:moveTo><a:lnTo><a:pt x="2519" y="0"/></a:lnTo><a:lnTo><a:pt x="0" y="167"/></a:lnTo></a:path></a:pathLst></a:custGeom><a:ln w="3175"><a:solidFill><a:srgbClr val="000000"/></a:solidFill></a:ln></p:spPr><p:txBody><a:bodyPr wrap="square" lIns="0" tIns="0" rIns="0" bIns="0" rtlCol="0"/><a:lstStyle/><a:p/></p:txBody></p:sp><p:sp><p:nvSpPr><p:cNvPr id="523" name="object 523"/><p:cNvSpPr/><p:nvPr/></p:nvSpPr><p:spPr><a:xfrm><a:off x="16945664" y="11925921"/><a:ext cx="18415" cy="24765"/></a:xfrm><a:custGeom><a:avLst/><a:gdLst/><a:ahLst/><a:cxnLst/><a:rect l="l" t="t" r="r" b="b"/><a:pathLst><a:path w="18415" h="24765"><a:moveTo><a:pt x="18306" y="24687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4" name="object 524"/><p:cNvSpPr/><p:nvPr/></p:nvSpPr><p:spPr><a:xfrm><a:off x="16945747" y="11924550"/><a:ext cx="30480" cy="4445"/></a:xfrm><a:custGeom><a:avLst/><a:gdLst/><a:ahLst/><a:cxnLst/><a:rect l="l" t="t" r="r" b="b"/><a:pathLst><a:path w="30480" h="4445"><a:moveTo><a:pt x="30062" y="4142"/></a:moveTo><a:lnTo><a:pt x="27711" y="3134"/></a:lnTo><a:lnTo><a:pt x="21499" y="1155"/></a:lnTo><a:lnTo><a:pt x="15247" y="117"/></a:lnTo><a:lnTo><a:pt x="8908" y="0"/></a:lnTo><a:lnTo><a:pt x="2435" y="783"/></a:lnTo><a:lnTo><a:pt x="0" y="1371"/></a:lnTo></a:path></a:pathLst></a:custGeom><a:ln w="3175"><a:solidFill><a:srgbClr val="000000"/></a:solidFill></a:ln></p:spPr><p:txBody><a:bodyPr wrap="square" lIns="0" tIns="0" rIns="0" bIns="0" rtlCol="0"/><a:lstStyle/><a:p/></p:txBody></p:sp><p:sp><p:nvSpPr><p:cNvPr id="525" name="object 525"/><p:cNvSpPr/><p:nvPr/></p:nvSpPr><p:spPr><a:xfrm><a:off x="16915600" y="11924157"/><a:ext cx="20320" cy="23495"/></a:xfrm><a:custGeom><a:avLst/><a:gdLst/><a:ahLst/><a:cxnLst/><a:rect l="l" t="t" r="r" b="b"/><a:pathLst><a:path w="20319" h="23495"><a:moveTo><a:pt x="20153" y="23259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6" name="object 526"/><p:cNvSpPr/><p:nvPr/></p:nvSpPr><p:spPr><a:xfrm><a:off x="16915600" y="11921813"/><a:ext cx="30480" cy="3175"/></a:xfrm><a:custGeom><a:avLst/><a:gdLst/><a:ahLst/><a:cxnLst/><a:rect l="l" t="t" r="r" b="b"/><a:pathLst><a:path w="30480" h="3175"><a:moveTo><a:pt x="30230" y="2764"/></a:moveTo><a:lnTo><a:pt x="27795" y="2008"/></a:lnTo><a:lnTo><a:pt x="21540" y="534"/></a:lnTo><a:lnTo><a:pt x="15140" y="0"/></a:lnTo><a:lnTo><a:pt x="8727" y="385"/></a:lnTo><a:lnTo><a:pt x="2435" y="1672"/></a:lnTo><a:lnTo><a:pt x="0" y="2428"/></a:lnTo></a:path></a:pathLst></a:custGeom><a:ln w="3175"><a:solidFill><a:srgbClr val="000000"/></a:solidFill></a:ln></p:spPr><p:txBody><a:bodyPr wrap="square" lIns="0" tIns="0" rIns="0" bIns="0" rtlCol="0"/><a:lstStyle/><a:p/></p:txBody></p:sp><p:sp><p:nvSpPr><p:cNvPr id="527" name="object 527"/><p:cNvSpPr/><p:nvPr/></p:nvSpPr><p:spPr><a:xfrm><a:off x="16935756" y="11947417"/><a:ext cx="27305" cy="2540"/></a:xfrm><a:custGeom><a:avLst/><a:gdLst/><a:ahLst/><a:cxnLst/><a:rect l="l" t="t" r="r" b="b"/><a:pathLst><a:path w="27305" h="2540"><a:moveTo><a:pt x="0" y="0"/></a:moveTo><a:lnTo><a:pt x="3778" y="923"/></a:lnTo><a:lnTo><a:pt x="10650" y="2328"/></a:lnTo><a:lnTo><a:pt x="16417" y="2489"/></a:lnTo><a:lnTo><a:pt x="23344" y="1343"/></a:lnTo><a:lnTo><a:pt x="27207" y="587"/></a:lnTo></a:path></a:pathLst></a:custGeom><a:ln w="3175"><a:solidFill><a:srgbClr val="000000"/></a:solidFill></a:ln></p:spPr><p:txBody><a:bodyPr wrap="square" lIns="0" tIns="0" rIns="0" bIns="0" rtlCol="0"/><a:lstStyle/><a:p/></p:txBody></p:sp><p:sp><p:nvSpPr><p:cNvPr id="528" name="object 528"/><p:cNvSpPr/><p:nvPr/></p:nvSpPr><p:spPr><a:xfrm><a:off x="16907371" y="11944898"/><a:ext cx="27305" cy="3175"/></a:xfrm><a:custGeom><a:avLst/><a:gdLst/><a:ahLst/><a:cxnLst/><a:rect l="l" t="t" r="r" b="b"/><a:pathLst><a:path w="27305" h="3175"><a:moveTo><a:pt x="0" y="1511"/></a:moveTo><a:lnTo><a:pt x="3946" y="2183"/></a:lnTo><a:lnTo><a:pt x="10431" y="3154"/></a:lnTo><a:lnTo><a:pt x="17067" y="2569"/></a:lnTo><a:lnTo><a:pt x="23428" y="1091"/></a:lnTo><a:lnTo><a:pt x="2720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29" name="object 529"/><p:cNvSpPr/><p:nvPr/></p:nvSpPr><p:spPr><a:xfrm><a:off x="16975559" y="11929952"/><a:ext cx="16510" cy="26670"/></a:xfrm><a:custGeom><a:avLst/><a:gdLst/><a:ahLst/><a:cxnLst/><a:rect l="l" t="t" r="r" b="b"/><a:pathLst><a:path w="16509" h="26670"><a:moveTo><a:pt x="16207" y="26114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0" name="object 530"/><p:cNvSpPr/><p:nvPr/></p:nvSpPr><p:spPr><a:xfrm><a:off x="16975476" y="11929318"/><a:ext cx="29845" cy="6350"/></a:xfrm><a:custGeom><a:avLst/><a:gdLst/><a:ahLst/><a:cxnLst/><a:rect l="l" t="t" r="r" b="b"/><a:pathLst><a:path w="29844" h="6350"><a:moveTo><a:pt x="29811" y="5755"/></a:moveTo><a:lnTo><a:pt x="27543" y="4580"/></a:lnTo><a:lnTo><a:pt x="21610" y="2161"/></a:lnTo><a:lnTo><a:pt x="15387" y="641"/></a:lnTo><a:lnTo><a:pt x="9006" y="0"/></a:lnTo><a:lnTo><a:pt x="2603" y="213"/></a:lnTo><a:lnTo><a:pt x="0" y="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531" name="object 531"/><p:cNvSpPr/><p:nvPr/></p:nvSpPr><p:spPr><a:xfrm><a:off x="16963971" y="11950608"/><a:ext cx="27305" cy="3810"/></a:xfrm><a:custGeom><a:avLst/><a:gdLst/><a:ahLst/><a:cxnLst/><a:rect l="l" t="t" r="r" b="b"/><a:pathLst><a:path w="27305" h="3809"><a:moveTo><a:pt x="0" y="0"/></a:moveTo><a:lnTo><a:pt x="3694" y="1259"/></a:lnTo><a:lnTo><a:pt x="9974" y="3196"/></a:lnTo><a:lnTo><a:pt x="16636" y="3788"/></a:lnTo><a:lnTo><a:pt x="23177" y="3274"/></a:lnTo><a:lnTo><a:pt x="27039" y="277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2" name="object 532"/><p:cNvSpPr/><p:nvPr/></p:nvSpPr><p:spPr><a:xfrm><a:off x="17249820" y="12169097"/><a:ext cx="14604" cy="27305"/></a:xfrm><a:custGeom><a:avLst/><a:gdLst/><a:ahLst/><a:cxnLst/><a:rect l="l" t="t" r="r" b="b"/><a:pathLst><a:path w="14605" h="27304"><a:moveTo><a:pt x="0" y="27290"/></a:moveTo><a:lnTo><a:pt x="14191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3" name="object 533"/><p:cNvSpPr/><p:nvPr/></p:nvSpPr><p:spPr><a:xfrm><a:off x="17252172" y="12141387"/><a:ext cx="13335" cy="27305"/></a:xfrm><a:custGeom><a:avLst/><a:gdLst/><a:ahLst/><a:cxnLst/><a:rect l="l" t="t" r="r" b="b"/><a:pathLst><a:path w="13334" h="27304"><a:moveTo><a:pt x="13016" y="27290"/></a:moveTo><a:lnTo><a:pt x="12680" y="24687"/></a:lnTo><a:lnTo><a:pt x="11290" y="16180"/></a:lnTo><a:lnTo><a:pt x="7533" y="8252"/></a:lnTo><a:lnTo><a:pt x="1763" y="184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4" name="object 534"/><p:cNvSpPr/><p:nvPr/></p:nvSpPr><p:spPr><a:xfrm><a:off x="17147707" y="12145501"/><a:ext cx="41910" cy="22860"/></a:xfrm><a:custGeom><a:avLst/><a:gdLst/><a:ahLst/><a:cxnLst/><a:rect l="l" t="t" r="r" b="b"/><a:pathLst><a:path w="41909" h="22859"><a:moveTo><a:pt x="41651" y="0"/></a:moveTo><a:lnTo><a:pt x="0" y="22503"/></a:lnTo></a:path></a:pathLst></a:custGeom><a:ln w="3175"><a:solidFill><a:srgbClr val="000000"/></a:solidFill></a:ln></p:spPr><p:txBody><a:bodyPr wrap="square" lIns="0" tIns="0" rIns="0" bIns="0" rtlCol="0"/><a:lstStyle/><a:p/></p:txBody></p:sp><p:sp><p:nvSpPr><p:cNvPr id="535" name="object 535"/><p:cNvSpPr/><p:nvPr/></p:nvSpPr><p:spPr><a:xfrm><a:off x="17152242" y="12158181"/><a:ext cx="53340" cy="40640"/></a:xfrm><a:custGeom><a:avLst/><a:gdLst/><a:ahLst/><a:cxnLst/><a:rect l="l" t="t" r="r" b="b"/><a:pathLst><a:path w="53340" h="40640"><a:moveTo><a:pt x="0" y="18809"/></a:moveTo><a:lnTo><a:pt x="43414" y="0"/></a:lnTo><a:lnTo><a:pt x="9405" y="40557"/></a:lnTo><a:lnTo><a:pt x="52820" y="21748"/></a:lnTo></a:path></a:pathLst></a:custGeom><a:ln w="3175"><a:solidFill><a:srgbClr val="000000"/></a:solidFill></a:ln></p:spPr><p:txBody><a:bodyPr wrap="square" lIns="0" tIns="0" rIns="0" bIns="0" rtlCol="0"/><a:lstStyle/><a:p/></p:txBody></p:sp><p:sp><p:nvSpPr><p:cNvPr id="536" name="object 536"/><p:cNvSpPr/><p:nvPr/></p:nvSpPr><p:spPr><a:xfrm><a:off x="17240247" y="12141387"/><a:ext cx="12065" cy="53340"/></a:xfrm><a:custGeom><a:avLst/><a:gdLst/><a:ahLst/><a:cxnLst/><a:rect l="l" t="t" r="r" b="b"/><a:pathLst><a:path w="12065" h="53340"><a:moveTo><a:pt x="11924" y="0"/></a:moveTo><a:lnTo><a:pt x="0" y="28297"/></a:lnTo><a:lnTo><a:pt x="839" y="32160"/></a:lnTo><a:lnTo><a:pt x="2222" y="38011"/></a:lnTo><a:lnTo><a:pt x="5535" y="45018"/></a:lnTo><a:lnTo><a:pt x="9069" y="49877"/></a:lnTo><a:lnTo><a:pt x="11504" y="52984"/></a:lnTo></a:path></a:pathLst></a:custGeom><a:ln w="3175"><a:solidFill><a:srgbClr val="000000"/></a:solidFill></a:ln></p:spPr><p:txBody><a:bodyPr wrap="square" lIns="0" tIns="0" rIns="0" bIns="0" rtlCol="0"/><a:lstStyle/><a:p/></p:txBody></p:sp><p:sp><p:nvSpPr><p:cNvPr id="537" name="object 537"/><p:cNvSpPr/><p:nvPr/></p:nvSpPr><p:spPr><a:xfrm><a:off x="17228659" y="12114601"/><a:ext cx="10160" cy="29845"/></a:xfrm><a:custGeom><a:avLst/><a:gdLst/><a:ahLst/><a:cxnLst/><a:rect l="l" t="t" r="r" b="b"/><a:pathLst><a:path w="10159" h="29845"><a:moveTo><a:pt x="0" y="29221"/></a:moveTo><a:lnTo><a:pt x="957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8" name="object 538"/><p:cNvSpPr/><p:nvPr/></p:nvSpPr><p:spPr><a:xfrm><a:off x="17238232" y="12114684"/><a:ext cx="15240" cy="26670"/></a:xfrm><a:custGeom><a:avLst/><a:gdLst/><a:ahLst/><a:cxnLst/><a:rect l="l" t="t" r="r" b="b"/><a:pathLst><a:path w="15240" h="26670"><a:moveTo><a:pt x="15115" y="26114"/></a:moveTo><a:lnTo><a:pt x="14611" y="23679"/></a:lnTo><a:lnTo><a:pt x="12585" y="15328"/></a:lnTo><a:lnTo><a:pt x="8067" y="7676"/></a:lnTo><a:lnTo><a:pt x="1931" y="167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39" name="object 539"/><p:cNvSpPr/><p:nvPr/></p:nvSpPr><p:spPr><a:xfrm><a:off x="17228659" y="12143822"/><a:ext cx="13970" cy="24130"/></a:xfrm><a:custGeom><a:avLst/><a:gdLst/><a:ahLst/><a:cxnLst/><a:rect l="l" t="t" r="r" b="b"/><a:pathLst><a:path w="13969" h="24129"><a:moveTo><a:pt x="0" y="0"/></a:moveTo><a:lnTo><a:pt x="1091" y="3778"/></a:lnTo><a:lnTo><a:pt x="3213" y="9912"/></a:lnTo><a:lnTo><a:pt x="6536" y="15878"/></a:lnTo><a:lnTo><a:pt x="10748" y="20824"/></a:lnTo><a:lnTo><a:pt x="13351" y="23679"/></a:lnTo></a:path></a:pathLst></a:custGeom><a:ln w="3175"><a:solidFill><a:srgbClr val="000000"/></a:solidFill></a:ln></p:spPr><p:txBody><a:bodyPr wrap="square" lIns="0" tIns="0" rIns="0" bIns="0" rtlCol="0"/><a:lstStyle/><a:p/></p:txBody></p:sp><p:sp><p:nvSpPr><p:cNvPr id="540" name="object 540"/><p:cNvSpPr/><p:nvPr/></p:nvSpPr><p:spPr><a:xfrm><a:off x="17214971" y="12089074"/><a:ext cx="7620" cy="30480"/></a:xfrm><a:custGeom><a:avLst/><a:gdLst/><a:ahLst/><a:cxnLst/><a:rect l="l" t="t" r="r" b="b"/><a:pathLst><a:path w="7619" h="30479"><a:moveTo><a:pt x="0" y="29893"/></a:moveTo><a:lnTo><a:pt x="7305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1" name="object 541"/><p:cNvSpPr/><p:nvPr/></p:nvSpPr><p:spPr><a:xfrm><a:off x="17222192" y="12089074"/><a:ext cx="17780" cy="25400"/></a:xfrm><a:custGeom><a:avLst/><a:gdLst/><a:ahLst/><a:cxnLst/><a:rect l="l" t="t" r="r" b="b"/><a:pathLst><a:path w="17780" h="25400"><a:moveTo><a:pt x="17214" y="24938"/></a:moveTo><a:lnTo><a:pt x="16459" y="22419"/></a:lnTo><a:lnTo><a:pt x="13630" y="14294"/></a:lnTo><a:lnTo><a:pt x="8855" y="6989"/></a:lnTo><a:lnTo><a:pt x="2099" y="159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2" name="object 542"/><p:cNvSpPr/><p:nvPr/></p:nvSpPr><p:spPr><a:xfrm><a:off x="17214971" y="12118967"/><a:ext cx="15875" cy="22860"/></a:xfrm><a:custGeom><a:avLst/><a:gdLst/><a:ahLst/><a:cxnLst/><a:rect l="l" t="t" r="r" b="b"/><a:pathLst><a:path w="15875" h="22859"><a:moveTo><a:pt x="0" y="0"/></a:moveTo><a:lnTo><a:pt x="1427" y="3694"/></a:lnTo><a:lnTo><a:pt x="4202" y="10037"/></a:lnTo><a:lnTo><a:pt x="7486" y="14961"/></a:lnTo><a:lnTo><a:pt x="12344" y="19900"/></a:lnTo><a:lnTo><a:pt x="15283" y="22587"/></a:lnTo></a:path></a:pathLst></a:custGeom><a:ln w="3175"><a:solidFill><a:srgbClr val="000000"/></a:solidFill></a:ln></p:spPr><p:txBody><a:bodyPr wrap="square" lIns="0" tIns="0" rIns="0" bIns="0" rtlCol="0"/><a:lstStyle/><a:p/></p:txBody></p:sp><p:sp><p:nvSpPr><p:cNvPr id="543" name="object 543"/><p:cNvSpPr/><p:nvPr/></p:nvSpPr><p:spPr><a:xfrm><a:off x="17199352" y="12064891"/><a:ext cx="5080" cy="30480"/></a:xfrm><a:custGeom><a:avLst/><a:gdLst/><a:ahLst/><a:cxnLst/><a:rect l="l" t="t" r="r" b="b"/><a:pathLst><a:path w="5080" h="30479"><a:moveTo><a:pt x="0" y="30396"/></a:moveTo><a:lnTo><a:pt x="487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4" name="object 544"/><p:cNvSpPr/><p:nvPr/></p:nvSpPr><p:spPr><a:xfrm><a:off x="17204307" y="12064891"/><a:ext cx="19685" cy="24130"/></a:xfrm><a:custGeom><a:avLst/><a:gdLst/><a:ahLst/><a:cxnLst/><a:rect l="l" t="t" r="r" b="b"/><a:pathLst><a:path w="19684" h="24129"><a:moveTo><a:pt x="19062" y="23511"/></a:moveTo><a:lnTo><a:pt x="18138" y="21076"/></a:lnTo><a:lnTo><a:pt x="14748" y="13219"/></a:lnTo><a:lnTo><a:pt x="9196" y="6243"/></a:lnTo><a:lnTo><a:pt x="2099" y="142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5" name="object 545"/><p:cNvSpPr/><p:nvPr/></p:nvSpPr><p:spPr><a:xfrm><a:off x="17199352" y="12095203"/><a:ext cx="17145" cy="21590"/></a:xfrm><a:custGeom><a:avLst/><a:gdLst/><a:ahLst/><a:cxnLst/><a:rect l="l" t="t" r="r" b="b"/><a:pathLst><a:path w="17144" h="21590"><a:moveTo><a:pt x="0" y="0"/></a:moveTo><a:lnTo><a:pt x="1175" y="2519"/></a:lnTo><a:lnTo><a:pt x="4782" y="9338"/></a:lnTo><a:lnTo><a:pt x="8855" y="14756"/></a:lnTo><a:lnTo><a:pt x="14863" y="19648"/></a:lnTo><a:lnTo><a:pt x="17046" y="21328"/></a:lnTo></a:path></a:pathLst></a:custGeom><a:ln w="3175"><a:solidFill><a:srgbClr val="000000"/></a:solidFill></a:ln></p:spPr><p:txBody><a:bodyPr wrap="square" lIns="0" tIns="0" rIns="0" bIns="0" rtlCol="0"/><a:lstStyle/><a:p/></p:txBody></p:sp><p:sp><p:nvSpPr><p:cNvPr id="546" name="object 546"/><p:cNvSpPr/><p:nvPr/></p:nvSpPr><p:spPr><a:xfrm><a:off x="17181885" y="12042219"/><a:ext cx="2540" cy="31115"/></a:xfrm><a:custGeom><a:avLst/><a:gdLst/><a:ahLst/><a:cxnLst/><a:rect l="l" t="t" r="r" b="b"/><a:pathLst><a:path w="2540" h="31115"><a:moveTo><a:pt x="0" y="30648"/></a:moveTo><a:lnTo><a:pt x="2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7" name="object 547"/><p:cNvSpPr/><p:nvPr/></p:nvSpPr><p:spPr><a:xfrm><a:off x="17184320" y="12042303"/><a:ext cx="20955" cy="22225"/></a:xfrm><a:custGeom><a:avLst/><a:gdLst/><a:ahLst/><a:cxnLst/><a:rect l="l" t="t" r="r" b="b"/><a:pathLst><a:path w="20955" h="22225"><a:moveTo><a:pt x="20909" y="21832"/></a:moveTo><a:lnTo><a:pt x="2267" y="117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48" name="object 548"/><p:cNvSpPr/><p:nvPr/></p:nvSpPr><p:spPr><a:xfrm><a:off x="17181969" y="12072868"/><a:ext cx="19050" cy="20320"/></a:xfrm><a:custGeom><a:avLst/><a:gdLst/><a:ahLst/><a:cxnLst/><a:rect l="l" t="t" r="r" b="b"/><a:pathLst><a:path w="19050" h="20320"><a:moveTo><a:pt x="0" y="0"/></a:moveTo><a:lnTo><a:pt x="1343" y="2351"/></a:lnTo><a:lnTo><a:pt x="5202" y="8751"/></a:lnTo><a:lnTo><a:pt x="10137" y="14057"/></a:lnTo><a:lnTo><a:pt x="16291" y="18305"/></a:lnTo><a:lnTo><a:pt x="18642" y="19816"/></a:lnTo></a:path></a:pathLst></a:custGeom><a:ln w="3175"><a:solidFill><a:srgbClr val="000000"/></a:solidFill></a:ln></p:spPr><p:txBody><a:bodyPr wrap="square" lIns="0" tIns="0" rIns="0" bIns="0" rtlCol="0"/><a:lstStyle/><a:p/></p:txBody></p:sp><p:sp><p:nvSpPr><p:cNvPr id="549" name="object 549"/><p:cNvSpPr/><p:nvPr/></p:nvSpPr><p:spPr><a:xfrm><a:off x="17162739" y="12021227"/><a:ext cx="635" cy="31115"/></a:xfrm><a:custGeom><a:avLst/><a:gdLst/><a:ahLst/><a:cxnLst/><a:rect l="l" t="t" r="r" b="b"/><a:pathLst><a:path w="634" h="31115"><a:moveTo><a:pt x="0" y="30732"/></a:moveTo><a:lnTo><a:pt x="8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50" name="object 550"/><p:cNvSpPr/><p:nvPr/></p:nvSpPr><p:spPr><a:xfrm><a:off x="17162739" y="12021227"/><a:ext cx="22860" cy="20320"/></a:xfrm><a:custGeom><a:avLst/><a:gdLst/><a:ahLst/><a:cxnLst/><a:rect l="l" t="t" r="r" b="b"/><a:pathLst><a:path w="22859" h="20320"><a:moveTo><a:pt x="22589" y="20152"/></a:moveTo><a:lnTo><a:pt x="21329" y="17885"/></a:lnTo><a:lnTo><a:pt x="16740" y="10647"/></a:lnTo><a:lnTo><a:pt x="10092" y="4688"/></a:lnTo><a:lnTo><a:pt x="2351" y="1007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51" name="object 551"/><p:cNvSpPr/><p:nvPr/></p:nvSpPr><p:spPr><a:xfrm><a:off x="17162822" y="12051875"/><a:ext cx="20320" cy="18415"/></a:xfrm><a:custGeom><a:avLst/><a:gdLst/><a:ahLst/><a:cxnLst/><a:rect l="l" t="t" r="r" b="b"/><a:pathLst><a:path w="20319" h="18415"><a:moveTo><a:pt x="0" y="0"/></a:moveTo><a:lnTo><a:pt x="1511" y="2351"/></a:lnTo><a:lnTo><a:pt x="5904" y="8364"/></a:lnTo><a:lnTo><a:pt x="11255" y="13323"/></a:lnTo><a:lnTo><a:pt x="17718" y="17045"/></a:lnTo><a:lnTo><a:pt x="20153" y="18389"/></a:lnTo></a:path></a:pathLst></a:custGeom><a:ln w="3175"><a:solidFill><a:srgbClr val="000000"/></a:solidFill></a:ln></p:spPr><p:txBody><a:bodyPr wrap="square" lIns="0" tIns="0" rIns="0" bIns="0" rtlCol="0"/><a:lstStyle/><a:p/></p:txBody></p:sp><p:sp><p:nvSpPr><p:cNvPr id="552" name="object 552"/><p:cNvSpPr/><p:nvPr/></p:nvSpPr><p:spPr><a:xfrm><a:off x="17088757" y="12063547"/><a:ext cx="49530" cy="33020"/></a:xfrm><a:custGeom><a:avLst/><a:gdLst/><a:ahLst/><a:cxnLst/><a:rect l="l" t="t" r="r" b="b"/><a:pathLst><a:path w="49530" h="33020"><a:moveTo><a:pt x="0" y="33000"/></a:moveTo><a:lnTo><a:pt x="33841" y="0"/></a:lnTo><a:lnTo><a:pt x="49125" y="15702"/></a:lnTo></a:path></a:pathLst></a:custGeom><a:ln w="3175"><a:solidFill><a:srgbClr val="000000"/></a:solidFill></a:ln></p:spPr><p:txBody><a:bodyPr wrap="square" lIns="0" tIns="0" rIns="0" bIns="0" rtlCol="0"/><a:lstStyle/><a:p/></p:txBody></p:sp><p:sp><p:nvSpPr><p:cNvPr id="553" name="object 553"/><p:cNvSpPr/><p:nvPr/></p:nvSpPr><p:spPr><a:xfrm><a:off x="17106475" y="12079249"/><a:ext cx="9525" cy="10160"/></a:xfrm><a:custGeom><a:avLst/><a:gdLst/><a:ahLst/><a:cxnLst/><a:rect l="l" t="t" r="r" b="b"/><a:pathLst><a:path w="9525" h="10159"><a:moveTo><a:pt x="0" y="0"/></a:moveTo><a:lnTo><a:pt x="9405" y="9740"/></a:lnTo></a:path></a:pathLst></a:custGeom><a:ln w="3175"><a:solidFill><a:srgbClr val="000000"/></a:solidFill></a:ln></p:spPr><p:txBody><a:bodyPr wrap="square" lIns="0" tIns="0" rIns="0" bIns="0" rtlCol="0"/><a:lstStyle/><a:p/></p:txBody></p:sp><p:sp><p:nvSpPr><p:cNvPr id="554" name="object 554"/><p:cNvSpPr/><p:nvPr/></p:nvSpPr><p:spPr><a:xfrm><a:off x="17088757" y="12096547"/><a:ext cx="15875" cy="15875"/></a:xfrm><a:custGeom><a:avLst/><a:gdLst/><a:ahLst/><a:cxnLst/><a:rect l="l" t="t" r="r" b="b"/><a:pathLst><a:path w="15875" h="15875"><a:moveTo><a:pt x="0" y="0"/></a:moveTo><a:lnTo><a:pt x="15283" y="15786"/></a:lnTo></a:path></a:pathLst></a:custGeom><a:ln w="3175"><a:solidFill><a:srgbClr val="000000"/></a:solidFill></a:ln></p:spPr><p:txBody><a:bodyPr wrap="square" lIns="0" tIns="0" rIns="0" bIns="0" rtlCol="0"/><a:lstStyle/><a:p/></p:txBody></p:sp><p:sp><p:nvSpPr><p:cNvPr id="555" name="object 555"/><p:cNvSpPr/><p:nvPr/></p:nvSpPr><p:spPr><a:xfrm><a:off x="17139562" y="12001998"/><a:ext cx="2540" cy="31115"/></a:xfrm><a:custGeom><a:avLst/><a:gdLst/><a:ahLst/><a:cxnLst/><a:rect l="l" t="t" r="r" b="b"/><a:pathLst><a:path w="2540" h="31115"><a:moveTo><a:pt x="2435" y="30648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56" name="object 556"/><p:cNvSpPr/><p:nvPr/></p:nvSpPr><p:spPr><a:xfrm><a:off x="17114957" y="11984699"/><a:ext cx="5080" cy="30480"/></a:xfrm><a:custGeom><a:avLst/><a:gdLst/><a:ahLst/><a:cxnLst/><a:rect l="l" t="t" r="r" b="b"/><a:pathLst><a:path w="5080" h="30479"><a:moveTo><a:pt x="4786" y="3031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57" name="object 557"/><p:cNvSpPr/><p:nvPr/></p:nvSpPr><p:spPr><a:xfrm><a:off x="17114957" y="11984699"/><a:ext cx="26034" cy="16510"/></a:xfrm><a:custGeom><a:avLst/><a:gdLst/><a:ahLst/><a:cxnLst/><a:rect l="l" t="t" r="r" b="b"/><a:pathLst><a:path w="26034" h="16509"><a:moveTo><a:pt x="25444" y="16290"/></a:moveTo><a:lnTo><a:pt x="23848" y="14358"/></a:lnTo><a:lnTo><a:pt x="18244" y="7891"/></a:lnTo><a:lnTo><a:pt x="10752" y="3031"/></a:lnTo><a:lnTo><a:pt x="2519" y="671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58" name="object 558"/><p:cNvSpPr/><p:nvPr/></p:nvSpPr><p:spPr><a:xfrm><a:off x="17119744" y="12015012"/><a:ext cx="22860" cy="15240"/></a:xfrm><a:custGeom><a:avLst/><a:gdLst/><a:ahLst/><a:cxnLst/><a:rect l="l" t="t" r="r" b="b"/><a:pathLst><a:path w="22859" h="15240"><a:moveTo><a:pt x="0" y="0"/></a:moveTo><a:lnTo><a:pt x="1931" y="2015"/></a:lnTo><a:lnTo><a:pt x="7280" y="7434"/></a:lnTo><a:lnTo><a:pt x="13181" y="11200"/></a:lnTo><a:lnTo><a:pt x="20237" y="14022"/></a:lnTo><a:lnTo><a:pt x="22841" y="14946"/></a:lnTo></a:path></a:pathLst></a:custGeom><a:ln w="3175"><a:solidFill><a:srgbClr val="000000"/></a:solidFill></a:ln></p:spPr><p:txBody><a:bodyPr wrap="square" lIns="0" tIns="0" rIns="0" bIns="0" rtlCol="0"/><a:lstStyle/><a:p/></p:txBody></p:sp><p:sp><p:nvSpPr><p:cNvPr id="559" name="object 559"/><p:cNvSpPr/><p:nvPr/></p:nvSpPr><p:spPr><a:xfrm><a:off x="17089008" y="11969333"/><a:ext cx="7620" cy="30480"/></a:xfrm><a:custGeom><a:avLst/><a:gdLst/><a:ahLst/><a:cxnLst/><a:rect l="l" t="t" r="r" b="b"/><a:pathLst><a:path w="7619" h="30479"><a:moveTo><a:pt x="7221" y="2989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0" name="object 560"/><p:cNvSpPr/><p:nvPr/></p:nvSpPr><p:spPr><a:xfrm><a:off x="17089008" y="11969333"/><a:ext cx="27305" cy="14604"/></a:xfrm><a:custGeom><a:avLst/><a:gdLst/><a:ahLst/><a:cxnLst/><a:rect l="l" t="t" r="r" b="b"/><a:pathLst><a:path w="27305" h="14604"><a:moveTo><a:pt x="26703" y="14274"/></a:moveTo><a:lnTo><a:pt x="24856" y="12427"/></a:lnTo><a:lnTo><a:pt x="19112" y="6499"/></a:lnTo><a:lnTo><a:pt x="10572" y="2086"/></a:lnTo><a:lnTo><a:pt x="2519" y="41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1" name="object 561"/><p:cNvSpPr/><p:nvPr/></p:nvSpPr><p:spPr><a:xfrm><a:off x="17096231" y="11999226"/><a:ext cx="24130" cy="13335"/></a:xfrm><a:custGeom><a:avLst/><a:gdLst/><a:ahLst/><a:cxnLst/><a:rect l="l" t="t" r="r" b="b"/><a:pathLst><a:path w="24130" h="13334"><a:moveTo><a:pt x="0" y="0"/></a:moveTo><a:lnTo><a:pt x="2939" y="2603"/></a:lnTo><a:lnTo><a:pt x="7899" y="6683"/></a:lnTo><a:lnTo><a:pt x="14041" y="10038"/></a:lnTo><a:lnTo><a:pt x="20153" y="12007"/></a:lnTo><a:lnTo><a:pt x="23932" y="13015"/></a:lnTo></a:path></a:pathLst></a:custGeom><a:ln w="3175"><a:solidFill><a:srgbClr val="000000"/></a:solidFill></a:ln></p:spPr><p:txBody><a:bodyPr wrap="square" lIns="0" tIns="0" rIns="0" bIns="0" rtlCol="0"/><a:lstStyle/><a:p/></p:txBody></p:sp><p:sp><p:nvSpPr><p:cNvPr id="562" name="object 562"/><p:cNvSpPr/><p:nvPr/></p:nvSpPr><p:spPr><a:xfrm><a:off x="17110002" y="12086639"/><a:ext cx="52069" cy="48895"/></a:xfrm><a:custGeom><a:avLst/><a:gdLst/><a:ahLst/><a:cxnLst/><a:rect l="l" t="t" r="r" b="b"/><a:pathLst><a:path w="52069" h="48895"><a:moveTo><a:pt x="0" y="30229"/></a:moveTo><a:lnTo><a:pt x="36361" y="0"/></a:lnTo><a:lnTo><a:pt x="15115" y="48450"/></a:lnTo><a:lnTo><a:pt x="51476" y="18221"/></a:lnTo></a:path></a:pathLst></a:custGeom><a:ln w="3175"><a:solidFill><a:srgbClr val="000000"/></a:solidFill></a:ln></p:spPr><p:txBody><a:bodyPr wrap="square" lIns="0" tIns="0" rIns="0" bIns="0" rtlCol="0"/><a:lstStyle/><a:p/></p:txBody></p:sp><p:sp><p:nvSpPr><p:cNvPr id="563" name="object 563"/><p:cNvSpPr/><p:nvPr/></p:nvSpPr><p:spPr><a:xfrm><a:off x="17134691" y="12120562"/><a:ext cx="43815" cy="35560"/></a:xfrm><a:custGeom><a:avLst/><a:gdLst/><a:ahLst/><a:cxnLst/><a:rect l="l" t="t" r="r" b="b"/><a:pathLst><a:path w="43815" h="35559"><a:moveTo><a:pt x="38544" y="20908"/></a:moveTo><a:lnTo><a:pt x="41399" y="17045"/></a:lnTo><a:lnTo><a:pt x="43330" y="11755"/></a:lnTo><a:lnTo><a:pt x="43330" y="7725"/></a:lnTo><a:lnTo><a:pt x="39720" y="2015"/></a:lnTo><a:lnTo><a:pt x="35941" y="419"/></a:lnTo><a:lnTo><a:pt x="30314" y="0"/></a:lnTo><a:lnTo><a:pt x="25612" y="1091"/></a:lnTo><a:lnTo><a:pt x="0" y="27793"/></a:lnTo><a:lnTo><a:pt x="3694" y="33419"/></a:lnTo><a:lnTo><a:pt x="7389" y="35015"/></a:lnTo><a:lnTo><a:pt x="13016" y="35435"/></a:lnTo><a:lnTo><a:pt x="17718" y="34427"/></a:lnTo><a:lnTo><a:pt x="23428" y="30732"/></a:lnTo><a:lnTo><a:pt x="18810" y="23595"/></a:lnTo></a:path></a:pathLst></a:custGeom><a:ln w="3175"><a:solidFill><a:srgbClr val="000000"/></a:solidFill></a:ln></p:spPr><p:txBody><a:bodyPr wrap="square" lIns="0" tIns="0" rIns="0" bIns="0" rtlCol="0"/><a:lstStyle/><a:p/></p:txBody></p:sp><p:sp><p:nvSpPr><p:cNvPr id="564" name="object 564"/><p:cNvSpPr/><p:nvPr/></p:nvSpPr><p:spPr><a:xfrm><a:off x="17139562" y="12001998"/><a:ext cx="24130" cy="18415"/></a:xfrm><a:custGeom><a:avLst/><a:gdLst/><a:ahLst/><a:cxnLst/><a:rect l="l" t="t" r="r" b="b"/><a:pathLst><a:path w="24130" h="18415"><a:moveTo><a:pt x="24100" y="18305"/></a:moveTo><a:lnTo><a:pt x="2435" y="839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5" name="object 565"/><p:cNvSpPr/><p:nvPr/></p:nvSpPr><p:spPr><a:xfrm><a:off x="17141997" y="12032646"/><a:ext cx="21590" cy="17145"/></a:xfrm><a:custGeom><a:avLst/><a:gdLst/><a:ahLst/><a:cxnLst/><a:rect l="l" t="t" r="r" b="b"/><a:pathLst><a:path w="21590" h="17145"><a:moveTo><a:pt x="0" y="0"/></a:moveTo><a:lnTo><a:pt x="1763" y="2183"/></a:lnTo><a:lnTo><a:pt x="6260" y="7600"/></a:lnTo><a:lnTo><a:pt x="12652" y="12602"/></a:lnTo><a:lnTo><a:pt x="19062" y="15534"/></a:lnTo><a:lnTo><a:pt x="21581" y="16625"/></a:lnTo></a:path></a:pathLst></a:custGeom><a:ln w="3175"><a:solidFill><a:srgbClr val="000000"/></a:solidFill></a:ln></p:spPr><p:txBody><a:bodyPr wrap="square" lIns="0" tIns="0" rIns="0" bIns="0" rtlCol="0"/><a:lstStyle/><a:p/></p:txBody></p:sp><p:sp><p:nvSpPr><p:cNvPr id="566" name="object 566"/><p:cNvSpPr/><p:nvPr/></p:nvSpPr><p:spPr><a:xfrm><a:off x="17263928" y="12169097"/><a:ext cx="11430" cy="28575"/></a:xfrm><a:custGeom><a:avLst/><a:gdLst/><a:ahLst/><a:cxnLst/><a:rect l="l" t="t" r="r" b="b"/><a:pathLst><a:path w="11430" h="28575"><a:moveTo><a:pt x="10832" y="28297"/></a:moveTo><a:lnTo><a:pt x="10664" y="25694"/></a:lnTo><a:lnTo><a:pt x="9976" y="16821"/></a:lnTo><a:lnTo><a:pt x="6957" y="9154"/></a:lnTo><a:lnTo><a:pt x="1679" y="2015"/></a:ln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7" name="object 567"/><p:cNvSpPr/><p:nvPr/></p:nvSpPr><p:spPr><a:xfrm><a:off x="16591953" y="12339057"/><a:ext cx="636905" cy="53340"/></a:xfrm><a:custGeom><a:avLst/><a:gdLst/><a:ahLst/><a:cxnLst/><a:rect l="l" t="t" r="r" b="b"/><a:pathLst><a:path w="636905" h="53340"><a:moveTo><a:pt x="48958" y="9829"/></a:moveTo><a:lnTo><a:pt x="30264" y="15925"/></a:lnTo><a:lnTo><a:pt x="18732" y="0"/></a:lnTo><a:lnTo><a:pt x="18732" y="19685"/></a:lnTo><a:lnTo><a:pt x="0" y="25781"/></a:lnTo><a:lnTo><a:pt x="18732" y="31826"/></a:lnTo><a:lnTo><a:pt x="18732" y="51562"/></a:lnTo><a:lnTo><a:pt x="30238" y="35598"/></a:lnTo><a:lnTo><a:pt x="48958" y="41732"/></a:lnTo><a:lnTo><a:pt x="37414" y="25793"/></a:lnTo><a:lnTo><a:pt x="48958" y="9829"/></a:lnTo><a:close/></a:path><a:path w="636905" h="53340"><a:moveTo><a:pt x="636447" y="27203"/></a:moveTo><a:lnTo><a:pt x="617728" y="21120"/></a:lnTo><a:lnTo><a:pt x="617728" y="1422"/></a:lnTo><a:lnTo><a:pt x="606132" y="17348"/></a:lnTo><a:lnTo><a:pt x="587413" y="11252"/></a:lnTo><a:lnTo><a:pt x="598970" y="27190"/></a:lnTo><a:lnTo><a:pt x="587413" y="43078"/></a:lnTo><a:lnTo><a:pt x="606132" y="37033"/></a:lnTo><a:lnTo><a:pt x="608342" y="30226"/></a:lnTo><a:lnTo><a:pt x="606132" y="37033"/></a:lnTo><a:lnTo><a:pt x="617728" y="52984"/></a:lnTo><a:lnTo><a:pt x="617728" y="33248"/></a:lnTo><a:lnTo><a:pt x="636447" y="27203"/></a:lnTo><a:close/></a:path></a:pathLst></a:custGeom><a:solidFill><a:srgbClr val="000000"/></a:solidFill></p:spPr><p:txBody><a:bodyPr wrap="square" lIns="0" tIns="0" rIns="0" bIns="0" rtlCol="0"/><a:lstStyle/><a:p/></p:txBody></p:sp><p:sp><p:nvSpPr><p:cNvPr id="568" name="object 568"/><p:cNvSpPr/><p:nvPr/></p:nvSpPr><p:spPr><a:xfrm><a:off x="17124026" y="12456692"/><a:ext cx="52705" cy="46990"/></a:xfrm><a:custGeom><a:avLst/><a:gdLst/><a:ahLst/><a:cxnLst/><a:rect l="l" t="t" r="r" b="b"/><a:pathLst><a:path w="52705" h="46990"><a:moveTo><a:pt x="38796" y="46435"/></a:moveTo><a:lnTo><a:pt x="0" y="19396"/></a:lnTo><a:lnTo><a:pt x="52316" y="27038"/></a:lnTo><a:lnTo><a:pt x="13519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69" name="object 569"/><p:cNvSpPr/><p:nvPr/></p:nvSpPr><p:spPr><a:xfrm><a:off x="17146448" y="12443761"/><a:ext cx="42545" cy="21590"/></a:xfrm><a:custGeom><a:avLst/><a:gdLst/><a:ahLst/><a:cxnLst/><a:rect l="l" t="t" r="r" b="b"/><a:pathLst><a:path w="42544" h="21590"><a:moveTo><a:pt x="0" y="0"/></a:moveTo><a:lnTo><a:pt x="42239" y="21244"/></a:lnTo></a:path></a:pathLst></a:custGeom><a:ln w="3175"><a:solidFill><a:srgbClr val="000000"/></a:solidFill></a:ln></p:spPr><p:txBody><a:bodyPr wrap="square" lIns="0" tIns="0" rIns="0" bIns="0" rtlCol="0"/><a:lstStyle/><a:p/></p:txBody></p:sp><p:sp><p:nvSpPr><p:cNvPr id="570" name="object 570"/><p:cNvSpPr/><p:nvPr/></p:nvSpPr><p:spPr><a:xfrm><a:off x="17097239" y="12491540"/><a:ext cx="34925" cy="45720"/></a:xfrm><a:custGeom><a:avLst/><a:gdLst/><a:ahLst/><a:cxnLst/><a:rect l="l" t="t" r="r" b="b"/><a:pathLst><a:path w="34925" h="45720"><a:moveTo><a:pt x="34513" y="45595"/></a:moveTo><a:lnTo><a:pt x="0" y="13267"/></a:lnTo><a:lnTo><a:pt x="10412" y="2183"/></a:lnTo><a:lnTo><a:pt x="15535" y="0"/></a:lnTo><a:lnTo><a:pt x="16459" y="28633"/></a:lnTo></a:path></a:pathLst></a:custGeom><a:ln w="3175"><a:solidFill><a:srgbClr val="000000"/></a:solidFill></a:ln></p:spPr><p:txBody><a:bodyPr wrap="square" lIns="0" tIns="0" rIns="0" bIns="0" rtlCol="0"/><a:lstStyle/><a:p/></p:txBody></p:sp><p:sp><p:nvSpPr><p:cNvPr id="571" name="object 571"/><p:cNvSpPr/><p:nvPr/></p:nvSpPr><p:spPr><a:xfrm><a:off x="17121760" y="12511608"/><a:ext cx="26670" cy="8255"/></a:xfrm><a:custGeom><a:avLst/><a:gdLst/><a:ahLst/><a:cxnLst/><a:rect l="l" t="t" r="r" b="b"/><a:pathLst><a:path w="26669" h="8254"><a:moveTo><a:pt x="0" y="0"/></a:moveTo><a:lnTo><a:pt x="26200" y="8229"/></a:lnTo></a:path></a:pathLst></a:custGeom><a:ln w="3175"><a:solidFill><a:srgbClr val="000000"/></a:solidFill></a:ln></p:spPr><p:txBody><a:bodyPr wrap="square" lIns="0" tIns="0" rIns="0" bIns="0" rtlCol="0"/><a:lstStyle/><a:p/></p:txBody></p:sp><p:sp><p:nvSpPr><p:cNvPr id="572" name="object 572"/><p:cNvSpPr/><p:nvPr/></p:nvSpPr><p:spPr><a:xfrm><a:off x="17071961" y="12519670"/><a:ext cx="37465" cy="41910"/></a:xfrm><a:custGeom><a:avLst/><a:gdLst/><a:ahLst/><a:cxnLst/><a:rect l="l" t="t" r="r" b="b"/><a:pathLst><a:path w="37465" h="41909"><a:moveTo><a:pt x="1259" y="4534"/></a:moveTo><a:lnTo><a:pt x="0" y="8396"/></a:lnTo><a:lnTo><a:pt x="251" y="14022"/></a:lnTo><a:lnTo><a:pt x="1679" y="18641"/></a:lnTo><a:lnTo><a:pt x="26787" y="41816"/></a:lnTo><a:lnTo><a:pt x="30818" y="41480"/></a:lnTo><a:lnTo><a:pt x="36109" y="37198"/></a:lnTo><a:lnTo><a:pt x="37368" y="33335"/></a:lnTo><a:lnTo><a:pt x="37200" y="27709"/></a:lnTo><a:lnTo><a:pt x="10580" y="0"/></a:lnTo><a:lnTo><a:pt x="6550" y="335"/></a:lnTo><a:lnTo><a:pt x="1259" y="4534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73" name="object 573"/><p:cNvSpPr/><p:nvPr/></p:nvSpPr><p:spPr><a:xfrm><a:off x="17032830" y="12538395"/><a:ext cx="24130" cy="52069"/></a:xfrm><a:custGeom><a:avLst/><a:gdLst/><a:ahLst/><a:cxnLst/><a:rect l="l" t="t" r="r" b="b"/><a:pathLst><a:path w="24130" h="52070"><a:moveTo><a:pt x="24016" y="51893"/></a:moveTo><a:lnTo><a:pt x="0" y="11167"/></a:lnTo><a:lnTo><a:pt x="1889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74" name="object 574"/><p:cNvSpPr/><p:nvPr/></p:nvSpPr><p:spPr><a:xfrm><a:off x="17044250" y="12562074"/><a:ext cx="12065" cy="6985"/></a:xfrm><a:custGeom><a:avLst/><a:gdLst/><a:ahLst/><a:cxnLst/><a:rect l="l" t="t" r="r" b="b"/><a:pathLst><a:path w="12065" h="6984"><a:moveTo><a:pt x="0" y="6885"/></a:moveTo><a:lnTo><a:pt x="11672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75" name="object 575"/><p:cNvSpPr/><p:nvPr/></p:nvSpPr><p:spPr><a:xfrm><a:off x="17012928" y="12558547"/><a:ext cx="20955" cy="42545"/></a:xfrm><a:custGeom><a:avLst/><a:gdLst/><a:ahLst/><a:cxnLst/><a:rect l="l" t="t" r="r" b="b"/><a:pathLst><a:path w="20955" h="42545"><a:moveTo><a:pt x="0" y="0"/></a:moveTo><a:lnTo><a:pt x="20741" y="42488"/></a:lnTo></a:path></a:pathLst></a:custGeom><a:ln w="3175"><a:solidFill><a:srgbClr val="000000"/></a:solidFill></a:ln></p:spPr><p:txBody><a:bodyPr wrap="square" lIns="0" tIns="0" rIns="0" bIns="0" rtlCol="0"/><a:lstStyle/><a:p/></p:txBody></p:sp><p:sp><p:nvSpPr><p:cNvPr id="576" name="object 576"/><p:cNvSpPr/><p:nvPr/></p:nvSpPr><p:spPr><a:xfrm><a:off x="16975559" y="12570723"/><a:ext cx="34290" cy="45085"/></a:xfrm><a:custGeom><a:avLst/><a:gdLst/><a:ahLst/><a:cxnLst/><a:rect l="l" t="t" r="r" b="b"/><a:pathLst><a:path w="34290" h="45084"><a:moveTo><a:pt x="0" y="0"/></a:moveTo><a:lnTo><a:pt x="14443" y="45007"/></a:lnTo><a:lnTo><a:pt x="33757" y="38793"/></a:lnTo></a:path></a:pathLst></a:custGeom><a:ln w="3175"><a:solidFill><a:srgbClr val="000000"/></a:solidFill></a:ln></p:spPr><p:txBody><a:bodyPr wrap="square" lIns="0" tIns="0" rIns="0" bIns="0" rtlCol="0"/><a:lstStyle/><a:p/></p:txBody></p:sp><p:sp><p:nvSpPr><p:cNvPr id="577" name="object 577"/><p:cNvSpPr/><p:nvPr/></p:nvSpPr><p:spPr><a:xfrm><a:off x="16939701" y="12575929"/><a:ext cx="27305" cy="48895"/></a:xfrm><a:custGeom><a:avLst/><a:gdLst/><a:ahLst/><a:cxnLst/><a:rect l="l" t="t" r="r" b="b"/><a:pathLst><a:path w="27305" h="48895"><a:moveTo><a:pt x="0" y="48870"/></a:moveTo><a:lnTo><a:pt x="5458" y="0"/></a:lnTo><a:lnTo><a:pt x="26703" y="44335"/></a:lnTo></a:path></a:pathLst></a:custGeom><a:ln w="3175"><a:solidFill><a:srgbClr val="000000"/></a:solidFill></a:ln></p:spPr><p:txBody><a:bodyPr wrap="square" lIns="0" tIns="0" rIns="0" bIns="0" rtlCol="0"/><a:lstStyle/><a:p/></p:txBody></p:sp><p:sp><p:nvSpPr><p:cNvPr id="578" name="object 578"/><p:cNvSpPr/><p:nvPr/></p:nvSpPr><p:spPr><a:xfrm><a:off x="16942053" y="12605654"/><a:ext cx="17145" cy="3175"/></a:xfrm><a:custGeom><a:avLst/><a:gdLst/><a:ahLst/><a:cxnLst/><a:rect l="l" t="t" r="r" b="b"/><a:pathLst><a:path w="17144" h="3175"><a:moveTo><a:pt x="0" y="2770"/></a:moveTo><a:lnTo><a:pt x="1671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79" name="object 579"/><p:cNvSpPr/><p:nvPr/></p:nvSpPr><p:spPr><a:xfrm><a:off x="16896287" y="12578113"/><a:ext cx="26034" cy="47625"/></a:xfrm><a:custGeom><a:avLst/><a:gdLst/><a:ahLst/><a:cxnLst/><a:rect l="l" t="t" r="r" b="b"/><a:pathLst><a:path w="26034" h="47625"><a:moveTo><a:pt x="25108" y="11000"/></a:moveTo><a:lnTo><a:pt x="23344" y="6549"/></a:lnTo><a:lnTo><a:pt x="19818" y="2099"/></a:lnTo><a:lnTo><a:pt x="16375" y="0"/></a:lnTo><a:lnTo><a:pt x="9657" y="167"/></a:lnTo><a:lnTo><a:pt x="6298" y="2519"/></a:lnTo><a:lnTo><a:pt x="3107" y="7053"/></a:lnTo><a:lnTo><a:pt x="1511" y="11587"/></a:lnTo><a:lnTo><a:pt x="0" y="18389"/></a:lnTo><a:lnTo><a:pt x="251" y="29641"/></a:lnTo><a:lnTo><a:pt x="2099" y="36358"/></a:lnTo><a:lnTo><a:pt x="3946" y="40809"/></a:lnTo><a:lnTo><a:pt x="7473" y="45259"/></a:lnTo><a:lnTo><a:pt x="10832" y="47442"/></a:lnTo><a:lnTo><a:pt x="17634" y="47274"/></a:lnTo><a:lnTo><a:pt x="20909" y="44923"/></a:lnTo><a:lnTo><a:pt x="24184" y="40305"/></a:lnTo><a:lnTo><a:pt x="25780" y="35771"/></a:lnTo></a:path></a:pathLst></a:custGeom><a:ln w="3175"><a:solidFill><a:srgbClr val="000000"/></a:solidFill></a:ln></p:spPr><p:txBody><a:bodyPr wrap="square" lIns="0" tIns="0" rIns="0" bIns="0" rtlCol="0"/><a:lstStyle/><a:p/></p:txBody></p:sp><p:sp><p:nvSpPr><p:cNvPr id="580" name="object 580"/><p:cNvSpPr/><p:nvPr/></p:nvSpPr><p:spPr><a:xfrm><a:off x="16615391" y="12410342"/><a:ext cx="46355" cy="36195"/></a:xfrm><a:custGeom><a:avLst/><a:gdLst/><a:ahLst/><a:cxnLst/><a:rect l="l" t="t" r="r" b="b"/><a:pathLst><a:path w="46355" h="36195"><a:moveTo><a:pt x="43246" y="21160"/></a:moveTo><a:lnTo><a:pt x="45850" y="16122"/></a:lnTo><a:lnTo><a:pt x="45598" y="10580"/></a:lnTo><a:lnTo><a:pt x="42575" y="4534"/></a:lnTo><a:lnTo><a:pt x="38292" y="1007"/></a:lnTo><a:lnTo><a:pt x="32750" y="0"/></a:lnTo><a:lnTo><a:pt x="28719" y="2015"/></a:lnTo><a:lnTo><a:pt x="25444" y="5458"/></a:lnTo><a:lnTo><a:pt x="24184" y="7977"/></a:lnTo><a:lnTo><a:pt x="23680" y="12007"/></a:lnTo><a:lnTo><a:pt x="24184" y="23091"/></a:lnTo><a:lnTo><a:pt x="23680" y="27122"/></a:lnTo><a:lnTo><a:pt x="22421" y="29641"/></a:lnTo><a:lnTo><a:pt x="19062" y="33167"/></a:lnTo><a:lnTo><a:pt x="13016" y="36190"/></a:lnTo><a:lnTo><a:pt x="7557" y="35183"/></a:lnTo><a:lnTo><a:pt x="3275" y="31656"/></a:lnTo><a:lnTo><a:pt x="251" y="25610"/></a:lnTo><a:lnTo><a:pt x="0" y="20068"/></a:lnTo><a:lnTo><a:pt x="2519" y="15030"/></a:lnTo></a:path></a:pathLst></a:custGeom><a:ln w="3175"><a:solidFill><a:srgbClr val="000000"/></a:solidFill></a:ln></p:spPr><p:txBody><a:bodyPr wrap="square" lIns="0" tIns="0" rIns="0" bIns="0" rtlCol="0"/><a:lstStyle/><a:p/></p:txBody></p:sp><p:sp><p:nvSpPr><p:cNvPr id="581" name="object 581"/><p:cNvSpPr/><p:nvPr/></p:nvSpPr><p:spPr><a:xfrm><a:off x="16637476" y="12449471"/><a:ext cx="39370" cy="27305"/></a:xfrm><a:custGeom><a:avLst/><a:gdLst/><a:ahLst/><a:cxnLst/><a:rect l="l" t="t" r="r" b="b"/><a:pathLst><a:path w="39369" h="27304"><a:moveTo><a:pt x="38880" y="0"/></a:moveTo><a:lnTo><a:pt x="0" y="26954"/></a:lnTo></a:path></a:pathLst></a:custGeom><a:ln w="3175"><a:solidFill><a:srgbClr val="000000"/></a:solidFill></a:ln></p:spPr><p:txBody><a:bodyPr wrap="square" lIns="0" tIns="0" rIns="0" bIns="0" rtlCol="0"/><a:lstStyle/><a:p/></p:txBody></p:sp><p:sp><p:nvSpPr><p:cNvPr id="582" name="object 582"/><p:cNvSpPr/><p:nvPr/></p:nvSpPr><p:spPr><a:xfrm><a:off x="16669639" y="12439814"/><a:ext cx="13970" cy="19685"/></a:xfrm><a:custGeom><a:avLst/><a:gdLst/><a:ahLst/><a:cxnLst/><a:rect l="l" t="t" r="r" b="b"/><a:pathLst><a:path w="13969" h="19684"><a:moveTo><a:pt x="0" y="0"/></a:moveTo><a:lnTo><a:pt x="13519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583" name="object 583"/><p:cNvSpPr/><p:nvPr/></p:nvSpPr><p:spPr><a:xfrm><a:off x="16656875" y="12482387"/><a:ext cx="44450" cy="42545"/></a:xfrm><a:custGeom><a:avLst/><a:gdLst/><a:ahLst/><a:cxnLst/><a:rect l="l" t="t" r="r" b="b"/><a:pathLst><a:path w="44450" h="42545"><a:moveTo><a:pt x="0" y="22335"/></a:moveTo><a:lnTo><a:pt x="43834" y="0"/></a:lnTo><a:lnTo><a:pt x="18390" y="42068"/></a:lnTo></a:path></a:pathLst></a:custGeom><a:ln w="3175"><a:solidFill><a:srgbClr val="000000"/></a:solidFill></a:ln></p:spPr><p:txBody><a:bodyPr wrap="square" lIns="0" tIns="0" rIns="0" bIns="0" rtlCol="0"/><a:lstStyle/><a:p/></p:txBody></p:sp><p:sp><p:nvSpPr><p:cNvPr id="584" name="object 584"/><p:cNvSpPr/><p:nvPr/></p:nvSpPr><p:spPr><a:xfrm><a:off x="16671907" y="12497670"/><a:ext cx="12065" cy="12700"/></a:xfrm><a:custGeom><a:avLst/><a:gdLst/><a:ahLst/><a:cxnLst/><a:rect l="l" t="t" r="r" b="b"/><a:pathLst><a:path w="12065" h="12700"><a:moveTo><a:pt x="0" y="0"/></a:moveTo><a:lnTo><a:pt x="11504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585" name="object 585"/><p:cNvSpPr/><p:nvPr/></p:nvSpPr><p:spPr><a:xfrm><a:off x="16697350" y="12509257"/><a:ext cx="29845" cy="36830"/></a:xfrm><a:custGeom><a:avLst/><a:gdLst/><a:ahLst/><a:cxnLst/><a:rect l="l" t="t" r="r" b="b"/><a:pathLst><a:path w="29844" h="36829"><a:moveTo><a:pt x="29727" y="0"/></a:moveTo><a:lnTo><a:pt x="0" y="36778"/></a:lnTo></a:path></a:pathLst></a:custGeom><a:ln w="3175"><a:solidFill><a:srgbClr val="000000"/></a:solidFill></a:ln></p:spPr><p:txBody><a:bodyPr wrap="square" lIns="0" tIns="0" rIns="0" bIns="0" rtlCol="0"/><a:lstStyle/><a:p/></p:txBody></p:sp><p:sp><p:nvSpPr><p:cNvPr id="586" name="object 586"/><p:cNvSpPr/><p:nvPr/></p:nvSpPr><p:spPr><a:xfrm><a:off x="16717840" y="12501784"/><a:ext cx="18415" cy="15240"/></a:xfrm><a:custGeom><a:avLst/><a:gdLst/><a:ahLst/><a:cxnLst/><a:rect l="l" t="t" r="r" b="b"/><a:pathLst><a:path w="18415" h="15240"><a:moveTo><a:pt x="0" y="0"/></a:moveTo><a:lnTo><a:pt x="18390" y="14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587" name="object 587"/><p:cNvSpPr/><p:nvPr/></p:nvSpPr><p:spPr><a:xfrm><a:off x="16711627" y="12519166"/><a:ext cx="45085" cy="39370"/></a:xfrm><a:custGeom><a:avLst/><a:gdLst/><a:ahLst/><a:cxnLst/><a:rect l="l" t="t" r="r" b="b"/><a:pathLst><a:path w="45084" h="39370"><a:moveTo><a:pt x="0" y="39045"/></a:moveTo><a:lnTo><a:pt x="26703" y="0"/></a:lnTo><a:lnTo><a:pt x="44842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588" name="object 588"/><p:cNvSpPr/><p:nvPr/></p:nvSpPr><p:spPr><a:xfrm><a:off x="16725651" y="12537807"/><a:ext cx="11430" cy="7620"/></a:xfrm><a:custGeom><a:avLst/><a:gdLst/><a:ahLst/><a:cxnLst/><a:rect l="l" t="t" r="r" b="b"/><a:pathLst><a:path w="11430" h="7620"><a:moveTo><a:pt x="0" y="0"/></a:moveTo><a:lnTo><a:pt x="11168" y="7557"/></a:lnTo></a:path></a:pathLst></a:custGeom><a:ln w="3175"><a:solidFill><a:srgbClr val="000000"/></a:solidFill></a:ln></p:spPr><p:txBody><a:bodyPr wrap="square" lIns="0" tIns="0" rIns="0" bIns="0" rtlCol="0"/><a:lstStyle/><a:p/></p:txBody></p:sp><p:sp><p:nvSpPr><p:cNvPr id="589" name="object 589"/><p:cNvSpPr/><p:nvPr/></p:nvSpPr><p:spPr><a:xfrm><a:off x="16711627" y="12558212"/><a:ext cx="18415" cy="12700"/></a:xfrm><a:custGeom><a:avLst/><a:gdLst/><a:ahLst/><a:cxnLst/><a:rect l="l" t="t" r="r" b="b"/><a:pathLst><a:path w="18415" h="12700"><a:moveTo><a:pt x="0" y="0"/></a:moveTo><a:lnTo><a:pt x="18138" y="12427"/></a:lnTo></a:path></a:pathLst></a:custGeom><a:ln w="3175"><a:solidFill><a:srgbClr val="000000"/></a:solidFill></a:ln></p:spPr><p:txBody><a:bodyPr wrap="square" lIns="0" tIns="0" rIns="0" bIns="0" rtlCol="0"/><a:lstStyle/><a:p/></p:txBody></p:sp><p:sp><p:nvSpPr><p:cNvPr id="590" name="object 590"/><p:cNvSpPr/><p:nvPr/></p:nvSpPr><p:spPr><a:xfrm><a:off x="16781241" y="12556364"/><a:ext cx="31115" cy="46990"/></a:xfrm><a:custGeom><a:avLst/><a:gdLst/><a:ahLst/><a:cxnLst/><a:rect l="l" t="t" r="r" b="b"/><a:pathLst><a:path w="31115" h="46990"><a:moveTo><a:pt x="20657" y="0"/></a:moveTo><a:lnTo><a:pt x="0" y="30732"/></a:lnTo><a:lnTo><a:pt x="0" y="35519"/></a:lnTo><a:lnTo><a:pt x="1511" y="40977"/></a:lnTo><a:lnTo><a:pt x="3862" y="44251"/></a:lnTo><a:lnTo><a:pt x="10244" y="46603"/></a:lnTo><a:lnTo><a:pt x="14191" y="45763"/></a:lnTo><a:lnTo><a:pt x="30902" y="15954"/></a:lnTo><a:lnTo><a:pt x="30902" y="11167"/></a:lnTo><a:lnTo><a:pt x="29391" y="5709"/></a:lnTo><a:lnTo><a:pt x="27039" y="2435"/></a:lnTo><a:lnTo><a:pt x="20657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591" name="object 591"/><p:cNvSpPr/><p:nvPr/></p:nvSpPr><p:spPr><a:xfrm><a:off x="16820541" y="12567280"/><a:ext cx="31750" cy="46355"/></a:xfrm><a:custGeom><a:avLst/><a:gdLst/><a:ahLst/><a:cxnLst/><a:rect l="l" t="t" r="r" b="b"/><a:pathLst><a:path w="31750" h="46354"><a:moveTo><a:pt x="0" y="46183"/></a:moveTo><a:lnTo><a:pt x="10328" y="0"/></a:lnTo><a:lnTo><a:pt x="31742" y="4786"/></a:lnTo></a:path></a:pathLst></a:custGeom><a:ln w="3175"><a:solidFill><a:srgbClr val="000000"/></a:solidFill></a:ln></p:spPr><p:txBody><a:bodyPr wrap="square" lIns="0" tIns="0" rIns="0" bIns="0" rtlCol="0"/><a:lstStyle/><a:p/></p:txBody></p:sp><p:sp><p:nvSpPr><p:cNvPr id="592" name="object 592"/><p:cNvSpPr/><p:nvPr/></p:nvSpPr><p:spPr><a:xfrm><a:off x="16825916" y="12589280"/><a:ext cx="13335" cy="3175"/></a:xfrm><a:custGeom><a:avLst/><a:gdLst/><a:ahLst/><a:cxnLst/><a:rect l="l" t="t" r="r" b="b"/><a:pathLst><a:path w="13334" h="3175"><a:moveTo><a:pt x="0" y="0"/></a:moveTo><a:lnTo><a:pt x="13184" y="2938"/></a:lnTo></a:path></a:pathLst></a:custGeom><a:ln w="3175"><a:solidFill><a:srgbClr val="000000"/></a:solidFill></a:ln></p:spPr><p:txBody><a:bodyPr wrap="square" lIns="0" tIns="0" rIns="0" bIns="0" rtlCol="0"/><a:lstStyle/><a:p/></p:txBody></p:sp><p:sp><p:nvSpPr><p:cNvPr id="593" name="object 593"/><p:cNvSpPr/><p:nvPr/></p:nvSpPr><p:spPr><a:xfrm><a:off x="17157953" y="12421173"/><a:ext cx="48895" cy="31115"/></a:xfrm><a:custGeom><a:avLst/><a:gdLst/><a:ahLst/><a:cxnLst/><a:rect l="l" t="t" r="r" b="b"/><a:pathLst><a:path w="48894" h="31115"><a:moveTo><a:pt x="38208" y="31068"/></a:moveTo><a:lnTo><a:pt x="0" y="0"/></a:lnTo><a:lnTo><a:pt x="48789" y="6213"/></a:lnTo></a:path></a:pathLst></a:custGeom><a:ln w="3175"><a:solidFill><a:srgbClr val="000000"/></a:solidFill></a:ln></p:spPr><p:txBody><a:bodyPr wrap="square" lIns="0" tIns="0" rIns="0" bIns="0" rtlCol="0"/><a:lstStyle/><a:p/></p:txBody></p:sp><p:sp><p:nvSpPr><p:cNvPr id="594" name="object 594"/><p:cNvSpPr/><p:nvPr/></p:nvSpPr><p:spPr><a:xfrm><a:off x="17183649" y="12425876"/><a:ext cx="6985" cy="15875"/></a:xfrm><a:custGeom><a:avLst/><a:gdLst/><a:ahLst/><a:cxnLst/><a:rect l="l" t="t" r="r" b="b"/><a:pathLst><a:path w="6984" h="15875"><a:moveTo><a:pt x="0" y="15450"/></a:moveTo><a:lnTo><a:pt x="6634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595" name="object 595"/><p:cNvSpPr/><p:nvPr/></p:nvSpPr><p:spPr><a:xfrm><a:off x="16887965" y="12063721"/><a:ext cx="24130" cy="5080"/></a:xfrm><a:custGeom><a:avLst/><a:gdLst/><a:ahLst/><a:cxnLst/><a:rect l="l" t="t" r="r" b="b"/><a:pathLst><a:path w="24130" h="5079"><a:moveTo><a:pt x="2108" y="1092"/></a:moveTo><a:lnTo><a:pt x="1765" y="927"/></a:lnTo><a:lnTo><a:pt x="1257" y="838"/></a:lnTo><a:lnTo><a:pt x="838" y="838"/></a:lnTo><a:lnTo><a:pt x="419" y="927"/></a:lnTo><a:lnTo><a:pt x="0" y="1092"/></a:lnTo><a:lnTo><a:pt x="2108" y="1092"/></a:lnTo><a:close/></a:path><a:path w="24130" h="5079"><a:moveTo><a:pt x="23761" y="1841"/></a:moveTo><a:lnTo><a:pt x="23596" y="1422"/></a:lnTo><a:lnTo><a:pt x="23431" y="1003"/></a:lnTo><a:lnTo><a:pt x="23177" y="673"/></a:lnTo><a:lnTo><a:pt x="22847" y="419"/></a:lnTo><a:lnTo><a:pt x="22504" y="165"/></a:lnTo><a:lnTo><a:pt x="22085" y="88"/></a:lnTo><a:lnTo><a:pt x="21666" y="0"/></a:lnTo><a:lnTo><a:pt x="21247" y="0"/></a:lnTo><a:lnTo><a:pt x="20916" y="88"/></a:lnTo><a:lnTo><a:pt x="19405" y="1422"/></a:lnTo><a:lnTo><a:pt x="19227" y="1841"/></a:lnTo><a:lnTo><a:pt x="19227" y="2273"/></a:lnTo><a:lnTo><a:pt x="19227" y="2692"/></a:lnTo><a:lnTo><a:pt x="19405" y="3111"/></a:lnTo><a:lnTo><a:pt x="21082" y="4445"/></a:lnTo><a:lnTo><a:pt x="21501" y="4533"/></a:lnTo><a:lnTo><a:pt x="21920" y="4445"/></a:lnTo><a:lnTo><a:pt x="22339" y="4368"/></a:lnTo><a:lnTo><a:pt x="22758" y="4114"/></a:lnTo><a:lnTo><a:pt x="23101" y="3860"/></a:lnTo><a:lnTo><a:pt x="23342" y="3530"/></a:lnTo><a:lnTo><a:pt x="23596" y="3111"/></a:lnTo><a:lnTo><a:pt x="23685" y="2692"/></a:lnTo><a:lnTo><a:pt x="23761" y="2273"/></a:lnTo><a:lnTo><a:pt x="23761" y="1841"/></a:lnTo><a:close/></a:path></a:pathLst></a:custGeom><a:solidFill><a:srgbClr val="000000"/></a:solidFill></p:spPr><p:txBody><a:bodyPr wrap="square" lIns="0" tIns="0" rIns="0" bIns="0" rtlCol="0"/><a:lstStyle/><a:p/></p:txBody></p:sp><p:sp><p:nvSpPr><p:cNvPr id="596" name="object 596"/><p:cNvSpPr/><p:nvPr/></p:nvSpPr><p:spPr><a:xfrm><a:off x="16866972" y="12064813"/><a:ext cx="24765" cy="4445"/></a:xfrm><a:custGeom><a:avLst/><a:gdLst/><a:ahLst/><a:cxnLst/><a:rect l="l" t="t" r="r" b="b"/><a:pathLst><a:path w="24765" h="4445"><a:moveTo><a:pt x="3441" y="3022"/></a:moveTo><a:lnTo><a:pt x="3111" y="2768"/></a:lnTo><a:lnTo><a:pt x="2768" y="2514"/></a:lnTo><a:lnTo><a:pt x="2438" y="2349"/></a:lnTo><a:lnTo><a:pt x="2273" y="2349"/></a:lnTo><a:lnTo><a:pt x="2019" y="2260"/></a:lnTo><a:lnTo><a:pt x="1511" y="2260"/></a:lnTo><a:lnTo><a:pt x="1181" y="2349"/></a:lnTo><a:lnTo><a:pt x="762" y="2438"/></a:lnTo><a:lnTo><a:pt x="419" y="2692"/></a:lnTo><a:lnTo><a:pt x="88" y="2933"/></a:lnTo><a:lnTo><a:pt x="3441" y="3022"/></a:lnTo><a:close/></a:path><a:path w="24765" h="4445"><a:moveTo><a:pt x="24269" y="1346"/></a:moveTo><a:lnTo><a:pt x="24104" y="927"/></a:lnTo><a:lnTo><a:pt x="23850" y="584"/></a:lnTo><a:lnTo><a:pt x="23520" y="254"/></a:lnTo><a:lnTo><a:pt x="23177" y="0"/></a:lnTo><a:lnTo><a:pt x="20916" y="0"/></a:lnTo><a:lnTo><a:pt x="20662" y="254"/></a:lnTo><a:lnTo><a:pt x="20320" y="508"/></a:lnTo><a:lnTo><a:pt x="20066" y="927"/></a:lnTo><a:lnTo><a:pt x="19900" y="1346"/></a:lnTo><a:lnTo><a:pt x="19824" y="1765"/></a:lnTo><a:lnTo><a:pt x="19735" y="2184"/></a:lnTo><a:lnTo><a:pt x="19824" y="2603"/></a:lnTo><a:lnTo><a:pt x="19989" y="3022"/></a:lnTo><a:lnTo><a:pt x="20243" y="3352"/></a:lnTo><a:lnTo><a:pt x="20497" y="3695"/></a:lnTo><a:lnTo><a:pt x="20828" y="3949"/></a:lnTo><a:lnTo><a:pt x="21158" y="4114"/></a:lnTo><a:lnTo><a:pt x="21590" y="4203"/></a:lnTo><a:lnTo><a:pt x="22009" y="4279"/></a:lnTo><a:lnTo><a:pt x="22428" y="4203"/></a:lnTo><a:lnTo><a:pt x="22847" y="4114"/></a:lnTo><a:lnTo><a:pt x="23266" y="3949"/></a:lnTo><a:lnTo><a:pt x="23596" y="3695"/></a:lnTo><a:lnTo><a:pt x="23850" y="3352"/></a:lnTo><a:lnTo><a:pt x="24104" y="3022"/></a:lnTo><a:lnTo><a:pt x="24180" y="2603"/></a:lnTo><a:lnTo><a:pt x="24269" y="2184"/></a:lnTo><a:lnTo><a:pt x="24269" y="1765"/></a:lnTo><a:lnTo><a:pt x="24269" y="1346"/></a:lnTo><a:close/></a:path></a:pathLst></a:custGeom><a:solidFill><a:srgbClr val="000000"/></a:solidFill></p:spPr><p:txBody><a:bodyPr wrap="square" lIns="0" tIns="0" rIns="0" bIns="0" rtlCol="0"/><a:lstStyle/><a:p/></p:txBody></p:sp><p:sp><p:nvSpPr><p:cNvPr id="597" name="object 597"/><p:cNvSpPr/><p:nvPr/></p:nvSpPr><p:spPr><a:xfrm><a:off x="16846487" y="12067747"/><a:ext cx="24765" cy="5715"/></a:xfrm><a:custGeom><a:avLst/><a:gdLst/><a:ahLst/><a:cxnLst/><a:rect l="l" t="t" r="r" b="b"/><a:pathLst><a:path w="24765" h="5715"><a:moveTo><a:pt x="4368" y="5130"/></a:moveTo><a:lnTo><a:pt x="4279" y="4787"/></a:lnTo><a:lnTo><a:pt x="4025" y="4457"/></a:lnTo><a:lnTo><a:pt x="3771" y="4114"/></a:lnTo><a:lnTo><a:pt x="3441" y="3873"/></a:lnTo><a:lnTo><a:pt x="3098" y="3695"/></a:lnTo><a:lnTo><a:pt x="2933" y="3619"/></a:lnTo><a:lnTo><a:pt x="2679" y="3530"/></a:lnTo><a:lnTo><a:pt x="1765" y="3530"/></a:lnTo><a:lnTo><a:pt x="1422" y="3619"/></a:lnTo><a:lnTo><a:pt x="1092" y="3784"/></a:lnTo><a:lnTo><a:pt x="927" y="3873"/></a:lnTo><a:lnTo><a:pt x="749" y="4038"/></a:lnTo><a:lnTo><a:pt x="419" y="4368"/></a:lnTo><a:lnTo><a:pt x="165" y="4711"/></a:lnTo><a:lnTo><a:pt x="0" y="5130"/></a:lnTo><a:lnTo><a:pt x="4368" y="5130"/></a:lnTo><a:close/></a:path><a:path w="24765" h="5715"><a:moveTo><a:pt x="23926" y="88"/></a:moveTo><a:lnTo><a:pt x="20574" y="0"/></a:lnTo><a:lnTo><a:pt x="23926" y="88"/></a:lnTo><a:close/></a:path><a:path w="24765" h="5715"><a:moveTo><a:pt x="24523" y="1511"/></a:moveTo><a:lnTo><a:pt x="24434" y="1181"/></a:lnTo><a:lnTo><a:pt x="24345" y="850"/></a:lnTo><a:lnTo><a:pt x="24180" y="419"/></a:lnTo><a:lnTo><a:pt x="23926" y="88"/></a:lnTo><a:lnTo><a:pt x="20485" y="88"/></a:lnTo><a:lnTo><a:pt x="20320" y="342"/></a:lnTo><a:lnTo><a:pt x="20154" y="762"/></a:lnTo><a:lnTo><a:pt x="19989" y="1092"/></a:lnTo><a:lnTo><a:pt x="19989" y="2108"/></a:lnTo><a:lnTo><a:pt x="20066" y="2438"/></a:lnTo><a:lnTo><a:pt x="20320" y="2781"/></a:lnTo><a:lnTo><a:pt x="20408" y="2946"/></a:lnTo><a:lnTo><a:pt x="20574" y="3111"/></a:lnTo><a:lnTo><a:pt x="20650" y="3276"/></a:lnTo><a:lnTo><a:pt x="20904" y="3441"/></a:lnTo><a:lnTo><a:pt x="21069" y="3530"/></a:lnTo><a:lnTo><a:pt x="21323" y="3695"/></a:lnTo><a:lnTo><a:pt x="21742" y="3784"/></a:lnTo><a:lnTo><a:pt x="21920" y="3873"/></a:lnTo><a:lnTo><a:pt x="22580" y="3873"/></a:lnTo><a:lnTo><a:pt x="23012" y="3695"/></a:lnTo><a:lnTo><a:pt x="23177" y="3695"/></a:lnTo><a:lnTo><a:pt x="23431" y="3530"/></a:lnTo><a:lnTo><a:pt x="23761" y="3276"/></a:lnTo><a:lnTo><a:pt x="23850" y="3111"/></a:lnTo><a:lnTo><a:pt x="24104" y="2946"/></a:lnTo><a:lnTo><a:pt x="24180" y="2781"/></a:lnTo><a:lnTo><a:pt x="24269" y="2527"/></a:lnTo><a:lnTo><a:pt x="24434" y="2108"/></a:lnTo><a:lnTo><a:pt x="24434" y="1930"/></a:lnTo><a:lnTo><a:pt x="24523" y="1689"/></a:lnTo><a:lnTo><a:pt x="24523" y="1511"/></a:lnTo><a:close/></a:path></a:pathLst></a:custGeom><a:solidFill><a:srgbClr val="000000"/></a:solidFill></p:spPr><p:txBody><a:bodyPr wrap="square" lIns="0" tIns="0" rIns="0" bIns="0" rtlCol="0"/><a:lstStyle/><a:p/></p:txBody></p:sp><p:sp><p:nvSpPr><p:cNvPr id="598" name="object 598"/><p:cNvSpPr/><p:nvPr/></p:nvSpPr><p:spPr><a:xfrm><a:off x="16826840" y="12072535"/><a:ext cx="24130" cy="6985"/></a:xfrm><a:custGeom><a:avLst/><a:gdLst/><a:ahLst/><a:cxnLst/><a:rect l="l" t="t" r="r" b="b"/><a:pathLst><a:path w="24130" h="6984"><a:moveTo><a:pt x="4533" y="6718"/></a:moveTo><a:lnTo><a:pt x="4445" y="6464"/></a:lnTo><a:lnTo><a:pt x="4445" y="6299"/></a:lnTo><a:lnTo><a:pt x="4356" y="6134"/></a:lnTo><a:lnTo><a:pt x="4279" y="5969"/></a:lnTo><a:lnTo><a:pt x="4191" y="5715"/></a:lnTo><a:lnTo><a:pt x="4114" y="5549"/></a:lnTo><a:lnTo><a:pt x="3937" y="5372"/></a:lnTo><a:lnTo><a:pt x="3860" y="5207"/></a:lnTo><a:lnTo><a:pt x="3683" y="5041"/></a:lnTo><a:lnTo><a:pt x="3517" y="4953"/></a:lnTo><a:lnTo><a:pt x="3352" y="4876"/></a:lnTo><a:lnTo><a:pt x="3187" y="4787"/></a:lnTo><a:lnTo><a:pt x="2933" y="4711"/></a:lnTo><a:lnTo><a:pt x="2768" y="4622"/></a:lnTo><a:lnTo><a:pt x="2514" y="4622"/></a:lnTo><a:lnTo><a:pt x="2095" y="4533"/></a:lnTo><a:lnTo><a:pt x="1676" y="4622"/></a:lnTo><a:lnTo><a:pt x="1333" y="4787"/></a:lnTo><a:lnTo><a:pt x="1168" y="4876"/></a:lnTo><a:lnTo><a:pt x="914" y="4953"/></a:lnTo><a:lnTo><a:pt x="584" y="5207"/></a:lnTo><a:lnTo><a:pt x="495" y="5372"/></a:lnTo><a:lnTo><a:pt x="330" y="5549"/></a:lnTo><a:lnTo><a:pt x="241" y="5715"/></a:lnTo><a:lnTo><a:pt x="165" y="5969"/></a:lnTo><a:lnTo><a:pt x="76" y="6134"/></a:lnTo><a:lnTo><a:pt x="0" y="6299"/></a:lnTo><a:lnTo><a:pt x="0" y="6464"/></a:lnTo><a:lnTo><a:pt x="0" y="6718"/></a:lnTo><a:lnTo><a:pt x="0" y="6883"/></a:lnTo><a:lnTo><a:pt x="4533" y="6883"/></a:lnTo><a:lnTo><a:pt x="4533" y="6718"/></a:lnTo><a:close/></a:path><a:path w="24130" h="6984"><a:moveTo><a:pt x="24015" y="342"/></a:moveTo><a:lnTo><a:pt x="23926" y="0"/></a:lnTo><a:lnTo><a:pt x="19812" y="0"/></a:lnTo><a:lnTo><a:pt x="24015" y="342"/></a:lnTo><a:close/></a:path><a:path w="24130" h="6984"><a:moveTo><a:pt x="24091" y="762"/></a:moveTo><a:lnTo><a:pt x="24015" y="419"/></a:lnTo><a:lnTo><a:pt x="19646" y="342"/></a:lnTo><a:lnTo><a:pt x="19558" y="762"/></a:lnTo><a:lnTo><a:pt x="19558" y="1181"/></a:lnTo><a:lnTo><a:pt x="19646" y="1346"/></a:lnTo><a:lnTo><a:pt x="19646" y="1600"/></a:lnTo><a:lnTo><a:pt x="19723" y="1765"/></a:lnTo><a:lnTo><a:pt x="19812" y="2019"/></a:lnTo><a:lnTo><a:pt x="19900" y="2184"/></a:lnTo><a:lnTo><a:pt x="20066" y="2349"/></a:lnTo><a:lnTo><a:pt x="20142" y="2527"/></a:lnTo><a:lnTo><a:pt x="20320" y="2692"/></a:lnTo><a:lnTo><a:pt x="20485" y="2857"/></a:lnTo><a:lnTo><a:pt x="20650" y="2946"/></a:lnTo><a:lnTo><a:pt x="20904" y="3022"/></a:lnTo><a:lnTo><a:pt x="21069" y="3111"/></a:lnTo><a:lnTo><a:pt x="21323" y="3200"/></a:lnTo><a:lnTo><a:pt x="21488" y="3276"/></a:lnTo><a:lnTo><a:pt x="22085" y="3276"/></a:lnTo><a:lnTo><a:pt x="22415" y="3200"/></a:lnTo><a:lnTo><a:pt x="22580" y="3111"/></a:lnTo><a:lnTo><a:pt x="22834" y="3022"/></a:lnTo><a:lnTo><a:pt x="22999" y="2946"/></a:lnTo><a:lnTo><a:pt x="23177" y="2857"/></a:lnTo><a:lnTo><a:pt x="23342" y="2692"/></a:lnTo><a:lnTo><a:pt x="23507" y="2527"/></a:lnTo><a:lnTo><a:pt x="23672" y="2349"/></a:lnTo><a:lnTo><a:pt x="23837" y="2184"/></a:lnTo><a:lnTo><a:pt x="23926" y="2019"/></a:lnTo><a:lnTo><a:pt x="24015" y="1765"/></a:lnTo><a:lnTo><a:pt x="24015" y="1600"/></a:lnTo><a:lnTo><a:pt x="24091" y="1346"/></a:lnTo><a:lnTo><a:pt x="24091" y="1181"/></a:lnTo><a:lnTo><a:pt x="24091" y="838"/></a:lnTo><a:close/></a:path></a:pathLst></a:custGeom><a:solidFill><a:srgbClr val="000000"/></a:solidFill></p:spPr><p:txBody><a:bodyPr wrap="square" lIns="0" tIns="0" rIns="0" bIns="0" rtlCol="0"/><a:lstStyle/><a:p/></p:txBody></p:sp><p:sp><p:nvSpPr><p:cNvPr id="599" name="object 599"/><p:cNvSpPr/><p:nvPr/></p:nvSpPr><p:spPr><a:xfrm><a:off x="16807777" y="12079253"/><a:ext cx="24130" cy="8890"/></a:xfrm><a:custGeom><a:avLst/><a:gdLst/><a:ahLst/><a:cxnLst/><a:rect l="l" t="t" r="r" b="b"/><a:pathLst><a:path w="24130" h="8890"><a:moveTo><a:pt x="4533" y="7480"/></a:moveTo><a:lnTo><a:pt x="4445" y="7226"/></a:lnTo><a:lnTo><a:pt x="4445" y="7061"/></a:lnTo><a:lnTo><a:pt x="4356" y="6807"/></a:lnTo><a:lnTo><a:pt x="4356" y="6642"/></a:lnTo><a:lnTo><a:pt x="4191" y="6464"/></a:lnTo><a:lnTo><a:pt x="4114" y="6299"/></a:lnTo><a:lnTo><a:pt x="3937" y="6134"/></a:lnTo><a:lnTo><a:pt x="3860" y="5969"/></a:lnTo><a:lnTo><a:pt x="3695" y="5791"/></a:lnTo><a:lnTo><a:pt x="3517" y="5715"/></a:lnTo><a:lnTo><a:pt x="3352" y="5549"/></a:lnTo><a:lnTo><a:pt x="3187" y="5461"/></a:lnTo><a:lnTo><a:pt x="2933" y="5372"/></a:lnTo><a:lnTo><a:pt x="2768" y="5372"/></a:lnTo><a:lnTo><a:pt x="2514" y="5295"/></a:lnTo><a:lnTo><a:pt x="1930" y="5295"/></a:lnTo><a:lnTo><a:pt x="1752" y="5372"/></a:lnTo><a:lnTo><a:pt x="1511" y="5372"/></a:lnTo><a:lnTo><a:pt x="1333" y="5461"/></a:lnTo><a:lnTo><a:pt x="1168" y="5549"/></a:lnTo><a:lnTo><a:pt x="1003" y="5715"/></a:lnTo><a:lnTo><a:pt x="749" y="5791"/></a:lnTo><a:lnTo><a:pt x="660" y="5969"/></a:lnTo><a:lnTo><a:pt x="495" y="6134"/></a:lnTo><a:lnTo><a:pt x="330" y="6299"/></a:lnTo><a:lnTo><a:pt x="241" y="6464"/></a:lnTo><a:lnTo><a:pt x="165" y="6642"/></a:lnTo><a:lnTo><a:pt x="76" y="6807"/></a:lnTo><a:lnTo><a:pt x="0" y="7061"/></a:lnTo><a:lnTo><a:pt x="0" y="7226"/></a:lnTo><a:lnTo><a:pt x="0" y="7480"/></a:lnTo><a:lnTo><a:pt x="0" y="7645"/></a:lnTo><a:lnTo><a:pt x="0" y="7975"/></a:lnTo><a:lnTo><a:pt x="165" y="8394"/></a:lnTo><a:lnTo><a:pt x="4356" y="8394"/></a:lnTo><a:lnTo><a:pt x="4445" y="8064"/></a:lnTo><a:lnTo><a:pt x="4533" y="7645"/></a:lnTo><a:lnTo><a:pt x="4533" y="7480"/></a:lnTo><a:close/></a:path><a:path w="24130" h="8890"><a:moveTo><a:pt x="23596" y="165"/></a:moveTo><a:lnTo><a:pt x="19062" y="165"/></a:lnTo><a:lnTo><a:pt x="19062" y="419"/></a:lnTo><a:lnTo><a:pt x="19062" y="584"/></a:lnTo><a:lnTo><a:pt x="19138" y="838"/></a:lnTo><a:lnTo><a:pt x="19227" y="1016"/></a:lnTo><a:lnTo><a:pt x="19304" y="1257"/></a:lnTo><a:lnTo><a:pt x="19392" y="1435"/></a:lnTo><a:lnTo><a:pt x="19558" y="1600"/></a:lnTo><a:lnTo><a:pt x="19723" y="1676"/></a:lnTo><a:lnTo><a:pt x="19900" y="1854"/></a:lnTo><a:lnTo><a:pt x="19977" y="2019"/></a:lnTo><a:lnTo><a:pt x="20231" y="2095"/></a:lnTo><a:lnTo><a:pt x="20396" y="2184"/></a:lnTo><a:lnTo><a:pt x="20574" y="2273"/></a:lnTo><a:lnTo><a:pt x="20815" y="2349"/></a:lnTo><a:lnTo><a:pt x="20993" y="2349"/></a:lnTo><a:lnTo><a:pt x="21488" y="2349"/></a:lnTo><a:lnTo><a:pt x="21831" y="2349"/></a:lnTo><a:lnTo><a:pt x="21996" y="2273"/></a:lnTo><a:lnTo><a:pt x="22250" y="2184"/></a:lnTo><a:lnTo><a:pt x="22580" y="2019"/></a:lnTo><a:lnTo><a:pt x="22745" y="1854"/></a:lnTo><a:lnTo><a:pt x="22923" y="1676"/></a:lnTo><a:lnTo><a:pt x="23177" y="1435"/></a:lnTo><a:lnTo><a:pt x="23253" y="1257"/></a:lnTo><a:lnTo><a:pt x="23418" y="1016"/></a:lnTo><a:lnTo><a:pt x="23418" y="838"/></a:lnTo><a:lnTo><a:pt x="23507" y="584"/></a:lnTo><a:lnTo><a:pt x="23507" y="419"/></a:lnTo><a:lnTo><a:pt x="23596" y="165"/></a:lnTo><a:close/></a:path><a:path w="24130" h="8890"><a:moveTo><a:pt x="23596" y="0"/></a:moveTo><a:lnTo><a:pt x="19062" y="0"/></a:lnTo><a:lnTo><a:pt x="23596" y="165"/></a:lnTo><a:lnTo><a:pt x="23596" y="0"/></a:lnTo><a:close/></a:path></a:pathLst></a:custGeom><a:solidFill><a:srgbClr val="000000"/></a:solidFill></p:spPr><p:txBody><a:bodyPr wrap="square" lIns="0" tIns="0" rIns="0" bIns="0" rtlCol="0"/><a:lstStyle/><a:p/></p:txBody></p:sp><p:sp><p:nvSpPr><p:cNvPr id="600" name="object 600"/><p:cNvSpPr/><p:nvPr/></p:nvSpPr><p:spPr><a:xfrm><a:off x="16789388" y="12087318"/><a:ext cx="22860" cy="10160"/></a:xfrm><a:custGeom><a:avLst/><a:gdLst/><a:ahLst/><a:cxnLst/><a:rect l="l" t="t" r="r" b="b"/><a:pathLst><a:path w="22859" h="10159"><a:moveTo><a:pt x="4533" y="8229"/></a:moveTo><a:lnTo><a:pt x="4445" y="7975"/></a:lnTo><a:lnTo><a:pt x="4445" y="7810"/></a:lnTo><a:lnTo><a:pt x="4279" y="7556"/></a:lnTo><a:lnTo><a:pt x="4279" y="7391"/></a:lnTo><a:lnTo><a:pt x="4114" y="7137"/></a:lnTo><a:lnTo><a:pt x="3860" y="6883"/></a:lnTo><a:lnTo><a:pt x="3683" y="6718"/></a:lnTo><a:lnTo><a:pt x="3517" y="6553"/></a:lnTo><a:lnTo><a:pt x="3352" y="6464"/></a:lnTo><a:lnTo><a:pt x="3098" y="6375"/></a:lnTo><a:lnTo><a:pt x="2679" y="6299"/></a:lnTo><a:lnTo><a:pt x="2006" y="6210"/></a:lnTo><a:lnTo><a:pt x="1752" y="6299"/></a:lnTo><a:lnTo><a:pt x="1511" y="6299"/></a:lnTo><a:lnTo><a:pt x="1333" y="6375"/></a:lnTo><a:lnTo><a:pt x="1168" y="6464"/></a:lnTo><a:lnTo><a:pt x="1003" y="6553"/></a:lnTo><a:lnTo><a:pt x="749" y="6718"/></a:lnTo><a:lnTo><a:pt x="660" y="6883"/></a:lnTo><a:lnTo><a:pt x="495" y="7048"/></a:lnTo><a:lnTo><a:pt x="241" y="7391"/></a:lnTo><a:lnTo><a:pt x="165" y="7556"/></a:lnTo><a:lnTo><a:pt x="76" y="7810"/></a:lnTo><a:lnTo><a:pt x="0" y="7975"/></a:lnTo><a:lnTo><a:pt x="0" y="8229"/></a:lnTo><a:lnTo><a:pt x="0" y="8648"/></a:lnTo><a:lnTo><a:pt x="76" y="8978"/></a:lnTo><a:lnTo><a:pt x="76" y="9156"/></a:lnTo><a:lnTo><a:pt x="165" y="9398"/></a:lnTo><a:lnTo><a:pt x="241" y="9575"/></a:lnTo><a:lnTo><a:pt x="419" y="9829"/></a:lnTo><a:lnTo><a:pt x="4025" y="9906"/></a:lnTo><a:lnTo><a:pt x="4191" y="9575"/></a:lnTo><a:lnTo><a:pt x="4279" y="9398"/></a:lnTo><a:lnTo><a:pt x="4356" y="9156"/></a:lnTo><a:lnTo><a:pt x="4445" y="8978"/></a:lnTo><a:lnTo><a:pt x="4533" y="8737"/></a:lnTo><a:lnTo><a:pt x="4533" y="8305"/></a:lnTo><a:close/></a:path><a:path w="22859" h="10159"><a:moveTo><a:pt x="22745" y="330"/></a:moveTo><a:lnTo><a:pt x="18554" y="330"/></a:lnTo><a:lnTo><a:pt x="18719" y="749"/></a:lnTo><a:lnTo><a:pt x="18973" y="1092"/></a:lnTo><a:lnTo><a:pt x="19304" y="1346"/></a:lnTo><a:lnTo><a:pt x="19723" y="1600"/></a:lnTo><a:lnTo><a:pt x="20142" y="1676"/></a:lnTo><a:lnTo><a:pt x="20993" y="1765"/></a:lnTo><a:lnTo><a:pt x="21158" y="1676"/></a:lnTo><a:lnTo><a:pt x="21412" y="1600"/></a:lnTo><a:lnTo><a:pt x="21577" y="1600"/></a:lnTo><a:lnTo><a:pt x="21831" y="1422"/></a:lnTo><a:lnTo><a:pt x="22161" y="1168"/></a:lnTo><a:lnTo><a:pt x="22504" y="838"/></a:lnTo><a:lnTo><a:pt x="22669" y="419"/></a:lnTo><a:close/></a:path><a:path w="22859" h="10159"><a:moveTo><a:pt x="22834" y="0"/></a:moveTo><a:lnTo><a:pt x="18389" y="0"/></a:lnTo><a:lnTo><a:pt x="22745" y="330"/></a:lnTo><a:lnTo><a:pt x="22834" y="0"/></a:lnTo><a:close/></a:path></a:pathLst></a:custGeom><a:solidFill><a:srgbClr val="000000"/></a:solidFill></p:spPr><p:txBody><a:bodyPr wrap="square" lIns="0" tIns="0" rIns="0" bIns="0" rtlCol="0"/><a:lstStyle/><a:p/></p:txBody></p:sp><p:sp><p:nvSpPr><p:cNvPr id="601" name="object 601"/><p:cNvSpPr/><p:nvPr/></p:nvSpPr><p:spPr><a:xfrm><a:off x="16771747" y="12097148"/><a:ext cx="22225" cy="11430"/></a:xfrm><a:custGeom><a:avLst/><a:gdLst/><a:ahLst/><a:cxnLst/><a:rect l="l" t="t" r="r" b="b"/><a:pathLst><a:path w="22225" h="11429"><a:moveTo><a:pt x="4622" y="9144"/></a:moveTo><a:lnTo><a:pt x="4533" y="8724"/></a:lnTo><a:lnTo><a:pt x="4445" y="8394"/></a:lnTo><a:lnTo><a:pt x="4279" y="7975"/></a:lnTo><a:lnTo><a:pt x="4025" y="7632"/></a:lnTo><a:lnTo><a:pt x="3695" y="7378"/></a:lnTo><a:lnTo><a:pt x="3352" y="7137"/></a:lnTo><a:lnTo><a:pt x="2933" y="6959"/></a:lnTo><a:lnTo><a:pt x="1765" y="6883"/></a:lnTo><a:lnTo><a:pt x="1600" y="6959"/></a:lnTo><a:lnTo><a:pt x="1346" y="7048"/></a:lnTo><a:lnTo><a:pt x="1003" y="7302"/></a:lnTo><a:lnTo><a:pt x="673" y="7556"/></a:lnTo><a:lnTo><a:pt x="419" y="7886"/></a:lnTo><a:lnTo><a:pt x="165" y="8305"/></a:lnTo><a:lnTo><a:pt x="88" y="8724"/></a:lnTo><a:lnTo><a:pt x="0" y="9144"/></a:lnTo><a:lnTo><a:pt x="88" y="9563"/></a:lnTo><a:lnTo><a:pt x="165" y="9982"/></a:lnTo><a:lnTo><a:pt x="419" y="10401"/></a:lnTo><a:lnTo><a:pt x="673" y="10744"/></a:lnTo><a:lnTo><a:pt x="1003" y="10998"/></a:lnTo><a:lnTo><a:pt x="3530" y="10998"/></a:lnTo><a:lnTo><a:pt x="3860" y="10744"/></a:lnTo><a:lnTo><a:pt x="4203" y="10401"/></a:lnTo><a:lnTo><a:pt x="4368" y="9982"/></a:lnTo><a:lnTo><a:pt x="4533" y="9563"/></a:lnTo><a:lnTo><a:pt x="4622" y="9144"/></a:lnTo><a:close/></a:path><a:path w="22225" h="11429"><a:moveTo><a:pt x="21666" y="76"/></a:moveTo><a:lnTo><a:pt x="18135" y="76"/></a:lnTo><a:lnTo><a:pt x="18300" y="241"/></a:lnTo><a:lnTo><a:pt x="18389" y="419"/></a:lnTo><a:lnTo><a:pt x="18643" y="584"/></a:lnTo><a:lnTo><a:pt x="18973" y="749"/></a:lnTo><a:lnTo><a:pt x="19151" y="838"/></a:lnTo><a:lnTo><a:pt x="19392" y="838"/></a:lnTo><a:lnTo><a:pt x="19570" y="914"/></a:lnTo><a:lnTo><a:pt x="20154" y="914"/></a:lnTo><a:lnTo><a:pt x="20408" y="838"/></a:lnTo><a:lnTo><a:pt x="20574" y="838"/></a:lnTo><a:lnTo><a:pt x="20828" y="749"/></a:lnTo><a:lnTo><a:pt x="20993" y="660"/></a:lnTo><a:lnTo><a:pt x="21158" y="584"/></a:lnTo><a:lnTo><a:pt x="21323" y="419"/></a:lnTo><a:lnTo><a:pt x="21501" y="241"/></a:lnTo><a:lnTo><a:pt x="21666" y="76"/></a:lnTo><a:close/></a:path><a:path w="22225" h="11429"><a:moveTo><a:pt x="21755" y="0"/></a:moveTo><a:lnTo><a:pt x="18059" y="0"/></a:lnTo><a:lnTo><a:pt x="21666" y="76"/></a:lnTo><a:close/></a:path></a:pathLst></a:custGeom><a:solidFill><a:srgbClr val="000000"/></a:solidFill></p:spPr><p:txBody><a:bodyPr wrap="square" lIns="0" tIns="0" rIns="0" bIns="0" rtlCol="0"/><a:lstStyle/><a:p/></p:txBody></p:sp><p:sp><p:nvSpPr><p:cNvPr id="602" name="object 602"/><p:cNvSpPr/><p:nvPr/></p:nvSpPr><p:spPr><a:xfrm><a:off x="16755123" y="12108145"/><a:ext cx="20320" cy="12700"/></a:xfrm><a:custGeom><a:avLst/><a:gdLst/><a:ahLst/><a:cxnLst/><a:rect l="l" t="t" r="r" b="b"/><a:pathLst><a:path w="20319" h="12700"><a:moveTo><a:pt x="4533" y="9740"/></a:moveTo><a:lnTo><a:pt x="4445" y="9398"/></a:lnTo><a:lnTo><a:pt x="4368" y="9067"/></a:lnTo><a:lnTo><a:pt x="4114" y="8648"/></a:lnTo><a:lnTo><a:pt x="3860" y="8394"/></a:lnTo><a:lnTo><a:pt x="3517" y="8140"/></a:lnTo><a:lnTo><a:pt x="3098" y="7886"/></a:lnTo><a:lnTo><a:pt x="2679" y="7810"/></a:lnTo><a:lnTo><a:pt x="2260" y="7721"/></a:lnTo><a:lnTo><a:pt x="1930" y="7810"/></a:lnTo><a:lnTo><a:pt x="1511" y="7886"/></a:lnTo><a:lnTo><a:pt x="1092" y="8051"/></a:lnTo><a:lnTo><a:pt x="749" y="8305"/></a:lnTo><a:lnTo><a:pt x="495" y="8648"/></a:lnTo><a:lnTo><a:pt x="254" y="8978"/></a:lnTo><a:lnTo><a:pt x="76" y="9321"/></a:lnTo><a:lnTo><a:pt x="0" y="9740"/></a:lnTo><a:lnTo><a:pt x="0" y="10160"/></a:lnTo><a:lnTo><a:pt x="76" y="10579"/></a:lnTo><a:lnTo><a:pt x="254" y="10998"/></a:lnTo><a:lnTo><a:pt x="419" y="11328"/></a:lnTo><a:lnTo><a:pt x="749" y="11671"/></a:lnTo><a:lnTo><a:pt x="1092" y="11925"/></a:lnTo><a:lnTo><a:pt x="1422" y="12090"/></a:lnTo><a:lnTo><a:pt x="1841" y="12255"/></a:lnTo><a:lnTo><a:pt x="2768" y="12255"/></a:lnTo><a:lnTo><a:pt x="3022" y="12166"/></a:lnTo><a:lnTo><a:pt x="3441" y="12001"/></a:lnTo><a:lnTo><a:pt x="3771" y="11747"/></a:lnTo><a:lnTo><a:pt x="4025" y="11417"/></a:lnTo><a:lnTo><a:pt x="4279" y="11074"/></a:lnTo><a:lnTo><a:pt x="4445" y="10655"/></a:lnTo><a:lnTo><a:pt x="4533" y="10236"/></a:lnTo><a:lnTo><a:pt x="4533" y="9817"/></a:lnTo><a:close/></a:path><a:path w="20319" h="12700"><a:moveTo><a:pt x="20154" y="0"/></a:moveTo><a:lnTo><a:pt x="17716" y="0"/></a:lnTo><a:lnTo><a:pt x="18046" y="241"/></a:lnTo><a:lnTo><a:pt x="18465" y="330"/></a:lnTo><a:lnTo><a:pt x="18884" y="419"/></a:lnTo><a:lnTo><a:pt x="19392" y="330"/></a:lnTo><a:lnTo><a:pt x="19812" y="241"/></a:lnTo><a:lnTo><a:pt x="20154" y="0"/></a:lnTo><a:close/></a:path></a:pathLst></a:custGeom><a:solidFill><a:srgbClr val="000000"/></a:solidFill></p:spPr><p:txBody><a:bodyPr wrap="square" lIns="0" tIns="0" rIns="0" bIns="0" rtlCol="0"/><a:lstStyle/><a:p/></p:txBody></p:sp><p:sp><p:nvSpPr><p:cNvPr id="603" name="object 603"/><p:cNvSpPr/><p:nvPr/></p:nvSpPr><p:spPr><a:xfrm><a:off x="16726573" y="12120312"/><a:ext cx="31750" cy="23495"/></a:xfrm><a:custGeom><a:avLst/><a:gdLst/><a:ahLst/><a:cxnLst/><a:rect l="l" t="t" r="r" b="b"/><a:pathLst><a:path w="31750" h="23495"><a:moveTo><a:pt x="1511" y="23431"/></a:moveTo><a:lnTo><a:pt x="1257" y="23342"/></a:lnTo><a:lnTo><a:pt x="1092" y="23266"/></a:lnTo><a:lnTo><a:pt x="495" y="23266"/></a:lnTo><a:lnTo><a:pt x="241" y="23342"/></a:lnTo><a:lnTo><a:pt x="0" y="23431"/></a:lnTo><a:lnTo><a:pt x="1511" y="23431"/></a:lnTo><a:close/></a:path><a:path w="31750" h="23495"><a:moveTo><a:pt x="17462" y="10502"/></a:moveTo><a:lnTo><a:pt x="17297" y="10248"/></a:lnTo><a:lnTo><a:pt x="17297" y="10083"/></a:lnTo><a:lnTo><a:pt x="17119" y="9829"/></a:lnTo><a:lnTo><a:pt x="16878" y="9486"/></a:lnTo><a:lnTo><a:pt x="16700" y="9410"/></a:lnTo><a:lnTo><a:pt x="16535" y="9245"/></a:lnTo><a:lnTo><a:pt x="16370" y="9156"/></a:lnTo><a:lnTo><a:pt x="16205" y="8991"/></a:lnTo><a:lnTo><a:pt x="15951" y="8902"/></a:lnTo><a:lnTo><a:pt x="15786" y="8826"/></a:lnTo><a:lnTo><a:pt x="14693" y="8826"/></a:lnTo><a:lnTo><a:pt x="14439" y="8902"/></a:lnTo><a:lnTo><a:pt x="14274" y="8991"/></a:lnTo><a:lnTo><a:pt x="14020" y="9156"/></a:lnTo><a:lnTo><a:pt x="13677" y="9410"/></a:lnTo><a:lnTo><a:pt x="13347" y="9740"/></a:lnTo><a:lnTo><a:pt x="13182" y="10083"/></a:lnTo><a:lnTo><a:pt x="13093" y="10248"/></a:lnTo><a:lnTo><a:pt x="13004" y="10502"/></a:lnTo><a:lnTo><a:pt x="13004" y="10668"/></a:lnTo><a:lnTo><a:pt x="12928" y="10998"/></a:lnTo><a:lnTo><a:pt x="13004" y="11430"/></a:lnTo><a:lnTo><a:pt x="13093" y="11849"/></a:lnTo><a:lnTo><a:pt x="13258" y="12268"/></a:lnTo><a:lnTo><a:pt x="13512" y="12598"/></a:lnTo><a:lnTo><a:pt x="13855" y="12852"/></a:lnTo><a:lnTo><a:pt x="14185" y="13106"/></a:lnTo><a:lnTo><a:pt x="14605" y="13271"/></a:lnTo><a:lnTo><a:pt x="15024" y="13360"/></a:lnTo><a:lnTo><a:pt x="15443" y="13360"/></a:lnTo><a:lnTo><a:pt x="15786" y="13271"/></a:lnTo><a:lnTo><a:pt x="16205" y="13106"/></a:lnTo><a:lnTo><a:pt x="16535" y="12941"/></a:lnTo><a:lnTo><a:pt x="16878" y="12598"/></a:lnTo><a:lnTo><a:pt x="17119" y="12268"/></a:lnTo><a:lnTo><a:pt x="17373" y="11849"/></a:lnTo><a:lnTo><a:pt x="17462" y="11506"/></a:lnTo><a:lnTo><a:pt x="17462" y="11087"/></a:lnTo><a:lnTo><a:pt x="17462" y="10668"/></a:lnTo><a:lnTo><a:pt x="17462" y="10502"/></a:lnTo><a:close/></a:path><a:path w="31750" h="23495"><a:moveTo><a:pt x="31572" y="0"/></a:moveTo><a:lnTo><a:pt x="30060" y="0"/></a:lnTo><a:lnTo><a:pt x="31153" y="88"/></a:lnTo><a:lnTo><a:pt x="31318" y="88"/></a:lnTo><a:lnTo><a:pt x="31572" y="0"/></a:lnTo><a:close/></a:path></a:pathLst></a:custGeom><a:solidFill><a:srgbClr val="000000"/></a:solidFill></p:spPr><p:txBody><a:bodyPr wrap="square" lIns="0" tIns="0" rIns="0" bIns="0" rtlCol="0"/><a:lstStyle/><a:p/></p:txBody></p:sp><p:sp><p:nvSpPr><p:cNvPr id="604" name="object 604"/><p:cNvSpPr/><p:nvPr/></p:nvSpPr><p:spPr><a:xfrm><a:off x="16712628" y="12143655"/><a:ext cx="17145" cy="16510"/></a:xfrm><a:custGeom><a:avLst/><a:gdLst/><a:ahLst/><a:cxnLst/><a:rect l="l" t="t" r="r" b="b"/><a:pathLst><a:path w="17144" h="16509"><a:moveTo><a:pt x="2933" y="16129"/></a:moveTo><a:lnTo><a:pt x="2603" y="15786"/></a:lnTo><a:lnTo><a:pt x="2184" y="15621"/></a:lnTo><a:lnTo><a:pt x="1676" y="15544"/></a:lnTo><a:lnTo><a:pt x="1181" y="15544"/></a:lnTo><a:lnTo><a:pt x="927" y="15621"/></a:lnTo><a:lnTo><a:pt x="749" y="15621"/></a:lnTo><a:lnTo><a:pt x="508" y="15786"/></a:lnTo><a:lnTo><a:pt x="330" y="15786"/></a:lnTo><a:lnTo><a:pt x="88" y="16040"/></a:lnTo><a:lnTo><a:pt x="2933" y="16129"/></a:lnTo><a:close/></a:path><a:path w="17144" h="16509"><a:moveTo><a:pt x="15455" y="88"/></a:moveTo><a:lnTo><a:pt x="15201" y="0"/></a:lnTo><a:lnTo><a:pt x="14185" y="0"/></a:lnTo><a:lnTo><a:pt x="15455" y="88"/></a:lnTo><a:close/></a:path><a:path w="17144" h="16509"><a:moveTo><a:pt x="16967" y="1854"/></a:moveTo><a:lnTo><a:pt x="16878" y="1600"/></a:lnTo><a:lnTo><a:pt x="16789" y="1435"/></a:lnTo><a:lnTo><a:pt x="16713" y="1181"/></a:lnTo><a:lnTo><a:pt x="16624" y="1016"/></a:lnTo><a:lnTo><a:pt x="16548" y="850"/></a:lnTo><a:lnTo><a:pt x="16370" y="673"/></a:lnTo><a:lnTo><a:pt x="16205" y="508"/></a:lnTo><a:lnTo><a:pt x="16040" y="342"/></a:lnTo><a:lnTo><a:pt x="15875" y="254"/></a:lnTo><a:lnTo><a:pt x="15621" y="177"/></a:lnTo><a:lnTo><a:pt x="15455" y="88"/></a:lnTo><a:lnTo><a:pt x="13944" y="88"/></a:lnTo><a:lnTo><a:pt x="13766" y="177"/></a:lnTo><a:lnTo><a:pt x="13525" y="254"/></a:lnTo><a:lnTo><a:pt x="13347" y="342"/></a:lnTo><a:lnTo><a:pt x="13182" y="508"/></a:lnTo><a:lnTo><a:pt x="13017" y="673"/></a:lnTo><a:lnTo><a:pt x="12852" y="850"/></a:lnTo><a:lnTo><a:pt x="12763" y="1016"/></a:lnTo><a:lnTo><a:pt x="12674" y="1181"/></a:lnTo><a:lnTo><a:pt x="12598" y="1435"/></a:lnTo><a:lnTo><a:pt x="12509" y="1600"/></a:lnTo><a:lnTo><a:pt x="12433" y="1854"/></a:lnTo><a:lnTo><a:pt x="12433" y="2019"/></a:lnTo><a:lnTo><a:pt x="12433" y="2273"/></a:lnTo><a:lnTo><a:pt x="12433" y="2438"/></a:lnTo><a:lnTo><a:pt x="12509" y="2781"/></a:lnTo><a:lnTo><a:pt x="12598" y="3200"/></a:lnTo><a:lnTo><a:pt x="12852" y="3530"/></a:lnTo><a:lnTo><a:pt x="13182" y="3873"/></a:lnTo><a:lnTo><a:pt x="13525" y="4114"/></a:lnTo><a:lnTo><a:pt x="13855" y="4292"/></a:lnTo><a:lnTo><a:pt x="14274" y="4457"/></a:lnTo><a:lnTo><a:pt x="15113" y="4457"/></a:lnTo><a:lnTo><a:pt x="16878" y="2857"/></a:lnTo><a:lnTo><a:pt x="16967" y="2438"/></a:lnTo><a:lnTo><a:pt x="16967" y="2273"/></a:lnTo><a:lnTo><a:pt x="16967" y="2019"/></a:lnTo><a:lnTo><a:pt x="16967" y="1854"/></a:lnTo><a:close/></a:path></a:pathLst></a:custGeom><a:solidFill><a:srgbClr val="000000"/></a:solidFill></p:spPr><p:txBody><a:bodyPr wrap="square" lIns="0" tIns="0" rIns="0" bIns="0" rtlCol="0"/><a:lstStyle/><a:p/></p:txBody></p:sp><p:sp><p:nvSpPr><p:cNvPr id="605" name="object 605"/><p:cNvSpPr/><p:nvPr/></p:nvSpPr><p:spPr><a:xfrm><a:off x="16700195" y="12159695"/><a:ext cx="16510" cy="17780"/></a:xfrm><a:custGeom><a:avLst/><a:gdLst/><a:ahLst/><a:cxnLst/><a:rect l="l" t="t" r="r" b="b"/><a:pathLst><a:path w="16509" h="17779"><a:moveTo><a:pt x="4038" y="17386"/></a:moveTo><a:lnTo><a:pt x="3873" y="17132"/></a:lnTo><a:lnTo><a:pt x="3619" y="16802"/></a:lnTo><a:lnTo><a:pt x="3276" y="16548"/></a:lnTo><a:lnTo><a:pt x="3111" y="16459"/></a:lnTo><a:lnTo><a:pt x="2857" y="16294"/></a:lnTo><a:lnTo><a:pt x="2527" y="16205"/></a:lnTo><a:lnTo><a:pt x="2362" y="16205"/></a:lnTo><a:lnTo><a:pt x="2108" y="16129"/></a:lnTo><a:lnTo><a:pt x="1689" y="16205"/></a:lnTo><a:lnTo><a:pt x="1270" y="16294"/></a:lnTo><a:lnTo><a:pt x="850" y="16459"/></a:lnTo><a:lnTo><a:pt x="508" y="16713"/></a:lnTo><a:lnTo><a:pt x="254" y="17043"/></a:lnTo><a:lnTo><a:pt x="0" y="17386"/></a:lnTo><a:lnTo><a:pt x="4038" y="17386"/></a:lnTo><a:close/></a:path><a:path w="16509" h="17779"><a:moveTo><a:pt x="15367" y="88"/></a:moveTo><a:lnTo><a:pt x="12522" y="0"/></a:lnTo><a:lnTo><a:pt x="15367" y="88"/></a:lnTo><a:close/></a:path><a:path w="16509" h="17779"><a:moveTo><a:pt x="16217" y="1765"/></a:moveTo><a:lnTo><a:pt x="16129" y="1600"/></a:lnTo><a:lnTo><a:pt x="16129" y="1346"/></a:lnTo><a:lnTo><a:pt x="16129" y="1181"/></a:lnTo><a:lnTo><a:pt x="16040" y="1016"/></a:lnTo><a:lnTo><a:pt x="15963" y="762"/></a:lnTo><a:lnTo><a:pt x="15875" y="596"/></a:lnTo><a:lnTo><a:pt x="15709" y="342"/></a:lnTo><a:lnTo><a:pt x="15367" y="88"/></a:lnTo><a:lnTo><a:pt x="12433" y="88"/></a:lnTo><a:lnTo><a:pt x="11760" y="1016"/></a:lnTo><a:lnTo><a:pt x="11671" y="1181"/></a:lnTo><a:lnTo><a:pt x="11671" y="1346"/></a:lnTo><a:lnTo><a:pt x="11595" y="1600"/></a:lnTo><a:lnTo><a:pt x="11671" y="1765"/></a:lnTo><a:lnTo><a:pt x="11671" y="2019"/></a:lnTo><a:lnTo><a:pt x="11671" y="2184"/></a:lnTo><a:lnTo><a:pt x="11760" y="2527"/></a:lnTo><a:lnTo><a:pt x="11925" y="2857"/></a:lnTo><a:lnTo><a:pt x="12014" y="3022"/></a:lnTo><a:lnTo><a:pt x="12179" y="3276"/></a:lnTo><a:lnTo><a:pt x="12522" y="3530"/></a:lnTo><a:lnTo><a:pt x="12852" y="3784"/></a:lnTo><a:lnTo><a:pt x="13271" y="3949"/></a:lnTo><a:lnTo><a:pt x="13690" y="4038"/></a:lnTo><a:lnTo><a:pt x="14109" y="4038"/></a:lnTo><a:lnTo><a:pt x="14528" y="3949"/></a:lnTo><a:lnTo><a:pt x="14871" y="3784"/></a:lnTo><a:lnTo><a:pt x="15290" y="3619"/></a:lnTo><a:lnTo><a:pt x="15544" y="3365"/></a:lnTo><a:lnTo><a:pt x="15786" y="3022"/></a:lnTo><a:lnTo><a:pt x="15875" y="2857"/></a:lnTo><a:lnTo><a:pt x="16040" y="2603"/></a:lnTo><a:lnTo><a:pt x="16129" y="2184"/></a:lnTo><a:lnTo><a:pt x="16129" y="2019"/></a:lnTo><a:lnTo><a:pt x="16217" y="1765"/></a:lnTo><a:close/></a:path></a:pathLst></a:custGeom><a:solidFill><a:srgbClr val="000000"/></a:solidFill></p:spPr><p:txBody><a:bodyPr wrap="square" lIns="0" tIns="0" rIns="0" bIns="0" rtlCol="0"/><a:lstStyle/><a:p/></p:txBody></p:sp><p:sp><p:nvSpPr><p:cNvPr id="606" name="object 606"/><p:cNvSpPr/><p:nvPr/></p:nvSpPr><p:spPr><a:xfrm><a:off x="16689451" y="12176827"/><a:ext cx="15240" cy="19050"/></a:xfrm><a:custGeom><a:avLst/><a:gdLst/><a:ahLst/><a:cxnLst/><a:rect l="l" t="t" r="r" b="b"/><a:pathLst><a:path w="15240" h="19050"><a:moveTo><a:pt x="4533" y="18554"/></a:moveTo><a:lnTo><a:pt x="4445" y="18224"/></a:lnTo><a:lnTo><a:pt x="4279" y="17805"/></a:lnTo><a:lnTo><a:pt x="4025" y="17386"/></a:lnTo><a:lnTo><a:pt x="3695" y="17132"/></a:lnTo><a:lnTo><a:pt x="3365" y="16878"/></a:lnTo><a:lnTo><a:pt x="2933" y="16713"/></a:lnTo><a:lnTo><a:pt x="2514" y="16624"/></a:lnTo><a:lnTo><a:pt x="2095" y="16624"/></a:lnTo><a:lnTo><a:pt x="1600" y="16713"/></a:lnTo><a:lnTo><a:pt x="1257" y="16878"/></a:lnTo><a:lnTo><a:pt x="838" y="17132"/></a:lnTo><a:lnTo><a:pt x="584" y="17386"/></a:lnTo><a:lnTo><a:pt x="330" y="17716"/></a:lnTo><a:lnTo><a:pt x="165" y="18135"/></a:lnTo><a:lnTo><a:pt x="88" y="18554"/></a:lnTo><a:lnTo><a:pt x="4533" y="18643"/></a:lnTo><a:close/></a:path><a:path w="15240" h="19050"><a:moveTo><a:pt x="14782" y="254"/></a:moveTo><a:lnTo><a:pt x="14617" y="0"/></a:lnTo><a:lnTo><a:pt x="10922" y="0"/></a:lnTo><a:lnTo><a:pt x="14782" y="254"/></a:lnTo><a:close/></a:path><a:path w="15240" h="19050"><a:moveTo><a:pt x="15036" y="1003"/></a:moveTo><a:lnTo><a:pt x="14947" y="838"/></a:lnTo><a:lnTo><a:pt x="14947" y="584"/></a:lnTo><a:lnTo><a:pt x="14859" y="419"/></a:lnTo><a:lnTo><a:pt x="14782" y="254"/></a:lnTo><a:lnTo><a:pt x="10744" y="254"/></a:lnTo><a:lnTo><a:pt x="10668" y="419"/></a:lnTo><a:lnTo><a:pt x="10579" y="584"/></a:lnTo><a:lnTo><a:pt x="10579" y="838"/></a:lnTo><a:lnTo><a:pt x="10502" y="1003"/></a:lnTo><a:lnTo><a:pt x="10502" y="1257"/></a:lnTo><a:lnTo><a:pt x="10502" y="1422"/></a:lnTo><a:lnTo><a:pt x="10502" y="1676"/></a:lnTo><a:lnTo><a:pt x="10579" y="1854"/></a:lnTo><a:lnTo><a:pt x="10668" y="2095"/></a:lnTo><a:lnTo><a:pt x="10668" y="2273"/></a:lnTo><a:lnTo><a:pt x="10833" y="2514"/></a:lnTo><a:lnTo><a:pt x="11163" y="2857"/></a:lnTo><a:lnTo><a:pt x="11506" y="3187"/></a:lnTo><a:lnTo><a:pt x="11836" y="3365"/></a:lnTo><a:lnTo><a:pt x="12344" y="3530"/></a:lnTo><a:lnTo><a:pt x="13106" y="3530"/></a:lnTo><a:lnTo><a:pt x="13271" y="3530"/></a:lnTo><a:lnTo><a:pt x="13601" y="3365"/></a:lnTo><a:lnTo><a:pt x="14020" y="3187"/></a:lnTo><a:lnTo><a:pt x="14363" y="2933"/></a:lnTo><a:lnTo><a:pt x="14617" y="2603"/></a:lnTo><a:lnTo><a:pt x="14782" y="2273"/></a:lnTo><a:lnTo><a:pt x="14859" y="2095"/></a:lnTo><a:lnTo><a:pt x="14947" y="1854"/></a:lnTo><a:lnTo><a:pt x="15036" y="1676"/></a:lnTo><a:lnTo><a:pt x="15036" y="1422"/></a:lnTo><a:lnTo><a:pt x="15036" y="1257"/></a:lnTo><a:lnTo><a:pt x="15036" y="1003"/></a:lnTo><a:close/></a:path></a:pathLst></a:custGeom><a:solidFill><a:srgbClr val="000000"/></a:solidFill></p:spPr><p:txBody><a:bodyPr wrap="square" lIns="0" tIns="0" rIns="0" bIns="0" rtlCol="0"/><a:lstStyle/><a:p/></p:txBody></p:sp><p:sp><p:nvSpPr><p:cNvPr id="607" name="object 607"/><p:cNvSpPr/><p:nvPr/></p:nvSpPr><p:spPr><a:xfrm><a:off x="16680472" y="12195382"/><a:ext cx="13970" cy="19685"/></a:xfrm><a:custGeom><a:avLst/><a:gdLst/><a:ahLst/><a:cxnLst/><a:rect l="l" t="t" r="r" b="b"/><a:pathLst><a:path w="13969" h="19684"><a:moveTo><a:pt x="4533" y="18135"/></a:moveTo><a:lnTo><a:pt x="4356" y="17805"/></a:lnTo><a:lnTo><a:pt x="4114" y="17386"/></a:lnTo><a:lnTo><a:pt x="3860" y="17043"/></a:lnTo><a:lnTo><a:pt x="3517" y="16802"/></a:lnTo><a:lnTo><a:pt x="3187" y="16624"/></a:lnTo><a:lnTo><a:pt x="2768" y="16459"/></a:lnTo><a:lnTo><a:pt x="2590" y="16459"/></a:lnTo><a:lnTo><a:pt x="2349" y="16383"/></a:lnTo><a:lnTo><a:pt x="1841" y="16459"/></a:lnTo><a:lnTo><a:pt x="1422" y="16548"/></a:lnTo><a:lnTo><a:pt x="1079" y="16802"/></a:lnTo><a:lnTo><a:pt x="660" y="17043"/></a:lnTo><a:lnTo><a:pt x="419" y="17386"/></a:lnTo><a:lnTo><a:pt x="165" y="17716"/></a:lnTo><a:lnTo><a:pt x="76" y="18135"/></a:lnTo><a:lnTo><a:pt x="0" y="18554"/></a:lnTo><a:lnTo><a:pt x="0" y="18986"/></a:lnTo><a:lnTo><a:pt x="165" y="19405"/></a:lnTo><a:lnTo><a:pt x="4445" y="19405"/></a:lnTo><a:lnTo><a:pt x="4533" y="19062"/></a:lnTo><a:lnTo><a:pt x="4533" y="18643"/></a:lnTo><a:lnTo><a:pt x="4533" y="18224"/></a:lnTo><a:close/></a:path><a:path w="13969" h="19684"><a:moveTo><a:pt x="13512" y="88"/></a:moveTo><a:lnTo><a:pt x="8978" y="88"/></a:lnTo><a:lnTo><a:pt x="8978" y="419"/></a:lnTo><a:lnTo><a:pt x="9067" y="762"/></a:lnTo><a:lnTo><a:pt x="9067" y="927"/></a:lnTo><a:lnTo><a:pt x="9144" y="1181"/></a:lnTo><a:lnTo><a:pt x="9232" y="1346"/></a:lnTo><a:lnTo><a:pt x="9398" y="1600"/></a:lnTo><a:lnTo><a:pt x="9486" y="1765"/></a:lnTo><a:lnTo><a:pt x="9652" y="1930"/></a:lnTo><a:lnTo><a:pt x="9817" y="2108"/></a:lnTo><a:lnTo><a:pt x="9982" y="2184"/></a:lnTo><a:lnTo><a:pt x="10160" y="2349"/></a:lnTo><a:lnTo><a:pt x="10325" y="2349"/></a:lnTo><a:lnTo><a:pt x="10579" y="2438"/></a:lnTo><a:lnTo><a:pt x="10744" y="2527"/></a:lnTo><a:lnTo><a:pt x="10998" y="2603"/></a:lnTo><a:lnTo><a:pt x="11493" y="2603"/></a:lnTo><a:lnTo><a:pt x="11836" y="2527"/></a:lnTo><a:lnTo><a:pt x="12166" y="2349"/></a:lnTo><a:lnTo><a:pt x="12344" y="2349"/></a:lnTo><a:lnTo><a:pt x="12585" y="2184"/></a:lnTo><a:lnTo><a:pt x="12928" y="1930"/></a:lnTo><a:lnTo><a:pt x="13004" y="1765"/></a:lnTo><a:lnTo><a:pt x="13182" y="1600"/></a:lnTo><a:lnTo><a:pt x="13258" y="1346"/></a:lnTo><a:lnTo><a:pt x="13347" y="1181"/></a:lnTo><a:lnTo><a:pt x="13423" y="927"/></a:lnTo><a:lnTo><a:pt x="13512" y="762"/></a:lnTo><a:lnTo><a:pt x="13512" y="508"/></a:lnTo><a:lnTo><a:pt x="13512" y="88"/></a:lnTo><a:close/></a:path><a:path w="13969" h="19684"><a:moveTo><a:pt x="13512" y="0"/></a:moveTo><a:lnTo><a:pt x="9067" y="0"/></a:lnTo><a:lnTo><a:pt x="13512" y="88"/></a:lnTo><a:close/></a:path></a:pathLst></a:custGeom><a:solidFill><a:srgbClr val="000000"/></a:solidFill></p:spPr><p:txBody><a:bodyPr wrap="square" lIns="0" tIns="0" rIns="0" bIns="0" rtlCol="0"/><a:lstStyle/><a:p/></p:txBody></p:sp><p:sp><p:nvSpPr><p:cNvPr id="608" name="object 608"/><p:cNvSpPr/><p:nvPr/></p:nvSpPr><p:spPr><a:xfrm><a:off x="16673080" y="12214444"/><a:ext cx="12065" cy="20320"/></a:xfrm><a:custGeom><a:avLst/><a:gdLst/><a:ahLst/><a:cxnLst/><a:rect l="l" t="t" r="r" b="b"/><a:pathLst><a:path w="12065" h="20320"><a:moveTo><a:pt x="4533" y="18808"/></a:moveTo><a:lnTo><a:pt x="4445" y="18389"/></a:lnTo><a:lnTo><a:pt x="4356" y="17970"/></a:lnTo><a:lnTo><a:pt x="4191" y="17551"/></a:lnTo><a:lnTo><a:pt x="4025" y="17221"/></a:lnTo><a:lnTo><a:pt x="3695" y="16967"/></a:lnTo><a:lnTo><a:pt x="3352" y="16713"/></a:lnTo><a:lnTo><a:pt x="3187" y="16624"/></a:lnTo><a:lnTo><a:pt x="2933" y="16548"/></a:lnTo><a:lnTo><a:pt x="2768" y="16459"/></a:lnTo><a:lnTo><a:pt x="2514" y="16459"/></a:lnTo><a:lnTo><a:pt x="2095" y="16370"/></a:lnTo><a:lnTo><a:pt x="1676" y="16459"/></a:lnTo><a:lnTo><a:pt x="1511" y="16548"/></a:lnTo><a:lnTo><a:pt x="1257" y="16624"/></a:lnTo><a:lnTo><a:pt x="838" y="16878"/></a:lnTo><a:lnTo><a:pt x="495" y="17221"/></a:lnTo><a:lnTo><a:pt x="241" y="17551"/></a:lnTo><a:lnTo><a:pt x="76" y="17970"/></a:lnTo><a:lnTo><a:pt x="0" y="18389"/></a:lnTo><a:lnTo><a:pt x="0" y="18808"/></a:lnTo><a:lnTo><a:pt x="0" y="19227"/></a:lnTo><a:lnTo><a:pt x="165" y="19646"/></a:lnTo><a:lnTo><a:pt x="330" y="19989"/></a:lnTo><a:lnTo><a:pt x="4025" y="20066"/></a:lnTo><a:lnTo><a:pt x="4279" y="19646"/></a:lnTo><a:lnTo><a:pt x="4445" y="19316"/></a:lnTo><a:lnTo><a:pt x="4533" y="18808"/></a:lnTo><a:close/></a:path><a:path w="12065" h="20320"><a:moveTo><a:pt x="11836" y="342"/></a:moveTo><a:lnTo><a:pt x="7556" y="342"/></a:lnTo><a:lnTo><a:pt x="7721" y="762"/></a:lnTo><a:lnTo><a:pt x="7886" y="1092"/></a:lnTo><a:lnTo><a:pt x="8051" y="1181"/></a:lnTo><a:lnTo><a:pt x="8229" y="1346"/></a:lnTo><a:lnTo><a:pt x="8394" y="1511"/></a:lnTo><a:lnTo><a:pt x="8559" y="1600"/></a:lnTo><a:lnTo><a:pt x="8724" y="1676"/></a:lnTo><a:lnTo><a:pt x="8978" y="1765"/></a:lnTo><a:lnTo><a:pt x="9144" y="1854"/></a:lnTo><a:lnTo><a:pt x="9398" y="1854"/></a:lnTo><a:lnTo><a:pt x="9563" y="1930"/></a:lnTo><a:lnTo><a:pt x="9982" y="1854"/></a:lnTo><a:lnTo><a:pt x="10160" y="1854"/></a:lnTo><a:lnTo><a:pt x="10414" y="1765"/></a:lnTo><a:lnTo><a:pt x="10579" y="1676"/></a:lnTo><a:lnTo><a:pt x="10744" y="1600"/></a:lnTo><a:lnTo><a:pt x="10909" y="1511"/></a:lnTo><a:lnTo><a:pt x="11163" y="1346"/></a:lnTo><a:lnTo><a:pt x="11328" y="1181"/></a:lnTo><a:lnTo><a:pt x="11582" y="838"/></a:lnTo><a:lnTo><a:pt x="11747" y="419"/></a:lnTo><a:close/></a:path><a:path w="12065" h="20320"><a:moveTo><a:pt x="11925" y="0"/></a:moveTo><a:lnTo><a:pt x="7467" y="0"/></a:lnTo><a:lnTo><a:pt x="11836" y="342"/></a:lnTo><a:lnTo><a:pt x="11925" y="0"/></a:lnTo><a:close/></a:path></a:pathLst></a:custGeom><a:solidFill><a:srgbClr val="000000"/></a:solidFill></p:spPr><p:txBody><a:bodyPr wrap="square" lIns="0" tIns="0" rIns="0" bIns="0" rtlCol="0"/><a:lstStyle/><a:p/></p:txBody></p:sp><p:sp><p:nvSpPr><p:cNvPr id="609" name="object 609"/><p:cNvSpPr/><p:nvPr/></p:nvSpPr><p:spPr><a:xfrm><a:off x="16667202" y="12234435"/><a:ext cx="10160" cy="20320"/></a:xfrm><a:custGeom><a:avLst/><a:gdLst/><a:ahLst/><a:cxnLst/><a:rect l="l" t="t" r="r" b="b"/><a:pathLst><a:path w="10159" h="20320"><a:moveTo><a:pt x="4533" y="17792"/></a:moveTo><a:lnTo><a:pt x="4368" y="17373"/></a:lnTo><a:lnTo><a:pt x="4191" y="17043"/></a:lnTo><a:lnTo><a:pt x="3949" y="16713"/></a:lnTo><a:lnTo><a:pt x="3771" y="16624"/></a:lnTo><a:lnTo><a:pt x="3606" y="16459"/></a:lnTo><a:lnTo><a:pt x="3441" y="16370"/></a:lnTo><a:lnTo><a:pt x="3187" y="16205"/></a:lnTo><a:lnTo><a:pt x="3022" y="16205"/></a:lnTo><a:lnTo><a:pt x="2857" y="16116"/></a:lnTo><a:lnTo><a:pt x="2514" y="16040"/></a:lnTo><a:lnTo><a:pt x="1930" y="16040"/></a:lnTo><a:lnTo><a:pt x="1765" y="16116"/></a:lnTo><a:lnTo><a:pt x="1511" y="16205"/></a:lnTo><a:lnTo><a:pt x="1346" y="16205"/></a:lnTo><a:lnTo><a:pt x="1092" y="16370"/></a:lnTo><a:lnTo><a:pt x="749" y="16624"/></a:lnTo><a:lnTo><a:pt x="419" y="16954"/></a:lnTo><a:lnTo><a:pt x="254" y="17297"/></a:lnTo><a:lnTo><a:pt x="76" y="17716"/></a:lnTo><a:lnTo><a:pt x="0" y="18224"/></a:lnTo><a:lnTo><a:pt x="0" y="18643"/></a:lnTo><a:lnTo><a:pt x="165" y="19062"/></a:lnTo><a:lnTo><a:pt x="330" y="19481"/></a:lnTo><a:lnTo><a:pt x="584" y="19812"/></a:lnTo><a:lnTo><a:pt x="838" y="20066"/></a:lnTo><a:lnTo><a:pt x="1168" y="20320"/></a:lnTo><a:lnTo><a:pt x="3352" y="20320"/></a:lnTo><a:lnTo><a:pt x="3606" y="20154"/></a:lnTo><a:lnTo><a:pt x="3949" y="19812"/></a:lnTo><a:lnTo><a:pt x="4191" y="19481"/></a:lnTo><a:lnTo><a:pt x="4445" y="19062"/></a:lnTo><a:lnTo><a:pt x="4533" y="18643"/></a:lnTo><a:lnTo><a:pt x="4533" y="18224"/></a:lnTo><a:lnTo><a:pt x="4533" y="17792"/></a:lnTo><a:close/></a:path><a:path w="10159" h="20320"><a:moveTo><a:pt x="9906" y="76"/></a:moveTo><a:lnTo><a:pt x="6299" y="76"/></a:lnTo><a:lnTo><a:pt x="6553" y="330"/></a:lnTo><a:lnTo><a:pt x="6883" y="584"/></a:lnTo><a:lnTo><a:pt x="7213" y="749"/></a:lnTo><a:lnTo><a:pt x="7391" y="838"/></a:lnTo><a:lnTo><a:pt x="7632" y="914"/></a:lnTo><a:lnTo><a:pt x="7810" y="914"/></a:lnTo><a:lnTo><a:pt x="8229" y="1003"/></a:lnTo><a:lnTo><a:pt x="8394" y="914"/></a:lnTo><a:lnTo><a:pt x="8648" y="914"/></a:lnTo><a:lnTo><a:pt x="8813" y="838"/></a:lnTo><a:lnTo><a:pt x="8978" y="749"/></a:lnTo><a:lnTo><a:pt x="9232" y="673"/></a:lnTo><a:lnTo><a:pt x="9398" y="584"/></a:lnTo><a:lnTo><a:pt x="9575" y="419"/></a:lnTo><a:lnTo><a:pt x="9740" y="330"/></a:lnTo><a:lnTo><a:pt x="9906" y="76"/></a:lnTo><a:close/></a:path><a:path w="10159" h="20320"><a:moveTo><a:pt x="9994" y="0"/></a:moveTo><a:lnTo><a:pt x="6210" y="0"/></a:lnTo><a:lnTo><a:pt x="9906" y="76"/></a:lnTo><a:close/></a:path></a:pathLst></a:custGeom><a:solidFill><a:srgbClr val="000000"/></a:solidFill></p:spPr><p:txBody><a:bodyPr wrap="square" lIns="0" tIns="0" rIns="0" bIns="0" rtlCol="0"/><a:lstStyle/><a:p/></p:txBody></p:sp><p:sp><p:nvSpPr><p:cNvPr id="610" name="object 610"/><p:cNvSpPr/><p:nvPr/></p:nvSpPr><p:spPr><a:xfrm><a:off x="16662997" y="12254589"/><a:ext cx="8255" cy="20955"/></a:xfrm><a:custGeom><a:avLst/><a:gdLst/><a:ahLst/><a:cxnLst/><a:rect l="l" t="t" r="r" b="b"/><a:pathLst><a:path w="8255" h="20954"><a:moveTo><a:pt x="4533" y="17881"/></a:moveTo><a:lnTo><a:pt x="4457" y="17627"/></a:lnTo><a:lnTo><a:pt x="4368" y="17208"/></a:lnTo><a:lnTo><a:pt x="4114" y="16878"/></a:lnTo><a:lnTo><a:pt x="3860" y="16535"/></a:lnTo><a:lnTo><a:pt x="3530" y="16281"/></a:lnTo><a:lnTo><a:pt x="3111" y="16027"/></a:lnTo><a:lnTo><a:pt x="2692" y="15951"/></a:lnTo><a:lnTo><a:pt x="2273" y="15862"/></a:lnTo><a:lnTo><a:pt x="1930" y="15951"/></a:lnTo><a:lnTo><a:pt x="1511" y="16027"/></a:lnTo><a:lnTo><a:pt x="1181" y="16205"/></a:lnTo><a:lnTo><a:pt x="1016" y="16281"/></a:lnTo><a:lnTo><a:pt x="762" y="16446"/></a:lnTo><a:lnTo><a:pt x="508" y="16789"/></a:lnTo><a:lnTo><a:pt x="254" y="17119"/></a:lnTo><a:lnTo><a:pt x="88" y="17538"/></a:lnTo><a:lnTo><a:pt x="0" y="17881"/></a:lnTo><a:lnTo><a:pt x="0" y="18046"/></a:lnTo><a:lnTo><a:pt x="0" y="18300"/></a:lnTo><a:lnTo><a:pt x="0" y="18465"/></a:lnTo><a:lnTo><a:pt x="88" y="18719"/></a:lnTo><a:lnTo><a:pt x="88" y="18884"/></a:lnTo><a:lnTo><a:pt x="254" y="19138"/></a:lnTo><a:lnTo><a:pt x="419" y="19481"/></a:lnTo><a:lnTo><a:pt x="762" y="19812"/></a:lnTo><a:lnTo><a:pt x="1016" y="20066"/></a:lnTo><a:lnTo><a:pt x="1435" y="20320"/></a:lnTo><a:lnTo><a:pt x="1854" y="20396"/></a:lnTo><a:lnTo><a:pt x="2768" y="20396"/></a:lnTo><a:lnTo><a:pt x="3022" y="20320"/></a:lnTo><a:lnTo><a:pt x="3441" y="20142"/></a:lnTo><a:lnTo><a:pt x="3784" y="19900"/></a:lnTo><a:lnTo><a:pt x="4038" y="19558"/></a:lnTo><a:lnTo><a:pt x="4279" y="19227"/></a:lnTo><a:lnTo><a:pt x="4457" y="18884"/></a:lnTo><a:lnTo><a:pt x="4457" y="18719"/></a:lnTo><a:lnTo><a:pt x="4533" y="18465"/></a:lnTo><a:lnTo><a:pt x="4533" y="18300"/></a:lnTo><a:lnTo><a:pt x="4533" y="18046"/></a:lnTo><a:lnTo><a:pt x="4533" y="17881"/></a:lnTo><a:close/></a:path><a:path w="8255" h="20954"><a:moveTo><a:pt x="7556" y="165"/></a:moveTo><a:lnTo><a:pt x="5372" y="165"/></a:lnTo><a:lnTo><a:pt x="5791" y="330"/></a:lnTo><a:lnTo><a:pt x="6210" y="419"/></a:lnTo><a:lnTo><a:pt x="6718" y="419"/></a:lnTo><a:lnTo><a:pt x="6972" y="330"/></a:lnTo><a:lnTo><a:pt x="7137" y="330"/></a:lnTo><a:lnTo><a:pt x="7391" y="241"/></a:lnTo><a:lnTo><a:pt x="7556" y="165"/></a:lnTo><a:close/></a:path><a:path w="8255" h="20954"><a:moveTo><a:pt x="7810" y="0"/></a:moveTo><a:lnTo><a:pt x="5130" y="0"/></a:lnTo><a:lnTo><a:pt x="7556" y="165"/></a:lnTo><a:lnTo><a:pt x="7810" y="0"/></a:lnTo><a:close/></a:path></a:pathLst></a:custGeom><a:solidFill><a:srgbClr val="000000"/></a:solidFill></p:spPr><p:txBody><a:bodyPr wrap="square" lIns="0" tIns="0" rIns="0" bIns="0" rtlCol="0"/><a:lstStyle/><a:p/></p:txBody></p:sp><p:sp><p:nvSpPr><p:cNvPr id="611" name="object 611"/><p:cNvSpPr/><p:nvPr/></p:nvSpPr><p:spPr><a:xfrm><a:off x="16660483" y="12274910"/><a:ext cx="5715" cy="36830"/></a:xfrm><a:custGeom><a:avLst/><a:gdLst/><a:ahLst/><a:cxnLst/><a:rect l="l" t="t" r="r" b="b"/><a:pathLst><a:path w="5715" h="36829"><a:moveTo><a:pt x="2260" y="36525"/></a:moveTo><a:lnTo><a:pt x="1841" y="36360"/></a:lnTo><a:lnTo><a:pt x="1003" y="36360"/></a:lnTo><a:lnTo><a:pt x="584" y="36525"/></a:lnTo><a:lnTo><a:pt x="2260" y="36525"/></a:lnTo><a:close/></a:path><a:path w="5715" h="36829"><a:moveTo><a:pt x="4533" y="17792"/></a:moveTo><a:lnTo><a:pt x="4445" y="17462"/></a:lnTo><a:lnTo><a:pt x="4279" y="17043"/></a:lnTo><a:lnTo><a:pt x="4025" y="16700"/></a:lnTo><a:lnTo><a:pt x="3695" y="16370"/></a:lnTo><a:lnTo><a:pt x="3276" y="16116"/></a:lnTo><a:lnTo><a:pt x="2933" y="15951"/></a:lnTo><a:lnTo><a:pt x="2438" y="15862"/></a:lnTo><a:lnTo><a:pt x="2019" y="15862"/></a:lnTo><a:lnTo><a:pt x="1676" y="15951"/></a:lnTo><a:lnTo><a:pt x="1257" y="16116"/></a:lnTo><a:lnTo><a:pt x="838" y="16370"/></a:lnTo><a:lnTo><a:pt x="584" y="16624"/></a:lnTo><a:lnTo><a:pt x="330" y="16954"/></a:lnTo><a:lnTo><a:pt x="165" y="17373"/></a:lnTo><a:lnTo><a:pt x="0" y="17792"/></a:lnTo><a:lnTo><a:pt x="0" y="18211"/></a:lnTo><a:lnTo><a:pt x="0" y="18389"/></a:lnTo><a:lnTo><a:pt x="0" y="18630"/></a:lnTo><a:lnTo><a:pt x="76" y="18808"/></a:lnTo><a:lnTo><a:pt x="165" y="18973"/></a:lnTo><a:lnTo><a:pt x="254" y="19227"/></a:lnTo><a:lnTo><a:pt x="330" y="19392"/></a:lnTo><a:lnTo><a:pt x="495" y="19558"/></a:lnTo><a:lnTo><a:pt x="584" y="19723"/></a:lnTo><a:lnTo><a:pt x="838" y="19900"/></a:lnTo><a:lnTo><a:pt x="1168" y="20142"/></a:lnTo><a:lnTo><a:pt x="1587" y="20320"/></a:lnTo><a:lnTo><a:pt x="2019" y="20396"/></a:lnTo><a:lnTo><a:pt x="2514" y="20396"/></a:lnTo><a:lnTo><a:pt x="2857" y="20320"/></a:lnTo><a:lnTo><a:pt x="3187" y="20231"/></a:lnTo><a:lnTo><a:pt x="3352" y="20142"/></a:lnTo><a:lnTo><a:pt x="3606" y="19977"/></a:lnTo><a:lnTo><a:pt x="3771" y="19900"/></a:lnTo><a:lnTo><a:pt x="3949" y="19723"/></a:lnTo><a:lnTo><a:pt x="4025" y="19558"/></a:lnTo><a:lnTo><a:pt x="4191" y="19392"/></a:lnTo><a:lnTo><a:pt x="4279" y="19227"/></a:lnTo><a:lnTo><a:pt x="4368" y="18973"/></a:lnTo><a:lnTo><a:pt x="4445" y="18808"/></a:lnTo><a:lnTo><a:pt x="4445" y="18630"/></a:lnTo><a:lnTo><a:pt x="4533" y="18389"/></a:lnTo><a:lnTo><a:pt x="4533" y="18211"/></a:lnTo><a:lnTo><a:pt x="4533" y="17881"/></a:lnTo><a:close/></a:path><a:path w="5715" h="36829"><a:moveTo><a:pt x="5118" y="76"/></a:moveTo><a:lnTo><a:pt x="4445" y="76"/></a:lnTo><a:lnTo><a:pt x="4864" y="165"/></a:lnTo><a:lnTo><a:pt x="5118" y="76"/></a:lnTo><a:close/></a:path><a:path w="5715" h="36829"><a:moveTo><a:pt x="5537" y="0"/></a:moveTo><a:lnTo><a:pt x="4025" y="0"/></a:lnTo><a:lnTo><a:pt x="5118" y="76"/></a:lnTo><a:lnTo><a:pt x="5283" y="76"/></a:lnTo><a:lnTo><a:pt x="5537" y="0"/></a:lnTo><a:close/></a:path></a:pathLst></a:custGeom><a:solidFill><a:srgbClr val="000000"/></a:solidFill></p:spPr><p:txBody><a:bodyPr wrap="square" lIns="0" tIns="0" rIns="0" bIns="0" rtlCol="0"/><a:lstStyle/><a:p/></p:txBody></p:sp><p:sp><p:nvSpPr><p:cNvPr id="612" name="object 612"/><p:cNvSpPr/><p:nvPr/></p:nvSpPr><p:spPr><a:xfrm><a:off x="16659644" y="12311434"/><a:ext cx="5080" cy="21590"/></a:xfrm><a:custGeom><a:avLst/><a:gdLst/><a:ahLst/><a:cxnLst/><a:rect l="l" t="t" r="r" b="b"/><a:pathLst><a:path w="5080" h="21590"><a:moveTo><a:pt x="4533" y="1841"/></a:moveTo><a:lnTo><a:pt x="4445" y="1587"/></a:lnTo><a:lnTo><a:pt x="4445" y="1422"/></a:lnTo><a:lnTo><a:pt x="4368" y="1168"/></a:lnTo><a:lnTo><a:pt x="4114" y="838"/></a:lnTo><a:lnTo><a:pt x="4025" y="673"/></a:lnTo><a:lnTo><a:pt x="3860" y="495"/></a:lnTo><a:lnTo><a:pt x="3517" y="165"/></a:lnTo><a:lnTo><a:pt x="3098" y="0"/></a:lnTo><a:lnTo><a:pt x="1422" y="0"/></a:lnTo><a:lnTo><a:pt x="1092" y="165"/></a:lnTo><a:lnTo><a:pt x="749" y="419"/></a:lnTo><a:lnTo><a:pt x="419" y="673"/></a:lnTo><a:lnTo><a:pt x="330" y="838"/></a:lnTo><a:lnTo><a:pt x="254" y="1092"/></a:lnTo><a:lnTo><a:pt x="76" y="1422"/></a:lnTo><a:lnTo><a:pt x="0" y="1587"/></a:lnTo><a:lnTo><a:pt x="0" y="1841"/></a:lnTo><a:lnTo><a:pt x="0" y="2095"/></a:lnTo><a:lnTo><a:pt x="0" y="2260"/></a:lnTo><a:lnTo><a:pt x="0" y="2514"/></a:lnTo><a:lnTo><a:pt x="76" y="2679"/></a:lnTo><a:lnTo><a:pt x="165" y="2933"/></a:lnTo><a:lnTo><a:pt x="254" y="3098"/></a:lnTo><a:lnTo><a:pt x="330" y="3352"/></a:lnTo><a:lnTo><a:pt x="673" y="3695"/></a:lnTo><a:lnTo><a:pt x="1003" y="3949"/></a:lnTo><a:lnTo><a:pt x="1422" y="4191"/></a:lnTo><a:lnTo><a:pt x="1841" y="4279"/></a:lnTo><a:lnTo><a:pt x="2260" y="4368"/></a:lnTo><a:lnTo><a:pt x="2603" y="4279"/></a:lnTo><a:lnTo><a:pt x="3022" y="4191"/></a:lnTo><a:lnTo><a:pt x="3441" y="4025"/></a:lnTo><a:lnTo><a:pt x="3771" y="3771"/></a:lnTo><a:lnTo><a:pt x="4025" y="3441"/></a:lnTo><a:lnTo><a:pt x="4279" y="3098"/></a:lnTo><a:lnTo><a:pt x="4368" y="2933"/></a:lnTo><a:lnTo><a:pt x="4445" y="2679"/></a:lnTo><a:lnTo><a:pt x="4445" y="2514"/></a:lnTo><a:lnTo><a:pt x="4533" y="2260"/></a:lnTo><a:lnTo><a:pt x="4533" y="2095"/></a:lnTo><a:lnTo><a:pt x="4533" y="1841"/></a:lnTo><a:close/></a:path><a:path w="5080" h="21590"><a:moveTo><a:pt x="4787" y="20993"/></a:moveTo><a:lnTo><a:pt x="4533" y="20739"/></a:lnTo><a:lnTo><a:pt x="4114" y="20485"/></a:lnTo><a:lnTo><a:pt x="3771" y="20320"/></a:lnTo><a:lnTo><a:pt x="3352" y="20231"/></a:lnTo><a:lnTo><a:pt x="2857" y="20231"/></a:lnTo><a:lnTo><a:pt x="2425" y="20320"/></a:lnTo><a:lnTo><a:pt x="2095" y="20485"/></a:lnTo><a:lnTo><a:pt x="1765" y="20739"/></a:lnTo><a:lnTo><a:pt x="1422" y="20993"/></a:lnTo><a:lnTo><a:pt x="4787" y="20993"/></a:lnTo><a:close/></a:path></a:pathLst></a:custGeom><a:solidFill><a:srgbClr val="000000"/></a:solidFill></p:spPr><p:txBody><a:bodyPr wrap="square" lIns="0" tIns="0" rIns="0" bIns="0" rtlCol="0"/><a:lstStyle/><a:p/></p:txBody></p:sp><p:sp><p:nvSpPr><p:cNvPr id="613" name="object 613"/><p:cNvSpPr/><p:nvPr/></p:nvSpPr><p:spPr><a:xfrm><a:off x="16660483" y="12332174"/><a:ext cx="6985" cy="21590"/></a:xfrm><a:custGeom><a:avLst/><a:gdLst/><a:ahLst/><a:cxnLst/><a:rect l="l" t="t" r="r" b="b"/><a:pathLst><a:path w="6984" h="21590"><a:moveTo><a:pt x="3949" y="254"/></a:moveTo><a:lnTo><a:pt x="3695" y="0"/></a:lnTo><a:lnTo><a:pt x="838" y="0"/></a:lnTo><a:lnTo><a:pt x="3949" y="254"/></a:lnTo><a:close/></a:path><a:path w="6984" h="21590"><a:moveTo><a:pt x="4533" y="1346"/></a:moveTo><a:lnTo><a:pt x="4445" y="1092"/></a:lnTo><a:lnTo><a:pt x="4279" y="673"/></a:lnTo><a:lnTo><a:pt x="4025" y="330"/></a:lnTo><a:lnTo><a:pt x="584" y="254"/></a:lnTo><a:lnTo><a:pt x="330" y="584"/></a:lnTo><a:lnTo><a:pt x="165" y="1003"/></a:lnTo><a:lnTo><a:pt x="0" y="1346"/></a:lnTo><a:lnTo><a:pt x="0" y="1511"/></a:lnTo><a:lnTo><a:pt x="0" y="1765"/></a:lnTo><a:lnTo><a:pt x="0" y="2019"/></a:lnTo><a:lnTo><a:pt x="0" y="2184"/></a:lnTo><a:lnTo><a:pt x="76" y="2438"/></a:lnTo><a:lnTo><a:pt x="165" y="2603"/></a:lnTo><a:lnTo><a:pt x="254" y="2857"/></a:lnTo><a:lnTo><a:pt x="330" y="3022"/></a:lnTo><a:lnTo><a:pt x="495" y="3187"/></a:lnTo><a:lnTo><a:pt x="584" y="3352"/></a:lnTo><a:lnTo><a:pt x="749" y="3530"/></a:lnTo><a:lnTo><a:pt x="927" y="3606"/></a:lnTo><a:lnTo><a:pt x="1168" y="3771"/></a:lnTo><a:lnTo><a:pt x="1587" y="3949"/></a:lnTo><a:lnTo><a:pt x="2019" y="4025"/></a:lnTo><a:lnTo><a:pt x="2514" y="4025"/></a:lnTo><a:lnTo><a:pt x="2857" y="3949"/></a:lnTo><a:lnTo><a:pt x="3276" y="3860"/></a:lnTo><a:lnTo><a:pt x="3606" y="3606"/></a:lnTo><a:lnTo><a:pt x="3949" y="3352"/></a:lnTo><a:lnTo><a:pt x="4025" y="3187"/></a:lnTo><a:lnTo><a:pt x="4191" y="3022"/></a:lnTo><a:lnTo><a:pt x="4279" y="2857"/></a:lnTo><a:lnTo><a:pt x="4368" y="2603"/></a:lnTo><a:lnTo><a:pt x="4445" y="2438"/></a:lnTo><a:lnTo><a:pt x="4533" y="2184"/></a:lnTo><a:lnTo><a:pt x="4533" y="2019"/></a:lnTo><a:lnTo><a:pt x="4533" y="1765"/></a:lnTo><a:lnTo><a:pt x="4533" y="1511"/></a:lnTo><a:lnTo><a:pt x="4533" y="1346"/></a:lnTo><a:close/></a:path><a:path w="6984" h="21590"><a:moveTo><a:pt x="6883" y="21069"/></a:moveTo><a:lnTo><a:pt x="6629" y="20739"/></a:lnTo><a:lnTo><a:pt x="6375" y="20408"/></a:lnTo><a:lnTo><a:pt x="6045" y="20154"/></a:lnTo><a:lnTo><a:pt x="5626" y="19977"/></a:lnTo><a:lnTo><a:pt x="5283" y="19812"/></a:lnTo><a:lnTo><a:pt x="4368" y="19812"/></a:lnTo><a:lnTo><a:pt x="3949" y="19977"/></a:lnTo><a:lnTo><a:pt x="3606" y="20154"/></a:lnTo><a:lnTo><a:pt x="3276" y="20408"/></a:lnTo><a:lnTo><a:pt x="2933" y="20739"/></a:lnTo><a:lnTo><a:pt x="2768" y="21069"/></a:lnTo><a:lnTo><a:pt x="6883" y="21158"/></a:lnTo><a:close/></a:path></a:pathLst></a:custGeom><a:solidFill><a:srgbClr val="000000"/></a:solidFill></p:spPr><p:txBody><a:bodyPr wrap="square" lIns="0" tIns="0" rIns="0" bIns="0" rtlCol="0"/><a:lstStyle/><a:p/></p:txBody></p:sp><p:sp><p:nvSpPr><p:cNvPr id="614" name="object 614"/><p:cNvSpPr/><p:nvPr/></p:nvSpPr><p:spPr><a:xfrm><a:off x="16662997" y="12353243"/><a:ext cx="8890" cy="21590"/></a:xfrm><a:custGeom><a:avLst/><a:gdLst/><a:ahLst/><a:cxnLst/><a:rect l="l" t="t" r="r" b="b"/><a:pathLst><a:path w="8890" h="21590"><a:moveTo><a:pt x="4368" y="0"/></a:moveTo><a:lnTo><a:pt x="254" y="0"/></a:lnTo><a:lnTo><a:pt x="4368" y="88"/></a:lnTo><a:close/></a:path><a:path w="8890" h="21590"><a:moveTo><a:pt x="4533" y="850"/></a:moveTo><a:lnTo><a:pt x="4457" y="508"/></a:lnTo><a:lnTo><a:pt x="4368" y="88"/></a:lnTo><a:lnTo><a:pt x="165" y="88"/></a:lnTo><a:lnTo><a:pt x="88" y="419"/></a:lnTo><a:lnTo><a:pt x="0" y="850"/></a:lnTo><a:lnTo><a:pt x="0" y="1270"/></a:lnTo><a:lnTo><a:pt x="0" y="1435"/></a:lnTo><a:lnTo><a:pt x="88" y="1689"/></a:lnTo><a:lnTo><a:pt x="165" y="1854"/></a:lnTo><a:lnTo><a:pt x="254" y="2108"/></a:lnTo><a:lnTo><a:pt x="508" y="2438"/></a:lnTo><a:lnTo><a:pt x="584" y="2603"/></a:lnTo><a:lnTo><a:pt x="762" y="2692"/></a:lnTo><a:lnTo><a:pt x="927" y="2857"/></a:lnTo><a:lnTo><a:pt x="1092" y="2946"/></a:lnTo><a:lnTo><a:pt x="1346" y="3111"/></a:lnTo><a:lnTo><a:pt x="1511" y="3111"/></a:lnTo><a:lnTo><a:pt x="1765" y="3200"/></a:lnTo><a:lnTo><a:pt x="1930" y="3276"/></a:lnTo><a:lnTo><a:pt x="2692" y="3276"/></a:lnTo><a:lnTo><a:pt x="3022" y="3111"/></a:lnTo><a:lnTo><a:pt x="3187" y="3111"/></a:lnTo><a:lnTo><a:pt x="3441" y="2946"/></a:lnTo><a:lnTo><a:pt x="3619" y="2857"/></a:lnTo><a:lnTo><a:pt x="3784" y="2692"/></a:lnTo><a:lnTo><a:pt x="3949" y="2603"/></a:lnTo><a:lnTo><a:pt x="4038" y="2438"/></a:lnTo><a:lnTo><a:pt x="4203" y="2184"/></a:lnTo><a:lnTo><a:pt x="4368" y="1854"/></a:lnTo><a:lnTo><a:pt x="4457" y="1689"/></a:lnTo><a:lnTo><a:pt x="4533" y="1435"/></a:lnTo><a:lnTo><a:pt x="4533" y="1270"/></a:lnTo><a:lnTo><a:pt x="4533" y="927"/></a:lnTo><a:close/></a:path><a:path w="8890" h="21590"><a:moveTo><a:pt x="8737" y="20662"/></a:moveTo><a:lnTo><a:pt x="8648" y="20243"/></a:lnTo><a:lnTo><a:pt x="8483" y="19900"/></a:lnTo><a:lnTo><a:pt x="8229" y="19570"/></a:lnTo><a:lnTo><a:pt x="8064" y="19481"/></a:lnTo><a:lnTo><a:pt x="7899" y="19240"/></a:lnTo><a:lnTo><a:pt x="7556" y="19062"/></a:lnTo><a:lnTo><a:pt x="7391" y="18986"/></a:lnTo><a:lnTo><a:pt x="7137" y="18897"/></a:lnTo><a:lnTo><a:pt x="6972" y="18808"/></a:lnTo><a:lnTo><a:pt x="6718" y="18808"/></a:lnTo><a:lnTo><a:pt x="6299" y="18732"/></a:lnTo><a:lnTo><a:pt x="5880" y="18808"/></a:lnTo><a:lnTo><a:pt x="5549" y="18986"/></a:lnTo><a:lnTo><a:pt x="5130" y="19151"/></a:lnTo><a:lnTo><a:pt x="4876" y="19481"/></a:lnTo><a:lnTo><a:pt x="4533" y="19824"/></a:lnTo><a:lnTo><a:pt x="4368" y="20154"/></a:lnTo><a:lnTo><a:pt x="4279" y="20574"/></a:lnTo><a:lnTo><a:pt x="4203" y="20993"/></a:lnTo><a:lnTo><a:pt x="8737" y="20993"/></a:lnTo><a:lnTo><a:pt x="8737" y="20662"/></a:lnTo><a:close/></a:path></a:pathLst></a:custGeom><a:solidFill><a:srgbClr val="000000"/></a:solidFill></p:spPr><p:txBody><a:bodyPr wrap="square" lIns="0" tIns="0" rIns="0" bIns="0" rtlCol="0"/><a:lstStyle/><a:p/></p:txBody></p:sp><p:sp><p:nvSpPr><p:cNvPr id="615" name="object 615"/><p:cNvSpPr/><p:nvPr/></p:nvSpPr><p:spPr><a:xfrm><a:off x="16667202" y="12373906"/><a:ext cx="10795" cy="20955"/></a:xfrm><a:custGeom><a:avLst/><a:gdLst/><a:ahLst/><a:cxnLst/><a:rect l="l" t="t" r="r" b="b"/><a:pathLst><a:path w="10794" h="20954"><a:moveTo><a:pt x="4533" y="330"/></a:moveTo><a:lnTo><a:pt x="0" y="330"/></a:lnTo><a:lnTo><a:pt x="0" y="749"/></a:lnTo><a:lnTo><a:pt x="165" y="1168"/></a:lnTo><a:lnTo><a:pt x="330" y="1511"/></a:lnTo><a:lnTo><a:pt x="584" y="1841"/></a:lnTo><a:lnTo><a:pt x="838" y="2184"/></a:lnTo><a:lnTo><a:pt x="1003" y="2260"/></a:lnTo><a:lnTo><a:pt x="1168" y="2349"/></a:lnTo><a:lnTo><a:pt x="1346" y="2438"/></a:lnTo><a:lnTo><a:pt x="1587" y="2514"/></a:lnTo><a:lnTo><a:pt x="1765" y="2603"/></a:lnTo><a:lnTo><a:pt x="2006" y="2603"/></a:lnTo><a:lnTo><a:pt x="2438" y="2679"/></a:lnTo><a:lnTo><a:pt x="2857" y="2603"/></a:lnTo><a:lnTo><a:pt x="3276" y="2438"/></a:lnTo><a:lnTo><a:pt x="3606" y="2260"/></a:lnTo><a:lnTo><a:pt x="3949" y="1930"/></a:lnTo><a:lnTo><a:pt x="4191" y="1600"/></a:lnTo><a:lnTo><a:pt x="4368" y="1257"/></a:lnTo><a:lnTo><a:pt x="4533" y="838"/></a:lnTo><a:lnTo><a:pt x="4533" y="419"/></a:lnTo><a:close/></a:path><a:path w="10794" h="20954"><a:moveTo><a:pt x="4533" y="0"/></a:moveTo><a:lnTo><a:pt x="0" y="0"/></a:lnTo><a:lnTo><a:pt x="4533" y="330"/></a:lnTo><a:lnTo><a:pt x="4533" y="0"/></a:lnTo><a:close/></a:path><a:path w="10794" h="20954"><a:moveTo><a:pt x="10414" y="19900"/></a:moveTo><a:lnTo><a:pt x="10325" y="19735"/></a:lnTo><a:lnTo><a:pt x="10325" y="19481"/></a:lnTo><a:lnTo><a:pt x="10236" y="19316"/></a:lnTo><a:lnTo><a:pt x="10160" y="19062"/></a:lnTo><a:lnTo><a:pt x="10071" y="18897"/></a:lnTo><a:lnTo><a:pt x="9994" y="18719"/></a:lnTo><a:lnTo><a:pt x="9817" y="18554"/></a:lnTo><a:lnTo><a:pt x="9740" y="18389"/></a:lnTo><a:lnTo><a:pt x="9575" y="18224"/></a:lnTo><a:lnTo><a:pt x="9398" y="18135"/></a:lnTo><a:lnTo><a:pt x="9232" y="17970"/></a:lnTo><a:lnTo><a:pt x="8978" y="17881"/></a:lnTo><a:lnTo><a:pt x="8813" y="17805"/></a:lnTo><a:lnTo><a:pt x="8648" y="17805"/></a:lnTo><a:lnTo><a:pt x="8394" y="17716"/></a:lnTo><a:lnTo><a:pt x="7810" y="17716"/></a:lnTo><a:lnTo><a:pt x="7632" y="17805"/></a:lnTo><a:lnTo><a:pt x="7391" y="17805"/></a:lnTo><a:lnTo><a:pt x="7213" y="17881"/></a:lnTo><a:lnTo><a:pt x="6972" y="17970"/></a:lnTo><a:lnTo><a:pt x="6883" y="18135"/></a:lnTo><a:lnTo><a:pt x="6629" y="18224"/></a:lnTo><a:lnTo><a:pt x="6553" y="18389"/></a:lnTo><a:lnTo><a:pt x="6375" y="18554"/></a:lnTo><a:lnTo><a:pt x="6299" y="18719"/></a:lnTo><a:lnTo><a:pt x="6121" y="18897"/></a:lnTo><a:lnTo><a:pt x="6045" y="19062"/></a:lnTo><a:lnTo><a:pt x="5956" y="19316"/></a:lnTo><a:lnTo><a:pt x="5880" y="19481"/></a:lnTo><a:lnTo><a:pt x="5880" y="19735"/></a:lnTo><a:lnTo><a:pt x="5880" y="19900"/></a:lnTo><a:lnTo><a:pt x="5880" y="20154"/></a:lnTo><a:lnTo><a:pt x="5880" y="20320"/></a:lnTo><a:lnTo><a:pt x="5880" y="20485"/></a:lnTo><a:lnTo><a:pt x="10325" y="20485"/></a:lnTo><a:lnTo><a:pt x="10325" y="20320"/></a:lnTo><a:lnTo><a:pt x="10414" y="20154"/></a:lnTo><a:lnTo><a:pt x="10414" y="19900"/></a:lnTo><a:close/></a:path></a:pathLst></a:custGeom><a:solidFill><a:srgbClr val="000000"/></a:solidFill></p:spPr><p:txBody><a:bodyPr wrap="square" lIns="0" tIns="0" rIns="0" bIns="0" rtlCol="0"/><a:lstStyle/><a:p/></p:txBody></p:sp><p:sp><p:nvSpPr><p:cNvPr id="616" name="object 616"/><p:cNvSpPr/><p:nvPr/></p:nvSpPr><p:spPr><a:xfrm><a:off x="16673080" y="12394226"/><a:ext cx="12065" cy="20320"/></a:xfrm><a:custGeom><a:avLst/><a:gdLst/><a:ahLst/><a:cxnLst/><a:rect l="l" t="t" r="r" b="b"/><a:pathLst><a:path w="12065" h="20320"><a:moveTo><a:pt x="4445" y="165"/></a:moveTo><a:lnTo><a:pt x="0" y="165"/></a:lnTo><a:lnTo><a:pt x="76" y="330"/></a:lnTo><a:lnTo><a:pt x="165" y="584"/></a:lnTo><a:lnTo><a:pt x="241" y="749"/></a:lnTo><a:lnTo><a:pt x="330" y="1003"/></a:lnTo><a:lnTo><a:pt x="495" y="1092"/></a:lnTo><a:lnTo><a:pt x="673" y="1257"/></a:lnTo><a:lnTo><a:pt x="749" y="1422"/></a:lnTo><a:lnTo><a:pt x="1003" y="1600"/></a:lnTo><a:lnTo><a:pt x="1333" y="1765"/></a:lnTo><a:lnTo><a:pt x="1511" y="1841"/></a:lnTo><a:lnTo><a:pt x="1752" y="1841"/></a:lnTo><a:lnTo><a:pt x="1930" y="1930"/></a:lnTo><a:lnTo><a:pt x="2603" y="1930"/></a:lnTo><a:lnTo><a:pt x="2933" y="1841"/></a:lnTo><a:lnTo><a:pt x="3098" y="1765"/></a:lnTo><a:lnTo><a:pt x="3352" y="1676"/></a:lnTo><a:lnTo><a:pt x="3517" y="1600"/></a:lnTo><a:lnTo><a:pt x="3695" y="1422"/></a:lnTo><a:lnTo><a:pt x="3771" y="1257"/></a:lnTo><a:lnTo><a:pt x="4025" y="1092"/></a:lnTo><a:lnTo><a:pt x="4191" y="749"/></a:lnTo><a:lnTo><a:pt x="4279" y="584"/></a:lnTo><a:lnTo><a:pt x="4356" y="330"/></a:lnTo><a:lnTo><a:pt x="4445" y="165"/></a:lnTo><a:close/></a:path><a:path w="12065" h="20320"><a:moveTo><a:pt x="4445" y="0"/></a:moveTo><a:lnTo><a:pt x="0" y="0"/></a:lnTo><a:lnTo><a:pt x="4445" y="165"/></a:lnTo><a:lnTo><a:pt x="4445" y="0"/></a:lnTo><a:close/></a:path><a:path w="12065" h="20320"><a:moveTo><a:pt x="11925" y="18224"/></a:moveTo><a:lnTo><a:pt x="11747" y="17805"/></a:lnTo><a:lnTo><a:pt x="11582" y="17462"/></a:lnTo><a:lnTo><a:pt x="11252" y="17132"/></a:lnTo><a:lnTo><a:pt x="10909" y="16878"/></a:lnTo><a:lnTo><a:pt x="10579" y="16624"/></a:lnTo><a:lnTo><a:pt x="10160" y="16535"/></a:lnTo><a:lnTo><a:pt x="9321" y="16459"/></a:lnTo><a:lnTo><a:pt x="9144" y="16535"/></a:lnTo><a:lnTo><a:pt x="8902" y="16624"/></a:lnTo><a:lnTo><a:pt x="8724" y="16624"/></a:lnTo><a:lnTo><a:pt x="8470" y="16789"/></a:lnTo><a:lnTo><a:pt x="8140" y="17043"/></a:lnTo><a:lnTo><a:pt x="7810" y="17386"/></a:lnTo><a:lnTo><a:pt x="7556" y="17805"/></a:lnTo><a:lnTo><a:pt x="7467" y="18224"/></a:lnTo><a:lnTo><a:pt x="7391" y="18643"/></a:lnTo><a:lnTo><a:pt x="7391" y="19062"/></a:lnTo><a:lnTo><a:pt x="7467" y="19481"/></a:lnTo><a:lnTo><a:pt x="7721" y="19812"/></a:lnTo><a:lnTo><a:pt x="7721" y="19989"/></a:lnTo><a:lnTo><a:pt x="11582" y="19989"/></a:lnTo><a:lnTo><a:pt x="11671" y="19812"/></a:lnTo><a:lnTo><a:pt x="11747" y="19570"/></a:lnTo><a:lnTo><a:pt x="11925" y="19138"/></a:lnTo><a:lnTo><a:pt x="11925" y="18643"/></a:lnTo><a:lnTo><a:pt x="11925" y="18224"/></a:lnTo><a:close/></a:path></a:pathLst></a:custGeom><a:solidFill><a:srgbClr val="000000"/></a:solidFill></p:spPr><p:txBody><a:bodyPr wrap="square" lIns="0" tIns="0" rIns="0" bIns="0" rtlCol="0"/><a:lstStyle/><a:p/></p:txBody></p:sp><p:sp><p:nvSpPr><p:cNvPr id="617" name="object 617"/><p:cNvSpPr/><p:nvPr/></p:nvSpPr><p:spPr><a:xfrm><a:off x="16680802" y="12414037"/><a:ext cx="13335" cy="19685"/></a:xfrm><a:custGeom><a:avLst/><a:gdLst/><a:ahLst/><a:cxnLst/><a:rect l="l" t="t" r="r" b="b"/><a:pathLst><a:path w="13334" h="19684"><a:moveTo><a:pt x="3860" y="177"/></a:moveTo><a:lnTo><a:pt x="0" y="177"/></a:lnTo><a:lnTo><a:pt x="165" y="342"/></a:lnTo><a:lnTo><a:pt x="330" y="508"/></a:lnTo><a:lnTo><a:pt x="508" y="673"/></a:lnTo><a:lnTo><a:pt x="673" y="762"/></a:lnTo><a:lnTo><a:pt x="838" y="927"/></a:lnTo><a:lnTo><a:pt x="1092" y="1016"/></a:lnTo><a:lnTo><a:pt x="1257" y="1092"/></a:lnTo><a:lnTo><a:pt x="1511" y="1092"/></a:lnTo><a:lnTo><a:pt x="2184" y="1181"/></a:lnTo><a:lnTo><a:pt x="2438" y="1092"/></a:lnTo><a:lnTo><a:pt x="2603" y="1092"/></a:lnTo><a:lnTo><a:pt x="2857" y="1016"/></a:lnTo><a:lnTo><a:pt x="3022" y="927"/></a:lnTo><a:lnTo><a:pt x="3276" y="762"/></a:lnTo><a:lnTo><a:pt x="3606" y="508"/></a:lnTo><a:lnTo><a:pt x="3695" y="342"/></a:lnTo><a:lnTo><a:pt x="3860" y="177"/></a:lnTo><a:close/></a:path><a:path w="13334" h="19684"><a:moveTo><a:pt x="3949" y="0"/></a:moveTo><a:lnTo><a:pt x="0" y="0"/></a:lnTo><a:lnTo><a:pt x="3860" y="177"/></a:lnTo><a:lnTo><a:pt x="3949" y="0"/></a:lnTo><a:close/></a:path><a:path w="13334" h="19684"><a:moveTo><a:pt x="13182" y="16802"/></a:moveTo><a:lnTo><a:pt x="13093" y="16624"/></a:lnTo><a:lnTo><a:pt x="13017" y="16383"/></a:lnTo><a:lnTo><a:pt x="12928" y="16205"/></a:lnTo><a:lnTo><a:pt x="12852" y="16040"/></a:lnTo><a:lnTo><a:pt x="12674" y="15875"/></a:lnTo><a:lnTo><a:pt x="12598" y="15709"/></a:lnTo><a:lnTo><a:pt x="12344" y="15544"/></a:lnTo><a:lnTo><a:pt x="12014" y="15290"/></a:lnTo><a:lnTo><a:pt x="11836" y="15201"/></a:lnTo><a:lnTo><a:pt x="11582" y="15113"/></a:lnTo><a:lnTo><a:pt x="11163" y="15036"/></a:lnTo><a:lnTo><a:pt x="10668" y="15036"/></a:lnTo><a:lnTo><a:pt x="10414" y="15113"/></a:lnTo><a:lnTo><a:pt x="10248" y="15113"/></a:lnTo><a:lnTo><a:pt x="9994" y="15201"/></a:lnTo><a:lnTo><a:pt x="9829" y="15290"/></a:lnTo><a:lnTo><a:pt x="9652" y="15455"/></a:lnTo><a:lnTo><a:pt x="9486" y="15544"/></a:lnTo><a:lnTo><a:pt x="9321" y="15709"/></a:lnTo><a:lnTo><a:pt x="9156" y="15875"/></a:lnTo><a:lnTo><a:pt x="9067" y="16040"/></a:lnTo><a:lnTo><a:pt x="8902" y="16205"/></a:lnTo><a:lnTo><a:pt x="8813" y="16383"/></a:lnTo><a:lnTo><a:pt x="8737" y="16624"/></a:lnTo><a:lnTo><a:pt x="8737" y="16802"/></a:lnTo><a:lnTo><a:pt x="8648" y="17056"/></a:lnTo><a:lnTo><a:pt x="8648" y="17221"/></a:lnTo><a:lnTo><a:pt x="8648" y="17551"/></a:lnTo><a:lnTo><a:pt x="8737" y="17970"/></a:lnTo><a:lnTo><a:pt x="8902" y="18389"/></a:lnTo><a:lnTo><a:pt x="9156" y="18732"/></a:lnTo><a:lnTo><a:pt x="9486" y="19062"/></a:lnTo><a:lnTo><a:pt x="12344" y="19062"/></a:lnTo><a:lnTo><a:pt x="12674" y="18732"/></a:lnTo><a:lnTo><a:pt x="12928" y="18389"/></a:lnTo><a:lnTo><a:pt x="13093" y="18059"/></a:lnTo><a:lnTo><a:pt x="13182" y="17640"/></a:lnTo><a:lnTo><a:pt x="13182" y="17221"/></a:lnTo><a:lnTo><a:pt x="13182" y="17056"/></a:lnTo><a:lnTo><a:pt x="13182" y="16802"/></a:lnTo><a:close/></a:path></a:pathLst></a:custGeom><a:solidFill><a:srgbClr val="000000"/></a:solidFill></p:spPr><p:txBody><a:bodyPr wrap="square" lIns="0" tIns="0" rIns="0" bIns="0" rtlCol="0"/><a:lstStyle/><a:p/></p:txBody></p:sp><p:sp><p:nvSpPr><p:cNvPr id="618" name="object 618"/><p:cNvSpPr/><p:nvPr/></p:nvSpPr><p:spPr><a:xfrm><a:off x="16690290" y="12433101"/><a:ext cx="14604" cy="18415"/></a:xfrm><a:custGeom><a:avLst/><a:gdLst/><a:ahLst/><a:cxnLst/><a:rect l="l" t="t" r="r" b="b"/><a:pathLst><a:path w="14605" h="18415"><a:moveTo><a:pt x="2857" y="0"/></a:moveTo><a:lnTo><a:pt x="0" y="0"/></a:lnTo><a:lnTo><a:pt x="342" y="254"/></a:lnTo><a:lnTo><a:pt x="762" y="419"/></a:lnTo><a:lnTo><a:pt x="1257" y="508"/></a:lnTo><a:lnTo><a:pt x="1676" y="508"/></a:lnTo><a:lnTo><a:pt x="2095" y="419"/></a:lnTo><a:lnTo><a:pt x="2527" y="254"/></a:lnTo><a:lnTo><a:pt x="2857" y="0"/></a:lnTo><a:close/></a:path><a:path w="14605" h="18415"><a:moveTo><a:pt x="14198" y="15532"/></a:moveTo><a:lnTo><a:pt x="14109" y="15367"/></a:lnTo><a:lnTo><a:pt x="14109" y="15113"/></a:lnTo><a:lnTo><a:pt x="14020" y="14947"/></a:lnTo><a:lnTo><a:pt x="13944" y="14782"/></a:lnTo><a:lnTo><a:pt x="13779" y="14528"/></a:lnTo><a:lnTo><a:pt x="13690" y="14363"/></a:lnTo><a:lnTo><a:pt x="13525" y="14198"/></a:lnTo><a:lnTo><a:pt x="13182" y="13944"/></a:lnTo><a:lnTo><a:pt x="12763" y="13690"/></a:lnTo><a:lnTo><a:pt x="12344" y="13601"/></a:lnTo><a:lnTo><a:pt x="11595" y="13525"/></a:lnTo><a:lnTo><a:pt x="11417" y="13601"/></a:lnTo><a:lnTo><a:pt x="11176" y="13690"/></a:lnTo><a:lnTo><a:pt x="10998" y="13690"/></a:lnTo><a:lnTo><a:pt x="10756" y="13855"/></a:lnTo><a:lnTo><a:pt x="10414" y="14109"/></a:lnTo><a:lnTo><a:pt x="10160" y="14363"/></a:lnTo><a:lnTo><a:pt x="10083" y="14528"/></a:lnTo><a:lnTo><a:pt x="9906" y="14782"/></a:lnTo><a:lnTo><a:pt x="9829" y="14947"/></a:lnTo><a:lnTo><a:pt x="9740" y="15113"/></a:lnTo><a:lnTo><a:pt x="9664" y="15367"/></a:lnTo><a:lnTo><a:pt x="9664" y="15532"/></a:lnTo><a:lnTo><a:pt x="9664" y="15786"/></a:lnTo><a:lnTo><a:pt x="9664" y="15951"/></a:lnTo><a:lnTo><a:pt x="9664" y="16205"/></a:lnTo><a:lnTo><a:pt x="9740" y="16383"/></a:lnTo><a:lnTo><a:pt x="9829" y="16624"/></a:lnTo><a:lnTo><a:pt x="9829" y="16802"/></a:lnTo><a:lnTo><a:pt x="9994" y="17043"/></a:lnTo><a:lnTo><a:pt x="10325" y="17386"/></a:lnTo><a:lnTo><a:pt x="10668" y="17716"/></a:lnTo><a:lnTo><a:pt x="10998" y="17894"/></a:lnTo><a:lnTo><a:pt x="11417" y="18059"/></a:lnTo><a:lnTo><a:pt x="12344" y="18059"/></a:lnTo><a:lnTo><a:pt x="12763" y="17894"/></a:lnTo><a:lnTo><a:pt x="13182" y="17716"/></a:lnTo><a:lnTo><a:pt x="13525" y="17462"/></a:lnTo><a:lnTo><a:pt x="13779" y="17132"/></a:lnTo><a:lnTo><a:pt x="13944" y="16802"/></a:lnTo><a:lnTo><a:pt x="14020" y="16624"/></a:lnTo><a:lnTo><a:pt x="14109" y="16383"/></a:lnTo><a:lnTo><a:pt x="14109" y="16205"/></a:lnTo><a:lnTo><a:pt x="14198" y="15951"/></a:lnTo><a:lnTo><a:pt x="14198" y="15786"/></a:lnTo><a:lnTo><a:pt x="14198" y="15532"/></a:lnTo><a:close/></a:path></a:pathLst></a:custGeom><a:solidFill><a:srgbClr val="000000"/></a:solidFill></p:spPr><p:txBody><a:bodyPr wrap="square" lIns="0" tIns="0" rIns="0" bIns="0" rtlCol="0"/><a:lstStyle/><a:p/></p:txBody></p:sp><p:sp><p:nvSpPr><p:cNvPr id="619" name="object 619"/><p:cNvSpPr/><p:nvPr/></p:nvSpPr><p:spPr><a:xfrm><a:off x="16701376" y="12450995"/><a:ext cx="27305" cy="28575"/></a:xfrm><a:custGeom><a:avLst/><a:gdLst/><a:ahLst/><a:cxnLst/><a:rect l="l" t="t" r="r" b="b"/><a:pathLst><a:path w="27305" h="28575"><a:moveTo><a:pt x="1676" y="0"/></a:moveTo><a:lnTo><a:pt x="0" y="0"/></a:lnTo><a:lnTo><a:pt x="1257" y="165"/></a:lnTo><a:lnTo><a:pt x="1676" y="0"/></a:lnTo><a:close/></a:path><a:path w="27305" h="28575"><a:moveTo><a:pt x="15036" y="14439"/></a:moveTo><a:lnTo><a:pt x="14947" y="14185"/></a:lnTo><a:lnTo><a:pt x="14947" y="13931"/></a:lnTo><a:lnTo><a:pt x="14859" y="13766"/></a:lnTo><a:lnTo><a:pt x="14782" y="13512"/></a:lnTo><a:lnTo><a:pt x="14528" y="13182"/></a:lnTo><a:lnTo><a:pt x="14185" y="12839"/></a:lnTo><a:lnTo><a:pt x="13855" y="12585"/></a:lnTo><a:lnTo><a:pt x="13690" y="12509"/></a:lnTo><a:lnTo><a:pt x="13436" y="12420"/></a:lnTo><a:lnTo><a:pt x="13271" y="12331"/></a:lnTo><a:lnTo><a:pt x="12090" y="12331"/></a:lnTo><a:lnTo><a:pt x="11671" y="12509"/></a:lnTo><a:lnTo><a:pt x="11341" y="12763"/></a:lnTo><a:lnTo><a:pt x="10998" y="13093"/></a:lnTo><a:lnTo><a:pt x="10744" y="13423"/></a:lnTo><a:lnTo><a:pt x="10579" y="13766"/></a:lnTo><a:lnTo><a:pt x="10579" y="13931"/></a:lnTo><a:lnTo><a:pt x="10490" y="14185"/></a:lnTo><a:lnTo><a:pt x="10490" y="14439"/></a:lnTo><a:lnTo><a:pt x="10414" y="14605"/></a:lnTo><a:lnTo><a:pt x="10490" y="14859"/></a:lnTo><a:lnTo><a:pt x="10490" y="15024"/></a:lnTo><a:lnTo><a:pt x="10579" y="15278"/></a:lnTo><a:lnTo><a:pt x="10579" y="15443"/></a:lnTo><a:lnTo><a:pt x="10744" y="15697"/></a:lnTo><a:lnTo><a:pt x="10998" y="16027"/></a:lnTo><a:lnTo><a:pt x="11341" y="16370"/></a:lnTo><a:lnTo><a:pt x="11671" y="16624"/></a:lnTo><a:lnTo><a:pt x="12090" y="16700"/></a:lnTo><a:lnTo><a:pt x="12509" y="16789"/></a:lnTo><a:lnTo><a:pt x="12928" y="16789"/></a:lnTo><a:lnTo><a:pt x="13271" y="16789"/></a:lnTo><a:lnTo><a:pt x="13690" y="16624"/></a:lnTo><a:lnTo><a:pt x="14020" y="16370"/></a:lnTo><a:lnTo><a:pt x="14363" y="16116"/></a:lnTo><a:lnTo><a:pt x="14605" y="15786"/></a:lnTo><a:lnTo><a:pt x="14782" y="15443"/></a:lnTo><a:lnTo><a:pt x="14859" y="15278"/></a:lnTo><a:lnTo><a:pt x="14947" y="15024"/></a:lnTo><a:lnTo><a:pt x="14947" y="14859"/></a:lnTo><a:lnTo><a:pt x="14947" y="14605"/></a:lnTo><a:lnTo><a:pt x="15036" y="14439"/></a:lnTo><a:close/></a:path><a:path w="27305" h="28575"><a:moveTo><a:pt x="26784" y="28041"/></a:moveTo><a:lnTo><a:pt x="26365" y="27952"/></a:lnTo><a:lnTo><a:pt x="25946" y="27876"/></a:lnTo><a:lnTo><a:pt x="25527" y="27952"/></a:lnTo><a:lnTo><a:pt x="25107" y="28041"/></a:lnTo><a:lnTo><a:pt x="26784" y="28041"/></a:lnTo><a:close/></a:path></a:pathLst></a:custGeom><a:solidFill><a:srgbClr val="000000"/></a:solidFill></p:spPr><p:txBody><a:bodyPr wrap="square" lIns="0" tIns="0" rIns="0" bIns="0" rtlCol="0"/><a:lstStyle/><a:p/></p:txBody></p:sp><p:sp><p:nvSpPr><p:cNvPr id="620" name="object 620"/><p:cNvSpPr/><p:nvPr/></p:nvSpPr><p:spPr><a:xfrm><a:off x="16725062" y="12478947"/><a:ext cx="18415" cy="15240"/></a:xfrm><a:custGeom><a:avLst/><a:gdLst/><a:ahLst/><a:cxnLst/><a:rect l="l" t="t" r="r" b="b"/><a:pathLst><a:path w="18415" h="15240"><a:moveTo><a:pt x="3098" y="88"/></a:moveTo><a:lnTo><a:pt x="2679" y="0"/></a:lnTo><a:lnTo><a:pt x="1841" y="0"/></a:lnTo><a:lnTo><a:pt x="3098" y="88"/></a:lnTo><a:close/></a:path><a:path w="18415" h="15240"><a:moveTo><a:pt x="4533" y="2019"/></a:moveTo><a:lnTo><a:pt x="4445" y="1676"/></a:lnTo><a:lnTo><a:pt x="4356" y="1257"/></a:lnTo><a:lnTo><a:pt x="4114" y="927"/></a:lnTo><a:lnTo><a:pt x="3771" y="596"/></a:lnTo><a:lnTo><a:pt x="3441" y="342"/></a:lnTo><a:lnTo><a:pt x="3098" y="88"/></a:lnTo><a:lnTo><a:pt x="1422" y="88"/></a:lnTo><a:lnTo><a:pt x="1092" y="254"/></a:lnTo><a:lnTo><a:pt x="749" y="508"/></a:lnTo><a:lnTo><a:pt x="495" y="838"/></a:lnTo><a:lnTo><a:pt x="241" y="1181"/></a:lnTo><a:lnTo><a:pt x="76" y="1600"/></a:lnTo><a:lnTo><a:pt x="0" y="2019"/></a:lnTo><a:lnTo><a:pt x="0" y="2438"/></a:lnTo><a:lnTo><a:pt x="0" y="2603"/></a:lnTo><a:lnTo><a:pt x="76" y="2857"/></a:lnTo><a:lnTo><a:pt x="165" y="3022"/></a:lnTo><a:lnTo><a:pt x="241" y="3187"/></a:lnTo><a:lnTo><a:pt x="330" y="3441"/></a:lnTo><a:lnTo><a:pt x="419" y="3619"/></a:lnTo><a:lnTo><a:pt x="584" y="3784"/></a:lnTo><a:lnTo><a:pt x="749" y="3860"/></a:lnTo><a:lnTo><a:pt x="914" y="4038"/></a:lnTo><a:lnTo><a:pt x="1092" y="4203"/></a:lnTo><a:lnTo><a:pt x="1333" y="4279"/></a:lnTo><a:lnTo><a:pt x="1511" y="4368"/></a:lnTo><a:lnTo><a:pt x="1752" y="4457"/></a:lnTo><a:lnTo><a:pt x="2006" y="4457"/></a:lnTo><a:lnTo><a:pt x="2184" y="4533"/></a:lnTo><a:lnTo><a:pt x="2603" y="4457"/></a:lnTo><a:lnTo><a:pt x="2768" y="4457"/></a:lnTo><a:lnTo><a:pt x="3022" y="4368"/></a:lnTo><a:lnTo><a:pt x="3187" y="4279"/></a:lnTo><a:lnTo><a:pt x="3441" y="4203"/></a:lnTo><a:lnTo><a:pt x="3606" y="4038"/></a:lnTo><a:lnTo><a:pt x="3771" y="3860"/></a:lnTo><a:lnTo><a:pt x="3937" y="3784"/></a:lnTo><a:lnTo><a:pt x="4114" y="3619"/></a:lnTo><a:lnTo><a:pt x="4191" y="3441"/></a:lnTo><a:lnTo><a:pt x="4279" y="3187"/></a:lnTo><a:lnTo><a:pt x="4356" y="3022"/></a:lnTo><a:lnTo><a:pt x="4445" y="2857"/></a:lnTo><a:lnTo><a:pt x="4533" y="2603"/></a:lnTo><a:lnTo><a:pt x="4533" y="2438"/></a:lnTo><a:lnTo><a:pt x="4533" y="2108"/></a:lnTo><a:close/></a:path><a:path w="18415" h="15240"><a:moveTo><a:pt x="18300" y="15036"/></a:moveTo><a:lnTo><a:pt x="18046" y="14871"/></a:lnTo><a:lnTo><a:pt x="17881" y="14782"/></a:lnTo><a:lnTo><a:pt x="17627" y="14617"/></a:lnTo><a:lnTo><a:pt x="17208" y="14439"/></a:lnTo><a:lnTo><a:pt x="16205" y="14439"/></a:lnTo><a:lnTo><a:pt x="15951" y="14528"/></a:lnTo><a:lnTo><a:pt x="15786" y="14617"/></a:lnTo><a:lnTo><a:pt x="15532" y="14782"/></a:lnTo><a:lnTo><a:pt x="15367" y="14871"/></a:lnTo><a:lnTo><a:pt x="15189" y="15036"/></a:lnTo><a:lnTo><a:pt x="18300" y="15036"/></a:lnTo><a:close/></a:path></a:pathLst></a:custGeom><a:solidFill><a:srgbClr val="000000"/></a:solidFill></p:spPr><p:txBody><a:bodyPr wrap="square" lIns="0" tIns="0" rIns="0" bIns="0" rtlCol="0"/><a:lstStyle/><a:p/></p:txBody></p:sp><p:sp><p:nvSpPr><p:cNvPr id="621" name="object 621"/><p:cNvSpPr/><p:nvPr/></p:nvSpPr><p:spPr><a:xfrm><a:off x="16739503" y="12493819"/><a:ext cx="20320" cy="14604"/></a:xfrm><a:custGeom><a:avLst/><a:gdLst/><a:ahLst/><a:cxnLst/><a:rect l="l" t="t" r="r" b="b"/><a:pathLst><a:path w="20319" h="14604"><a:moveTo><a:pt x="3860" y="165"/></a:moveTo><a:lnTo><a:pt x="3606" y="0"/></a:lnTo><a:lnTo><a:pt x="927" y="0"/></a:lnTo><a:lnTo><a:pt x="3860" y="165"/></a:lnTo><a:close/></a:path><a:path w="20319" h="14604"><a:moveTo><a:pt x="4533" y="1257"/></a:moveTo><a:lnTo><a:pt x="4368" y="1003"/></a:lnTo><a:lnTo><a:pt x="4368" y="838"/></a:lnTo><a:lnTo><a:pt x="4191" y="584"/></a:lnTo><a:lnTo><a:pt x="3949" y="241"/></a:lnTo><a:lnTo><a:pt x="749" y="165"/></a:lnTo><a:lnTo><a:pt x="584" y="241"/></a:lnTo><a:lnTo><a:pt x="508" y="495"/></a:lnTo><a:lnTo><a:pt x="330" y="584"/></a:lnTo><a:lnTo><a:pt x="254" y="838"/></a:lnTo><a:lnTo><a:pt x="165" y="1003"/></a:lnTo><a:lnTo><a:pt x="76" y="1257"/></a:lnTo><a:lnTo><a:pt x="76" y="1422"/></a:lnTo><a:lnTo><a:pt x="0" y="1752"/></a:lnTo><a:lnTo><a:pt x="76" y="2171"/></a:lnTo><a:lnTo><a:pt x="165" y="2590"/></a:lnTo><a:lnTo><a:pt x="330" y="3022"/></a:lnTo><a:lnTo><a:pt x="584" y="3352"/></a:lnTo><a:lnTo><a:pt x="927" y="3606"/></a:lnTo><a:lnTo><a:pt x="1257" y="3860"/></a:lnTo><a:lnTo><a:pt x="1676" y="4025"/></a:lnTo><a:lnTo><a:pt x="2095" y="4114"/></a:lnTo><a:lnTo><a:pt x="2514" y="4114"/></a:lnTo><a:lnTo><a:pt x="4533" y="2260"/></a:lnTo><a:lnTo><a:pt x="4533" y="1841"/></a:lnTo><a:lnTo><a:pt x="4533" y="1422"/></a:lnTo><a:lnTo><a:pt x="4533" y="1257"/></a:lnTo><a:close/></a:path><a:path w="20319" h="14604"><a:moveTo><a:pt x="19900" y="13931"/></a:moveTo><a:lnTo><a:pt x="19646" y="13677"/></a:lnTo><a:lnTo><a:pt x="19646" y="13512"/></a:lnTo><a:lnTo><a:pt x="19392" y="13347"/></a:lnTo><a:lnTo><a:pt x="18973" y="13093"/></a:lnTo><a:lnTo><a:pt x="18554" y="12928"/></a:lnTo><a:lnTo><a:pt x="18135" y="12763"/></a:lnTo><a:lnTo><a:pt x="17627" y="12763"/></a:lnTo><a:lnTo><a:pt x="17386" y="12839"/></a:lnTo><a:lnTo><a:pt x="17208" y="12928"/></a:lnTo><a:lnTo><a:pt x="16878" y="13004"/></a:lnTo><a:lnTo><a:pt x="16535" y="13258"/></a:lnTo><a:lnTo><a:pt x="16370" y="13347"/></a:lnTo><a:lnTo><a:pt x="16205" y="13512"/></a:lnTo><a:lnTo><a:pt x="16116" y="13677"/></a:lnTo><a:lnTo><a:pt x="15951" y="13931"/></a:lnTo><a:lnTo><a:pt x="19900" y="14020"/></a:lnTo><a:close/></a:path></a:pathLst></a:custGeom><a:solidFill><a:srgbClr val="000000"/></a:solidFill></p:spPr><p:txBody><a:bodyPr wrap="square" lIns="0" tIns="0" rIns="0" bIns="0" rtlCol="0"/><a:lstStyle/><a:p/></p:txBody></p:sp><p:sp><p:nvSpPr><p:cNvPr id="622" name="object 622"/><p:cNvSpPr/><p:nvPr/></p:nvSpPr><p:spPr><a:xfrm><a:off x="16755123" y="12507751"/><a:ext cx="21590" cy="13335"/></a:xfrm><a:custGeom><a:avLst/><a:gdLst/><a:ahLst/><a:cxnLst/><a:rect l="l" t="t" r="r" b="b"/><a:pathLst><a:path w="21590" h="13334"><a:moveTo><a:pt x="4279" y="0"/></a:moveTo><a:lnTo><a:pt x="330" y="0"/></a:lnTo><a:lnTo><a:pt x="4279" y="88"/></a:lnTo><a:close/></a:path><a:path w="21590" h="13334"><a:moveTo><a:pt x="4533" y="838"/></a:moveTo><a:lnTo><a:pt x="4445" y="419"/></a:lnTo><a:lnTo><a:pt x="4279" y="88"/></a:lnTo><a:lnTo><a:pt x="254" y="88"/></a:lnTo><a:lnTo><a:pt x="165" y="419"/></a:lnTo><a:lnTo><a:pt x="0" y="838"/></a:lnTo><a:lnTo><a:pt x="0" y="1257"/></a:lnTo><a:lnTo><a:pt x="76" y="1676"/></a:lnTo><a:lnTo><a:pt x="254" y="2095"/></a:lnTo><a:lnTo><a:pt x="419" y="2438"/></a:lnTo><a:lnTo><a:pt x="749" y="2768"/></a:lnTo><a:lnTo><a:pt x="1092" y="3022"/></a:lnTo><a:lnTo><a:pt x="1422" y="3187"/></a:lnTo><a:lnTo><a:pt x="1841" y="3365"/></a:lnTo><a:lnTo><a:pt x="2679" y="3365"/></a:lnTo><a:lnTo><a:pt x="3098" y="3276"/></a:lnTo><a:lnTo><a:pt x="3441" y="3022"/></a:lnTo><a:lnTo><a:pt x="3771" y="2857"/></a:lnTo><a:lnTo><a:pt x="4114" y="2514"/></a:lnTo><a:lnTo><a:pt x="4279" y="2095"/></a:lnTo><a:lnTo><a:pt x="4445" y="1676"/></a:lnTo><a:lnTo><a:pt x="4533" y="1257"/></a:lnTo><a:lnTo><a:pt x="4533" y="838"/></a:lnTo><a:close/></a:path><a:path w="21590" h="13334"><a:moveTo><a:pt x="21247" y="12928"/></a:moveTo><a:lnTo><a:pt x="21158" y="12509"/></a:lnTo><a:lnTo><a:pt x="21069" y="12090"/></a:lnTo><a:lnTo><a:pt x="20828" y="11760"/></a:lnTo><a:lnTo><a:pt x="20574" y="11417"/></a:lnTo><a:lnTo><a:pt x="20231" y="11087"/></a:lnTo><a:lnTo><a:pt x="19812" y="10922"/></a:lnTo><a:lnTo><a:pt x="19392" y="10744"/></a:lnTo><a:lnTo><a:pt x="18465" y="10744"/></a:lnTo><a:lnTo><a:pt x="18135" y="10922"/></a:lnTo><a:lnTo><a:pt x="17716" y="11087"/></a:lnTo><a:lnTo><a:pt x="17373" y="11341"/></a:lnTo><a:lnTo><a:pt x="17043" y="11671"/></a:lnTo><a:lnTo><a:pt x="16878" y="12090"/></a:lnTo><a:lnTo><a:pt x="16713" y="12509"/></a:lnTo><a:lnTo><a:pt x="16624" y="12928"/></a:lnTo><a:lnTo><a:pt x="21247" y="12928"/></a:lnTo><a:close/></a:path></a:pathLst></a:custGeom><a:solidFill><a:srgbClr val="000000"/></a:solidFill></p:spPr><p:txBody><a:bodyPr wrap="square" lIns="0" tIns="0" rIns="0" bIns="0" rtlCol="0"/><a:lstStyle/><a:p/></p:txBody></p:sp><p:sp><p:nvSpPr><p:cNvPr id="623" name="object 623"/><p:cNvSpPr/><p:nvPr/></p:nvSpPr><p:spPr><a:xfrm><a:off x="16771747" y="12520260"/><a:ext cx="22225" cy="12065"/></a:xfrm><a:custGeom><a:avLst/><a:gdLst/><a:ahLst/><a:cxnLst/><a:rect l="l" t="t" r="r" b="b"/><a:pathLst><a:path w="22225" h="12065"><a:moveTo><a:pt x="4622" y="419"/></a:moveTo><a:lnTo><a:pt x="4533" y="0"/></a:lnTo><a:lnTo><a:pt x="88" y="0"/></a:lnTo><a:lnTo><a:pt x="4622" y="419"/></a:lnTo><a:close/></a:path><a:path w="22225" h="12065"><a:moveTo><a:pt x="4622" y="419"/></a:moveTo><a:lnTo><a:pt x="0" y="419"/></a:lnTo><a:lnTo><a:pt x="88" y="838"/></a:lnTo><a:lnTo><a:pt x="165" y="1257"/></a:lnTo><a:lnTo><a:pt x="330" y="1676"/></a:lnTo><a:lnTo><a:pt x="584" y="2019"/></a:lnTo><a:lnTo><a:pt x="927" y="2273"/></a:lnTo><a:lnTo><a:pt x="1257" y="2527"/></a:lnTo><a:lnTo><a:pt x="1600" y="2692"/></a:lnTo><a:lnTo><a:pt x="1765" y="2692"/></a:lnTo><a:lnTo><a:pt x="2019" y="2768"/></a:lnTo><a:lnTo><a:pt x="2514" y="2768"/></a:lnTo><a:lnTo><a:pt x="2857" y="2692"/></a:lnTo><a:lnTo><a:pt x="3276" y="2527"/></a:lnTo><a:lnTo><a:pt x="3606" y="2349"/></a:lnTo><a:lnTo><a:pt x="3949" y="2108"/></a:lnTo><a:lnTo><a:pt x="4203" y="1765"/></a:lnTo><a:lnTo><a:pt x="4445" y="1346"/></a:lnTo><a:lnTo><a:pt x="4533" y="927"/></a:lnTo><a:lnTo><a:pt x="4622" y="419"/></a:lnTo><a:close/></a:path><a:path w="22225" h="12065"><a:moveTo><a:pt x="22174" y="10668"/></a:moveTo><a:lnTo><a:pt x="22085" y="10325"/></a:lnTo><a:lnTo><a:pt x="21920" y="9906"/></a:lnTo><a:lnTo><a:pt x="21666" y="9486"/></a:lnTo><a:lnTo><a:pt x="21323" y="9245"/></a:lnTo><a:lnTo><a:pt x="20993" y="8991"/></a:lnTo><a:lnTo><a:pt x="20574" y="8813"/></a:lnTo><a:lnTo><a:pt x="20154" y="8737"/></a:lnTo><a:lnTo><a:pt x="19646" y="8737"/></a:lnTo><a:lnTo><a:pt x="19227" y="8813"/></a:lnTo><a:lnTo><a:pt x="18808" y="8991"/></a:lnTo><a:lnTo><a:pt x="18478" y="9245"/></a:lnTo><a:lnTo><a:pt x="18135" y="9486"/></a:lnTo><a:lnTo><a:pt x="17881" y="9906"/></a:lnTo><a:lnTo><a:pt x="17716" y="10248"/></a:lnTo><a:lnTo><a:pt x="17640" y="10668"/></a:lnTo><a:lnTo><a:pt x="17640" y="11087"/></a:lnTo><a:lnTo><a:pt x="17716" y="11506"/></a:lnTo><a:lnTo><a:pt x="17716" y="11671"/></a:lnTo><a:lnTo><a:pt x="22085" y="11671"/></a:lnTo><a:lnTo><a:pt x="22085" y="11506"/></a:lnTo><a:lnTo><a:pt x="22174" y="11176"/></a:lnTo><a:lnTo><a:pt x="22174" y="10756"/></a:lnTo><a:close/></a:path></a:pathLst></a:custGeom><a:solidFill><a:srgbClr val="000000"/></a:solidFill></p:spPr><p:txBody><a:bodyPr wrap="square" lIns="0" tIns="0" rIns="0" bIns="0" rtlCol="0"/><a:lstStyle/><a:p/></p:txBody></p:sp><p:sp><p:nvSpPr><p:cNvPr id="624" name="object 624"/><p:cNvSpPr/><p:nvPr/></p:nvSpPr><p:spPr><a:xfrm><a:off x="16789464" y="12531767"/><a:ext cx="22860" cy="10160"/></a:xfrm><a:custGeom><a:avLst/><a:gdLst/><a:ahLst/><a:cxnLst/><a:rect l="l" t="t" r="r" b="b"/><a:pathLst><a:path w="22859" h="10159"><a:moveTo><a:pt x="4368" y="165"/></a:moveTo><a:lnTo><a:pt x="0" y="165"/></a:lnTo><a:lnTo><a:pt x="88" y="419"/></a:lnTo><a:lnTo><a:pt x="342" y="762"/></a:lnTo><a:lnTo><a:pt x="419" y="927"/></a:lnTo><a:lnTo><a:pt x="584" y="1092"/></a:lnTo><a:lnTo><a:pt x="927" y="1346"/></a:lnTo><a:lnTo><a:pt x="1092" y="1422"/></a:lnTo><a:lnTo><a:pt x="1257" y="1511"/></a:lnTo><a:lnTo><a:pt x="1435" y="1600"/></a:lnTo><a:lnTo><a:pt x="1676" y="1676"/></a:lnTo><a:lnTo><a:pt x="1930" y="1676"/></a:lnTo><a:lnTo><a:pt x="2095" y="1765"/></a:lnTo><a:lnTo><a:pt x="2514" y="1676"/></a:lnTo><a:lnTo><a:pt x="2946" y="1600"/></a:lnTo><a:lnTo><a:pt x="3276" y="1422"/></a:lnTo><a:lnTo><a:pt x="3441" y="1346"/></a:lnTo><a:lnTo><a:pt x="3606" y="1181"/></a:lnTo><a:lnTo><a:pt x="3784" y="1092"/></a:lnTo><a:lnTo><a:pt x="3949" y="927"/></a:lnTo><a:lnTo><a:pt x="4038" y="762"/></a:lnTo><a:lnTo><a:pt x="4203" y="508"/></a:lnTo><a:lnTo><a:pt x="4368" y="165"/></a:lnTo><a:close/></a:path><a:path w="22859" h="10159"><a:moveTo><a:pt x="4368" y="0"/></a:moveTo><a:lnTo><a:pt x="0" y="0"/></a:lnTo><a:lnTo><a:pt x="4368" y="165"/></a:lnTo><a:lnTo><a:pt x="4368" y="0"/></a:lnTo><a:close/></a:path><a:path w="22859" h="10159"><a:moveTo><a:pt x="22847" y="8140"/></a:moveTo><a:lnTo><a:pt x="22758" y="7975"/></a:lnTo><a:lnTo><a:pt x="22669" y="7721"/></a:lnTo><a:lnTo><a:pt x="22593" y="7556"/></a:lnTo><a:lnTo><a:pt x="22504" y="7302"/></a:lnTo><a:lnTo><a:pt x="22428" y="7137"/></a:lnTo><a:lnTo><a:pt x="22250" y="6972"/></a:lnTo><a:lnTo><a:pt x="22174" y="6807"/></a:lnTo><a:lnTo><a:pt x="22009" y="6718"/></a:lnTo><a:lnTo><a:pt x="21831" y="6553"/></a:lnTo><a:lnTo><a:pt x="21666" y="6464"/></a:lnTo><a:lnTo><a:pt x="21412" y="6388"/></a:lnTo><a:lnTo><a:pt x="21247" y="6299"/></a:lnTo><a:lnTo><a:pt x="21082" y="6210"/></a:lnTo><a:lnTo><a:pt x="20828" y="6210"/></a:lnTo><a:lnTo><a:pt x="20408" y="6134"/></a:lnTo><a:lnTo><a:pt x="19989" y="6210"/></a:lnTo><a:lnTo><a:pt x="19646" y="6388"/></a:lnTo><a:lnTo><a:pt x="19481" y="6464"/></a:lnTo><a:lnTo><a:pt x="19227" y="6553"/></a:lnTo><a:lnTo><a:pt x="19151" y="6718"/></a:lnTo><a:lnTo><a:pt x="18897" y="6807"/></a:lnTo><a:lnTo><a:pt x="18808" y="6972"/></a:lnTo><a:lnTo><a:pt x="18643" y="7137"/></a:lnTo><a:lnTo><a:pt x="18554" y="7302"/></a:lnTo><a:lnTo><a:pt x="18478" y="7556"/></a:lnTo><a:lnTo><a:pt x="18389" y="7721"/></a:lnTo><a:lnTo><a:pt x="18313" y="7975"/></a:lnTo><a:lnTo><a:pt x="18313" y="8140"/></a:lnTo><a:lnTo><a:pt x="18313" y="8394"/></a:lnTo><a:lnTo><a:pt x="18313" y="8559"/></a:lnTo><a:lnTo><a:pt x="18313" y="8813"/></a:lnTo><a:lnTo><a:pt x="18313" y="8991"/></a:lnTo><a:lnTo><a:pt x="18389" y="9232"/></a:lnTo><a:lnTo><a:pt x="18643" y="9652"/></a:lnTo><a:lnTo><a:pt x="22428" y="9740"/></a:lnTo><a:lnTo><a:pt x="22669" y="9321"/></a:lnTo><a:lnTo><a:pt x="22758" y="8991"/></a:lnTo><a:lnTo><a:pt x="22758" y="8813"/></a:lnTo><a:lnTo><a:pt x="22847" y="8559"/></a:lnTo><a:lnTo><a:pt x="22847" y="8394"/></a:lnTo><a:lnTo><a:pt x="22847" y="8140"/></a:lnTo><a:close/></a:path></a:pathLst></a:custGeom><a:solidFill><a:srgbClr val="000000"/></a:solidFill></p:spPr><p:txBody><a:bodyPr wrap="square" lIns="0" tIns="0" rIns="0" bIns="0" rtlCol="0"/><a:lstStyle/><a:p/></p:txBody></p:sp><p:sp><p:nvSpPr><p:cNvPr id="625" name="object 625"/><p:cNvSpPr/><p:nvPr/></p:nvSpPr><p:spPr><a:xfrm><a:off x="16808108" y="12541419"/><a:ext cx="23495" cy="8255"/></a:xfrm><a:custGeom><a:avLst/><a:gdLst/><a:ahLst/><a:cxnLst/><a:rect l="l" t="t" r="r" b="b"/><a:pathLst><a:path w="23494" h="8254"><a:moveTo><a:pt x="3784" y="88"/></a:moveTo><a:lnTo><a:pt x="88" y="88"/></a:lnTo><a:lnTo><a:pt x="254" y="342"/></a:lnTo><a:lnTo><a:pt x="584" y="673"/></a:lnTo><a:lnTo><a:pt x="1003" y="850"/></a:lnTo><a:lnTo><a:pt x="1422" y="1016"/></a:lnTo><a:lnTo><a:pt x="1600" y="1016"/></a:lnTo><a:lnTo><a:pt x="1854" y="1092"/></a:lnTo><a:lnTo><a:pt x="2273" y="1016"/></a:lnTo><a:lnTo><a:pt x="2768" y="927"/></a:lnTo><a:lnTo><a:pt x="3111" y="673"/></a:lnTo><a:lnTo><a:pt x="3530" y="419"/></a:lnTo><a:lnTo><a:pt x="3784" y="88"/></a:lnTo><a:close/></a:path><a:path w="23494" h="8254"><a:moveTo><a:pt x="3784" y="0"/></a:moveTo><a:lnTo><a:pt x="0" y="0"/></a:lnTo><a:lnTo><a:pt x="3784" y="88"/></a:lnTo><a:close/></a:path><a:path w="23494" h="8254"><a:moveTo><a:pt x="23266" y="6134"/></a:moveTo><a:lnTo><a:pt x="23177" y="5969"/></a:lnTo><a:lnTo><a:pt x="23177" y="5715"/></a:lnTo><a:lnTo><a:pt x="23088" y="5461"/></a:lnTo><a:lnTo><a:pt x="23088" y="5295"/></a:lnTo><a:lnTo><a:pt x="22923" y="5130"/></a:lnTo><a:lnTo><a:pt x="22847" y="4965"/></a:lnTo><a:lnTo><a:pt x="22669" y="4787"/></a:lnTo><a:lnTo><a:pt x="22593" y="4622"/></a:lnTo><a:lnTo><a:pt x="22415" y="4457"/></a:lnTo><a:lnTo><a:pt x="22250" y="4368"/></a:lnTo><a:lnTo><a:pt x="22085" y="4203"/></a:lnTo><a:lnTo><a:pt x="21920" y="4114"/></a:lnTo><a:lnTo><a:pt x="21666" y="4038"/></a:lnTo><a:lnTo><a:pt x="21501" y="4038"/></a:lnTo><a:lnTo><a:pt x="21158" y="3949"/></a:lnTo><a:lnTo><a:pt x="20662" y="3949"/></a:lnTo><a:lnTo><a:pt x="20485" y="4038"/></a:lnTo><a:lnTo><a:pt x="20243" y="4038"/></a:lnTo><a:lnTo><a:pt x="20066" y="4114"/></a:lnTo><a:lnTo><a:pt x="19900" y="4203"/></a:lnTo><a:lnTo><a:pt x="19646" y="4368"/></a:lnTo><a:lnTo><a:pt x="19481" y="4457"/></a:lnTo><a:lnTo><a:pt x="19392" y="4622"/></a:lnTo><a:lnTo><a:pt x="19227" y="4787"/></a:lnTo><a:lnTo><a:pt x="19062" y="4965"/></a:lnTo><a:lnTo><a:pt x="18973" y="5130"/></a:lnTo><a:lnTo><a:pt x="18897" y="5295"/></a:lnTo><a:lnTo><a:pt x="18808" y="5461"/></a:lnTo><a:lnTo><a:pt x="18732" y="5715"/></a:lnTo><a:lnTo><a:pt x="18732" y="5969"/></a:lnTo><a:lnTo><a:pt x="18732" y="6134"/></a:lnTo><a:lnTo><a:pt x="18732" y="6388"/></a:lnTo><a:lnTo><a:pt x="18732" y="6553"/></a:lnTo><a:lnTo><a:pt x="18808" y="6807"/></a:lnTo><a:lnTo><a:pt x="18808" y="6972"/></a:lnTo><a:lnTo><a:pt x="18897" y="7226"/></a:lnTo><a:lnTo><a:pt x="18973" y="7391"/></a:lnTo><a:lnTo><a:pt x="19151" y="7645"/></a:lnTo><a:lnTo><a:pt x="19316" y="7734"/></a:lnTo><a:lnTo><a:pt x="19481" y="7899"/></a:lnTo><a:lnTo><a:pt x="19570" y="8064"/></a:lnTo><a:lnTo><a:pt x="19824" y="8229"/></a:lnTo><a:lnTo><a:pt x="22085" y="8229"/></a:lnTo><a:lnTo><a:pt x="22339" y="8064"/></a:lnTo><a:lnTo><a:pt x="22415" y="7899"/></a:lnTo><a:lnTo><a:pt x="22669" y="7734"/></a:lnTo><a:lnTo><a:pt x="22923" y="7391"/></a:lnTo><a:lnTo><a:pt x="23012" y="7226"/></a:lnTo><a:lnTo><a:pt x="23088" y="6972"/></a:lnTo><a:lnTo><a:pt x="23177" y="6807"/></a:lnTo><a:lnTo><a:pt x="23266" y="6553"/></a:lnTo><a:lnTo><a:pt x="23266" y="6388"/></a:lnTo><a:lnTo><a:pt x="23266" y="6134"/></a:lnTo><a:close/></a:path></a:pathLst></a:custGeom><a:solidFill><a:srgbClr val="000000"/></a:solidFill></p:spPr><p:txBody><a:bodyPr wrap="square" lIns="0" tIns="0" rIns="0" bIns="0" rtlCol="0"/><a:lstStyle/><a:p/></p:txBody></p:sp><p:sp><p:nvSpPr><p:cNvPr id="626" name="object 626"/><p:cNvSpPr/><p:nvPr/></p:nvSpPr><p:spPr><a:xfrm><a:off x="16827679" y="12549483"/><a:ext cx="23495" cy="6350"/></a:xfrm><a:custGeom><a:avLst/><a:gdLst/><a:ahLst/><a:cxnLst/><a:rect l="l" t="t" r="r" b="b"/><a:pathLst><a:path w="23494" h="6350"><a:moveTo><a:pt x="2425" y="165"/></a:moveTo><a:lnTo><a:pt x="419" y="165"/></a:lnTo><a:lnTo><a:pt x="673" y="342"/></a:lnTo><a:lnTo><a:pt x="838" y="342"/></a:lnTo><a:lnTo><a:pt x="1092" y="419"/></a:lnTo><a:lnTo><a:pt x="1676" y="419"/></a:lnTo><a:lnTo><a:pt x="2006" y="342"/></a:lnTo><a:lnTo><a:pt x="2425" y="165"/></a:lnTo><a:close/></a:path><a:path w="23494" h="6350"><a:moveTo><a:pt x="2768" y="0"/></a:moveTo><a:lnTo><a:pt x="0" y="0"/></a:lnTo><a:lnTo><a:pt x="2425" y="165"/></a:lnTo><a:lnTo><a:pt x="2768" y="0"/></a:lnTo><a:close/></a:path><a:path w="23494" h="6350"><a:moveTo><a:pt x="23253" y="3695"/></a:moveTo><a:lnTo><a:pt x="23177" y="3441"/></a:lnTo><a:lnTo><a:pt x="23177" y="3276"/></a:lnTo><a:lnTo><a:pt x="23088" y="3022"/></a:lnTo><a:lnTo><a:pt x="22923" y="2857"/></a:lnTo><a:lnTo><a:pt x="22834" y="2692"/></a:lnTo><a:lnTo><a:pt x="22669" y="2438"/></a:lnTo><a:lnTo><a:pt x="22504" y="2349"/></a:lnTo><a:lnTo><a:pt x="22339" y="2184"/></a:lnTo><a:lnTo><a:pt x="22161" y="2019"/></a:lnTo><a:lnTo><a:pt x="21996" y="1930"/></a:lnTo><a:lnTo><a:pt x="21742" y="1854"/></a:lnTo><a:lnTo><a:pt x="21577" y="1765"/></a:lnTo><a:lnTo><a:pt x="20485" y="1765"/></a:lnTo><a:lnTo><a:pt x="20231" y="1854"/></a:lnTo><a:lnTo><a:pt x="20066" y="1930"/></a:lnTo><a:lnTo><a:pt x="19812" y="2019"/></a:lnTo><a:lnTo><a:pt x="19646" y="2184"/></a:lnTo><a:lnTo><a:pt x="19481" y="2349"/></a:lnTo><a:lnTo><a:pt x="19304" y="2438"/></a:lnTo><a:lnTo><a:pt x="19138" y="2692"/></a:lnTo><a:lnTo><a:pt x="19062" y="2857"/></a:lnTo><a:lnTo><a:pt x="18973" y="3022"/></a:lnTo><a:lnTo><a:pt x="18884" y="3276"/></a:lnTo><a:lnTo><a:pt x="18808" y="3441"/></a:lnTo><a:lnTo><a:pt x="18808" y="3695"/></a:lnTo><a:lnTo><a:pt x="18719" y="3860"/></a:lnTo><a:lnTo><a:pt x="18719" y="4114"/></a:lnTo><a:lnTo><a:pt x="18719" y="4279"/></a:lnTo><a:lnTo><a:pt x="18808" y="4533"/></a:lnTo><a:lnTo><a:pt x="18808" y="4699"/></a:lnTo><a:lnTo><a:pt x="18973" y="4953"/></a:lnTo><a:lnTo><a:pt x="19138" y="5295"/></a:lnTo><a:lnTo><a:pt x="19227" y="5461"/></a:lnTo><a:lnTo><a:pt x="19392" y="5626"/></a:lnTo><a:lnTo><a:pt x="19558" y="5715"/></a:lnTo><a:lnTo><a:pt x="19735" y="5880"/></a:lnTo><a:lnTo><a:pt x="19900" y="5969"/></a:lnTo><a:lnTo><a:pt x="20154" y="6134"/></a:lnTo><a:lnTo><a:pt x="20574" y="6210"/></a:lnTo><a:lnTo><a:pt x="21069" y="6299"/></a:lnTo><a:lnTo><a:pt x="21323" y="6210"/></a:lnTo><a:lnTo><a:pt x="21488" y="6210"/></a:lnTo><a:lnTo><a:pt x="21742" y="6134"/></a:lnTo><a:lnTo><a:pt x="21907" y="6134"/></a:lnTo><a:lnTo><a:pt x="22161" y="5969"/></a:lnTo><a:lnTo><a:pt x="22504" y="5715"/></a:lnTo><a:lnTo><a:pt x="22758" y="5461"/></a:lnTo><a:lnTo><a:pt x="22834" y="5295"/></a:lnTo><a:lnTo><a:pt x="22999" y="5041"/></a:lnTo><a:lnTo><a:pt x="23177" y="4699"/></a:lnTo><a:lnTo><a:pt x="23253" y="4533"/></a:lnTo><a:lnTo><a:pt x="23253" y="4279"/></a:lnTo><a:lnTo><a:pt x="23253" y="4114"/></a:lnTo><a:lnTo><a:pt x="23253" y="3860"/></a:lnTo><a:lnTo><a:pt x="23253" y="3695"/></a:lnTo><a:close/></a:path></a:pathLst></a:custGeom><a:solidFill><a:srgbClr val="000000"/></a:solidFill></p:spPr><p:txBody><a:bodyPr wrap="square" lIns="0" tIns="0" rIns="0" bIns="0" rtlCol="0"/><a:lstStyle/><a:p/></p:txBody></p:sp><p:sp><p:nvSpPr><p:cNvPr id="627" name="object 627"/><p:cNvSpPr/><p:nvPr/></p:nvSpPr><p:spPr><a:xfrm><a:off x="16866476" y="12555452"/><a:ext cx="23495" cy="5080"/></a:xfrm><a:custGeom><a:avLst/><a:gdLst/><a:ahLst/><a:cxnLst/><a:rect l="l" t="t" r="r" b="b"/><a:pathLst><a:path w="23494" h="5079"><a:moveTo><a:pt x="4533" y="2171"/></a:moveTo><a:lnTo><a:pt x="4445" y="1841"/></a:lnTo><a:lnTo><a:pt x="4356" y="1422"/></a:lnTo><a:lnTo><a:pt x="4191" y="1092"/></a:lnTo><a:lnTo><a:pt x="3937" y="749"/></a:lnTo><a:lnTo><a:pt x="3606" y="419"/></a:lnTo><a:lnTo><a:pt x="3263" y="241"/></a:lnTo><a:lnTo><a:pt x="2844" y="76"/></a:lnTo><a:lnTo><a:pt x="1676" y="0"/></a:lnTo><a:lnTo><a:pt x="1257" y="165"/></a:lnTo><a:lnTo><a:pt x="914" y="419"/></a:lnTo><a:lnTo><a:pt x="584" y="660"/></a:lnTo><a:lnTo><a:pt x="330" y="1003"/></a:lnTo><a:lnTo><a:pt x="165" y="1333"/></a:lnTo><a:lnTo><a:pt x="0" y="1752"/></a:lnTo><a:lnTo><a:pt x="0" y="2768"/></a:lnTo><a:lnTo><a:pt x="76" y="3022"/></a:lnTo><a:lnTo><a:pt x="165" y="3187"/></a:lnTo><a:lnTo><a:pt x="330" y="3441"/></a:lnTo><a:lnTo><a:pt x="584" y="3771"/></a:lnTo><a:lnTo><a:pt x="914" y="4114"/></a:lnTo><a:lnTo><a:pt x="1333" y="4279"/></a:lnTo><a:lnTo><a:pt x="1752" y="4445"/></a:lnTo><a:lnTo><a:pt x="2349" y="4533"/></a:lnTo><a:lnTo><a:pt x="2514" y="4445"/></a:lnTo><a:lnTo><a:pt x="2768" y="4445"/></a:lnTo><a:lnTo><a:pt x="3022" y="4356"/></a:lnTo><a:lnTo><a:pt x="3187" y="4279"/></a:lnTo><a:lnTo><a:pt x="3441" y="4191"/></a:lnTo><a:lnTo><a:pt x="3771" y="3860"/></a:lnTo><a:lnTo><a:pt x="4114" y="3517"/></a:lnTo><a:lnTo><a:pt x="4279" y="3187"/></a:lnTo><a:lnTo><a:pt x="4356" y="3022"/></a:lnTo><a:lnTo><a:pt x="4445" y="2768"/></a:lnTo><a:lnTo><a:pt x="4445" y="2603"/></a:lnTo><a:lnTo><a:pt x="4533" y="2349"/></a:lnTo><a:lnTo><a:pt x="4533" y="2171"/></a:lnTo><a:close/></a:path><a:path w="23494" h="5079"><a:moveTo><a:pt x="23342" y="2603"/></a:moveTo><a:lnTo><a:pt x="22999" y="2514"/></a:lnTo><a:lnTo><a:pt x="22085" y="2514"/></a:lnTo><a:lnTo><a:pt x="21742" y="2603"/></a:lnTo><a:lnTo><a:pt x="23342" y="2679"/></a:lnTo><a:close/></a:path></a:pathLst></a:custGeom><a:solidFill><a:srgbClr val="000000"/></a:solidFill></p:spPr><p:txBody><a:bodyPr wrap="square" lIns="0" tIns="0" rIns="0" bIns="0" rtlCol="0"/><a:lstStyle/><a:p/></p:txBody></p:sp><p:sp><p:nvSpPr><p:cNvPr id="628" name="object 628"/><p:cNvSpPr/><p:nvPr/></p:nvSpPr><p:spPr><a:xfrm><a:off x="16886708" y="12558056"/><a:ext cx="24765" cy="4445"/></a:xfrm><a:custGeom><a:avLst/><a:gdLst/><a:ahLst/><a:cxnLst/><a:rect l="l" t="t" r="r" b="b"/><a:pathLst><a:path w="24765" h="4445"><a:moveTo><a:pt x="3111" y="0"/></a:moveTo><a:lnTo><a:pt x="1511" y="0"/></a:lnTo><a:lnTo><a:pt x="3111" y="76"/></a:lnTo><a:close/></a:path><a:path w="24765" h="4445"><a:moveTo><a:pt x="4533" y="1587"/></a:moveTo><a:lnTo><a:pt x="4368" y="1168"/></a:lnTo><a:lnTo><a:pt x="4114" y="838"/></a:lnTo><a:lnTo><a:pt x="3860" y="495"/></a:lnTo><a:lnTo><a:pt x="3530" y="241"/></a:lnTo><a:lnTo><a:pt x="3111" y="76"/></a:lnTo><a:lnTo><a:pt x="1422" y="76"/></a:lnTo><a:lnTo><a:pt x="1181" y="241"/></a:lnTo><a:lnTo><a:pt x="838" y="495"/></a:lnTo><a:lnTo><a:pt x="508" y="749"/></a:lnTo><a:lnTo><a:pt x="254" y="1079"/></a:lnTo><a:lnTo><a:pt x="165" y="1511"/></a:lnTo><a:lnTo><a:pt x="88" y="1930"/></a:lnTo><a:lnTo><a:pt x="88" y="2349"/></a:lnTo><a:lnTo><a:pt x="88" y="2768"/></a:lnTo><a:lnTo><a:pt x="254" y="3187"/></a:lnTo><a:lnTo><a:pt x="508" y="3606"/></a:lnTo><a:lnTo><a:pt x="838" y="3860"/></a:lnTo><a:lnTo><a:pt x="1181" y="4114"/></a:lnTo><a:lnTo><a:pt x="1600" y="4356"/></a:lnTo><a:lnTo><a:pt x="2095" y="4445"/></a:lnTo><a:lnTo><a:pt x="2603" y="4445"/></a:lnTo><a:lnTo><a:pt x="2933" y="4356"/></a:lnTo><a:lnTo><a:pt x="3365" y="4191"/></a:lnTo><a:lnTo><a:pt x="3695" y="3937"/></a:lnTo><a:lnTo><a:pt x="4025" y="3606"/></a:lnTo><a:lnTo><a:pt x="4279" y="3263"/></a:lnTo><a:lnTo><a:pt x="4445" y="2844"/></a:lnTo><a:lnTo><a:pt x="4533" y="2425"/></a:lnTo><a:lnTo><a:pt x="4533" y="2006"/></a:lnTo><a:lnTo><a:pt x="4533" y="1587"/></a:lnTo><a:close/></a:path><a:path w="24765" h="4445"><a:moveTo><a:pt x="24434" y="1511"/></a:moveTo><a:lnTo><a:pt x="24104" y="1168"/></a:lnTo><a:lnTo><a:pt x="23761" y="1003"/></a:lnTo><a:lnTo><a:pt x="23342" y="838"/></a:lnTo><a:lnTo><a:pt x="22923" y="749"/></a:lnTo><a:lnTo><a:pt x="22504" y="749"/></a:lnTo><a:lnTo><a:pt x="22174" y="838"/></a:lnTo><a:lnTo><a:pt x="21755" y="1003"/></a:lnTo><a:lnTo><a:pt x="21412" y="1168"/></a:lnTo><a:lnTo><a:pt x="21082" y="1511"/></a:lnTo><a:lnTo><a:pt x="24434" y="1511"/></a:lnTo><a:close/></a:path></a:pathLst></a:custGeom><a:solidFill><a:srgbClr val="000000"/></a:solidFill></p:spPr><p:txBody><a:bodyPr wrap="square" lIns="0" tIns="0" rIns="0" bIns="0" rtlCol="0"/><a:lstStyle/><a:p/></p:txBody></p:sp><p:sp><p:nvSpPr><p:cNvPr id="629" name="object 629"/><p:cNvSpPr/><p:nvPr/></p:nvSpPr><p:spPr><a:xfrm><a:off x="16907193" y="12557967"/><a:ext cx="25400" cy="5715"/></a:xfrm><a:custGeom><a:avLst/><a:gdLst/><a:ahLst/><a:cxnLst/><a:rect l="l" t="t" r="r" b="b"/><a:pathLst><a:path w="25400" h="5715"><a:moveTo><a:pt x="3949" y="1600"/></a:moveTo><a:lnTo><a:pt x="3619" y="1257"/></a:lnTo><a:lnTo><a:pt x="927" y="1257"/></a:lnTo><a:lnTo><a:pt x="3949" y="1600"/></a:lnTo><a:close/></a:path><a:path w="25400" h="5715"><a:moveTo><a:pt x="4533" y="2692"/></a:moveTo><a:lnTo><a:pt x="4368" y="2260"/></a:lnTo><a:lnTo><a:pt x="4203" y="1930"/></a:lnTo><a:lnTo><a:pt x="3949" y="1600"/></a:lnTo><a:lnTo><a:pt x="596" y="1600"/></a:lnTo><a:lnTo><a:pt x="342" y="1930"/></a:lnTo><a:lnTo><a:pt x="177" y="2260"/></a:lnTo><a:lnTo><a:pt x="0" y="2692"/></a:lnTo><a:lnTo><a:pt x="0" y="3111"/></a:lnTo><a:lnTo><a:pt x="0" y="3530"/></a:lnTo><a:lnTo><a:pt x="177" y="3949"/></a:lnTo><a:lnTo><a:pt x="342" y="4368"/></a:lnTo><a:lnTo><a:pt x="673" y="4699"/></a:lnTo><a:lnTo><a:pt x="1016" y="4953"/></a:lnTo><a:lnTo><a:pt x="1435" y="5207"/></a:lnTo><a:lnTo><a:pt x="1854" y="5283"/></a:lnTo><a:lnTo><a:pt x="2273" y="5372"/></a:lnTo><a:lnTo><a:pt x="2692" y="5283"/></a:lnTo><a:lnTo><a:pt x="3111" y="5207"/></a:lnTo><a:lnTo><a:pt x="3530" y="4953"/></a:lnTo><a:lnTo><a:pt x="3873" y="4699"/></a:lnTo><a:lnTo><a:pt x="4114" y="4368"/></a:lnTo><a:lnTo><a:pt x="4368" y="3949"/></a:lnTo><a:lnTo><a:pt x="4457" y="3530"/></a:lnTo><a:lnTo><a:pt x="4533" y="3111"/></a:lnTo><a:lnTo><a:pt x="4533" y="2692"/></a:lnTo><a:close/></a:path><a:path w="25400" h="5715"><a:moveTo><a:pt x="24866" y="1600"/></a:moveTo><a:lnTo><a:pt x="24688" y="1168"/></a:lnTo><a:lnTo><a:pt x="24523" y="838"/></a:lnTo><a:lnTo><a:pt x="24193" y="508"/></a:lnTo><a:lnTo><a:pt x="23774" y="254"/></a:lnTo><a:lnTo><a:pt x="23431" y="88"/></a:lnTo><a:lnTo><a:pt x="22936" y="0"/></a:lnTo><a:lnTo><a:pt x="22504" y="0"/></a:lnTo><a:lnTo><a:pt x="22085" y="88"/></a:lnTo><a:lnTo><a:pt x="21666" y="254"/></a:lnTo><a:lnTo><a:pt x="21247" y="508"/></a:lnTo><a:lnTo><a:pt x="20993" y="749"/></a:lnTo><a:lnTo><a:pt x="20751" y="1168"/></a:lnTo><a:lnTo><a:pt x="20574" y="1600"/></a:lnTo><a:lnTo><a:pt x="24866" y="1600"/></a:lnTo><a:close/></a:path></a:pathLst></a:custGeom><a:solidFill><a:srgbClr val="000000"/></a:solidFill></p:spPr><p:txBody><a:bodyPr wrap="square" lIns="0" tIns="0" rIns="0" bIns="0" rtlCol="0"/><a:lstStyle/><a:p/></p:txBody></p:sp><p:sp><p:nvSpPr><p:cNvPr id="630" name="object 630"/><p:cNvSpPr/><p:nvPr/></p:nvSpPr><p:spPr><a:xfrm><a:off x="16927601" y="12555452"/><a:ext cx="25400" cy="7620"/></a:xfrm><a:custGeom><a:avLst/><a:gdLst/><a:ahLst/><a:cxnLst/><a:rect l="l" t="t" r="r" b="b"/><a:pathLst><a:path w="25400" h="7620"><a:moveTo><a:pt x="4457" y="4114"/></a:moveTo><a:lnTo><a:pt x="4279" y="3683"/></a:lnTo><a:lnTo><a:pt x="254" y="3683"/></a:lnTo><a:lnTo><a:pt x="4457" y="4114"/></a:lnTo><a:close/></a:path><a:path w="25400" h="7620"><a:moveTo><a:pt x="4533" y="4533"/></a:moveTo><a:lnTo><a:pt x="4457" y="4114"/></a:lnTo><a:lnTo><a:pt x="88" y="4114"/></a:lnTo><a:lnTo><a:pt x="0" y="4533"/></a:lnTo><a:lnTo><a:pt x="0" y="4953"/></a:lnTo><a:lnTo><a:pt x="88" y="5372"/></a:lnTo><a:lnTo><a:pt x="254" y="5791"/></a:lnTo><a:lnTo><a:pt x="508" y="6121"/></a:lnTo><a:lnTo><a:pt x="762" y="6464"/></a:lnTo><a:lnTo><a:pt x="1092" y="6718"/></a:lnTo><a:lnTo><a:pt x="1435" y="6883"/></a:lnTo><a:lnTo><a:pt x="1854" y="6959"/></a:lnTo><a:lnTo><a:pt x="2273" y="7048"/></a:lnTo><a:lnTo><a:pt x="2692" y="6959"/></a:lnTo><a:lnTo><a:pt x="3111" y="6883"/></a:lnTo><a:lnTo><a:pt x="3441" y="6718"/></a:lnTo><a:lnTo><a:pt x="3784" y="6464"/></a:lnTo><a:lnTo><a:pt x="4114" y="6121"/></a:lnTo><a:lnTo><a:pt x="4368" y="5791"/></a:lnTo><a:lnTo><a:pt x="4457" y="5372"/></a:lnTo><a:lnTo><a:pt x="4533" y="5029"/></a:lnTo><a:lnTo><a:pt x="4533" y="4610"/></a:lnTo><a:close/></a:path><a:path w="25400" h="7620"><a:moveTo><a:pt x="24853" y="1752"/></a:moveTo><a:lnTo><a:pt x="24777" y="1422"/></a:lnTo><a:lnTo><a:pt x="24523" y="1092"/></a:lnTo><a:lnTo><a:pt x="24269" y="749"/></a:lnTo><a:lnTo><a:pt x="24015" y="419"/></a:lnTo><a:lnTo><a:pt x="23685" y="241"/></a:lnTo><a:lnTo><a:pt x="23266" y="76"/></a:lnTo><a:lnTo><a:pt x="22009" y="0"/></a:lnTo><a:lnTo><a:pt x="21590" y="165"/></a:lnTo><a:lnTo><a:pt x="21247" y="419"/></a:lnTo><a:lnTo><a:pt x="20916" y="660"/></a:lnTo><a:lnTo><a:pt x="20662" y="1003"/></a:lnTo><a:lnTo><a:pt x="20497" y="1333"/></a:lnTo><a:lnTo><a:pt x="20408" y="1752"/></a:lnTo><a:lnTo><a:pt x="20320" y="2171"/></a:lnTo><a:lnTo><a:pt x="24853" y="2171"/></a:lnTo><a:lnTo><a:pt x="24853" y="1841"/></a:lnTo><a:close/></a:path></a:pathLst></a:custGeom><a:solidFill><a:srgbClr val="000000"/></a:solidFill></p:spPr><p:txBody><a:bodyPr wrap="square" lIns="0" tIns="0" rIns="0" bIns="0" rtlCol="0"/><a:lstStyle/><a:p/></p:txBody></p:sp><p:sp><p:nvSpPr><p:cNvPr id="631" name="object 631"/><p:cNvSpPr/><p:nvPr/></p:nvSpPr><p:spPr><a:xfrm><a:off x="16947922" y="12551249"/><a:ext cx="24765" cy="8890"/></a:xfrm><a:custGeom><a:avLst/><a:gdLst/><a:ahLst/><a:cxnLst/><a:rect l="l" t="t" r="r" b="b"/><a:pathLst><a:path w="24765" h="8890"><a:moveTo><a:pt x="4533" y="6375"/></a:moveTo><a:lnTo><a:pt x="0" y="6375"/></a:lnTo><a:lnTo><a:pt x="0" y="6807"/></a:lnTo><a:lnTo><a:pt x="177" y="7226"/></a:lnTo><a:lnTo><a:pt x="342" y="7645"/></a:lnTo><a:lnTo><a:pt x="596" y="7975"/></a:lnTo><a:lnTo><a:pt x="838" y="8229"/></a:lnTo><a:lnTo><a:pt x="1270" y="8483"/></a:lnTo><a:lnTo><a:pt x="1600" y="8648"/></a:lnTo><a:lnTo><a:pt x="1765" y="8648"/></a:lnTo><a:lnTo><a:pt x="2019" y="8737"/></a:lnTo><a:lnTo><a:pt x="2527" y="8737"/></a:lnTo><a:lnTo><a:pt x="2857" y="8648"/></a:lnTo><a:lnTo><a:pt x="3276" y="8483"/></a:lnTo><a:lnTo><a:pt x="3619" y="8318"/></a:lnTo><a:lnTo><a:pt x="3949" y="7975"/></a:lnTo><a:lnTo><a:pt x="4203" y="7645"/></a:lnTo><a:lnTo><a:pt x="4368" y="7302"/></a:lnTo><a:lnTo><a:pt x="4533" y="6883"/></a:lnTo><a:lnTo><a:pt x="4533" y="6464"/></a:lnTo><a:close/></a:path><a:path w="24765" h="8890"><a:moveTo><a:pt x="4533" y="6045"/></a:moveTo><a:lnTo><a:pt x="0" y="6045"/></a:lnTo><a:lnTo><a:pt x="4533" y="6375"/></a:lnTo><a:lnTo><a:pt x="4533" y="6045"/></a:lnTo><a:close/></a:path><a:path w="24765" h="8890"><a:moveTo><a:pt x="24612" y="2095"/></a:moveTo><a:lnTo><a:pt x="24523" y="1930"/></a:lnTo><a:lnTo><a:pt x="24523" y="1676"/></a:lnTo><a:lnTo><a:pt x="24358" y="1257"/></a:lnTo><a:lnTo><a:pt x="24193" y="927"/></a:lnTo><a:lnTo><a:pt x="23850" y="584"/></a:lnTo><a:lnTo><a:pt x="23596" y="330"/></a:lnTo><a:lnTo><a:pt x="23431" y="254"/></a:lnTo><a:lnTo><a:pt x="23177" y="165"/></a:lnTo><a:lnTo><a:pt x="23012" y="88"/></a:lnTo><a:lnTo><a:pt x="22758" y="0"/></a:lnTo><a:lnTo><a:pt x="21831" y="0"/></a:lnTo><a:lnTo><a:pt x="21590" y="88"/></a:lnTo><a:lnTo><a:pt x="21412" y="165"/></a:lnTo><a:lnTo><a:pt x="21170" y="254"/></a:lnTo><a:lnTo><a:pt x="20828" y="508"/></a:lnTo><a:lnTo><a:pt x="20497" y="838"/></a:lnTo><a:lnTo><a:pt x="20320" y="1181"/></a:lnTo><a:lnTo><a:pt x="20154" y="1600"/></a:lnTo><a:lnTo><a:pt x="20078" y="1676"/></a:lnTo><a:lnTo><a:pt x="20078" y="2768"/></a:lnTo><a:lnTo><a:pt x="24523" y="2768"/></a:lnTo><a:lnTo><a:pt x="24612" y="2514"/></a:lnTo><a:lnTo><a:pt x="24612" y="2349"/></a:lnTo><a:lnTo><a:pt x="24612" y="2095"/></a:lnTo><a:close/></a:path></a:pathLst></a:custGeom><a:solidFill><a:srgbClr val="000000"/></a:solidFill></p:spPr><p:txBody><a:bodyPr wrap="square" lIns="0" tIns="0" rIns="0" bIns="0" rtlCol="0"/><a:lstStyle/><a:p/></p:txBody></p:sp><p:sp><p:nvSpPr><p:cNvPr id="632" name="object 632"/><p:cNvSpPr/><p:nvPr/></p:nvSpPr><p:spPr><a:xfrm><a:off x="16968000" y="12545368"/><a:ext cx="24130" cy="10795"/></a:xfrm><a:custGeom><a:avLst/><a:gdLst/><a:ahLst/><a:cxnLst/><a:rect l="l" t="t" r="r" b="b"/><a:pathLst><a:path w="24130" h="10795"><a:moveTo><a:pt x="4445" y="8648"/></a:moveTo><a:lnTo><a:pt x="0" y="8648"/></a:lnTo><a:lnTo><a:pt x="76" y="8813"/></a:lnTo><a:lnTo><a:pt x="165" y="9067"/></a:lnTo><a:lnTo><a:pt x="419" y="9410"/></a:lnTo><a:lnTo><a:pt x="495" y="9575"/></a:lnTo><a:lnTo><a:pt x="673" y="9740"/></a:lnTo><a:lnTo><a:pt x="1003" y="9994"/></a:lnTo><a:lnTo><a:pt x="1333" y="10248"/></a:lnTo><a:lnTo><a:pt x="1511" y="10248"/></a:lnTo><a:lnTo><a:pt x="1752" y="10325"/></a:lnTo><a:lnTo><a:pt x="1930" y="10325"/></a:lnTo><a:lnTo><a:pt x="2184" y="10414"/></a:lnTo><a:lnTo><a:pt x="2603" y="10325"/></a:lnTo><a:lnTo><a:pt x="3022" y="10248"/></a:lnTo><a:lnTo><a:pt x="3352" y="10083"/></a:lnTo><a:lnTo><a:pt x="3695" y="9829"/></a:lnTo><a:lnTo><a:pt x="4025" y="9575"/></a:lnTo><a:lnTo><a:pt x="4114" y="9410"/></a:lnTo><a:lnTo><a:pt x="4279" y="9156"/></a:lnTo><a:lnTo><a:pt x="4356" y="8813"/></a:lnTo><a:lnTo><a:pt x="4445" y="8648"/></a:lnTo><a:close/></a:path><a:path w="24130" h="10795"><a:moveTo><a:pt x="4533" y="8394"/></a:moveTo><a:lnTo><a:pt x="0" y="8394"/></a:lnTo><a:lnTo><a:pt x="4445" y="8648"/></a:lnTo><a:lnTo><a:pt x="4533" y="8394"/></a:lnTo><a:close/></a:path><a:path w="24130" h="10795"><a:moveTo><a:pt x="24091" y="1930"/></a:moveTo><a:lnTo><a:pt x="24015" y="1676"/></a:lnTo><a:lnTo><a:pt x="24015" y="1511"/></a:lnTo><a:lnTo><a:pt x="23837" y="1257"/></a:lnTo><a:lnTo><a:pt x="23837" y="1092"/></a:lnTo><a:lnTo><a:pt x="23672" y="927"/></a:lnTo><a:lnTo><a:pt x="23507" y="762"/></a:lnTo><a:lnTo><a:pt x="22580" y="165"/></a:lnTo><a:lnTo><a:pt x="22415" y="88"/></a:lnTo><a:lnTo><a:pt x="22085" y="0"/></a:lnTo><a:lnTo><a:pt x="21488" y="0"/></a:lnTo><a:lnTo><a:pt x="21323" y="88"/></a:lnTo><a:lnTo><a:pt x="21069" y="165"/></a:lnTo><a:lnTo><a:pt x="20904" y="254"/></a:lnTo><a:lnTo><a:pt x="20650" y="342"/></a:lnTo><a:lnTo><a:pt x="20485" y="508"/></a:lnTo><a:lnTo><a:pt x="20320" y="584"/></a:lnTo><a:lnTo><a:pt x="20154" y="762"/></a:lnTo><a:lnTo><a:pt x="20066" y="927"/></a:lnTo><a:lnTo><a:pt x="19900" y="1092"/></a:lnTo><a:lnTo><a:pt x="19812" y="1257"/></a:lnTo><a:lnTo><a:pt x="19735" y="1511"/></a:lnTo><a:lnTo><a:pt x="19646" y="1676"/></a:lnTo><a:lnTo><a:pt x="19558" y="1930"/></a:lnTo><a:lnTo><a:pt x="19558" y="2184"/></a:lnTo><a:lnTo><a:pt x="19558" y="2349"/></a:lnTo><a:lnTo><a:pt x="19558" y="2603"/></a:lnTo><a:lnTo><a:pt x="19646" y="2768"/></a:lnTo><a:lnTo><a:pt x="19735" y="3022"/></a:lnTo><a:lnTo><a:pt x="19735" y="3187"/></a:lnTo><a:lnTo><a:pt x="19900" y="3441"/></a:lnTo><a:lnTo><a:pt x="23761" y="3530"/></a:lnTo><a:lnTo><a:pt x="23926" y="3187"/></a:lnTo><a:lnTo><a:pt x="24015" y="3022"/></a:lnTo><a:lnTo><a:pt x="24091" y="2768"/></a:lnTo><a:lnTo><a:pt x="24091" y="2603"/></a:lnTo><a:lnTo><a:pt x="24091" y="2349"/></a:lnTo><a:lnTo><a:pt x="24091" y="2184"/></a:lnTo><a:lnTo><a:pt x="24091" y="1930"/></a:lnTo><a:close/></a:path></a:pathLst></a:custGeom><a:solidFill><a:srgbClr val="000000"/></a:solidFill></p:spPr><p:txBody><a:bodyPr wrap="square" lIns="0" tIns="0" rIns="0" bIns="0" rtlCol="0"/><a:lstStyle/><a:p/></p:txBody></p:sp><p:sp><p:nvSpPr><p:cNvPr id="633" name="object 633"/><p:cNvSpPr/><p:nvPr/></p:nvSpPr><p:spPr><a:xfrm><a:off x="16987901" y="12537901"/><a:ext cx="23495" cy="12065"/></a:xfrm><a:custGeom><a:avLst/><a:gdLst/><a:ahLst/><a:cxnLst/><a:rect l="l" t="t" r="r" b="b"/><a:pathLst><a:path w="23494" h="12065"><a:moveTo><a:pt x="3860" y="10998"/></a:moveTo><a:lnTo><a:pt x="76" y="10998"/></a:lnTo><a:lnTo><a:pt x="165" y="11252"/></a:lnTo><a:lnTo><a:pt x="330" y="11328"/></a:lnTo><a:lnTo><a:pt x="495" y="11506"/></a:lnTo><a:lnTo><a:pt x="673" y="11582"/></a:lnTo><a:lnTo><a:pt x="838" y="11747"/></a:lnTo><a:lnTo><a:pt x="1003" y="11836"/></a:lnTo><a:lnTo><a:pt x="1257" y="11925"/></a:lnTo><a:lnTo><a:pt x="1422" y="11925"/></a:lnTo><a:lnTo><a:pt x="1676" y="12001"/></a:lnTo><a:lnTo><a:pt x="2184" y="12001"/></a:lnTo><a:lnTo><a:pt x="2514" y="11925"/></a:lnTo><a:lnTo><a:pt x="3517" y="11328"/></a:lnTo><a:lnTo><a:pt x="3695" y="11252"/></a:lnTo><a:lnTo><a:pt x="3860" y="10998"/></a:lnTo><a:close/></a:path><a:path w="23494" h="12065"><a:moveTo><a:pt x="3937" y="10909"/></a:moveTo><a:lnTo><a:pt x="0" y="10909"/></a:lnTo><a:lnTo><a:pt x="3860" y="10998"/></a:lnTo><a:close/></a:path><a:path w="23494" h="12065"><a:moveTo><a:pt x="23253" y="1765"/></a:moveTo><a:lnTo><a:pt x="23088" y="1511"/></a:lnTo><a:lnTo><a:pt x="22923" y="1092"/></a:lnTo><a:lnTo><a:pt x="22669" y="749"/></a:lnTo><a:lnTo><a:pt x="22339" y="419"/></a:lnTo><a:lnTo><a:pt x="21920" y="254"/></a:lnTo><a:lnTo><a:pt x="21488" y="76"/></a:lnTo><a:lnTo><a:pt x="20993" y="0"/></a:lnTo><a:lnTo><a:pt x="20650" y="76"/></a:lnTo><a:lnTo><a:pt x="20485" y="76"/></a:lnTo><a:lnTo><a:pt x="20231" y="165"/></a:lnTo><a:lnTo><a:pt x="20066" y="254"/></a:lnTo><a:lnTo><a:pt x="19812" y="419"/></a:lnTo><a:lnTo><a:pt x="19481" y="673"/></a:lnTo><a:lnTo><a:pt x="19138" y="1003"/></a:lnTo><a:lnTo><a:pt x="18884" y="1422"/></a:lnTo><a:lnTo><a:pt x="18808" y="1765"/></a:lnTo><a:lnTo><a:pt x="18719" y="1930"/></a:lnTo><a:lnTo><a:pt x="18719" y="2184"/></a:lnTo><a:lnTo><a:pt x="18719" y="2349"/></a:lnTo><a:lnTo><a:pt x="18719" y="2603"/></a:lnTo><a:lnTo><a:pt x="18808" y="2768"/></a:lnTo><a:lnTo><a:pt x="18884" y="3022"/></a:lnTo><a:lnTo><a:pt x="18884" y="3187"/></a:lnTo><a:lnTo><a:pt x="19062" y="3441"/></a:lnTo><a:lnTo><a:pt x="19138" y="3606"/></a:lnTo><a:lnTo><a:pt x="19227" y="3771"/></a:lnTo><a:lnTo><a:pt x="19392" y="3937"/></a:lnTo><a:lnTo><a:pt x="19558" y="4025"/></a:lnTo><a:lnTo><a:pt x="19735" y="4191"/></a:lnTo><a:lnTo><a:pt x="22250" y="4191"/></a:lnTo><a:lnTo><a:pt x="22415" y="4025"/></a:lnTo><a:lnTo><a:pt x="22580" y="3937"/></a:lnTo><a:lnTo><a:pt x="22758" y="3771"/></a:lnTo><a:lnTo><a:pt x="22834" y="3606"/></a:lnTo><a:lnTo><a:pt x="22999" y="3441"/></a:lnTo><a:lnTo><a:pt x="23088" y="3187"/></a:lnTo><a:lnTo><a:pt x="23177" y="3022"/></a:lnTo><a:lnTo><a:pt x="23177" y="2768"/></a:lnTo><a:lnTo><a:pt x="23253" y="2603"/></a:lnTo><a:lnTo><a:pt x="23253" y="2349"/></a:lnTo><a:lnTo><a:pt x="23253" y="2184"/></a:lnTo><a:lnTo><a:pt x="23253" y="1930"/></a:lnTo><a:lnTo><a:pt x="23253" y="1765"/></a:lnTo><a:close/></a:path></a:pathLst></a:custGeom><a:solidFill><a:srgbClr val="000000"/></a:solidFill></p:spPr><p:txBody><a:bodyPr wrap="square" lIns="0" tIns="0" rIns="0" bIns="0" rtlCol="0"/><a:lstStyle/><a:p/></p:txBody></p:sp><p:sp><p:nvSpPr><p:cNvPr id="634" name="object 634"/><p:cNvSpPr/><p:nvPr/></p:nvSpPr><p:spPr><a:xfrm><a:off x="17007460" y="12528910"/><a:ext cx="22225" cy="13970"/></a:xfrm><a:custGeom><a:avLst/><a:gdLst/><a:ahLst/><a:cxnLst/><a:rect l="l" t="t" r="r" b="b"/><a:pathLst><a:path w="22225" h="13970"><a:moveTo><a:pt x="2692" y="13182"/></a:moveTo><a:lnTo><a:pt x="177" y="13182"/></a:lnTo><a:lnTo><a:pt x="342" y="13271"/></a:lnTo><a:lnTo><a:pt x="508" y="13360"/></a:lnTo><a:lnTo><a:pt x="762" y="13436"/></a:lnTo><a:lnTo><a:pt x="927" y="13525"/></a:lnTo><a:lnTo><a:pt x="1181" y="13525"/></a:lnTo><a:lnTo><a:pt x="1346" y="13601"/></a:lnTo><a:lnTo><a:pt x="1765" y="13525"/></a:lnTo><a:lnTo><a:pt x="1930" y="13525"/></a:lnTo><a:lnTo><a:pt x="2184" y="13436"/></a:lnTo><a:lnTo><a:pt x="2362" y="13360"/></a:lnTo><a:lnTo><a:pt x="2527" y="13271"/></a:lnTo><a:lnTo><a:pt x="2692" y="13182"/></a:lnTo><a:close/></a:path><a:path w="22225" h="13970"><a:moveTo><a:pt x="2857" y="13017"/></a:moveTo><a:lnTo><a:pt x="0" y="13017"/></a:lnTo><a:lnTo><a:pt x="2692" y="13182"/></a:lnTo><a:lnTo><a:pt x="2857" y="13017"/></a:lnTo><a:close/></a:path><a:path w="22225" h="13970"><a:moveTo><a:pt x="22085" y="2019"/></a:moveTo><a:lnTo><a:pt x="22009" y="1765"/></a:lnTo><a:lnTo><a:pt x="22009" y="1600"/></a:lnTo><a:lnTo><a:pt x="21920" y="1346"/></a:lnTo><a:lnTo><a:pt x="21666" y="1016"/></a:lnTo><a:lnTo><a:pt x="21590" y="838"/></a:lnTo><a:lnTo><a:pt x="21412" y="673"/></a:lnTo><a:lnTo><a:pt x="21082" y="419"/></a:lnTo><a:lnTo><a:pt x="20916" y="342"/></a:lnTo><a:lnTo><a:pt x="20662" y="254"/></a:lnTo><a:lnTo><a:pt x="20243" y="88"/></a:lnTo><a:lnTo><a:pt x="19735" y="0"/></a:lnTo><a:lnTo><a:pt x="19570" y="88"/></a:lnTo><a:lnTo><a:pt x="19316" y="88"/></a:lnTo><a:lnTo><a:pt x="19151" y="165"/></a:lnTo><a:lnTo><a:pt x="18897" y="254"/></a:lnTo><a:lnTo><a:pt x="18732" y="342"/></a:lnTo><a:lnTo><a:pt x="18567" y="419"/></a:lnTo><a:lnTo><a:pt x="18389" y="596"/></a:lnTo><a:lnTo><a:pt x="18224" y="673"/></a:lnTo><a:lnTo><a:pt x="18059" y="838"/></a:lnTo><a:lnTo><a:pt x="17970" y="1016"/></a:lnTo><a:lnTo><a:pt x="17805" y="1257"/></a:lnTo><a:lnTo><a:pt x="17640" y="1600"/></a:lnTo><a:lnTo><a:pt x="17640" y="1765"/></a:lnTo><a:lnTo><a:pt x="17551" y="2019"/></a:lnTo><a:lnTo><a:pt x="17551" y="2184"/></a:lnTo><a:lnTo><a:pt x="17551" y="2438"/></a:lnTo><a:lnTo><a:pt x="17551" y="2603"/></a:lnTo><a:lnTo><a:pt x="17640" y="2857"/></a:lnTo><a:lnTo><a:pt x="17640" y="3022"/></a:lnTo><a:lnTo><a:pt x="17729" y="3276"/></a:lnTo><a:lnTo><a:pt x="17970" y="3619"/></a:lnTo><a:lnTo><a:pt x="18059" y="3784"/></a:lnTo><a:lnTo><a:pt x="18224" y="3949"/></a:lnTo><a:lnTo><a:pt x="18567" y="4203"/></a:lnTo><a:lnTo><a:pt x="18732" y="4279"/></a:lnTo><a:lnTo><a:pt x="18986" y="4368"/></a:lnTo><a:lnTo><a:pt x="20574" y="4457"/></a:lnTo><a:lnTo><a:pt x="20751" y="4368"/></a:lnTo><a:lnTo><a:pt x="20916" y="4279"/></a:lnTo><a:lnTo><a:pt x="21082" y="4203"/></a:lnTo><a:lnTo><a:pt x="21247" y="4038"/></a:lnTo><a:lnTo><a:pt x="21412" y="3949"/></a:lnTo><a:lnTo><a:pt x="21590" y="3784"/></a:lnTo><a:lnTo><a:pt x="21666" y="3619"/></a:lnTo><a:lnTo><a:pt x="21844" y="3365"/></a:lnTo><a:lnTo><a:pt x="22009" y="3022"/></a:lnTo><a:lnTo><a:pt x="22009" y="2857"/></a:lnTo><a:lnTo><a:pt x="22085" y="2603"/></a:lnTo><a:lnTo><a:pt x="22085" y="2438"/></a:lnTo><a:lnTo><a:pt x="22085" y="2184"/></a:lnTo><a:lnTo><a:pt x="22085" y="2019"/></a:lnTo><a:close/></a:path></a:pathLst></a:custGeom><a:solidFill><a:srgbClr val="000000"/></a:solidFill></p:spPr><p:txBody><a:bodyPr wrap="square" lIns="0" tIns="0" rIns="0" bIns="0" rtlCol="0"/><a:lstStyle/><a:p/></p:txBody></p:sp><p:sp><p:nvSpPr><p:cNvPr id="635" name="object 635"/><p:cNvSpPr/><p:nvPr/></p:nvSpPr><p:spPr><a:xfrm><a:off x="17026446" y="12506583"/><a:ext cx="35560" cy="27305"/></a:xfrm><a:custGeom><a:avLst/><a:gdLst/><a:ahLst/><a:cxnLst/><a:rect l="l" t="t" r="r" b="b"/><a:pathLst><a:path w="35559" h="27304"><a:moveTo><a:pt x="1587" y="26784"/></a:moveTo><a:lnTo><a:pt x="76" y="26784"/></a:lnTo><a:lnTo><a:pt x="419" y="26860"/></a:lnTo><a:lnTo><a:pt x="914" y="26949"/></a:lnTo><a:lnTo><a:pt x="1092" y="26860"/></a:lnTo><a:lnTo><a:pt x="1346" y="26860"/></a:lnTo><a:lnTo><a:pt x="1587" y="26784"/></a:lnTo><a:close/></a:path><a:path w="35559" h="27304"><a:moveTo><a:pt x="1765" y="26695"/></a:moveTo><a:lnTo><a:pt x="0" y="26695"/></a:lnTo><a:lnTo><a:pt x="1587" y="26784"/></a:lnTo><a:lnTo><a:pt x="1765" y="26695"/></a:lnTo><a:close/></a:path><a:path w="35559" h="27304"><a:moveTo><a:pt x="20650" y="13677"/></a:moveTo><a:lnTo><a:pt x="20574" y="13423"/></a:lnTo><a:lnTo><a:pt x="20485" y="13258"/></a:lnTo><a:lnTo><a:pt x="20396" y="13004"/></a:lnTo><a:lnTo><a:pt x="20154" y="12674"/></a:lnTo><a:lnTo><a:pt x="19812" y="12420"/></a:lnTo><a:lnTo><a:pt x="19481" y="12166"/></a:lnTo><a:lnTo><a:pt x="19062" y="12001"/></a:lnTo><a:lnTo><a:pt x="18643" y="11912"/></a:lnTo><a:lnTo><a:pt x="18135" y="11912"/></a:lnTo><a:lnTo><a:pt x="17881" y="12001"/></a:lnTo><a:lnTo><a:pt x="17716" y="12001"/></a:lnTo><a:lnTo><a:pt x="17462" y="12090"/></a:lnTo><a:lnTo><a:pt x="17132" y="12331"/></a:lnTo><a:lnTo><a:pt x="16954" y="12420"/></a:lnTo><a:lnTo><a:pt x="16789" y="12585"/></a:lnTo><a:lnTo><a:pt x="16535" y="12928"/></a:lnTo><a:lnTo><a:pt x="16281" y="13258"/></a:lnTo><a:lnTo><a:pt x="16281" y="13423"/></a:lnTo><a:lnTo><a:pt x="16205" y="13677"/></a:lnTo><a:lnTo><a:pt x="16205" y="13843"/></a:lnTo><a:lnTo><a:pt x="16116" y="14097"/></a:lnTo><a:lnTo><a:pt x="16116" y="14274"/></a:lnTo><a:lnTo><a:pt x="16205" y="14516"/></a:lnTo><a:lnTo><a:pt x="16205" y="14693"/></a:lnTo><a:lnTo><a:pt x="16281" y="14935"/></a:lnTo><a:lnTo><a:pt x="16459" y="15278"/></a:lnTo><a:lnTo><a:pt x="16535" y="15443"/></a:lnTo><a:lnTo><a:pt x="16713" y="15697"/></a:lnTo><a:lnTo><a:pt x="17043" y="15951"/></a:lnTo><a:lnTo><a:pt x="17373" y="16205"/></a:lnTo><a:lnTo><a:pt x="17805" y="16370"/></a:lnTo><a:lnTo><a:pt x="18224" y="16446"/></a:lnTo><a:lnTo><a:pt x="18719" y="16446"/></a:lnTo><a:lnTo><a:pt x="18973" y="16370"/></a:lnTo><a:lnTo><a:pt x="19392" y="16205"/></a:lnTo><a:lnTo><a:pt x="19735" y="16027"/></a:lnTo><a:lnTo><a:pt x="20066" y="15786"/></a:lnTo><a:lnTo><a:pt x="20320" y="15443"/></a:lnTo><a:lnTo><a:pt x="20396" y="15278"/></a:lnTo><a:lnTo><a:pt x="20485" y="15024"/></a:lnTo><a:lnTo><a:pt x="20650" y="14693"/></a:lnTo><a:lnTo><a:pt x="20650" y="14516"/></a:lnTo><a:lnTo><a:pt x="20650" y="14274"/></a:lnTo><a:lnTo><a:pt x="20650" y="14097"/></a:lnTo><a:lnTo><a:pt x="20650" y="13843"/></a:lnTo><a:lnTo><a:pt x="20650" y="13677"/></a:lnTo><a:close/></a:path><a:path w="35559" h="27304"><a:moveTo><a:pt x="35433" y="76"/></a:moveTo><a:lnTo><a:pt x="35013" y="0"/></a:lnTo><a:lnTo><a:pt x="34759" y="76"/></a:lnTo><a:lnTo><a:pt x="35433" y="76"/></a:lnTo><a:close/></a:path></a:pathLst></a:custGeom><a:solidFill><a:srgbClr val="000000"/></a:solidFill></p:spPr><p:txBody><a:bodyPr wrap="square" lIns="0" tIns="0" rIns="0" bIns="0" rtlCol="0"/><a:lstStyle/><a:p/></p:txBody></p:sp><p:sp><p:nvSpPr><p:cNvPr id="636" name="object 636"/><p:cNvSpPr/><p:nvPr/></p:nvSpPr><p:spPr><a:xfrm><a:off x="17059275" y="12493388"/><a:ext cx="19050" cy="17780"/></a:xfrm><a:custGeom><a:avLst/><a:gdLst/><a:ahLst/><a:cxnLst/><a:rect l="l" t="t" r="r" b="b"/><a:pathLst><a:path w="19050" h="17779"><a:moveTo><a:pt x="4533" y="15201"/></a:moveTo><a:lnTo><a:pt x="4457" y="14871"/></a:lnTo><a:lnTo><a:pt x="4279" y="14528"/></a:lnTo><a:lnTo><a:pt x="4025" y="14109"/></a:lnTo><a:lnTo><a:pt x="3784" y="13855"/></a:lnTo><a:lnTo><a:pt x="3441" y="13525"/></a:lnTo><a:lnTo><a:pt x="3111" y="13360"/></a:lnTo><a:lnTo><a:pt x="2692" y="13271"/></a:lnTo><a:lnTo><a:pt x="2184" y="13195"/></a:lnTo><a:lnTo><a:pt x="1930" y="13271"/></a:lnTo><a:lnTo><a:pt x="1765" y="13271"/></a:lnTo><a:lnTo><a:pt x="1422" y="13360"/></a:lnTo><a:lnTo><a:pt x="1092" y="13525"/></a:lnTo><a:lnTo><a:pt x="762" y="13779"/></a:lnTo><a:lnTo><a:pt x="419" y="14109"/></a:lnTo><a:lnTo><a:pt x="254" y="14452"/></a:lnTo><a:lnTo><a:pt x="88" y="14782"/></a:lnTo><a:lnTo><a:pt x="0" y="15201"/></a:lnTo><a:lnTo><a:pt x="0" y="15621"/></a:lnTo><a:lnTo><a:pt x="88" y="16040"/></a:lnTo><a:lnTo><a:pt x="165" y="16459"/></a:lnTo><a:lnTo><a:pt x="419" y="16802"/></a:lnTo><a:lnTo><a:pt x="673" y="17132"/></a:lnTo><a:lnTo><a:pt x="1003" y="17386"/></a:lnTo><a:lnTo><a:pt x="1422" y="17551"/></a:lnTo><a:lnTo><a:pt x="1765" y="17729"/></a:lnTo><a:lnTo><a:pt x="2603" y="17729"/></a:lnTo><a:lnTo><a:pt x="3022" y="17640"/></a:lnTo><a:lnTo><a:pt x="3365" y="17475"/></a:lnTo><a:lnTo><a:pt x="3695" y="17221"/></a:lnTo><a:lnTo><a:pt x="4025" y="16878"/></a:lnTo><a:lnTo><a:pt x="4279" y="16548"/></a:lnTo><a:lnTo><a:pt x="4457" y="16129"/></a:lnTo><a:lnTo><a:pt x="4533" y="15709"/></a:lnTo><a:lnTo><a:pt x="4533" y="15290"/></a:lnTo><a:close/></a:path><a:path w="19050" h="17779"><a:moveTo><a:pt x="18808" y="177"/></a:moveTo><a:lnTo><a:pt x="18478" y="88"/></a:lnTo><a:lnTo><a:pt x="18059" y="0"/></a:lnTo><a:lnTo><a:pt x="17640" y="0"/></a:lnTo><a:lnTo><a:pt x="17221" y="88"/></a:lnTo><a:lnTo><a:pt x="16878" y="177"/></a:lnTo><a:lnTo><a:pt x="18808" y="177"/></a:lnTo><a:close/></a:path></a:pathLst></a:custGeom><a:solidFill><a:srgbClr val="000000"/></a:solidFill></p:spPr><p:txBody><a:bodyPr wrap="square" lIns="0" tIns="0" rIns="0" bIns="0" rtlCol="0"/><a:lstStyle/><a:p/></p:txBody></p:sp><p:sp><p:nvSpPr><p:cNvPr id="637" name="object 637"/><p:cNvSpPr/><p:nvPr/></p:nvSpPr><p:spPr><a:xfrm><a:off x="17074808" y="12478872"/><a:ext cx="18415" cy="19685"/></a:xfrm><a:custGeom><a:avLst/><a:gdLst/><a:ahLst/><a:cxnLst/><a:rect l="l" t="t" r="r" b="b"/><a:pathLst><a:path w="18415" h="19684"><a:moveTo><a:pt x="3276" y="14693"/></a:moveTo><a:lnTo><a:pt x="2946" y="14605"/></a:lnTo><a:lnTo><a:pt x="1689" y="14605"/></a:lnTo><a:lnTo><a:pt x="3276" y="14693"/></a:lnTo><a:close/></a:path><a:path w="18415" h="19684"><a:moveTo><a:pt x="4622" y="16789"/></a:moveTo><a:lnTo><a:pt x="4533" y="16370"/></a:lnTo><a:lnTo><a:pt x="4457" y="15951"/></a:lnTo><a:lnTo><a:pt x="4292" y="15608"/></a:lnTo><a:lnTo><a:pt x="4038" y="15278"/></a:lnTo><a:lnTo><a:pt x="3695" y="14947"/></a:lnTo><a:lnTo><a:pt x="3365" y="14770"/></a:lnTo><a:lnTo><a:pt x="1346" y="14693"/></a:lnTo><a:lnTo><a:pt x="927" y="14947"/></a:lnTo><a:lnTo><a:pt x="673" y="15189"/></a:lnTo><a:lnTo><a:pt x="419" y="15532"/></a:lnTo><a:lnTo><a:pt x="177" y="15951"/></a:lnTo><a:lnTo><a:pt x="88" y="16370"/></a:lnTo><a:lnTo><a:pt x="0" y="16789"/></a:lnTo><a:lnTo><a:pt x="88" y="17208"/></a:lnTo><a:lnTo><a:pt x="177" y="17538"/></a:lnTo><a:lnTo><a:pt x="342" y="17970"/></a:lnTo><a:lnTo><a:pt x="596" y="18300"/></a:lnTo><a:lnTo><a:pt x="927" y="18554"/></a:lnTo><a:lnTo><a:pt x="1270" y="18808"/></a:lnTo><a:lnTo><a:pt x="1689" y="18973"/></a:lnTo><a:lnTo><a:pt x="2108" y="19062"/></a:lnTo><a:lnTo><a:pt x="2527" y="19062"/></a:lnTo><a:lnTo><a:pt x="2946" y="18973"/></a:lnTo><a:lnTo><a:pt x="3276" y="18808"/></a:lnTo><a:lnTo><a:pt x="3695" y="18554"/></a:lnTo><a:lnTo><a:pt x="3949" y="18300"/></a:lnTo><a:lnTo><a:pt x="4203" y="17970"/></a:lnTo><a:lnTo><a:pt x="4457" y="17627"/></a:lnTo><a:lnTo><a:pt x="4533" y="17208"/></a:lnTo><a:lnTo><a:pt x="4622" y="16789"/></a:lnTo><a:close/></a:path><a:path w="18415" h="19684"><a:moveTo><a:pt x="18313" y="584"/></a:moveTo><a:lnTo><a:pt x="17970" y="330"/></a:lnTo><a:lnTo><a:pt x="17640" y="165"/></a:lnTo><a:lnTo><a:pt x="17221" y="76"/></a:lnTo><a:lnTo><a:pt x="16802" y="0"/></a:lnTo><a:lnTo><a:pt x="16383" y="76"/></a:lnTo><a:lnTo><a:pt x="15963" y="165"/></a:lnTo><a:lnTo><a:pt x="15621" y="330"/></a:lnTo><a:lnTo><a:pt x="15290" y="584"/></a:lnTo><a:lnTo><a:pt x="18313" y="584"/></a:lnTo><a:close/></a:path></a:pathLst></a:custGeom><a:solidFill><a:srgbClr val="000000"/></a:solidFill></p:spPr><p:txBody><a:bodyPr wrap="square" lIns="0" tIns="0" rIns="0" bIns="0" rtlCol="0"/><a:lstStyle/><a:p/></p:txBody></p:sp><p:sp><p:nvSpPr><p:cNvPr id="638" name="object 638"/><p:cNvSpPr/><p:nvPr/></p:nvSpPr><p:spPr><a:xfrm><a:off x="17089335" y="12463327"/><a:ext cx="17780" cy="20320"/></a:xfrm><a:custGeom><a:avLst/><a:gdLst/><a:ahLst/><a:cxnLst/><a:rect l="l" t="t" r="r" b="b"/><a:pathLst><a:path w="17780" h="20320"><a:moveTo><a:pt x="3784" y="16129"/></a:moveTo><a:lnTo><a:pt x="3441" y="15875"/></a:lnTo><a:lnTo><a:pt x="1092" y="15875"/></a:lnTo><a:lnTo><a:pt x="3784" y="16129"/></a:lnTo><a:close/></a:path><a:path w="17780" h="20320"><a:moveTo><a:pt x="4533" y="17640"/></a:moveTo><a:lnTo><a:pt x="4457" y="17221"/></a:lnTo><a:lnTo><a:pt x="4279" y="16802"/></a:lnTo><a:lnTo><a:pt x="4114" y="16459"/></a:lnTo><a:lnTo><a:pt x="3784" y="16129"/></a:lnTo><a:lnTo><a:pt x="762" y="16129"/></a:lnTo><a:lnTo><a:pt x="419" y="16459"/></a:lnTo><a:lnTo><a:pt x="254" y="16802"/></a:lnTo><a:lnTo><a:pt x="88" y="17221"/></a:lnTo><a:lnTo><a:pt x="0" y="17640"/></a:lnTo><a:lnTo><a:pt x="0" y="18059"/></a:lnTo><a:lnTo><a:pt x="88" y="18478"/></a:lnTo><a:lnTo><a:pt x="254" y="18808"/></a:lnTo><a:lnTo><a:pt x="419" y="19240"/></a:lnTo><a:lnTo><a:pt x="762" y="19481"/></a:lnTo><a:lnTo><a:pt x="1092" y="19735"/></a:lnTo><a:lnTo><a:pt x="1435" y="19989"/></a:lnTo><a:lnTo><a:pt x="1854" y="20078"/></a:lnTo><a:lnTo><a:pt x="2273" y="20154"/></a:lnTo><a:lnTo><a:pt x="2692" y="20078"/></a:lnTo><a:lnTo><a:pt x="3111" y="19989"/></a:lnTo><a:lnTo><a:pt x="3441" y="19824"/></a:lnTo><a:lnTo><a:pt x="3784" y="19570"/></a:lnTo><a:lnTo><a:pt x="4038" y="19240"/></a:lnTo><a:lnTo><a:pt x="4279" y="18897"/></a:lnTo><a:lnTo><a:pt x="4457" y="18478"/></a:lnTo><a:lnTo><a:pt x="4533" y="18059"/></a:lnTo><a:lnTo><a:pt x="4533" y="17640"/></a:lnTo><a:close/></a:path><a:path w="17780" h="20320"><a:moveTo><a:pt x="17475" y="1092"/></a:moveTo><a:lnTo><a:pt x="16205" y="88"/></a:lnTo><a:lnTo><a:pt x="16040" y="0"/></a:lnTo><a:lnTo><a:pt x="14947" y="0"/></a:lnTo><a:lnTo><a:pt x="14782" y="88"/></a:lnTo><a:lnTo><a:pt x="14452" y="177"/></a:lnTo><a:lnTo><a:pt x="14109" y="431"/></a:lnTo><a:lnTo><a:pt x="13779" y="762"/></a:lnTo><a:lnTo><a:pt x="13525" y="1092"/></a:lnTo><a:lnTo><a:pt x="17475" y="1092"/></a:lnTo><a:close/></a:path></a:pathLst></a:custGeom><a:solidFill><a:srgbClr val="000000"/></a:solidFill></p:spPr><p:txBody><a:bodyPr wrap="square" lIns="0" tIns="0" rIns="0" bIns="0" rtlCol="0"/><a:lstStyle/><a:p/></p:txBody></p:sp><p:sp><p:nvSpPr><p:cNvPr id="639" name="object 639"/><p:cNvSpPr/><p:nvPr/></p:nvSpPr><p:spPr><a:xfrm><a:off x="17102519" y="12446626"/><a:ext cx="16510" cy="21590"/></a:xfrm><a:custGeom><a:avLst/><a:gdLst/><a:ahLst/><a:cxnLst/><a:rect l="l" t="t" r="r" b="b"/><a:pathLst><a:path w="16509" h="21590"><a:moveTo><a:pt x="4292" y="17792"/></a:moveTo><a:lnTo><a:pt x="4114" y="17551"/></a:lnTo><a:lnTo><a:pt x="508" y="17551"/></a:lnTo><a:lnTo><a:pt x="4292" y="17792"/></a:lnTo><a:close/></a:path><a:path w="16509" h="21590"><a:moveTo><a:pt x="4533" y="18554"/></a:moveTo><a:lnTo><a:pt x="4457" y="18300"/></a:lnTo><a:lnTo><a:pt x="4457" y="18135"/></a:lnTo><a:lnTo><a:pt x="4292" y="17881"/></a:lnTo><a:lnTo><a:pt x="342" y="17792"/></a:lnTo><a:lnTo><a:pt x="177" y="18135"/></a:lnTo><a:lnTo><a:pt x="88" y="18300"/></a:lnTo><a:lnTo><a:pt x="88" y="18554"/></a:lnTo><a:lnTo><a:pt x="0" y="18808"/></a:lnTo><a:lnTo><a:pt x="0" y="18973"/></a:lnTo><a:lnTo><a:pt x="0" y="19227"/></a:lnTo><a:lnTo><a:pt x="88" y="19392"/></a:lnTo><a:lnTo><a:pt x="177" y="19646"/></a:lnTo><a:lnTo><a:pt x="177" y="19812"/></a:lnTo><a:lnTo><a:pt x="342" y="20066"/></a:lnTo><a:lnTo><a:pt x="596" y="20396"/></a:lnTo><a:lnTo><a:pt x="927" y="20739"/></a:lnTo><a:lnTo><a:pt x="1270" y="20993"/></a:lnTo><a:lnTo><a:pt x="1689" y="21158"/></a:lnTo><a:lnTo><a:pt x="2019" y="21158"/></a:lnTo><a:lnTo><a:pt x="2438" y="21234"/></a:lnTo><a:lnTo><a:pt x="2857" y="21158"/></a:lnTo><a:lnTo><a:pt x="3276" y="20993"/></a:lnTo><a:lnTo><a:pt x="3619" y="20739"/></a:lnTo><a:lnTo><a:pt x="3949" y="20485"/></a:lnTo><a:lnTo><a:pt x="4203" y="20154"/></a:lnTo><a:lnTo><a:pt x="4368" y="19812"/></a:lnTo><a:lnTo><a:pt x="4457" y="19646"/></a:lnTo><a:lnTo><a:pt x="4533" y="19392"/></a:lnTo><a:lnTo><a:pt x="4533" y="19227"/></a:lnTo><a:lnTo><a:pt x="4533" y="18973"/></a:lnTo><a:lnTo><a:pt x="4533" y="18808"/></a:lnTo><a:lnTo><a:pt x="4533" y="18554"/></a:lnTo><a:close/></a:path><a:path w="16509" h="21590"><a:moveTo><a:pt x="16383" y="1587"/></a:moveTo><a:lnTo><a:pt x="16217" y="1346"/></a:lnTo><a:lnTo><a:pt x="16040" y="914"/></a:lnTo><a:lnTo><a:pt x="15786" y="673"/></a:lnTo><a:lnTo><a:pt x="15455" y="419"/></a:lnTo><a:lnTo><a:pt x="15290" y="330"/></a:lnTo><a:lnTo><a:pt x="15036" y="165"/></a:lnTo><a:lnTo><a:pt x="14617" y="76"/></a:lnTo><a:lnTo><a:pt x="13855" y="0"/></a:lnTo><a:lnTo><a:pt x="13436" y="165"/></a:lnTo><a:lnTo><a:pt x="13017" y="330"/></a:lnTo><a:lnTo><a:pt x="12687" y="584"/></a:lnTo><a:lnTo><a:pt x="12433" y="838"/></a:lnTo><a:lnTo><a:pt x="12179" y="1257"/></a:lnTo><a:lnTo><a:pt x="12014" y="1587"/></a:lnTo><a:lnTo><a:pt x="16383" y="1676"/></a:lnTo><a:close/></a:path></a:pathLst></a:custGeom><a:solidFill><a:srgbClr val="000000"/></a:solidFill></p:spPr><p:txBody><a:bodyPr wrap="square" lIns="0" tIns="0" rIns="0" bIns="0" rtlCol="0"/><a:lstStyle/><a:p/></p:txBody></p:sp><p:sp><p:nvSpPr><p:cNvPr id="640" name="object 640"/><p:cNvSpPr/><p:nvPr/></p:nvSpPr><p:spPr><a:xfrm><a:off x="17114444" y="12429075"/><a:ext cx="15240" cy="22225"/></a:xfrm><a:custGeom><a:avLst/><a:gdLst/><a:ahLst/><a:cxnLst/><a:rect l="l" t="t" r="r" b="b"/><a:pathLst><a:path w="15240" h="22225"><a:moveTo><a:pt x="4457" y="19138"/></a:moveTo><a:lnTo><a:pt x="88" y="19138"/></a:lnTo><a:lnTo><a:pt x="4457" y="19227"/></a:lnTo><a:close/></a:path><a:path w="15240" h="22225"><a:moveTo><a:pt x="4533" y="19558"/></a:moveTo><a:lnTo><a:pt x="4457" y="19227"/></a:lnTo><a:lnTo><a:pt x="88" y="19227"/></a:lnTo><a:lnTo><a:pt x="0" y="19558"/></a:lnTo><a:lnTo><a:pt x="0" y="19977"/></a:lnTo><a:lnTo><a:pt x="88" y="20408"/></a:lnTo><a:lnTo><a:pt x="177" y="20828"/></a:lnTo><a:lnTo><a:pt x="419" y="21158"/></a:lnTo><a:lnTo><a:pt x="673" y="21488"/></a:lnTo><a:lnTo><a:pt x="1016" y="21742"/></a:lnTo><a:lnTo><a:pt x="1435" y="21920"/></a:lnTo><a:lnTo><a:pt x="1765" y="22085"/></a:lnTo><a:lnTo><a:pt x="1930" y="22085"/></a:lnTo><a:lnTo><a:pt x="2603" y="22085"/></a:lnTo><a:lnTo><a:pt x="3022" y="21996"/></a:lnTo><a:lnTo><a:pt x="3441" y="21831"/></a:lnTo><a:lnTo><a:pt x="3784" y="21577"/></a:lnTo><a:lnTo><a:pt x="4038" y="21247"/></a:lnTo><a:lnTo><a:pt x="4292" y="20904"/></a:lnTo><a:lnTo><a:pt x="4457" y="20485"/></a:lnTo><a:lnTo><a:pt x="4533" y="20066"/></a:lnTo><a:lnTo><a:pt x="4533" y="19646"/></a:lnTo><a:close/></a:path><a:path w="15240" h="22225"><a:moveTo><a:pt x="15036" y="2349"/></a:moveTo><a:lnTo><a:pt x="14947" y="2019"/></a:lnTo><a:lnTo><a:pt x="14871" y="1587"/></a:lnTo><a:lnTo><a:pt x="14693" y="1168"/></a:lnTo><a:lnTo><a:pt x="14452" y="838"/></a:lnTo><a:lnTo><a:pt x="14198" y="508"/></a:lnTo><a:lnTo><a:pt x="13779" y="254"/></a:lnTo><a:lnTo><a:pt x="13436" y="76"/></a:lnTo><a:lnTo><a:pt x="12941" y="0"/></a:lnTo><a:lnTo><a:pt x="12522" y="0"/></a:lnTo><a:lnTo><a:pt x="12090" y="76"/></a:lnTo><a:lnTo><a:pt x="11671" y="254"/></a:lnTo><a:lnTo><a:pt x="11341" y="508"/></a:lnTo><a:lnTo><a:pt x="10998" y="749"/></a:lnTo><a:lnTo><a:pt x="10756" y="1092"/></a:lnTo><a:lnTo><a:pt x="10579" y="1511"/></a:lnTo><a:lnTo><a:pt x="10502" y="1930"/></a:lnTo><a:lnTo><a:pt x="10502" y="2349"/></a:lnTo><a:lnTo><a:pt x="15036" y="2438"/></a:lnTo><a:close/></a:path></a:pathLst></a:custGeom><a:solidFill><a:srgbClr val="000000"/></a:solidFill></p:spPr><p:txBody><a:bodyPr wrap="square" lIns="0" tIns="0" rIns="0" bIns="0" rtlCol="0"/><a:lstStyle/><a:p/></p:txBody></p:sp><p:sp><p:nvSpPr><p:cNvPr id="641" name="object 641"/><p:cNvSpPr/><p:nvPr/></p:nvSpPr><p:spPr><a:xfrm><a:off x="17124947" y="12410685"/><a:ext cx="13970" cy="23495"/></a:xfrm><a:custGeom><a:avLst/><a:gdLst/><a:ahLst/><a:cxnLst/><a:rect l="l" t="t" r="r" b="b"/><a:pathLst><a:path w="13969" h="23495"><a:moveTo><a:pt x="4533" y="20828"/></a:moveTo><a:lnTo><a:pt x="0" y="20828"/></a:lnTo><a:lnTo><a:pt x="0" y="21158"/></a:lnTo><a:lnTo><a:pt x="76" y="21323"/></a:lnTo><a:lnTo><a:pt x="165" y="21577"/></a:lnTo><a:lnTo><a:pt x="254" y="21742"/></a:lnTo><a:lnTo><a:pt x="330" y="21920"/></a:lnTo><a:lnTo><a:pt x="495" y="22085"/></a:lnTo><a:lnTo><a:pt x="584" y="22250"/></a:lnTo><a:lnTo><a:pt x="749" y="22415"/></a:lnTo><a:lnTo><a:pt x="927" y="22504"/></a:lnTo><a:lnTo><a:pt x="1168" y="22669"/></a:lnTo><a:lnTo><a:pt x="1346" y="22758"/></a:lnTo><a:lnTo><a:pt x="1511" y="22834"/></a:lnTo><a:lnTo><a:pt x="1765" y="22834"/></a:lnTo><a:lnTo><a:pt x="1930" y="22923"/></a:lnTo><a:lnTo><a:pt x="2438" y="22923"/></a:lnTo><a:lnTo><a:pt x="2768" y="22834"/></a:lnTo><a:lnTo><a:pt x="2933" y="22834"/></a:lnTo><a:lnTo><a:pt x="3187" y="22758"/></a:lnTo><a:lnTo><a:pt x="3530" y="22504"/></a:lnTo><a:lnTo><a:pt x="3695" y="22415"/></a:lnTo><a:lnTo><a:pt x="3860" y="22250"/></a:lnTo><a:lnTo><a:pt x="3949" y="22085"/></a:lnTo><a:lnTo><a:pt x="4114" y="21920"/></a:lnTo><a:lnTo><a:pt x="4191" y="21742"/></a:lnTo><a:lnTo><a:pt x="4368" y="21577"/></a:lnTo><a:lnTo><a:pt x="4368" y="21323"/></a:lnTo><a:lnTo><a:pt x="4445" y="21158"/></a:lnTo><a:lnTo><a:pt x="4533" y="20828"/></a:lnTo><a:close/></a:path><a:path w="13969" h="23495"><a:moveTo><a:pt x="4533" y="20739"/></a:moveTo><a:lnTo><a:pt x="0" y="20739"/></a:lnTo><a:lnTo><a:pt x="4533" y="20828"/></a:lnTo><a:close/></a:path><a:path w="13969" h="23495"><a:moveTo><a:pt x="13512" y="2184"/></a:moveTo><a:lnTo><a:pt x="13436" y="1930"/></a:lnTo><a:lnTo><a:pt x="13436" y="1765"/></a:lnTo><a:lnTo><a:pt x="13347" y="1587"/></a:lnTo><a:lnTo><a:pt x="13271" y="1346"/></a:lnTo><a:lnTo><a:pt x="13182" y="1168"/></a:lnTo><a:lnTo><a:pt x="13093" y="1003"/></a:lnTo><a:lnTo><a:pt x="12928" y="838"/></a:lnTo><a:lnTo><a:pt x="12839" y="673"/></a:lnTo><a:lnTo><a:pt x="12674" y="508"/></a:lnTo><a:lnTo><a:pt x="12509" y="419"/></a:lnTo><a:lnTo><a:pt x="12344" y="254"/></a:lnTo><a:lnTo><a:pt x="12090" y="165"/></a:lnTo><a:lnTo><a:pt x="11925" y="76"/></a:lnTo><a:lnTo><a:pt x="11760" y="76"/></a:lnTo><a:lnTo><a:pt x="11506" y="0"/></a:lnTo><a:lnTo><a:pt x="10909" y="0"/></a:lnTo><a:lnTo><a:pt x="10744" y="76"/></a:lnTo><a:lnTo><a:pt x="10490" y="76"/></a:lnTo><a:lnTo><a:pt x="10325" y="165"/></a:lnTo><a:lnTo><a:pt x="10071" y="254"/></a:lnTo><a:lnTo><a:pt x="9994" y="419"/></a:lnTo><a:lnTo><a:pt x="9740" y="508"/></a:lnTo><a:lnTo><a:pt x="9652" y="673"/></a:lnTo><a:lnTo><a:pt x="9486" y="838"/></a:lnTo><a:lnTo><a:pt x="9321" y="1003"/></a:lnTo><a:lnTo><a:pt x="9232" y="1168"/></a:lnTo><a:lnTo><a:pt x="9156" y="1346"/></a:lnTo><a:lnTo><a:pt x="9067" y="1587"/></a:lnTo><a:lnTo><a:pt x="8978" y="1765"/></a:lnTo><a:lnTo><a:pt x="8978" y="2768"/></a:lnTo><a:lnTo><a:pt x="9067" y="3022"/></a:lnTo><a:lnTo><a:pt x="9156" y="3187"/></a:lnTo><a:lnTo><a:pt x="13271" y="3187"/></a:lnTo><a:lnTo><a:pt x="13347" y="3022"/></a:lnTo><a:lnTo><a:pt x="13436" y="2768"/></a:lnTo><a:lnTo><a:pt x="13436" y="2603"/></a:lnTo><a:lnTo><a:pt x="13512" y="2349"/></a:lnTo><a:lnTo><a:pt x="13512" y="2184"/></a:lnTo><a:close/></a:path></a:pathLst></a:custGeom><a:solidFill><a:srgbClr val="000000"/></a:solidFill></p:spPr><p:txBody><a:bodyPr wrap="square" lIns="0" tIns="0" rIns="0" bIns="0" rtlCol="0"/><a:lstStyle/><a:p/></p:txBody></p:sp><p:sp><p:nvSpPr><p:cNvPr id="642" name="object 642"/><p:cNvSpPr/><p:nvPr/></p:nvSpPr><p:spPr><a:xfrm><a:off x="17134015" y="12391623"/><a:ext cx="12065" cy="24130"/></a:xfrm><a:custGeom><a:avLst/><a:gdLst/><a:ahLst/><a:cxnLst/><a:rect l="l" t="t" r="r" b="b"/><a:pathLst><a:path w="12065" h="24129"><a:moveTo><a:pt x="4203" y="22250"/></a:moveTo><a:lnTo><a:pt x="88" y="22250"/></a:lnTo><a:lnTo><a:pt x="165" y="22415"/></a:lnTo><a:lnTo><a:pt x="254" y="22593"/></a:lnTo><a:lnTo><a:pt x="419" y="22758"/></a:lnTo><a:lnTo><a:pt x="584" y="22923"/></a:lnTo><a:lnTo><a:pt x="673" y="23088"/></a:lnTo><a:lnTo><a:pt x="838" y="23177"/></a:lnTo><a:lnTo><a:pt x="1092" y="23342"/></a:lnTo><a:lnTo><a:pt x="1257" y="23431"/></a:lnTo><a:lnTo><a:pt x="1422" y="23507"/></a:lnTo><a:lnTo><a:pt x="1676" y="23507"/></a:lnTo><a:lnTo><a:pt x="1930" y="23596"/></a:lnTo><a:lnTo><a:pt x="2438" y="23596"/></a:lnTo><a:lnTo><a:pt x="2603" y="23507"/></a:lnTo><a:lnTo><a:pt x="2857" y="23507"/></a:lnTo><a:lnTo><a:pt x="3022" y="23431"/></a:lnTo><a:lnTo><a:pt x="3276" y="23342"/></a:lnTo><a:lnTo><a:pt x="3441" y="23177"/></a:lnTo><a:lnTo><a:pt x="3606" y="23088"/></a:lnTo><a:lnTo><a:pt x="3771" y="22923"/></a:lnTo><a:lnTo><a:pt x="3949" y="22758"/></a:lnTo><a:lnTo><a:pt x="4025" y="22593"/></a:lnTo><a:lnTo><a:pt x="4114" y="22415"/></a:lnTo><a:lnTo><a:pt x="4203" y="22250"/></a:lnTo><a:close/></a:path><a:path w="12065" h="24129"><a:moveTo><a:pt x="4279" y="22085"/></a:moveTo><a:lnTo><a:pt x="0" y="22085"/></a:lnTo><a:lnTo><a:pt x="4203" y="22250"/></a:lnTo><a:lnTo><a:pt x="4279" y="22085"/></a:lnTo><a:close/></a:path><a:path w="12065" h="24129"><a:moveTo><a:pt x="11836" y="1765"/></a:moveTo><a:lnTo><a:pt x="11671" y="1346"/></a:lnTo><a:lnTo><a:pt x="11417" y="1003"/></a:lnTo><a:lnTo><a:pt x="11163" y="673"/></a:lnTo><a:lnTo><a:pt x="10833" y="419"/></a:lnTo><a:lnTo><a:pt x="10490" y="165"/></a:lnTo><a:lnTo><a:pt x="10325" y="88"/></a:lnTo><a:lnTo><a:pt x="10071" y="88"/></a:lnTo><a:lnTo><a:pt x="9906" y="0"/></a:lnTo><a:lnTo><a:pt x="9321" y="0"/></a:lnTo><a:lnTo><a:pt x="9067" y="88"/></a:lnTo><a:lnTo><a:pt x="8902" y="88"/></a:lnTo><a:lnTo><a:pt x="8648" y="165"/></a:lnTo><a:lnTo><a:pt x="8483" y="330"/></a:lnTo><a:lnTo><a:pt x="8318" y="419"/></a:lnTo><a:lnTo><a:pt x="8064" y="584"/></a:lnTo><a:lnTo><a:pt x="7810" y="927"/></a:lnTo><a:lnTo><a:pt x="7556" y="1257"/></a:lnTo><a:lnTo><a:pt x="7391" y="1676"/></a:lnTo><a:lnTo><a:pt x="7302" y="2095"/></a:lnTo><a:lnTo><a:pt x="7302" y="2603"/></a:lnTo><a:lnTo><a:pt x="7391" y="2933"/></a:lnTo><a:lnTo><a:pt x="7556" y="3352"/></a:lnTo><a:lnTo><a:pt x="7810" y="3695"/></a:lnTo><a:lnTo><a:pt x="11341" y="3784"/></a:lnTo><a:lnTo><a:pt x="11582" y="3441"/></a:lnTo><a:lnTo><a:pt x="11760" y="3022"/></a:lnTo><a:lnTo><a:pt x="11836" y="2603"/></a:lnTo><a:lnTo><a:pt x="11836" y="2184"/></a:lnTo><a:lnTo><a:pt x="11836" y="1765"/></a:lnTo><a:close/></a:path></a:pathLst></a:custGeom><a:solidFill><a:srgbClr val="000000"/></a:solidFill></p:spPr><p:txBody><a:bodyPr wrap="square" lIns="0" tIns="0" rIns="0" bIns="0" rtlCol="0"/><a:lstStyle/><a:p/></p:txBody></p:sp><p:sp><p:nvSpPr><p:cNvPr id="643" name="object 643"/><p:cNvSpPr/><p:nvPr/></p:nvSpPr><p:spPr><a:xfrm><a:off x="17141825" y="12371976"/><a:ext cx="10160" cy="24765"/></a:xfrm><a:custGeom><a:avLst/><a:gdLst/><a:ahLst/><a:cxnLst/><a:rect l="l" t="t" r="r" b="b"/><a:pathLst><a:path w="10159" h="24765"><a:moveTo><a:pt x="3530" y="23431"/></a:moveTo><a:lnTo><a:pt x="76" y="23431"/></a:lnTo><a:lnTo><a:pt x="330" y="23672"/></a:lnTo><a:lnTo><a:pt x="673" y="23926"/></a:lnTo><a:lnTo><a:pt x="838" y="23926"/></a:lnTo><a:lnTo><a:pt x="1003" y="24091"/></a:lnTo><a:lnTo><a:pt x="1257" y="24091"/></a:lnTo><a:lnTo><a:pt x="1511" y="24180"/></a:lnTo><a:lnTo><a:pt x="2019" y="24180"/></a:lnTo><a:lnTo><a:pt x="2349" y="24091"/></a:lnTo><a:lnTo><a:pt x="2514" y="24091"/></a:lnTo><a:lnTo><a:pt x="2768" y="23926"/></a:lnTo><a:lnTo><a:pt x="3187" y="23761"/></a:lnTo><a:lnTo><a:pt x="3530" y="23431"/></a:lnTo><a:close/></a:path><a:path w="10159" h="24765"><a:moveTo><a:pt x="3530" y="23342"/></a:moveTo><a:lnTo><a:pt x="0" y="23342"/></a:lnTo><a:lnTo><a:pt x="3530" y="23431"/></a:lnTo><a:close/></a:path><a:path w="10159" h="24765"><a:moveTo><a:pt x="9906" y="2184"/></a:moveTo><a:lnTo><a:pt x="9817" y="1841"/></a:lnTo><a:lnTo><a:pt x="9740" y="1422"/></a:lnTo><a:lnTo><a:pt x="9486" y="1092"/></a:lnTo><a:lnTo><a:pt x="9398" y="927"/></a:lnTo><a:lnTo><a:pt x="9232" y="749"/></a:lnTo><a:lnTo><a:pt x="8305" y="165"/></a:lnTo><a:lnTo><a:pt x="8140" y="76"/></a:lnTo><a:lnTo><a:pt x="7886" y="76"/></a:lnTo><a:lnTo><a:pt x="7721" y="0"/></a:lnTo><a:lnTo><a:pt x="7302" y="76"/></a:lnTo><a:lnTo><a:pt x="7137" y="76"/></a:lnTo><a:lnTo><a:pt x="6883" y="165"/></a:lnTo><a:lnTo><a:pt x="6718" y="254"/></a:lnTo><a:lnTo><a:pt x="6464" y="330"/></a:lnTo><a:lnTo><a:pt x="6299" y="419"/></a:lnTo><a:lnTo><a:pt x="6134" y="584"/></a:lnTo><a:lnTo><a:pt x="5956" y="749"/></a:lnTo><a:lnTo><a:pt x="5791" y="927"/></a:lnTo><a:lnTo><a:pt x="5702" y="1092"/></a:lnTo><a:lnTo><a:pt x="5537" y="1346"/></a:lnTo><a:lnTo><a:pt x="5372" y="1765"/></a:lnTo><a:lnTo><a:pt x="5372" y="2184"/></a:lnTo><a:lnTo><a:pt x="5372" y="2603"/></a:lnTo><a:lnTo><a:pt x="5461" y="3022"/></a:lnTo><a:lnTo><a:pt x="5626" y="3441"/></a:lnTo><a:lnTo><a:pt x="5880" y="3771"/></a:lnTo><a:lnTo><a:pt x="6210" y="4114"/></a:lnTo><a:lnTo><a:pt x="6553" y="4279"/></a:lnTo><a:lnTo><a:pt x="8559" y="4368"/></a:lnTo><a:lnTo><a:pt x="8737" y="4279"/></a:lnTo><a:lnTo><a:pt x="8978" y="4114"/></a:lnTo><a:lnTo><a:pt x="9321" y="3860"/></a:lnTo><a:lnTo><a:pt x="9575" y="3441"/></a:lnTo><a:lnTo><a:pt x="9740" y="3098"/></a:lnTo><a:lnTo><a:pt x="9906" y="2679"/></a:lnTo><a:lnTo><a:pt x="9906" y="2260"/></a:lnTo><a:close/></a:path></a:pathLst></a:custGeom><a:solidFill><a:srgbClr val="000000"/></a:solidFill></p:spPr><p:txBody><a:bodyPr wrap="square" lIns="0" tIns="0" rIns="0" bIns="0" rtlCol="0"/><a:lstStyle/><a:p/></p:txBody></p:sp><p:sp><p:nvSpPr><p:cNvPr id="644" name="object 644"/><p:cNvSpPr/><p:nvPr/></p:nvSpPr><p:spPr><a:xfrm><a:off x="17148378" y="12351985"/><a:ext cx="7620" cy="24765"/></a:xfrm><a:custGeom><a:avLst/><a:gdLst/><a:ahLst/><a:cxnLst/><a:rect l="l" t="t" r="r" b="b"/><a:pathLst><a:path w="7619" h="24765"><a:moveTo><a:pt x="2006" y="24358"/></a:moveTo><a:lnTo><a:pt x="76" y="24358"/></a:lnTo><a:lnTo><a:pt x="419" y="24434"/></a:lnTo><a:lnTo><a:pt x="838" y="24523"/></a:lnTo><a:lnTo><a:pt x="1333" y="24523"/></a:lnTo><a:lnTo><a:pt x="1587" y="24523"/></a:lnTo><a:lnTo><a:pt x="1752" y="24434"/></a:lnTo><a:lnTo><a:pt x="2006" y="24358"/></a:lnTo><a:close/></a:path><a:path w="7619" h="24765"><a:moveTo><a:pt x="2184" y="24269"/></a:moveTo><a:lnTo><a:pt x="0" y="24269"/></a:lnTo><a:lnTo><a:pt x="2006" y="24358"/></a:lnTo><a:lnTo><a:pt x="2184" y="24269"/></a:lnTo><a:close/></a:path><a:path w="7619" h="24765"><a:moveTo><a:pt x="7556" y="2019"/></a:moveTo><a:lnTo><a:pt x="7467" y="1600"/></a:lnTo><a:lnTo><a:pt x="7378" y="1435"/></a:lnTo><a:lnTo><a:pt x="7302" y="1181"/></a:lnTo><a:lnTo><a:pt x="7048" y="838"/></a:lnTo><a:lnTo><a:pt x="6883" y="673"/></a:lnTo><a:lnTo><a:pt x="6540" y="419"/></a:lnTo><a:lnTo><a:pt x="6210" y="165"/></a:lnTo><a:lnTo><a:pt x="6045" y="165"/></a:lnTo><a:lnTo><a:pt x="5702" y="88"/></a:lnTo><a:lnTo><a:pt x="4953" y="0"/></a:lnTo><a:lnTo><a:pt x="4787" y="88"/></a:lnTo><a:lnTo><a:pt x="4533" y="165"/></a:lnTo><a:lnTo><a:pt x="4356" y="165"/></a:lnTo><a:lnTo><a:pt x="4114" y="342"/></a:lnTo><a:lnTo><a:pt x="3937" y="419"/></a:lnTo><a:lnTo><a:pt x="3771" y="596"/></a:lnTo><a:lnTo><a:pt x="3606" y="673"/></a:lnTo><a:lnTo><a:pt x="3517" y="838"/></a:lnTo><a:lnTo><a:pt x="3352" y="1092"/></a:lnTo><a:lnTo><a:pt x="3098" y="1435"/></a:lnTo><a:lnTo><a:pt x="3098" y="1600"/></a:lnTo><a:lnTo><a:pt x="3022" y="1930"/></a:lnTo><a:lnTo><a:pt x="3022" y="2349"/></a:lnTo><a:lnTo><a:pt x="3022" y="2768"/></a:lnTo><a:lnTo><a:pt x="3187" y="3187"/></a:lnTo><a:lnTo><a:pt x="3441" y="3619"/></a:lnTo><a:lnTo><a:pt x="3695" y="3949"/></a:lnTo><a:lnTo><a:pt x="4025" y="4203"/></a:lnTo><a:lnTo><a:pt x="4445" y="4368"/></a:lnTo><a:lnTo><a:pt x="4864" y="4533"/></a:lnTo><a:lnTo><a:pt x="5537" y="4533"/></a:lnTo><a:lnTo><a:pt x="5702" y="4533"/></a:lnTo><a:lnTo><a:pt x="6045" y="4368"/></a:lnTo><a:lnTo><a:pt x="6464" y="4203"/></a:lnTo><a:lnTo><a:pt x="6794" y="3949"/></a:lnTo><a:lnTo><a:pt x="7137" y="3619"/></a:lnTo><a:lnTo><a:pt x="7302" y="3276"/></a:lnTo><a:lnTo><a:pt x="7467" y="2857"/></a:lnTo><a:lnTo><a:pt x="7556" y="2438"/></a:lnTo><a:lnTo><a:pt x="7556" y="2019"/></a:lnTo><a:close/></a:path></a:pathLst></a:custGeom><a:solidFill><a:srgbClr val="000000"/></a:solidFill></p:spPr><p:txBody><a:bodyPr wrap="square" lIns="0" tIns="0" rIns="0" bIns="0" rtlCol="0"/><a:lstStyle/><a:p/></p:txBody></p:sp><p:sp><p:nvSpPr><p:cNvPr id="645" name="object 645"/><p:cNvSpPr/><p:nvPr/></p:nvSpPr><p:spPr><a:xfrm><a:off x="17153916" y="12311269"/><a:ext cx="5080" cy="25400"/></a:xfrm><a:custGeom><a:avLst/><a:gdLst/><a:ahLst/><a:cxnLst/><a:rect l="l" t="t" r="r" b="b"/><a:pathLst><a:path w="5080" h="25400"><a:moveTo><a:pt x="4279" y="330"/></a:moveTo><a:lnTo><a:pt x="3949" y="165"/></a:lnTo><a:lnTo><a:pt x="3530" y="0"/></a:lnTo><a:lnTo><a:pt x="2692" y="0"/></a:lnTo><a:lnTo><a:pt x="2273" y="76"/></a:lnTo><a:lnTo><a:pt x="1930" y="330"/></a:lnTo><a:lnTo><a:pt x="4279" y="330"/></a:lnTo><a:close/></a:path><a:path w="5080" h="25400"><a:moveTo><a:pt x="4533" y="22491"/></a:moveTo><a:lnTo><a:pt x="4445" y="22250"/></a:lnTo><a:lnTo><a:pt x="4445" y="22072"/></a:lnTo><a:lnTo><a:pt x="4368" y="21831"/></a:lnTo><a:lnTo><a:pt x="4279" y="21653"/></a:lnTo><a:lnTo><a:pt x="4203" y="21488"/></a:lnTo><a:lnTo><a:pt x="4025" y="21234"/></a:lnTo><a:lnTo><a:pt x="3695" y="20980"/></a:lnTo><a:lnTo><a:pt x="3606" y="20815"/></a:lnTo><a:lnTo><a:pt x="3365" y="20739"/></a:lnTo><a:lnTo><a:pt x="2933" y="20485"/></a:lnTo><a:lnTo><a:pt x="2514" y="20396"/></a:lnTo><a:lnTo><a:pt x="2019" y="20396"/></a:lnTo><a:lnTo><a:pt x="1676" y="20485"/></a:lnTo><a:lnTo><a:pt x="1257" y="20650"/></a:lnTo><a:lnTo><a:pt x="927" y="20815"/></a:lnTo><a:lnTo><a:pt x="762" y="20980"/></a:lnTo><a:lnTo><a:pt x="584" y="21158"/></a:lnTo><a:lnTo><a:pt x="330" y="21488"/></a:lnTo><a:lnTo><a:pt x="254" y="21653"/></a:lnTo><a:lnTo><a:pt x="165" y="21831"/></a:lnTo><a:lnTo><a:pt x="88" y="22072"/></a:lnTo><a:lnTo><a:pt x="0" y="22250"/></a:lnTo><a:lnTo><a:pt x="0" y="22491"/></a:lnTo><a:lnTo><a:pt x="0" y="22669"/></a:lnTo><a:lnTo><a:pt x="0" y="22923"/></a:lnTo><a:lnTo><a:pt x="0" y="23088"/></a:lnTo><a:lnTo><a:pt x="88" y="23418"/></a:lnTo><a:lnTo><a:pt x="254" y="23761"/></a:lnTo><a:lnTo><a:pt x="508" y="24180"/></a:lnTo><a:lnTo><a:pt x="838" y="24434"/></a:lnTo><a:lnTo><a:pt x="1257" y="24676"/></a:lnTo><a:lnTo><a:pt x="1600" y="24853"/></a:lnTo><a:lnTo><a:pt x="2019" y="24930"/></a:lnTo><a:lnTo><a:pt x="2514" y="24930"/></a:lnTo><a:lnTo><a:pt x="2857" y="24853"/></a:lnTo><a:lnTo><a:pt x="3276" y="24676"/></a:lnTo><a:lnTo><a:pt x="3606" y="24511"/></a:lnTo><a:lnTo><a:pt x="3949" y="24180"/></a:lnTo><a:lnTo><a:pt x="4203" y="23837"/></a:lnTo><a:lnTo><a:pt x="4368" y="23507"/></a:lnTo><a:lnTo><a:pt x="4533" y="23088"/></a:lnTo><a:lnTo><a:pt x="4533" y="22923"/></a:lnTo><a:lnTo><a:pt x="4533" y="22669"/></a:lnTo><a:lnTo><a:pt x="4533" y="22491"/></a:lnTo><a:close/></a:path></a:pathLst></a:custGeom><a:solidFill><a:srgbClr val="000000"/></a:solidFill></p:spPr><p:txBody><a:bodyPr wrap="square" lIns="0" tIns="0" rIns="0" bIns="0" rtlCol="0"/><a:lstStyle/><a:p/></p:txBody></p:sp><p:sp><p:nvSpPr><p:cNvPr id="646" name="object 646"/><p:cNvSpPr/><p:nvPr/></p:nvSpPr><p:spPr><a:xfrm><a:off x="17154246" y="12290771"/><a:ext cx="5080" cy="25400"/></a:xfrm><a:custGeom><a:avLst/><a:gdLst/><a:ahLst/><a:cxnLst/><a:rect l="l" t="t" r="r" b="b"/><a:pathLst><a:path w="5080" h="25400"><a:moveTo><a:pt x="3873" y="1092"/></a:moveTo><a:lnTo><a:pt x="3695" y="838"/></a:lnTo><a:lnTo><a:pt x="3365" y="596"/></a:lnTo><a:lnTo><a:pt x="3035" y="342"/></a:lnTo><a:lnTo><a:pt x="2603" y="165"/></a:lnTo><a:lnTo><a:pt x="2184" y="0"/></a:lnTo><a:lnTo><a:pt x="1689" y="0"/></a:lnTo><a:lnTo><a:pt x="1346" y="88"/></a:lnTo><a:lnTo><a:pt x="927" y="254"/></a:lnTo><a:lnTo><a:pt x="596" y="508"/></a:lnTo><a:lnTo><a:pt x="254" y="762"/></a:lnTo><a:lnTo><a:pt x="0" y="1092"/></a:lnTo><a:lnTo><a:pt x="3873" y="1092"/></a:lnTo><a:close/></a:path><a:path w="5080" h="25400"><a:moveTo><a:pt x="5041" y="22504"/></a:moveTo><a:lnTo><a:pt x="4965" y="22339"/></a:lnTo><a:lnTo><a:pt x="4965" y="22085"/></a:lnTo><a:lnTo><a:pt x="4876" y="21831"/></a:lnTo><a:lnTo><a:pt x="4622" y="21501"/></a:lnTo><a:lnTo><a:pt x="4622" y="21336"/></a:lnTo><a:lnTo><a:pt x="4368" y="21158"/></a:lnTo><a:lnTo><a:pt x="4038" y="20828"/></a:lnTo><a:lnTo><a:pt x="1511" y="20828"/></a:lnTo><a:lnTo><a:pt x="1270" y="21082"/></a:lnTo><a:lnTo><a:pt x="927" y="21336"/></a:lnTo><a:lnTo><a:pt x="850" y="21501"/></a:lnTo><a:lnTo><a:pt x="762" y="21755"/></a:lnTo><a:lnTo><a:pt x="596" y="22085"/></a:lnTo><a:lnTo><a:pt x="508" y="22339"/></a:lnTo><a:lnTo><a:pt x="508" y="22504"/></a:lnTo><a:lnTo><a:pt x="508" y="22758"/></a:lnTo><a:lnTo><a:pt x="508" y="22923"/></a:lnTo><a:lnTo><a:pt x="508" y="23177"/></a:lnTo><a:lnTo><a:pt x="596" y="23342"/></a:lnTo><a:lnTo><a:pt x="673" y="23596"/></a:lnTo><a:lnTo><a:pt x="762" y="23761"/></a:lnTo><a:lnTo><a:pt x="850" y="24015"/></a:lnTo><a:lnTo><a:pt x="1181" y="24358"/></a:lnTo><a:lnTo><a:pt x="1511" y="24612"/></a:lnTo><a:lnTo><a:pt x="1943" y="24853"/></a:lnTo><a:lnTo><a:pt x="2362" y="24942"/></a:lnTo><a:lnTo><a:pt x="2781" y="25031"/></a:lnTo><a:lnTo><a:pt x="3200" y="24942"/></a:lnTo><a:lnTo><a:pt x="3619" y="24853"/></a:lnTo><a:lnTo><a:pt x="3949" y="24688"/></a:lnTo><a:lnTo><a:pt x="4292" y="24434"/></a:lnTo><a:lnTo><a:pt x="4622" y="24104"/></a:lnTo><a:lnTo><a:pt x="4787" y="23761"/></a:lnTo><a:lnTo><a:pt x="4876" y="23596"/></a:lnTo><a:lnTo><a:pt x="4965" y="23342"/></a:lnTo><a:lnTo><a:pt x="4965" y="23177"/></a:lnTo><a:lnTo><a:pt x="5041" y="22923"/></a:lnTo><a:lnTo><a:pt x="5041" y="22758"/></a:lnTo><a:lnTo><a:pt x="5041" y="22504"/></a:lnTo><a:close/></a:path></a:pathLst></a:custGeom><a:solidFill><a:srgbClr val="000000"/></a:solidFill></p:spPr><p:txBody><a:bodyPr wrap="square" lIns="0" tIns="0" rIns="0" bIns="0" rtlCol="0"/><a:lstStyle/><a:p/></p:txBody></p:sp><p:sp><p:nvSpPr><p:cNvPr id="647" name="object 647"/><p:cNvSpPr/><p:nvPr/></p:nvSpPr><p:spPr><a:xfrm><a:off x="17151477" y="12270452"/><a:ext cx="6985" cy="25400"/></a:xfrm><a:custGeom><a:avLst/><a:gdLst/><a:ahLst/><a:cxnLst/><a:rect l="l" t="t" r="r" b="b"/><a:pathLst><a:path w="6984" h="25400"><a:moveTo><a:pt x="4368" y="1676"/></a:moveTo><a:lnTo><a:pt x="4203" y="1346"/></a:lnTo><a:lnTo><a:pt x="4038" y="1016"/></a:lnTo><a:lnTo><a:pt x="3695" y="673"/></a:lnTo><a:lnTo><a:pt x="3365" y="419"/></a:lnTo><a:lnTo><a:pt x="3022" y="165"/></a:lnTo><a:lnTo><a:pt x="2603" y="88"/></a:lnTo><a:lnTo><a:pt x="2184" y="0"/></a:lnTo><a:lnTo><a:pt x="1765" y="88"/></a:lnTo><a:lnTo><a:pt x="1346" y="165"/></a:lnTo><a:lnTo><a:pt x="1016" y="342"/></a:lnTo><a:lnTo><a:pt x="673" y="584"/></a:lnTo><a:lnTo><a:pt x="342" y="927"/></a:lnTo><a:lnTo><a:pt x="165" y="1257"/></a:lnTo><a:lnTo><a:pt x="0" y="1676"/></a:lnTo><a:lnTo><a:pt x="4368" y="1765"/></a:lnTo><a:close/></a:path><a:path w="6984" h="25400"><a:moveTo><a:pt x="6642" y="21412"/></a:moveTo><a:lnTo><a:pt x="6464" y="21158"/></a:lnTo><a:lnTo><a:pt x="2946" y="21158"/></a:lnTo><a:lnTo><a:pt x="6642" y="21412"/></a:lnTo><a:close/></a:path><a:path w="6984" h="25400"><a:moveTo><a:pt x="6972" y="22428"/></a:moveTo><a:lnTo><a:pt x="6883" y="22174"/></a:lnTo><a:lnTo><a:pt x="6883" y="21996"/></a:lnTo><a:lnTo><a:pt x="6807" y="21755"/></a:lnTo><a:lnTo><a:pt x="6718" y="21577"/></a:lnTo><a:lnTo><a:pt x="6642" y="21412"/></a:lnTo><a:lnTo><a:pt x="2768" y="21412"/></a:lnTo><a:lnTo><a:pt x="2692" y="21577"/></a:lnTo><a:lnTo><a:pt x="2603" y="21755"/></a:lnTo><a:lnTo><a:pt x="2527" y="21996"/></a:lnTo><a:lnTo><a:pt x="2438" y="22174"/></a:lnTo><a:lnTo><a:pt x="2438" y="22428"/></a:lnTo><a:lnTo><a:pt x="2438" y="22593"/></a:lnTo><a:lnTo><a:pt x="2438" y="22847"/></a:lnTo><a:lnTo><a:pt x="2438" y="23012"/></a:lnTo><a:lnTo><a:pt x="2527" y="23342"/></a:lnTo><a:lnTo><a:pt x="2692" y="23685"/></a:lnTo><a:lnTo><a:pt x="2946" y="24104"/></a:lnTo><a:lnTo><a:pt x="3276" y="24434"/></a:lnTo><a:lnTo><a:pt x="3619" y="24599"/></a:lnTo><a:lnTo><a:pt x="4038" y="24777"/></a:lnTo><a:lnTo><a:pt x="4457" y="24853"/></a:lnTo><a:lnTo><a:pt x="4876" y="24853"/></a:lnTo><a:lnTo><a:pt x="5295" y="24777"/></a:lnTo><a:lnTo><a:pt x="5715" y="24599"/></a:lnTo><a:lnTo><a:pt x="6045" y="24434"/></a:lnTo><a:lnTo><a:pt x="6388" y="24104"/></a:lnTo><a:lnTo><a:pt x="6642" y="23761"/></a:lnTo><a:lnTo><a:pt x="6807" y="23431"/></a:lnTo><a:lnTo><a:pt x="6883" y="23012"/></a:lnTo><a:lnTo><a:pt x="6972" y="22847"/></a:lnTo><a:lnTo><a:pt x="6972" y="22593"/></a:lnTo><a:lnTo><a:pt x="6972" y="22428"/></a:lnTo><a:close/></a:path></a:pathLst></a:custGeom><a:solidFill><a:srgbClr val="000000"/></a:solidFill></p:spPr><p:txBody><a:bodyPr wrap="square" lIns="0" tIns="0" rIns="0" bIns="0" rtlCol="0"/><a:lstStyle/><a:p/></p:txBody></p:sp><p:sp><p:nvSpPr><p:cNvPr id="648" name="object 648"/><p:cNvSpPr/><p:nvPr/></p:nvSpPr><p:spPr><a:xfrm><a:off x="17147197" y="12250475"/><a:ext cx="8890" cy="24765"/></a:xfrm><a:custGeom><a:avLst/><a:gdLst/><a:ahLst/><a:cxnLst/><a:rect l="l" t="t" r="r" b="b"/><a:pathLst><a:path w="8890" h="24765"><a:moveTo><a:pt x="4533" y="1930"/></a:moveTo><a:lnTo><a:pt x="4368" y="1511"/></a:lnTo><a:lnTo><a:pt x="4203" y="1092"/></a:lnTo><a:lnTo><a:pt x="3949" y="749"/></a:lnTo><a:lnTo><a:pt x="3695" y="495"/></a:lnTo><a:lnTo><a:pt x="3276" y="241"/></a:lnTo><a:lnTo><a:pt x="2933" y="76"/></a:lnTo><a:lnTo><a:pt x="2768" y="76"/></a:lnTo><a:lnTo><a:pt x="2514" y="0"/></a:lnTo><a:lnTo><a:pt x="2019" y="0"/></a:lnTo><a:lnTo><a:pt x="1676" y="76"/></a:lnTo><a:lnTo><a:pt x="1257" y="241"/></a:lnTo><a:lnTo><a:pt x="838" y="419"/></a:lnTo><a:lnTo><a:pt x="584" y="749"/></a:lnTo><a:lnTo><a:pt x="254" y="1092"/></a:lnTo><a:lnTo><a:pt x="88" y="1511"/></a:lnTo><a:lnTo><a:pt x="0" y="1930"/></a:lnTo><a:lnTo><a:pt x="0" y="2349"/></a:lnTo><a:lnTo><a:pt x="4533" y="2425"/></a:lnTo><a:lnTo><a:pt x="4533" y="1930"/></a:lnTo><a:close/></a:path><a:path w="8890" h="24765"><a:moveTo><a:pt x="8648" y="21653"/></a:moveTo><a:lnTo><a:pt x="4279" y="21653"/></a:lnTo><a:lnTo><a:pt x="8648" y="21742"/></a:lnTo><a:close/></a:path><a:path w="8890" h="24765"><a:moveTo><a:pt x="8737" y="22085"/></a:moveTo><a:lnTo><a:pt x="8648" y="21742"/></a:lnTo><a:lnTo><a:pt x="4279" y="21742"/></a:lnTo><a:lnTo><a:pt x="4203" y="22085"/></a:lnTo><a:lnTo><a:pt x="4203" y="22504"/></a:lnTo><a:lnTo><a:pt x="4279" y="22834"/></a:lnTo><a:lnTo><a:pt x="4368" y="23253"/></a:lnTo><a:lnTo><a:pt x="4622" y="23596"/></a:lnTo><a:lnTo><a:pt x="4876" y="23926"/></a:lnTo><a:lnTo><a:pt x="5207" y="24180"/></a:lnTo><a:lnTo><a:pt x="5626" y="24434"/></a:lnTo><a:lnTo><a:pt x="5969" y="24511"/></a:lnTo><a:lnTo><a:pt x="6134" y="24511"/></a:lnTo><a:lnTo><a:pt x="6388" y="24599"/></a:lnTo><a:lnTo><a:pt x="6807" y="24511"/></a:lnTo><a:lnTo><a:pt x="7226" y="24434"/></a:lnTo><a:lnTo><a:pt x="7645" y="24257"/></a:lnTo><a:lnTo><a:pt x="7975" y="24015"/></a:lnTo><a:lnTo><a:pt x="8229" y="23672"/></a:lnTo><a:lnTo><a:pt x="8483" y="23342"/></a:lnTo><a:lnTo><a:pt x="8648" y="22923"/></a:lnTo><a:lnTo><a:pt x="8737" y="22580"/></a:lnTo><a:lnTo><a:pt x="8737" y="22161"/></a:lnTo><a:close/></a:path></a:pathLst></a:custGeom><a:solidFill><a:srgbClr val="000000"/></a:solidFill></p:spPr><p:txBody><a:bodyPr wrap="square" lIns="0" tIns="0" rIns="0" bIns="0" rtlCol="0"/><a:lstStyle/><a:p/></p:txBody></p:sp><p:sp><p:nvSpPr><p:cNvPr id="649" name="object 649"/><p:cNvSpPr/><p:nvPr/></p:nvSpPr><p:spPr><a:xfrm><a:off x="17141317" y="12230815"/><a:ext cx="10795" cy="24765"/></a:xfrm><a:custGeom><a:avLst/><a:gdLst/><a:ahLst/><a:cxnLst/><a:rect l="l" t="t" r="r" b="b"/><a:pathLst><a:path w="10794" h="24765"><a:moveTo><a:pt x="4533" y="1765"/></a:moveTo><a:lnTo><a:pt x="4457" y="1600"/></a:lnTo><a:lnTo><a:pt x="4368" y="1346"/></a:lnTo><a:lnTo><a:pt x="4114" y="1016"/></a:lnTo><a:lnTo><a:pt x="4038" y="850"/></a:lnTo><a:lnTo><a:pt x="3860" y="673"/></a:lnTo><a:lnTo><a:pt x="2768" y="88"/></a:lnTo><a:lnTo><a:pt x="2527" y="88"/></a:lnTo><a:lnTo><a:pt x="2349" y="0"/></a:lnTo><a:lnTo><a:pt x="1930" y="88"/></a:lnTo><a:lnTo><a:pt x="1511" y="177"/></a:lnTo><a:lnTo><a:pt x="1181" y="342"/></a:lnTo><a:lnTo><a:pt x="1016" y="431"/></a:lnTo><a:lnTo><a:pt x="838" y="596"/></a:lnTo><a:lnTo><a:pt x="673" y="673"/></a:lnTo><a:lnTo><a:pt x="508" y="850"/></a:lnTo><a:lnTo><a:pt x="419" y="1016"/></a:lnTo><a:lnTo><a:pt x="254" y="1270"/></a:lnTo><a:lnTo><a:pt x="88" y="1600"/></a:lnTo><a:lnTo><a:pt x="88" y="1765"/></a:lnTo><a:lnTo><a:pt x="0" y="2019"/></a:lnTo><a:lnTo><a:pt x="0" y="2184"/></a:lnTo><a:lnTo><a:pt x="0" y="2438"/></a:lnTo><a:lnTo><a:pt x="0" y="2603"/></a:lnTo><a:lnTo><a:pt x="88" y="2857"/></a:lnTo><a:lnTo><a:pt x="165" y="3022"/></a:lnTo><a:lnTo><a:pt x="254" y="3276"/></a:lnTo><a:lnTo><a:pt x="4368" y="3276"/></a:lnTo><a:lnTo><a:pt x="4457" y="3022"/></a:lnTo><a:lnTo><a:pt x="4457" y="2857"/></a:lnTo><a:lnTo><a:pt x="4533" y="2603"/></a:lnTo><a:lnTo><a:pt x="4533" y="2438"/></a:lnTo><a:lnTo><a:pt x="4533" y="2184"/></a:lnTo><a:lnTo><a:pt x="4533" y="2019"/></a:lnTo><a:lnTo><a:pt x="4533" y="1765"/></a:lnTo><a:close/></a:path><a:path w="10794" h="24765"><a:moveTo><a:pt x="10414" y="22085"/></a:moveTo><a:lnTo><a:pt x="5880" y="22085"/></a:lnTo><a:lnTo><a:pt x="5880" y="22428"/></a:lnTo><a:lnTo><a:pt x="6045" y="22847"/></a:lnTo><a:lnTo><a:pt x="6210" y="23177"/></a:lnTo><a:lnTo><a:pt x="6464" y="23520"/></a:lnTo><a:lnTo><a:pt x="6642" y="23596"/></a:lnTo><a:lnTo><a:pt x="6807" y="23774"/></a:lnTo><a:lnTo><a:pt x="6972" y="23850"/></a:lnTo><a:lnTo><a:pt x="7226" y="24015"/></a:lnTo><a:lnTo><a:pt x="7391" y="24104"/></a:lnTo><a:lnTo><a:pt x="7645" y="24104"/></a:lnTo><a:lnTo><a:pt x="7810" y="24193"/></a:lnTo><a:lnTo><a:pt x="8394" y="24193"/></a:lnTo><a:lnTo><a:pt x="8648" y="24104"/></a:lnTo><a:lnTo><a:pt x="8813" y="24104"/></a:lnTo><a:lnTo><a:pt x="9067" y="24015"/></a:lnTo><a:lnTo><a:pt x="9245" y="23850"/></a:lnTo><a:lnTo><a:pt x="9410" y="23774"/></a:lnTo><a:lnTo><a:pt x="9664" y="23596"/></a:lnTo><a:lnTo><a:pt x="9906" y="23266"/></a:lnTo><a:lnTo><a:pt x="10160" y="22923"/></a:lnTo><a:lnTo><a:pt x="10325" y="22504"/></a:lnTo><a:lnTo><a:pt x="10414" y="22085"/></a:lnTo><a:close/></a:path><a:path w="10794" h="24765"><a:moveTo><a:pt x="10414" y="22009"/></a:moveTo><a:lnTo><a:pt x="5880" y="22009"/></a:lnTo><a:lnTo><a:pt x="10414" y="22085"/></a:lnTo><a:close/></a:path></a:pathLst></a:custGeom><a:solidFill><a:srgbClr val="000000"/></a:solidFill></p:spPr><p:txBody><a:bodyPr wrap="square" lIns="0" tIns="0" rIns="0" bIns="0" rtlCol="0"/><a:lstStyle/><a:p/></p:txBody></p:sp><p:sp><p:nvSpPr><p:cNvPr id="650" name="object 650"/><p:cNvSpPr/><p:nvPr/></p:nvSpPr><p:spPr><a:xfrm><a:off x="17133927" y="12211765"/><a:ext cx="12065" cy="24130"/></a:xfrm><a:custGeom><a:avLst/><a:gdLst/><a:ahLst/><a:cxnLst/><a:rect l="l" t="t" r="r" b="b"/><a:pathLst><a:path w="12065" h="24129"><a:moveTo><a:pt x="4533" y="2171"/></a:moveTo><a:lnTo><a:pt x="4457" y="1841"/></a:lnTo><a:lnTo><a:pt x="4292" y="1422"/></a:lnTo><a:lnTo><a:pt x="4114" y="1003"/></a:lnTo><a:lnTo><a:pt x="3860" y="660"/></a:lnTo><a:lnTo><a:pt x="3530" y="419"/></a:lnTo><a:lnTo><a:pt x="3111" y="241"/></a:lnTo><a:lnTo><a:pt x="2692" y="76"/></a:lnTo><a:lnTo><a:pt x="2184" y="0"/></a:lnTo><a:lnTo><a:pt x="1930" y="76"/></a:lnTo><a:lnTo><a:pt x="1765" y="76"/></a:lnTo><a:lnTo><a:pt x="1435" y="165"/></a:lnTo><a:lnTo><a:pt x="1016" y="419"/></a:lnTo><a:lnTo><a:pt x="673" y="660"/></a:lnTo><a:lnTo><a:pt x="342" y="1003"/></a:lnTo><a:lnTo><a:pt x="177" y="1422"/></a:lnTo><a:lnTo><a:pt x="0" y="1752"/></a:lnTo><a:lnTo><a:pt x="0" y="2679"/></a:lnTo><a:lnTo><a:pt x="88" y="3022"/></a:lnTo><a:lnTo><a:pt x="254" y="3441"/></a:lnTo><a:lnTo><a:pt x="508" y="3771"/></a:lnTo><a:lnTo><a:pt x="3860" y="3860"/></a:lnTo><a:lnTo><a:pt x="4203" y="3517"/></a:lnTo><a:lnTo><a:pt x="4368" y="3098"/></a:lnTo><a:lnTo><a:pt x="4457" y="2679"/></a:lnTo><a:lnTo><a:pt x="4533" y="2260"/></a:lnTo><a:close/></a:path><a:path w="12065" h="24129"><a:moveTo><a:pt x="11760" y="22326"/></a:moveTo><a:lnTo><a:pt x="7645" y="22326"/></a:lnTo><a:lnTo><a:pt x="7734" y="22504"/></a:lnTo><a:lnTo><a:pt x="7810" y="22669"/></a:lnTo><a:lnTo><a:pt x="7899" y="22834"/></a:lnTo><a:lnTo><a:pt x="8064" y="22999"/></a:lnTo><a:lnTo><a:pt x="8229" y="23088"/></a:lnTo><a:lnTo><a:pt x="8407" y="23253"/></a:lnTo><a:lnTo><a:pt x="8572" y="23342"/></a:lnTo><a:lnTo><a:pt x="8737" y="23418"/></a:lnTo><a:lnTo><a:pt x="8991" y="23507"/></a:lnTo><a:lnTo><a:pt x="9156" y="23583"/></a:lnTo><a:lnTo><a:pt x="9410" y="23583"/></a:lnTo><a:lnTo><a:pt x="9575" y="23672"/></a:lnTo><a:lnTo><a:pt x="9994" y="23583"/></a:lnTo><a:lnTo><a:pt x="10160" y="23583"/></a:lnTo><a:lnTo><a:pt x="10414" y="23507"/></a:lnTo><a:lnTo><a:pt x="10579" y="23418"/></a:lnTo><a:lnTo><a:pt x="10833" y="23342"/></a:lnTo><a:lnTo><a:pt x="11176" y="23088"/></a:lnTo><a:lnTo><a:pt x="11430" y="22834"/></a:lnTo><a:lnTo><a:pt x="11506" y="22669"/></a:lnTo><a:lnTo><a:pt x="11671" y="22504"/></a:lnTo><a:lnTo><a:pt x="11760" y="22326"/></a:lnTo><a:close/></a:path><a:path w="12065" h="24129"><a:moveTo><a:pt x="11849" y="22072"/></a:moveTo><a:lnTo><a:pt x="7556" y="22072"/></a:lnTo><a:lnTo><a:pt x="11760" y="22326"/></a:lnTo><a:lnTo><a:pt x="11849" y="22072"/></a:lnTo><a:close/></a:path></a:pathLst></a:custGeom><a:solidFill><a:srgbClr val="000000"/></a:solidFill></p:spPr><p:txBody><a:bodyPr wrap="square" lIns="0" tIns="0" rIns="0" bIns="0" rtlCol="0"/><a:lstStyle/><a:p/></p:txBody></p:sp><p:sp><p:nvSpPr><p:cNvPr id="651" name="object 651"/><p:cNvSpPr/><p:nvPr/></p:nvSpPr><p:spPr><a:xfrm><a:off x="17124947" y="12193452"/><a:ext cx="13335" cy="23495"/></a:xfrm><a:custGeom><a:avLst/><a:gdLst/><a:ahLst/><a:cxnLst/><a:rect l="l" t="t" r="r" b="b"/><a:pathLst><a:path w="13334" h="23495"><a:moveTo><a:pt x="4533" y="2019"/></a:moveTo><a:lnTo><a:pt x="4445" y="1600"/></a:lnTo><a:lnTo><a:pt x="4191" y="1181"/></a:lnTo><a:lnTo><a:pt x="3949" y="762"/></a:lnTo><a:lnTo><a:pt x="3695" y="508"/></a:lnTo><a:lnTo><a:pt x="3352" y="254"/></a:lnTo><a:lnTo><a:pt x="2933" y="88"/></a:lnTo><a:lnTo><a:pt x="2438" y="0"/></a:lnTo><a:lnTo><a:pt x="2019" y="0"/></a:lnTo><a:lnTo><a:pt x="1587" y="88"/></a:lnTo><a:lnTo><a:pt x="1168" y="254"/></a:lnTo><a:lnTo><a:pt x="838" y="508"/></a:lnTo><a:lnTo><a:pt x="495" y="762"/></a:lnTo><a:lnTo><a:pt x="254" y="1092"/></a:lnTo><a:lnTo><a:pt x="76" y="1511"/></a:lnTo><a:lnTo><a:pt x="0" y="1930"/></a:lnTo><a:lnTo><a:pt x="0" y="2349"/></a:lnTo><a:lnTo><a:pt x="0" y="2768"/></a:lnTo><a:lnTo><a:pt x="165" y="3111"/></a:lnTo><a:lnTo><a:pt x="254" y="3276"/></a:lnTo><a:lnTo><a:pt x="330" y="3530"/></a:lnTo><a:lnTo><a:pt x="495" y="3695"/></a:lnTo><a:lnTo><a:pt x="584" y="3860"/></a:lnTo><a:lnTo><a:pt x="749" y="3949"/></a:lnTo><a:lnTo><a:pt x="927" y="4114"/></a:lnTo><a:lnTo><a:pt x="1168" y="4203"/></a:lnTo><a:lnTo><a:pt x="3187" y="4279"/></a:lnTo><a:lnTo><a:pt x="3352" y="4203"/></a:lnTo><a:lnTo><a:pt x="3530" y="4114"/></a:lnTo><a:lnTo><a:pt x="3695" y="3949"/></a:lnTo><a:lnTo><a:pt x="3860" y="3860"/></a:lnTo><a:lnTo><a:pt x="4025" y="3695"/></a:lnTo><a:lnTo><a:pt x="4114" y="3530"/></a:lnTo><a:lnTo><a:pt x="4279" y="3276"/></a:lnTo><a:lnTo><a:pt x="4279" y="3111"/></a:lnTo><a:lnTo><a:pt x="4445" y="2857"/></a:lnTo><a:lnTo><a:pt x="4533" y="2438"/></a:lnTo><a:lnTo><a:pt x="4533" y="2019"/></a:lnTo><a:close/></a:path><a:path w="13334" h="23495"><a:moveTo><a:pt x="12839" y="22174"/></a:moveTo><a:lnTo><a:pt x="9575" y="22174"/></a:lnTo><a:lnTo><a:pt x="9740" y="22339"/></a:lnTo><a:lnTo><a:pt x="9906" y="22504"/></a:lnTo><a:lnTo><a:pt x="10071" y="22593"/></a:lnTo><a:lnTo><a:pt x="10325" y="22669"/></a:lnTo><a:lnTo><a:pt x="10490" y="22758"/></a:lnTo><a:lnTo><a:pt x="10744" y="22847"/></a:lnTo><a:lnTo><a:pt x="10909" y="22847"/></a:lnTo><a:lnTo><a:pt x="11328" y="22923"/></a:lnTo><a:lnTo><a:pt x="11506" y="22847"/></a:lnTo><a:lnTo><a:pt x="11760" y="22847"/></a:lnTo><a:lnTo><a:pt x="11925" y="22758"/></a:lnTo><a:lnTo><a:pt x="12179" y="22669"/></a:lnTo><a:lnTo><a:pt x="12344" y="22593"/></a:lnTo><a:lnTo><a:pt x="12509" y="22504"/></a:lnTo><a:lnTo><a:pt x="12674" y="22339"/></a:lnTo><a:lnTo><a:pt x="12839" y="22174"/></a:lnTo><a:close/></a:path><a:path w="13334" h="23495"><a:moveTo><a:pt x="12928" y="22085"/></a:moveTo><a:lnTo><a:pt x="9486" y="22085"/></a:lnTo><a:lnTo><a:pt x="12839" y="22174"/></a:lnTo><a:close/></a:path></a:pathLst></a:custGeom><a:solidFill><a:srgbClr val="000000"/></a:solidFill></p:spPr><p:txBody><a:bodyPr wrap="square" lIns="0" tIns="0" rIns="0" bIns="0" rtlCol="0"/><a:lstStyle/><a:p/></p:txBody></p:sp><p:sp><p:nvSpPr><p:cNvPr id="652" name="object 652"/><p:cNvSpPr/><p:nvPr/></p:nvSpPr><p:spPr><a:xfrm><a:off x="17114444" y="12175824"/><a:ext cx="13970" cy="22225"/></a:xfrm><a:custGeom><a:avLst/><a:gdLst/><a:ahLst/><a:cxnLst/><a:rect l="l" t="t" r="r" b="b"/><a:pathLst><a:path w="13969" h="22225"><a:moveTo><a:pt x="4533" y="2006"/></a:moveTo><a:lnTo><a:pt x="4457" y="1765"/></a:lnTo><a:lnTo><a:pt x="4457" y="1587"/></a:lnTo><a:lnTo><a:pt x="4292" y="1346"/></a:lnTo><a:lnTo><a:pt x="4114" y="1003"/></a:lnTo><a:lnTo><a:pt x="4038" y="838"/></a:lnTo><a:lnTo><a:pt x="3860" y="673"/></a:lnTo><a:lnTo><a:pt x="3530" y="419"/></a:lnTo><a:lnTo><a:pt x="3111" y="165"/></a:lnTo><a:lnTo><a:pt x="2692" y="76"/></a:lnTo><a:lnTo><a:pt x="2184" y="0"/></a:lnTo><a:lnTo><a:pt x="1930" y="76"/></a:lnTo><a:lnTo><a:pt x="1765" y="76"/></a:lnTo><a:lnTo><a:pt x="1511" y="165"/></a:lnTo><a:lnTo><a:pt x="1346" y="165"/></a:lnTo><a:lnTo><a:pt x="1092" y="330"/></a:lnTo><a:lnTo><a:pt x="762" y="584"/></a:lnTo><a:lnTo><a:pt x="508" y="838"/></a:lnTo><a:lnTo><a:pt x="419" y="1003"/></a:lnTo><a:lnTo><a:pt x="254" y="1257"/></a:lnTo><a:lnTo><a:pt x="88" y="1587"/></a:lnTo><a:lnTo><a:pt x="88" y="1765"/></a:lnTo><a:lnTo><a:pt x="0" y="2006"/></a:lnTo><a:lnTo><a:pt x="0" y="2184"/></a:lnTo><a:lnTo><a:pt x="0" y="2425"/></a:lnTo><a:lnTo><a:pt x="0" y="2603"/></a:lnTo><a:lnTo><a:pt x="88" y="2857"/></a:lnTo><a:lnTo><a:pt x="177" y="3276"/></a:lnTo><a:lnTo><a:pt x="419" y="3606"/></a:lnTo><a:lnTo><a:pt x="673" y="3937"/></a:lnTo><a:lnTo><a:pt x="1016" y="4191"/></a:lnTo><a:lnTo><a:pt x="1435" y="4368"/></a:lnTo><a:lnTo><a:pt x="1854" y="4533"/></a:lnTo><a:lnTo><a:pt x="2527" y="4533"/></a:lnTo><a:lnTo><a:pt x="2768" y="4533"/></a:lnTo><a:lnTo><a:pt x="3022" y="4445"/></a:lnTo><a:lnTo><a:pt x="3365" y="4279"/></a:lnTo><a:lnTo><a:pt x="3530" y="4191"/></a:lnTo><a:lnTo><a:pt x="3695" y="4025"/></a:lnTo><a:lnTo><a:pt x="3860" y="3937"/></a:lnTo><a:lnTo><a:pt x="4038" y="3695"/></a:lnTo><a:lnTo><a:pt x="4292" y="3352"/></a:lnTo><a:lnTo><a:pt x="4457" y="2933"/></a:lnTo><a:lnTo><a:pt x="4533" y="2603"/></a:lnTo><a:lnTo><a:pt x="4533" y="2425"/></a:lnTo><a:lnTo><a:pt x="4533" y="2184"/></a:lnTo><a:lnTo><a:pt x="4533" y="2006"/></a:lnTo><a:close/></a:path><a:path w="13969" h="22225"><a:moveTo><a:pt x="13690" y="21907"/></a:moveTo><a:lnTo><a:pt x="11760" y="21907"/></a:lnTo><a:lnTo><a:pt x="12090" y="21996"/></a:lnTo><a:lnTo><a:pt x="12522" y="22161"/></a:lnTo><a:lnTo><a:pt x="13017" y="22161"/></a:lnTo><a:lnTo><a:pt x="13271" y="22085"/></a:lnTo><a:lnTo><a:pt x="13436" y="21996"/></a:lnTo><a:lnTo><a:pt x="13690" y="21907"/></a:lnTo><a:close/></a:path><a:path w="13969" h="22225"><a:moveTo><a:pt x="13855" y="21831"/></a:moveTo><a:lnTo><a:pt x="11671" y="21831"/></a:lnTo><a:lnTo><a:pt x="13690" y="21907"/></a:lnTo><a:lnTo><a:pt x="13855" y="21831"/></a:lnTo><a:close/></a:path></a:pathLst></a:custGeom><a:solidFill><a:srgbClr val="000000"/></a:solidFill></p:spPr><p:txBody><a:bodyPr wrap="square" lIns="0" tIns="0" rIns="0" bIns="0" rtlCol="0"/><a:lstStyle/><a:p/></p:txBody></p:sp><p:sp><p:nvSpPr><p:cNvPr id="653" name="object 653"/><p:cNvSpPr/><p:nvPr/></p:nvSpPr><p:spPr><a:xfrm><a:off x="17090771" y="12143579"/><a:ext cx="16510" cy="20320"/></a:xfrm><a:custGeom><a:avLst/><a:gdLst/><a:ahLst/><a:cxnLst/><a:rect l="l" t="t" r="r" b="b"/><a:pathLst><a:path w="16509" h="20320"><a:moveTo><a:pt x="1587" y="165"/></a:moveTo><a:lnTo><a:pt x="1333" y="76"/></a:lnTo><a:lnTo><a:pt x="1092" y="0"/></a:lnTo><a:lnTo><a:pt x="495" y="0"/></a:lnTo><a:lnTo><a:pt x="330" y="76"/></a:lnTo><a:lnTo><a:pt x="0" y="165"/></a:lnTo><a:lnTo><a:pt x="1587" y="165"/></a:lnTo><a:close/></a:path><a:path w="16509" h="20320"><a:moveTo><a:pt x="16281" y="17462"/></a:moveTo><a:lnTo><a:pt x="16205" y="17297"/></a:lnTo><a:lnTo><a:pt x="16205" y="17132"/></a:lnTo><a:lnTo><a:pt x="16116" y="16878"/></a:lnTo><a:lnTo><a:pt x="15951" y="16713"/></a:lnTo><a:lnTo><a:pt x="15862" y="16459"/></a:lnTo><a:lnTo><a:pt x="15697" y="16370"/></a:lnTo><a:lnTo><a:pt x="15532" y="16116"/></a:lnTo><a:lnTo><a:pt x="15189" y="15862"/></a:lnTo><a:lnTo><a:pt x="15024" y="15862"/></a:lnTo><a:lnTo><a:pt x="14770" y="15697"/></a:lnTo><a:lnTo><a:pt x="14605" y="15697"/></a:lnTo><a:lnTo><a:pt x="14351" y="15621"/></a:lnTo><a:lnTo><a:pt x="13855" y="15621"/></a:lnTo><a:lnTo><a:pt x="13436" y="15697"/></a:lnTo><a:lnTo><a:pt x="13017" y="15862"/></a:lnTo><a:lnTo><a:pt x="12674" y="16116"/></a:lnTo><a:lnTo><a:pt x="12344" y="16370"/></a:lnTo><a:lnTo><a:pt x="12090" y="16713"/></a:lnTo><a:lnTo><a:pt x="12001" y="16878"/></a:lnTo><a:lnTo><a:pt x="11925" y="17132"/></a:lnTo><a:lnTo><a:pt x="11836" y="17297"/></a:lnTo><a:lnTo><a:pt x="11836" y="17462"/></a:lnTo><a:lnTo><a:pt x="11747" y="17716"/></a:lnTo><a:lnTo><a:pt x="11747" y="17881"/></a:lnTo><a:lnTo><a:pt x="11836" y="18135"/></a:lnTo><a:lnTo><a:pt x="11836" y="18300"/></a:lnTo><a:lnTo><a:pt x="11925" y="18643"/></a:lnTo><a:lnTo><a:pt x="12090" y="18973"/></a:lnTo><a:lnTo><a:pt x="12166" y="19138"/></a:lnTo><a:lnTo><a:pt x="12344" y="19392"/></a:lnTo><a:lnTo><a:pt x="12674" y="19646"/></a:lnTo><a:lnTo><a:pt x="13017" y="19900"/></a:lnTo><a:lnTo><a:pt x="13436" y="20066"/></a:lnTo><a:lnTo><a:pt x="13855" y="20154"/></a:lnTo><a:lnTo><a:pt x="14274" y="20154"/></a:lnTo><a:lnTo><a:pt x="14605" y="20066"/></a:lnTo><a:lnTo><a:pt x="15024" y="19900"/></a:lnTo><a:lnTo><a:pt x="15367" y="19735"/></a:lnTo><a:lnTo><a:pt x="15697" y="19481"/></a:lnTo><a:lnTo><a:pt x="15951" y="19138"/></a:lnTo><a:lnTo><a:pt x="16040" y="18973"/></a:lnTo><a:lnTo><a:pt x="16116" y="18719"/></a:lnTo><a:lnTo><a:pt x="16281" y="18300"/></a:lnTo><a:lnTo><a:pt x="16281" y="18135"/></a:lnTo><a:lnTo><a:pt x="16281" y="17881"/></a:lnTo><a:lnTo><a:pt x="16281" y="17716"/></a:lnTo><a:lnTo><a:pt x="16281" y="17462"/></a:lnTo><a:close/></a:path></a:pathLst></a:custGeom><a:solidFill><a:srgbClr val="000000"/></a:solidFill></p:spPr><p:txBody><a:bodyPr wrap="square" lIns="0" tIns="0" rIns="0" bIns="0" rtlCol="0"/><a:lstStyle/><a:p/></p:txBody></p:sp><p:sp><p:nvSpPr><p:cNvPr id="654" name="object 654"/><p:cNvSpPr/><p:nvPr/></p:nvSpPr><p:spPr><a:xfrm><a:off x="17075480" y="12129139"/><a:ext cx="18415" cy="19050"/></a:xfrm><a:custGeom><a:avLst/><a:gdLst/><a:ahLst/><a:cxnLst/><a:rect l="l" t="t" r="r" b="b"/><a:pathLst><a:path w="18415" h="19050"><a:moveTo><a:pt x="3365" y="660"/></a:moveTo><a:lnTo><a:pt x="3022" y="419"/></a:lnTo><a:lnTo><a:pt x="2692" y="241"/></a:lnTo><a:lnTo><a:pt x="2273" y="76"/></a:lnTo><a:lnTo><a:pt x="1854" y="0"/></a:lnTo><a:lnTo><a:pt x="1435" y="0"/></a:lnTo><a:lnTo><a:pt x="1016" y="76"/></a:lnTo><a:lnTo><a:pt x="673" y="165"/></a:lnTo><a:lnTo><a:pt x="254" y="419"/></a:lnTo><a:lnTo><a:pt x="0" y="660"/></a:lnTo><a:lnTo><a:pt x="3365" y="660"/></a:lnTo><a:close/></a:path><a:path w="18415" h="19050"><a:moveTo><a:pt x="18389" y="16370"/></a:moveTo><a:lnTo><a:pt x="18313" y="16116"/></a:lnTo><a:lnTo><a:pt x="18224" y="15951"/></a:lnTo><a:lnTo><a:pt x="18135" y="15697"/></a:lnTo><a:lnTo><a:pt x="18059" y="15532"/></a:lnTo><a:lnTo><a:pt x="17894" y="15367"/></a:lnTo><a:lnTo><a:pt x="17805" y="15189"/></a:lnTo><a:lnTo><a:pt x="17640" y="15024"/></a:lnTo><a:lnTo><a:pt x="17475" y="14859"/></a:lnTo><a:lnTo><a:pt x="17297" y="14770"/></a:lnTo><a:lnTo><a:pt x="17056" y="14605"/></a:lnTo><a:lnTo><a:pt x="15201" y="14605"/></a:lnTo><a:lnTo><a:pt x="14947" y="14770"/></a:lnTo><a:lnTo><a:pt x="14782" y="14859"/></a:lnTo><a:lnTo><a:pt x="14528" y="15024"/></a:lnTo><a:lnTo><a:pt x="14452" y="15189"/></a:lnTo><a:lnTo><a:pt x="14274" y="15367"/></a:lnTo><a:lnTo><a:pt x="14198" y="15532"/></a:lnTo><a:lnTo><a:pt x="14109" y="15697"/></a:lnTo><a:lnTo><a:pt x="14020" y="15951"/></a:lnTo><a:lnTo><a:pt x="13944" y="16116"/></a:lnTo><a:lnTo><a:pt x="13855" y="16370"/></a:lnTo><a:lnTo><a:pt x="13855" y="16535"/></a:lnTo><a:lnTo><a:pt x="13855" y="16789"/></a:lnTo><a:lnTo><a:pt x="13855" y="16954"/></a:lnTo><a:lnTo><a:pt x="13944" y="17208"/></a:lnTo><a:lnTo><a:pt x="13944" y="17373"/></a:lnTo><a:lnTo><a:pt x="14020" y="17627"/></a:lnTo><a:lnTo><a:pt x="14274" y="18046"/></a:lnTo><a:lnTo><a:pt x="14528" y="18389"/></a:lnTo><a:lnTo><a:pt x="14871" y="18630"/></a:lnTo><a:lnTo><a:pt x="15290" y="18808"/></a:lnTo><a:lnTo><a:pt x="15709" y="18973"/></a:lnTo><a:lnTo><a:pt x="16459" y="18973"/></a:lnTo><a:lnTo><a:pt x="16878" y="18808"/></a:lnTo><a:lnTo><a:pt x="17297" y="18630"/></a:lnTo><a:lnTo><a:pt x="17640" y="18389"/></a:lnTo><a:lnTo><a:pt x="17894" y="18135"/></a:lnTo><a:lnTo><a:pt x="18135" y="17716"/></a:lnTo><a:lnTo><a:pt x="18313" y="17373"/></a:lnTo><a:lnTo><a:pt x="18313" y="17208"/></a:lnTo><a:lnTo><a:pt x="18389" y="16954"/></a:lnTo><a:lnTo><a:pt x="18389" y="16789"/></a:lnTo><a:lnTo><a:pt x="18389" y="16535"/></a:lnTo><a:lnTo><a:pt x="18389" y="16370"/></a:lnTo><a:close/></a:path></a:pathLst></a:custGeom><a:solidFill><a:srgbClr val="000000"/></a:solidFill></p:spPr><p:txBody><a:bodyPr wrap="square" lIns="0" tIns="0" rIns="0" bIns="0" rtlCol="0"/><a:lstStyle/><a:p/></p:txBody></p:sp><p:sp><p:nvSpPr><p:cNvPr id="655" name="object 655"/><p:cNvSpPr/><p:nvPr/></p:nvSpPr><p:spPr><a:xfrm><a:off x="17059441" y="12115867"/><a:ext cx="20320" cy="18415"/></a:xfrm><a:custGeom><a:avLst/><a:gdLst/><a:ahLst/><a:cxnLst/><a:rect l="l" t="t" r="r" b="b"/><a:pathLst><a:path w="20319" h="18415"><a:moveTo><a:pt x="4114" y="1257"/></a:moveTo><a:lnTo><a:pt x="3860" y="927"/></a:lnTo><a:lnTo><a:pt x="3619" y="673"/></a:lnTo><a:lnTo><a:pt x="3276" y="330"/></a:lnTo><a:lnTo><a:pt x="2946" y="165"/></a:lnTo><a:lnTo><a:pt x="2527" y="88"/></a:lnTo><a:lnTo><a:pt x="2108" y="0"/></a:lnTo><a:lnTo><a:pt x="1689" y="88"/></a:lnTo><a:lnTo><a:pt x="1257" y="165"/></a:lnTo><a:lnTo><a:pt x="927" y="330"/></a:lnTo><a:lnTo><a:pt x="596" y="584"/></a:lnTo><a:lnTo><a:pt x="254" y="927"/></a:lnTo><a:lnTo><a:pt x="0" y="1257"/></a:lnTo><a:lnTo><a:pt x="4114" y="1346"/></a:lnTo><a:close/></a:path><a:path w="20319" h="18415"><a:moveTo><a:pt x="19405" y="13931"/></a:moveTo><a:lnTo><a:pt x="19062" y="13690"/></a:lnTo><a:lnTo><a:pt x="16294" y="13690"/></a:lnTo><a:lnTo><a:pt x="19405" y="13931"/></a:lnTo><a:close/></a:path><a:path w="20319" h="18415"><a:moveTo><a:pt x="19989" y="15532"/></a:moveTo><a:lnTo><a:pt x="19900" y="15201"/></a:lnTo><a:lnTo><a:pt x="19824" y="14782"/></a:lnTo><a:lnTo><a:pt x="19659" y="14363"/></a:lnTo><a:lnTo><a:pt x="19405" y="14020"/></a:lnTo><a:lnTo><a:pt x="16040" y="13931"/></a:lnTo><a:lnTo><a:pt x="15709" y="14363"/></a:lnTo><a:lnTo><a:pt x="15544" y="14693"/></a:lnTo><a:lnTo><a:pt x="15455" y="15113"/></a:lnTo><a:lnTo><a:pt x="15455" y="15532"/></a:lnTo><a:lnTo><a:pt x="15455" y="15951"/></a:lnTo><a:lnTo><a:pt x="15544" y="16370"/></a:lnTo><a:lnTo><a:pt x="15786" y="16713"/></a:lnTo><a:lnTo><a:pt x="15875" y="16878"/></a:lnTo><a:lnTo><a:pt x="16040" y="17043"/></a:lnTo><a:lnTo><a:pt x="16129" y="17208"/></a:lnTo><a:lnTo><a:pt x="16383" y="17386"/></a:lnTo><a:lnTo><a:pt x="16713" y="17551"/></a:lnTo><a:lnTo><a:pt x="16878" y="17627"/></a:lnTo><a:lnTo><a:pt x="17221" y="17716"/></a:lnTo><a:lnTo><a:pt x="17970" y="17805"/></a:lnTo><a:lnTo><a:pt x="18224" y="17716"/></a:lnTo><a:lnTo><a:pt x="18389" y="17627"/></a:lnTo><a:lnTo><a:pt x="18643" y="17551"/></a:lnTo><a:lnTo><a:pt x="18808" y="17462"/></a:lnTo><a:lnTo><a:pt x="19062" y="17386"/></a:lnTo><a:lnTo><a:pt x="19227" y="17208"/></a:lnTo><a:lnTo><a:pt x="19405" y="17043"/></a:lnTo><a:lnTo><a:pt x="19481" y="16878"/></a:lnTo><a:lnTo><a:pt x="19659" y="16713"/></a:lnTo><a:lnTo><a:pt x="19735" y="16459"/></a:lnTo><a:lnTo><a:pt x="19900" y="16040"/></a:lnTo><a:lnTo><a:pt x="19989" y="15621"/></a:lnTo><a:close/></a:path></a:pathLst></a:custGeom><a:solidFill><a:srgbClr val="000000"/></a:solidFill></p:spPr><p:txBody><a:bodyPr wrap="square" lIns="0" tIns="0" rIns="0" bIns="0" rtlCol="0"/><a:lstStyle/><a:p/></p:txBody></p:sp><p:sp><p:nvSpPr><p:cNvPr id="656" name="object 656"/><p:cNvSpPr/><p:nvPr/></p:nvSpPr><p:spPr><a:xfrm><a:off x="17042562" y="12104031"/><a:ext cx="21590" cy="16510"/></a:xfrm><a:custGeom><a:avLst/><a:gdLst/><a:ahLst/><a:cxnLst/><a:rect l="l" t="t" r="r" b="b"/><a:pathLst><a:path w="21590" h="16509"><a:moveTo><a:pt x="4533" y="1765"/></a:moveTo><a:lnTo><a:pt x="4457" y="1511"/></a:lnTo><a:lnTo><a:pt x="4368" y="1333"/></a:lnTo><a:lnTo><a:pt x="4279" y="1092"/></a:lnTo><a:lnTo><a:pt x="4038" y="749"/></a:lnTo><a:lnTo><a:pt x="3695" y="419"/></a:lnTo><a:lnTo><a:pt x="3365" y="254"/></a:lnTo><a:lnTo><a:pt x="2946" y="76"/></a:lnTo><a:lnTo><a:pt x="2527" y="0"/></a:lnTo><a:lnTo><a:pt x="2108" y="0"/></a:lnTo><a:lnTo><a:pt x="1765" y="76"/></a:lnTo><a:lnTo><a:pt x="1346" y="165"/></a:lnTo><a:lnTo><a:pt x="927" y="419"/></a:lnTo><a:lnTo><a:pt x="673" y="673"/></a:lnTo><a:lnTo><a:pt x="419" y="1003"/></a:lnTo><a:lnTo><a:pt x="165" y="1333"/></a:lnTo><a:lnTo><a:pt x="165" y="1511"/></a:lnTo><a:lnTo><a:pt x="88" y="1765"/></a:lnTo><a:lnTo><a:pt x="0" y="2184"/></a:lnTo><a:lnTo><a:pt x="4533" y="2184"/></a:lnTo><a:lnTo><a:pt x="4533" y="1841"/></a:lnTo><a:close/></a:path><a:path w="21590" h="16509"><a:moveTo><a:pt x="20993" y="13093"/></a:moveTo><a:lnTo><a:pt x="16878" y="13093"/></a:lnTo><a:lnTo><a:pt x="20993" y="13182"/></a:lnTo><a:close/></a:path><a:path w="21590" h="16509"><a:moveTo><a:pt x="21247" y="13931"/></a:moveTo><a:lnTo><a:pt x="21170" y="13512"/></a:lnTo><a:lnTo><a:pt x="20993" y="13182"/></a:lnTo><a:lnTo><a:pt x="16878" y="13182"/></a:lnTo><a:lnTo><a:pt x="16713" y="13512"/></a:lnTo><a:lnTo><a:pt x="16713" y="13931"/></a:lnTo><a:lnTo><a:pt x="16713" y="14351"/></a:lnTo><a:lnTo><a:pt x="16802" y="14770"/></a:lnTo><a:lnTo><a:pt x="16967" y="15189"/></a:lnTo><a:lnTo><a:pt x="17132" y="15532"/></a:lnTo><a:lnTo><a:pt x="17475" y="15862"/></a:lnTo><a:lnTo><a:pt x="17805" y="16116"/></a:lnTo><a:lnTo><a:pt x="17970" y="16205"/></a:lnTo><a:lnTo><a:pt x="18224" y="16281"/></a:lnTo><a:lnTo><a:pt x="18732" y="16370"/></a:lnTo><a:lnTo><a:pt x="19227" y="16370"/></a:lnTo><a:lnTo><a:pt x="19481" y="16281"/></a:lnTo><a:lnTo><a:pt x="19659" y="16281"/></a:lnTo><a:lnTo><a:pt x="19900" y="16205"/></a:lnTo><a:lnTo><a:pt x="20078" y="16116"/></a:lnTo><a:lnTo><a:pt x="20320" y="15951"/></a:lnTo><a:lnTo><a:pt x="20662" y="15608"/></a:lnTo><a:lnTo><a:pt x="20916" y="15278"/></a:lnTo><a:lnTo><a:pt x="21082" y="14859"/></a:lnTo><a:lnTo><a:pt x="21170" y="14439"/></a:lnTo><a:lnTo><a:pt x="21247" y="13931"/></a:lnTo><a:close/></a:path></a:pathLst></a:custGeom><a:solidFill><a:srgbClr val="000000"/></a:solidFill></p:spPr><p:txBody><a:bodyPr wrap="square" lIns="0" tIns="0" rIns="0" bIns="0" rtlCol="0"/><a:lstStyle/><a:p/></p:txBody></p:sp><p:sp><p:nvSpPr><p:cNvPr id="657" name="object 657"/><p:cNvSpPr/><p:nvPr/></p:nvSpPr><p:spPr><a:xfrm><a:off x="17025011" y="12093528"/><a:ext cx="22225" cy="15240"/></a:xfrm><a:custGeom><a:avLst/><a:gdLst/><a:ahLst/><a:cxnLst/><a:rect l="l" t="t" r="r" b="b"/><a:pathLst><a:path w="22225" h="15240"><a:moveTo><a:pt x="4533" y="2019"/></a:moveTo><a:lnTo><a:pt x="4457" y="1676"/></a:lnTo><a:lnTo><a:pt x="4368" y="1346"/></a:lnTo><a:lnTo><a:pt x="4292" y="1181"/></a:lnTo><a:lnTo><a:pt x="4114" y="927"/></a:lnTo><a:lnTo><a:pt x="3860" y="673"/></a:lnTo><a:lnTo><a:pt x="3695" y="508"/></a:lnTo><a:lnTo><a:pt x="3530" y="342"/></a:lnTo><a:lnTo><a:pt x="3365" y="342"/></a:lnTo><a:lnTo><a:pt x="3200" y="165"/></a:lnTo><a:lnTo><a:pt x="3022" y="88"/></a:lnTo><a:lnTo><a:pt x="2781" y="88"/></a:lnTo><a:lnTo><a:pt x="2527" y="0"/></a:lnTo><a:lnTo><a:pt x="1930" y="0"/></a:lnTo><a:lnTo><a:pt x="1511" y="88"/></a:lnTo><a:lnTo><a:pt x="1181" y="342"/></a:lnTo><a:lnTo><a:pt x="1016" y="342"/></a:lnTo><a:lnTo><a:pt x="762" y="508"/></a:lnTo><a:lnTo><a:pt x="673" y="673"/></a:lnTo><a:lnTo><a:pt x="508" y="838"/></a:lnTo><a:lnTo><a:pt x="254" y="1181"/></a:lnTo><a:lnTo><a:pt x="254" y="1346"/></a:lnTo><a:lnTo><a:pt x="88" y="1600"/></a:lnTo><a:lnTo><a:pt x="0" y="2019"/></a:lnTo><a:lnTo><a:pt x="0" y="2527"/></a:lnTo><a:lnTo><a:pt x="88" y="2946"/></a:lnTo><a:lnTo><a:pt x="4457" y="2946"/></a:lnTo><a:lnTo><a:pt x="4533" y="2527"/></a:lnTo><a:lnTo><a:pt x="4533" y="2095"/></a:lnTo><a:close/></a:path><a:path w="22225" h="15240"><a:moveTo><a:pt x="22085" y="12687"/></a:moveTo><a:lnTo><a:pt x="17551" y="12687"/></a:lnTo><a:lnTo><a:pt x="17640" y="13106"/></a:lnTo><a:lnTo><a:pt x="17716" y="13525"/></a:lnTo><a:lnTo><a:pt x="17894" y="13855"/></a:lnTo><a:lnTo><a:pt x="17970" y="14020"/></a:lnTo><a:lnTo><a:pt x="18148" y="14274"/></a:lnTo><a:lnTo><a:pt x="18478" y="14528"/></a:lnTo><a:lnTo><a:pt x="18808" y="14782"/></a:lnTo><a:lnTo><a:pt x="19151" y="14947"/></a:lnTo><a:lnTo><a:pt x="19316" y="14947"/></a:lnTo><a:lnTo><a:pt x="19570" y="15036"/></a:lnTo><a:lnTo><a:pt x="20078" y="15036"/></a:lnTo><a:lnTo><a:pt x="20408" y="14947"/></a:lnTo><a:lnTo><a:pt x="20828" y="14782"/></a:lnTo><a:lnTo><a:pt x="21170" y="14617"/></a:lnTo><a:lnTo><a:pt x="21501" y="14274"/></a:lnTo><a:lnTo><a:pt x="21755" y="14020"/></a:lnTo><a:lnTo><a:pt x="21831" y="13855"/></a:lnTo><a:lnTo><a:pt x="21920" y="13601"/></a:lnTo><a:lnTo><a:pt x="22085" y="13182"/></a:lnTo><a:lnTo><a:pt x="22085" y="12763"/></a:lnTo><a:close/></a:path><a:path w="22225" h="15240"><a:moveTo><a:pt x="22085" y="12344"/></a:moveTo><a:lnTo><a:pt x="17640" y="12344"/></a:lnTo><a:lnTo><a:pt x="22085" y="12687"/></a:lnTo><a:lnTo><a:pt x="22085" y="12344"/></a:lnTo><a:close/></a:path></a:pathLst></a:custGeom><a:solidFill><a:srgbClr val="000000"/></a:solidFill></p:spPr><p:txBody><a:bodyPr wrap="square" lIns="0" tIns="0" rIns="0" bIns="0" rtlCol="0"/><a:lstStyle/><a:p/></p:txBody></p:sp><p:sp><p:nvSpPr><p:cNvPr id="658" name="object 658"/><p:cNvSpPr/><p:nvPr/></p:nvSpPr><p:spPr><a:xfrm><a:off x="17006621" y="12084549"/><a:ext cx="23495" cy="13970"/></a:xfrm><a:custGeom><a:avLst/><a:gdLst/><a:ahLst/><a:cxnLst/><a:rect l="l" t="t" r="r" b="b"/><a:pathLst><a:path w="23494" h="13970"><a:moveTo><a:pt x="4533" y="1841"/></a:moveTo><a:lnTo><a:pt x="4368" y="1422"/></a:lnTo><a:lnTo><a:pt x="4203" y="1003"/></a:lnTo><a:lnTo><a:pt x="3949" y="673"/></a:lnTo><a:lnTo><a:pt x="3619" y="419"/></a:lnTo><a:lnTo><a:pt x="3200" y="165"/></a:lnTo><a:lnTo><a:pt x="2768" y="76"/></a:lnTo><a:lnTo><a:pt x="2603" y="0"/></a:lnTo><a:lnTo><a:pt x="1854" y="0"/></a:lnTo><a:lnTo><a:pt x="1435" y="165"/></a:lnTo><a:lnTo><a:pt x="1016" y="330"/></a:lnTo><a:lnTo><a:pt x="673" y="584"/></a:lnTo><a:lnTo><a:pt x="419" y="1003"/></a:lnTo><a:lnTo><a:pt x="165" y="1346"/></a:lnTo><a:lnTo><a:pt x="88" y="1765"/></a:lnTo><a:lnTo><a:pt x="0" y="2184"/></a:lnTo><a:lnTo><a:pt x="0" y="2349"/></a:lnTo><a:lnTo><a:pt x="0" y="2603"/></a:lnTo><a:lnTo><a:pt x="88" y="2768"/></a:lnTo><a:lnTo><a:pt x="88" y="3022"/></a:lnTo><a:lnTo><a:pt x="165" y="3187"/></a:lnTo><a:lnTo><a:pt x="342" y="3352"/></a:lnTo><a:lnTo><a:pt x="419" y="3517"/></a:lnTo><a:lnTo><a:pt x="508" y="3695"/></a:lnTo><a:lnTo><a:pt x="4038" y="3695"/></a:lnTo><a:lnTo><a:pt x="4203" y="3517"/></a:lnTo><a:lnTo><a:pt x="4279" y="3352"/></a:lnTo><a:lnTo><a:pt x="4368" y="3187"/></a:lnTo><a:lnTo><a:pt x="4457" y="3022"/></a:lnTo><a:lnTo><a:pt x="4533" y="2768"/></a:lnTo><a:lnTo><a:pt x="4533" y="2603"/></a:lnTo><a:lnTo><a:pt x="4533" y="2349"/></a:lnTo><a:lnTo><a:pt x="4533" y="2184"/></a:lnTo><a:lnTo><a:pt x="4533" y="1841"/></a:lnTo><a:close/></a:path><a:path w="23494" h="13970"><a:moveTo><a:pt x="22847" y="11925"/></a:moveTo><a:lnTo><a:pt x="18478" y="11925"/></a:lnTo><a:lnTo><a:pt x="18643" y="12344"/></a:lnTo><a:lnTo><a:pt x="20408" y="13512"/></a:lnTo><a:lnTo><a:pt x="20916" y="13512"/></a:lnTo><a:lnTo><a:pt x="22847" y="11925"/></a:lnTo><a:close/></a:path><a:path w="23494" h="13970"><a:moveTo><a:pt x="22923" y="11506"/></a:moveTo><a:lnTo><a:pt x="18389" y="11506"/></a:lnTo><a:lnTo><a:pt x="22847" y="11925"/></a:lnTo><a:lnTo><a:pt x="22923" y="11506"/></a:lnTo><a:close/></a:path></a:pathLst></a:custGeom><a:solidFill><a:srgbClr val="000000"/></a:solidFill></p:spPr><p:txBody><a:bodyPr wrap="square" lIns="0" tIns="0" rIns="0" bIns="0" rtlCol="0"/><a:lstStyle/><a:p/></p:txBody></p:sp><p:sp><p:nvSpPr><p:cNvPr id="659" name="object 659"/><p:cNvSpPr/><p:nvPr/></p:nvSpPr><p:spPr><a:xfrm><a:off x="16987559" y="12077069"/><a:ext cx="23495" cy="12065"/></a:xfrm><a:custGeom><a:avLst/><a:gdLst/><a:ahLst/><a:cxnLst/><a:rect l="l" t="t" r="r" b="b"/><a:pathLst><a:path w="23494" h="12065"><a:moveTo><a:pt x="4533" y="1765"/></a:moveTo><a:lnTo><a:pt x="4457" y="1600"/></a:lnTo><a:lnTo><a:pt x="4368" y="1435"/></a:lnTo><a:lnTo><a:pt x="4279" y="1181"/></a:lnTo><a:lnTo><a:pt x="4203" y="1016"/></a:lnTo><a:lnTo><a:pt x="4038" y="838"/></a:lnTo><a:lnTo><a:pt x="3860" y="673"/></a:lnTo><a:lnTo><a:pt x="3695" y="508"/></a:lnTo><a:lnTo><a:pt x="3365" y="342"/></a:lnTo><a:lnTo><a:pt x="3200" y="254"/></a:lnTo><a:lnTo><a:pt x="2946" y="177"/></a:lnTo><a:lnTo><a:pt x="2768" y="88"/></a:lnTo><a:lnTo><a:pt x="2527" y="88"/></a:lnTo><a:lnTo><a:pt x="2019" y="88"/></a:lnTo><a:lnTo><a:pt x="1765" y="88"/></a:lnTo><a:lnTo><a:pt x="1600" y="177"/></a:lnTo><a:lnTo><a:pt x="1346" y="254"/></a:lnTo><a:lnTo><a:pt x="1181" y="342"/></a:lnTo><a:lnTo><a:pt x="1016" y="419"/></a:lnTo><a:lnTo><a:pt x="838" y="508"/></a:lnTo><a:lnTo><a:pt x="673" y="673"/></a:lnTo><a:lnTo><a:pt x="508" y="838"/></a:lnTo><a:lnTo><a:pt x="419" y="1016"/></a:lnTo><a:lnTo><a:pt x="342" y="1181"/></a:lnTo><a:lnTo><a:pt x="177" y="1435"/></a:lnTo><a:lnTo><a:pt x="88" y="1600"/></a:lnTo><a:lnTo><a:pt x="88" y="1765"/></a:lnTo><a:lnTo><a:pt x="0" y="2019"/></a:lnTo><a:lnTo><a:pt x="0" y="2184"/></a:lnTo><a:lnTo><a:pt x="0" y="2438"/></a:lnTo><a:lnTo><a:pt x="0" y="2603"/></a:lnTo><a:lnTo><a:pt x="88" y="2857"/></a:lnTo><a:lnTo><a:pt x="177" y="3022"/></a:lnTo><a:lnTo><a:pt x="254" y="3276"/></a:lnTo><a:lnTo><a:pt x="342" y="3441"/></a:lnTo><a:lnTo><a:pt x="508" y="3695"/></a:lnTo><a:lnTo><a:pt x="762" y="4038"/></a:lnTo><a:lnTo><a:pt x="927" y="4114"/></a:lnTo><a:lnTo><a:pt x="1181" y="4279"/></a:lnTo><a:lnTo><a:pt x="3441" y="4279"/></a:lnTo><a:lnTo><a:pt x="3695" y="4114"/></a:lnTo><a:lnTo><a:pt x="3949" y="3784"/></a:lnTo><a:lnTo><a:pt x="4114" y="3695"/></a:lnTo><a:lnTo><a:pt x="4279" y="3441"/></a:lnTo><a:lnTo><a:pt x="4279" y="3276"/></a:lnTo><a:lnTo><a:pt x="4457" y="3022"/></a:lnTo><a:lnTo><a:pt x="4457" y="2857"/></a:lnTo><a:lnTo><a:pt x="4533" y="2603"/></a:lnTo><a:lnTo><a:pt x="4533" y="2438"/></a:lnTo><a:lnTo><a:pt x="4533" y="2184"/></a:lnTo><a:lnTo><a:pt x="4533" y="2019"/></a:lnTo><a:lnTo><a:pt x="4533" y="1765"/></a:lnTo><a:close/></a:path><a:path w="23494" h="12065"><a:moveTo><a:pt x="23101" y="11176"/></a:moveTo><a:lnTo><a:pt x="19570" y="11176"/></a:lnTo><a:lnTo><a:pt x="19735" y="11341"/></a:lnTo><a:lnTo><a:pt x="19900" y="11506"/></a:lnTo><a:lnTo><a:pt x="20078" y="11595"/></a:lnTo><a:lnTo><a:pt x="20243" y="11760"/></a:lnTo><a:lnTo><a:pt x="20408" y="11849"/></a:lnTo><a:lnTo><a:pt x="20662" y="11925"/></a:lnTo><a:lnTo><a:pt x="20828" y="11925"/></a:lnTo><a:lnTo><a:pt x="20993" y="12014"/></a:lnTo><a:lnTo><a:pt x="21590" y="12014"/></a:lnTo><a:lnTo><a:pt x="21831" y="11925"/></a:lnTo><a:lnTo><a:pt x="22009" y="11925"/></a:lnTo><a:lnTo><a:pt x="22263" y="11849"/></a:lnTo><a:lnTo><a:pt x="22428" y="11760"/></a:lnTo><a:lnTo><a:pt x="22682" y="11595"/></a:lnTo><a:lnTo><a:pt x="22923" y="11341"/></a:lnTo><a:lnTo><a:pt x="23101" y="11176"/></a:lnTo><a:close/></a:path><a:path w="23494" h="12065"><a:moveTo><a:pt x="23266" y="10998"/></a:moveTo><a:lnTo><a:pt x="19481" y="10998"/></a:lnTo><a:lnTo><a:pt x="23101" y="11176"/></a:lnTo><a:lnTo><a:pt x="23266" y="10998"/></a:lnTo><a:close/></a:path></a:pathLst></a:custGeom><a:solidFill><a:srgbClr val="000000"/></a:solidFill></p:spPr><p:txBody><a:bodyPr wrap="square" lIns="0" tIns="0" rIns="0" bIns="0" rtlCol="0"/><a:lstStyle/><a:p/></p:txBody></p:sp><p:sp><p:nvSpPr><p:cNvPr id="660" name="object 660"/><p:cNvSpPr/><p:nvPr/></p:nvSpPr><p:spPr><a:xfrm><a:off x="16968000" y="12071278"/><a:ext cx="23495" cy="10795"/></a:xfrm><a:custGeom><a:avLst/><a:gdLst/><a:ahLst/><a:cxnLst/><a:rect l="l" t="t" r="r" b="b"/><a:pathLst><a:path w="23494" h="10795"><a:moveTo><a:pt x="2514" y="4533"/></a:moveTo><a:lnTo><a:pt x="1752" y="4457"/></a:lnTo><a:lnTo><a:pt x="2514" y="4533"/></a:lnTo><a:close/></a:path><a:path w="23494" h="10795"><a:moveTo><a:pt x="4533" y="2095"/></a:moveTo><a:lnTo><a:pt x="4445" y="1930"/></a:lnTo><a:lnTo><a:pt x="4445" y="1676"/></a:lnTo><a:lnTo><a:pt x="4356" y="1511"/></a:lnTo><a:lnTo><a:pt x="4279" y="1257"/></a:lnTo><a:lnTo><a:pt x="4191" y="1092"/></a:lnTo><a:lnTo><a:pt x="4025" y="927"/></a:lnTo><a:lnTo><a:pt x="3937" y="762"/></a:lnTo><a:lnTo><a:pt x="3771" y="584"/></a:lnTo><a:lnTo><a:pt x="3606" y="419"/></a:lnTo><a:lnTo><a:pt x="3352" y="342"/></a:lnTo><a:lnTo><a:pt x="3187" y="165"/></a:lnTo><a:lnTo><a:pt x="2933" y="88"/></a:lnTo><a:lnTo><a:pt x="2768" y="88"/></a:lnTo><a:lnTo><a:pt x="2514" y="0"/></a:lnTo><a:lnTo><a:pt x="1930" y="0"/></a:lnTo><a:lnTo><a:pt x="1752" y="88"/></a:lnTo><a:lnTo><a:pt x="1511" y="88"/></a:lnTo><a:lnTo><a:pt x="1257" y="165"/></a:lnTo><a:lnTo><a:pt x="1092" y="342"/></a:lnTo><a:lnTo><a:pt x="914" y="419"/></a:lnTo><a:lnTo><a:pt x="673" y="584"/></a:lnTo><a:lnTo><a:pt x="584" y="762"/></a:lnTo><a:lnTo><a:pt x="419" y="927"/></a:lnTo><a:lnTo><a:pt x="330" y="1092"/></a:lnTo><a:lnTo><a:pt x="165" y="1257"/></a:lnTo><a:lnTo><a:pt x="76" y="1511"/></a:lnTo><a:lnTo><a:pt x="0" y="1676"/></a:lnTo><a:lnTo><a:pt x="0" y="1930"/></a:lnTo><a:lnTo><a:pt x="0" y="2095"/></a:lnTo><a:lnTo><a:pt x="0" y="2349"/></a:lnTo><a:lnTo><a:pt x="0" y="2514"/></a:lnTo><a:lnTo><a:pt x="0" y="2857"/></a:lnTo><a:lnTo><a:pt x="673" y="3860"/></a:lnTo><a:lnTo><a:pt x="1003" y="4114"/></a:lnTo><a:lnTo><a:pt x="1333" y="4368"/></a:lnTo><a:lnTo><a:pt x="1511" y="4368"/></a:lnTo><a:lnTo><a:pt x="1752" y="4457"/></a:lnTo><a:lnTo><a:pt x="2679" y="4457"/></a:lnTo><a:lnTo><a:pt x="2933" y="4368"/></a:lnTo><a:lnTo><a:pt x="3098" y="4368"/></a:lnTo><a:lnTo><a:pt x="3352" y="4203"/></a:lnTo><a:lnTo><a:pt x="3517" y="4114"/></a:lnTo><a:lnTo><a:pt x="3695" y="3949"/></a:lnTo><a:lnTo><a:pt x="4025" y="3695"/></a:lnTo><a:lnTo><a:pt x="4191" y="3365"/></a:lnTo><a:lnTo><a:pt x="4279" y="3187"/></a:lnTo><a:lnTo><a:pt x="4356" y="2933"/></a:lnTo><a:lnTo><a:pt x="4445" y="2514"/></a:lnTo><a:lnTo><a:pt x="4533" y="2349"/></a:lnTo><a:lnTo><a:pt x="4533" y="2095"/></a:lnTo><a:close/></a:path><a:path w="23494" h="10795"><a:moveTo><a:pt x="22999" y="10071"/></a:moveTo><a:lnTo><a:pt x="20739" y="10071"/></a:lnTo><a:lnTo><a:pt x="21069" y="10248"/></a:lnTo><a:lnTo><a:pt x="21323" y="10325"/></a:lnTo><a:lnTo><a:pt x="21577" y="10325"/></a:lnTo><a:lnTo><a:pt x="22085" y="10325"/></a:lnTo><a:lnTo><a:pt x="22415" y="10325"/></a:lnTo><a:lnTo><a:pt x="22580" y="10248"/></a:lnTo><a:lnTo><a:pt x="22834" y="10160"/></a:lnTo><a:lnTo><a:pt x="22999" y="10071"/></a:lnTo><a:close/></a:path><a:path w="23494" h="10795"><a:moveTo><a:pt x="23253" y="9906"/></a:moveTo><a:lnTo><a:pt x="20485" y="9906"/></a:lnTo><a:lnTo><a:pt x="22999" y="10071"/></a:lnTo><a:lnTo><a:pt x="23253" y="9906"/></a:lnTo><a:close/></a:path></a:pathLst></a:custGeom><a:solidFill><a:srgbClr val="000000"/></a:solidFill></p:spPr><p:txBody><a:bodyPr wrap="square" lIns="0" tIns="0" rIns="0" bIns="0" rtlCol="0"/><a:lstStyle/><a:p/></p:txBody></p:sp><p:sp><p:nvSpPr><p:cNvPr id="661" name="object 661"/><p:cNvSpPr/><p:nvPr/></p:nvSpPr><p:spPr><a:xfrm><a:off x="16929037" y="12064559"/><a:ext cx="41910" cy="11430"/></a:xfrm><a:custGeom><a:avLst/><a:gdLst/><a:ahLst/><a:cxnLst/><a:rect l="l" t="t" r="r" b="b"/><a:pathLst><a:path w="41909" h="11429"><a:moveTo><a:pt x="1676" y="88"/></a:moveTo><a:lnTo><a:pt x="1257" y="0"/></a:lnTo><a:lnTo><a:pt x="419" y="0"/></a:lnTo><a:lnTo><a:pt x="76" y="88"/></a:lnTo><a:lnTo><a:pt x="1676" y="165"/></a:lnTo><a:close/></a:path><a:path w="41909" h="11429"><a:moveTo><a:pt x="23418" y="4279"/></a:moveTo><a:lnTo><a:pt x="23342" y="4038"/></a:lnTo><a:lnTo><a:pt x="23088" y="3606"/></a:lnTo><a:lnTo><a:pt x="22834" y="3276"/></a:lnTo><a:lnTo><a:pt x="22580" y="3022"/></a:lnTo><a:lnTo><a:pt x="22250" y="2768"/></a:lnTo><a:lnTo><a:pt x="21831" y="2603"/></a:lnTo><a:lnTo><a:pt x="21412" y="2514"/></a:lnTo><a:lnTo><a:pt x="20904" y="2514"/></a:lnTo><a:lnTo><a:pt x="20650" y="2603"/></a:lnTo><a:lnTo><a:pt x="20485" y="2603"/></a:lnTo><a:lnTo><a:pt x="20231" y="2692"/></a:lnTo><a:lnTo><a:pt x="19812" y="2946"/></a:lnTo><a:lnTo><a:pt x="19558" y="3187"/></a:lnTo><a:lnTo><a:pt x="19304" y="3530"/></a:lnTo><a:lnTo><a:pt x="19062" y="3949"/></a:lnTo><a:lnTo><a:pt x="18973" y="4279"/></a:lnTo><a:lnTo><a:pt x="18884" y="4699"/></a:lnTo><a:lnTo><a:pt x="18884" y="4876"/></a:lnTo><a:lnTo><a:pt x="18973" y="5118"/></a:lnTo><a:lnTo><a:pt x="18973" y="5295"/></a:lnTo><a:lnTo><a:pt x="19062" y="5549"/></a:lnTo><a:lnTo><a:pt x="19062" y="5715"/></a:lnTo><a:lnTo><a:pt x="19227" y="5969"/></a:lnTo><a:lnTo><a:pt x="19304" y="6134"/></a:lnTo><a:lnTo><a:pt x="19558" y="6299"/></a:lnTo><a:lnTo><a:pt x="19646" y="6464"/></a:lnTo><a:lnTo><a:pt x="19900" y="6629"/></a:lnTo><a:lnTo><a:pt x="20231" y="6883"/></a:lnTo><a:lnTo><a:pt x="20396" y="6883"/></a:lnTo><a:lnTo><a:pt x="20650" y="6972"/></a:lnTo><a:lnTo><a:pt x="20815" y="7061"/></a:lnTo><a:lnTo><a:pt x="21488" y="7061"/></a:lnTo><a:lnTo><a:pt x="21666" y="6972"/></a:lnTo><a:lnTo><a:pt x="21907" y="6883"/></a:lnTo><a:lnTo><a:pt x="22085" y="6883"/></a:lnTo><a:lnTo><a:pt x="22326" y="6718"/></a:lnTo><a:lnTo><a:pt x="22504" y="6629"/></a:lnTo><a:lnTo><a:pt x="22669" y="6464"/></a:lnTo><a:lnTo><a:pt x="22834" y="6299"/></a:lnTo><a:lnTo><a:pt x="22999" y="6134"/></a:lnTo><a:lnTo><a:pt x="23088" y="5969"/></a:lnTo><a:lnTo><a:pt x="23253" y="5715"/></a:lnTo><a:lnTo><a:pt x="23342" y="5549"/></a:lnTo><a:lnTo><a:pt x="23342" y="5295"/></a:lnTo><a:lnTo><a:pt x="23418" y="5118"/></a:lnTo><a:lnTo><a:pt x="23418" y="4876"/></a:lnTo><a:lnTo><a:pt x="23418" y="4699"/></a:lnTo><a:lnTo><a:pt x="23418" y="4368"/></a:lnTo><a:close/></a:path><a:path w="41909" h="11429"><a:moveTo><a:pt x="41643" y="11176"/></a:moveTo><a:lnTo><a:pt x="40716" y="11176"/></a:lnTo><a:lnTo><a:pt x="41478" y="11252"/></a:lnTo><a:lnTo><a:pt x="41643" y="11176"/></a:lnTo><a:close/></a:path></a:pathLst></a:custGeom><a:solidFill><a:srgbClr val="000000"/></a:solidFill></p:spPr><p:txBody><a:bodyPr wrap="square" lIns="0" tIns="0" rIns="0" bIns="0" rtlCol="0"/><a:lstStyle/><a:p/></p:txBody></p:sp><p:sp><p:nvSpPr><p:cNvPr id="662" name="object 662"/><p:cNvSpPr/><p:nvPr/></p:nvSpPr><p:spPr><a:xfrm><a:off x="16927601" y="12064648"/><a:ext cx="5080" cy="4445"/></a:xfrm><a:custGeom><a:avLst/><a:gdLst/><a:ahLst/><a:cxnLst/><a:rect l="l" t="t" r="r" b="b"/><a:pathLst><a:path w="5080" h="4445"><a:moveTo><a:pt x="3111" y="0"/></a:moveTo><a:lnTo><a:pt x="1511" y="0"/></a:lnTo><a:lnTo><a:pt x="3111" y="76"/></a:lnTo><a:close/></a:path><a:path w="5080" h="4445"><a:moveTo><a:pt x="4533" y="1930"/></a:moveTo><a:lnTo><a:pt x="4457" y="1587"/></a:lnTo><a:lnTo><a:pt x="4368" y="1168"/></a:lnTo><a:lnTo><a:pt x="4114" y="838"/></a:lnTo><a:lnTo><a:pt x="3860" y="495"/></a:lnTo><a:lnTo><a:pt x="3530" y="254"/></a:lnTo><a:lnTo><a:pt x="3111" y="76"/></a:lnTo><a:lnTo><a:pt x="1435" y="76"/></a:lnTo><a:lnTo><a:pt x="1092" y="254"/></a:lnTo><a:lnTo><a:pt x="762" y="495"/></a:lnTo><a:lnTo><a:pt x="508" y="749"/></a:lnTo><a:lnTo><a:pt x="254" y="1092"/></a:lnTo><a:lnTo><a:pt x="88" y="1511"/></a:lnTo><a:lnTo><a:pt x="0" y="1930"/></a:lnTo><a:lnTo><a:pt x="0" y="2349"/></a:lnTo><a:lnTo><a:pt x="88" y="2768"/></a:lnTo><a:lnTo><a:pt x="254" y="3187"/></a:lnTo><a:lnTo><a:pt x="508" y="3606"/></a:lnTo><a:lnTo><a:pt x="838" y="3860"/></a:lnTo><a:lnTo><a:pt x="1181" y="4114"/></a:lnTo><a:lnTo><a:pt x="1600" y="4368"/></a:lnTo><a:lnTo><a:pt x="2095" y="4445"/></a:lnTo><a:lnTo><a:pt x="2527" y="4445"/></a:lnTo><a:lnTo><a:pt x="2857" y="4368"/></a:lnTo><a:lnTo><a:pt x="3022" y="4368"/></a:lnTo><a:lnTo><a:pt x="3365" y="4191"/></a:lnTo><a:lnTo><a:pt x="3695" y="3949"/></a:lnTo><a:lnTo><a:pt x="4038" y="3606"/></a:lnTo><a:lnTo><a:pt x="4279" y="3276"/></a:lnTo><a:lnTo><a:pt x="4457" y="2857"/></a:lnTo><a:lnTo><a:pt x="4533" y="2425"/></a:lnTo><a:lnTo><a:pt x="4533" y="2006"/></a:lnTo><a:close/></a:path></a:pathLst></a:custGeom><a:solidFill><a:srgbClr val="000000"/></a:solidFill></p:spPr><p:txBody><a:bodyPr wrap="square" lIns="0" tIns="0" rIns="0" bIns="0" rtlCol="0"/><a:lstStyle/><a:p/></p:txBody></p:sp><p:sp><p:nvSpPr><p:cNvPr id="663" name="object 663"/><p:cNvSpPr/><p:nvPr/></p:nvSpPr><p:spPr><a:xfrm><a:off x="16607582" y="12311929"/><a:ext cx="378460" cy="497840"/></a:xfrm><a:custGeom><a:avLst/><a:gdLst/><a:ahLst/><a:cxnLst/><a:rect l="l" t="t" r="r" b="b"/><a:pathLst><a:path w="378459" h="497840"><a:moveTo><a:pt x="67599" y="66503"/></a:moveTo><a:lnTo><a:pt x="59191" y="28464"/></a:lnTo><a:lnTo><a:pt x="58530" y="16122"/></a:lnTo><a:lnTo><a:pt x="58446" y="14442"/></a:lnTo><a:lnTo><a:pt x="58004" y="10325"/></a:lnTo><a:lnTo><a:pt x="57977" y="5274"/></a:lnTo><a:lnTo><a:pt x="56934" y="1259"/></a:lnTo><a:lnTo><a:pt x="56682" y="503"/></a:lnTo><a:lnTo><a:pt x="56515" y="83"/></a:lnTo><a:lnTo><a:pt x="56179" y="0"/></a:lnTo><a:lnTo><a:pt x="55927" y="167"/></a:lnTo><a:lnTo><a:pt x="52678" y="22046"/></a:lnTo><a:lnTo><a:pt x="52064" y="28465"/></a:lnTo><a:lnTo><a:pt x="48561" y="75064"/></a:lnTo><a:lnTo><a:pt x="47697" y="87916"/></a:lnTo><a:lnTo><a:pt x="47277" y="93961"/></a:lnTo><a:lnTo><a:pt x="46857" y="100091"/></a:lnTo><a:lnTo><a:pt x="46522" y="106389"/></a:lnTo><a:lnTo><a:pt x="43170" y="158666"/></a:lnTo><a:lnTo><a:pt x="39885" y="210957"/></a:lnTo><a:lnTo><a:pt x="36470" y="263240"/></a:lnTo><a:lnTo><a:pt x="32730" y="315496"/></a:lnTo><a:lnTo><a:pt x="28467" y="367702"/></a:lnTo><a:lnTo><a:pt x="27963" y="373916"/></a:lnTo><a:lnTo><a:pt x="27375" y="379962"/></a:lnTo><a:lnTo><a:pt x="26787" y="385924"/></a:lnTo><a:lnTo><a:pt x="26200" y="391717"/></a:lnTo><a:lnTo><a:pt x="25696" y="397343"/></a:lnTo><a:lnTo><a:pt x="19818" y="443946"/></a:lnTo><a:lnTo><a:pt x="19146" y="447473"/></a:lnTo><a:lnTo><a:pt x="18558" y="450832"/></a:lnTo><a:lnTo><a:pt x="17655" y="455044"/></a:lnTo><a:lnTo><a:pt x="15703" y="466771"/></a:lnTo><a:lnTo><a:pt x="12344" y="469725"/></a:lnTo><a:lnTo><a:pt x="11756" y="470061"/></a:lnTo><a:lnTo><a:pt x="11084" y="470061"/></a:lnTo><a:lnTo><a:pt x="10412" y="469725"/></a:lnTo><a:lnTo><a:pt x="9825" y="469137"/></a:lnTo><a:lnTo><a:pt x="6293" y="463942"/></a:lnTo><a:lnTo><a:pt x="4839" y="452940"/></a:lnTo><a:lnTo><a:pt x="3778" y="446801"/></a:lnTo><a:lnTo><a:pt x="124" y="400729"/></a:lnTo><a:lnTo><a:pt x="0" y="387855"/></a:lnTo><a:lnTo><a:pt x="0" y="382565"/></a:lnTo><a:lnTo><a:pt x="2939" y="339572"/></a:lnTo><a:lnTo><a:pt x="16935" y="284074"/></a:lnTo><a:lnTo><a:pt x="52652" y="249893"/></a:lnTo><a:lnTo><a:pt x="74072" y="247570"/></a:lnTo><a:lnTo><a:pt x="84545" y="248321"/></a:lnTo><a:lnTo><a:pt x="137803" y="261501"/></a:lnTo><a:lnTo><a:pt x="161073" y="269409"/></a:lnTo><a:lnTo><a:pt x="184338" y="277300"/></a:lnTo><a:lnTo><a:pt x="225304" y="288351"/></a:lnTo><a:lnTo><a:pt x="273187" y="284923"/></a:lnTo><a:lnTo><a:pt x="300545" y="250901"/></a:lnTo><a:lnTo><a:pt x="311988" y="202083"/></a:lnTo><a:lnTo><a:pt x="314423" y="155462"/></a:lnTo><a:lnTo><a:pt x="313780" y="131773"/></a:lnTo><a:lnTo><a:pt x="309279" y="84641"/></a:lnTo><a:lnTo><a:pt x="290581" y="19722"/></a:lnTo><a:lnTo><a:pt x="280799" y="28364"/></a:lnTo><a:lnTo><a:pt x="269474" y="83129"/></a:lnTo><a:lnTo><a:pt x="262444" y="145531"/></a:lnTo><a:lnTo><a:pt x="257726" y="198736"/></a:lnTo><a:lnTo><a:pt x="253805" y="252084"/></a:lnTo><a:lnTo><a:pt x="250422" y="305510"/></a:lnTo><a:lnTo><a:pt x="247319" y="358950"/></a:lnTo><a:lnTo><a:pt x="244239" y="412339"/></a:lnTo><a:lnTo><a:pt x="240923" y="465611"/></a:lnTo><a:lnTo><a:pt x="240671" y="468969"/></a:lnTo><a:lnTo><a:pt x="240419" y="472160"/></a:lnTo><a:lnTo><a:pt x="240167" y="475183"/></a:lnTo><a:lnTo><a:pt x="239915" y="478038"/></a:lnTo><a:lnTo><a:pt x="239747" y="480725"/></a:lnTo><a:lnTo><a:pt x="239331" y="485106"/></a:lnTo><a:lnTo><a:pt x="238480" y="492783"/></a:lnTo><a:lnTo><a:pt x="237360" y="497476"/></a:lnTo><a:lnTo><a:pt x="236137" y="492901"/></a:lnTo><a:lnTo><a:pt x="236053" y="491473"/></a:lnTo><a:lnTo><a:pt x="235885" y="489710"/></a:lnTo><a:lnTo><a:pt x="235471" y="473718"/></a:lnTo><a:lnTo><a:pt x="235646" y="457662"/></a:lnTo><a:lnTo><a:pt x="236255" y="441613"/></a:lnTo><a:lnTo><a:pt x="237144" y="425641"/></a:lnTo><a:lnTo><a:pt x="237480" y="420855"/></a:lnTo><a:lnTo><a:pt x="237816" y="416069"/></a:lnTo><a:lnTo><a:pt x="238236" y="411114"/></a:lnTo><a:lnTo><a:pt x="238656" y="406076"/></a:lnTo><a:lnTo><a:pt x="244216" y="357093"/></a:lnTo><a:lnTo><a:pt x="252536" y="308598"/></a:lnTo><a:lnTo><a:pt x="263993" y="260769"/></a:lnTo><a:lnTo><a:pt x="278964" y="213786"/></a:lnTo><a:lnTo><a:pt x="303728" y="153278"/></a:lnTo><a:lnTo><a:pt x="322199" y="116358"/></a:lnTo><a:lnTo><a:pt x="343195" y="80836"/></a:lnTo><a:lnTo><a:pt x="366885" y="47694"/></a:lnTo><a:lnTo><a:pt x="375283" y="37702"/></a:lnTo><a:lnTo><a:pt x="378054" y="34595"/></a:lnTo></a:path></a:pathLst></a:custGeom><a:ln w="3175"><a:solidFill><a:srgbClr val="003EFF"/></a:solidFill></a:ln></p:spPr><p:txBody><a:bodyPr wrap="square" lIns="0" tIns="0" rIns="0" bIns="0" rtlCol="0"/><a:lstStyle/><a:p/></p:txBody></p:sp><p:sp><p:nvSpPr><p:cNvPr id="664" name="object 664"/><p:cNvSpPr/><p:nvPr/></p:nvSpPr><p:spPr><a:xfrm><a:off x="16849680" y="12420781"/><a:ext cx="449580" cy="602615"/></a:xfrm><a:custGeom><a:avLst/><a:gdLst/><a:ahLst/><a:cxnLst/><a:rect l="l" t="t" r="r" b="b"/><a:pathLst><a:path w="449580" h="602615"><a:moveTo><a:pt x="0" y="338873"/></a:moveTo><a:lnTo><a:pt x="57261" y="390438"/></a:lnTo><a:lnTo><a:pt x="84328" y="396889"/></a:lnTo><a:lnTo><a:pt x="99793" y="380244"/></a:lnTo><a:lnTo><a:pt x="106298" y="345057"/></a:lnTo><a:lnTo><a:pt x="106479" y="295880"/></a:lnTo><a:lnTo><a:pt x="106144" y="288071"/></a:lnTo><a:lnTo><a:pt x="105724" y="280178"/></a:lnTo><a:lnTo><a:pt x="105220" y="272117"/></a:lnTo><a:lnTo><a:pt x="104716" y="263888"/></a:lnTo><a:lnTo><a:pt x="101924" y="225772"/></a:lnTo><a:lnTo><a:pt x="99015" y="187642"/></a:lnTo><a:lnTo><a:pt x="96605" y="149492"/></a:lnTo><a:lnTo><a:pt x="95311" y="111315"/></a:lnTo><a:lnTo><a:pt x="95311" y="103506"/></a:lnTo><a:lnTo><a:pt x="97121" y="64834"/></a:lnTo><a:lnTo><a:pt x="105304" y="27010"/></a:lnTo><a:lnTo><a:pt x="136756" y="0"/></a:lnTo><a:lnTo><a:pt x="153085" y="1819"/></a:lnTo><a:lnTo><a:pt x="196986" y="25067"/></a:lnTo><a:lnTo><a:pt x="242567" y="78989"/></a:lnTo><a:lnTo><a:pt x="255367" y="117445"/></a:lnTo><a:lnTo><a:pt x="256007" y="139427"/></a:lnTo><a:lnTo><a:pt x="251160" y="161028"/></a:lnTo><a:lnTo><a:pt x="222785" y="193185"/></a:lnTo><a:lnTo><a:pt x="180645" y="199481"/></a:lnTo><a:lnTo><a:pt x="167406" y="198677"/></a:lnTo><a:lnTo><a:pt x="154261" y="197468"/></a:lnTo><a:lnTo><a:pt x="151238" y="197132"/></a:lnTo><a:lnTo><a:pt x="148299" y="196880"/></a:lnTo><a:lnTo><a:pt x="145528" y="196544"/></a:lnTo><a:lnTo><a:pt x="143009" y="196376"/></a:lnTo><a:lnTo><a:pt x="140573" y="196208"/></a:lnTo><a:lnTo><a:pt x="138390" y="196040"/></a:lnTo><a:lnTo><a:pt x="134527" y="196040"/></a:lnTo><a:lnTo><a:pt x="129237" y="198224"/></a:lnTo><a:lnTo><a:pt x="129321" y="198979"/></a:lnTo><a:lnTo><a:pt x="148177" y="217707"/></a:lnTo><a:lnTo><a:pt x="154009" y="222659"/></a:lnTo><a:lnTo><a:pt x="186566" y="252749"/></a:lnTo><a:lnTo><a:pt x="208425" y="286308"/></a:lnTo><a:lnTo><a:pt x="211112" y="301590"/></a:lnTo><a:lnTo><a:pt x="211028" y="304613"/></a:lnTo><a:lnTo><a:pt x="190129" y="345728"/></a:lnTo><a:lnTo><a:pt x="150818" y="366163"/></a:lnTo><a:lnTo><a:pt x="128351" y="369616"/></a:lnTo><a:lnTo><a:pt x="112498" y="367912"/></a:lnTo><a:lnTo><a:pt x="100375" y="360253"/></a:lnTo><a:lnTo><a:pt x="95311" y="344331"/></a:lnTo><a:lnTo><a:pt x="95395" y="342063"/></a:lnTo><a:lnTo><a:pt x="95479" y="339712"/></a:lnTo><a:lnTo><a:pt x="109251" y="297476"/></a:lnTo><a:lnTo><a:pt x="139643" y="247717"/></a:lnTo><a:lnTo><a:pt x="170972" y="207376"/></a:lnTo><a:lnTo><a:pt x="209583" y="165582"/></a:lnTo><a:lnTo><a:pt x="240989" y="137169"/></a:lnTo><a:lnTo><a:pt x="276883" y="112811"/></a:lnTo><a:lnTo><a:pt x="297690" y="106109"/></a:lnTo><a:lnTo><a:pt x="301217" y="106109"/></a:lnTo><a:lnTo><a:pt x="302896" y="106361"/></a:lnTo><a:lnTo><a:pt x="304492" y="106613"/></a:lnTo><a:lnTo><a:pt x="315131" y="116011"/></a:lnTo><a:lnTo><a:pt x="318932" y="133254"/></a:lnTo><a:lnTo><a:pt x="318684" y="152269"/></a:lnTo><a:lnTo><a:pt x="304691" y="230854"/></a:lnTo><a:lnTo><a:pt x="291926" y="279451"/></a:lnTo><a:lnTo><a:pt x="278244" y="327802"/></a:lnTo><a:lnTo><a:pt x="265192" y="376239"/></a:lnTo><a:lnTo><a:pt x="264688" y="378590"/></a:lnTo><a:lnTo><a:pt x="264184" y="380857"/></a:lnTo><a:lnTo><a:pt x="263680" y="382957"/></a:lnTo><a:lnTo><a:pt x="263344" y="384972"/></a:lnTo><a:lnTo><a:pt x="262471" y="397576"/></a:lnTo><a:lnTo><a:pt x="266587" y="396870"/></a:lnTo><a:lnTo><a:pt x="273008" y="389144"/></a:lnTo><a:lnTo><a:pt x="279048" y="380689"/></a:lnTo><a:lnTo><a:pt x="280643" y="378338"/></a:lnTo><a:lnTo><a:pt x="282323" y="375987"/></a:lnTo><a:lnTo><a:pt x="319405" y="324434"/></a:lnTo><a:lnTo><a:pt x="367557" y="286811"/></a:lnTo><a:lnTo><a:pt x="369656" y="286727"/></a:lnTo><a:lnTo><a:pt x="371756" y="286811"/></a:lnTo><a:lnTo><a:pt x="402970" y="322941"/></a:lnTo><a:lnTo><a:pt x="410552" y="363644"/></a:lnTo><a:lnTo><a:pt x="410804" y="367506"/></a:lnTo><a:lnTo><a:pt x="409407" y="396643"/></a:lnTo><a:lnTo><a:pt x="391918" y="449827"/></a:lnTo><a:lnTo><a:pt x="366549" y="486491"/></a:lnTo><a:lnTo><a:pt x="324253" y="526410"/></a:lnTo><a:lnTo><a:pt x="288320" y="551320"/></a:lnTo><a:lnTo><a:pt x="249913" y="572429"/></a:lnTo><a:lnTo><a:pt x="210692" y="589522"/></a:lnTo><a:lnTo><a:pt x="169461" y="601529"/></a:lnTo><a:lnTo><a:pt x="164758" y="602033"/></a:lnTo><a:lnTo><a:pt x="162911" y="602033"/></a:lnTo><a:lnTo><a:pt x="159552" y="600438"/></a:lnTo><a:lnTo><a:pt x="159636" y="600018"/></a:lnTo><a:lnTo><a:pt x="161399" y="597499"/></a:lnTo><a:lnTo><a:pt x="161987" y="596827"/></a:lnTo><a:lnTo><a:pt x="165953" y="593318"/></a:lnTo><a:lnTo><a:pt x="170493" y="590550"/></a:lnTo><a:lnTo><a:pt x="174919" y="587674"/></a:lnTo><a:lnTo><a:pt x="219195" y="562360"/></a:lnTo><a:lnTo><a:pt x="237732" y="552239"/></a:lnTo><a:lnTo><a:pt x="243778" y="548880"/></a:lnTo><a:lnTo><a:pt x="282852" y="527337"/></a:lnTo><a:lnTo><a:pt x="335340" y="497185"/></a:lnTo><a:lnTo><a:pt x="373099" y="473560"/></a:lnTo><a:lnTo><a:pt x="413532" y="444002"/></a:lnTo><a:lnTo><a:pt x="440027" y="416208"/></a:lnTo><a:lnTo><a:pt x="449023" y="396768"/></a:lnTo><a:lnTo><a:pt x="448590" y="379393"/></a:lnTo><a:lnTo><a:pt x="423904" y="349873"/></a:lnTo><a:lnTo><a:pt x="380130" y="327806"/></a:lnTo><a:lnTo><a:pt x="340997" y="314451"/></a:lnTo><a:lnTo><a:pt x="289544" y="300414"/></a:lnTo><a:lnTo><a:pt x="261413" y="293697"/></a:lnTo><a:lnTo><a:pt x="254107" y="292018"/></a:lnTo></a:path></a:pathLst></a:custGeom><a:ln w="3175"><a:solidFill><a:srgbClr val="003EFF"/></a:solidFill></a:ln></p:spPr><p:txBody><a:bodyPr wrap="square" lIns="0" tIns="0" rIns="0" bIns="0" rtlCol="0"/><a:lstStyle/><a:p/></p:txBody></p:sp><p:sp><p:nvSpPr><p:cNvPr id="665" name="object 665"/><p:cNvSpPr/><p:nvPr/></p:nvSpPr><p:spPr><a:xfrm><a:off x="16547204" y="12724891"/><a:ext cx="19050" cy="37465"/></a:xfrm><a:custGeom><a:avLst/><a:gdLst/><a:ahLst/><a:cxnLst/><a:rect l="l" t="t" r="r" b="b"/><a:pathLst><a:path w="19050" h="37465"><a:moveTo><a:pt x="0" y="36862"/></a:moveTo><a:lnTo><a:pt x="0" y="0"/></a:lnTo><a:lnTo><a:pt x="9237" y="0"/></a:lnTo><a:lnTo><a:pt x="13184" y="1679"/></a:lnTo><a:lnTo><a:pt x="15787" y="5206"/></a:lnTo><a:lnTo><a:pt x="17130" y="8732"/></a:lnTo><a:lnTo><a:pt x="18474" y="14022"/></a:lnTo><a:lnTo><a:pt x="18474" y="22839"/></a:lnTo><a:lnTo><a:pt x="17130" y="28129"/></a:lnTo><a:lnTo><a:pt x="15787" y="31656"/></a:lnTo><a:lnTo><a:pt x="13184" y="35183"/></a:lnTo><a:lnTo><a:pt x="9237" y="36862"/></a:lnTo><a:lnTo><a:pt x="0" y="36862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666" name="object 666"/><p:cNvSpPr/><p:nvPr/></p:nvSpPr><p:spPr><a:xfrm><a:off x="16589360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667" name="object 667"/><p:cNvSpPr/><p:nvPr/></p:nvSpPr><p:spPr><a:xfrm><a:off x="16573572" y="12737150"/><a:ext cx="15875" cy="24765"/></a:xfrm><a:custGeom><a:avLst/><a:gdLst/><a:ahLst/><a:cxnLst/><a:rect l="l" t="t" r="r" b="b"/><a:pathLst><a:path w="15875" h="24765"><a:moveTo><a:pt x="15787" y="5290"/></a:moveTo><a:lnTo><a:pt x="13184" y="1763"/></a:lnTo><a:lnTo><a:pt x="10580" y="0"/></a:lnTo><a:lnTo><a:pt x="6550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550" y="24603"/></a:lnTo><a:lnTo><a:pt x="10580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68" name="object 668"/><p:cNvSpPr/><p:nvPr/></p:nvSpPr><p:spPr><a:xfrm><a:off x="16601283" y="12724891"/><a:ext cx="6985" cy="37465"/></a:xfrm><a:custGeom><a:avLst/><a:gdLst/><a:ahLst/><a:cxnLst/><a:rect l="l" t="t" r="r" b="b"/><a:pathLst><a:path w="6984" h="37465"><a:moveTo><a:pt x="0" y="0"/></a:moveTo><a:lnTo><a:pt x="0" y="29893"/></a:lnTo><a:lnTo><a:pt x="1343" y="35183"/></a:lnTo><a:lnTo><a:pt x="3946" y="36862"/></a:lnTo><a:lnTo><a:pt x="655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669" name="object 669"/><p:cNvSpPr/><p:nvPr/></p:nvSpPr><p:spPr><a:xfrm><a:off x="16597336" y="12737150"/><a:ext cx="9525" cy="0"/></a:xfrm><a:custGeom><a:avLst/><a:gdLst/><a:ahLst/><a:cxnLst/><a:rect l="l" t="t" r="r" b="b"/><a:pathLst><a:path w="9525" h="0"><a:moveTo><a:pt x="0" y="0"/></a:moveTo><a:lnTo><a:pt x="9237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70" name="object 670"/><p:cNvSpPr/><p:nvPr/></p:nvSpPr><p:spPr><a:xfrm><a:off x="16614468" y="12737150"/><a:ext cx="15875" cy="24765"/></a:xfrm><a:custGeom><a:avLst/><a:gdLst/><a:ahLst/><a:cxnLst/><a:rect l="l" t="t" r="r" b="b"/><a:pathLst><a:path w="15875" h="24765"><a:moveTo><a:pt x="0" y="10580"/></a:moveTo><a:lnTo><a:pt x="15871" y="10580"/></a:lnTo><a:lnTo><a:pt x="15871" y="7053"/></a:lnTo><a:lnTo><a:pt x="14527" y="3526"/></a:lnTo><a:lnTo><a:pt x="13184" y="1763"/></a:lnTo><a:lnTo><a:pt x="10580" y="0"/></a:lnTo><a:lnTo><a:pt x="6634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634" y="24603"/></a:lnTo><a:lnTo><a:pt x="10580" y="24603"/></a:lnTo><a:lnTo><a:pt x="13184" y="22923"/></a:lnTo><a:lnTo><a:pt x="15871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71" name="object 671"/><p:cNvSpPr/><p:nvPr/></p:nvSpPr><p:spPr><a:xfrm><a:off x="16665944" y="12724891"/><a:ext cx="19050" cy="37465"/></a:xfrm><a:custGeom><a:avLst/><a:gdLst/><a:ahLst/><a:cxnLst/><a:rect l="l" t="t" r="r" b="b"/><a:pathLst><a:path w="19050" h="37465"><a:moveTo><a:pt x="18474" y="5206"/></a:moveTo><a:lnTo><a:pt x="15787" y="1679"/></a:lnTo><a:lnTo><a:pt x="11840" y="0"/></a:lnTo><a:lnTo><a:pt x="6550" y="0"/></a:lnTo><a:lnTo><a:pt x="2603" y="1679"/></a:lnTo><a:lnTo><a:pt x="0" y="5206"/></a:lnTo><a:lnTo><a:pt x="0" y="8732"/></a:lnTo><a:lnTo><a:pt x="1343" y="12259"/></a:lnTo><a:lnTo><a:pt x="2603" y="14022"/></a:lnTo><a:lnTo><a:pt x="5290" y="15786"/></a:lnTo><a:lnTo><a:pt x="13184" y="19312"/></a:lnTo><a:lnTo><a:pt x="15787" y="21076"/></a:lnTo><a:lnTo><a:pt x="17130" y="22839"/></a:lnTo><a:lnTo><a:pt x="18474" y="26366"/></a:lnTo><a:lnTo><a:pt x="18474" y="31656"/></a:lnTo><a:lnTo><a:pt x="15787" y="35183"/></a:lnTo><a:lnTo><a:pt x="11840" y="36862"/></a:lnTo><a:lnTo><a:pt x="6550" y="36862"/></a:lnTo><a:lnTo><a:pt x="2603" y="35183"/></a:lnTo><a:lnTo><a:pt x="0" y="31656"/></a:lnTo></a:path></a:pathLst></a:custGeom><a:ln w="3175"><a:solidFill><a:srgbClr val="000000"/></a:solidFill></a:ln></p:spPr><p:txBody><a:bodyPr wrap="square" lIns="0" tIns="0" rIns="0" bIns="0" rtlCol="0"/><a:lstStyle/><a:p/></p:txBody></p:sp><p:sp><p:nvSpPr><p:cNvPr id="672" name="object 672"/><p:cNvSpPr/><p:nvPr/></p:nvSpPr><p:spPr><a:xfrm><a:off x="16692312" y="12723128"/><a:ext cx="3175" cy="3810"/></a:xfrm><a:custGeom><a:avLst/><a:gdLst/><a:ahLst/><a:cxnLst/><a:rect l="l" t="t" r="r" b="b"/><a:pathLst><a:path w="3175" h="3809"><a:moveTo><a:pt x="0" y="1763"/></a:moveTo><a:lnTo><a:pt x="1343" y="3442"/></a:lnTo><a:lnTo><a:pt x="2603" y="1763"/></a:lnTo><a:lnTo><a:pt x="1343" y="0"/></a:lnTo><a:lnTo><a:pt x="0" y="1763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673" name="object 673"/><p:cNvSpPr/><p:nvPr/></p:nvSpPr><p:spPr><a:xfrm><a:off x="16693656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674" name="object 674"/><p:cNvSpPr/><p:nvPr/></p:nvSpPr><p:spPr><a:xfrm><a:off x="16706839" y="12737150"/><a:ext cx="12065" cy="37465"/></a:xfrm><a:custGeom><a:avLst/><a:gdLst/><a:ahLst/><a:cxnLst/><a:rect l="l" t="t" r="r" b="b"/><a:pathLst><a:path w="12065" h="37465"><a:moveTo><a:pt x="11840" y="0"/></a:moveTo><a:lnTo><a:pt x="11840" y="28129"/></a:lnTo><a:lnTo><a:pt x="10580" y="33419"/></a:lnTo><a:lnTo><a:pt x="9237" y="35183"/></a:lnTo><a:lnTo><a:pt x="6550" y="36946"/></a:lnTo><a:lnTo><a:pt x="2603" y="36946"/></a:lnTo><a:lnTo><a:pt x="0" y="35183"/></a:lnTo></a:path></a:pathLst></a:custGeom><a:ln w="3175"><a:solidFill><a:srgbClr val="000000"/></a:solidFill></a:ln></p:spPr><p:txBody><a:bodyPr wrap="square" lIns="0" tIns="0" rIns="0" bIns="0" rtlCol="0"/><a:lstStyle/><a:p/></p:txBody></p:sp><p:sp><p:nvSpPr><p:cNvPr id="675" name="object 675"/><p:cNvSpPr/><p:nvPr/></p:nvSpPr><p:spPr><a:xfrm><a:off x="16702892" y="12737150"/><a:ext cx="15875" cy="24765"/></a:xfrm><a:custGeom><a:avLst/><a:gdLst/><a:ahLst/><a:cxnLst/><a:rect l="l" t="t" r="r" b="b"/><a:pathLst><a:path w="15875" h="24765"><a:moveTo><a:pt x="15787" y="5290"/></a:moveTo><a:lnTo><a:pt x="13184" y="1763"/></a:lnTo><a:lnTo><a:pt x="10496" y="0"/></a:lnTo><a:lnTo><a:pt x="6550" y="0"/></a:lnTo><a:lnTo><a:pt x="3946" y="1763"/></a:lnTo><a:lnTo><a:pt x="1259" y="5290"/></a:lnTo><a:lnTo><a:pt x="0" y="10580"/></a:lnTo><a:lnTo><a:pt x="0" y="14106"/></a:lnTo><a:lnTo><a:pt x="1259" y="19396"/></a:lnTo><a:lnTo><a:pt x="3946" y="22923"/></a:lnTo><a:lnTo><a:pt x="6550" y="24603"/></a:lnTo><a:lnTo><a:pt x="10496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76" name="object 676"/><p:cNvSpPr/><p:nvPr/></p:nvSpPr><p:spPr><a:xfrm><a:off x="16729261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677" name="object 677"/><p:cNvSpPr/><p:nvPr/></p:nvSpPr><p:spPr><a:xfrm><a:off x="16729261" y="12737150"/><a:ext cx="14604" cy="24765"/></a:xfrm><a:custGeom><a:avLst/><a:gdLst/><a:ahLst/><a:cxnLst/><a:rect l="l" t="t" r="r" b="b"/><a:pathLst><a:path w="14605" h="24765"><a:moveTo><a:pt x="0" y="7053"/></a:moveTo><a:lnTo><a:pt x="3946" y="1763"/></a:lnTo><a:lnTo><a:pt x="6634" y="0"/></a:lnTo><a:lnTo><a:pt x="10580" y="0"/></a:lnTo><a:lnTo><a:pt x="13184" y="1763"/></a:lnTo><a:lnTo><a:pt x="14527" y="7053"/></a:lnTo><a:lnTo><a:pt x="14527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678" name="object 678"/><p:cNvSpPr/><p:nvPr/></p:nvSpPr><p:spPr><a:xfrm><a:off x="16753026" y="12737150"/><a:ext cx="15875" cy="24765"/></a:xfrm><a:custGeom><a:avLst/><a:gdLst/><a:ahLst/><a:cxnLst/><a:rect l="l" t="t" r="r" b="b"/><a:pathLst><a:path w="15875" h="24765"><a:moveTo><a:pt x="0" y="10580"/></a:moveTo><a:lnTo><a:pt x="15787" y="10580"/></a:lnTo><a:lnTo><a:pt x="15787" y="7053"/></a:lnTo><a:lnTo><a:pt x="14527" y="3526"/></a:lnTo><a:lnTo><a:pt x="13184" y="1763"/></a:lnTo><a:lnTo><a:pt x="10580" y="0"/></a:lnTo><a:lnTo><a:pt x="6550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550" y="24603"/></a:lnTo><a:lnTo><a:pt x="10580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79" name="object 679"/><p:cNvSpPr/><p:nvPr/></p:nvSpPr><p:spPr><a:xfrm><a:off x="16792578" y="12724891"/><a:ext cx="0" cy="37465"/></a:xfrm><a:custGeom><a:avLst/><a:gdLst/><a:ahLst/><a:cxnLst/><a:rect l="l" t="t" r="r" b="b"/><a:pathLst><a:path w="0" h="37465"><a:moveTo><a:pt x="0" y="0"/></a:moveTo><a:lnTo><a:pt x="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680" name="object 680"/><p:cNvSpPr/><p:nvPr/></p:nvSpPr><p:spPr><a:xfrm><a:off x="16776790" y="12737150"/><a:ext cx="15875" cy="24765"/></a:xfrm><a:custGeom><a:avLst/><a:gdLst/><a:ahLst/><a:cxnLst/><a:rect l="l" t="t" r="r" b="b"/><a:pathLst><a:path w="15875" h="24765"><a:moveTo><a:pt x="15787" y="5290"/></a:moveTo><a:lnTo><a:pt x="13184" y="1763"/></a:lnTo><a:lnTo><a:pt x="10496" y="0"/></a:lnTo><a:lnTo><a:pt x="6550" y="0"/></a:lnTo><a:lnTo><a:pt x="3946" y="1763"/></a:lnTo><a:lnTo><a:pt x="1259" y="5290"/></a:lnTo><a:lnTo><a:pt x="0" y="10580"/></a:lnTo><a:lnTo><a:pt x="0" y="14106"/></a:lnTo><a:lnTo><a:pt x="1259" y="19396"/></a:lnTo><a:lnTo><a:pt x="3946" y="22923"/></a:lnTo><a:lnTo><a:pt x="6550" y="24603"/></a:lnTo><a:lnTo><a:pt x="10496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81" name="object 681"/><p:cNvSpPr/><p:nvPr/></p:nvSpPr><p:spPr><a:xfrm><a:off x="16803159" y="12737150"/><a:ext cx="3175" cy="3810"/></a:xfrm><a:custGeom><a:avLst/><a:gdLst/><a:ahLst/><a:cxnLst/><a:rect l="l" t="t" r="r" b="b"/><a:pathLst><a:path w="3175" h="3809"><a:moveTo><a:pt x="1343" y="0"/></a:moveTo><a:lnTo><a:pt x="0" y="1763"/></a:lnTo><a:lnTo><a:pt x="1343" y="3526"/></a:lnTo><a:lnTo><a:pt x="2603" y="1763"/></a:lnTo><a:lnTo><a:pt x="1343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682" name="object 682"/><p:cNvSpPr/><p:nvPr/></p:nvSpPr><p:spPr><a:xfrm><a:off x="16803159" y="12758311"/><a:ext cx="3175" cy="3810"/></a:xfrm><a:custGeom><a:avLst/><a:gdLst/><a:ahLst/><a:cxnLst/><a:rect l="l" t="t" r="r" b="b"/><a:pathLst><a:path w="3175" h="3809"><a:moveTo><a:pt x="1343" y="0"/></a:moveTo><a:lnTo><a:pt x="0" y="1763"/></a:lnTo><a:lnTo><a:pt x="1343" y="3442"/></a:lnTo><a:lnTo><a:pt x="2603" y="1763"/></a:lnTo><a:lnTo><a:pt x="1343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683" name="object 683"/><p:cNvSpPr/><p:nvPr/></p:nvSpPr><p:spPr><a:xfrm><a:off x="16844054" y="12724891"/><a:ext cx="19050" cy="37465"/></a:xfrm><a:custGeom><a:avLst/><a:gdLst/><a:ahLst/><a:cxnLst/><a:rect l="l" t="t" r="r" b="b"/><a:pathLst><a:path w="19050" h="37465"><a:moveTo><a:pt x="0" y="36862"/></a:moveTo><a:lnTo><a:pt x="0" y="0"/></a:lnTo><a:lnTo><a:pt x="9237" y="0"/></a:lnTo><a:lnTo><a:pt x="13184" y="1679"/></a:lnTo><a:lnTo><a:pt x="15871" y="5206"/></a:lnTo><a:lnTo><a:pt x="17130" y="8732"/></a:lnTo><a:lnTo><a:pt x="18474" y="14022"/></a:lnTo><a:lnTo><a:pt x="18474" y="22839"/></a:lnTo><a:lnTo><a:pt x="17130" y="28129"/></a:lnTo><a:lnTo><a:pt x="15871" y="31656"/></a:lnTo><a:lnTo><a:pt x="13184" y="35183"/></a:lnTo><a:lnTo><a:pt x="9237" y="36862"/></a:lnTo><a:lnTo><a:pt x="0" y="36862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684" name="object 684"/><p:cNvSpPr/><p:nvPr/></p:nvSpPr><p:spPr><a:xfrm><a:off x="16870423" y="12737150"/><a:ext cx="15875" cy="24765"/></a:xfrm><a:custGeom><a:avLst/><a:gdLst/><a:ahLst/><a:cxnLst/><a:rect l="l" t="t" r="r" b="b"/><a:pathLst><a:path w="15875" h="24765"><a:moveTo><a:pt x="0" y="10580"/></a:moveTo><a:lnTo><a:pt x="15871" y="10580"/></a:lnTo><a:lnTo><a:pt x="15871" y="7053"/></a:lnTo><a:lnTo><a:pt x="14527" y="3526"/></a:lnTo><a:lnTo><a:pt x="13184" y="1763"/></a:lnTo><a:lnTo><a:pt x="10580" y="0"/></a:lnTo><a:lnTo><a:pt x="6634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634" y="24603"/></a:lnTo><a:lnTo><a:pt x="10580" y="24603"/></a:lnTo><a:lnTo><a:pt x="13184" y="22923"/></a:lnTo><a:lnTo><a:pt x="15871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85" name="object 685"/><p:cNvSpPr/><p:nvPr/></p:nvSpPr><p:spPr><a:xfrm><a:off x="16894188" y="12737150"/><a:ext cx="15875" cy="24765"/></a:xfrm><a:custGeom><a:avLst/><a:gdLst/><a:ahLst/><a:cxnLst/><a:rect l="l" t="t" r="r" b="b"/><a:pathLst><a:path w="15875" h="24765"><a:moveTo><a:pt x="15871" y="5290"/></a:moveTo><a:lnTo><a:pt x="13184" y="1763"/></a:lnTo><a:lnTo><a:pt x="10580" y="0"/></a:lnTo><a:lnTo><a:pt x="6634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634" y="24603"/></a:lnTo><a:lnTo><a:pt x="10580" y="24603"/></a:lnTo><a:lnTo><a:pt x="13184" y="22923"/></a:lnTo><a:lnTo><a:pt x="15871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86" name="object 686"/><p:cNvSpPr/><p:nvPr/></p:nvSpPr><p:spPr><a:xfrm><a:off x="16917952" y="12737150"/><a:ext cx="15875" cy="24765"/></a:xfrm><a:custGeom><a:avLst/><a:gdLst/><a:ahLst/><a:cxnLst/><a:rect l="l" t="t" r="r" b="b"/><a:pathLst><a:path w="15875" h="24765"><a:moveTo><a:pt x="0" y="10580"/></a:moveTo><a:lnTo><a:pt x="15787" y="10580"/></a:lnTo><a:lnTo><a:pt x="15787" y="7053"/></a:lnTo><a:lnTo><a:pt x="14527" y="3526"/></a:lnTo><a:lnTo><a:pt x="13184" y="1763"/></a:lnTo><a:lnTo><a:pt x="10580" y="0"/></a:lnTo><a:lnTo><a:pt x="6550" y="0"/></a:lnTo><a:lnTo><a:pt x="3946" y="1763"/></a:lnTo><a:lnTo><a:pt x="1343" y="5290"/></a:lnTo><a:lnTo><a:pt x="0" y="10580"/></a:lnTo><a:lnTo><a:pt x="0" y="14106"/></a:lnTo><a:lnTo><a:pt x="1343" y="19396"/></a:lnTo><a:lnTo><a:pt x="3946" y="22923"/></a:lnTo><a:lnTo><a:pt x="6550" y="24603"/></a:lnTo><a:lnTo><a:pt x="10580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87" name="object 687"/><p:cNvSpPr/><p:nvPr/></p:nvSpPr><p:spPr><a:xfrm><a:off x="16942977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688" name="object 688"/><p:cNvSpPr/><p:nvPr/></p:nvSpPr><p:spPr><a:xfrm><a:off x="16942977" y="12737150"/><a:ext cx="14604" cy="24765"/></a:xfrm><a:custGeom><a:avLst/><a:gdLst/><a:ahLst/><a:cxnLst/><a:rect l="l" t="t" r="r" b="b"/><a:pathLst><a:path w="14605" h="24765"><a:moveTo><a:pt x="0" y="7053"/></a:moveTo><a:lnTo><a:pt x="4030" y="1763"/></a:lnTo><a:lnTo><a:pt x="6634" y="0"/></a:lnTo><a:lnTo><a:pt x="10580" y="0"/></a:lnTo><a:lnTo><a:pt x="13268" y="1763"/></a:lnTo><a:lnTo><a:pt x="14527" y="7053"/></a:lnTo><a:lnTo><a:pt x="14527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689" name="object 689"/><p:cNvSpPr/><p:nvPr/></p:nvSpPr><p:spPr><a:xfrm><a:off x="16957505" y="12737150"/><a:ext cx="14604" cy="24765"/></a:xfrm><a:custGeom><a:avLst/><a:gdLst/><a:ahLst/><a:cxnLst/><a:rect l="l" t="t" r="r" b="b"/><a:pathLst><a:path w="14605" h="24765"><a:moveTo><a:pt x="0" y="7053"/></a:moveTo><a:lnTo><a:pt x="3946" y="1763"/></a:lnTo><a:lnTo><a:pt x="6634" y="0"/></a:lnTo><a:lnTo><a:pt x="10580" y="0"/></a:lnTo><a:lnTo><a:pt x="13184" y="1763"/></a:lnTo><a:lnTo><a:pt x="14527" y="7053"/></a:lnTo><a:lnTo><a:pt x="14527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690" name="object 690"/><p:cNvSpPr/><p:nvPr/></p:nvSpPr><p:spPr><a:xfrm><a:off x="16982613" y="12724891"/><a:ext cx="0" cy="37465"/></a:xfrm><a:custGeom><a:avLst/><a:gdLst/><a:ahLst/><a:cxnLst/><a:rect l="l" t="t" r="r" b="b"/><a:pathLst><a:path w="0" h="37465"><a:moveTo><a:pt x="0" y="0"/></a:moveTo><a:lnTo><a:pt x="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691" name="object 691"/><p:cNvSpPr/><p:nvPr/></p:nvSpPr><p:spPr><a:xfrm><a:off x="16982613" y="12737150"/><a:ext cx="15875" cy="24765"/></a:xfrm><a:custGeom><a:avLst/><a:gdLst/><a:ahLst/><a:cxnLst/><a:rect l="l" t="t" r="r" b="b"/><a:pathLst><a:path w="15875" h="24765"><a:moveTo><a:pt x="0" y="5290"/></a:moveTo><a:lnTo><a:pt x="2603" y="1763"/></a:lnTo><a:lnTo><a:pt x="5290" y="0"/></a:lnTo><a:lnTo><a:pt x="9237" y="0"/></a:lnTo><a:lnTo><a:pt x="11840" y="1763"/></a:lnTo><a:lnTo><a:pt x="14527" y="5290"/></a:lnTo><a:lnTo><a:pt x="15787" y="10580"/></a:lnTo><a:lnTo><a:pt x="15787" y="14106"/></a:lnTo><a:lnTo><a:pt x="14527" y="19396"/></a:lnTo><a:lnTo><a:pt x="11840" y="22923"/></a:lnTo><a:lnTo><a:pt x="9237" y="24603"/></a:lnTo><a:lnTo><a:pt x="5290" y="24603"/></a:lnTo><a:lnTo><a:pt x="2603" y="22923"/></a:lnTo><a:lnTo><a:pt x="0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92" name="object 692"/><p:cNvSpPr/><p:nvPr/></p:nvSpPr><p:spPr><a:xfrm><a:off x="17006378" y="12737150"/><a:ext cx="15875" cy="24765"/></a:xfrm><a:custGeom><a:avLst/><a:gdLst/><a:ahLst/><a:cxnLst/><a:rect l="l" t="t" r="r" b="b"/><a:pathLst><a:path w="15875" h="24765"><a:moveTo><a:pt x="0" y="10580"/></a:moveTo><a:lnTo><a:pt x="15787" y="10580"/></a:lnTo><a:lnTo><a:pt x="15787" y="7053"/></a:lnTo><a:lnTo><a:pt x="14527" y="3526"/></a:lnTo><a:lnTo><a:pt x="13184" y="1763"/></a:lnTo><a:lnTo><a:pt x="10496" y="0"/></a:lnTo><a:lnTo><a:pt x="6550" y="0"/></a:lnTo><a:lnTo><a:pt x="3946" y="1763"/></a:lnTo><a:lnTo><a:pt x="1259" y="5290"/></a:lnTo><a:lnTo><a:pt x="0" y="10580"/></a:lnTo><a:lnTo><a:pt x="0" y="14106"/></a:lnTo><a:lnTo><a:pt x="1259" y="19396"/></a:lnTo><a:lnTo><a:pt x="3946" y="22923"/></a:lnTo><a:lnTo><a:pt x="6550" y="24603"/></a:lnTo><a:lnTo><a:pt x="10496" y="24603"/></a:lnTo><a:lnTo><a:pt x="13184" y="22923"/></a:lnTo><a:lnTo><a:pt x="15787" y="193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93" name="object 693"/><p:cNvSpPr/><p:nvPr/></p:nvSpPr><p:spPr><a:xfrm><a:off x="17031403" y="12737150"/><a:ext cx="0" cy="24765"/></a:xfrm><a:custGeom><a:avLst/><a:gdLst/><a:ahLst/><a:cxnLst/><a:rect l="l" t="t" r="r" b="b"/><a:pathLst><a:path w="0" h="24765"><a:moveTo><a:pt x="0" y="0"/></a:moveTo><a:lnTo><a:pt x="0" y="24603"/></a:lnTo></a:path></a:pathLst></a:custGeom><a:ln w="3175"><a:solidFill><a:srgbClr val="000000"/></a:solidFill></a:ln></p:spPr><p:txBody><a:bodyPr wrap="square" lIns="0" tIns="0" rIns="0" bIns="0" rtlCol="0"/><a:lstStyle/><a:p/></p:txBody></p:sp><p:sp><p:nvSpPr><p:cNvPr id="694" name="object 694"/><p:cNvSpPr/><p:nvPr/></p:nvSpPr><p:spPr><a:xfrm><a:off x="17031403" y="12737150"/><a:ext cx="10795" cy="10795"/></a:xfrm><a:custGeom><a:avLst/><a:gdLst/><a:ahLst/><a:cxnLst/><a:rect l="l" t="t" r="r" b="b"/><a:pathLst><a:path w="10794" h="10795"><a:moveTo><a:pt x="0" y="10580"/></a:moveTo><a:lnTo><a:pt x="1343" y="5290"/></a:lnTo><a:lnTo><a:pt x="3946" y="1763"/></a:lnTo><a:lnTo><a:pt x="6634" y="0"/></a:lnTo><a:lnTo><a:pt x="1058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695" name="object 695"/><p:cNvSpPr/><p:nvPr/></p:nvSpPr><p:spPr><a:xfrm><a:off x="17078931" y="12724891"/><a:ext cx="6985" cy="37465"/></a:xfrm><a:custGeom><a:avLst/><a:gdLst/><a:ahLst/><a:cxnLst/><a:rect l="l" t="t" r="r" b="b"/><a:pathLst><a:path w="6984" h="37465"><a:moveTo><a:pt x="0" y="6969"/></a:moveTo><a:lnTo><a:pt x="2603" y="5206"/></a:lnTo><a:lnTo><a:pt x="6550" y="0"/></a:lnTo><a:lnTo><a:pt x="6550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696" name="object 696"/><p:cNvSpPr/><p:nvPr/></p:nvSpPr><p:spPr><a:xfrm><a:off x="17101353" y="12724891"/><a:ext cx="17145" cy="37465"/></a:xfrm><a:custGeom><a:avLst/><a:gdLst/><a:ahLst/><a:cxnLst/><a:rect l="l" t="t" r="r" b="b"/><a:pathLst><a:path w="17144" h="37465"><a:moveTo><a:pt x="17130" y="12259"/></a:moveTo><a:lnTo><a:pt x="0" y="12259"/></a:lnTo><a:lnTo><a:pt x="0" y="10496"/></a:lnTo><a:lnTo><a:pt x="1343" y="5206"/></a:lnTo><a:lnTo><a:pt x="3946" y="1679"/></a:lnTo><a:lnTo><a:pt x="7893" y="0"/></a:lnTo><a:lnTo><a:pt x="9237" y="0"/></a:lnTo><a:lnTo><a:pt x="13184" y="1679"/></a:lnTo><a:lnTo><a:pt x="15871" y="5206"/></a:lnTo><a:lnTo><a:pt x="17130" y="12259"/></a:lnTo><a:lnTo><a:pt x="17130" y="21076"/></a:lnTo><a:lnTo><a:pt x="15871" y="29893"/></a:lnTo><a:lnTo><a:pt x="13184" y="35183"/></a:lnTo><a:lnTo><a:pt x="9237" y="36862"/></a:lnTo><a:lnTo><a:pt x="6634" y="36862"/></a:lnTo><a:lnTo><a:pt x="2603" y="35183"/></a:lnTo><a:lnTo><a:pt x="1343" y="31656"/></a:lnTo></a:path></a:pathLst></a:custGeom><a:ln w="3175"><a:solidFill><a:srgbClr val="000000"/></a:solidFill></a:ln></p:spPr><p:txBody><a:bodyPr wrap="square" lIns="0" tIns="0" rIns="0" bIns="0" rtlCol="0"/><a:lstStyle/><a:p/></p:txBody></p:sp><p:sp><p:nvSpPr><p:cNvPr id="697" name="object 697"/><p:cNvSpPr/><p:nvPr/></p:nvSpPr><p:spPr><a:xfrm><a:off x="17129065" y="12758311"/><a:ext cx="3175" cy="10795"/></a:xfrm><a:custGeom><a:avLst/><a:gdLst/><a:ahLst/><a:cxnLst/><a:rect l="l" t="t" r="r" b="b"/><a:pathLst><a:path w="3175" h="10795"><a:moveTo><a:pt x="2603" y="1763"/></a:moveTo><a:lnTo><a:pt x="1343" y="3442"/></a:lnTo><a:lnTo><a:pt x="0" y="1763"/></a:lnTo><a:lnTo><a:pt x="1343" y="0"/></a:lnTo><a:lnTo><a:pt x="2603" y="1763"/></a:lnTo><a:lnTo><a:pt x="2603" y="5206"/></a:lnTo><a:lnTo><a:pt x="1343" y="8732"/></a:lnTo><a:lnTo><a:pt x="0" y="10496"/></a:lnTo></a:path></a:pathLst></a:custGeom><a:ln w="3175"><a:solidFill><a:srgbClr val="000000"/></a:solidFill></a:ln></p:spPr><p:txBody><a:bodyPr wrap="square" lIns="0" tIns="0" rIns="0" bIns="0" rtlCol="0"/><a:lstStyle/><a:p/></p:txBody></p:sp><p:sp><p:nvSpPr><p:cNvPr id="698" name="object 698"/><p:cNvSpPr/><p:nvPr/></p:nvSpPr><p:spPr><a:xfrm><a:off x="17168617" y="12724891"/><a:ext cx="19050" cy="37465"/></a:xfrm><a:custGeom><a:avLst/><a:gdLst/><a:ahLst/><a:cxnLst/><a:rect l="l" t="t" r="r" b="b"/><a:pathLst><a:path w="19050" h="37465"><a:moveTo><a:pt x="1343" y="8732"/></a:moveTo><a:lnTo><a:pt x="1343" y="6969"/></a:lnTo><a:lnTo><a:pt x="2687" y="3442"/></a:lnTo><a:lnTo><a:pt x="3946" y="1679"/></a:lnTo><a:lnTo><a:pt x="6634" y="0"/></a:lnTo><a:lnTo><a:pt x="11924" y="0"/></a:lnTo><a:lnTo><a:pt x="14527" y="1679"/></a:lnTo><a:lnTo><a:pt x="15871" y="3442"/></a:lnTo><a:lnTo><a:pt x="17214" y="6969"/></a:lnTo><a:lnTo><a:pt x="17214" y="10496"/></a:lnTo><a:lnTo><a:pt x="15871" y="14022"/></a:lnTo><a:lnTo><a:pt x="13184" y="19312"/></a:lnTo><a:lnTo><a:pt x="0" y="36862"/></a:lnTo><a:lnTo><a:pt x="18474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699" name="object 699"/><p:cNvSpPr/><p:nvPr/></p:nvSpPr><p:spPr><a:xfrm><a:off x="17195069" y="12724891"/><a:ext cx="19050" cy="37465"/></a:xfrm><a:custGeom><a:avLst/><a:gdLst/><a:ahLst/><a:cxnLst/><a:rect l="l" t="t" r="r" b="b"/><a:pathLst><a:path w="19050" h="37465"><a:moveTo><a:pt x="7893" y="0"/></a:moveTo><a:lnTo><a:pt x="3946" y="1679"/></a:lnTo><a:lnTo><a:pt x="1259" y="6969"/></a:lnTo><a:lnTo><a:pt x="0" y="15786"/></a:lnTo><a:lnTo><a:pt x="0" y="21076"/></a:lnTo><a:lnTo><a:pt x="1259" y="29893"/></a:lnTo><a:lnTo><a:pt x="3946" y="35183"/></a:lnTo><a:lnTo><a:pt x="7893" y="36862"/></a:lnTo><a:lnTo><a:pt x="10496" y="36862"/></a:lnTo><a:lnTo><a:pt x="14443" y="35183"/></a:lnTo><a:lnTo><a:pt x="17130" y="29893"/></a:lnTo><a:lnTo><a:pt x="18474" y="21076"/></a:lnTo><a:lnTo><a:pt x="18474" y="15786"/></a:lnTo><a:lnTo><a:pt x="17130" y="6969"/></a:lnTo><a:lnTo><a:pt x="14443" y="1679"/></a:lnTo><a:lnTo><a:pt x="10496" y="0"/></a:lnTo><a:lnTo><a:pt x="7893" y="0"/></a:lnTo><a:close/></a:path></a:pathLst></a:custGeom><a:ln w="3175"><a:solidFill><a:srgbClr val="000000"/></a:solidFill></a:ln></p:spPr><p:txBody><a:bodyPr wrap="square" lIns="0" tIns="0" rIns="0" bIns="0" rtlCol="0"/><a:lstStyle/><a:p/></p:txBody></p:sp><p:sp><p:nvSpPr><p:cNvPr id="700" name="object 700"/><p:cNvSpPr/><p:nvPr/></p:nvSpPr><p:spPr><a:xfrm><a:off x="17221437" y="12724891"/><a:ext cx="19050" cy="37465"/></a:xfrm><a:custGeom><a:avLst/><a:gdLst/><a:ahLst/><a:cxnLst/><a:rect l="l" t="t" r="r" b="b"/><a:pathLst><a:path w="19050" h="37465"><a:moveTo><a:pt x="1343" y="8732"/></a:moveTo><a:lnTo><a:pt x="1343" y="6969"/></a:lnTo><a:lnTo><a:pt x="2603" y="3442"/></a:lnTo><a:lnTo><a:pt x="3946" y="1679"/></a:lnTo><a:lnTo><a:pt x="6550" y="0"/></a:lnTo><a:lnTo><a:pt x="11840" y="0"/></a:lnTo><a:lnTo><a:pt x="14527" y="1679"/></a:lnTo><a:lnTo><a:pt x="15787" y="3442"/></a:lnTo><a:lnTo><a:pt x="17130" y="6969"/></a:lnTo><a:lnTo><a:pt x="17130" y="10496"/></a:lnTo><a:lnTo><a:pt x="15787" y="14022"/></a:lnTo><a:lnTo><a:pt x="13184" y="19312"/></a:lnTo><a:lnTo><a:pt x="0" y="36862"/></a:lnTo><a:lnTo><a:pt x="18474" y="36862"/></a:lnTo></a:path></a:pathLst></a:custGeom><a:ln w="3175"><a:solidFill><a:srgbClr val="000000"/></a:solidFill></a:ln></p:spPr><p:txBody><a:bodyPr wrap="square" lIns="0" tIns="0" rIns="0" bIns="0" rtlCol="0"/><a:lstStyle/><a:p/></p:txBody></p:sp><p:sp><p:nvSpPr><p:cNvPr id="701" name="object 701"/><p:cNvSpPr/><p:nvPr/></p:nvSpPr><p:spPr><a:xfrm><a:off x="17247805" y="12724891"/><a:ext cx="19050" cy="37465"/></a:xfrm><a:custGeom><a:avLst/><a:gdLst/><a:ahLst/><a:cxnLst/><a:rect l="l" t="t" r="r" b="b"/><a:pathLst><a:path w="19050" h="37465"><a:moveTo><a:pt x="15871" y="0"/></a:moveTo><a:lnTo><a:pt x="2687" y="0"/></a:lnTo><a:lnTo><a:pt x="1343" y="15786"/></a:lnTo><a:lnTo><a:pt x="2687" y="14022"/></a:lnTo><a:lnTo><a:pt x="6634" y="12259"/></a:lnTo><a:lnTo><a:pt x="10580" y="12259"/></a:lnTo><a:lnTo><a:pt x="14527" y="14022"/></a:lnTo><a:lnTo><a:pt x="17130" y="17549"/></a:lnTo><a:lnTo><a:pt x="18474" y="22839"/></a:lnTo><a:lnTo><a:pt x="18474" y="26366"/></a:lnTo><a:lnTo><a:pt x="17130" y="31656"/></a:lnTo><a:lnTo><a:pt x="14527" y="35183"/></a:lnTo><a:lnTo><a:pt x="10580" y="36862"/></a:lnTo><a:lnTo><a:pt x="6634" y="36862"/></a:lnTo><a:lnTo><a:pt x="2687" y="35183"/></a:lnTo><a:lnTo><a:pt x="1343" y="33419"/></a:lnTo><a:lnTo><a:pt x="0" y="29893"/></a:lnTo></a:path></a:pathLst></a:custGeom><a:ln w="3175"><a:solidFill><a:srgbClr val="000000"/></a:solidFill></a:ln></p:spPr><p:txBody><a:bodyPr wrap="square" lIns="0" tIns="0" rIns="0" bIns="0" rtlCol="0"/><a:lstStyle/><a:p/></p:txBody></p:sp></p:grpSp><p:sp><p:nvSpPr><p:cNvPr id="702" name="object 702"/><p:cNvSpPr txBox="1"/><p:nvPr/></p:nvSpPr><p:spPr><a:xfrm><a:off x="14437718" y="11211189"/><a:ext cx="1257935" cy="654050"/></a:xfrm><a:prstGeom prst="rect"><a:avLst/></a:prstGeom></p:spPr><p:txBody><a:bodyPr wrap="square" lIns="0" tIns="19050" rIns="0" bIns="0" rtlCol="0" vert="horz"><a:spAutoFit/></a:bodyPr><a:lstStyle/><a:p><a:pPr marL="12700" marR="5080"><a:lnSpc><a:spcPts val="700"/></a:lnSpc><a:spcBef><a:spcPts val="150"/></a:spcBef></a:pPr><a:endParaRPr sz="600"><a:latin typeface="Arial"/><a:cs typeface="Arial"/></a:endParaRPr><a:r><a:rPr dirty="0" sz="600" b="1"><a:solidFill><a:srgbClr val="FF0000"/><a:t>SUBMITTED FOR REVIEW SUBJECT TO FIELD INSPECTION</a:t></a:r></a:p><a:p><a:pPr marL="12700" marR="185420"><a:lnSpc><a:spcPts val="700"/></a:lnSpc><a:spcBef><a:spcPts val="5"/></a:spcBef></a:pPr><a:endParaRPr sz="600"><a:latin typeface="Arial"/><a:cs typeface="Arial"/></a:endParaRPr><a:r><a:rPr dirty="0" sz="600" b="1"><a:solidFill><a:srgbClr val="FF0000"/><a:t> </a:t></a:r></a:p><a:p><a:pPr marL="12700" marR="301625"><a:lnSpc><a:spcPts val="700"/></a:lnSpc><a:spcBef><a:spcPts val="5"/></a:spcBef></a:pPr><a:endParaRPr sz="600"><a:latin typeface="Arial"/><a:cs typeface="Arial"/></a:endParaRPr><a:r><a:rPr dirty="0" sz="600" b="1"><a:solidFill><a:srgbClr val="FF0000"/><a:t> </a:t></a:r></a:p></p:txBody></p:sp><p:sp><p:nvSpPr><p:cNvPr id="704" name="object 704"/><p:cNvSpPr txBox="1"/><p:nvPr/></p:nvSpPr><p:spPr><a:xfrm><a:off x="19397141" y="12447153"/><a:ext cx="220979" cy="139065"/></a:xfrm><a:prstGeom prst="rect"><a:avLst/></a:prstGeom></p:spPr><p:txBody><a:bodyPr wrap="square" lIns="0" tIns="17145" rIns="0" bIns="0" rtlCol="0" vert="horz"><a:spAutoFit/></a:bodyPr><a:lstStyle/><a:p><a:pPr marL="12700"><a:lnSpc><a:spcPct val="100000"/></a:lnSpc><a:spcBef><a:spcPts val="135"/></a:spcBef></a:pPr><a:endParaRPr sz="700"><a:latin typeface="Verdana"/><a:cs typeface="Verdana"/></a:endParaRPr><a:r><a:rPr dirty="0" sz="700" spc="-20"><a:latin typeface="Verdana"/><a:t>{{DESIGNED_BY}}</a:t></a:r></a:p></p:txBody></p:sp><p:sp><p:nvSpPr><p:cNvPr id="705" name="object 705"/><p:cNvSpPr txBox="1"/><p:nvPr/></p:nvSpPr><p:spPr><a:xfrm><a:off x="18623458" y="12461237"/><a:ext cx="551815" cy="110489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r><a:rPr dirty="0" sz="550"><a:latin typeface="Verdana"/><a:cs typeface="Verdana"/></a:rPr><a:t>DESIGNED</a:t></a:r><a:r><a:rPr dirty="0" sz="550" spc="-30"><a:latin typeface="Verdana"/><a:cs typeface="Verdana"/></a:rPr><a:t> </a:t></a:r><a:r><a:rPr dirty="0" sz="550" spc="-25"><a:latin typeface="Verdana"/><a:cs typeface="Verdana"/></a:rPr><a:t>BY:</a:t></a:r><a:endParaRPr sz="550"><a:latin typeface="Verdana"/><a:cs typeface="Verdana"/></a:endParaRPr></a:p></p:txBody></p:sp><p:sp><p:nvSpPr><p:cNvPr id="706" name="object 706"/><p:cNvSpPr txBox="1"/><p:nvPr/></p:nvSpPr><p:spPr><a:xfrm><a:off x="19268078" y="12694577"/><a:ext cx="480695" cy="139065"/></a:xfrm><a:prstGeom prst="rect"><a:avLst/></a:prstGeom></p:spPr><p:txBody><a:bodyPr wrap="square" lIns="0" tIns="17145" rIns="0" bIns="0" rtlCol="0" vert="horz"><a:spAutoFit/></a:bodyPr><a:lstStyle/><a:p><a:pPr marL="12700"><a:lnSpc><a:spcPct val="100000"/></a:lnSpc><a:spcBef><a:spcPts val="135"/></a:spcBef></a:pPr><a:endParaRPr sz="700"><a:latin typeface="Verdana"/><a:cs typeface="Verdana"/></a:endParaRPr><a:r><a:rPr dirty="0" sz="700" spc="-10"><a:latin typeface="Verdana"/><a:t>{{CHECKED_BY}}</a:t></a:r></a:p></p:txBody></p:sp><p:sp><p:nvSpPr><p:cNvPr id="707" name="object 707"/><p:cNvSpPr txBox="1"/><p:nvPr/></p:nvSpPr><p:spPr><a:xfrm><a:off x="18642849" y="12708725"/><a:ext cx="513080" cy="110489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r><a:rPr dirty="0" sz="550"><a:latin typeface="Verdana"/><a:cs typeface="Verdana"/></a:rPr><a:t>CHECKED</a:t></a:r><a:r><a:rPr dirty="0" sz="550" spc="-30"><a:latin typeface="Verdana"/><a:cs typeface="Verdana"/></a:rPr><a:t> </a:t></a:r><a:r><a:rPr dirty="0" sz="550" spc="-25"><a:latin typeface="Verdana"/><a:cs typeface="Verdana"/></a:rPr><a:t>BY:</a:t></a:r><a:endParaRPr sz="550"><a:latin typeface="Verdana"/><a:cs typeface="Verdana"/></a:endParaRPr></a:p></p:txBody></p:sp><p:sp><p:nvSpPr><p:cNvPr id="708" name="object 708"/><p:cNvSpPr txBox="1"/><p:nvPr/></p:nvSpPr><p:spPr><a:xfrm><a:off x="17918031" y="12833602"/><a:ext cx="231775" cy="64769"/></a:xfrm><a:prstGeom prst="rect"><a:avLst/></a:prstGeom></p:spPr><p:txBody><a:bodyPr wrap="square" lIns="0" tIns="3810" rIns="0" bIns="0" rtlCol="0" vert="horz"><a:spAutoFit/></a:bodyPr><a:lstStyle/><a:p><a:pPr marL="12700"><a:lnSpc><a:spcPct val="100000"/></a:lnSpc><a:spcBef><a:spcPts val="30"/></a:spcBef></a:pPr><a:endParaRPr sz="300"><a:latin typeface="Calibri"/><a:cs typeface="Calibri"/></a:endParaRPr><a:r><a:rPr dirty="0" sz="300"><a:latin typeface="Calibri"/><a:t>{{SE_EXP}}</a:t></a:r></a:p></p:txBody></p:sp><p:sp><p:nvSpPr><p:cNvPr id="709" name="object 709"/><p:cNvSpPr txBox="1"/><p:nvPr/></p:nvSpPr><p:spPr><a:xfrm><a:off x="18628495" y="12928603"/><a:ext cx="492759" cy="147955"/></a:xfrm><a:prstGeom prst="rect"><a:avLst/></a:prstGeom></p:spPr><p:txBody><a:bodyPr wrap="square" lIns="0" tIns="12065" rIns="0" bIns="0" rtlCol="0" vert="horz"><a:spAutoFit/></a:bodyPr><a:lstStyle/><a:p><a:pPr marL="12700"><a:lnSpc><a:spcPct val="100000"/></a:lnSpc><a:spcBef><a:spcPts val="95"/></a:spcBef></a:pPr><a:r><a:rPr dirty="0" sz="800"><a:latin typeface="Verdana"/><a:cs typeface="Verdana"/></a:rPr><a:t>JOB</a:t></a:r><a:r><a:rPr dirty="0" sz="800" spc="-25"><a:latin typeface="Verdana"/><a:cs typeface="Verdana"/></a:rPr><a:t> </a:t></a:r><a:r><a:rPr dirty="0" sz="800" spc="-20"><a:latin typeface="Verdana"/><a:cs typeface="Verdana"/></a:rPr><a:t>NO.:</a:t></a:r><a:endParaRPr sz="800"><a:latin typeface="Verdana"/><a:cs typeface="Verdana"/></a:endParaRPr></a:p></p:txBody></p:sp><p:sp><p:nvSpPr><p:cNvPr id="710" name="object 710"/><p:cNvSpPr txBox="1"/><p:nvPr/></p:nvSpPr><p:spPr><a:xfrm><a:off x="19378215" y="12942703"/><a:ext cx="258445" cy="120014"/></a:xfrm><a:prstGeom prst="rect"><a:avLst/></a:prstGeom></p:spPr><p:txBody><a:bodyPr wrap="square" lIns="0" tIns="14605" rIns="0" bIns="0" rtlCol="0" vert="horz"><a:spAutoFit/></a:bodyPr><a:lstStyle/><a:p><a:pPr marL="12700"><a:lnSpc><a:spcPct val="100000"/></a:lnSpc><a:spcBef><a:spcPts val="115"/></a:spcBef></a:pPr><a:endParaRPr sz="600"><a:latin typeface="Verdana"/><a:cs typeface="Verdana"/></a:endParaRPr><a:r><a:rPr dirty="0" sz="600"><a:latin typeface="Verdana"/><a:t>{{JOB_NO}}</a:t></a:r></a:p></p:txBody></p:sp><p:sp><p:nvSpPr><p:cNvPr id="703" name="object 703"/><p:cNvSpPr txBox="1"/><p:nvPr/></p:nvSpPr><p:spPr><a:xfrm><a:off x="14437718" y="11924760"/><a:ext cx="1727835" cy="475615"/></a:xfrm><a:prstGeom prst="rect"><a:avLst/></a:prstGeom></p:spPr><p:txBody><a:bodyPr wrap="square" lIns="0" tIns="13970" rIns="0" bIns="0" rtlCol="0" vert="horz"><a:spAutoFit/></a:bodyPr><a:lstStyle/><a:p><a:pPr marL="12700"><a:lnSpc><a:spcPts val="710"/></a:lnSpc><a:spcBef><a:spcPts val="110"/></a:spcBef></a:pPr><a:r><a:rPr dirty="0" sz="600" b="1"><a:solidFill><a:srgbClr val="FF0000"/></a:solidFill><a:latin typeface="Arial"/><a:cs typeface="Arial"/></a:rPr><a:t>OFD</a:t></a:r><a:r><a:rPr dirty="0" sz="600" spc="25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NOTES:</a:t></a:r><a:endParaRPr sz="600"><a:latin typeface="Arial"/><a:cs typeface="Arial"/></a:endParaRPr></a:p><a:p><a:pPr marL="12700"><a:lnSpc><a:spcPts val="700"/></a:lnSpc></a:pPr><a:r><a:rPr dirty="0" sz="600" spc="-25" b="1"><a:solidFill><a:srgbClr val="FF0000"/></a:solidFill><a:latin typeface="Arial"/><a:cs typeface="Arial"/></a:rPr><a:t>1.</a:t></a:r><a:endParaRPr sz="600"><a:latin typeface="Arial"/><a:cs typeface="Arial"/></a:endParaRPr></a:p><a:p><a:pPr algn="just" marL="12700" marR="5080"><a:lnSpc><a:spcPts val="700"/></a:lnSpc><a:spcBef><a:spcPts val="30"/></a:spcBef></a:pPr><a:r><a:rPr dirty="0" sz="600" b="1"><a:solidFill><a:srgbClr val="FF0000"/></a:solidFill><a:latin typeface="Arial"/><a:cs typeface="Arial"/></a:rPr><a:t>Provide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required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minimum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5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feet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setback</a:t></a:r><a:r><a:rPr dirty="0" sz="600" spc="20" b="1"><a:solidFill><a:srgbClr val="FF0000"/></a:solidFill><a:latin typeface="Arial"/><a:cs typeface="Arial"/></a:rPr><a:t> </a:t></a:r><a:r><a:rPr dirty="0" sz="600" spc="-20" b="1"><a:solidFill><a:srgbClr val="FF0000"/></a:solidFill><a:latin typeface="Arial"/><a:cs typeface="Arial"/></a:rPr><a:t>with</a:t></a:r><a:r><a:rPr dirty="0" sz="600" spc="50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non-combustible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vegetation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or</a:t></a:r><a:r><a:rPr dirty="0" sz="600" spc="3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structure.</a:t></a:r><a:r><a:rPr dirty="0" sz="600" spc="229" b="1"><a:solidFill><a:srgbClr val="FF0000"/></a:solidFill><a:latin typeface="Arial"/><a:cs typeface="Arial"/></a:rPr><a:t> </a:t></a:r><a:r><a:rPr dirty="0" sz="600" spc="-20" b="1"><a:solidFill><a:srgbClr val="FF0000"/></a:solidFill><a:latin typeface="Arial"/><a:cs typeface="Arial"/></a:rPr><a:t>Ref.</a:t></a:r><a:r><a:rPr dirty="0" sz="600" spc="50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CA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Wildland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Urban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Interface</a:t></a:r><a:r><a:rPr dirty="0" sz="600" spc="25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Code.</a:t></a:r><a:endParaRPr sz="600"><a:latin typeface="Arial"/><a:cs typeface="Arial"/></a:endParaRPr></a:p></p:txBody></p:sp></p:spTree></p:cSld><p:clrMapOvr><a:masterClrMapping/></p:clrMapOvr></p:sld >

</file>

<file path=ppt/slides/slide7.xml><?xml version="1.0" encoding="UTF-8" standalone="yes"?>
<p:sld 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object 2"/><p:cNvSpPr txBox="1"/><p:nvPr/></p:nvSpPr><p:spPr><a:xfrm><a:off x="19225483" y="4808349"/><a:ext cx="533400" cy="1468755"/></a:xfrm><a:prstGeom prst="rect"><a:avLst/></a:prstGeom></p:spPr><p:txBody><a:bodyPr wrap="square" lIns="0" tIns="13335" rIns="0" bIns="0" rtlCol="0" vert="vert270"><a:spAutoFit/></a:bodyPr><a:lstStyle/><a:p><a:pPr algn="ctr"><a:lnSpc><a:spcPct val="100000"/></a:lnSpc><a:spcBef><a:spcPts val="105"/></a:spcBef></a:pPr><a:endParaRPr sz="1100"><a:latin typeface="Verdana"/><a:cs typeface="Verdana"/></a:endParaRPr><a:r><a:rPr dirty="0" sz="1100"><a:latin typeface="Verdana"/><a:t>1107 17TH AVE N</a:t></a:r></a:p><a:p><a:pPr algn="ctr"><a:lnSpc><a:spcPct val="100000"/></a:lnSpc><a:spcBef><a:spcPts val="10"/></a:spcBef></a:pPr><a:endParaRPr sz="1100"><a:latin typeface="Verdana"/><a:cs typeface="Verdana"/></a:endParaRPr><a:r><a:rPr dirty="0" sz="1100"><a:latin typeface="Verdana"/><a:t>CLINTON, IOWA 52732</a:t></a:r></a:p><a:p><a:pPr algn="ctr"><a:lnSpc><a:spcPct val="100000"/></a:lnSpc><a:spcBef><a:spcPts val="10"/></a:spcBef></a:pPr><a:endParaRPr sz="1100"><a:latin typeface="Verdana"/><a:cs typeface="Verdana"/></a:endParaRPr><a:r><a:rPr dirty="0" sz="1100"><a:latin typeface="Verdana"/><a:t>PH: {{GC_PHONE}}</a:t></a:r></a:p></p:txBody></p:sp><p:sp><p:nvSpPr><p:cNvPr id="3" name="object 3"/><p:cNvSpPr txBox="1"/><p:nvPr/></p:nvSpPr><p:spPr><a:xfrm><a:off x="19704355" y="3878686"/><a:ext cx="128905" cy="809625"/></a:xfrm><a:prstGeom prst="rect"><a:avLst/></a:prstGeom></p:spPr><p:txBody><a:bodyPr wrap="square" lIns="0" tIns="22860" rIns="0" bIns="0" rtlCol="0" vert="vert270"><a:spAutoFit/></a:bodyPr><a:lstStyle/><a:p><a:pPr marL="12700"><a:lnSpc><a:spcPct val="100000"/></a:lnSpc><a:spcBef><a:spcPts val="180"/></a:spcBef></a:pPr><a:r><a:rPr dirty="0" baseline="4629" sz="900" b="1"><a:latin typeface="Verdana"/><a:cs typeface="Verdana"/></a:rPr><a:t>REV.</a:t></a:r><a:r><a:rPr dirty="0" baseline="4629" sz="900" spc="7" b="1"><a:latin typeface="Verdana"/><a:cs typeface="Verdana"/></a:rPr><a:t> </a:t></a:r><a:r><a:rPr dirty="0" baseline="4629" sz="900" b="1"><a:latin typeface="Verdana"/><a:cs typeface="Verdana"/></a:rPr><a:t>#</a:t></a:r><a:r><a:rPr dirty="0" baseline="4629" sz="900" spc="82" b="1"><a:latin typeface="Verdana"/><a:cs typeface="Verdana"/></a:rPr><a:t> </a:t></a:r><a:r><a:rPr dirty="0" sz="600" b="1"><a:latin typeface="Verdana"/><a:cs typeface="Verdana"/></a:rPr><a:t>REV.</a:t></a:r><a:r><a:rPr dirty="0" sz="600" spc="10" b="1"><a:latin typeface="Verdana"/><a:cs typeface="Verdana"/></a:rPr><a:t> </a:t></a:r><a:r><a:rPr dirty="0" sz="600" spc="-20" b="1"><a:latin typeface="Verdana"/><a:cs typeface="Verdana"/></a:rPr><a:t>DATE</a:t></a:r><a:endParaRPr sz="600"><a:latin typeface="Verdana"/><a:cs typeface="Verdana"/></a:endParaRPr></a:p></p:txBody></p:sp><p:sp><p:nvSpPr><p:cNvPr id="4" name="object 4"/><p:cNvSpPr txBox="1"/><p:nvPr/></p:nvSpPr><p:spPr><a:xfrm><a:off x="19708311" y="355156"/><a:ext cx="120014" cy="142240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25" b="1"><a:latin typeface="Verdana"/><a:cs typeface="Verdana"/></a:rPr><a:t>BY</a:t></a:r><a:endParaRPr sz="600"><a:latin typeface="Verdana"/><a:cs typeface="Verdana"/></a:endParaRPr></a:p></p:txBody></p:sp><p:grpSp><p:nvGrpSpPr><p:cNvPr id="5" name="object 5"/><p:cNvGrpSpPr/><p:nvPr/></p:nvGrpSpPr><p:grpSpPr><a:xfrm><a:off x="18596740" y="4687007"/><a:ext cx="646430" cy="7710170"/><a:chOff x="18596740" y="4687007"/><a:chExt cx="646430" cy="7710170"/></a:xfrm></p:grpSpPr><p:pic><p:nvPicPr><p:cNvPr id="6" name="object 6"/><p:cNvPicPr/><p:nvPr/></p:nvPicPr><p:blipFill><a:blip r:embed="rId2" cstate="print"/><a:stretch><a:fillRect/></a:stretch></p:blipFill><p:spPr><a:xfrm><a:off x="18597145" y="4687256"/><a:ext cx="645316" cy="1715712"/></a:xfrm><a:prstGeom prst="rect"><a:avLst/></a:prstGeom></p:spPr></p:pic><p:sp><p:nvSpPr><p:cNvPr id="7" name="object 7"/><p:cNvSpPr/><p:nvPr/></p:nvSpPr><p:spPr><a:xfrm><a:off x="18600868" y="4691134"/><a:ext cx="638175" cy="7701915"/></a:xfrm><a:custGeom><a:avLst/><a:gdLst/><a:ahLst/><a:cxnLst/><a:rect l="l" t="t" r="r" b="b"/><a:pathLst><a:path w="638175" h="7701915"><a:moveTo><a:pt x="155" y="1707956"/></a:moveTo><a:lnTo><a:pt x="155" y="7"/></a:lnTo><a:lnTo><a:pt x="637638" y="0"/></a:lnTo><a:lnTo><a:pt x="637715" y="1707948"/></a:lnTo><a:lnTo><a:pt x="155" y="1707956"/></a:lnTo><a:close/></a:path><a:path w="638175" h="7701915"><a:moveTo><a:pt x="0" y="7454083"/></a:moveTo><a:lnTo><a:pt x="594125" y="7454083"/></a:lnTo><a:lnTo><a:pt x="594125" y="7701506"/></a:lnTo><a:lnTo><a:pt x="0" y="7701506"/></a:lnTo><a:lnTo><a:pt x="0" y="7454083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8" name="object 8"/><p:cNvSpPr txBox="1"/><p:nvPr/></p:nvSpPr><p:spPr><a:xfrm><a:off x="18647889" y="12172080"/><a:ext cx="479425" cy="193675"/></a:xfrm><a:prstGeom prst="rect"><a:avLst/></a:prstGeom></p:spPr><p:txBody><a:bodyPr wrap="square" lIns="0" tIns="12700" rIns="0" bIns="0" rtlCol="0" vert="horz"><a:spAutoFit/></a:bodyPr><a:lstStyle/><a:p><a:pPr marL="140335" marR="5080" indent="-128270"><a:lnSpc><a:spcPct val="100000"/></a:lnSpc><a:spcBef><a:spcPts val="100"/></a:spcBef></a:pPr><a:r><a:rPr dirty="0" sz="550"><a:latin typeface="Verdana"/><a:cs typeface="Verdana"/></a:rPr><a:t>FIRST</a:t></a:r><a:r><a:rPr dirty="0" sz="550" spc="-20"><a:latin typeface="Verdana"/><a:cs typeface="Verdana"/></a:rPr><a:t> </a:t></a:r><a:r><a:rPr dirty="0" sz="550" spc="-10"><a:latin typeface="Verdana"/><a:cs typeface="Verdana"/></a:rPr><a:t>ISSUE</a:t></a:r><a:r><a:rPr dirty="0" sz="550" spc="500"><a:latin typeface="Verdana"/><a:cs typeface="Verdana"/></a:rPr><a:t> </a:t></a:r><a:r><a:rPr dirty="0" sz="550" spc="-10"><a:latin typeface="Verdana"/><a:cs typeface="Verdana"/></a:rPr><a:t>DATE:</a:t></a:r><a:endParaRPr sz="550"><a:latin typeface="Verdana"/><a:cs typeface="Verdana"/></a:endParaRPr></a:p></p:txBody></p:sp><p:sp><p:nvSpPr><p:cNvPr id="9" name="object 9"/><p:cNvSpPr/><p:nvPr/></p:nvSpPr><p:spPr><a:xfrm><a:off x="18600867" y="275674"/><a:ext cx="1218565" cy="12842875"/></a:xfrm><a:custGeom><a:avLst/><a:gdLst/><a:ahLst/><a:cxnLst/><a:rect l="l" t="t" r="r" b="b"/><a:pathLst><a:path w="1218565" h="12842875"><a:moveTo><a:pt x="0" y="12117044"/></a:moveTo><a:lnTo><a:pt x="594125" y="12116967"/></a:lnTo><a:lnTo><a:pt x="594203" y="12364467"/></a:lnTo><a:lnTo><a:pt x="0" y="12364467"/></a:lnTo><a:lnTo><a:pt x="0" y="12117044"/></a:lnTo><a:close/></a:path><a:path w="1218565" h="12842875"><a:moveTo><a:pt x="0" y="12364467"/></a:moveTo><a:lnTo><a:pt x="594203" y="12364467"/></a:lnTo><a:lnTo><a:pt x="594203" y="12611890"/></a:lnTo><a:lnTo><a:pt x="77" y="12611890"/></a:lnTo><a:lnTo><a:pt x="0" y="12364467"/></a:lnTo><a:close/></a:path><a:path w="1218565" h="12842875"><a:moveTo><a:pt x="111767" y="50"/></a:moveTo><a:lnTo><a:pt x="223456" y="48"/></a:lnTo><a:lnTo><a:pt x="223456" y="4415491"/></a:lnTo><a:lnTo><a:pt x="111767" y="4415491"/></a:lnTo><a:lnTo><a:pt x="111767" y="50"/></a:lnTo><a:close/></a:path><a:path w="1218565" h="12842875"><a:moveTo><a:pt x="223456" y="48"/></a:moveTo><a:lnTo><a:pt x="335145" y="47"/></a:lnTo><a:lnTo><a:pt x="335145" y="4415483"/></a:lnTo><a:lnTo><a:pt x="223456" y="4415491"/></a:lnTo><a:lnTo><a:pt x="223456" y="48"/></a:lnTo><a:close/></a:path><a:path w="1218565" h="12842875"><a:moveTo><a:pt x="335068" y="48"/></a:moveTo><a:lnTo><a:pt x="446757" y="47"/></a:lnTo><a:lnTo><a:pt x="446835" y="4415483"/></a:lnTo><a:lnTo><a:pt x="335145" y="4415491"/></a:lnTo><a:lnTo><a:pt x="335068" y="48"/></a:lnTo><a:close/></a:path><a:path w="1218565" h="12842875"><a:moveTo><a:pt x="446757" y="48"/></a:moveTo><a:lnTo><a:pt x="558447" y="47"/></a:lnTo><a:lnTo><a:pt x="558524" y="4415483"/></a:lnTo><a:lnTo><a:pt x="446835" y="4415491"/></a:lnTo><a:lnTo><a:pt x="446757" y="48"/></a:lnTo><a:close/></a:path><a:path w="1218565" h="12842875"><a:moveTo><a:pt x="558447" y="27"/></a:moveTo><a:lnTo><a:pt x="670136" y="25"/></a:lnTo><a:lnTo><a:pt x="670214" y="4415468"/></a:lnTo><a:lnTo><a:pt x="558524" y="4415468"/></a:lnTo><a:lnTo><a:pt x="558447" y="27"/></a:lnTo><a:close/></a:path><a:path w="1218565" h="12842875"><a:moveTo><a:pt x="670136" y="28"/></a:moveTo><a:lnTo><a:pt x="781826" y="27"/></a:lnTo><a:lnTo><a:pt x="781903" y="4415468"/></a:lnTo><a:lnTo><a:pt x="670214" y="4415468"/></a:lnTo><a:lnTo><a:pt x="670136" y="28"/></a:lnTo><a:close/></a:path><a:path w="1218565" h="12842875"><a:moveTo><a:pt x="781826" y="18"/></a:moveTo><a:lnTo><a:pt x="893515" y="17"/></a:lnTo><a:lnTo><a:pt x="893593" y="4415460"/></a:lnTo><a:lnTo><a:pt x="781903" y="4415460"/></a:lnTo><a:lnTo><a:pt x="781826" y="18"/></a:lnTo><a:close/></a:path><a:path w="1218565" h="12842875"><a:moveTo><a:pt x="893515" y="1"/></a:moveTo><a:lnTo><a:pt x="1005204" y="0"/></a:lnTo><a:lnTo><a:pt x="1005282" y="4415437"/></a:lnTo><a:lnTo><a:pt x="893593" y="4415444"/></a:lnTo><a:lnTo><a:pt x="893515" y="1"/></a:lnTo><a:close/></a:path><a:path w="1218565" h="12842875"><a:moveTo><a:pt x="1005204" y="3"/></a:moveTo><a:lnTo><a:pt x="1116894" y="2"/></a:lnTo><a:lnTo><a:pt x="1116971" y="4415444"/></a:lnTo><a:lnTo><a:pt x="1005282" y="4415444"/></a:lnTo><a:lnTo><a:pt x="1005204" y="3"/></a:lnTo><a:close/></a:path><a:path w="1218565" h="12842875"><a:moveTo><a:pt x="594203" y="12842250"/></a:moveTo><a:lnTo><a:pt x="594203" y="12611890"/></a:lnTo><a:lnTo><a:pt x="1218190" y="12611813"/></a:lnTo><a:lnTo><a:pt x="1218190" y="12842250"/></a:lnTo><a:lnTo><a:pt x="594203" y="12842250"/></a:lnTo><a:close/></a:path><a:path w="1218565" h="12842875"><a:moveTo><a:pt x="594203" y="12611813"/></a:moveTo><a:lnTo><a:pt x="594203" y="12364467"/></a:lnTo><a:lnTo><a:pt x="1218190" y="12364467"/></a:lnTo><a:lnTo><a:pt x="1218190" y="12611813"/></a:lnTo><a:lnTo><a:pt x="594203" y="12611813"/></a:lnTo><a:close/></a:path><a:path w="1218565" h="12842875"><a:moveTo><a:pt x="594203" y="12364467"/></a:moveTo><a:lnTo><a:pt x="594203" y="12117044"/></a:lnTo><a:lnTo><a:pt x="1218190" y="12117044"/></a:lnTo><a:lnTo><a:pt x="1218190" y="12364467"/></a:lnTo><a:lnTo><a:pt x="594203" y="12364467"/></a:lnTo><a:close/></a:path><a:path w="1218565" h="12842875"><a:moveTo><a:pt x="594125" y="12116967"/></a:moveTo><a:lnTo><a:pt x="594125" y="11869543"/></a:lnTo><a:lnTo><a:pt x="1218190" y="11869543"/></a:lnTo><a:lnTo><a:pt x="1218190" y="12116967"/></a:lnTo><a:lnTo><a:pt x="594125" y="12116967"/></a:lnTo><a:close/></a:path><a:path w="1218565" h="12842875"><a:moveTo><a:pt x="594125" y="12116967"/></a:moveTo><a:lnTo><a:pt x="1218190" y="12116967"/></a:lnTo><a:lnTo><a:pt x="1218190" y="12364467"/></a:lnTo><a:lnTo><a:pt x="594125" y="12364467"/></a:lnTo><a:lnTo><a:pt x="594125" y="12116967"/></a:lnTo><a:close/></a:path><a:path w="1218565" h="12842875"><a:moveTo><a:pt x="594203" y="12364467"/></a:moveTo><a:lnTo><a:pt x="1218268" y="12364467"/></a:lnTo><a:lnTo><a:pt x="1218268" y="12611890"/></a:lnTo><a:lnTo><a:pt x="594203" y="12611890"/></a:lnTo><a:lnTo><a:pt x="594203" y="12364467"/></a:lnTo><a:close/></a:path><a:path w="1218565" h="12842875"><a:moveTo><a:pt x="77" y="4088931"/></a:moveTo><a:lnTo><a:pt x="77" y="3598219"/></a:lnTo><a:lnTo><a:pt x="111767" y="3598219"/></a:lnTo><a:lnTo><a:pt x="111767" y="4088931"/></a:lnTo><a:lnTo><a:pt x="77" y="4088931"/></a:lnTo><a:close/></a:path><a:path w="1218565" h="12842875"><a:moveTo><a:pt x="77" y="297067"/></a:moveTo><a:lnTo><a:pt x="77" y="25"/></a:lnTo><a:lnTo><a:pt x="111767" y="25"/></a:lnTo><a:lnTo><a:pt x="111767" y="297067"/></a:lnTo><a:lnTo><a:pt x="77" y="297067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0" name="object 10"/><p:cNvSpPr txBox="1"/><p:nvPr/></p:nvSpPr><p:spPr><a:xfrm><a:off x="18596770" y="360140"/><a:ext cx="120014" cy="128905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25"><a:latin typeface="Verdana"/><a:cs typeface="Verdana"/></a:rPr><a:t>ER</a:t></a:r><a:endParaRPr sz="600"><a:latin typeface="Verdana"/><a:cs typeface="Verdana"/></a:endParaRPr></a:p></p:txBody></p:sp><p:sp><p:nvSpPr><p:cNvPr id="11" name="object 11"/><p:cNvSpPr/><p:nvPr/></p:nvSpPr><p:spPr><a:xfrm><a:off x="18600945" y="572741"/><a:ext cx="111760" cy="3301365"/></a:xfrm><a:custGeom><a:avLst/><a:gdLst/><a:ahLst/><a:cxnLst/><a:rect l="l" t="t" r="r" b="b"/><a:pathLst><a:path w="111759" h="3301365"><a:moveTo><a:pt x="0" y="3301152"/></a:moveTo><a:lnTo><a:pt x="0" y="0"/></a:lnTo><a:lnTo><a:pt x="111689" y="0"/></a:lnTo><a:lnTo><a:pt x="111689" y="3301152"/></a:lnTo><a:lnTo><a:pt x="0" y="3301152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2" name="object 12"/><p:cNvSpPr txBox="1"/><p:nvPr/></p:nvSpPr><p:spPr><a:xfrm><a:off x="18596703" y="2253808"/><a:ext cx="120014" cy="2065020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endParaRPr sz="600"><a:latin typeface="Verdana"/><a:cs typeface="Verdana"/></a:endParaRPr><a:r><a:rPr dirty="0" sz="550"><a:latin typeface="Verdana"/><a:t>{{ISSUE_DATE}} UPDATED WITH LATEST AHJ COMMENTS</a:t></a:r></a:p></p:txBody></p:sp><p:sp><p:nvSpPr><p:cNvPr id="13" name="object 13"/><p:cNvSpPr/><p:nvPr/></p:nvSpPr><p:spPr><a:xfrm><a:off x="18600945" y="4366250"/><a:ext cx="111760" cy="325120"/></a:xfrm><a:custGeom><a:avLst/><a:gdLst/><a:ahLst/><a:cxnLst/><a:rect l="l" t="t" r="r" b="b"/><a:pathLst><a:path w="111759" h="325120"><a:moveTo><a:pt x="7058" y="177291"/></a:moveTo><a:lnTo><a:pt x="102847" y="122501"/></a:lnTo><a:lnTo><a:pt x="102459" y="232880"/></a:lnTo><a:lnTo><a:pt x="7058" y="177291"/></a:lnTo><a:close/></a:path><a:path w="111759" h="325120"><a:moveTo><a:pt x="0" y="324822"/></a:moveTo><a:lnTo><a:pt x="0" y="0"/></a:lnTo><a:lnTo><a:pt x="111689" y="0"/></a:lnTo><a:lnTo><a:pt x="111689" y="324822"/></a:lnTo><a:lnTo><a:pt x="0" y="324822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4" name="object 14"/><p:cNvSpPr txBox="1"/><p:nvPr/></p:nvSpPr><p:spPr><a:xfrm><a:off x="18596779" y="4491429"/><a:ext cx="120014" cy="74930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50"><a:latin typeface="Verdana"/><a:cs typeface="Verdana"/></a:rPr><a:t>1</a:t></a:r><a:endParaRPr sz="600"><a:latin typeface="Verdana"/><a:cs typeface="Verdana"/></a:endParaRPr></a:p></p:txBody></p:sp><p:sp><p:nvSpPr><p:cNvPr id="15" name="object 15"/><p:cNvSpPr/><p:nvPr/></p:nvSpPr><p:spPr><a:xfrm><a:off x="19194994" y="12145218"/><a:ext cx="624205" cy="247650"/></a:xfrm><a:custGeom><a:avLst/><a:gdLst/><a:ahLst/><a:cxnLst/><a:rect l="l" t="t" r="r" b="b"/><a:pathLst><a:path w="624205" h="247650"><a:moveTo><a:pt x="0" y="0"/></a:moveTo><a:lnTo><a:pt x="624064" y="0"/></a:lnTo><a:lnTo><a:pt x="624064" y="247423"/></a:lnTo><a:lnTo><a:pt x="0" y="247423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6" name="object 16"/><p:cNvSpPr txBox="1"/><p:nvPr/></p:nvSpPr><p:spPr><a:xfrm><a:off x="19216033" y="12200230"/><a:ext cx="58356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700"><a:latin typeface="Verdana"/><a:cs typeface="Verdana"/></a:endParaRPr><a:r><a:rPr dirty="0" sz="700" spc="-10"><a:latin typeface="Verdana"/><a:t>{{ISSUE_DATE}}</a:t></a:r></a:p></p:txBody></p:sp><p:sp><p:nvSpPr><p:cNvPr id="17" name="object 17"/><p:cNvSpPr txBox="1"/><p:nvPr/></p:nvSpPr><p:spPr><a:xfrm><a:off x="18640167" y="7910196"/><a:ext cx="1083945" cy="3103880"/></a:xfrm><a:prstGeom prst="rect"><a:avLst/></a:prstGeom></p:spPr><p:txBody><a:bodyPr wrap="square" lIns="0" tIns="0" rIns="0" bIns="0" rtlCol="0" vert="vert270"><a:spAutoFit/></a:bodyPr><a:lstStyle/><a:p><a:pPr marL="13335"><a:lnSpc><a:spcPts val="1989"/></a:lnSpc></a:pPr><a:endParaRPr sz="1700"><a:latin typeface="Arial"/><a:cs typeface="Arial"/></a:endParaRPr><a:r><a:rPr dirty="0" sz="1700" b="1"><a:latin typeface="Arial"/><a:t>{{PROJECT_NAME}}</a:t></a:r></a:p><a:p><a:pPr marL="13335"><a:lnSpc><a:spcPct val="100000"/></a:lnSpc><a:spcBef><a:spcPts val="560"/></a:spcBef></a:pPr><a:endParaRPr sz="1350"><a:latin typeface="Arial"/><a:cs typeface="Arial"/></a:endParaRPr><a:r><a:rPr dirty="0" sz="1350"><a:latin typeface="Arial"/><a:t>{{SITE_ADDR}}</a:t></a:r></a:p><a:p><a:pPr marL="12700" marR="1452245" indent="635"><a:lnSpc><a:spcPct val="127600"/></a:lnSpc><a:spcBef><a:spcPts val="110"/></a:spcBef></a:pPr><a:endParaRPr sz="1350"><a:latin typeface="Arial"/><a:cs typeface="Arial"/></a:endParaRPr><a:r><a:rPr dirty="0" sz="1350"><a:latin typeface="Arial"/><a:t>{{CITY_STATE}} APN: {{APN}}</a:t></a:r></a:p></p:txBody></p:sp><p:grpSp><p:nvGrpSpPr><p:cNvPr id="18" name="object 18"/><p:cNvGrpSpPr/><p:nvPr/></p:nvGrpSpPr><p:grpSpPr><a:xfrm><a:off x="17635280" y="12210121"/><a:ext cx="810260" cy="810260"/><a:chOff x="17635280" y="12210121"/><a:chExt cx="810260" cy="810260"/></a:xfrm></p:grpSpPr><p:pic><p:nvPicPr><p:cNvPr id="19" name="object 19"/><p:cNvPicPr/><p:nvPr/></p:nvPicPr><p:blipFill><a:blip r:embed="rId3" cstate="print"/><a:stretch><a:fillRect/></a:stretch></p:blipFill><p:spPr><a:xfrm><a:off x="17647044" y="12214248"/><a:ext cx="794200" cy="801914"/></a:xfrm><a:prstGeom prst="rect"><a:avLst/></a:prstGeom></p:spPr></p:pic><p:sp><p:nvSpPr><p:cNvPr id="20" name="object 20"/><p:cNvSpPr/><p:nvPr/></p:nvSpPr><p:spPr><a:xfrm><a:off x="17639407" y="12214248"/><a:ext cx="802005" cy="802005"/></a:xfrm><a:custGeom><a:avLst/><a:gdLst/><a:ahLst/><a:cxnLst/><a:rect l="l" t="t" r="r" b="b"/><a:pathLst><a:path w="802005" h="802005"><a:moveTo><a:pt x="0" y="400918"/></a:moveTo><a:lnTo><a:pt x="2700" y="354202"/></a:lnTo><a:lnTo><a:pt x="10599" y="309059"/></a:lnTo><a:lnTo><a:pt x="23396" y="265790"/></a:lnTo><a:lnTo><a:pt x="40787" y="224698"/></a:lnTo><a:lnTo><a:pt x="62470" y="186085"/></a:lnTo><a:lnTo><a:pt x="88144" y="150254"/></a:lnTo><a:lnTo><a:pt x="117506" y="117506"/></a:lnTo><a:lnTo><a:pt x="150254" y="88144"/></a:lnTo><a:lnTo><a:pt x="186085" y="62470"/></a:lnTo><a:lnTo><a:pt x="224698" y="40787"/></a:lnTo><a:lnTo><a:pt x="265790" y="23396"/></a:lnTo><a:lnTo><a:pt x="309059" y="10599"/></a:lnTo><a:lnTo><a:pt x="354202" y="2700"/></a:lnTo><a:lnTo><a:pt x="400918" y="0"/></a:lnTo><a:lnTo><a:pt x="447634" y="2700"/></a:lnTo><a:lnTo><a:pt x="492778" y="10599"/></a:lnTo><a:lnTo><a:pt x="536046" y="23396"/></a:lnTo><a:lnTo><a:pt x="577138" y="40787"/></a:lnTo><a:lnTo><a:pt x="615751" y="62470"/></a:lnTo><a:lnTo><a:pt x="651582" y="88144"/></a:lnTo><a:lnTo><a:pt x="684330" y="117506"/></a:lnTo><a:lnTo><a:pt x="713692" y="150254"/></a:lnTo><a:lnTo><a:pt x="739366" y="186085"/></a:lnTo><a:lnTo><a:pt x="761049" y="224698"/></a:lnTo><a:lnTo><a:pt x="778440" y="265790"/></a:lnTo><a:lnTo><a:pt x="791237" y="309059"/></a:lnTo><a:lnTo><a:pt x="799136" y="354202"/></a:lnTo><a:lnTo><a:pt x="801837" y="400918"/></a:lnTo><a:lnTo><a:pt x="799136" y="447650"/></a:lnTo><a:lnTo><a:pt x="791237" y="492806"/></a:lnTo><a:lnTo><a:pt x="778440" y="536086"/></a:lnTo><a:lnTo><a:pt x="761049" y="577188"/></a:lnTo><a:lnTo><a:pt x="739366" y="615808"/></a:lnTo><a:lnTo><a:pt x="713692" y="651645"/></a:lnTo><a:lnTo><a:pt x="684330" y="684398"/></a:lnTo><a:lnTo><a:pt x="651582" y="713763"/></a:lnTo><a:lnTo><a:pt x="615751" y="739440"/></a:lnTo><a:lnTo><a:pt x="577138" y="761125"/></a:lnTo><a:lnTo><a:pt x="536046" y="778517"/></a:lnTo><a:lnTo><a:pt x="492778" y="791314"/></a:lnTo><a:lnTo><a:pt x="447634" y="799214"/></a:lnTo><a:lnTo><a:pt x="400918" y="801914"/></a:lnTo><a:lnTo><a:pt x="354202" y="799214"/></a:lnTo><a:lnTo><a:pt x="309059" y="791314"/></a:lnTo><a:lnTo><a:pt x="265790" y="778517"/></a:lnTo><a:lnTo><a:pt x="224698" y="761125"/></a:lnTo><a:lnTo><a:pt x="186085" y="739440"/></a:lnTo><a:lnTo><a:pt x="150254" y="713763"/></a:lnTo><a:lnTo><a:pt x="117506" y="684398"/></a:lnTo><a:lnTo><a:pt x="88144" y="651645"/></a:lnTo><a:lnTo><a:pt x="62470" y="615808"/></a:lnTo><a:lnTo><a:pt x="40787" y="577188"/></a:lnTo><a:lnTo><a:pt x="23396" y="536086"/></a:lnTo><a:lnTo><a:pt x="10599" y="492806"/></a:lnTo><a:lnTo><a:pt x="2700" y="447650"/></a:lnTo><a:lnTo><a:pt x="0" y="400918"/></a:lnTo><a:close/></a:path></a:pathLst></a:custGeom><a:ln w="7756"><a:solidFill><a:srgbClr val="000000"/></a:solidFill></a:ln></p:spPr><p:txBody><a:bodyPr wrap="square" lIns="0" tIns="0" rIns="0" bIns="0" rtlCol="0"/><a:lstStyle/><a:p/></p:txBody></p:sp><p:pic><p:nvPicPr><p:cNvPr id="21" name="object 21"/><p:cNvPicPr/><p:nvPr/></p:nvPicPr><p:blipFill><a:blip r:embed="rId4" cstate="print"/><a:stretch><a:fillRect/></a:stretch></p:blipFill><p:spPr><a:xfrm><a:off x="17725036" y="12562425"/><a:ext cx="697748" cy="225938"/></a:xfrm><a:prstGeom prst="rect"><a:avLst/></a:prstGeom></p:spPr></p:pic></p:grpSp><p:sp><p:nvSpPr><p:cNvPr id="22" name="object 22"/><p:cNvSpPr txBox="1"/><p:nvPr/></p:nvSpPr><p:spPr><a:xfrm><a:off x="18738384" y="11415534"/><a:ext cx="1030605" cy="419100"/></a:xfrm><a:prstGeom prst="rect"><a:avLst/></a:prstGeom></p:spPr><p:txBody><a:bodyPr wrap="square" lIns="0" tIns="16510" rIns="0" bIns="0" rtlCol="0" vert="horz"><a:spAutoFit/></a:bodyPr><a:lstStyle/><a:p><a:pPr algn="ctr" marR="79375"><a:lnSpc><a:spcPct val="100000"/></a:lnSpc><a:spcBef><a:spcPts val="130"/></a:spcBef></a:pPr><a:r><a:rPr dirty="0" sz="1800" spc="-20" b="1"><a:latin typeface="Verdana"/><a:cs typeface="Verdana"/></a:rPr><a:t>S1.1</a:t></a:r><a:endParaRPr sz="1800"><a:latin typeface="Verdana"/><a:cs typeface="Verdana"/></a:endParaRPr></a:p><a:p><a:pPr algn="ctr" marR="76835"><a:lnSpc><a:spcPct val="100000"/></a:lnSpc><a:spcBef><a:spcPts val="60"/></a:spcBef></a:pPr><a:r><a:rPr dirty="0" sz="700"><a:latin typeface="Verdana"/><a:cs typeface="Verdana"/></a:rPr><a:t>BESS</a:t></a:r><a:r><a:rPr dirty="0" sz="700" spc="75"><a:latin typeface="Verdana"/><a:cs typeface="Verdana"/></a:rPr><a:t> </a:t></a:r><a:r><a:rPr dirty="0" sz="700"><a:latin typeface="Verdana"/><a:cs typeface="Verdana"/></a:rPr><a:t>Pad</a:t></a:r><a:r><a:rPr dirty="0" sz="700" spc="75"><a:latin typeface="Verdana"/><a:cs typeface="Verdana"/></a:rPr><a:t> </a:t></a:r><a:r><a:rPr dirty="0" sz="700" spc="-10"><a:latin typeface="Verdana"/><a:cs typeface="Verdana"/></a:rPr><a:t>Detail</a:t></a:r><a:endParaRPr sz="700"><a:latin typeface="Verdana"/><a:cs typeface="Verdana"/></a:endParaRPr></a:p></p:txBody></p:sp><p:grpSp><p:nvGrpSpPr><p:cNvPr id="23" name="object 23"/><p:cNvGrpSpPr/><p:nvPr/></p:nvGrpSpPr><p:grpSpPr><a:xfrm><a:off x="2107971" y="768718"/><a:ext cx="8943975" cy="10289540"/><a:chOff x="2107971" y="768718"/><a:chExt cx="8943975" cy="10289540"/></a:xfrm></p:grpSpPr><p:pic><p:nvPicPr><p:cNvPr id="24" name="object 24"/><p:cNvPicPr/><p:nvPr/></p:nvPicPr><p:blipFill><a:blip r:embed="rId5" cstate="print"/><a:stretch><a:fillRect/></a:stretch></p:blipFill><p:spPr><a:xfrm><a:off x="3070350" y="10214076"/><a:ext cx="6841001" cy="704962"/></a:xfrm><a:prstGeom prst="rect"><a:avLst/></a:prstGeom></p:spPr></p:pic><p:pic><p:nvPicPr><p:cNvPr id="25" name="object 25"/><p:cNvPicPr/><p:nvPr/></p:nvPicPr><p:blipFill><a:blip r:embed="rId6" cstate="print"/><a:stretch><a:fillRect/></a:stretch></p:blipFill><p:spPr><a:xfrm><a:off x="2561876" y="768718"/><a:ext cx="7847812" cy="5113274"/></a:xfrm><a:prstGeom prst="rect"><a:avLst/></a:prstGeom></p:spPr></p:pic><p:sp><p:nvSpPr><p:cNvPr id="26" name="object 26"/><p:cNvSpPr/><p:nvPr/></p:nvSpPr><p:spPr><a:xfrm><a:off x="2791119" y="1035004"/><a:ext cx="7399655" cy="4607560"/></a:xfrm><a:custGeom><a:avLst/><a:gdLst/><a:ahLst/><a:cxnLst/><a:rect l="l" t="t" r="r" b="b"/><a:pathLst><a:path w="7399655" h="4607560"><a:moveTo><a:pt x="0" y="0"/></a:moveTo><a:lnTo><a:pt x="0" y="4607197"/></a:lnTo></a:path><a:path w="7399655" h="4607560"><a:moveTo><a:pt x="0" y="4607197"/></a:moveTo><a:lnTo><a:pt x="7399456" y="4607197"/></a:lnTo><a:lnTo><a:pt x="7399456" y="0"/></a:ln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7" name="object 27"/><p:cNvSpPr/><p:nvPr/></p:nvSpPr><p:spPr><a:xfrm><a:off x="3724393" y="1968278"/><a:ext cx="5533390" cy="2233930"/></a:xfrm><a:custGeom><a:avLst/><a:gdLst/><a:ahLst/><a:cxnLst/><a:rect l="l" t="t" r="r" b="b"/><a:pathLst><a:path w="5533390" h="2233929"><a:moveTo><a:pt x="0" y="0"/></a:moveTo><a:lnTo><a:pt x="0" y="139619"/></a:lnTo></a:path><a:path w="5533390" h="2233929"><a:moveTo><a:pt x="0" y="2233796"/></a:moveTo><a:lnTo><a:pt x="162880" y="2233796"/></a:lnTo></a:path><a:path w="5533390" h="2233929"><a:moveTo><a:pt x="3205114" y="2220905"/></a:moveTo><a:lnTo><a:pt x="3367995" y="2220905"/></a:lnTo></a:path><a:path w="5533390" h="2233929"><a:moveTo><a:pt x="1755556" y="2220905"/></a:moveTo><a:lnTo><a:pt x="1755556" y="2081293"/></a:lnTo></a:path><a:path w="5533390" h="2233929"><a:moveTo><a:pt x="5369997" y="139619"/></a:moveTo><a:lnTo><a:pt x="5532877" y="139619"/></a:lnTo></a:path><a:path w="5533390" h="2233929"><a:moveTo><a:pt x="3367995" y="2081293"/></a:moveTo><a:lnTo><a:pt x="3205114" y="2081293"/></a:lnTo></a:path><a:path w="5533390" h="2233929"><a:moveTo><a:pt x="4838696" y="73738"/></a:moveTo><a:lnTo><a:pt x="4838696" y="213350"/></a:lnTo></a:path><a:path w="5533390" h="2233929"><a:moveTo><a:pt x="162880" y="0"/></a:moveTo><a:lnTo><a:pt x="0" y="0"/></a:lnTo></a:path><a:path w="5533390" h="2233929"><a:moveTo><a:pt x="1592675" y="213350"/></a:moveTo><a:lnTo><a:pt x="1755556" y="213350"/></a:lnTo></a:path><a:path w="5533390" h="2233929"><a:moveTo><a:pt x="3378621" y="213350"/></a:moveTo><a:lnTo><a:pt x="3378621" y="73738"/></a:lnTo></a:path><a:path w="5533390" h="2233929"><a:moveTo><a:pt x="5001577" y="73738"/></a:moveTo><a:lnTo><a:pt x="4838696" y="73738"/></a:lnTo></a:path><a:path w="5533390" h="2233929"><a:moveTo><a:pt x="1755556" y="213350"/></a:moveTo><a:lnTo><a:pt x="1755556" y="73738"/></a:lnTo></a:path><a:path w="5533390" h="2233929"><a:moveTo><a:pt x="5532877" y="0"/></a:moveTo><a:lnTo><a:pt x="5369997" y="0"/></a:lnTo></a:path><a:path w="5533390" h="2233929"><a:moveTo><a:pt x="3378621" y="73738"/></a:moveTo><a:lnTo><a:pt x="3215740" y="73738"/></a:lnTo></a:path><a:path w="5533390" h="2233929"><a:moveTo><a:pt x="5369997" y="2094184"/></a:moveTo><a:lnTo><a:pt x="5369997" y="2233796"/></a:lnTo></a:path><a:path w="5533390" h="2233929"><a:moveTo><a:pt x="0" y="2094184"/></a:moveTo><a:lnTo><a:pt x="0" y="2233796"/></a:lnTo></a:path><a:path w="5533390" h="2233929"><a:moveTo><a:pt x="4839782" y="2220905"/></a:moveTo><a:lnTo><a:pt x="5002663" y="2220905"/></a:lnTo></a:path><a:path w="5533390" h="2233929"><a:moveTo><a:pt x="162880" y="2233796"/></a:moveTo><a:lnTo><a:pt x="162880" y="2094184"/></a:lnTo></a:path><a:path w="5533390" h="2233929"><a:moveTo><a:pt x="1592675" y="2220905"/></a:moveTo><a:lnTo><a:pt x="1755556" y="2220905"/></a:lnTo></a:path><a:path w="5533390" h="2233929"><a:moveTo><a:pt x="1755556" y="73738"/></a:moveTo><a:lnTo><a:pt x="1592675" y="73738"/></a:lnTo></a:path><a:path w="5533390" h="2233929"><a:moveTo><a:pt x="162880" y="2094184"/></a:moveTo><a:lnTo><a:pt x="0" y="2094184"/></a:lnTo></a:path><a:path w="5533390" h="2233929"><a:moveTo><a:pt x="4838696" y="213350"/></a:moveTo><a:lnTo><a:pt x="5001577" y="213350"/></a:lnTo></a:path><a:path w="5533390" h="2233929"><a:moveTo><a:pt x="5532877" y="2233796"/></a:moveTo><a:lnTo><a:pt x="5532877" y="2094184"/></a:lnTo></a:path><a:path w="5533390" h="2233929"><a:moveTo><a:pt x="1755556" y="2081293"/></a:moveTo><a:lnTo><a:pt x="1592675" y="2081293"/></a:lnTo></a:path><a:path w="5533390" h="2233929"><a:moveTo><a:pt x="162880" y="139619"/></a:moveTo><a:lnTo><a:pt x="162880" y="0"/></a:lnTo></a:path><a:path w="5533390" h="2233929"><a:moveTo><a:pt x="3215740" y="213350"/></a:moveTo><a:lnTo><a:pt x="3378621" y="213350"/></a:lnTo></a:path><a:path w="5533390" h="2233929"><a:moveTo><a:pt x="5002663" y="2220905"/></a:moveTo><a:lnTo><a:pt x="5002663" y="2081293"/></a:lnTo><a:lnTo><a:pt x="4839782" y="2081293"/></a:lnTo></a:path><a:path w="5533390" h="2233929"><a:moveTo><a:pt x="5369997" y="2233796"/></a:moveTo><a:lnTo><a:pt x="5532877" y="2233796"/></a:lnTo></a:path><a:path w="5533390" h="2233929"><a:moveTo><a:pt x="0" y="139619"/></a:moveTo><a:lnTo><a:pt x="162880" y="139619"/></a:lnTo></a:path><a:path w="5533390" h="2233929"><a:moveTo><a:pt x="4839782" y="2081293"/></a:moveTo><a:lnTo><a:pt x="4839782" y="2220905"/></a:lnTo></a:path><a:path w="5533390" h="2233929"><a:moveTo><a:pt x="5532877" y="2094184"/></a:moveTo><a:lnTo><a:pt x="5369997" y="2094184"/></a:lnTo></a:path><a:path w="5533390" h="2233929"><a:moveTo><a:pt x="3215740" y="73738"/></a:moveTo><a:lnTo><a:pt x="3215740" y="213350"/></a:lnTo></a:path><a:path w="5533390" h="2233929"><a:moveTo><a:pt x="5001577" y="213350"/></a:moveTo><a:lnTo><a:pt x="5001577" y="73738"/></a:lnTo></a:path><a:path w="5533390" h="2233929"><a:moveTo><a:pt x="5369997" y="0"/></a:moveTo><a:lnTo><a:pt x="5369997" y="139619"/></a:lnTo></a:path><a:path w="5533390" h="2233929"><a:moveTo><a:pt x="5532877" y="139619"/></a:moveTo><a:lnTo><a:pt x="5532877" y="0"/></a:lnTo></a:path><a:path w="5533390" h="2233929"><a:moveTo><a:pt x="3367995" y="2220905"/></a:moveTo><a:lnTo><a:pt x="3367995" y="2081293"/></a:lnTo></a:path><a:path w="5533390" h="2233929"><a:moveTo><a:pt x="3205114" y="2081293"/></a:moveTo><a:lnTo><a:pt x="3205114" y="2220905"/></a:lnTo></a:path><a:path w="5533390" h="2233929"><a:moveTo><a:pt x="1592675" y="73738"/></a:moveTo><a:lnTo><a:pt x="1592675" y="213350"/></a:lnTo></a:path><a:path w="5533390" h="2233929"><a:moveTo><a:pt x="1592675" y="2081293"/></a:moveTo><a:lnTo><a:pt x="1592675" y="2220905"/></a:lnTo></a:path></a:pathLst></a:custGeom><a:ln w="3878"><a:solidFill><a:srgbClr val="E2E2E2"/></a:solidFill></a:ln></p:spPr><p:txBody><a:bodyPr wrap="square" lIns="0" tIns="0" rIns="0" bIns="0" rtlCol="0"/><a:lstStyle/><a:p/></p:txBody></p:sp><p:sp><p:nvSpPr><p:cNvPr id="28" name="object 28"/><p:cNvSpPr/><p:nvPr/></p:nvSpPr><p:spPr><a:xfrm><a:off x="3782564" y="2014815"/><a:ext cx="5416550" cy="2141220"/></a:xfrm><a:custGeom><a:avLst/><a:gdLst/><a:ahLst/><a:cxnLst/><a:rect l="l" t="t" r="r" b="b"/><a:pathLst><a:path w="5416550" h="2141220"><a:moveTo><a:pt x="29287" y="798"/></a:moveTo><a:lnTo><a:pt x="34902" y="3117"/></a:lnTo><a:lnTo><a:pt x="39719" y="6817"/></a:lnTo></a:path><a:path w="5416550" h="2141220"><a:moveTo><a:pt x="11634" y="3117"/></a:moveTo><a:lnTo><a:pt x="17249" y="798"/></a:lnTo></a:path><a:path w="5416550" h="2141220"><a:moveTo><a:pt x="791" y="29295"/></a:moveTo><a:lnTo><a:pt x="0" y="23276"/></a:lnTo></a:path><a:path w="5416550" h="2141220"><a:moveTo><a:pt x="6817" y="6817"/></a:moveTo><a:lnTo><a:pt x="11634" y="3117"/></a:lnTo></a:path><a:path w="5416550" h="2141220"><a:moveTo><a:pt x="29287" y="45746"/></a:moveTo><a:lnTo><a:pt x="23268" y="46537"/></a:lnTo></a:path><a:path w="5416550" h="2141220"><a:moveTo><a:pt x="39719" y="6817"/></a:moveTo><a:lnTo><a:pt x="43419" y="11634"/></a:lnTo></a:path><a:path w="5416550" h="2141220"><a:moveTo><a:pt x="791" y="2111426"/></a:moveTo><a:lnTo><a:pt x="3117" y="2105819"/></a:lnTo></a:path><a:path w="5416550" h="2141220"><a:moveTo><a:pt x="6817" y="2100994"/></a:moveTo><a:lnTo><a:pt x="11634" y="2097302"/></a:lnTo></a:path><a:path w="5416550" h="2141220"><a:moveTo><a:pt x="45746" y="2123472"/></a:moveTo><a:lnTo><a:pt x="43419" y="2129087"/></a:lnTo></a:path><a:path w="5416550" h="2141220"><a:moveTo><a:pt x="45746" y="29295"/></a:moveTo><a:lnTo><a:pt x="43419" y="34902"/></a:lnTo></a:path><a:path w="5416550" h="2141220"><a:moveTo><a:pt x="0" y="2117453"/></a:moveTo><a:lnTo><a:pt x="791" y="2111426"/></a:lnTo></a:path><a:path w="5416550" h="2141220"><a:moveTo><a:pt x="3117" y="11634"/></a:moveTo><a:lnTo><a:pt x="6817" y="6817"/></a:lnTo></a:path><a:path w="5416550" h="2141220"><a:moveTo><a:pt x="23268" y="2094184"/></a:moveTo><a:lnTo><a:pt x="29287" y="2094975"/></a:lnTo></a:path><a:path w="5416550" h="2141220"><a:moveTo><a:pt x="11634" y="43427"/></a:moveTo><a:lnTo><a:pt x="6817" y="39727"/></a:lnTo></a:path><a:path w="5416550" h="2141220"><a:moveTo><a:pt x="6817" y="2133904"/></a:moveTo><a:lnTo><a:pt x="3117" y="2129087"/></a:lnTo></a:path><a:path w="5416550" h="2141220"><a:moveTo><a:pt x="791" y="17249"/></a:moveTo><a:lnTo><a:pt x="3117" y="11634"/></a:lnTo></a:path><a:path w="5416550" h="2141220"><a:moveTo><a:pt x="23268" y="0"/></a:moveTo><a:lnTo><a:pt x="29287" y="798"/></a:lnTo></a:path><a:path w="5416550" h="2141220"><a:moveTo><a:pt x="3117" y="2105819"/></a:moveTo><a:lnTo><a:pt x="6817" y="2100994"/></a:lnTo></a:path><a:path w="5416550" h="2141220"><a:moveTo><a:pt x="0" y="23276"/></a:moveTo><a:lnTo><a:pt x="791" y="17249"/></a:lnTo></a:path><a:path w="5416550" h="2141220"><a:moveTo><a:pt x="46537" y="2117453"/></a:moveTo><a:lnTo><a:pt x="45746" y="2123472"/></a:lnTo></a:path><a:path w="5416550" h="2141220"><a:moveTo><a:pt x="43419" y="2129087"/></a:moveTo><a:lnTo><a:pt x="39719" y="2133904"/></a:lnTo></a:path><a:path w="5416550" h="2141220"><a:moveTo><a:pt x="3117" y="34902"/></a:moveTo><a:lnTo><a:pt x="791" y="29295"/></a:lnTo></a:path><a:path w="5416550" h="2141220"><a:moveTo><a:pt x="29287" y="2139923"/></a:moveTo><a:lnTo><a:pt x="23268" y="2140722"/></a:lnTo></a:path><a:path w="5416550" h="2141220"><a:moveTo><a:pt x="11634" y="2097302"/></a:moveTo><a:lnTo><a:pt x="17249" y="2094975"/></a:lnTo></a:path><a:path w="5416550" h="2141220"><a:moveTo><a:pt x="45746" y="17249"/></a:moveTo><a:lnTo><a:pt x="46537" y="23276"/></a:lnTo></a:path><a:path w="5416550" h="2141220"><a:moveTo><a:pt x="3117" y="2129087"/></a:moveTo><a:lnTo><a:pt x="791" y="2123472"/></a:lnTo></a:path><a:path w="5416550" h="2141220"><a:moveTo><a:pt x="43419" y="11634"/></a:moveTo><a:lnTo><a:pt x="45746" y="17249"/></a:lnTo></a:path><a:path w="5416550" h="2141220"><a:moveTo><a:pt x="43419" y="34902"/></a:moveTo><a:lnTo><a:pt x="39719" y="39727"/></a:lnTo></a:path><a:path w="5416550" h="2141220"><a:moveTo><a:pt x="39719" y="39727"/></a:moveTo><a:lnTo><a:pt x="34902" y="43427"/></a:lnTo><a:lnTo><a:pt x="29287" y="45746"/></a:lnTo></a:path><a:path w="5416550" h="2141220"><a:moveTo><a:pt x="791" y="2123472"/></a:moveTo><a:lnTo><a:pt x="0" y="2117453"/></a:lnTo></a:path><a:path w="5416550" h="2141220"><a:moveTo><a:pt x="17249" y="798"/></a:moveTo><a:lnTo><a:pt x="23268" y="0"/></a:lnTo></a:path><a:path w="5416550" h="2141220"><a:moveTo><a:pt x="43419" y="2105819"/></a:moveTo><a:lnTo><a:pt x="45746" y="2111426"/></a:lnTo></a:path><a:path w="5416550" h="2141220"><a:moveTo><a:pt x="34902" y="2097302"/></a:moveTo><a:lnTo><a:pt x="39719" y="2100994"/></a:lnTo></a:path><a:path w="5416550" h="2141220"><a:moveTo><a:pt x="11634" y="2137604"/></a:moveTo><a:lnTo><a:pt x="6817" y="2133904"/></a:lnTo></a:path><a:path w="5416550" h="2141220"><a:moveTo><a:pt x="46537" y="23276"/></a:moveTo><a:lnTo><a:pt x="45746" y="29295"/></a:lnTo></a:path><a:path w="5416550" h="2141220"><a:moveTo><a:pt x="39719" y="2100994"/></a:moveTo><a:lnTo><a:pt x="43419" y="2105819"/></a:lnTo></a:path><a:path w="5416550" h="2141220"><a:moveTo><a:pt x="17249" y="2139923"/></a:moveTo><a:lnTo><a:pt x="11634" y="2137604"/></a:lnTo></a:path><a:path w="5416550" h="2141220"><a:moveTo><a:pt x="17249" y="45746"/></a:moveTo><a:lnTo><a:pt x="11634" y="43427"/></a:lnTo></a:path><a:path w="5416550" h="2141220"><a:moveTo><a:pt x="45746" y="2111426"/></a:moveTo><a:lnTo><a:pt x="46537" y="2117453"/></a:lnTo></a:path><a:path w="5416550" h="2141220"><a:moveTo><a:pt x="39719" y="2133904"/></a:moveTo><a:lnTo><a:pt x="34902" y="2137604"/></a:lnTo><a:lnTo><a:pt x="29287" y="2139923"/></a:lnTo></a:path><a:path w="5416550" h="2141220"><a:moveTo><a:pt x="23268" y="2140722"/></a:moveTo><a:lnTo><a:pt x="17249" y="2139923"/></a:lnTo></a:path><a:path w="5416550" h="2141220"><a:moveTo><a:pt x="23268" y="46537"/></a:moveTo><a:lnTo><a:pt x="17249" y="45746"/></a:lnTo></a:path><a:path w="5416550" h="2141220"><a:moveTo><a:pt x="17249" y="2094975"/></a:moveTo><a:lnTo><a:pt x="23268" y="2094184"/></a:lnTo></a:path><a:path w="5416550" h="2141220"><a:moveTo><a:pt x="6817" y="39727"/></a:moveTo><a:lnTo><a:pt x="3117" y="34902"/></a:lnTo></a:path><a:path w="5416550" h="2141220"><a:moveTo><a:pt x="29287" y="2094975"/></a:moveTo><a:lnTo><a:pt x="34902" y="2097302"/></a:lnTo></a:path><a:path w="5416550" h="2141220"><a:moveTo><a:pt x="5370772" y="29295"/></a:moveTo><a:lnTo><a:pt x="5369997" y="23276"/></a:lnTo><a:lnTo><a:pt x="5370772" y="17249"/></a:lnTo><a:lnTo><a:pt x="5373099" y="11634"/></a:lnTo><a:lnTo><a:pt x="5376822" y="6817"/></a:lnTo><a:lnTo><a:pt x="5381631" y="3117"/></a:lnTo><a:lnTo><a:pt x="5387216" y="798"/></a:lnTo><a:lnTo><a:pt x="5393265" y="0"/></a:lnTo><a:lnTo><a:pt x="5399315" y="798"/></a:lnTo><a:lnTo><a:pt x="5416534" y="23276"/></a:lnTo><a:lnTo><a:pt x="5415758" y="29295"/></a:lnTo><a:lnTo><a:pt x="5393265" y="46537"/></a:lnTo><a:lnTo><a:pt x="5387216" y="45746"/></a:lnTo><a:lnTo><a:pt x="5381631" y="43427"/></a:lnTo><a:lnTo><a:pt x="5376822" y="39727"/></a:lnTo><a:lnTo><a:pt x="5373099" y="34902"/></a:lnTo><a:lnTo><a:pt x="5370772" y="29295"/></a:lnTo></a:path><a:path w="5416550" h="2141220"><a:moveTo><a:pt x="5370772" y="2123472"/></a:moveTo><a:lnTo><a:pt x="5369997" y="2117453"/></a:lnTo><a:lnTo><a:pt x="5370772" y="2111426"/></a:lnTo><a:lnTo><a:pt x="5373099" y="2105819"/></a:lnTo><a:lnTo><a:pt x="5376822" y="2100994"/></a:lnTo><a:lnTo><a:pt x="5381631" y="2097302"/></a:lnTo><a:lnTo><a:pt x="5387216" y="2094975"/></a:lnTo><a:lnTo><a:pt x="5393265" y="2094184"/></a:lnTo><a:lnTo><a:pt x="5399315" y="2094975"/></a:lnTo><a:lnTo><a:pt x="5416534" y="2117453"/></a:lnTo><a:lnTo><a:pt x="5415758" y="2123472"/></a:lnTo><a:lnTo><a:pt x="5393265" y="2140722"/></a:lnTo><a:lnTo><a:pt x="5387216" y="2139930"/></a:lnTo><a:lnTo><a:pt x="5381631" y="2137604"/></a:lnTo><a:lnTo><a:pt x="5376822" y="2133904"/></a:lnTo><a:lnTo><a:pt x="5373099" y="2129087"/></a:lnTo><a:lnTo><a:pt x="5370772" y="2123472"/></a:lnTo></a:path></a:pathLst></a:custGeom><a:ln w="3878"><a:solidFill><a:srgbClr val="FF00FF"/></a:solidFill></a:ln></p:spPr><p:txBody><a:bodyPr wrap="square" lIns="0" tIns="0" rIns="0" bIns="0" rtlCol="0"/><a:lstStyle/><a:p/></p:txBody></p:sp><p:sp><p:nvSpPr><p:cNvPr id="29" name="object 29"/><p:cNvSpPr/><p:nvPr/></p:nvSpPr><p:spPr><a:xfrm><a:off x="2916831" y="5398834"/><a:ext cx="7167245" cy="139700"/></a:xfrm><a:custGeom><a:avLst/><a:gdLst/><a:ahLst/><a:cxnLst/><a:rect l="l" t="t" r="r" b="b"/><a:pathLst><a:path w="7167245" h="139700"><a:moveTo><a:pt x="7027096" y="0"/></a:moveTo><a:lnTo><a:pt x="7166708" y="0"/></a:lnTo><a:lnTo><a:pt x="7166708" y="139611"/></a:lnTo><a:lnTo><a:pt x="7027096" y="139611"/></a:lnTo><a:lnTo><a:pt x="7027096" y="0"/></a:lnTo></a:path><a:path w="7167245" h="139700"><a:moveTo><a:pt x="3513563" y="0"/></a:moveTo><a:lnTo><a:pt x="3653175" y="0"/></a:lnTo><a:lnTo><a:pt x="3653175" y="139611"/></a:lnTo><a:lnTo><a:pt x="3513563" y="139611"/></a:lnTo><a:lnTo><a:pt x="3513563" y="0"/></a:lnTo></a:path><a:path w="7167245" h="139700"><a:moveTo><a:pt x="0" y="0"/></a:moveTo><a:lnTo><a:pt x="139611" y="0"/></a:lnTo><a:lnTo><a:pt x="139611" y="139611"/></a:lnTo><a:lnTo><a:pt x="0" y="139611"/></a:lnTo><a:lnTo><a:pt x="0" y="0"/></a:lnTo></a:path><a:path w="7167245" h="139700"><a:moveTo><a:pt x="5281948" y="0"/></a:moveTo><a:lnTo><a:pt x="5421560" y="0"/></a:lnTo><a:lnTo><a:pt x="5421560" y="139611"/></a:lnTo><a:lnTo><a:pt x="5281948" y="139611"/></a:lnTo><a:lnTo><a:pt x="5281948" y="0"/></a:lnTo></a:path><a:path w="7167245" h="139700"><a:moveTo><a:pt x="1745147" y="0"/></a:moveTo><a:lnTo><a:pt x="1884759" y="0"/></a:lnTo><a:lnTo><a:pt x="1884759" y="139611"/></a:lnTo><a:lnTo><a:pt x="1745147" y="139611"/></a:lnTo><a:lnTo><a:pt x="1745147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30" name="object 30"/><p:cNvSpPr/><p:nvPr/></p:nvSpPr><p:spPr><a:xfrm><a:off x="3724393" y="1968278"/><a:ext cx="5533390" cy="2233930"/></a:xfrm><a:custGeom><a:avLst/><a:gdLst/><a:ahLst/><a:cxnLst/><a:rect l="l" t="t" r="r" b="b"/><a:pathLst><a:path w="5533390" h="2233929"><a:moveTo><a:pt x="5532877" y="139619"/></a:moveTo><a:lnTo><a:pt x="5532877" y="2094184"/></a:lnTo></a:path><a:path w="5533390" h="2233929"><a:moveTo><a:pt x="162880" y="0"/></a:moveTo><a:lnTo><a:pt x="5369997" y="0"/></a:lnTo></a:path><a:path w="5533390" h="2233929"><a:moveTo><a:pt x="0" y="2094184"/></a:moveTo><a:lnTo><a:pt x="0" y="139619"/></a:lnTo></a:path><a:path w="5533390" h="2233929"><a:moveTo><a:pt x="5369997" y="2233796"/></a:moveTo><a:lnTo><a:pt x="162880" y="2233796"/></a:lnTo></a:path></a:pathLst></a:custGeom><a:ln w="3878"><a:solidFill><a:srgbClr val="E2E2E2"/></a:solidFill></a:ln></p:spPr><p:txBody><a:bodyPr wrap="square" lIns="0" tIns="0" rIns="0" bIns="0" rtlCol="0"/><a:lstStyle/><a:p/></p:txBody></p:sp><p:pic><p:nvPicPr><p:cNvPr id="31" name="object 31"/><p:cNvPicPr/><p:nvPr/></p:nvPicPr><p:blipFill><a:blip r:embed="rId7" cstate="print"/><a:stretch><a:fillRect/></a:stretch></p:blipFill><p:spPr><a:xfrm><a:off x="2110193" y="6873810"/><a:ext cx="8941593" cy="4184220"/></a:xfrm><a:prstGeom prst="rect"><a:avLst/></a:prstGeom></p:spPr></p:pic><p:sp><p:nvSpPr><p:cNvPr id="32" name="object 32"/><p:cNvSpPr/><p:nvPr/></p:nvSpPr><p:spPr><a:xfrm><a:off x="2791126" y="9934853"/><a:ext cx="7399655" cy="930910"/></a:xfrm><a:custGeom><a:avLst/><a:gdLst/><a:ahLst/><a:cxnLst/><a:rect l="l" t="t" r="r" b="b"/><a:pathLst><a:path w="7399655" h="930909"><a:moveTo><a:pt x="279223" y="279223"/></a:moveTo><a:lnTo><a:pt x="132584" y="279223"/></a:lnTo></a:path><a:path w="7399655" h="930909"><a:moveTo><a:pt x="118041" y="279223"/></a:moveTo><a:lnTo><a:pt x="0" y="279223"/></a:lnTo></a:path><a:path w="7399655" h="930909"><a:moveTo><a:pt x="7399448" y="279223"/></a:moveTo><a:lnTo><a:pt x="7281631" y="279223"/></a:lnTo></a:path><a:path w="7399655" h="930909"><a:moveTo><a:pt x="7267050" y="279223"/></a:moveTo><a:lnTo><a:pt x="7120225" y="279223"/></a:lnTo></a:path><a:path w="7399655" h="930909"><a:moveTo><a:pt x="143241" y="196852"/></a:moveTo><a:lnTo><a:pt x="141488" y="197550"/></a:lnTo></a:path><a:path w="7399655" h="930909"><a:moveTo><a:pt x="146631" y="188631"/></a:moveTo><a:lnTo><a:pt x="146879" y="190570"/></a:lnTo><a:lnTo><a:pt x="146631" y="192431"/></a:lnTo><a:lnTo><a:pt x="145909" y="194137"/></a:lnTo><a:lnTo><a:pt x="144754" y="195689"/></a:lnTo></a:path><a:path w="7399655" h="930909"><a:moveTo><a:pt x="139611" y="183279"/></a:moveTo><a:lnTo><a:pt x="141488" y="183511"/></a:lnTo><a:lnTo><a:pt x="143241" y="184210"/></a:lnTo><a:lnTo><a:pt x="144754" y="185373"/></a:lnTo></a:path><a:path w="7399655" h="930909"><a:moveTo><a:pt x="144754" y="185373"/></a:moveTo><a:lnTo><a:pt x="145909" y="186924"/></a:lnTo><a:lnTo><a:pt x="146631" y="188631"/></a:lnTo></a:path><a:path w="7399655" h="930909"><a:moveTo><a:pt x="134469" y="185373"/></a:moveTo><a:lnTo><a:pt x="135974" y="184210"/></a:lnTo><a:lnTo><a:pt x="137727" y="183511"/></a:lnTo></a:path><a:path w="7399655" h="930909"><a:moveTo><a:pt x="132336" y="190570"/></a:moveTo><a:lnTo><a:pt x="132584" y="188631"/></a:lnTo></a:path><a:path w="7399655" h="930909"><a:moveTo><a:pt x="139611" y="197783"/></a:moveTo><a:lnTo><a:pt x="137727" y="197550"/></a:lnTo><a:lnTo><a:pt x="135974" y="196852"/></a:lnTo></a:path><a:path w="7399655" h="930909"><a:moveTo><a:pt x="133313" y="186924"/></a:moveTo><a:lnTo><a:pt x="134469" y="185373"/></a:lnTo></a:path><a:path w="7399655" h="930909"><a:moveTo><a:pt x="144754" y="195689"/></a:moveTo><a:lnTo><a:pt x="143241" y="196852"/></a:lnTo></a:path><a:path w="7399655" h="930909"><a:moveTo><a:pt x="137727" y="183511"/></a:moveTo><a:lnTo><a:pt x="139611" y="183279"/></a:lnTo></a:path><a:path w="7399655" h="930909"><a:moveTo><a:pt x="135974" y="196852"/></a:moveTo><a:lnTo><a:pt x="134469" y="195689"/></a:lnTo><a:lnTo><a:pt x="133313" y="194137"/></a:lnTo></a:path><a:path w="7399655" h="930909"><a:moveTo><a:pt x="132584" y="188631"/></a:moveTo><a:lnTo><a:pt x="133313" y="186924"/></a:lnTo></a:path><a:path w="7399655" h="930909"><a:moveTo><a:pt x="133313" y="194137"/></a:moveTo><a:lnTo><a:pt x="132584" y="192431"/></a:lnTo><a:lnTo><a:pt x="132336" y="190570"/></a:lnTo></a:path><a:path w="7399655" h="930909"><a:moveTo><a:pt x="141488" y="197550"/></a:moveTo><a:lnTo><a:pt x="139611" y="197783"/></a:lnTo></a:path><a:path w="7399655" h="930909"><a:moveTo><a:pt x="132584" y="197783"/></a:moveTo><a:lnTo><a:pt x="132584" y="197783"/></a:lnTo><a:lnTo><a:pt x="132584" y="212132"/></a:lnTo><a:lnTo><a:pt x="132584" y="212365"/></a:lnTo></a:path><a:path w="7399655" h="930909"><a:moveTo><a:pt x="132584" y="212365"/></a:moveTo><a:lnTo><a:pt x="7267050" y="212365"/></a:lnTo><a:lnTo><a:pt x="7267050" y="212132"/></a:lnTo><a:lnTo><a:pt x="7267050" y="211356"/></a:lnTo><a:lnTo><a:pt x="7267050" y="198093"/></a:lnTo><a:lnTo><a:pt x="7267050" y="197783"/></a:lnTo></a:path><a:path w="7399655" h="930909"><a:moveTo><a:pt x="553304" y="195689"/></a:moveTo><a:lnTo><a:pt x="552149" y="194137"/></a:lnTo></a:path><a:path w="7399655" h="930909"><a:moveTo><a:pt x="565714" y="190570"/></a:moveTo><a:lnTo><a:pt x="558447" y="197783"/></a:lnTo><a:lnTo><a:pt x="556562" y="197550"/></a:lnTo><a:lnTo><a:pt x="554809" y="196852"/></a:lnTo><a:lnTo><a:pt x="553304" y="195689"/></a:lnTo></a:path><a:path w="7399655" h="930909"><a:moveTo><a:pt x="552149" y="194137"/></a:moveTo><a:lnTo><a:pt x="551420" y="192431"/></a:lnTo><a:lnTo><a:pt x="551171" y="190570"/></a:lnTo><a:lnTo><a:pt x="551420" y="188631"/></a:lnTo><a:lnTo><a:pt x="558447" y="183279"/></a:lnTo><a:lnTo><a:pt x="560324" y="183511"/></a:lnTo><a:lnTo><a:pt x="562077" y="184210"/></a:lnTo><a:lnTo><a:pt x="563589" y="185373"/></a:lnTo><a:lnTo><a:pt x="564745" y="186924"/></a:lnTo><a:lnTo><a:pt x="565466" y="188631"/></a:lnTo><a:lnTo><a:pt x="565714" y="190570"/></a:lnTo></a:path><a:path w="7399655" h="930909"><a:moveTo><a:pt x="972140" y="195689"/></a:moveTo><a:lnTo><a:pt x="970984" y="194137"/></a:lnTo></a:path><a:path w="7399655" h="930909"><a:moveTo><a:pt x="984550" y="190570"/></a:moveTo><a:lnTo><a:pt x="977282" y="197783"/></a:lnTo><a:lnTo><a:pt x="975397" y="197550"/></a:lnTo><a:lnTo><a:pt x="973644" y="196852"/></a:lnTo><a:lnTo><a:pt x="972140" y="195689"/></a:lnTo></a:path><a:path w="7399655" h="930909"><a:moveTo><a:pt x="970984" y="194137"/></a:moveTo><a:lnTo><a:pt x="970255" y="192431"/></a:lnTo><a:lnTo><a:pt x="970007" y="190570"/></a:lnTo><a:lnTo><a:pt x="970255" y="188631"/></a:lnTo><a:lnTo><a:pt x="977282" y="183279"/></a:lnTo><a:lnTo><a:pt x="979159" y="183511"/></a:lnTo><a:lnTo><a:pt x="980912" y="184210"/></a:lnTo><a:lnTo><a:pt x="982424" y="185373"/></a:lnTo><a:lnTo><a:pt x="983580" y="186924"/></a:lnTo><a:lnTo><a:pt x="984301" y="188631"/></a:lnTo><a:lnTo><a:pt x="984550" y="190570"/></a:lnTo></a:path><a:path w="7399655" h="930909"><a:moveTo><a:pt x="1390975" y="195689"/></a:moveTo><a:lnTo><a:pt x="1389819" y="194137"/></a:lnTo></a:path><a:path w="7399655" h="930909"><a:moveTo><a:pt x="1403385" y="190570"/></a:moveTo><a:lnTo><a:pt x="1396117" y="197783"/></a:lnTo><a:lnTo><a:pt x="1394233" y="197550"/></a:lnTo><a:lnTo><a:pt x="1392480" y="196852"/></a:lnTo><a:lnTo><a:pt x="1390975" y="195689"/></a:lnTo></a:path><a:path w="7399655" h="930909"><a:moveTo><a:pt x="1389819" y="194137"/></a:moveTo><a:lnTo><a:pt x="1389090" y="192431"/></a:lnTo><a:lnTo><a:pt x="1388842" y="190570"/></a:lnTo><a:lnTo><a:pt x="1389090" y="188631"/></a:lnTo><a:lnTo><a:pt x="1396117" y="183279"/></a:lnTo><a:lnTo><a:pt x="1397995" y="183511"/></a:lnTo><a:lnTo><a:pt x="1399747" y="184210"/></a:lnTo><a:lnTo><a:pt x="1401260" y="185373"/></a:lnTo><a:lnTo><a:pt x="1402416" y="186924"/></a:lnTo><a:lnTo><a:pt x="1403137" y="188631"/></a:lnTo><a:lnTo><a:pt x="1403385" y="190570"/></a:lnTo></a:path><a:path w="7399655" h="930909"><a:moveTo><a:pt x="1809811" y="195689"/></a:moveTo><a:lnTo><a:pt x="1808655" y="194137"/></a:lnTo></a:path><a:path w="7399655" h="930909"><a:moveTo><a:pt x="1822220" y="190570"/></a:moveTo><a:lnTo><a:pt x="1814953" y="197783"/></a:lnTo><a:lnTo><a:pt x="1813068" y="197550"/></a:lnTo><a:lnTo><a:pt x="1811315" y="196852"/></a:lnTo><a:lnTo><a:pt x="1809811" y="195689"/></a:lnTo></a:path><a:path w="7399655" h="930909"><a:moveTo><a:pt x="1808655" y="194137"/></a:moveTo><a:lnTo><a:pt x="1807926" y="192431"/></a:lnTo><a:lnTo><a:pt x="1807678" y="190570"/></a:lnTo><a:lnTo><a:pt x="1807926" y="188631"/></a:lnTo><a:lnTo><a:pt x="1814953" y="183279"/></a:lnTo><a:lnTo><a:pt x="1816830" y="183511"/></a:lnTo><a:lnTo><a:pt x="1818583" y="184210"/></a:lnTo><a:lnTo><a:pt x="1820095" y="185373"/></a:lnTo><a:lnTo><a:pt x="1821251" y="186924"/></a:lnTo><a:lnTo><a:pt x="1821972" y="188631"/></a:lnTo><a:lnTo><a:pt x="1822220" y="190570"/></a:lnTo></a:path><a:path w="7399655" h="930909"><a:moveTo><a:pt x="2228646" y="195689"/></a:moveTo><a:lnTo><a:pt x="2227490" y="194137"/></a:lnTo></a:path><a:path w="7399655" h="930909"><a:moveTo><a:pt x="2241056" y="190570"/></a:moveTo><a:lnTo><a:pt x="2233788" y="197783"/></a:lnTo><a:lnTo><a:pt x="2231904" y="197550"/></a:lnTo><a:lnTo><a:pt x="2230151" y="196852"/></a:lnTo><a:lnTo><a:pt x="2228646" y="195689"/></a:lnTo></a:path><a:path w="7399655" h="930909"><a:moveTo><a:pt x="2227490" y="194137"/></a:moveTo><a:lnTo><a:pt x="2226761" y="192431"/></a:lnTo><a:lnTo><a:pt x="2226513" y="190570"/></a:lnTo><a:lnTo><a:pt x="2226761" y="188631"/></a:lnTo><a:lnTo><a:pt x="2233788" y="183279"/></a:lnTo><a:lnTo><a:pt x="2235665" y="183511"/></a:lnTo><a:lnTo><a:pt x="2237418" y="184210"/></a:lnTo><a:lnTo><a:pt x="2238931" y="185373"/></a:lnTo><a:lnTo><a:pt x="2240086" y="186924"/></a:lnTo><a:lnTo><a:pt x="2240808" y="188631"/></a:lnTo><a:lnTo><a:pt x="2241056" y="190570"/></a:lnTo></a:path><a:path w="7399655" h="930909"><a:moveTo><a:pt x="2647481" y="195689"/></a:moveTo><a:lnTo><a:pt x="2646326" y="194137"/></a:lnTo></a:path><a:path w="7399655" h="930909"><a:moveTo><a:pt x="2659891" y="190570"/></a:moveTo><a:lnTo><a:pt x="2652624" y="197783"/></a:lnTo><a:lnTo><a:pt x="2650739" y="197550"/></a:lnTo><a:lnTo><a:pt x="2648986" y="196852"/></a:lnTo><a:lnTo><a:pt x="2647481" y="195689"/></a:lnTo></a:path><a:path w="7399655" h="930909"><a:moveTo><a:pt x="2646326" y="194137"/></a:moveTo><a:lnTo><a:pt x="2645597" y="192431"/></a:lnTo><a:lnTo><a:pt x="2645348" y="190570"/></a:lnTo><a:lnTo><a:pt x="2645597" y="188631"/></a:lnTo><a:lnTo><a:pt x="2652624" y="183279"/></a:lnTo><a:lnTo><a:pt x="2654501" y="183511"/></a:lnTo><a:lnTo><a:pt x="2656254" y="184210"/></a:lnTo><a:lnTo><a:pt x="2657766" y="185373"/></a:lnTo><a:lnTo><a:pt x="2658922" y="186924"/></a:lnTo><a:lnTo><a:pt x="2659643" y="188631"/></a:lnTo><a:lnTo><a:pt x="2659891" y="190570"/></a:lnTo></a:path><a:path w="7399655" h="930909"><a:moveTo><a:pt x="3066317" y="195689"/></a:moveTo><a:lnTo><a:pt x="3065161" y="194137"/></a:lnTo></a:path><a:path w="7399655" h="930909"><a:moveTo><a:pt x="3078727" y="190570"/></a:moveTo><a:lnTo><a:pt x="3071459" y="197783"/></a:lnTo><a:lnTo><a:pt x="3069574" y="197550"/></a:lnTo><a:lnTo><a:pt x="3067821" y="196852"/></a:lnTo><a:lnTo><a:pt x="3066317" y="195689"/></a:lnTo></a:path><a:path w="7399655" h="930909"><a:moveTo><a:pt x="3065161" y="194137"/></a:moveTo><a:lnTo><a:pt x="3064432" y="192431"/></a:lnTo><a:lnTo><a:pt x="3064184" y="190570"/></a:lnTo><a:lnTo><a:pt x="3064432" y="188631"/></a:lnTo><a:lnTo><a:pt x="3071459" y="183279"/></a:lnTo><a:lnTo><a:pt x="3073336" y="183511"/></a:lnTo><a:lnTo><a:pt x="3075089" y="184210"/></a:lnTo><a:lnTo><a:pt x="3076601" y="185373"/></a:lnTo><a:lnTo><a:pt x="3077757" y="186924"/></a:lnTo><a:lnTo><a:pt x="3078478" y="188631"/></a:lnTo><a:lnTo><a:pt x="3078727" y="190570"/></a:lnTo></a:path><a:path w="7399655" h="930909"><a:moveTo><a:pt x="3485152" y="195689"/></a:moveTo><a:lnTo><a:pt x="3483996" y="194137"/></a:lnTo></a:path><a:path w="7399655" h="930909"><a:moveTo><a:pt x="3497562" y="190570"/></a:moveTo><a:lnTo><a:pt x="3490294" y="197783"/></a:lnTo><a:lnTo><a:pt x="3488410" y="197550"/></a:lnTo><a:lnTo><a:pt x="3486657" y="196852"/></a:lnTo><a:lnTo><a:pt x="3485152" y="195689"/></a:lnTo></a:path><a:path w="7399655" h="930909"><a:moveTo><a:pt x="3483996" y="194137"/></a:moveTo><a:lnTo><a:pt x="3483267" y="192431"/></a:lnTo><a:lnTo><a:pt x="3483019" y="190570"/></a:lnTo><a:lnTo><a:pt x="3483267" y="188631"/></a:lnTo><a:lnTo><a:pt x="3490294" y="183279"/></a:lnTo><a:lnTo><a:pt x="3492171" y="183511"/></a:lnTo><a:lnTo><a:pt x="3493924" y="184210"/></a:lnTo><a:lnTo><a:pt x="3495437" y="185373"/></a:lnTo><a:lnTo><a:pt x="3496593" y="186924"/></a:lnTo><a:lnTo><a:pt x="3497314" y="188631"/></a:lnTo><a:lnTo><a:pt x="3497562" y="190570"/></a:lnTo></a:path><a:path w="7399655" h="930909"><a:moveTo><a:pt x="3903988" y="195689"/></a:moveTo><a:lnTo><a:pt x="3902832" y="194137"/></a:lnTo></a:path><a:path w="7399655" h="930909"><a:moveTo><a:pt x="3916397" y="190570"/></a:moveTo><a:lnTo><a:pt x="3909130" y="197783"/></a:lnTo><a:lnTo><a:pt x="3907245" y="197550"/></a:lnTo><a:lnTo><a:pt x="3905492" y="196852"/></a:lnTo><a:lnTo><a:pt x="3903988" y="195689"/></a:lnTo></a:path><a:path w="7399655" h="930909"><a:moveTo><a:pt x="3902832" y="194137"/></a:moveTo><a:lnTo><a:pt x="3902103" y="192431"/></a:lnTo><a:lnTo><a:pt x="3901855" y="190570"/></a:lnTo><a:lnTo><a:pt x="3902103" y="188631"/></a:lnTo><a:lnTo><a:pt x="3909130" y="183279"/></a:lnTo><a:lnTo><a:pt x="3911007" y="183511"/></a:lnTo><a:lnTo><a:pt x="3912760" y="184210"/></a:lnTo><a:lnTo><a:pt x="3914272" y="185373"/></a:lnTo><a:lnTo><a:pt x="3915428" y="186924"/></a:lnTo><a:lnTo><a:pt x="3916149" y="188631"/></a:lnTo><a:lnTo><a:pt x="3916397" y="190570"/></a:lnTo></a:path><a:path w="7399655" h="930909"><a:moveTo><a:pt x="4322823" y="195689"/></a:moveTo><a:lnTo><a:pt x="4321667" y="194137"/></a:lnTo></a:path><a:path w="7399655" h="930909"><a:moveTo><a:pt x="4335233" y="190570"/></a:moveTo><a:lnTo><a:pt x="4327965" y="197783"/></a:lnTo><a:lnTo><a:pt x="4326081" y="197550"/></a:lnTo><a:lnTo><a:pt x="4324328" y="196852"/></a:lnTo><a:lnTo><a:pt x="4322823" y="195689"/></a:lnTo></a:path><a:path w="7399655" h="930909"><a:moveTo><a:pt x="4321667" y="194137"/></a:moveTo><a:lnTo><a:pt x="4320938" y="192431"/></a:lnTo><a:lnTo><a:pt x="4320690" y="190570"/></a:lnTo><a:lnTo><a:pt x="4320938" y="188631"/></a:lnTo><a:lnTo><a:pt x="4327965" y="183279"/></a:lnTo><a:lnTo><a:pt x="4329842" y="183511"/></a:lnTo><a:lnTo><a:pt x="4331595" y="184210"/></a:lnTo><a:lnTo><a:pt x="4333108" y="185373"/></a:lnTo><a:lnTo><a:pt x="4334263" y="186924"/></a:lnTo><a:lnTo><a:pt x="4334985" y="188631"/></a:lnTo><a:lnTo><a:pt x="4335233" y="190570"/></a:lnTo></a:path><a:path w="7399655" h="930909"><a:moveTo><a:pt x="4741658" y="195689"/></a:moveTo><a:lnTo><a:pt x="4740503" y="194137"/></a:lnTo></a:path><a:path w="7399655" h="930909"><a:moveTo><a:pt x="4754068" y="190570"/></a:moveTo><a:lnTo><a:pt x="4746801" y="197783"/></a:lnTo><a:lnTo><a:pt x="4744916" y="197550"/></a:lnTo><a:lnTo><a:pt x="4743163" y="196852"/></a:lnTo><a:lnTo><a:pt x="4741658" y="195689"/></a:lnTo></a:path><a:path w="7399655" h="930909"><a:moveTo><a:pt x="4740503" y="194137"/></a:moveTo><a:lnTo><a:pt x="4739774" y="192431"/></a:lnTo><a:lnTo><a:pt x="4739525" y="190570"/></a:lnTo><a:lnTo><a:pt x="4739774" y="188631"/></a:lnTo><a:lnTo><a:pt x="4746801" y="183279"/></a:lnTo><a:lnTo><a:pt x="4748678" y="183511"/></a:lnTo><a:lnTo><a:pt x="4750431" y="184210"/></a:lnTo><a:lnTo><a:pt x="4751943" y="185373"/></a:lnTo><a:lnTo><a:pt x="4753099" y="186924"/></a:lnTo><a:lnTo><a:pt x="4753820" y="188631"/></a:lnTo><a:lnTo><a:pt x="4754068" y="190570"/></a:lnTo></a:path><a:path w="7399655" h="930909"><a:moveTo><a:pt x="5160463" y="195689"/></a:moveTo><a:lnTo><a:pt x="5159299" y="194137"/></a:lnTo></a:path><a:path w="7399655" h="930909"><a:moveTo><a:pt x="5172873" y="190570"/></a:moveTo><a:lnTo><a:pt x="5165659" y="197783"/></a:lnTo><a:lnTo><a:pt x="5163720" y="197550"/></a:lnTo><a:lnTo><a:pt x="5162014" y="196852"/></a:lnTo><a:lnTo><a:pt x="5160463" y="195689"/></a:lnTo></a:path><a:path w="7399655" h="930909"><a:moveTo><a:pt x="5159299" y="194137"/></a:moveTo><a:lnTo><a:pt x="5158601" y="192431"/></a:lnTo><a:lnTo><a:pt x="5158369" y="190570"/></a:lnTo><a:lnTo><a:pt x="5158601" y="188631"/></a:lnTo><a:lnTo><a:pt x="5165659" y="183279"/></a:lnTo><a:lnTo><a:pt x="5167521" y="183511"/></a:lnTo><a:lnTo><a:pt x="5169305" y="184210"/></a:lnTo><a:lnTo><a:pt x="5170778" y="185373"/></a:lnTo><a:lnTo><a:pt x="5171942" y="186924"/></a:lnTo><a:lnTo><a:pt x="5172640" y="188631"/></a:lnTo><a:lnTo><a:pt x="5172873" y="190570"/></a:lnTo></a:path><a:path w="7399655" h="930909"><a:moveTo><a:pt x="5579298" y="195689"/></a:moveTo><a:lnTo><a:pt x="5578135" y="194137"/></a:lnTo></a:path><a:path w="7399655" h="930909"><a:moveTo><a:pt x="5591708" y="190570"/></a:moveTo><a:lnTo><a:pt x="5584495" y="197783"/></a:lnTo><a:lnTo><a:pt x="5582556" y="197550"/></a:lnTo><a:lnTo><a:pt x="5580849" y="196852"/></a:lnTo><a:lnTo><a:pt x="5579298" y="195689"/></a:lnTo></a:path><a:path w="7399655" h="930909"><a:moveTo><a:pt x="5578135" y="194137"/></a:moveTo><a:lnTo><a:pt x="5577437" y="192431"/></a:lnTo><a:lnTo><a:pt x="5577204" y="190570"/></a:lnTo><a:lnTo><a:pt x="5577437" y="188631"/></a:lnTo><a:lnTo><a:pt x="5584495" y="183279"/></a:lnTo><a:lnTo><a:pt x="5586356" y="183511"/></a:lnTo><a:lnTo><a:pt x="5588140" y="184210"/></a:lnTo><a:lnTo><a:pt x="5589614" y="185373"/></a:lnTo><a:lnTo><a:pt x="5590777" y="186924"/></a:lnTo><a:lnTo><a:pt x="5591475" y="188631"/></a:lnTo><a:lnTo><a:pt x="5591708" y="190570"/></a:lnTo></a:path><a:path w="7399655" h="930909"><a:moveTo><a:pt x="5998134" y="195689"/></a:moveTo><a:lnTo><a:pt x="5996970" y="194137"/></a:lnTo></a:path><a:path w="7399655" h="930909"><a:moveTo><a:pt x="6010543" y="190570"/></a:moveTo><a:lnTo><a:pt x="6003330" y="197783"/></a:lnTo><a:lnTo><a:pt x="6001391" y="197550"/></a:lnTo><a:lnTo><a:pt x="5999685" y="196852"/></a:lnTo><a:lnTo><a:pt x="5998134" y="195689"/></a:lnTo></a:path><a:path w="7399655" h="930909"><a:moveTo><a:pt x="5996970" y="194137"/></a:moveTo><a:lnTo><a:pt x="5996272" y="192431"/></a:lnTo><a:lnTo><a:pt x="5996039" y="190570"/></a:lnTo><a:lnTo><a:pt x="5996272" y="188631"/></a:lnTo><a:lnTo><a:pt x="6003330" y="183279"/></a:lnTo><a:lnTo><a:pt x="6005192" y="183511"/></a:lnTo><a:lnTo><a:pt x="6006976" y="184210"/></a:lnTo><a:lnTo><a:pt x="6008449" y="185373"/></a:lnTo><a:lnTo><a:pt x="6009613" y="186924"/></a:lnTo><a:lnTo><a:pt x="6010311" y="188631"/></a:lnTo><a:lnTo><a:pt x="6010543" y="190570"/></a:lnTo></a:path><a:path w="7399655" h="930909"><a:moveTo><a:pt x="6416969" y="195689"/></a:moveTo><a:lnTo><a:pt x="6415805" y="194137"/></a:lnTo></a:path><a:path w="7399655" h="930909"><a:moveTo><a:pt x="6429379" y="190570"/></a:moveTo><a:lnTo><a:pt x="6422166" y="197783"/></a:lnTo><a:lnTo><a:pt x="6420227" y="197550"/></a:lnTo><a:lnTo><a:pt x="6418520" y="196852"/></a:lnTo><a:lnTo><a:pt x="6416969" y="195689"/></a:lnTo></a:path><a:path w="7399655" h="930909"><a:moveTo><a:pt x="6415805" y="194137"/></a:moveTo><a:lnTo><a:pt x="6415107" y="192431"/></a:lnTo><a:lnTo><a:pt x="6414875" y="190570"/></a:lnTo><a:lnTo><a:pt x="6415107" y="188631"/></a:lnTo><a:lnTo><a:pt x="6422166" y="183279"/></a:lnTo><a:lnTo><a:pt x="6424027" y="183511"/></a:lnTo><a:lnTo><a:pt x="6425811" y="184210"/></a:lnTo><a:lnTo><a:pt x="6427285" y="185373"/></a:lnTo><a:lnTo><a:pt x="6428448" y="186924"/></a:lnTo><a:lnTo><a:pt x="6429146" y="188631"/></a:lnTo><a:lnTo><a:pt x="6429379" y="190570"/></a:lnTo></a:path><a:path w="7399655" h="930909"><a:moveTo><a:pt x="6835804" y="195689"/></a:moveTo><a:lnTo><a:pt x="6834641" y="194137"/></a:lnTo></a:path><a:path w="7399655" h="930909"><a:moveTo><a:pt x="6848214" y="190570"/></a:moveTo><a:lnTo><a:pt x="6841001" y="197783"/></a:lnTo><a:lnTo><a:pt x="6839062" y="197550"/></a:lnTo><a:lnTo><a:pt x="6837356" y="196852"/></a:lnTo><a:lnTo><a:pt x="6835804" y="195689"/></a:lnTo></a:path><a:path w="7399655" h="930909"><a:moveTo><a:pt x="6834641" y="194137"/></a:moveTo><a:lnTo><a:pt x="6833943" y="192431"/></a:lnTo><a:lnTo><a:pt x="6833710" y="190570"/></a:lnTo><a:lnTo><a:pt x="6833943" y="188631"/></a:lnTo><a:lnTo><a:pt x="6841001" y="183279"/></a:lnTo><a:lnTo><a:pt x="6842862" y="183511"/></a:lnTo><a:lnTo><a:pt x="6844646" y="184210"/></a:lnTo><a:lnTo><a:pt x="6846120" y="185373"/></a:lnTo><a:lnTo><a:pt x="6847283" y="186924"/></a:lnTo><a:lnTo><a:pt x="6847982" y="188631"/></a:lnTo><a:lnTo><a:pt x="6848214" y="190570"/></a:lnTo></a:path><a:path w="7399655" h="930909"><a:moveTo><a:pt x="7254640" y="195689"/></a:moveTo><a:lnTo><a:pt x="7253476" y="194137"/></a:lnTo></a:path><a:path w="7399655" h="930909"><a:moveTo><a:pt x="7267050" y="190570"/></a:moveTo><a:lnTo><a:pt x="7259836" y="197783"/></a:lnTo><a:lnTo><a:pt x="7257897" y="197550"/></a:lnTo><a:lnTo><a:pt x="7256191" y="196852"/></a:lnTo><a:lnTo><a:pt x="7254640" y="195689"/></a:lnTo></a:path><a:path w="7399655" h="930909"><a:moveTo><a:pt x="7253476" y="194137"/></a:moveTo><a:lnTo><a:pt x="7252778" y="192431"/></a:lnTo><a:lnTo><a:pt x="7252546" y="190570"/></a:lnTo><a:lnTo><a:pt x="7252778" y="188631"/></a:lnTo><a:lnTo><a:pt x="7259836" y="183279"/></a:lnTo><a:lnTo><a:pt x="7261698" y="183511"/></a:lnTo><a:lnTo><a:pt x="7263482" y="184210"/></a:lnTo><a:lnTo><a:pt x="7264955" y="185373"/></a:lnTo><a:lnTo><a:pt x="7266119" y="186924"/></a:lnTo><a:lnTo><a:pt x="7266817" y="188631"/></a:lnTo><a:lnTo><a:pt x="7267050" y="190570"/></a:lnTo></a:path><a:path w="7399655" h="930909"><a:moveTo><a:pt x="143241" y="827665"/></a:moveTo><a:lnTo><a:pt x="141488" y="828363"/></a:lnTo></a:path><a:path w="7399655" h="930909"><a:moveTo><a:pt x="146631" y="819443"/></a:moveTo><a:lnTo><a:pt x="146879" y="821305"/></a:lnTo><a:lnTo><a:pt x="146631" y="823244"/></a:lnTo><a:lnTo><a:pt x="145909" y="824950"/></a:lnTo><a:lnTo><a:pt x="144754" y="826501"/></a:lnTo></a:path><a:path w="7399655" h="930909"><a:moveTo><a:pt x="139611" y="814091"/></a:moveTo><a:lnTo><a:pt x="141488" y="814324"/></a:lnTo><a:lnTo><a:pt x="143241" y="815022"/></a:lnTo><a:lnTo><a:pt x="144754" y="816186"/></a:lnTo></a:path><a:path w="7399655" h="930909"><a:moveTo><a:pt x="144754" y="816186"/></a:moveTo><a:lnTo><a:pt x="145909" y="817737"/></a:lnTo><a:lnTo><a:pt x="146631" y="819443"/></a:lnTo></a:path><a:path w="7399655" h="930909"><a:moveTo><a:pt x="134469" y="816186"/></a:moveTo><a:lnTo><a:pt x="135974" y="815022"/></a:lnTo><a:lnTo><a:pt x="137727" y="814324"/></a:lnTo></a:path><a:path w="7399655" h="930909"><a:moveTo><a:pt x="139611" y="828596"/></a:moveTo><a:lnTo><a:pt x="137727" y="828363"/></a:lnTo><a:lnTo><a:pt x="135974" y="827665"/></a:lnTo></a:path><a:path w="7399655" h="930909"><a:moveTo><a:pt x="133313" y="817737"/></a:moveTo><a:lnTo><a:pt x="134469" y="816186"/></a:lnTo></a:path><a:path w="7399655" h="930909"><a:moveTo><a:pt x="144754" y="826501"/></a:moveTo><a:lnTo><a:pt x="143241" y="827665"/></a:lnTo></a:path><a:path w="7399655" h="930909"><a:moveTo><a:pt x="137727" y="814324"/></a:moveTo><a:lnTo><a:pt x="139611" y="814091"/></a:lnTo></a:path><a:path w="7399655" h="930909"><a:moveTo><a:pt x="135974" y="827665"/></a:moveTo><a:lnTo><a:pt x="134469" y="826501"/></a:lnTo><a:lnTo><a:pt x="133313" y="824950"/></a:lnTo></a:path><a:path w="7399655" h="930909"><a:moveTo><a:pt x="132584" y="819443"/></a:moveTo><a:lnTo><a:pt x="133313" y="817737"/></a:lnTo></a:path><a:path w="7399655" h="930909"><a:moveTo><a:pt x="133313" y="824950"/></a:moveTo><a:lnTo><a:pt x="132584" y="823244"/></a:lnTo></a:path><a:path w="7399655" h="930909"><a:moveTo><a:pt x="141488" y="828363"/></a:moveTo><a:lnTo><a:pt x="139611" y="828596"/></a:lnTo></a:path><a:path w="7399655" h="930909"><a:moveTo><a:pt x="7253476" y="817737"/></a:moveTo><a:lnTo><a:pt x="7254640" y="816186"/></a:lnTo></a:path><a:path w="7399655" h="930909"><a:moveTo><a:pt x="7267050" y="821305"/></a:moveTo><a:lnTo><a:pt x="7259836" y="828596"/></a:lnTo><a:lnTo><a:pt x="7257897" y="828363"/></a:lnTo><a:lnTo><a:pt x="7252546" y="821305"/></a:lnTo><a:lnTo><a:pt x="7252778" y="819443"/></a:lnTo><a:lnTo><a:pt x="7253476" y="817737"/></a:lnTo></a:path><a:path w="7399655" h="930909"><a:moveTo><a:pt x="7254640" y="816186"/></a:moveTo><a:lnTo><a:pt x="7256191" y="815022"/></a:lnTo><a:lnTo><a:pt x="7257897" y="814324"/></a:lnTo><a:lnTo><a:pt x="7259836" y="814091"/></a:lnTo><a:lnTo><a:pt x="7261698" y="814324"/></a:lnTo><a:lnTo><a:pt x="7263482" y="815022"/></a:lnTo><a:lnTo><a:pt x="7264955" y="816186"/></a:lnTo><a:lnTo><a:pt x="7266119" y="817737"/></a:lnTo><a:lnTo><a:pt x="7266817" y="819443"/></a:lnTo><a:lnTo><a:pt x="7267050" y="821305"/></a:lnTo></a:path><a:path w="7399655" h="930909"><a:moveTo><a:pt x="132584" y="610026"/></a:moveTo><a:lnTo><a:pt x="139611" y="604674"/></a:lnTo><a:lnTo><a:pt x="141488" y="604906"/></a:lnTo><a:lnTo><a:pt x="146879" y="611887"/></a:lnTo><a:lnTo><a:pt x="146631" y="613826"/></a:lnTo><a:lnTo><a:pt x="145909" y="615532"/></a:lnTo><a:lnTo><a:pt x="144754" y="617084"/></a:lnTo></a:path><a:path w="7399655" h="930909"><a:moveTo><a:pt x="144754" y="617084"/></a:moveTo><a:lnTo><a:pt x="143241" y="618247"/></a:lnTo><a:lnTo><a:pt x="141488" y="618945"/></a:lnTo><a:lnTo><a:pt x="139611" y="619178"/></a:lnTo><a:lnTo><a:pt x="137727" y="618945"/></a:lnTo><a:lnTo><a:pt x="135974" y="618247"/></a:lnTo><a:lnTo><a:pt x="134469" y="617084"/></a:lnTo><a:lnTo><a:pt x="133313" y="615532"/></a:lnTo><a:lnTo><a:pt x="132584" y="613826"/></a:lnTo></a:path><a:path w="7399655" h="930909"><a:moveTo><a:pt x="146631" y="400608"/></a:moveTo><a:lnTo><a:pt x="146879" y="402469"/></a:lnTo><a:lnTo><a:pt x="146631" y="404408"/></a:lnTo><a:lnTo><a:pt x="145909" y="406115"/></a:lnTo><a:lnTo><a:pt x="144754" y="407666"/></a:lnTo><a:lnTo><a:pt x="143241" y="408829"/></a:lnTo><a:lnTo><a:pt x="141488" y="409527"/></a:lnTo><a:lnTo><a:pt x="139611" y="409760"/></a:lnTo><a:lnTo><a:pt x="137727" y="409527"/></a:lnTo><a:lnTo><a:pt x="135974" y="408829"/></a:lnTo><a:lnTo><a:pt x="134469" y="407666"/></a:lnTo><a:lnTo><a:pt x="133313" y="406115"/></a:lnTo><a:lnTo><a:pt x="132584" y="404408"/></a:lnTo></a:path><a:path w="7399655" h="930909"><a:moveTo><a:pt x="132584" y="400608"/></a:moveTo><a:lnTo><a:pt x="139611" y="395256"/></a:lnTo><a:lnTo><a:pt x="141488" y="395489"/></a:lnTo><a:lnTo><a:pt x="143241" y="396187"/></a:lnTo><a:lnTo><a:pt x="144754" y="397350"/></a:lnTo><a:lnTo><a:pt x="145909" y="398901"/></a:lnTo><a:lnTo><a:pt x="146631" y="400608"/></a:lnTo></a:path><a:path w="7399655" h="930909"><a:moveTo><a:pt x="7261698" y="618945"/></a:moveTo><a:lnTo><a:pt x="7259836" y="619178"/></a:lnTo></a:path><a:path w="7399655" h="930909"><a:moveTo><a:pt x="7267050" y="611887"/></a:moveTo><a:lnTo><a:pt x="7266817" y="613826"/></a:lnTo><a:lnTo><a:pt x="7266119" y="615532"/></a:lnTo><a:lnTo><a:pt x="7264955" y="617084"/></a:lnTo><a:lnTo><a:pt x="7263482" y="618247"/></a:lnTo><a:lnTo><a:pt x="7261698" y="618945"/></a:lnTo></a:path><a:path w="7399655" h="930909"><a:moveTo><a:pt x="7259836" y="619178"/></a:moveTo><a:lnTo><a:pt x="7252546" y="611887"/></a:lnTo><a:lnTo><a:pt x="7252778" y="610026"/></a:lnTo><a:lnTo><a:pt x="7259836" y="604674"/></a:lnTo><a:lnTo><a:pt x="7261698" y="604906"/></a:lnTo><a:lnTo><a:pt x="7263482" y="605604"/></a:lnTo><a:lnTo><a:pt x="7264955" y="606768"/></a:lnTo><a:lnTo><a:pt x="7266119" y="608319"/></a:lnTo><a:lnTo><a:pt x="7266817" y="610026"/></a:lnTo><a:lnTo><a:pt x="7267050" y="611887"/></a:lnTo></a:path><a:path w="7399655" h="930909"><a:moveTo><a:pt x="7267050" y="402469"/></a:moveTo><a:lnTo><a:pt x="7259836" y="409760"/></a:lnTo><a:lnTo><a:pt x="7257897" y="409527"/></a:lnTo><a:lnTo><a:pt x="7252546" y="402469"/></a:lnTo><a:lnTo><a:pt x="7252778" y="400608"/></a:lnTo><a:lnTo><a:pt x="7259836" y="395256"/></a:lnTo><a:lnTo><a:pt x="7261698" y="395489"/></a:lnTo><a:lnTo><a:pt x="7267050" y="402469"/></a:lnTo></a:path><a:path w="7399655" h="930909"><a:moveTo><a:pt x="0" y="279223"/></a:moveTo><a:lnTo><a:pt x="0" y="930435"/></a:lnTo><a:lnTo><a:pt x="279223" y="930435"/></a:lnTo><a:lnTo><a:pt x="279223" y="279223"/></a:lnTo><a:lnTo><a:pt x="7120225" y="279223"/></a:lnTo><a:lnTo><a:pt x="7120225" y="930435"/></a:lnTo><a:lnTo><a:pt x="7399448" y="930435"/></a:lnTo><a:lnTo><a:pt x="7399448" y="279223"/></a:lnTo></a:path><a:path w="7399655" h="930909"><a:moveTo><a:pt x="7399448" y="0"/></a:moveTo><a:lnTo><a:pt x="6466143" y="0"/></a:lnTo></a:path><a:path w="7399655" h="930909"><a:moveTo><a:pt x="933273" y="0"/></a:moveTo><a:lnTo><a:pt x="0" y="0"/></a:lnTo><a:lnTo><a:pt x="0" y="279223"/></a:lnTo></a:path><a:path w="7399655" h="930909"><a:moveTo><a:pt x="7399448" y="279223"/></a:moveTo><a:lnTo><a:pt x="7399448" y="0"/></a:lnTo></a:path><a:path w="7399655" h="930909"><a:moveTo><a:pt x="7266584" y="229428"/></a:moveTo><a:lnTo><a:pt x="6833943" y="229428"/></a:lnTo><a:lnTo><a:pt x="6833943" y="229196"/></a:lnTo><a:lnTo><a:pt x="6833943" y="228497"/></a:lnTo><a:lnTo><a:pt x="6833943" y="214924"/></a:lnTo><a:lnTo><a:pt x="7267593" y="214924"/></a:lnTo></a:path><a:path w="7399655" h="930909"><a:moveTo><a:pt x="7267127" y="229273"/></a:moveTo><a:lnTo><a:pt x="7267282" y="228575"/></a:lnTo></a:path><a:path w="7399655" h="930909"><a:moveTo><a:pt x="7266584" y="229428"/></a:moveTo><a:lnTo><a:pt x="7267050" y="229506"/></a:lnTo></a:path><a:path w="7399655" h="930909"><a:moveTo><a:pt x="7267593" y="214924"/></a:moveTo><a:lnTo><a:pt x="7270850" y="215312"/></a:lnTo></a:path><a:path w="7399655" h="930909"><a:moveTo><a:pt x="7267282" y="228575"/></a:moveTo><a:lnTo><a:pt x="7267515" y="228653"/></a:lnTo></a:path><a:path w="7399655" h="930909"><a:moveTo><a:pt x="7270850" y="215312"/></a:moveTo><a:lnTo><a:pt x="7274418" y="216786"/></a:lnTo></a:path><a:path w="7399655" h="930909"><a:moveTo><a:pt x="7267515" y="228653"/></a:moveTo><a:lnTo><a:pt x="7267748" y="228808"/></a:lnTo></a:path><a:path w="7399655" h="930909"><a:moveTo><a:pt x="7274418" y="216786"/></a:moveTo><a:lnTo><a:pt x="7277443" y="219112"/></a:lnTo></a:path><a:path w="7399655" h="930909"><a:moveTo><a:pt x="7267748" y="228808"/></a:moveTo><a:lnTo><a:pt x="7267903" y="228963"/></a:lnTo></a:path><a:path w="7399655" h="930909"><a:moveTo><a:pt x="7277443" y="219112"/></a:moveTo><a:lnTo><a:pt x="7279692" y="222137"/></a:lnTo></a:path><a:path w="7399655" h="930909"><a:moveTo><a:pt x="7267903" y="228963"/></a:moveTo><a:lnTo><a:pt x="7267980" y="229196"/></a:lnTo></a:path><a:path w="7399655" h="930909"><a:moveTo><a:pt x="7279692" y="222137"/></a:moveTo><a:lnTo><a:pt x="7281166" y="225705"/></a:lnTo></a:path><a:path w="7399655" h="930909"><a:moveTo><a:pt x="7267980" y="229196"/></a:moveTo><a:lnTo><a:pt x="7267282" y="229428"/></a:lnTo><a:lnTo><a:pt x="7267050" y="229428"/></a:lnTo></a:path><a:path w="7399655" h="930909"><a:moveTo><a:pt x="7281166" y="225705"/></a:moveTo><a:lnTo><a:pt x="7281631" y="228963"/></a:lnTo></a:path><a:path w="7399655" h="930909"><a:moveTo><a:pt x="7267282" y="828673"/></a:moveTo><a:lnTo><a:pt x="7267980" y="828828"/></a:lnTo></a:path><a:path w="7399655" h="930909"><a:moveTo><a:pt x="7267050" y="828130"/></a:moveTo><a:lnTo><a:pt x="7267050" y="828596"/></a:lnTo></a:path><a:path w="7399655" h="930909"><a:moveTo><a:pt x="7281631" y="829061"/></a:moveTo><a:lnTo><a:pt x="7281166" y="832396"/></a:lnTo></a:path><a:path w="7399655" h="930909"><a:moveTo><a:pt x="7267980" y="828828"/></a:moveTo><a:lnTo><a:pt x="7267903" y="829061"/></a:lnTo></a:path><a:path w="7399655" h="930909"><a:moveTo><a:pt x="7281166" y="832396"/></a:moveTo><a:lnTo><a:pt x="7279692" y="835886"/></a:lnTo></a:path><a:path w="7399655" h="930909"><a:moveTo><a:pt x="7267903" y="829061"/></a:moveTo><a:lnTo><a:pt x="7267748" y="829294"/></a:lnTo></a:path><a:path w="7399655" h="930909"><a:moveTo><a:pt x="7279692" y="835886"/></a:moveTo><a:lnTo><a:pt x="7277443" y="838911"/></a:lnTo></a:path><a:path w="7399655" h="930909"><a:moveTo><a:pt x="7267748" y="829294"/></a:moveTo><a:lnTo><a:pt x="7267515" y="829371"/></a:lnTo></a:path><a:path w="7399655" h="930909"><a:moveTo><a:pt x="7277443" y="838911"/></a:moveTo><a:lnTo><a:pt x="7274418" y="841238"/></a:lnTo></a:path><a:path w="7399655" h="930909"><a:moveTo><a:pt x="7267515" y="829371"/></a:moveTo><a:lnTo><a:pt x="7267282" y="829526"/></a:lnTo></a:path><a:path w="7399655" h="930909"><a:moveTo><a:pt x="7274418" y="841238"/></a:moveTo><a:lnTo><a:pt x="7270850" y="842712"/></a:lnTo></a:path><a:path w="7399655" h="930909"><a:moveTo><a:pt x="7267282" y="829526"/></a:moveTo><a:lnTo><a:pt x="7267127" y="828828"/></a:lnTo><a:lnTo><a:pt x="7267050" y="828596"/></a:lnTo></a:path><a:path w="7399655" h="930909"><a:moveTo><a:pt x="7270850" y="842712"/></a:moveTo><a:lnTo><a:pt x="7267593" y="843177"/></a:lnTo></a:path><a:path w="7399655" h="930909"><a:moveTo><a:pt x="7227803" y="828596"/></a:moveTo><a:lnTo><a:pt x="7227803" y="828596"/></a:lnTo><a:lnTo><a:pt x="7227803" y="842169"/></a:lnTo><a:lnTo><a:pt x="7227803" y="842945"/></a:lnTo></a:path><a:path w="7399655" h="930909"><a:moveTo><a:pt x="7267593" y="843177"/></a:moveTo><a:lnTo><a:pt x="7227803" y="843177"/></a:lnTo><a:lnTo><a:pt x="7227803" y="842945"/></a:lnTo></a:path><a:path w="7399655" h="930909"><a:moveTo><a:pt x="7267050" y="229428"/></a:moveTo><a:lnTo><a:pt x="7267127" y="229273"/></a:lnTo></a:path><a:path w="7399655" h="930909"><a:moveTo><a:pt x="7267050" y="229506"/></a:moveTo><a:lnTo><a:pt x="7267050" y="229894"/></a:lnTo></a:path><a:path w="7399655" h="930909"><a:moveTo><a:pt x="7267050" y="828596"/></a:moveTo><a:lnTo><a:pt x="7267282" y="828673"/></a:lnTo></a:path><a:path w="7399655" h="930909"><a:moveTo><a:pt x="7267050" y="828596"/></a:moveTo><a:lnTo><a:pt x="7266584" y="828596"/></a:lnTo></a:path><a:path w="7399655" h="930909"><a:moveTo><a:pt x="132111" y="214924"/></a:moveTo><a:lnTo><a:pt x="565714" y="214924"/></a:lnTo><a:lnTo><a:pt x="565714" y="215157"/></a:lnTo><a:lnTo><a:pt x="565714" y="215855"/></a:lnTo><a:lnTo><a:pt x="565714" y="229428"/></a:lnTo><a:lnTo><a:pt x="133065" y="229428"/></a:lnTo><a:lnTo><a:pt x="132638" y="229506"/></a:lnTo></a:path><a:path w="7399655" h="930909"><a:moveTo><a:pt x="132344" y="228575"/></a:moveTo><a:lnTo><a:pt x="132538" y="229273"/></a:lnTo><a:lnTo><a:pt x="132584" y="229428"/></a:lnTo></a:path><a:path w="7399655" h="930909"><a:moveTo><a:pt x="132111" y="214924"/></a:moveTo><a:lnTo><a:pt x="128807" y="215312"/></a:lnTo></a:path><a:path w="7399655" h="930909"><a:moveTo><a:pt x="132344" y="228575"/></a:moveTo><a:lnTo><a:pt x="132127" y="228653"/></a:lnTo></a:path><a:path w="7399655" h="930909"><a:moveTo><a:pt x="128807" y="215312"/></a:moveTo><a:lnTo><a:pt x="125286" y="216786"/></a:lnTo></a:path><a:path w="7399655" h="930909"><a:moveTo><a:pt x="132127" y="228653"/></a:moveTo><a:lnTo><a:pt x="131940" y="228808"/></a:lnTo></a:path><a:path w="7399655" h="930909"><a:moveTo><a:pt x="125286" y="216786"/></a:moveTo><a:lnTo><a:pt x="122261" y="219112"/></a:lnTo></a:path><a:path w="7399655" h="930909"><a:moveTo><a:pt x="131940" y="228808"/></a:moveTo><a:lnTo><a:pt x="131793" y="228963"/></a:lnTo></a:path><a:path w="7399655" h="930909"><a:moveTo><a:pt x="122261" y="219112"/></a:moveTo><a:lnTo><a:pt x="119934" y="222137"/></a:lnTo></a:path><a:path w="7399655" h="930909"><a:moveTo><a:pt x="131793" y="228963"/></a:moveTo><a:lnTo><a:pt x="131700" y="229196"/></a:lnTo></a:path><a:path w="7399655" h="930909"><a:moveTo><a:pt x="119934" y="222137"/></a:moveTo><a:lnTo><a:pt x="118476" y="225705"/></a:lnTo></a:path><a:path w="7399655" h="930909"><a:moveTo><a:pt x="132406" y="229428"/></a:moveTo><a:lnTo><a:pt x="131700" y="229196"/></a:lnTo></a:path><a:path w="7399655" h="930909"><a:moveTo><a:pt x="118476" y="225705"/></a:moveTo><a:lnTo><a:pt x="118041" y="228963"/></a:lnTo></a:path><a:path w="7399655" h="930909"><a:moveTo><a:pt x="132584" y="828130"/></a:moveTo><a:lnTo><a:pt x="132638" y="828596"/></a:lnTo></a:path><a:path w="7399655" h="930909"><a:moveTo><a:pt x="131692" y="828828"/></a:moveTo><a:lnTo><a:pt x="132406" y="828673"/></a:lnTo><a:lnTo><a:pt x="132584" y="828596"/></a:lnTo></a:path><a:path w="7399655" h="930909"><a:moveTo><a:pt x="118041" y="829061"/></a:moveTo><a:lnTo><a:pt x="118476" y="832396"/></a:lnTo></a:path><a:path w="7399655" h="930909"><a:moveTo><a:pt x="131692" y="828828"/></a:moveTo><a:lnTo><a:pt x="131793" y="829061"/></a:lnTo></a:path><a:path w="7399655" h="930909"><a:moveTo><a:pt x="118476" y="832396"/></a:moveTo><a:lnTo><a:pt x="119934" y="835886"/></a:lnTo></a:path><a:path w="7399655" h="930909"><a:moveTo><a:pt x="131793" y="829061"/></a:moveTo><a:lnTo><a:pt x="131940" y="829294"/></a:lnTo></a:path><a:path w="7399655" h="930909"><a:moveTo><a:pt x="119934" y="835886"/></a:moveTo><a:lnTo><a:pt x="122261" y="838911"/></a:lnTo></a:path><a:path w="7399655" h="930909"><a:moveTo><a:pt x="131940" y="829294"/></a:moveTo><a:lnTo><a:pt x="132127" y="829371"/></a:lnTo></a:path><a:path w="7399655" h="930909"><a:moveTo><a:pt x="122261" y="838911"/></a:moveTo><a:lnTo><a:pt x="125286" y="841238"/></a:lnTo></a:path><a:path w="7399655" h="930909"><a:moveTo><a:pt x="132127" y="829371"/></a:moveTo><a:lnTo><a:pt x="132351" y="829526"/></a:lnTo></a:path><a:path w="7399655" h="930909"><a:moveTo><a:pt x="125286" y="841238"/></a:moveTo><a:lnTo><a:pt x="128807" y="842712"/></a:lnTo></a:path><a:path w="7399655" h="930909"><a:moveTo><a:pt x="132538" y="828828"/></a:moveTo><a:lnTo><a:pt x="132351" y="829526"/></a:lnTo></a:path><a:path w="7399655" h="930909"><a:moveTo><a:pt x="128807" y="842712"/></a:moveTo><a:lnTo><a:pt x="132111" y="843177"/></a:lnTo></a:path><a:path w="7399655" h="930909"><a:moveTo><a:pt x="171854" y="842945"/></a:moveTo><a:lnTo><a:pt x="171854" y="842945"/></a:lnTo><a:lnTo><a:pt x="171854" y="828828"/></a:lnTo><a:lnTo><a:pt x="171854" y="828596"/></a:lnTo></a:path><a:path w="7399655" h="930909"><a:moveTo><a:pt x="132111" y="843177"/></a:moveTo><a:lnTo><a:pt x="171854" y="843177"/></a:lnTo><a:lnTo><a:pt x="171854" y="842945"/></a:lnTo></a:path><a:path w="7399655" h="930909"><a:moveTo><a:pt x="132638" y="229506"/></a:moveTo><a:lnTo><a:pt x="132584" y="229894"/></a:lnTo></a:path><a:path w="7399655" h="930909"><a:moveTo><a:pt x="132584" y="229428"/></a:moveTo><a:lnTo><a:pt x="132406" y="229428"/></a:lnTo></a:path><a:path w="7399655" h="930909"><a:moveTo><a:pt x="132638" y="828596"/></a:moveTo><a:lnTo><a:pt x="133065" y="828596"/></a:lnTo></a:path><a:path w="7399655" h="930909"><a:moveTo><a:pt x="132584" y="828596"/></a:moveTo><a:lnTo><a:pt x="132538" y="828828"/></a:lnTo></a:path></a:pathLst></a:custGeom><a:ln w="3878"><a:solidFill><a:srgbClr val="000000"/></a:solidFill></a:ln></p:spPr><p:txBody><a:bodyPr wrap="square" lIns="0" tIns="0" rIns="0" bIns="0" rtlCol="0"/><a:lstStyle/><a:p/></p:txBody></p:sp><p:sp><p:nvSpPr><p:cNvPr id="33" name="object 33"/><p:cNvSpPr/><p:nvPr/></p:nvSpPr><p:spPr><a:xfrm><a:off x="3724400" y="7701553"/><a:ext cx="5533390" cy="2233295"/></a:xfrm><a:custGeom><a:avLst/><a:gdLst/><a:ahLst/><a:cxnLst/><a:rect l="l" t="t" r="r" b="b"/><a:pathLst><a:path w="5533390" h="2233295"><a:moveTo><a:pt x="5532869" y="0"/></a:moveTo><a:lnTo><a:pt x="5532869" y="2233300"/></a:lnTo><a:lnTo><a:pt x="0" y="2233300"/></a:lnTo><a:lnTo><a:pt x="0" y="0"/></a:lnTo><a:lnTo><a:pt x="5532869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34" name="object 34"/><p:cNvSpPr/><p:nvPr/></p:nvSpPr><p:spPr><a:xfrm><a:off x="2110193" y="9966886"/><a:ext cx="8787765" cy="882015"/></a:xfrm><a:custGeom><a:avLst/><a:gdLst/><a:ahLst/><a:cxnLst/><a:rect l="l" t="t" r="r" b="b"/><a:pathLst><a:path w="8787765" h="882015"><a:moveTo><a:pt x="824174" y="13573"/></a:moveTo><a:lnTo><a:pt x="822422" y="14271"/></a:lnTo></a:path><a:path w="8787765" h="882015"><a:moveTo><a:pt x="827564" y="5351"/></a:moveTo><a:lnTo><a:pt x="827812" y="7290"/></a:lnTo><a:lnTo><a:pt x="827564" y="9152"/></a:lnTo><a:lnTo><a:pt x="826843" y="10858"/></a:lnTo><a:lnTo><a:pt x="825687" y="12409"/></a:lnTo></a:path><a:path w="8787765" h="882015"><a:moveTo><a:pt x="820545" y="0"/></a:moveTo><a:lnTo><a:pt x="822422" y="232"/></a:lnTo><a:lnTo><a:pt x="824174" y="930"/></a:lnTo><a:lnTo><a:pt x="825687" y="2094"/></a:lnTo></a:path><a:path w="8787765" h="882015"><a:moveTo><a:pt x="825687" y="2094"/></a:moveTo><a:lnTo><a:pt x="826843" y="3645"/></a:lnTo><a:lnTo><a:pt x="827564" y="5351"/></a:lnTo></a:path><a:path w="8787765" h="882015"><a:moveTo><a:pt x="815402" y="2094"/></a:moveTo><a:lnTo><a:pt x="816907" y="930"/></a:lnTo><a:lnTo><a:pt x="818660" y="232"/></a:lnTo></a:path><a:path w="8787765" h="882015"><a:moveTo><a:pt x="813269" y="7290"/></a:moveTo><a:lnTo><a:pt x="813517" y="5351"/></a:lnTo></a:path><a:path w="8787765" h="882015"><a:moveTo><a:pt x="820545" y="14504"/></a:moveTo><a:lnTo><a:pt x="818660" y="14271"/></a:lnTo><a:lnTo><a:pt x="816907" y="13573"/></a:lnTo></a:path><a:path w="8787765" h="882015"><a:moveTo><a:pt x="814247" y="3645"/></a:moveTo><a:lnTo><a:pt x="815402" y="2094"/></a:lnTo></a:path><a:path w="8787765" h="882015"><a:moveTo><a:pt x="825687" y="12409"/></a:moveTo><a:lnTo><a:pt x="824174" y="13573"/></a:lnTo></a:path><a:path w="8787765" h="882015"><a:moveTo><a:pt x="818660" y="232"/></a:moveTo><a:lnTo><a:pt x="820545" y="0"/></a:lnTo></a:path><a:path w="8787765" h="882015"><a:moveTo><a:pt x="816907" y="13573"/></a:moveTo><a:lnTo><a:pt x="815402" y="12409"/></a:lnTo><a:lnTo><a:pt x="814247" y="10858"/></a:lnTo></a:path><a:path w="8787765" h="882015"><a:moveTo><a:pt x="813517" y="5351"/></a:moveTo><a:lnTo><a:pt x="814247" y="3645"/></a:lnTo></a:path><a:path w="8787765" h="882015"><a:moveTo><a:pt x="814247" y="10858"/></a:moveTo><a:lnTo><a:pt x="813517" y="9152"/></a:lnTo><a:lnTo><a:pt x="813269" y="7290"/></a:lnTo></a:path><a:path w="8787765" h="882015"><a:moveTo><a:pt x="822422" y="14271"/></a:moveTo><a:lnTo><a:pt x="820545" y="14504"/></a:lnTo></a:path><a:path w="8787765" h="882015"><a:moveTo><a:pt x="813517" y="14504"/></a:moveTo><a:lnTo><a:pt x="813517" y="14504"/></a:lnTo><a:lnTo><a:pt x="813517" y="28853"/></a:lnTo><a:lnTo><a:pt x="813517" y="29085"/></a:lnTo></a:path><a:path w="8787765" h="882015"><a:moveTo><a:pt x="813517" y="29085"/></a:moveTo><a:lnTo><a:pt x="7947983" y="29085"/></a:lnTo><a:lnTo><a:pt x="7947983" y="28853"/></a:lnTo><a:lnTo><a:pt x="7947983" y="28077"/></a:lnTo><a:lnTo><a:pt x="7947983" y="14814"/></a:lnTo><a:lnTo><a:pt x="7947983" y="14504"/></a:lnTo></a:path><a:path w="8787765" h="882015"><a:moveTo><a:pt x="1234238" y="12409"/></a:moveTo><a:lnTo><a:pt x="1233082" y="10858"/></a:lnTo></a:path><a:path w="8787765" h="882015"><a:moveTo><a:pt x="1246648" y="7290"/></a:moveTo><a:lnTo><a:pt x="1239380" y="14504"/></a:lnTo><a:lnTo><a:pt x="1237495" y="14271"/></a:lnTo><a:lnTo><a:pt x="1235742" y="13573"/></a:lnTo><a:lnTo><a:pt x="1234238" y="12409"/></a:lnTo></a:path><a:path w="8787765" h="882015"><a:moveTo><a:pt x="1233082" y="10858"/></a:moveTo><a:lnTo><a:pt x="1232353" y="9152"/></a:lnTo><a:lnTo><a:pt x="1232105" y="7290"/></a:lnTo><a:lnTo><a:pt x="1232353" y="5351"/></a:lnTo><a:lnTo><a:pt x="1239380" y="0"/></a:lnTo><a:lnTo><a:pt x="1241257" y="232"/></a:lnTo><a:lnTo><a:pt x="1243010" y="930"/></a:lnTo><a:lnTo><a:pt x="1244522" y="2094"/></a:lnTo><a:lnTo><a:pt x="1245678" y="3645"/></a:lnTo><a:lnTo><a:pt x="1246399" y="5351"/></a:lnTo><a:lnTo><a:pt x="1246648" y="7290"/></a:lnTo></a:path><a:path w="8787765" h="882015"><a:moveTo><a:pt x="1653073" y="12409"/></a:moveTo><a:lnTo><a:pt x="1651917" y="10858"/></a:lnTo></a:path><a:path w="8787765" h="882015"><a:moveTo><a:pt x="1665483" y="7290"/></a:moveTo><a:lnTo><a:pt x="1658215" y="14504"/></a:lnTo><a:lnTo><a:pt x="1656331" y="14271"/></a:lnTo><a:lnTo><a:pt x="1654578" y="13573"/></a:lnTo><a:lnTo><a:pt x="1653073" y="12409"/></a:lnTo></a:path><a:path w="8787765" h="882015"><a:moveTo><a:pt x="1651917" y="10858"/></a:moveTo><a:lnTo><a:pt x="1651188" y="9152"/></a:lnTo><a:lnTo><a:pt x="1650940" y="7290"/></a:lnTo><a:lnTo><a:pt x="1651188" y="5351"/></a:lnTo><a:lnTo><a:pt x="1658215" y="0"/></a:lnTo><a:lnTo><a:pt x="1660092" y="232"/></a:lnTo><a:lnTo><a:pt x="1661845" y="930"/></a:lnTo><a:lnTo><a:pt x="1663358" y="2094"/></a:lnTo><a:lnTo><a:pt x="1664513" y="3645"/></a:lnTo><a:lnTo><a:pt x="1665235" y="5351"/></a:lnTo><a:lnTo><a:pt x="1665483" y="7290"/></a:lnTo></a:path><a:path w="8787765" h="882015"><a:moveTo><a:pt x="2071908" y="12409"/></a:moveTo><a:lnTo><a:pt x="2070753" y="10858"/></a:lnTo></a:path><a:path w="8787765" h="882015"><a:moveTo><a:pt x="2084318" y="7290"/></a:moveTo><a:lnTo><a:pt x="2077051" y="14504"/></a:lnTo><a:lnTo><a:pt x="2075166" y="14271"/></a:lnTo><a:lnTo><a:pt x="2073413" y="13573"/></a:lnTo><a:lnTo><a:pt x="2071908" y="12409"/></a:lnTo></a:path><a:path w="8787765" h="882015"><a:moveTo><a:pt x="2070753" y="10858"/></a:moveTo><a:lnTo><a:pt x="2070024" y="9152"/></a:lnTo><a:lnTo><a:pt x="2069775" y="7290"/></a:lnTo><a:lnTo><a:pt x="2070024" y="5351"/></a:lnTo><a:lnTo><a:pt x="2077051" y="0"/></a:lnTo><a:lnTo><a:pt x="2078928" y="232"/></a:lnTo><a:lnTo><a:pt x="2080681" y="930"/></a:lnTo><a:lnTo><a:pt x="2082193" y="2094"/></a:lnTo><a:lnTo><a:pt x="2083349" y="3645"/></a:lnTo><a:lnTo><a:pt x="2084070" y="5351"/></a:lnTo><a:lnTo><a:pt x="2084318" y="7290"/></a:lnTo></a:path><a:path w="8787765" h="882015"><a:moveTo><a:pt x="2490744" y="12409"/></a:moveTo><a:lnTo><a:pt x="2489588" y="10858"/></a:lnTo></a:path><a:path w="8787765" h="882015"><a:moveTo><a:pt x="2503154" y="7290"/></a:moveTo><a:lnTo><a:pt x="2495886" y="14504"/></a:lnTo><a:lnTo><a:pt x="2494001" y="14271"/></a:lnTo><a:lnTo><a:pt x="2492249" y="13573"/></a:lnTo><a:lnTo><a:pt x="2490744" y="12409"/></a:lnTo></a:path><a:path w="8787765" h="882015"><a:moveTo><a:pt x="2489588" y="10858"/></a:moveTo><a:lnTo><a:pt x="2488859" y="9152"/></a:lnTo><a:lnTo><a:pt x="2488611" y="7290"/></a:lnTo><a:lnTo><a:pt x="2488859" y="5351"/></a:lnTo><a:lnTo><a:pt x="2495886" y="0"/></a:lnTo><a:lnTo><a:pt x="2497763" y="232"/></a:lnTo><a:lnTo><a:pt x="2499516" y="930"/></a:lnTo><a:lnTo><a:pt x="2501029" y="2094"/></a:lnTo><a:lnTo><a:pt x="2502184" y="3645"/></a:lnTo><a:lnTo><a:pt x="2502906" y="5351"/></a:lnTo><a:lnTo><a:pt x="2503154" y="7290"/></a:lnTo></a:path><a:path w="8787765" h="882015"><a:moveTo><a:pt x="2909579" y="12409"/></a:moveTo><a:lnTo><a:pt x="2908424" y="10858"/></a:lnTo></a:path><a:path w="8787765" h="882015"><a:moveTo><a:pt x="2921989" y="7290"/></a:moveTo><a:lnTo><a:pt x="2914722" y="14504"/></a:lnTo><a:lnTo><a:pt x="2912837" y="14271"/></a:lnTo><a:lnTo><a:pt x="2911084" y="13573"/></a:lnTo><a:lnTo><a:pt x="2909579" y="12409"/></a:lnTo></a:path><a:path w="8787765" h="882015"><a:moveTo><a:pt x="2908424" y="10858"/></a:moveTo><a:lnTo><a:pt x="2907694" y="9152"/></a:lnTo><a:lnTo><a:pt x="2907446" y="7290"/></a:lnTo><a:lnTo><a:pt x="2907694" y="5351"/></a:lnTo><a:lnTo><a:pt x="2914722" y="0"/></a:lnTo><a:lnTo><a:pt x="2916599" y="232"/></a:lnTo><a:lnTo><a:pt x="2918351" y="930"/></a:lnTo><a:lnTo><a:pt x="2919864" y="2094"/></a:lnTo><a:lnTo><a:pt x="2921020" y="3645"/></a:lnTo><a:lnTo><a:pt x="2921741" y="5351"/></a:lnTo><a:lnTo><a:pt x="2921989" y="7290"/></a:lnTo></a:path><a:path w="8787765" h="882015"><a:moveTo><a:pt x="3328415" y="12409"/></a:moveTo><a:lnTo><a:pt x="3327259" y="10858"/></a:lnTo></a:path><a:path w="8787765" h="882015"><a:moveTo><a:pt x="3340825" y="7290"/></a:moveTo><a:lnTo><a:pt x="3333557" y="14504"/></a:lnTo><a:lnTo><a:pt x="3331672" y="14271"/></a:lnTo><a:lnTo><a:pt x="3329919" y="13573"/></a:lnTo><a:lnTo><a:pt x="3328415" y="12409"/></a:lnTo></a:path><a:path w="8787765" h="882015"><a:moveTo><a:pt x="3327259" y="10858"/></a:moveTo><a:lnTo><a:pt x="3326530" y="9152"/></a:lnTo><a:lnTo><a:pt x="3326282" y="7290"/></a:lnTo><a:lnTo><a:pt x="3326530" y="5351"/></a:lnTo><a:lnTo><a:pt x="3333557" y="0"/></a:lnTo><a:lnTo><a:pt x="3335434" y="232"/></a:lnTo><a:lnTo><a:pt x="3337187" y="930"/></a:lnTo><a:lnTo><a:pt x="3338699" y="2094"/></a:lnTo><a:lnTo><a:pt x="3339855" y="3645"/></a:lnTo><a:lnTo><a:pt x="3340576" y="5351"/></a:lnTo><a:lnTo><a:pt x="3340825" y="7290"/></a:lnTo></a:path><a:path w="8787765" h="882015"><a:moveTo><a:pt x="3747250" y="12409"/></a:moveTo><a:lnTo><a:pt x="3746094" y="10858"/></a:lnTo></a:path><a:path w="8787765" h="882015"><a:moveTo><a:pt x="3759660" y="7290"/></a:moveTo><a:lnTo><a:pt x="3752392" y="14504"/></a:lnTo><a:lnTo><a:pt x="3750508" y="14271"/></a:lnTo><a:lnTo><a:pt x="3748755" y="13573"/></a:lnTo><a:lnTo><a:pt x="3747250" y="12409"/></a:lnTo></a:path><a:path w="8787765" h="882015"><a:moveTo><a:pt x="3746094" y="10858"/></a:moveTo><a:lnTo><a:pt x="3745365" y="9152"/></a:lnTo><a:lnTo><a:pt x="3745117" y="7290"/></a:lnTo><a:lnTo><a:pt x="3745365" y="5351"/></a:lnTo><a:lnTo><a:pt x="3752392" y="0"/></a:lnTo><a:lnTo><a:pt x="3754269" y="232"/></a:lnTo><a:lnTo><a:pt x="3756022" y="930"/></a:lnTo><a:lnTo><a:pt x="3757535" y="2094"/></a:lnTo><a:lnTo><a:pt x="3758690" y="3645"/></a:lnTo><a:lnTo><a:pt x="3759412" y="5351"/></a:lnTo><a:lnTo><a:pt x="3759660" y="7290"/></a:lnTo></a:path><a:path w="8787765" h="882015"><a:moveTo><a:pt x="4166085" y="12409"/></a:moveTo><a:lnTo><a:pt x="4164930" y="10858"/></a:lnTo></a:path><a:path w="8787765" h="882015"><a:moveTo><a:pt x="4178495" y="7290"/></a:moveTo><a:lnTo><a:pt x="4171228" y="14504"/></a:lnTo><a:lnTo><a:pt x="4169343" y="14271"/></a:lnTo><a:lnTo><a:pt x="4167590" y="13573"/></a:lnTo><a:lnTo><a:pt x="4166085" y="12409"/></a:lnTo></a:path><a:path w="8787765" h="882015"><a:moveTo><a:pt x="4164930" y="10858"/></a:moveTo><a:lnTo><a:pt x="4164201" y="9152"/></a:lnTo><a:lnTo><a:pt x="4163952" y="7290"/></a:lnTo><a:lnTo><a:pt x="4164201" y="5351"/></a:lnTo><a:lnTo><a:pt x="4171228" y="0"/></a:lnTo><a:lnTo><a:pt x="4173105" y="232"/></a:lnTo><a:lnTo><a:pt x="4174858" y="930"/></a:lnTo><a:lnTo><a:pt x="4176370" y="2094"/></a:lnTo><a:lnTo><a:pt x="4177526" y="3645"/></a:lnTo><a:lnTo><a:pt x="4178247" y="5351"/></a:lnTo><a:lnTo><a:pt x="4178495" y="7290"/></a:lnTo></a:path><a:path w="8787765" h="882015"><a:moveTo><a:pt x="4584921" y="12409"/></a:moveTo><a:lnTo><a:pt x="4583765" y="10858"/></a:lnTo></a:path><a:path w="8787765" h="882015"><a:moveTo><a:pt x="4597331" y="7290"/></a:moveTo><a:lnTo><a:pt x="4590063" y="14504"/></a:lnTo><a:lnTo><a:pt x="4588178" y="14271"/></a:lnTo><a:lnTo><a:pt x="4586426" y="13573"/></a:lnTo><a:lnTo><a:pt x="4584921" y="12409"/></a:lnTo></a:path><a:path w="8787765" h="882015"><a:moveTo><a:pt x="4583765" y="10858"/></a:moveTo><a:lnTo><a:pt x="4583036" y="9152"/></a:lnTo><a:lnTo><a:pt x="4582788" y="7290"/></a:lnTo><a:lnTo><a:pt x="4583036" y="5351"/></a:lnTo><a:lnTo><a:pt x="4590063" y="0"/></a:lnTo><a:lnTo><a:pt x="4591940" y="232"/></a:lnTo><a:lnTo><a:pt x="4593693" y="930"/></a:lnTo><a:lnTo><a:pt x="4595206" y="2094"/></a:lnTo><a:lnTo><a:pt x="4596361" y="3645"/></a:lnTo><a:lnTo><a:pt x="4597083" y="5351"/></a:lnTo><a:lnTo><a:pt x="4597331" y="7290"/></a:lnTo></a:path><a:path w="8787765" h="882015"><a:moveTo><a:pt x="5003756" y="12409"/></a:moveTo><a:lnTo><a:pt x="5002601" y="10858"/></a:lnTo></a:path><a:path w="8787765" h="882015"><a:moveTo><a:pt x="5016166" y="7290"/></a:moveTo><a:lnTo><a:pt x="5008899" y="14504"/></a:lnTo><a:lnTo><a:pt x="5007014" y="14271"/></a:lnTo><a:lnTo><a:pt x="5005261" y="13573"/></a:lnTo><a:lnTo><a:pt x="5003756" y="12409"/></a:lnTo></a:path><a:path w="8787765" h="882015"><a:moveTo><a:pt x="5002601" y="10858"/></a:moveTo><a:lnTo><a:pt x="5001871" y="9152"/></a:lnTo><a:lnTo><a:pt x="5001623" y="7290"/></a:lnTo><a:lnTo><a:pt x="5001871" y="5351"/></a:lnTo><a:lnTo><a:pt x="5008899" y="0"/></a:lnTo><a:lnTo><a:pt x="5010776" y="232"/></a:lnTo><a:lnTo><a:pt x="5012528" y="930"/></a:lnTo><a:lnTo><a:pt x="5014041" y="2094"/></a:lnTo><a:lnTo><a:pt x="5015197" y="3645"/></a:lnTo><a:lnTo><a:pt x="5015918" y="5351"/></a:lnTo><a:lnTo><a:pt x="5016166" y="7290"/></a:lnTo></a:path><a:path w="8787765" h="882015"><a:moveTo><a:pt x="5422592" y="12409"/></a:moveTo><a:lnTo><a:pt x="5421436" y="10858"/></a:lnTo></a:path><a:path w="8787765" h="882015"><a:moveTo><a:pt x="5435002" y="7290"/></a:moveTo><a:lnTo><a:pt x="5427734" y="14504"/></a:lnTo><a:lnTo><a:pt x="5425849" y="14271"/></a:lnTo><a:lnTo><a:pt x="5424096" y="13573"/></a:lnTo><a:lnTo><a:pt x="5422592" y="12409"/></a:lnTo></a:path><a:path w="8787765" h="882015"><a:moveTo><a:pt x="5421436" y="10858"/></a:moveTo><a:lnTo><a:pt x="5420707" y="9152"/></a:lnTo><a:lnTo><a:pt x="5420459" y="7290"/></a:lnTo><a:lnTo><a:pt x="5420707" y="5351"/></a:lnTo><a:lnTo><a:pt x="5427734" y="0"/></a:lnTo><a:lnTo><a:pt x="5429611" y="232"/></a:lnTo><a:lnTo><a:pt x="5431364" y="930"/></a:lnTo><a:lnTo><a:pt x="5432876" y="2094"/></a:lnTo><a:lnTo><a:pt x="5434032" y="3645"/></a:lnTo><a:lnTo><a:pt x="5434753" y="5351"/></a:lnTo><a:lnTo><a:pt x="5435002" y="7290"/></a:lnTo></a:path><a:path w="8787765" h="882015"><a:moveTo><a:pt x="5841396" y="12409"/></a:moveTo><a:lnTo><a:pt x="5840233" y="10858"/></a:lnTo></a:path><a:path w="8787765" h="882015"><a:moveTo><a:pt x="5853806" y="7290"/></a:moveTo><a:lnTo><a:pt x="5846593" y="14504"/></a:lnTo><a:lnTo><a:pt x="5844654" y="14271"/></a:lnTo><a:lnTo><a:pt x="5842947" y="13573"/></a:lnTo><a:lnTo><a:pt x="5841396" y="12409"/></a:lnTo></a:path><a:path w="8787765" h="882015"><a:moveTo><a:pt x="5840233" y="10858"/></a:moveTo><a:lnTo><a:pt x="5839534" y="9152"/></a:lnTo><a:lnTo><a:pt x="5839302" y="7290"/></a:lnTo><a:lnTo><a:pt x="5839534" y="5351"/></a:lnTo><a:lnTo><a:pt x="5846593" y="0"/></a:lnTo><a:lnTo><a:pt x="5848454" y="232"/></a:lnTo><a:lnTo><a:pt x="5850238" y="930"/></a:lnTo><a:lnTo><a:pt x="5851712" y="2094"/></a:lnTo><a:lnTo><a:pt x="5852875" y="3645"/></a:lnTo><a:lnTo><a:pt x="5853573" y="5351"/></a:lnTo><a:lnTo><a:pt x="5853806" y="7290"/></a:lnTo></a:path><a:path w="8787765" h="882015"><a:moveTo><a:pt x="6260231" y="12409"/></a:moveTo><a:lnTo><a:pt x="6259068" y="10858"/></a:lnTo></a:path><a:path w="8787765" h="882015"><a:moveTo><a:pt x="6272641" y="7290"/></a:moveTo><a:lnTo><a:pt x="6265428" y="14504"/></a:lnTo><a:lnTo><a:pt x="6263489" y="14271"/></a:lnTo><a:lnTo><a:pt x="6261783" y="13573"/></a:lnTo><a:lnTo><a:pt x="6260231" y="12409"/></a:lnTo></a:path><a:path w="8787765" h="882015"><a:moveTo><a:pt x="6259068" y="10858"/></a:moveTo><a:lnTo><a:pt x="6258370" y="9152"/></a:lnTo><a:lnTo><a:pt x="6258137" y="7290"/></a:lnTo><a:lnTo><a:pt x="6258370" y="5351"/></a:lnTo><a:lnTo><a:pt x="6265428" y="0"/></a:lnTo><a:lnTo><a:pt x="6267290" y="232"/></a:lnTo><a:lnTo><a:pt x="6269073" y="930"/></a:lnTo><a:lnTo><a:pt x="6270547" y="2094"/></a:lnTo><a:lnTo><a:pt x="6271711" y="3645"/></a:lnTo><a:lnTo><a:pt x="6272409" y="5351"/></a:lnTo><a:lnTo><a:pt x="6272641" y="7290"/></a:lnTo></a:path><a:path w="8787765" h="882015"><a:moveTo><a:pt x="6679067" y="12409"/></a:moveTo><a:lnTo><a:pt x="6677903" y="10858"/></a:lnTo></a:path><a:path w="8787765" h="882015"><a:moveTo><a:pt x="6691477" y="7290"/></a:moveTo><a:lnTo><a:pt x="6684263" y="14504"/></a:lnTo><a:lnTo><a:pt x="6682324" y="14271"/></a:lnTo><a:lnTo><a:pt x="6680618" y="13573"/></a:lnTo><a:lnTo><a:pt x="6679067" y="12409"/></a:lnTo></a:path><a:path w="8787765" h="882015"><a:moveTo><a:pt x="6677903" y="10858"/></a:moveTo><a:lnTo><a:pt x="6677205" y="9152"/></a:lnTo><a:lnTo><a:pt x="6676973" y="7290"/></a:lnTo><a:lnTo><a:pt x="6677205" y="5351"/></a:lnTo><a:lnTo><a:pt x="6684263" y="0"/></a:lnTo><a:lnTo><a:pt x="6686125" y="232"/></a:lnTo><a:lnTo><a:pt x="6687909" y="930"/></a:lnTo><a:lnTo><a:pt x="6689383" y="2094"/></a:lnTo><a:lnTo><a:pt x="6690546" y="3645"/></a:lnTo><a:lnTo><a:pt x="6691244" y="5351"/></a:lnTo><a:lnTo><a:pt x="6691477" y="7290"/></a:lnTo></a:path><a:path w="8787765" h="882015"><a:moveTo><a:pt x="7097902" y="12409"/></a:moveTo><a:lnTo><a:pt x="7096739" y="10858"/></a:lnTo></a:path><a:path w="8787765" h="882015"><a:moveTo><a:pt x="7110312" y="7290"/></a:moveTo><a:lnTo><a:pt x="7103099" y="14504"/></a:lnTo><a:lnTo><a:pt x="7101160" y="14271"/></a:lnTo><a:lnTo><a:pt x="7099453" y="13573"/></a:lnTo><a:lnTo><a:pt x="7097902" y="12409"/></a:lnTo></a:path><a:path w="8787765" h="882015"><a:moveTo><a:pt x="7096739" y="10858"/></a:moveTo><a:lnTo><a:pt x="7096041" y="9152"/></a:lnTo><a:lnTo><a:pt x="7095808" y="7290"/></a:lnTo><a:lnTo><a:pt x="7096041" y="5351"/></a:lnTo><a:lnTo><a:pt x="7103099" y="0"/></a:lnTo><a:lnTo><a:pt x="7104960" y="232"/></a:lnTo><a:lnTo><a:pt x="7106744" y="930"/></a:lnTo><a:lnTo><a:pt x="7108218" y="2094"/></a:lnTo><a:lnTo><a:pt x="7109381" y="3645"/></a:lnTo><a:lnTo><a:pt x="7110079" y="5351"/></a:lnTo><a:lnTo><a:pt x="7110312" y="7290"/></a:lnTo></a:path><a:path w="8787765" h="882015"><a:moveTo><a:pt x="7516738" y="12409"/></a:moveTo><a:lnTo><a:pt x="7515574" y="10858"/></a:lnTo></a:path><a:path w="8787765" h="882015"><a:moveTo><a:pt x="7529148" y="7290"/></a:moveTo><a:lnTo><a:pt x="7521934" y="14504"/></a:lnTo><a:lnTo><a:pt x="7519995" y="14271"/></a:lnTo><a:lnTo><a:pt x="7518289" y="13573"/></a:lnTo><a:lnTo><a:pt x="7516738" y="12409"/></a:lnTo></a:path><a:path w="8787765" h="882015"><a:moveTo><a:pt x="7515574" y="10858"/></a:moveTo><a:lnTo><a:pt x="7514876" y="9152"/></a:lnTo><a:lnTo><a:pt x="7514643" y="7290"/></a:lnTo><a:lnTo><a:pt x="7514876" y="5351"/></a:lnTo><a:lnTo><a:pt x="7521934" y="0"/></a:lnTo><a:lnTo><a:pt x="7523796" y="232"/></a:lnTo><a:lnTo><a:pt x="7525580" y="930"/></a:lnTo><a:lnTo><a:pt x="7527053" y="2094"/></a:lnTo><a:lnTo><a:pt x="7528217" y="3645"/></a:lnTo><a:lnTo><a:pt x="7528915" y="5351"/></a:lnTo><a:lnTo><a:pt x="7529148" y="7290"/></a:lnTo></a:path><a:path w="8787765" h="882015"><a:moveTo><a:pt x="7935573" y="12409"/></a:moveTo><a:lnTo><a:pt x="7934410" y="10858"/></a:lnTo></a:path><a:path w="8787765" h="882015"><a:moveTo><a:pt x="7947983" y="7290"/></a:moveTo><a:lnTo><a:pt x="7940770" y="14504"/></a:lnTo><a:lnTo><a:pt x="7938831" y="14271"/></a:lnTo><a:lnTo><a:pt x="7937124" y="13573"/></a:lnTo><a:lnTo><a:pt x="7935573" y="12409"/></a:lnTo></a:path><a:path w="8787765" h="882015"><a:moveTo><a:pt x="7934410" y="10858"/></a:moveTo><a:lnTo><a:pt x="7933711" y="9152"/></a:lnTo><a:lnTo><a:pt x="7933479" y="7290"/></a:lnTo><a:lnTo><a:pt x="7933711" y="5351"/></a:lnTo><a:lnTo><a:pt x="7940770" y="0"/></a:lnTo><a:lnTo><a:pt x="7942631" y="232"/></a:lnTo><a:lnTo><a:pt x="7944415" y="930"/></a:lnTo><a:lnTo><a:pt x="7945889" y="2094"/></a:lnTo><a:lnTo><a:pt x="7947052" y="3645"/></a:lnTo><a:lnTo><a:pt x="7947750" y="5351"/></a:lnTo><a:lnTo><a:pt x="7947983" y="7290"/></a:lnTo></a:path><a:path w="8787765" h="882015"><a:moveTo><a:pt x="813517" y="165750"/></a:moveTo><a:lnTo><a:pt x="820545" y="165750"/></a:lnTo></a:path><a:path w="8787765" h="882015"><a:moveTo><a:pt x="7962565" y="196930"/></a:moveTo><a:lnTo><a:pt x="7962565" y="247190"/></a:lnTo><a:lnTo><a:pt x="7962565" y="797028"/></a:lnTo></a:path><a:path w="8787765" h="882015"><a:moveTo><a:pt x="7947518" y="796562"/></a:moveTo><a:lnTo><a:pt x="7940770" y="796562"/></a:lnTo><a:lnTo><a:pt x="7908736" y="796562"/></a:lnTo></a:path><a:path w="8787765" h="882015"><a:moveTo><a:pt x="7947983" y="789272"/></a:moveTo><a:lnTo><a:pt x="7947983" y="796097"/></a:lnTo></a:path><a:path w="8787765" h="882015"><a:moveTo><a:pt x="798975" y="196930"/></a:moveTo><a:lnTo><a:pt x="798975" y="247190"/></a:lnTo><a:lnTo><a:pt x="798975" y="797028"/></a:lnTo></a:path><a:path w="8787765" h="882015"><a:moveTo><a:pt x="813998" y="796562"/></a:moveTo><a:lnTo><a:pt x="820545" y="796562"/></a:lnTo><a:lnTo><a:pt x="852787" y="796562"/></a:lnTo></a:path><a:path w="8787765" h="882015"><a:moveTo><a:pt x="813517" y="14504"/></a:moveTo><a:lnTo><a:pt x="820545" y="14504"/></a:lnTo></a:path><a:path w="8787765" h="882015"><a:moveTo><a:pt x="820545" y="165750"/></a:moveTo><a:lnTo><a:pt x="1239380" y="165750"/></a:lnTo></a:path><a:path w="8787765" h="882015"><a:moveTo><a:pt x="7947983" y="579854"/></a:moveTo><a:lnTo><a:pt x="7947983" y="789272"/></a:lnTo></a:path><a:path w="8787765" h="882015"><a:moveTo><a:pt x="813517" y="197860"/></a:moveTo><a:lnTo><a:pt x="813517" y="247190"/></a:lnTo></a:path><a:path w="8787765" h="882015"><a:moveTo><a:pt x="813517" y="787410"/></a:moveTo><a:lnTo><a:pt x="813517" y="791211"/></a:lnTo><a:lnTo><a:pt x="813517" y="796097"/></a:lnTo></a:path><a:path w="8787765" h="882015"><a:moveTo><a:pt x="820545" y="14504"/></a:moveTo><a:lnTo><a:pt x="1239380" y="14504"/></a:lnTo></a:path><a:path w="8787765" h="882015"><a:moveTo><a:pt x="1239380" y="165750"/></a:moveTo><a:lnTo><a:pt x="1658215" y="165750"/></a:lnTo></a:path><a:path w="8787765" h="882015"><a:moveTo><a:pt x="7947983" y="370436"/></a:moveTo><a:lnTo><a:pt x="7947983" y="579854"/></a:lnTo></a:path><a:path w="8787765" h="882015"><a:moveTo><a:pt x="1239380" y="14504"/></a:moveTo><a:lnTo><a:pt x="1658215" y="14504"/></a:lnTo></a:path><a:path w="8787765" h="882015"><a:moveTo><a:pt x="1658215" y="165750"/></a:moveTo><a:lnTo><a:pt x="2077051" y="165750"/></a:lnTo></a:path><a:path w="8787765" h="882015"><a:moveTo><a:pt x="7947983" y="197860"/></a:moveTo><a:lnTo><a:pt x="7947983" y="247190"/></a:lnTo><a:lnTo><a:pt x="7947983" y="370436"/></a:lnTo></a:path><a:path w="8787765" h="882015"><a:moveTo><a:pt x="813517" y="372375"/></a:moveTo><a:lnTo><a:pt x="813517" y="577992"/></a:lnTo><a:lnTo><a:pt x="813517" y="581793"/></a:lnTo><a:lnTo><a:pt x="813517" y="787410"/></a:lnTo></a:path><a:path w="8787765" h="882015"><a:moveTo><a:pt x="1658215" y="14504"/></a:moveTo><a:lnTo><a:pt x="2077051" y="14504"/></a:lnTo></a:path><a:path w="8787765" h="882015"><a:moveTo><a:pt x="2077051" y="165750"/></a:moveTo><a:lnTo><a:pt x="2495886" y="165750"/></a:lnTo></a:path><a:path w="8787765" h="882015"><a:moveTo><a:pt x="813517" y="247190"/></a:moveTo><a:lnTo><a:pt x="813517" y="368575"/></a:lnTo><a:lnTo><a:pt x="813517" y="372375"/></a:lnTo></a:path><a:path w="8787765" h="882015"><a:moveTo><a:pt x="2077051" y="14504"/></a:moveTo><a:lnTo><a:pt x="2495886" y="14504"/></a:lnTo></a:path><a:path w="8787765" h="882015"><a:moveTo><a:pt x="2495886" y="165750"/></a:moveTo><a:lnTo><a:pt x="2914722" y="165750"/></a:lnTo></a:path><a:path w="8787765" h="882015"><a:moveTo><a:pt x="2495886" y="14504"/></a:moveTo><a:lnTo><a:pt x="2914722" y="14504"/></a:lnTo></a:path><a:path w="8787765" h="882015"><a:moveTo><a:pt x="2914722" y="165750"/></a:moveTo><a:lnTo><a:pt x="3333557" y="165750"/></a:lnTo></a:path><a:path w="8787765" h="882015"><a:moveTo><a:pt x="2914722" y="14504"/></a:moveTo><a:lnTo><a:pt x="3333557" y="14504"/></a:lnTo></a:path><a:path w="8787765" h="882015"><a:moveTo><a:pt x="3333557" y="165750"/></a:moveTo><a:lnTo><a:pt x="3752392" y="165750"/></a:lnTo></a:path><a:path w="8787765" h="882015"><a:moveTo><a:pt x="3333557" y="14504"/></a:moveTo><a:lnTo><a:pt x="3752392" y="14504"/></a:lnTo></a:path><a:path w="8787765" h="882015"><a:moveTo><a:pt x="3752392" y="165750"/></a:moveTo><a:lnTo><a:pt x="4171228" y="165750"/></a:lnTo></a:path><a:path w="8787765" h="882015"><a:moveTo><a:pt x="3752392" y="14504"/></a:moveTo><a:lnTo><a:pt x="4171228" y="14504"/></a:lnTo></a:path><a:path w="8787765" h="882015"><a:moveTo><a:pt x="4171228" y="165750"/></a:moveTo><a:lnTo><a:pt x="4590063" y="165750"/></a:lnTo></a:path><a:path w="8787765" h="882015"><a:moveTo><a:pt x="4171228" y="14504"/></a:moveTo><a:lnTo><a:pt x="4590063" y="14504"/></a:lnTo></a:path><a:path w="8787765" h="882015"><a:moveTo><a:pt x="4590063" y="165750"/></a:moveTo><a:lnTo><a:pt x="5008899" y="165750"/></a:lnTo></a:path><a:path w="8787765" h="882015"><a:moveTo><a:pt x="4590063" y="14504"/></a:moveTo><a:lnTo><a:pt x="5008899" y="14504"/></a:lnTo></a:path><a:path w="8787765" h="882015"><a:moveTo><a:pt x="5008899" y="165750"/></a:moveTo><a:lnTo><a:pt x="5427734" y="165750"/></a:lnTo></a:path><a:path w="8787765" h="882015"><a:moveTo><a:pt x="5008899" y="14504"/></a:moveTo><a:lnTo><a:pt x="5427734" y="14504"/></a:lnTo></a:path><a:path w="8787765" h="882015"><a:moveTo><a:pt x="5427734" y="165750"/></a:moveTo><a:lnTo><a:pt x="5846593" y="165750"/></a:lnTo></a:path><a:path w="8787765" h="882015"><a:moveTo><a:pt x="5427734" y="14504"/></a:moveTo><a:lnTo><a:pt x="5846593" y="14504"/></a:lnTo></a:path><a:path w="8787765" h="882015"><a:moveTo><a:pt x="5846593" y="165750"/></a:moveTo><a:lnTo><a:pt x="6265428" y="165750"/></a:lnTo></a:path><a:path w="8787765" h="882015"><a:moveTo><a:pt x="5846593" y="14504"/></a:moveTo><a:lnTo><a:pt x="6265428" y="14504"/></a:lnTo></a:path><a:path w="8787765" h="882015"><a:moveTo><a:pt x="6265428" y="165750"/></a:moveTo><a:lnTo><a:pt x="6684263" y="165750"/></a:lnTo></a:path><a:path w="8787765" h="882015"><a:moveTo><a:pt x="6265428" y="14504"/></a:moveTo><a:lnTo><a:pt x="6684263" y="14504"/></a:lnTo></a:path><a:path w="8787765" h="882015"><a:moveTo><a:pt x="6684263" y="165750"/></a:moveTo><a:lnTo><a:pt x="7103099" y="165750"/></a:lnTo></a:path><a:path w="8787765" h="882015"><a:moveTo><a:pt x="6684263" y="14504"/></a:moveTo><a:lnTo><a:pt x="7103099" y="14504"/></a:lnTo></a:path><a:path w="8787765" h="882015"><a:moveTo><a:pt x="7103099" y="165750"/></a:moveTo><a:lnTo><a:pt x="7521934" y="165750"/></a:lnTo></a:path><a:path w="8787765" h="882015"><a:moveTo><a:pt x="7103099" y="14504"/></a:moveTo><a:lnTo><a:pt x="7521934" y="14504"/></a:lnTo></a:path><a:path w="8787765" h="882015"><a:moveTo><a:pt x="7521934" y="165750"/></a:moveTo><a:lnTo><a:pt x="7940770" y="165750"/></a:lnTo><a:lnTo><a:pt x="7947983" y="165750"/></a:lnTo></a:path><a:path w="8787765" h="882015"><a:moveTo><a:pt x="7521934" y="14504"/></a:moveTo><a:lnTo><a:pt x="7940770" y="14504"/></a:lnTo><a:lnTo><a:pt x="7947983" y="14504"/></a:lnTo></a:path><a:path w="8787765" h="882015"><a:moveTo><a:pt x="680933" y="613981"/></a:moveTo><a:lnTo><a:pt x="680933" y="881570"/></a:lnTo></a:path><a:path w="8787765" h="882015"><a:moveTo><a:pt x="8787283" y="66780"/></a:moveTo><a:lnTo><a:pt x="8080381" y="114559"/></a:lnTo></a:path><a:path w="8787765" h="882015"><a:moveTo><a:pt x="680933" y="613981"/></a:moveTo><a:lnTo><a:pt x="0" y="659976"/></a:lnTo></a:path></a:pathLst></a:custGeom><a:ln w="3878"><a:solidFill><a:srgbClr val="000000"/></a:solidFill></a:ln></p:spPr><p:txBody><a:bodyPr wrap="square" lIns="0" tIns="0" rIns="0" bIns="0" rtlCol="0"/><a:lstStyle/><a:p/></p:txBody></p:sp></p:grpSp><p:sp><p:nvSpPr><p:cNvPr id="35" name="object 35"/><p:cNvSpPr txBox="1"/><p:nvPr/></p:nvSpPr><p:spPr><a:xfrm><a:off x="5101156" y="5968913"/><a:ext cx="154686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BESS</a:t></a:r><a:r><a:rPr dirty="0" sz="950" spc="40"><a:latin typeface="Calibri"/><a:cs typeface="Calibri"/></a:rPr><a:t> </a:t></a:r><a:r><a:rPr dirty="0" sz="950"><a:latin typeface="Calibri"/><a:cs typeface="Calibri"/></a:rPr><a:t>PAD</a:t></a:r><a:r><a:rPr dirty="0" sz="950" spc="45"><a:latin typeface="Calibri"/><a:cs typeface="Calibri"/></a:rPr><a:t> </a:t></a:r><a:r><a:rPr dirty="0" sz="950"><a:latin typeface="Calibri"/><a:cs typeface="Calibri"/></a:rPr><a:t>DETAILS</a:t></a:r><a:r><a:rPr dirty="0" sz="950" spc="40"><a:latin typeface="Calibri"/><a:cs typeface="Calibri"/></a:rPr><a:t> </a:t></a:r><a:r><a:rPr dirty="0" sz="950"><a:latin typeface="Calibri"/><a:cs typeface="Calibri"/></a:rPr><a:t>-</a:t></a:r><a:r><a:rPr dirty="0" sz="950" spc="45"><a:latin typeface="Calibri"/><a:cs typeface="Calibri"/></a:rPr><a:t> </a:t></a:r><a:r><a:rPr dirty="0" sz="950"><a:latin typeface="Calibri"/><a:cs typeface="Calibri"/></a:rPr><a:t>TOP</a:t></a:r><a:r><a:rPr dirty="0" sz="950" spc="40"><a:latin typeface="Calibri"/><a:cs typeface="Calibri"/></a:rPr><a:t> </a:t></a:r><a:r><a:rPr dirty="0" sz="950" spc="-20"><a:latin typeface="Calibri"/><a:cs typeface="Calibri"/></a:rPr><a:t>VIEW</a:t></a:r><a:endParaRPr sz="950"><a:latin typeface="Calibri"/><a:cs typeface="Calibri"/></a:endParaRPr></a:p></p:txBody></p:sp><p:sp><p:nvSpPr><p:cNvPr id="36" name="object 36"/><p:cNvSpPr txBox="1"/><p:nvPr/></p:nvSpPr><p:spPr><a:xfrm><a:off x="4792203" y="6007594"/><a:ext cx="8890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50"><a:latin typeface="Calibri"/><a:cs typeface="Calibri"/></a:rPr><a:t>1</a:t></a:r><a:endParaRPr sz="950"><a:latin typeface="Calibri"/><a:cs typeface="Calibri"/></a:endParaRPr></a:p></p:txBody></p:sp><p:sp><p:nvSpPr><p:cNvPr id="37" name="object 37"/><p:cNvSpPr txBox="1"/><p:nvPr/></p:nvSpPr><p:spPr><a:xfrm><a:off x="4716579" y="6158839"/><a:ext cx="240029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0"><a:latin typeface="Calibri"/><a:cs typeface="Calibri"/></a:rPr><a:t>S1.1</a:t></a:r><a:endParaRPr sz="950"><a:latin typeface="Calibri"/><a:cs typeface="Calibri"/></a:endParaRPr></a:p></p:txBody></p:sp><p:grpSp><p:nvGrpSpPr><p:cNvPr id="38" name="object 38"/><p:cNvGrpSpPr/><p:nvPr/></p:nvGrpSpPr><p:grpSpPr><a:xfrm><a:off x="4609280" y="5953183"/><a:ext cx="3293745" cy="449580"/><a:chOff x="4609280" y="5953183"/><a:chExt cx="3293745" cy="449580"/></a:xfrm></p:grpSpPr><p:sp><p:nvSpPr><p:cNvPr id="39" name="object 39"/><p:cNvSpPr/><p:nvPr/></p:nvSpPr><p:spPr><a:xfrm><a:off x="4617218" y="6177736"/><a:ext cx="3281679" cy="0"/></a:xfrm><a:custGeom><a:avLst/><a:gdLst/><a:ahLst/><a:cxnLst/><a:rect l="l" t="t" r="r" b="b"/><a:pathLst><a:path w="3281679" h="0"><a:moveTo><a:pt x="0" y="0"/></a:moveTo><a:lnTo><a:pt x="3281396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40" name="object 40"/><p:cNvSpPr/><p:nvPr/></p:nvSpPr><p:spPr><a:xfrm><a:off x="4617218" y="5961121"/><a:ext cx="433705" cy="433705"/></a:xfrm><a:custGeom><a:avLst/><a:gdLst/><a:ahLst/><a:cxnLst/><a:rect l="l" t="t" r="r" b="b"/><a:pathLst><a:path w="433704" h="433704"><a:moveTo><a:pt x="0" y="216623"/></a:moveTo><a:lnTo><a:pt x="5721" y="166952"/></a:lnTo><a:lnTo><a:pt x="22018" y="121357"/></a:lnTo><a:lnTo><a:pt x="47591" y="81135"/></a:lnTo><a:lnTo><a:pt x="81138" y="47589"/></a:lnTo><a:lnTo><a:pt x="121360" y="22017"/></a:lnTo><a:lnTo><a:pt x="166955" y="5721"/></a:lnTo><a:lnTo><a:pt x="216623" y="0"/></a:lnTo><a:lnTo><a:pt x="266293" y="5721"/></a:lnTo><a:lnTo><a:pt x="311889" y="22017"/></a:lnTo><a:lnTo><a:pt x="352110" y="47589"/></a:lnTo><a:lnTo><a:pt x="385657" y="81135"/></a:lnTo><a:lnTo><a:pt x="411228" y="121357"/></a:lnTo><a:lnTo><a:pt x="427525" y="166952"/></a:lnTo><a:lnTo><a:pt x="433246" y="216623"/></a:lnTo><a:lnTo><a:pt x="427525" y="266293"/></a:lnTo><a:lnTo><a:pt x="411228" y="311889"/></a:lnTo><a:lnTo><a:pt x="385657" y="352110"/></a:lnTo><a:lnTo><a:pt x="352110" y="385657"/></a:lnTo><a:lnTo><a:pt x="311889" y="411228"/></a:lnTo><a:lnTo><a:pt x="266293" y="427525"/></a:lnTo><a:lnTo><a:pt x="216623" y="433246"/></a:lnTo><a:lnTo><a:pt x="166955" y="427525"/></a:lnTo><a:lnTo><a:pt x="121360" y="411228"/></a:lnTo><a:lnTo><a:pt x="81138" y="385657"/></a:lnTo><a:lnTo><a:pt x="47591" y="352110"/></a:lnTo><a:lnTo><a:pt x="22018" y="311889"/></a:lnTo><a:lnTo><a:pt x="5721" y="266293"/></a:lnTo><a:lnTo><a:pt x="0" y="216623"/></a:lnTo></a:path></a:pathLst></a:custGeom><a:ln w="15512"><a:solidFill><a:srgbClr val="000000"/></a:solidFill></a:ln></p:spPr><p:txBody><a:bodyPr wrap="square" lIns="0" tIns="0" rIns="0" bIns="0" rtlCol="0"/><a:lstStyle/><a:p/></p:txBody></p:sp></p:grpSp><p:sp><p:nvSpPr><p:cNvPr id="41" name="object 41"/><p:cNvSpPr txBox="1"/><p:nvPr/></p:nvSpPr><p:spPr><a:xfrm><a:off x="5067696" y="6241877"/><a:ext cx="73152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SCALE:</a:t></a:r><a:r><a:rPr dirty="0" sz="700" spc="65"><a:latin typeface="Verdana"/><a:cs typeface="Verdana"/></a:rPr><a:t> </a:t></a:r><a:r><a:rPr dirty="0" sz="700"><a:latin typeface="Verdana"/><a:cs typeface="Verdana"/></a:rPr><a:t>1&quot;</a:t></a:r><a:r><a:rPr dirty="0" sz="700" spc="70"><a:latin typeface="Verdana"/><a:cs typeface="Verdana"/></a:rPr><a:t> </a:t></a:r><a:r><a:rPr dirty="0" sz="700"><a:latin typeface="Verdana"/><a:cs typeface="Verdana"/></a:rPr><a:t>=</a:t></a:r><a:r><a:rPr dirty="0" sz="700" spc="70"><a:latin typeface="Verdana"/><a:cs typeface="Verdana"/></a:rPr><a:t> </a:t></a:r><a:r><a:rPr dirty="0" sz="700" spc="-25"><a:latin typeface="Verdana"/><a:cs typeface="Verdana"/></a:rPr><a:t>2&apos;</a:t></a:r><a:endParaRPr sz="700"><a:latin typeface="Verdana"/><a:cs typeface="Verdana"/></a:endParaRPr></a:p></p:txBody></p:sp><p:sp><p:nvSpPr><p:cNvPr id="42" name="object 42"/><p:cNvSpPr txBox="1"/><p:nvPr/></p:nvSpPr><p:spPr><a:xfrm><a:off x="5432928" y="12093272"/><a:ext cx="156527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BESS</a:t></a:r><a:r><a:rPr dirty="0" sz="950" spc="40"><a:latin typeface="Calibri"/><a:cs typeface="Calibri"/></a:rPr><a:t> </a:t></a:r><a:r><a:rPr dirty="0" sz="950"><a:latin typeface="Calibri"/><a:cs typeface="Calibri"/></a:rPr><a:t>PAD</a:t></a:r><a:r><a:rPr dirty="0" sz="950" spc="40"><a:latin typeface="Calibri"/><a:cs typeface="Calibri"/></a:rPr><a:t> </a:t></a:r><a:r><a:rPr dirty="0" sz="950"><a:latin typeface="Calibri"/><a:cs typeface="Calibri"/></a:rPr><a:t>DETAILS</a:t></a:r><a:r><a:rPr dirty="0" sz="950" spc="40"><a:latin typeface="Calibri"/><a:cs typeface="Calibri"/></a:rPr><a:t> </a:t></a:r><a:r><a:rPr dirty="0" sz="950"><a:latin typeface="Calibri"/><a:cs typeface="Calibri"/></a:rPr><a:t>-</a:t></a:r><a:r><a:rPr dirty="0" sz="950" spc="40"><a:latin typeface="Calibri"/><a:cs typeface="Calibri"/></a:rPr><a:t> </a:t></a:r><a:r><a:rPr dirty="0" sz="950"><a:latin typeface="Calibri"/><a:cs typeface="Calibri"/></a:rPr><a:t>SIDE</a:t></a:r><a:r><a:rPr dirty="0" sz="950" spc="40"><a:latin typeface="Calibri"/><a:cs typeface="Calibri"/></a:rPr><a:t> </a:t></a:r><a:r><a:rPr dirty="0" sz="950" spc="-20"><a:latin typeface="Calibri"/><a:cs typeface="Calibri"/></a:rPr><a:t>VIEW</a:t></a:r><a:endParaRPr sz="950"><a:latin typeface="Calibri"/><a:cs typeface="Calibri"/></a:endParaRPr></a:p></p:txBody></p:sp><p:sp><p:nvSpPr><p:cNvPr id="43" name="object 43"/><p:cNvSpPr txBox="1"/><p:nvPr/></p:nvSpPr><p:spPr><a:xfrm><a:off x="5123975" y="12131898"/><a:ext cx="8890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50"><a:latin typeface="Calibri"/><a:cs typeface="Calibri"/></a:rPr><a:t>2</a:t></a:r><a:endParaRPr sz="950"><a:latin typeface="Calibri"/><a:cs typeface="Calibri"/></a:endParaRPr></a:p></p:txBody></p:sp><p:sp><p:nvSpPr><p:cNvPr id="44" name="object 44"/><p:cNvSpPr txBox="1"/><p:nvPr/></p:nvSpPr><p:spPr><a:xfrm><a:off x="5048351" y="12283144"/><a:ext cx="240029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0"><a:latin typeface="Calibri"/><a:cs typeface="Calibri"/></a:rPr><a:t>S1.1</a:t></a:r><a:endParaRPr sz="950"><a:latin typeface="Calibri"/><a:cs typeface="Calibri"/></a:endParaRPr></a:p></p:txBody></p:sp><p:grpSp><p:nvGrpSpPr><p:cNvPr id="45" name="object 45"/><p:cNvGrpSpPr/><p:nvPr/></p:nvGrpSpPr><p:grpSpPr><a:xfrm><a:off x="4941052" y="12077558"/><a:ext cx="3293745" cy="449580"/><a:chOff x="4941052" y="12077558"/><a:chExt cx="3293745" cy="449580"/></a:xfrm></p:grpSpPr><p:sp><p:nvSpPr><p:cNvPr id="46" name="object 46"/><p:cNvSpPr/><p:nvPr/></p:nvSpPr><p:spPr><a:xfrm><a:off x="4948990" y="12302049"/><a:ext cx="3281679" cy="0"/></a:xfrm><a:custGeom><a:avLst/><a:gdLst/><a:ahLst/><a:cxnLst/><a:rect l="l" t="t" r="r" b="b"/><a:pathLst><a:path w="3281679" h="0"><a:moveTo><a:pt x="0" y="0"/></a:moveTo><a:lnTo><a:pt x="328135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47" name="object 47"/><p:cNvSpPr/><p:nvPr/></p:nvSpPr><p:spPr><a:xfrm><a:off x="4948990" y="12085495"/><a:ext cx="433705" cy="433705"/></a:xfrm><a:custGeom><a:avLst/><a:gdLst/><a:ahLst/><a:cxnLst/><a:rect l="l" t="t" r="r" b="b"/><a:pathLst><a:path w="433704" h="433704"><a:moveTo><a:pt x="0" y="216553"/></a:moveTo><a:lnTo><a:pt x="5721" y="166899"/></a:lnTo><a:lnTo><a:pt x="22018" y="121317"/></a:lnTo><a:lnTo><a:pt x="47591" y="81109"/></a:lnTo><a:lnTo><a:pt x="81138" y="47573"/></a:lnTo><a:lnTo><a:pt x="121360" y="22010"/></a:lnTo><a:lnTo><a:pt x="166955" y="5719"/></a:lnTo><a:lnTo><a:pt x="216623" y="0"/></a:lnTo><a:lnTo><a:pt x="266293" y="5719"/></a:lnTo><a:lnTo><a:pt x="311889" y="22010"/></a:lnTo><a:lnTo><a:pt x="352110" y="47573"/></a:lnTo><a:lnTo><a:pt x="385657" y="81109"/></a:lnTo><a:lnTo><a:pt x="411228" y="121317"/></a:lnTo><a:lnTo><a:pt x="427525" y="166899"/></a:lnTo><a:lnTo><a:pt x="433246" y="216553"/></a:lnTo><a:lnTo><a:pt x="427525" y="266236"/></a:lnTo><a:lnTo><a:pt x="411228" y="311838"/></a:lnTo><a:lnTo><a:pt x="385657" y="352060"/></a:lnTo><a:lnTo><a:pt x="352110" y="385604"/></a:lnTo><a:lnTo><a:pt x="311889" y="411172"/></a:lnTo><a:lnTo><a:pt x="266293" y="427464"/></a:lnTo><a:lnTo><a:pt x="216623" y="433184"/></a:lnTo><a:lnTo><a:pt x="166955" y="427464"/></a:lnTo><a:lnTo><a:pt x="121360" y="411172"/></a:lnTo><a:lnTo><a:pt x="81138" y="385604"/></a:lnTo><a:lnTo><a:pt x="47591" y="352060"/></a:lnTo><a:lnTo><a:pt x="22018" y="311838"/></a:lnTo><a:lnTo><a:pt x="5721" y="266236"/></a:lnTo><a:lnTo><a:pt x="0" y="216553"/></a:lnTo></a:path></a:pathLst></a:custGeom><a:ln w="15512"><a:solidFill><a:srgbClr val="000000"/></a:solidFill></a:ln></p:spPr><p:txBody><a:bodyPr wrap="square" lIns="0" tIns="0" rIns="0" bIns="0" rtlCol="0"/><a:lstStyle/><a:p/></p:txBody></p:sp></p:grpSp><p:sp><p:nvSpPr><p:cNvPr id="48" name="object 48"/><p:cNvSpPr txBox="1"/><p:nvPr/></p:nvSpPr><p:spPr><a:xfrm><a:off x="5399468" y="12366213"/><a:ext cx="73152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SCALE:</a:t></a:r><a:r><a:rPr dirty="0" sz="700" spc="65"><a:latin typeface="Verdana"/><a:cs typeface="Verdana"/></a:rPr><a:t> </a:t></a:r><a:r><a:rPr dirty="0" sz="700"><a:latin typeface="Verdana"/><a:cs typeface="Verdana"/></a:rPr><a:t>1&quot;</a:t></a:r><a:r><a:rPr dirty="0" sz="700" spc="70"><a:latin typeface="Verdana"/><a:cs typeface="Verdana"/></a:rPr><a:t> </a:t></a:r><a:r><a:rPr dirty="0" sz="700"><a:latin typeface="Verdana"/><a:cs typeface="Verdana"/></a:rPr><a:t>=</a:t></a:r><a:r><a:rPr dirty="0" sz="700" spc="70"><a:latin typeface="Verdana"/><a:cs typeface="Verdana"/></a:rPr><a:t> </a:t></a:r><a:r><a:rPr dirty="0" sz="700" spc="-25"><a:latin typeface="Verdana"/><a:cs typeface="Verdana"/></a:rPr><a:t>2&apos;</a:t></a:r><a:endParaRPr sz="700"><a:latin typeface="Verdana"/><a:cs typeface="Verdana"/></a:endParaRPr></a:p></p:txBody></p:sp><p:sp><p:nvSpPr><p:cNvPr id="49" name="object 49"/><p:cNvSpPr txBox="1"/><p:nvPr/></p:nvSpPr><p:spPr><a:xfrm><a:off x="6561808" y="1389501"/><a:ext cx="1753235" cy="132080"/></a:xfrm><a:prstGeom prst="rect"><a:avLst/></a:prstGeom><a:solidFill><a:srgbClr val="FFFFFF"/></a:solidFill><a:ln w="7756"><a:solidFill><a:srgbClr val="000000"/></a:solidFill></a:ln></p:spPr><p:txBody><a:bodyPr wrap="square" lIns="0" tIns="635" rIns="0" bIns="0" rtlCol="0" vert="horz"><a:spAutoFit/></a:bodyPr><a:lstStyle/><a:p><a:pPr marL="15240"><a:lnSpc><a:spcPct val="100000"/></a:lnSpc><a:spcBef><a:spcPts val="5"/></a:spcBef></a:pPr><a:r><a:rPr dirty="0" sz="850"><a:latin typeface="Verdana"/><a:cs typeface="Verdana"/></a:rPr><a:t>BESS CONTAINER </a:t></a:r><a:r><a:rPr dirty="0" sz="850" spc="-10"><a:latin typeface="Verdana"/><a:cs typeface="Verdana"/></a:rPr><a:t>FOOTPRINT</a:t></a:r><a:endParaRPr sz="850"><a:latin typeface="Verdana"/><a:cs typeface="Verdana"/></a:endParaRPr></a:p></p:txBody></p:sp><p:grpSp><p:nvGrpSpPr><p:cNvPr id="50" name="object 50"/><p:cNvGrpSpPr/><p:nvPr/></p:nvGrpSpPr><p:grpSpPr><a:xfrm><a:off x="6322466" y="1451108"/><a:ext cx="240029" cy="499109"/><a:chOff x="6322466" y="1451108"/><a:chExt cx="240029" cy="499109"/></a:xfrm></p:grpSpPr><p:sp><p:nvSpPr><p:cNvPr id="51" name="object 51"/><p:cNvSpPr/><p:nvPr/></p:nvSpPr><p:spPr><a:xfrm><a:off x="6345852" y="1455235"/><a:ext cx="212090" cy="423545"/></a:xfrm><a:custGeom><a:avLst/><a:gdLst/><a:ahLst/><a:cxnLst/><a:rect l="l" t="t" r="r" b="b"/><a:pathLst><a:path w="212090" h="423544"><a:moveTo><a:pt x="0" y="423341"/></a:moveTo><a:lnTo><a:pt x="121601" y="0"/></a:lnTo><a:lnTo><a:pt x="21207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52" name="object 52"/><p:cNvSpPr/><p:nvPr/></p:nvSpPr><p:spPr><a:xfrm><a:off x="6326593" y="1875304"/><a:ext cx="30480" cy="70485"/></a:xfrm><a:custGeom><a:avLst/><a:gdLst/><a:ahLst/><a:cxnLst/><a:rect l="l" t="t" r="r" b="b"/><a:pathLst><a:path w="30479" h="70485"><a:moveTo><a:pt x="0" y="70302"/></a:moveTo><a:lnTo><a:pt x="8089" y="0"/></a:lnTo><a:lnTo><a:pt x="30450" y="6422"/></a:lnTo><a:lnTo><a:pt x="0" y="70302"/></a:lnTo><a:close/></a:path></a:pathLst></a:custGeom><a:solidFill><a:srgbClr val="000000"/></a:solidFill></p:spPr><p:txBody><a:bodyPr wrap="square" lIns="0" tIns="0" rIns="0" bIns="0" rtlCol="0"/><a:lstStyle/><a:p/></p:txBody></p:sp><p:sp><p:nvSpPr><p:cNvPr id="53" name="object 53"/><p:cNvSpPr/><p:nvPr/></p:nvSpPr><p:spPr><a:xfrm><a:off x="6326593" y="1875304"/><a:ext cx="30480" cy="70485"/></a:xfrm><a:custGeom><a:avLst/><a:gdLst/><a:ahLst/><a:cxnLst/><a:rect l="l" t="t" r="r" b="b"/><a:pathLst><a:path w="30479" h="70485"><a:moveTo><a:pt x="0" y="70302"/></a:moveTo><a:lnTo><a:pt x="8089" y="0"/></a:lnTo><a:lnTo><a:pt x="30450" y="6422"/></a:lnTo><a:lnTo><a:pt x="0" y="70302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54" name="object 54"/><p:cNvSpPr txBox="1"/><p:nvPr/></p:nvSpPr><p:spPr><a:xfrm><a:off x="4783384" y="5071992"/><a:ext cx="323850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MAINTENANCE</a:t></a:r><a:r><a:rPr dirty="0" sz="700" spc="130"><a:latin typeface="Verdana"/><a:cs typeface="Verdana"/></a:rPr><a:t> </a:t></a:r><a:r><a:rPr dirty="0" sz="700"><a:latin typeface="Verdana"/><a:cs typeface="Verdana"/></a:rPr><a:t>ACCESS</a:t></a:r><a:r><a:rPr dirty="0" sz="700" spc="130"><a:latin typeface="Verdana"/><a:cs typeface="Verdana"/></a:rPr><a:t> </a:t></a:r><a:r><a:rPr dirty="0" sz="700"><a:latin typeface="Verdana"/><a:cs typeface="Verdana"/></a:rPr><a:t>&amp;</a:t></a:r><a:r><a:rPr dirty="0" sz="700" spc="130"><a:latin typeface="Verdana"/><a:cs typeface="Verdana"/></a:rPr><a:t> </a:t></a:r><a:r><a:rPr dirty="0" sz="700"><a:latin typeface="Verdana"/><a:cs typeface="Verdana"/></a:rPr><a:t>FIRE</a:t></a:r><a:r><a:rPr dirty="0" sz="700" spc="130"><a:latin typeface="Verdana"/><a:cs typeface="Verdana"/></a:rPr><a:t> </a:t></a:r><a:r><a:rPr dirty="0" sz="700"><a:latin typeface="Verdana"/><a:cs typeface="Verdana"/></a:rPr><a:t>CLEARANCE</a:t></a:r><a:r><a:rPr dirty="0" sz="700" spc="135"><a:latin typeface="Verdana"/><a:cs typeface="Verdana"/></a:rPr><a:t> </a:t></a:r><a:r><a:rPr dirty="0" sz="700"><a:latin typeface="Verdana"/><a:cs typeface="Verdana"/></a:rPr><a:t>PER</a:t></a:r><a:r><a:rPr dirty="0" sz="700" spc="130"><a:latin typeface="Verdana"/><a:cs typeface="Verdana"/></a:rPr><a:t> </a:t></a:r><a:r><a:rPr dirty="0" sz="700"><a:latin typeface="Verdana"/><a:cs typeface="Verdana"/></a:rPr><a:t>CFC</a:t></a:r><a:r><a:rPr dirty="0" sz="700" spc="130"><a:latin typeface="Verdana"/><a:cs typeface="Verdana"/></a:rPr><a:t> </a:t></a:r><a:r><a:rPr dirty="0" sz="700"><a:latin typeface="Verdana"/><a:cs typeface="Verdana"/></a:rPr><a:t>1207.1-</a:t></a:r><a:r><a:rPr dirty="0" sz="700" spc="-10"><a:latin typeface="Verdana"/><a:cs typeface="Verdana"/></a:rPr><a:t>1207.9</a:t></a:r><a:endParaRPr sz="700"><a:latin typeface="Verdana"/><a:cs typeface="Verdana"/></a:endParaRPr></a:p></p:txBody></p:sp><p:grpSp><p:nvGrpSpPr><p:cNvPr id="55" name="object 55"/><p:cNvGrpSpPr/><p:nvPr/></p:nvGrpSpPr><p:grpSpPr><a:xfrm><a:off x="4368847" y="4569779"/><a:ext cx="4464685" cy="575310"/><a:chOff x="4368847" y="4569779"/><a:chExt cx="4464685" cy="575310"/></a:xfrm></p:grpSpPr><p:sp><p:nvSpPr><p:cNvPr id="56" name="object 56"/><p:cNvSpPr/><p:nvPr/></p:nvSpPr><p:spPr><a:xfrm><a:off x="8036132" y="4941753"/><a:ext cx="730250" cy="199390"/></a:xfrm><a:custGeom><a:avLst/><a:gdLst/><a:ahLst/><a:cxnLst/><a:rect l="l" t="t" r="r" b="b"/><a:pathLst><a:path w="730250" h="199389"><a:moveTo><a:pt x="729626" y="0"/></a:moveTo><a:lnTo><a:pt x="287910" y="198977"/></a:lnTo><a:lnTo><a:pt x="47390" y="198977"/></a:lnTo><a:lnTo><a:pt x="0" y="198977"/></a:lnTo></a:path></a:pathLst></a:custGeom><a:ln w="7756"><a:solidFill><a:srgbClr val="000000"/></a:solidFill></a:ln></p:spPr><p:txBody><a:bodyPr wrap="square" lIns="0" tIns="0" rIns="0" bIns="0" rtlCol="0"/><a:lstStyle/><a:p/></p:txBody></p:sp><p:sp><p:nvSpPr><p:cNvPr id="57" name="object 57"/><p:cNvSpPr/><p:nvPr/></p:nvSpPr><p:spPr><a:xfrm><a:off x="8760873" y="4913109"/><a:ext cx="68580" cy="39370"/></a:xfrm><a:custGeom><a:avLst/><a:gdLst/><a:ahLst/><a:cxnLst/><a:rect l="l" t="t" r="r" b="b"/><a:pathLst><a:path w="68579" h="39370"><a:moveTo><a:pt x="9540" y="39277"/></a:moveTo><a:lnTo><a:pt x="0" y="18064"/></a:lnTo><a:lnTo><a:pt x="68409" y="0"/></a:lnTo><a:lnTo><a:pt x="9540" y="39277"/></a:lnTo><a:close/></a:path></a:pathLst></a:custGeom><a:solidFill><a:srgbClr val="000000"/></a:solidFill></p:spPr><p:txBody><a:bodyPr wrap="square" lIns="0" tIns="0" rIns="0" bIns="0" rtlCol="0"/><a:lstStyle/><a:p/></p:txBody></p:sp><p:sp><p:nvSpPr><p:cNvPr id="58" name="object 58"/><p:cNvSpPr/><p:nvPr/></p:nvSpPr><p:spPr><a:xfrm><a:off x="8760873" y="4913109"/><a:ext cx="68580" cy="39370"/></a:xfrm><a:custGeom><a:avLst/><a:gdLst/><a:ahLst/><a:cxnLst/><a:rect l="l" t="t" r="r" b="b"/><a:pathLst><a:path w="68579" h="39370"><a:moveTo><a:pt x="68409" y="0"/></a:moveTo><a:lnTo><a:pt x="9540" y="39277"/></a:lnTo><a:lnTo><a:pt x="0" y="18064"/></a:lnTo><a:lnTo><a:pt x="68409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59" name="object 59"/><p:cNvSpPr/><p:nvPr/></p:nvSpPr><p:spPr><a:xfrm><a:off x="4372975" y="4573907"/><a:ext cx="1702435" cy="132080"/></a:xfrm><a:custGeom><a:avLst/><a:gdLst/><a:ahLst/><a:cxnLst/><a:rect l="l" t="t" r="r" b="b"/><a:pathLst><a:path w="1702435" h="132079"><a:moveTo><a:pt x="1702100" y="131467"/></a:moveTo><a:lnTo><a:pt x="0" y="131467"/></a:lnTo><a:lnTo><a:pt x="0" y="0"/></a:lnTo><a:lnTo><a:pt x="1702100" y="0"/></a:lnTo><a:lnTo><a:pt x="1702100" y="131467"/></a:lnTo><a:close/></a:path></a:pathLst></a:custGeom><a:solidFill><a:srgbClr val="FFFFFF"/></a:solidFill></p:spPr><p:txBody><a:bodyPr wrap="square" lIns="0" tIns="0" rIns="0" bIns="0" rtlCol="0"/><a:lstStyle/><a:p/></p:txBody></p:sp><p:sp><p:nvSpPr><p:cNvPr id="60" name="object 60"/><p:cNvSpPr/><p:nvPr/></p:nvSpPr><p:spPr><a:xfrm><a:off x="4372975" y="4573907"/><a:ext cx="1702435" cy="132080"/></a:xfrm><a:custGeom><a:avLst/><a:gdLst/><a:ahLst/><a:cxnLst/><a:rect l="l" t="t" r="r" b="b"/><a:pathLst><a:path w="1702435" h="132079"><a:moveTo><a:pt x="0" y="0"/></a:moveTo><a:lnTo><a:pt x="1702100" y="0"/></a:lnTo><a:lnTo><a:pt x="1702100" y="131467"/></a:lnTo><a:lnTo><a:pt x="0" y="131467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61" name="object 61"/><p:cNvSpPr txBox="1"/><p:nvPr/></p:nvSpPr><p:spPr><a:xfrm><a:off x="4376853" y="4561207"/><a:ext cx="1694814" cy="156210"/></a:xfrm><a:prstGeom prst="rect"><a:avLst/></a:prstGeom></p:spPr><p:txBody><a:bodyPr wrap="square" lIns="0" tIns="13335" rIns="0" bIns="0" rtlCol="0" vert="horz"><a:spAutoFit/></a:bodyPr><a:lstStyle/><a:p><a:pPr marL="11430"><a:lnSpc><a:spcPct val="100000"/></a:lnSpc><a:spcBef><a:spcPts val="105"/></a:spcBef></a:pPr><a:r><a:rPr dirty="0" sz="850"><a:latin typeface="Verdana"/><a:cs typeface="Verdana"/></a:rPr><a:t>BATTERY</a:t></a:r><a:r><a:rPr dirty="0" sz="850" spc="10"><a:latin typeface="Verdana"/><a:cs typeface="Verdana"/></a:rPr><a:t> </a:t></a:r><a:r><a:rPr dirty="0" sz="850"><a:latin typeface="Verdana"/><a:cs typeface="Verdana"/></a:rPr><a:t>TRAY</a:t></a:r><a:r><a:rPr dirty="0" sz="850" spc="10"><a:latin typeface="Verdana"/><a:cs typeface="Verdana"/></a:rPr><a:t> </a:t></a:r><a:r><a:rPr dirty="0" sz="850"><a:latin typeface="Verdana"/><a:cs typeface="Verdana"/></a:rPr><a:t>ACCESS</a:t></a:r><a:r><a:rPr dirty="0" sz="850" spc="10"><a:latin typeface="Verdana"/><a:cs typeface="Verdana"/></a:rPr><a:t> </a:t></a:r><a:r><a:rPr dirty="0" sz="850" spc="-20"><a:latin typeface="Verdana"/><a:cs typeface="Verdana"/></a:rPr><a:t>SIDE</a:t></a:r><a:endParaRPr sz="850"><a:latin typeface="Verdana"/><a:cs typeface="Verdana"/></a:endParaRPr></a:p></p:txBody></p:sp><p:grpSp><p:nvGrpSpPr><p:cNvPr id="62" name="object 62"/><p:cNvGrpSpPr/><p:nvPr/></p:nvGrpSpPr><p:grpSpPr><a:xfrm><a:off x="1807499" y="4265147"/><a:ext cx="9545320" cy="6958330"/><a:chOff x="1807499" y="4265147"/><a:chExt cx="9545320" cy="6958330"/></a:xfrm></p:grpSpPr><p:sp><p:nvSpPr><p:cNvPr id="63" name="object 63"/><p:cNvSpPr/><p:nvPr/></p:nvSpPr><p:spPr><a:xfrm><a:off x="6035441" y="4339057"/><a:ext cx="221615" cy="300990"/></a:xfrm><a:custGeom><a:avLst/><a:gdLst/><a:ahLst/><a:cxnLst/><a:rect l="l" t="t" r="r" b="b"/><a:pathLst><a:path w="221614" h="300989"><a:moveTo><a:pt x="219679" y="0"/></a:moveTo><a:lnTo><a:pt x="221261" y="300584"/></a:lnTo><a:lnTo><a:pt x="43512" y="300584"/></a:lnTo><a:lnTo><a:pt x="0" y="300584"/></a:lnTo></a:path></a:pathLst></a:custGeom><a:ln w="7756"><a:solidFill><a:srgbClr val="000000"/></a:solidFill></a:ln></p:spPr><p:txBody><a:bodyPr wrap="square" lIns="0" tIns="0" rIns="0" bIns="0" rtlCol="0"/><a:lstStyle/><a:p/></p:txBody></p:sp><p:sp><p:nvSpPr><p:cNvPr id="64" name="object 64"/><p:cNvSpPr/><p:nvPr/></p:nvSpPr><p:spPr><a:xfrm><a:off x="6243486" y="4269274"/><a:ext cx="23495" cy="70485"/></a:xfrm><a:custGeom><a:avLst/><a:gdLst/><a:ahLst/><a:cxnLst/><a:rect l="l" t="t" r="r" b="b"/><a:pathLst><a:path w="23495" h="70485"><a:moveTo><a:pt x="0" y="69867"/></a:moveTo><a:lnTo><a:pt x="11269" y="0"/></a:lnTo><a:lnTo><a:pt x="23268" y="69743"/></a:lnTo><a:lnTo><a:pt x="0" y="69867"/></a:lnTo><a:close/></a:path></a:pathLst></a:custGeom><a:solidFill><a:srgbClr val="000000"/></a:solidFill></p:spPr><p:txBody><a:bodyPr wrap="square" lIns="0" tIns="0" rIns="0" bIns="0" rtlCol="0"/><a:lstStyle/><a:p/></p:txBody></p:sp><p:sp><p:nvSpPr><p:cNvPr id="65" name="object 65"/><p:cNvSpPr/><p:nvPr/></p:nvSpPr><p:spPr><a:xfrm><a:off x="6243486" y="4269274"/><a:ext cx="23495" cy="70485"/></a:xfrm><a:custGeom><a:avLst/><a:gdLst/><a:ahLst/><a:cxnLst/><a:rect l="l" t="t" r="r" b="b"/><a:pathLst><a:path w="23495" h="70485"><a:moveTo><a:pt x="11269" y="0"/></a:moveTo><a:lnTo><a:pt x="23268" y="69743"/></a:lnTo><a:lnTo><a:pt x="0" y="69867"/></a:lnTo><a:lnTo><a:pt x="11269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66" name="object 66"/><p:cNvSpPr/><p:nvPr/></p:nvSpPr><p:spPr><a:xfrm><a:off x="8011969" y="6058624"/><a:ext cx="339725" cy="339725"/></a:xfrm><a:custGeom><a:avLst/><a:gdLst/><a:ahLst/><a:cxnLst/><a:rect l="l" t="t" r="r" b="b"/><a:pathLst><a:path w="339725" h="339725"><a:moveTo><a:pt x="330068" y="226760"/></a:moveTo><a:lnTo><a:pt x="309176" y="267313"/></a:lnTo><a:lnTo><a:pt x="279377" y="299846"/></a:lnTo><a:lnTo><a:pt x="242753" y="323372"/></a:lnTo><a:lnTo><a:pt x="201384" y="336906"/></a:lnTo><a:lnTo><a:pt x="157353" y="339460"/></a:lnTo><a:lnTo><a:pt x="112739" y="330050"/></a:lnTo><a:lnTo><a:pt x="72171" y="309161"/></a:lnTo><a:lnTo><a:pt x="39624" y="279363"/></a:lnTo><a:lnTo><a:pt x="16087" y="242736"/></a:lnTo><a:lnTo><a:pt x="2549" y="201362"/></a:lnTo><a:lnTo><a:pt x="0" y="157319"/></a:lnTo><a:lnTo><a:pt x="9427" y="112690"/></a:lnTo><a:lnTo><a:pt x="30319" y="72140"/></a:lnTo><a:lnTo><a:pt x="60118" y="39609"/></a:lnTo><a:lnTo><a:pt x="96742" y="16083"/></a:lnTo><a:lnTo><a:pt x="138111" y="2551"/></a:lnTo><a:lnTo><a:pt x="182142" y="0"/></a:lnTo><a:lnTo><a:pt x="226756" y="9416"/></a:lnTo><a:lnTo><a:pt x="267318" y="30299"/></a:lnTo><a:lnTo><a:pt x="299854" y="60092"/></a:lnTo><a:lnTo><a:pt x="323379" y="96716"/></a:lnTo><a:lnTo><a:pt x="336911" y="138089"/></a:lnTo><a:lnTo><a:pt x="339468" y="182131"/></a:lnTo><a:lnTo><a:pt x="330068" y="226760"/></a:lnTo><a:close/></a:path><a:path w="339725" h="339725"><a:moveTo><a:pt x="226756" y="9416"/></a:moveTo><a:lnTo><a:pt x="112739" y="330050"/></a:lnTo><a:lnTo><a:pt x="53012" y="204389"/></a:lnTo><a:lnTo><a:pt x="22341" y="139860"/></a:lnTo><a:lnTo><a:pt x="11041" y="116086"/></a:lnTo><a:lnTo><a:pt x="9427" y="112690"/></a:lnTo><a:lnTo><a:pt x="194798" y="178637"/></a:lnTo><a:lnTo><a:pt x="289988" y="212502"/></a:lnTo><a:lnTo><a:pt x="325058" y="224978"/></a:lnTo><a:lnTo><a:pt x="330068" y="226760"/></a:lnTo><a:lnTo><a:pt x="112739" y="330050"/></a:lnTo></a:path></a:pathLst></a:custGeom><a:ln w="11634"><a:solidFill><a:srgbClr val="000000"/></a:solidFill></a:ln></p:spPr><p:txBody><a:bodyPr wrap="square" lIns="0" tIns="0" rIns="0" bIns="0" rtlCol="0"/><a:lstStyle/><a:p/></p:txBody></p:sp><p:pic><p:nvPicPr><p:cNvPr id="67" name="object 67"/><p:cNvPicPr/><p:nvPr/></p:nvPicPr><p:blipFill><a:blip r:embed="rId8" cstate="print"/><a:stretch><a:fillRect/></a:stretch></p:blipFill><p:spPr><a:xfrm><a:off x="1807499" y="10002952"/><a:ext cx="9545033" cy="1220052"/></a:xfrm><a:prstGeom prst="rect"><a:avLst/></a:prstGeom></p:spPr></p:pic></p:grpSp><p:sp><p:nvSpPr><p:cNvPr id="68" name="object 68"/><p:cNvSpPr txBox="1"/><p:nvPr/></p:nvSpPr><p:spPr><a:xfrm rot="21420000"><a:off x="10935061" y="9831177"/><a:ext cx="518292" cy="139700"/></a:xfrm><a:prstGeom prst="rect"><a:avLst/></a:prstGeom></p:spPr><p:txBody><a:bodyPr wrap="square" lIns="0" tIns="0" rIns="0" bIns="0" rtlCol="0" vert="horz"><a:spAutoFit/></a:bodyPr><a:lstStyle/><a:p><a:pPr><a:lnSpc><a:spcPts val="1100"/></a:lnSpc></a:pPr><a:r><a:rPr dirty="0" sz="1100" spc="-10"><a:latin typeface="Verdana"/><a:cs typeface="Verdana"/></a:rPr><a:t>GRADE</a:t></a:r><a:endParaRPr sz="1100"><a:latin typeface="Verdana"/><a:cs typeface="Verdana"/></a:endParaRPr></a:p></p:txBody></p:sp><p:grpSp><p:nvGrpSpPr><p:cNvPr id="69" name="object 69"/><p:cNvGrpSpPr/><p:nvPr/></p:nvGrpSpPr><p:grpSpPr><a:xfrm><a:off x="8865720" y="4114571"/><a:ext cx="288925" cy="1545590"/><a:chOff x="8865720" y="4114571"/><a:chExt cx="288925" cy="1545590"/></a:xfrm></p:grpSpPr><p:sp><p:nvSpPr><p:cNvPr id="70" name="object 70"/><p:cNvSpPr/><p:nvPr/></p:nvSpPr><p:spPr><a:xfrm><a:off x="8970368" y="4132270"/><a:ext cx="183515" cy="1510030"/></a:xfrm><a:custGeom><a:avLst/><a:gdLst/><a:ahLst/><a:cxnLst/><a:rect l="l" t="t" r="r" b="b"/><a:pathLst><a:path w="183515" h="1510029"><a:moveTo><a:pt x="157140" y="0"/></a:moveTo><a:lnTo><a:pt x="39556" y="0"/></a:lnTo></a:path><a:path w="183515" h="1510029"><a:moveTo><a:pt x="39556" y="0"/></a:moveTo><a:lnTo><a:pt x="0" y="0"/></a:lnTo></a:path><a:path w="183515" h="1510029"><a:moveTo><a:pt x="183046" y="1509932"/></a:moveTo><a:lnTo><a:pt x="39556" y="1509932"/></a:lnTo></a:path><a:path w="183515" h="1510029"><a:moveTo><a:pt x="39556" y="1509932"/></a:moveTo><a:lnTo><a:pt x="0" y="1509932"/></a:lnTo></a:path><a:path w="183515" h="1510029"><a:moveTo><a:pt x="39556" y="0"/></a:moveTo><a:lnTo><a:pt x="39556" y="590728"/></a:lnTo></a:path><a:path w="183515" h="1510029"><a:moveTo><a:pt x="39556" y="919204"/></a:moveTo><a:lnTo><a:pt x="39556" y="1509932"/></a:lnTo></a:path><a:path w="183515" h="1510029"><a:moveTo><a:pt x="39556" y="590728"/></a:moveTo><a:lnTo><a:pt x="39556" y="919204"/></a:lnTo></a:path></a:pathLst></a:custGeom><a:ln w="3175"><a:solidFill><a:srgbClr val="000000"/></a:solidFill></a:ln></p:spPr><p:txBody><a:bodyPr wrap="square" lIns="0" tIns="0" rIns="0" bIns="0" rtlCol="0"/><a:lstStyle/><a:p/></p:txBody></p:sp><p:sp><p:nvSpPr><p:cNvPr id="71" name="object 71"/><p:cNvSpPr/><p:nvPr/></p:nvSpPr><p:spPr><a:xfrm><a:off x="9001392" y="4123738"/><a:ext cx="17145" cy="17145"/></a:xfrm><a:custGeom><a:avLst/><a:gdLst/><a:ahLst/><a:cxnLst/><a:rect l="l" t="t" r="r" b="b"/><a:pathLst><a:path w="17145" h="17145"><a:moveTo><a:pt x="17063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2" name="object 72"/><p:cNvSpPr/><p:nvPr/></p:nvSpPr><p:spPr><a:xfrm><a:off x="9009924" y="4115206"/><a:ext cx="0" cy="17145"/></a:xfrm><a:custGeom><a:avLst/><a:gdLst/><a:ahLst/><a:cxnLst/><a:rect l="l" t="t" r="r" b="b"/><a:pathLst><a:path w="0" h="17145"><a:moveTo><a:pt x="0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73" name="object 73"/><p:cNvSpPr/><p:nvPr/></p:nvSpPr><p:spPr><a:xfrm><a:off x="9001392" y="5633671"/><a:ext cx="17145" cy="17145"/></a:xfrm><a:custGeom><a:avLst/><a:gdLst/><a:ahLst/><a:cxnLst/><a:rect l="l" t="t" r="r" b="b"/><a:pathLst><a:path w="17145" h="17145"><a:moveTo><a:pt x="0" y="0"/></a:moveTo><a:lnTo><a:pt x="17063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74" name="object 74"/><p:cNvSpPr/><p:nvPr/></p:nvSpPr><p:spPr><a:xfrm><a:off x="9009924" y="5642202"/><a:ext cx="0" cy="17145"/></a:xfrm><a:custGeom><a:avLst/><a:gdLst/><a:ahLst/><a:cxnLst/><a:rect l="l" t="t" r="r" b="b"/><a:pathLst><a:path w="0" h="17145"><a:moveTo><a:pt x="0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75" name="object 75"/><p:cNvSpPr/><p:nvPr/></p:nvSpPr><p:spPr><a:xfrm><a:off x="8869847" y="4722997"/><a:ext cx="112395" cy="328930"/></a:xfrm><a:custGeom><a:avLst/><a:gdLst/><a:ahLst/><a:cxnLst/><a:rect l="l" t="t" r="r" b="b"/><a:pathLst><a:path w="112395" h="328929"><a:moveTo><a:pt x="112077" y="328475"/></a:moveTo><a:lnTo><a:pt x="0" y="328475"/></a:lnTo><a:lnTo><a:pt x="0" y="0"/></a:lnTo><a:lnTo><a:pt x="112077" y="0"/></a:lnTo><a:lnTo><a:pt x="112077" y="328475"/></a:lnTo><a:close/></a:path></a:pathLst></a:custGeom><a:solidFill><a:srgbClr val="FFFFFF"/></a:solidFill></p:spPr><p:txBody><a:bodyPr wrap="square" lIns="0" tIns="0" rIns="0" bIns="0" rtlCol="0"/><a:lstStyle/><a:p/></p:txBody></p:sp><p:sp><p:nvSpPr><p:cNvPr id="76" name="object 76"/><p:cNvSpPr/><p:nvPr/></p:nvSpPr><p:spPr><a:xfrm><a:off x="8869847" y="4722997"/><a:ext cx="112395" cy="328930"/></a:xfrm><a:custGeom><a:avLst/><a:gdLst/><a:ahLst/><a:cxnLst/><a:rect l="l" t="t" r="r" b="b"/><a:pathLst><a:path w="112395" h="328929"><a:moveTo><a:pt x="0" y="328475"/></a:moveTo><a:lnTo><a:pt x="0" y="0"/></a:lnTo><a:lnTo><a:pt x="112077" y="0"/></a:lnTo><a:lnTo><a:pt x="112077" y="328475"/></a:lnTo><a:lnTo><a:pt x="0" y="328475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77" name="object 77"/><p:cNvSpPr txBox="1"/><p:nvPr/></p:nvSpPr><p:spPr><a:xfrm><a:off x="8856656" y="4760452"/><a:ext cx="139065" cy="254000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><a:latin typeface="Verdana"/><a:cs typeface="Verdana"/></a:rPr><a:t>5&apos;-</a:t></a:r><a:r><a:rPr dirty="0" sz="700" spc="-25"><a:latin typeface="Verdana"/><a:cs typeface="Verdana"/></a:rPr><a:t>5&quot;</a:t></a:r><a:endParaRPr sz="700"><a:latin typeface="Verdana"/><a:cs typeface="Verdana"/></a:endParaRPr></a:p></p:txBody></p:sp><p:grpSp><p:nvGrpSpPr><p:cNvPr id="78" name="object 78"/><p:cNvGrpSpPr/><p:nvPr/></p:nvGrpSpPr><p:grpSpPr><a:xfrm><a:off x="9158131" y="3840727"/><a:ext cx="1050290" cy="250825"/><a:chOff x="9158131" y="3840727"/><a:chExt cx="1050290" cy="250825"/></a:xfrm></p:grpSpPr><p:sp><p:nvSpPr><p:cNvPr id="79" name="object 79"/><p:cNvSpPr/><p:nvPr/></p:nvSpPr><p:spPr><a:xfrm><a:off x="9175830" y="3945392"/><a:ext cx="1015365" cy="146050"/></a:xfrm><a:custGeom><a:avLst/><a:gdLst/><a:ahLst/><a:cxnLst/><a:rect l="l" t="t" r="r" b="b"/><a:pathLst><a:path w="1015365" h="146050"><a:moveTo><a:pt x="0" y="140914"/></a:moveTo><a:lnTo><a:pt x="0" y="39556"/></a:lnTo></a:path><a:path w="1015365" h="146050"><a:moveTo><a:pt x="0" y="39556"/></a:moveTo><a:lnTo><a:pt x="0" y="0"/></a:lnTo></a:path><a:path w="1015365" h="146050"><a:moveTo><a:pt x="1014745" y="145491"/></a:moveTo><a:lnTo><a:pt x="1014745" y="39556"/></a:lnTo></a:path><a:path w="1015365" h="146050"><a:moveTo><a:pt x="1014745" y="39556"/></a:moveTo><a:lnTo><a:pt x="1014745" y="11541"/></a:lnTo></a:path><a:path w="1015365" h="146050"><a:moveTo><a:pt x="1014745" y="11541"/></a:moveTo><a:lnTo><a:pt x="1014745" y="0"/></a:lnTo></a:path><a:path w="1015365" h="146050"><a:moveTo><a:pt x="0" y="39556"/></a:moveTo><a:lnTo><a:pt x="1014745" y="39556"/></a:lnTo></a:path></a:pathLst></a:custGeom><a:ln w="3175"><a:solidFill><a:srgbClr val="000000"/></a:solidFill></a:ln></p:spPr><p:txBody><a:bodyPr wrap="square" lIns="0" tIns="0" rIns="0" bIns="0" rtlCol="0"/><a:lstStyle/><a:p/></p:txBody></p:sp><p:sp><p:nvSpPr><p:cNvPr id="80" name="object 80"/><p:cNvSpPr/><p:nvPr/></p:nvSpPr><p:spPr><a:xfrm><a:off x="9167298" y="3976416"/><a:ext cx="17145" cy="17145"/></a:xfrm><a:custGeom><a:avLst/><a:gdLst/><a:ahLst/><a:cxnLst/><a:rect l="l" t="t" r="r" b="b"/><a:pathLst><a:path w="17145" h="17145"><a:moveTo><a:pt x="17063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81" name="object 81"/><p:cNvSpPr/><p:nvPr/></p:nvSpPr><p:spPr><a:xfrm><a:off x="9158766" y="3984948"/><a:ext cx="17145" cy="0"/></a:xfrm><a:custGeom><a:avLst/><a:gdLst/><a:ahLst/><a:cxnLst/><a:rect l="l" t="t" r="r" b="b"/><a:pathLst><a:path w="17145" h="0"><a:moveTo><a:pt x="17063" y="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82" name="object 82"/><p:cNvSpPr/><p:nvPr/></p:nvSpPr><p:spPr><a:xfrm><a:off x="10182043" y="3976416"/><a:ext cx="17145" cy="17145"/></a:xfrm><a:custGeom><a:avLst/><a:gdLst/><a:ahLst/><a:cxnLst/><a:rect l="l" t="t" r="r" b="b"/><a:pathLst><a:path w="17145" h="17145"><a:moveTo><a:pt x="0" y="17063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83" name="object 83"/><p:cNvSpPr/><p:nvPr/></p:nvSpPr><p:spPr><a:xfrm><a:off x="10190575" y="3984948"/><a:ext cx="17145" cy="0"/></a:xfrm><a:custGeom><a:avLst/><a:gdLst/><a:ahLst/><a:cxnLst/><a:rect l="l" t="t" r="r" b="b"/><a:pathLst><a:path w="17145" h="0"><a:moveTo><a:pt x="0" y="0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84" name="object 84"/><p:cNvSpPr/><p:nvPr/></p:nvSpPr><p:spPr><a:xfrm><a:off x="9518965" y="3844854"/><a:ext cx="328930" cy="112395"/></a:xfrm><a:custGeom><a:avLst/><a:gdLst/><a:ahLst/><a:cxnLst/><a:rect l="l" t="t" r="r" b="b"/><a:pathLst><a:path w="328929" h="112395"><a:moveTo><a:pt x="328475" y="112077"/></a:moveTo><a:lnTo><a:pt x="0" y="112077"/></a:lnTo><a:lnTo><a:pt x="0" y="0"/></a:lnTo><a:lnTo><a:pt x="328475" y="0"/></a:lnTo><a:lnTo><a:pt x="328475" y="112077"/></a:lnTo><a:close/></a:path></a:pathLst></a:custGeom><a:solidFill><a:srgbClr val="FFFFFF"/></a:solidFill></p:spPr><p:txBody><a:bodyPr wrap="square" lIns="0" tIns="0" rIns="0" bIns="0" rtlCol="0"/><a:lstStyle/><a:p/></p:txBody></p:sp><p:sp><p:nvSpPr><p:cNvPr id="85" name="object 85"/><p:cNvSpPr/><p:nvPr/></p:nvSpPr><p:spPr><a:xfrm><a:off x="9518965" y="3844854"/><a:ext cx="328930" cy="112395"/></a:xfrm><a:custGeom><a:avLst/><a:gdLst/><a:ahLst/><a:cxnLst/><a:rect l="l" t="t" r="r" b="b"/><a:pathLst><a:path w="328929" h="112395"><a:moveTo><a:pt x="0" y="0"/></a:moveTo><a:lnTo><a:pt x="328475" y="0"/></a:lnTo><a:lnTo><a:pt x="328475" y="112077"/></a:lnTo><a:lnTo><a:pt x="0" y="112077"/></a:lnTo><a:lnTo><a:pt x="0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86" name="object 86"/><p:cNvSpPr txBox="1"/><p:nvPr/></p:nvSpPr><p:spPr><a:xfrm><a:off x="9556293" y="3832155"/><a:ext cx="25400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3&apos;-</a:t></a:r><a:r><a:rPr dirty="0" sz="700" spc="-25"><a:latin typeface="Verdana"/><a:cs typeface="Verdana"/></a:rPr><a:t>8&quot;</a:t></a:r><a:endParaRPr sz="700"><a:latin typeface="Verdana"/><a:cs typeface="Verdana"/></a:endParaRPr></a:p></p:txBody></p:sp><p:grpSp><p:nvGrpSpPr><p:cNvPr id="87" name="object 87"/><p:cNvGrpSpPr/><p:nvPr/></p:nvGrpSpPr><p:grpSpPr><a:xfrm><a:off x="2773428" y="3856247"/><a:ext cx="1050290" cy="250825"/><a:chOff x="2773428" y="3856247"/><a:chExt cx="1050290" cy="250825"/></a:xfrm></p:grpSpPr><p:sp><p:nvSpPr><p:cNvPr id="88" name="object 88"/><p:cNvSpPr/><p:nvPr/></p:nvSpPr><p:spPr><a:xfrm><a:off x="2791119" y="3960919"/><a:ext cx="1014730" cy="145415"/></a:xfrm><a:custGeom><a:avLst/><a:gdLst/><a:ahLst/><a:cxnLst/><a:rect l="l" t="t" r="r" b="b"/><a:pathLst><a:path w="1014729" h="145414"><a:moveTo><a:pt x="1014714" y="129466"/></a:moveTo><a:lnTo><a:pt x="1014721" y="39556"/></a:lnTo></a:path><a:path w="1014729" h="145414"><a:moveTo><a:pt x="1014721" y="39556"/></a:moveTo><a:lnTo><a:pt x="1014721" y="11533"/></a:lnTo></a:path><a:path w="1014729" h="145414"><a:moveTo><a:pt x="1014721" y="11533"/></a:moveTo><a:lnTo><a:pt x="1014721" y="0"/></a:lnTo></a:path><a:path w="1014729" h="145414"><a:moveTo><a:pt x="0" y="145204"/></a:moveTo><a:lnTo><a:pt x="7" y="39556"/></a:lnTo></a:path><a:path w="1014729" h="145414"><a:moveTo><a:pt x="7" y="39556"/></a:moveTo><a:lnTo><a:pt x="7" y="0"/></a:lnTo></a:path><a:path w="1014729" h="145414"><a:moveTo><a:pt x="1014721" y="39556"/></a:moveTo><a:lnTo><a:pt x="7" y="39556"/></a:lnTo></a:path></a:pathLst></a:custGeom><a:ln w="3175"><a:solidFill><a:srgbClr val="000000"/></a:solidFill></a:ln></p:spPr><p:txBody><a:bodyPr wrap="square" lIns="0" tIns="0" rIns="0" bIns="0" rtlCol="0"/><a:lstStyle/><a:p/></p:txBody></p:sp><p:sp><p:nvSpPr><p:cNvPr id="89" name="object 89"/><p:cNvSpPr/><p:nvPr/></p:nvSpPr><p:spPr><a:xfrm><a:off x="3797309" y="3991944"/><a:ext cx="17145" cy="17145"/></a:xfrm><a:custGeom><a:avLst/><a:gdLst/><a:ahLst/><a:cxnLst/><a:rect l="l" t="t" r="r" b="b"/><a:pathLst><a:path w="17145" h="17145"><a:moveTo><a:pt x="0" y="17063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90" name="object 90"/><p:cNvSpPr/><p:nvPr/></p:nvSpPr><p:spPr><a:xfrm><a:off x="3805840" y="4000476"/><a:ext cx="17145" cy="0"/></a:xfrm><a:custGeom><a:avLst/><a:gdLst/><a:ahLst/><a:cxnLst/><a:rect l="l" t="t" r="r" b="b"/><a:pathLst><a:path w="17145" h="0"><a:moveTo><a:pt x="0" y="0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91" name="object 91"/><p:cNvSpPr/><p:nvPr/></p:nvSpPr><p:spPr><a:xfrm><a:off x="2782595" y="3991944"/><a:ext cx="17145" cy="17145"/></a:xfrm><a:custGeom><a:avLst/><a:gdLst/><a:ahLst/><a:cxnLst/><a:rect l="l" t="t" r="r" b="b"/><a:pathLst><a:path w="17144" h="17145"><a:moveTo><a:pt x="17063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92" name="object 92"/><p:cNvSpPr/><p:nvPr/></p:nvSpPr><p:spPr><a:xfrm><a:off x="2774063" y="4000476"/><a:ext cx="17145" cy="0"/></a:xfrm><a:custGeom><a:avLst/><a:gdLst/><a:ahLst/><a:cxnLst/><a:rect l="l" t="t" r="r" b="b"/><a:pathLst><a:path w="17144" h="0"><a:moveTo><a:pt x="17063" y="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93" name="object 93"/><p:cNvSpPr/><p:nvPr/></p:nvSpPr><p:spPr><a:xfrm><a:off x="3134246" y="3860374"/><a:ext cx="328930" cy="112395"/></a:xfrm><a:custGeom><a:avLst/><a:gdLst/><a:ahLst/><a:cxnLst/><a:rect l="l" t="t" r="r" b="b"/><a:pathLst><a:path w="328929" h="112395"><a:moveTo><a:pt x="328475" y="112077"/></a:moveTo><a:lnTo><a:pt x="0" y="112077"/></a:lnTo><a:lnTo><a:pt x="0" y="0"/></a:lnTo><a:lnTo><a:pt x="328475" y="0"/></a:lnTo><a:lnTo><a:pt x="328475" y="112077"/></a:lnTo><a:close/></a:path></a:pathLst></a:custGeom><a:solidFill><a:srgbClr val="FFFFFF"/></a:solidFill></p:spPr><p:txBody><a:bodyPr wrap="square" lIns="0" tIns="0" rIns="0" bIns="0" rtlCol="0"/><a:lstStyle/><a:p/></p:txBody></p:sp><p:sp><p:nvSpPr><p:cNvPr id="94" name="object 94"/><p:cNvSpPr/><p:nvPr/></p:nvSpPr><p:spPr><a:xfrm><a:off x="3134246" y="3860374"/><a:ext cx="328930" cy="112395"/></a:xfrm><a:custGeom><a:avLst/><a:gdLst/><a:ahLst/><a:cxnLst/><a:rect l="l" t="t" r="r" b="b"/><a:pathLst><a:path w="328929" h="112395"><a:moveTo><a:pt x="0" y="0"/></a:moveTo><a:lnTo><a:pt x="328475" y="0"/></a:lnTo><a:lnTo><a:pt x="328475" y="112077"/></a:lnTo><a:lnTo><a:pt x="0" y="112077"/></a:lnTo><a:lnTo><a:pt x="0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95" name="object 95"/><p:cNvSpPr txBox="1"/><p:nvPr/></p:nvSpPr><p:spPr><a:xfrm><a:off x="3171573" y="3847675"/><a:ext cx="25400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3&apos;-</a:t></a:r><a:r><a:rPr dirty="0" sz="700" spc="-25"><a:latin typeface="Verdana"/><a:cs typeface="Verdana"/></a:rPr><a:t>8&quot;</a:t></a:r><a:endParaRPr sz="700"><a:latin typeface="Verdana"/><a:cs typeface="Verdana"/></a:endParaRPr></a:p></p:txBody></p:sp><p:grpSp><p:nvGrpSpPr><p:cNvPr id="96" name="object 96"/><p:cNvGrpSpPr/><p:nvPr/></p:nvGrpSpPr><p:grpSpPr><a:xfrm><a:off x="8861531" y="1017307"/><a:ext cx="292735" cy="1038860"/><a:chOff x="8861531" y="1017307"/><a:chExt cx="292735" cy="1038860"/></a:xfrm></p:grpSpPr><p:sp><p:nvSpPr><p:cNvPr id="97" name="object 97"/><p:cNvSpPr/><p:nvPr/></p:nvSpPr><p:spPr><a:xfrm><a:off x="8966179" y="1035005"/><a:ext cx="187325" cy="1003300"/></a:xfrm><a:custGeom><a:avLst/><a:gdLst/><a:ahLst/><a:cxnLst/><a:rect l="l" t="t" r="r" b="b"/><a:pathLst><a:path w="187325" h="1003300"><a:moveTo><a:pt x="161484" y="1003079"/></a:moveTo><a:lnTo><a:pt x="39556" y="1003079"/></a:lnTo></a:path><a:path w="187325" h="1003300"><a:moveTo><a:pt x="39556" y="1003079"/></a:moveTo><a:lnTo><a:pt x="0" y="1003079"/></a:lnTo></a:path><a:path w="187325" h="1003300"><a:moveTo><a:pt x="187312" y="0"/></a:moveTo><a:lnTo><a:pt x="39556" y="0"/></a:lnTo></a:path><a:path w="187325" h="1003300"><a:moveTo><a:pt x="39556" y="0"/></a:moveTo><a:lnTo><a:pt x="0" y="0"/></a:lnTo></a:path><a:path w="187325" h="1003300"><a:moveTo><a:pt x="39556" y="1003079"/></a:moveTo><a:lnTo><a:pt x="39556" y="665777"/></a:lnTo></a:path><a:path w="187325" h="1003300"><a:moveTo><a:pt x="39556" y="337302"/></a:moveTo><a:lnTo><a:pt x="39556" y="0"/></a:lnTo></a:path><a:path w="187325" h="1003300"><a:moveTo><a:pt x="39556" y="665777"/></a:moveTo><a:lnTo><a:pt x="39556" y="337302"/></a:lnTo></a:path></a:pathLst></a:custGeom><a:ln w="3175"><a:solidFill><a:srgbClr val="000000"/></a:solidFill></a:ln></p:spPr><p:txBody><a:bodyPr wrap="square" lIns="0" tIns="0" rIns="0" bIns="0" rtlCol="0"/><a:lstStyle/><a:p/></p:txBody></p:sp><p:sp><p:nvSpPr><p:cNvPr id="98" name="object 98"/><p:cNvSpPr/><p:nvPr/></p:nvSpPr><p:spPr><a:xfrm><a:off x="8997204" y="2029553"/><a:ext cx="17145" cy="17145"/></a:xfrm><a:custGeom><a:avLst/><a:gdLst/><a:ahLst/><a:cxnLst/><a:rect l="l" t="t" r="r" b="b"/><a:pathLst><a:path w="17145" h="17144"><a:moveTo><a:pt x="0" y="0"/></a:moveTo><a:lnTo><a:pt x="17063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99" name="object 99"/><p:cNvSpPr/><p:nvPr/></p:nvSpPr><p:spPr><a:xfrm><a:off x="9005736" y="2038085"/><a:ext cx="0" cy="17145"/></a:xfrm><a:custGeom><a:avLst/><a:gdLst/><a:ahLst/><a:cxnLst/><a:rect l="l" t="t" r="r" b="b"/><a:pathLst><a:path w="0" h="17144"><a:moveTo><a:pt x="0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100" name="object 100"/><p:cNvSpPr/><p:nvPr/></p:nvSpPr><p:spPr><a:xfrm><a:off x="8997204" y="1026473"/><a:ext cx="17145" cy="17145"/></a:xfrm><a:custGeom><a:avLst/><a:gdLst/><a:ahLst/><a:cxnLst/><a:rect l="l" t="t" r="r" b="b"/><a:pathLst><a:path w="17145" h="17144"><a:moveTo><a:pt x="17063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01" name="object 101"/><p:cNvSpPr/><p:nvPr/></p:nvSpPr><p:spPr><a:xfrm><a:off x="9005736" y="1017942"/><a:ext cx="0" cy="17145"/></a:xfrm><a:custGeom><a:avLst/><a:gdLst/><a:ahLst/><a:cxnLst/><a:rect l="l" t="t" r="r" b="b"/><a:pathLst><a:path w="0" h="17144"><a:moveTo><a:pt x="0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02" name="object 102"/><p:cNvSpPr/><p:nvPr/></p:nvSpPr><p:spPr><a:xfrm><a:off x="8865659" y="1372306"/><a:ext cx="112395" cy="328930"/></a:xfrm><a:custGeom><a:avLst/><a:gdLst/><a:ahLst/><a:cxnLst/><a:rect l="l" t="t" r="r" b="b"/><a:pathLst><a:path w="112395" h="328930"><a:moveTo><a:pt x="112077" y="328475"/></a:moveTo><a:lnTo><a:pt x="0" y="328475"/></a:lnTo><a:lnTo><a:pt x="0" y="0"/></a:lnTo><a:lnTo><a:pt x="112077" y="0"/></a:lnTo><a:lnTo><a:pt x="112077" y="328475"/></a:lnTo><a:close/></a:path></a:pathLst></a:custGeom><a:solidFill><a:srgbClr val="FFFFFF"/></a:solidFill></p:spPr><p:txBody><a:bodyPr wrap="square" lIns="0" tIns="0" rIns="0" bIns="0" rtlCol="0"/><a:lstStyle/><a:p/></p:txBody></p:sp><p:sp><p:nvSpPr><p:cNvPr id="103" name="object 103"/><p:cNvSpPr/><p:nvPr/></p:nvSpPr><p:spPr><a:xfrm><a:off x="8865659" y="1372306"/><a:ext cx="112395" cy="328930"/></a:xfrm><a:custGeom><a:avLst/><a:gdLst/><a:ahLst/><a:cxnLst/><a:rect l="l" t="t" r="r" b="b"/><a:pathLst><a:path w="112395" h="328930"><a:moveTo><a:pt x="0" y="328475"/></a:moveTo><a:lnTo><a:pt x="0" y="0"/></a:lnTo><a:lnTo><a:pt x="112077" y="0"/></a:lnTo><a:lnTo><a:pt x="112077" y="328475"/></a:lnTo><a:lnTo><a:pt x="0" y="328475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04" name="object 104"/><p:cNvSpPr txBox="1"/><p:nvPr/></p:nvSpPr><p:spPr><a:xfrm><a:off x="8852467" y="1409381"/><a:ext cx="139065" cy="254000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><a:latin typeface="Verdana"/><a:cs typeface="Verdana"/></a:rPr><a:t>3&apos;-</a:t></a:r><a:r><a:rPr dirty="0" sz="700" spc="-25"><a:latin typeface="Verdana"/><a:cs typeface="Verdana"/></a:rPr><a:t>7&quot;</a:t></a:r><a:endParaRPr sz="700"><a:latin typeface="Verdana"/><a:cs typeface="Verdana"/></a:endParaRPr></a:p></p:txBody></p:sp><p:grpSp><p:nvGrpSpPr><p:cNvPr id="105" name="object 105"/><p:cNvGrpSpPr/><p:nvPr/></p:nvGrpSpPr><p:grpSpPr><a:xfrm><a:off x="2773420" y="624500"/><a:ext cx="7435215" cy="361315"/><a:chOff x="2773420" y="624500"/><a:chExt cx="7435215" cy="361315"/></a:xfrm></p:grpSpPr><p:sp><p:nvSpPr><p:cNvPr id="106" name="object 106"/><p:cNvSpPr/><p:nvPr/></p:nvSpPr><p:spPr><a:xfrm><a:off x="2791119" y="729169"/><a:ext cx="7399655" cy="255904"/></a:xfrm><a:custGeom><a:avLst/><a:gdLst/><a:ahLst/><a:cxnLst/><a:rect l="l" t="t" r="r" b="b"/><a:pathLst><a:path w="7399655" h="255905"><a:moveTo><a:pt x="0" y="255909"/></a:moveTo><a:lnTo><a:pt x="0" y="39556"/></a:lnTo></a:path><a:path w="7399655" h="255905"><a:moveTo><a:pt x="0" y="39556"/></a:moveTo><a:lnTo><a:pt x="0" y="0"/></a:lnTo></a:path><a:path w="7399655" h="255905"><a:moveTo><a:pt x="7399456" y="255909"/></a:moveTo><a:lnTo><a:pt x="7399456" y="39556"/></a:lnTo></a:path><a:path w="7399655" h="255905"><a:moveTo><a:pt x="7399456" y="39556"/></a:moveTo><a:lnTo><a:pt x="7399456" y="11537"/></a:lnTo></a:path><a:path w="7399655" h="255905"><a:moveTo><a:pt x="7399456" y="11537"/></a:moveTo><a:lnTo><a:pt x="7399456" y="0"/></a:lnTo></a:path><a:path w="7399655" h="255905"><a:moveTo><a:pt x="0" y="39556"/></a:moveTo><a:lnTo><a:pt x="7399456" y="39556"/></a:lnTo></a:path></a:pathLst></a:custGeom><a:ln w="3175"><a:solidFill><a:srgbClr val="000000"/></a:solidFill></a:ln></p:spPr><p:txBody><a:bodyPr wrap="square" lIns="0" tIns="0" rIns="0" bIns="0" rtlCol="0"/><a:lstStyle/><a:p/></p:txBody></p:sp><p:sp><p:nvSpPr><p:cNvPr id="107" name="object 107"/><p:cNvSpPr/><p:nvPr/></p:nvSpPr><p:spPr><a:xfrm><a:off x="2782587" y="760194"/><a:ext cx="17145" cy="17145"/></a:xfrm><a:custGeom><a:avLst/><a:gdLst/><a:ahLst/><a:cxnLst/><a:rect l="l" t="t" r="r" b="b"/><a:pathLst><a:path w="17144" h="17145"><a:moveTo><a:pt x="17063" y="0"/></a:moveTo><a:lnTo><a:pt x="0" y="17064"/></a:lnTo></a:path></a:pathLst></a:custGeom><a:ln w="3175"><a:solidFill><a:srgbClr val="000000"/></a:solidFill></a:ln></p:spPr><p:txBody><a:bodyPr wrap="square" lIns="0" tIns="0" rIns="0" bIns="0" rtlCol="0"/><a:lstStyle/><a:p/></p:txBody></p:sp><p:sp><p:nvSpPr><p:cNvPr id="108" name="object 108"/><p:cNvSpPr/><p:nvPr/></p:nvSpPr><p:spPr><a:xfrm><a:off x="2774055" y="768726"/><a:ext cx="17145" cy="0"/></a:xfrm><a:custGeom><a:avLst/><a:gdLst/><a:ahLst/><a:cxnLst/><a:rect l="l" t="t" r="r" b="b"/><a:pathLst><a:path w="17144" h="0"><a:moveTo><a:pt x="17063" y="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09" name="object 109"/><p:cNvSpPr/><p:nvPr/></p:nvSpPr><p:spPr><a:xfrm><a:off x="10182043" y="760194"/><a:ext cx="17145" cy="17145"/></a:xfrm><a:custGeom><a:avLst/><a:gdLst/><a:ahLst/><a:cxnLst/><a:rect l="l" t="t" r="r" b="b"/><a:pathLst><a:path w="17145" h="17145"><a:moveTo><a:pt x="0" y="17064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10" name="object 110"/><p:cNvSpPr/><p:nvPr/></p:nvSpPr><p:spPr><a:xfrm><a:off x="10190575" y="768726"/><a:ext cx="17145" cy="0"/></a:xfrm><a:custGeom><a:avLst/><a:gdLst/><a:ahLst/><a:cxnLst/><a:rect l="l" t="t" r="r" b="b"/><a:pathLst><a:path w="17145" h="0"><a:moveTo><a:pt x="0" y="0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11" name="object 111"/><p:cNvSpPr/><p:nvPr/></p:nvSpPr><p:spPr><a:xfrm><a:off x="6297120" y="628628"/><a:ext cx="387985" cy="112395"/></a:xfrm><a:custGeom><a:avLst/><a:gdLst/><a:ahLst/><a:cxnLst/><a:rect l="l" t="t" r="r" b="b"/><a:pathLst><a:path w="387984" h="112395"><a:moveTo><a:pt x="0" y="0"/></a:moveTo><a:lnTo><a:pt x="387422" y="0"/></a:lnTo><a:lnTo><a:pt x="387422" y="112077"/></a:lnTo><a:lnTo><a:pt x="0" y="112077"/></a:lnTo><a:lnTo><a:pt x="0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12" name="object 112"/><p:cNvSpPr txBox="1"/><p:nvPr/></p:nvSpPr><p:spPr><a:xfrm><a:off x="6334836" y="615928"/><a:ext cx="31305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26&apos;-</a:t></a:r><a:r><a:rPr dirty="0" sz="700" spc="-25"><a:latin typeface="Verdana"/><a:cs typeface="Verdana"/></a:rPr><a:t>6&quot;</a:t></a:r><a:endParaRPr sz="700"><a:latin typeface="Verdana"/><a:cs typeface="Verdana"/></a:endParaRPr></a:p></p:txBody></p:sp><p:grpSp><p:nvGrpSpPr><p:cNvPr id="113" name="object 113"/><p:cNvGrpSpPr/><p:nvPr/></p:nvGrpSpPr><p:grpSpPr><a:xfrm><a:off x="2380612" y="1017307"/><a:ext cx="352425" cy="4643120"/><a:chOff x="2380612" y="1017307"/><a:chExt cx="352425" cy="4643120"/></a:xfrm></p:grpSpPr><p:sp><p:nvSpPr><p:cNvPr id="114" name="object 114"/><p:cNvSpPr/><p:nvPr/></p:nvSpPr><p:spPr><a:xfrm><a:off x="2485276" y="1035005"/><a:ext cx="247015" cy="4607560"/></a:xfrm><a:custGeom><a:avLst/><a:gdLst/><a:ahLst/><a:cxnLst/><a:rect l="l" t="t" r="r" b="b"/><a:pathLst><a:path w="247014" h="4607560"><a:moveTo><a:pt x="246732" y="0"/></a:moveTo><a:lnTo><a:pt x="39556" y="0"/></a:lnTo></a:path><a:path w="247014" h="4607560"><a:moveTo><a:pt x="39556" y="0"/></a:moveTo><a:lnTo><a:pt x="0" y="0"/></a:lnTo></a:path><a:path w="247014" h="4607560"><a:moveTo><a:pt x="246732" y="4607197"/></a:moveTo><a:lnTo><a:pt x="39556" y="4607197"/></a:lnTo></a:path><a:path w="247014" h="4607560"><a:moveTo><a:pt x="39556" y="4607197"/></a:moveTo><a:lnTo><a:pt x="0" y="4607197"/></a:lnTo></a:path><a:path w="247014" h="4607560"><a:moveTo><a:pt x="39556" y="0"/></a:moveTo><a:lnTo><a:pt x="39556" y="2109891"/></a:lnTo></a:path><a:path w="247014" h="4607560"><a:moveTo><a:pt x="39556" y="2497313"/></a:moveTo><a:lnTo><a:pt x="39556" y="4607197"/></a:lnTo></a:path><a:path w="247014" h="4607560"><a:moveTo><a:pt x="39556" y="2109891"/></a:moveTo><a:lnTo><a:pt x="39556" y="2497313"/></a:lnTo></a:path></a:pathLst></a:custGeom><a:ln w="3175"><a:solidFill><a:srgbClr val="000000"/></a:solidFill></a:ln></p:spPr><p:txBody><a:bodyPr wrap="square" lIns="0" tIns="0" rIns="0" bIns="0" rtlCol="0"/><a:lstStyle/><a:p/></p:txBody></p:sp><p:sp><p:nvSpPr><p:cNvPr id="115" name="object 115"/><p:cNvSpPr/><p:nvPr/></p:nvSpPr><p:spPr><a:xfrm><a:off x="2516300" y="1026473"/><a:ext cx="17145" cy="17145"/></a:xfrm><a:custGeom><a:avLst/><a:gdLst/><a:ahLst/><a:cxnLst/><a:rect l="l" t="t" r="r" b="b"/><a:pathLst><a:path w="17144" h="17144"><a:moveTo><a:pt x="17063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16" name="object 116"/><p:cNvSpPr/><p:nvPr/></p:nvSpPr><p:spPr><a:xfrm><a:off x="2524832" y="1017942"/><a:ext cx="0" cy="17145"/></a:xfrm><a:custGeom><a:avLst/><a:gdLst/><a:ahLst/><a:cxnLst/><a:rect l="l" t="t" r="r" b="b"/><a:pathLst><a:path w="0" h="17144"><a:moveTo><a:pt x="0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17" name="object 117"/><p:cNvSpPr/><p:nvPr/></p:nvSpPr><p:spPr><a:xfrm><a:off x="2516300" y="5633671"/><a:ext cx="17145" cy="17145"/></a:xfrm><a:custGeom><a:avLst/><a:gdLst/><a:ahLst/><a:cxnLst/><a:rect l="l" t="t" r="r" b="b"/><a:pathLst><a:path w="17144" h="17145"><a:moveTo><a:pt x="0" y="0"/></a:moveTo><a:lnTo><a:pt x="17063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118" name="object 118"/><p:cNvSpPr/><p:nvPr/></p:nvSpPr><p:spPr><a:xfrm><a:off x="2524832" y="5642202"/><a:ext cx="0" cy="17145"/></a:xfrm><a:custGeom><a:avLst/><a:gdLst/><a:ahLst/><a:cxnLst/><a:rect l="l" t="t" r="r" b="b"/><a:pathLst><a:path w="0" h="17145"><a:moveTo><a:pt x="0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119" name="object 119"/><p:cNvSpPr/><p:nvPr/></p:nvSpPr><p:spPr><a:xfrm><a:off x="2384740" y="3144895"/><a:ext cx="112395" cy="387985"/></a:xfrm><a:custGeom><a:avLst/><a:gdLst/><a:ahLst/><a:cxnLst/><a:rect l="l" t="t" r="r" b="b"/><a:pathLst><a:path w="112394" h="387985"><a:moveTo><a:pt x="0" y="387422"/></a:moveTo><a:lnTo><a:pt x="0" y="0"/></a:lnTo><a:lnTo><a:pt x="112077" y="0"/></a:lnTo><a:lnTo><a:pt x="112077" y="387422"/></a:lnTo><a:lnTo><a:pt x="0" y="387422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20" name="object 120"/><p:cNvSpPr txBox="1"/><p:nvPr/></p:nvSpPr><p:spPr><a:xfrm><a:off x="2371540" y="3182124"/><a:ext cx="139065" cy="313055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><a:latin typeface="Verdana"/><a:cs typeface="Verdana"/></a:rPr><a:t>16&apos;-</a:t></a:r><a:r><a:rPr dirty="0" sz="700" spc="-25"><a:latin typeface="Verdana"/><a:cs typeface="Verdana"/></a:rPr><a:t>6&quot;</a:t></a:r><a:endParaRPr sz="700"><a:latin typeface="Verdana"/><a:cs typeface="Verdana"/></a:endParaRPr></a:p></p:txBody></p:sp><p:grpSp><p:nvGrpSpPr><p:cNvPr id="121" name="object 121"/><p:cNvGrpSpPr/><p:nvPr/></p:nvGrpSpPr><p:grpSpPr><a:xfrm><a:off x="1969176" y="9903829"/><a:ext cx="9536430" cy="708660"/><a:chOff x="1969176" y="9903829"/><a:chExt cx="9536430" cy="708660"/></a:xfrm></p:grpSpPr><p:sp><p:nvSpPr><p:cNvPr id="122" name="object 122"/><p:cNvSpPr/><p:nvPr/></p:nvSpPr><p:spPr><a:xfrm><a:off x="10897476" y="9992791"/><a:ext cx="605790" cy="41275"/></a:xfrm><a:custGeom><a:avLst/><a:gdLst/><a:ahLst/><a:cxnLst/><a:rect l="l" t="t" r="r" b="b"/><a:pathLst><a:path w="605790" h="41275"><a:moveTo><a:pt x="605449" y="0"/></a:moveTo><a:lnTo><a:pt x="0" y="40875"/></a:lnTo></a:path></a:pathLst></a:custGeom><a:ln w="3878"><a:solidFill><a:srgbClr val="000000"/></a:solidFill></a:ln></p:spPr><p:txBody><a:bodyPr wrap="square" lIns="0" tIns="0" rIns="0" bIns="0" rtlCol="0"/><a:lstStyle/><a:p/></p:txBody></p:sp><p:sp><p:nvSpPr><p:cNvPr id="123" name="object 123"/><p:cNvSpPr/><p:nvPr/></p:nvSpPr><p:spPr><a:xfrm><a:off x="2091004" y="9930984"/><a:ext cx="678180" cy="654050"/></a:xfrm><a:custGeom><a:avLst/><a:gdLst/><a:ahLst/><a:cxnLst/><a:rect l="l" t="t" r="r" b="b"/><a:pathLst><a:path w="678180" h="654050"><a:moveTo><a:pt x="677659" y="646010"/></a:moveTo><a:lnTo><a:pt x="50406" y="646010"/></a:lnTo><a:lnTo><a:pt x="50406" y="382917"/></a:lnTo><a:lnTo><a:pt x="42659" y="382917"/></a:lnTo><a:lnTo><a:pt x="42659" y="646010"/></a:lnTo><a:lnTo><a:pt x="0" y="646010"/></a:lnTo><a:lnTo><a:pt x="0" y="653770"/></a:lnTo><a:lnTo><a:pt x="46532" y="653770"/></a:lnTo><a:lnTo><a:pt x="677659" y="653770"/></a:lnTo><a:lnTo><a:pt x="677659" y="646010"/></a:lnTo><a:close/></a:path><a:path w="678180" h="654050"><a:moveTo><a:pt x="677659" y="0"/></a:moveTo><a:lnTo><a:pt x="46532" y="0"/></a:lnTo><a:lnTo><a:pt x="0" y="0"/></a:lnTo><a:lnTo><a:pt x="0" y="7759"/></a:lnTo><a:lnTo><a:pt x="42659" y="7759"/></a:lnTo><a:lnTo><a:pt x="42659" y="270840"/></a:lnTo><a:lnTo><a:pt x="50406" y="270840"/></a:lnTo><a:lnTo><a:pt x="50406" y="7759"/></a:lnTo><a:lnTo><a:pt x="677659" y="7759"/></a:lnTo><a:lnTo><a:pt x="677659" y="0"/></a:lnTo><a:close/></a:path></a:pathLst></a:custGeom><a:solidFill><a:srgbClr val="000000"/></a:solidFill></p:spPr><p:txBody><a:bodyPr wrap="square" lIns="0" tIns="0" rIns="0" bIns="0" rtlCol="0"/><a:lstStyle/><a:p/></p:txBody></p:sp><p:sp><p:nvSpPr><p:cNvPr id="124" name="object 124"/><p:cNvSpPr/><p:nvPr/></p:nvSpPr><p:spPr><a:xfrm><a:off x="2122029" y="10565356"/><a:ext cx="31115" cy="31115"/></a:xfrm><a:custGeom><a:avLst/><a:gdLst/><a:ahLst/><a:cxnLst/><a:rect l="l" t="t" r="r" b="b"/><a:pathLst><a:path w="31114" h="31115"><a:moveTo><a:pt x="0" y="0"/></a:moveTo><a:lnTo><a:pt x="31024" y="31024"/></a:lnTo></a:path></a:pathLst></a:custGeom><a:ln w="15512"><a:solidFill><a:srgbClr val="000000"/></a:solidFill></a:ln></p:spPr><p:txBody><a:bodyPr wrap="square" lIns="0" tIns="0" rIns="0" bIns="0" rtlCol="0"/><a:lstStyle/><a:p/></p:txBody></p:sp><p:sp><p:nvSpPr><p:cNvPr id="125" name="object 125"/><p:cNvSpPr/><p:nvPr/></p:nvSpPr><p:spPr><a:xfrm><a:off x="2133663" y="10580869"/><a:ext cx="8255" cy="31115"/></a:xfrm><a:custGeom><a:avLst/><a:gdLst/><a:ahLst/><a:cxnLst/><a:rect l="l" t="t" r="r" b="b"/><a:pathLst><a:path w="8255" h="31115"><a:moveTo><a:pt x="7756" y="31024"/></a:moveTo><a:lnTo><a:pt x="0" y="31024"/></a:lnTo><a:lnTo><a:pt x="0" y="0"/></a:lnTo><a:lnTo><a:pt x="7756" y="0"/></a:lnTo><a:lnTo><a:pt x="7756" y="31024"/></a:lnTo><a:close/></a:path></a:pathLst></a:custGeom><a:solidFill><a:srgbClr val="000000"/></a:solidFill></p:spPr><p:txBody><a:bodyPr wrap="square" lIns="0" tIns="0" rIns="0" bIns="0" rtlCol="0"/><a:lstStyle/><a:p/></p:txBody></p:sp><p:sp><p:nvSpPr><p:cNvPr id="126" name="object 126"/><p:cNvSpPr/><p:nvPr/></p:nvSpPr><p:spPr><a:xfrm><a:off x="2122029" y="9919342"/><a:ext cx="31115" cy="31115"/></a:xfrm><a:custGeom><a:avLst/><a:gdLst/><a:ahLst/><a:cxnLst/><a:rect l="l" t="t" r="r" b="b"/><a:pathLst><a:path w="31114" h="31115"><a:moveTo><a:pt x="31024" y="31024"/></a:moveTo><a:lnTo><a:pt x="0" y="0"/></a:lnTo></a:path></a:pathLst></a:custGeom><a:ln w="15512"><a:solidFill><a:srgbClr val="000000"/></a:solidFill></a:ln></p:spPr><p:txBody><a:bodyPr wrap="square" lIns="0" tIns="0" rIns="0" bIns="0" rtlCol="0"/><a:lstStyle/><a:p/></p:txBody></p:sp><p:sp><p:nvSpPr><p:cNvPr id="127" name="object 127"/><p:cNvSpPr/><p:nvPr/></p:nvSpPr><p:spPr><a:xfrm><a:off x="2133663" y="9903829"/><a:ext cx="8255" cy="31115"/></a:xfrm><a:custGeom><a:avLst/><a:gdLst/><a:ahLst/><a:cxnLst/><a:rect l="l" t="t" r="r" b="b"/><a:pathLst><a:path w="8255" h="31115"><a:moveTo><a:pt x="7756" y="31024"/></a:moveTo><a:lnTo><a:pt x="0" y="31024"/></a:lnTo><a:lnTo><a:pt x="0" y="0"/></a:lnTo><a:lnTo><a:pt x="7756" y="0"/></a:lnTo><a:lnTo><a:pt x="7756" y="31024"/></a:lnTo><a:close/></a:path></a:pathLst></a:custGeom><a:solidFill><a:srgbClr val="000000"/></a:solidFill></p:spPr><p:txBody><a:bodyPr wrap="square" lIns="0" tIns="0" rIns="0" bIns="0" rtlCol="0"/><a:lstStyle/><a:p/></p:txBody></p:sp><p:sp><p:nvSpPr><p:cNvPr id="128" name="object 128"/><p:cNvSpPr/><p:nvPr/></p:nvSpPr><p:spPr><a:xfrm><a:off x="1973304" y="10201821"/><a:ext cx="328930" cy="112395"/></a:xfrm><a:custGeom><a:avLst/><a:gdLst/><a:ahLst/><a:cxnLst/><a:rect l="l" t="t" r="r" b="b"/><a:pathLst><a:path w="328930" h="112395"><a:moveTo><a:pt x="0" y="0"/></a:moveTo><a:lnTo><a:pt x="328475" y="0"/></a:lnTo><a:lnTo><a:pt x="328475" y="112077"/></a:lnTo><a:lnTo><a:pt x="0" y="112077"/></a:lnTo><a:lnTo><a:pt x="0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29" name="object 129"/><p:cNvSpPr txBox="1"/><p:nvPr/></p:nvSpPr><p:spPr><a:xfrm><a:off x="1973304" y="10201822"/><a:ext cx="328930" cy="112395"/></a:xfrm><a:prstGeom prst="rect"><a:avLst/></a:prstGeom><a:solidFill><a:srgbClr val="FFFFFF"/></a:solidFill></p:spPr><p:txBody><a:bodyPr wrap="square" lIns="0" tIns="3810" rIns="0" bIns="0" rtlCol="0" vert="horz"><a:spAutoFit/></a:bodyPr><a:lstStyle/><a:p><a:pPr marL="49530"><a:lnSpc><a:spcPct val="100000"/></a:lnSpc><a:spcBef><a:spcPts val="30"/></a:spcBef></a:pPr><a:r><a:rPr dirty="0" sz="700"><a:latin typeface="Verdana"/><a:cs typeface="Verdana"/></a:rPr><a:t>2&apos;-</a:t></a:r><a:r><a:rPr dirty="0" sz="700" spc="-25"><a:latin typeface="Verdana"/><a:cs typeface="Verdana"/></a:rPr><a:t>4&quot;</a:t></a:r><a:endParaRPr sz="700"><a:latin typeface="Verdana"/><a:cs typeface="Verdana"/></a:endParaRPr></a:p></p:txBody></p:sp><p:grpSp><p:nvGrpSpPr><p:cNvPr id="130" name="object 130"/><p:cNvGrpSpPr/><p:nvPr/></p:nvGrpSpPr><p:grpSpPr><a:xfrm><a:off x="1260616" y="10549844"/><a:ext cx="1508125" cy="481330"/><a:chOff x="1260616" y="10549844"/><a:chExt cx="1508125" cy="481330"/></a:xfrm></p:grpSpPr><p:sp><p:nvSpPr><p:cNvPr id="131" name="object 131"/><p:cNvSpPr/><p:nvPr/></p:nvSpPr><p:spPr><a:xfrm><a:off x="2224125" y="10576995"/><a:ext cx="544830" cy="292735"/></a:xfrm><a:custGeom><a:avLst/><a:gdLst/><a:ahLst/><a:cxnLst/><a:rect l="l" t="t" r="r" b="b"/><a:pathLst><a:path w="544830" h="292734"><a:moveTo><a:pt x="544537" y="0"/></a:moveTo><a:lnTo><a:pt x="46532" y="0"/></a:lnTo><a:lnTo><a:pt x="0" y="0"/></a:lnTo><a:lnTo><a:pt x="0" y="7759"/></a:lnTo><a:lnTo><a:pt x="42659" y="7759"/></a:lnTo><a:lnTo><a:pt x="42659" y="284416"/></a:lnTo><a:lnTo><a:pt x="0" y="284416"/></a:lnTo><a:lnTo><a:pt x="0" y="292176"/></a:lnTo><a:lnTo><a:pt x="46532" y="292176"/></a:lnTo><a:lnTo><a:pt x="544537" y="292176"/></a:lnTo><a:lnTo><a:pt x="544537" y="284416"/></a:lnTo><a:lnTo><a:pt x="50419" y="284416"/></a:lnTo><a:lnTo><a:pt x="50419" y="7759"/></a:lnTo><a:lnTo><a:pt x="544537" y="7759"/></a:lnTo><a:lnTo><a:pt x="544537" y="0"/></a:lnTo><a:close/></a:path></a:pathLst></a:custGeom><a:solidFill><a:srgbClr val="000000"/></a:solidFill></p:spPr><p:txBody><a:bodyPr wrap="square" lIns="0" tIns="0" rIns="0" bIns="0" rtlCol="0"/><a:lstStyle/><a:p/></p:txBody></p:sp><p:sp><p:nvSpPr><p:cNvPr id="132" name="object 132"/><p:cNvSpPr/><p:nvPr/></p:nvSpPr><p:spPr><a:xfrm><a:off x="2255157" y="10849777"/><a:ext cx="31115" cy="31115"/></a:xfrm><a:custGeom><a:avLst/><a:gdLst/><a:ahLst/><a:cxnLst/><a:rect l="l" t="t" r="r" b="b"/><a:pathLst><a:path w="31114" h="31115"><a:moveTo><a:pt x="0" y="0"/></a:moveTo><a:lnTo><a:pt x="31024" y="31024"/></a:lnTo></a:path></a:pathLst></a:custGeom><a:ln w="15512"><a:solidFill><a:srgbClr val="000000"/></a:solidFill></a:ln></p:spPr><p:txBody><a:bodyPr wrap="square" lIns="0" tIns="0" rIns="0" bIns="0" rtlCol="0"/><a:lstStyle/><a:p/></p:txBody></p:sp><p:sp><p:nvSpPr><p:cNvPr id="133" name="object 133"/><p:cNvSpPr/><p:nvPr/></p:nvSpPr><p:spPr><a:xfrm><a:off x="2266791" y="10865289"/><a:ext cx="8255" cy="31115"/></a:xfrm><a:custGeom><a:avLst/><a:gdLst/><a:ahLst/><a:cxnLst/><a:rect l="l" t="t" r="r" b="b"/><a:pathLst><a:path w="8255" h="31115"><a:moveTo><a:pt x="7756" y="31024"/></a:moveTo><a:lnTo><a:pt x="0" y="31024"/></a:lnTo><a:lnTo><a:pt x="0" y="0"/></a:lnTo><a:lnTo><a:pt x="7756" y="0"/></a:lnTo><a:lnTo><a:pt x="7756" y="31024"/></a:lnTo><a:close/></a:path></a:pathLst></a:custGeom><a:solidFill><a:srgbClr val="000000"/></a:solidFill></p:spPr><p:txBody><a:bodyPr wrap="square" lIns="0" tIns="0" rIns="0" bIns="0" rtlCol="0"/><a:lstStyle/><a:p/></p:txBody></p:sp><p:sp><p:nvSpPr><p:cNvPr id="134" name="object 134"/><p:cNvSpPr/><p:nvPr/></p:nvSpPr><p:spPr><a:xfrm><a:off x="2255157" y="10565356"/><a:ext cx="31115" cy="31115"/></a:xfrm><a:custGeom><a:avLst/><a:gdLst/><a:ahLst/><a:cxnLst/><a:rect l="l" t="t" r="r" b="b"/><a:pathLst><a:path w="31114" h="31115"><a:moveTo><a:pt x="31024" y="31024"/></a:moveTo><a:lnTo><a:pt x="0" y="0"/></a:lnTo></a:path></a:pathLst></a:custGeom><a:ln w="15512"><a:solidFill><a:srgbClr val="000000"/></a:solidFill></a:ln></p:spPr><p:txBody><a:bodyPr wrap="square" lIns="0" tIns="0" rIns="0" bIns="0" rtlCol="0"/><a:lstStyle/><a:p/></p:txBody></p:sp><p:sp><p:nvSpPr><p:cNvPr id="135" name="object 135"/><p:cNvSpPr/><p:nvPr/></p:nvSpPr><p:spPr><a:xfrm><a:off x="2266791" y="10549844"/><a:ext cx="8255" cy="31115"/></a:xfrm><a:custGeom><a:avLst/><a:gdLst/><a:ahLst/><a:cxnLst/><a:rect l="l" t="t" r="r" b="b"/><a:pathLst><a:path w="8255" h="31115"><a:moveTo><a:pt x="7756" y="31024"/></a:moveTo><a:lnTo><a:pt x="0" y="31024"/></a:lnTo><a:lnTo><a:pt x="0" y="0"/></a:lnTo><a:lnTo><a:pt x="7756" y="0"/></a:lnTo><a:lnTo><a:pt x="7756" y="31024"/></a:lnTo><a:close/></a:path></a:pathLst></a:custGeom><a:solidFill><a:srgbClr val="000000"/></a:solidFill></p:spPr><p:txBody><a:bodyPr wrap="square" lIns="0" tIns="0" rIns="0" bIns="0" rtlCol="0"/><a:lstStyle/><a:p/></p:txBody></p:sp><p:sp><p:nvSpPr><p:cNvPr id="136" name="object 136"/><p:cNvSpPr/><p:nvPr/></p:nvSpPr><p:spPr><a:xfrm><a:off x="1737623" y="10723118"/><a:ext cx="518159" cy="196215"/></a:xfrm><a:custGeom><a:avLst/><a:gdLst/><a:ahLst/><a:cxnLst/><a:rect l="l" t="t" r="r" b="b"/><a:pathLst><a:path w="518160" h="196215"><a:moveTo><a:pt x="517548" y="0"/></a:moveTo><a:lnTo><a:pt x="441655" y="1591"/></a:lnTo><a:lnTo><a:pt x="371674" y="5463"/></a:lnTo><a:lnTo><a:pt x="307632" y="11605"/></a:lnTo><a:lnTo><a:pt x="249557" y="20007"/></a:lnTo><a:lnTo><a:pt x="197478" y="30659"/></a:lnTo><a:lnTo><a:pt x="151421" y="43550"/></a:lnTo><a:lnTo><a:pt x="111415" y="58670"/></a:lnTo><a:lnTo><a:pt x="77487" y="76008"/></a:lnTo><a:lnTo><a:pt x="27978" y="117298"/></a:lnTo><a:lnTo><a:pt x="3118" y="167337"/></a:lnTo><a:lnTo><a:pt x="0" y="195611"/></a:lnTo></a:path></a:pathLst></a:custGeom><a:ln w="7756"><a:solidFill><a:srgbClr val="000000"/></a:solidFill></a:ln></p:spPr><p:txBody><a:bodyPr wrap="square" lIns="0" tIns="0" rIns="0" bIns="0" rtlCol="0"/><a:lstStyle/><a:p/></p:txBody></p:sp><p:sp><p:nvSpPr><p:cNvPr id="137" name="object 137"/><p:cNvSpPr/><p:nvPr/></p:nvSpPr><p:spPr><a:xfrm><a:off x="2255157" y="10707528"/><a:ext cx="31115" cy="31115"/></a:xfrm><a:custGeom><a:avLst/><a:gdLst/><a:ahLst/><a:cxnLst/><a:rect l="l" t="t" r="r" b="b"/><a:pathLst><a:path w="31114" h="31115"><a:moveTo><a:pt x="24075" y="31024"/></a:moveTo><a:lnTo><a:pt x="6941" y="31024"/></a:lnTo><a:lnTo><a:pt x="0" y="24121"/></a:lnTo><a:lnTo><a:pt x="0" y="15512"/></a:lnTo><a:lnTo><a:pt x="0" y="6980"/></a:lnTo><a:lnTo><a:pt x="6941" y="0"/></a:lnTo><a:lnTo><a:pt x="24075" y="0"/></a:lnTo><a:lnTo><a:pt x="31024" y="6980"/></a:lnTo><a:lnTo><a:pt x="31024" y="24121"/></a:lnTo><a:lnTo><a:pt x="24075" y="31024"/></a:lnTo><a:close/></a:path></a:pathLst></a:custGeom><a:solidFill><a:srgbClr val="000000"/></a:solidFill></p:spPr><p:txBody><a:bodyPr wrap="square" lIns="0" tIns="0" rIns="0" bIns="0" rtlCol="0"/><a:lstStyle/><a:p/></p:txBody></p:sp><p:sp><p:nvSpPr><p:cNvPr id="138" name="object 138"/><p:cNvSpPr/><p:nvPr/></p:nvSpPr><p:spPr><a:xfrm><a:off x="2255157" y="10707528"/><a:ext cx="31115" cy="31115"/></a:xfrm><a:custGeom><a:avLst/><a:gdLst/><a:ahLst/><a:cxnLst/><a:rect l="l" t="t" r="r" b="b"/><a:pathLst><a:path w="31114" h="31115"><a:moveTo><a:pt x="0" y="15512"/></a:moveTo><a:lnTo><a:pt x="0" y="6980"/></a:lnTo><a:lnTo><a:pt x="6941" y="0"/></a:lnTo><a:lnTo><a:pt x="15512" y="0"/></a:lnTo><a:lnTo><a:pt x="24075" y="0"/></a:lnTo><a:lnTo><a:pt x="31024" y="6980"/></a:lnTo><a:lnTo><a:pt x="31024" y="15512"/></a:lnTo><a:lnTo><a:pt x="31024" y="24121"/></a:lnTo><a:lnTo><a:pt x="24075" y="31024"/></a:lnTo><a:lnTo><a:pt x="15512" y="31024"/></a:lnTo><a:lnTo><a:pt x="6941" y="31024"/></a:lnTo><a:lnTo><a:pt x="0" y="24121"/></a:lnTo><a:lnTo><a:pt x="0" y="15512"/></a:lnTo></a:path></a:pathLst></a:custGeom><a:ln w="7756"><a:solidFill><a:srgbClr val="000000"/></a:solidFill></a:ln></p:spPr><p:txBody><a:bodyPr wrap="square" lIns="0" tIns="0" rIns="0" bIns="0" rtlCol="0"/><a:lstStyle/><a:p/></p:txBody></p:sp><p:sp><p:nvSpPr><p:cNvPr id="139" name="object 139"/><p:cNvSpPr/><p:nvPr/></p:nvSpPr><p:spPr><a:xfrm><a:off x="1260616" y="10918728"/><a:ext cx="954405" cy="112395"/></a:xfrm><a:custGeom><a:avLst/><a:gdLst/><a:ahLst/><a:cxnLst/><a:rect l="l" t="t" r="r" b="b"/><a:pathLst><a:path w="954405" h="112395"><a:moveTo><a:pt x="954013" y="112077"/></a:moveTo><a:lnTo><a:pt x="0" y="112077"/></a:lnTo><a:lnTo><a:pt x="0" y="0"/></a:lnTo><a:lnTo><a:pt x="954013" y="0"/></a:lnTo><a:lnTo><a:pt x="954013" y="112077"/></a:lnTo><a:close/></a:path></a:pathLst></a:custGeom><a:solidFill><a:srgbClr val="FFFFFF"/></a:solidFill></p:spPr><p:txBody><a:bodyPr wrap="square" lIns="0" tIns="0" rIns="0" bIns="0" rtlCol="0"/><a:lstStyle/><a:p/></p:txBody></p:sp></p:grpSp><p:sp><p:nvSpPr><p:cNvPr id="140" name="object 140"/><p:cNvSpPr txBox="1"/><p:nvPr/></p:nvSpPr><p:spPr><a:xfrm><a:off x="1260616" y="10918728"/><a:ext cx="954405" cy="112395"/></a:xfrm><a:prstGeom prst="rect"><a:avLst/></a:prstGeom><a:ln w="7756"><a:solidFill><a:srgbClr val="000000"/></a:solidFill></a:ln></p:spPr><p:txBody><a:bodyPr wrap="square" lIns="0" tIns="3810" rIns="0" bIns="0" rtlCol="0" vert="horz"><a:spAutoFit/></a:bodyPr><a:lstStyle/><a:p><a:pPr marL="50165"><a:lnSpc><a:spcPct val="100000"/></a:lnSpc><a:spcBef><a:spcPts val="30"/></a:spcBef></a:pPr><a:r><a:rPr dirty="0" sz="700"><a:latin typeface="Verdana"/><a:cs typeface="Verdana"/></a:rPr><a:t>1&apos;-0&quot;</a:t></a:r><a:r><a:rPr dirty="0" sz="700" spc="75"><a:latin typeface="Verdana"/><a:cs typeface="Verdana"/></a:rPr><a:t> </a:t></a:r><a:r><a:rPr dirty="0" sz="700" spc="-10"><a:latin typeface="Verdana"/><a:cs typeface="Verdana"/></a:rPr><a:t>EMBEDMENT</a:t></a:r><a:endParaRPr sz="700"><a:latin typeface="Verdana"/><a:cs typeface="Verdana"/></a:endParaRPr></a:p></p:txBody></p:sp><p:grpSp><p:nvGrpSpPr><p:cNvPr id="141" name="object 141"/><p:cNvGrpSpPr/><p:nvPr/></p:nvGrpSpPr><p:grpSpPr><a:xfrm><a:off x="10212990" y="9873175"/><a:ext cx="396875" cy="239395"/><a:chOff x="10212990" y="9873175"/><a:chExt cx="396875" cy="239395"/></a:xfrm></p:grpSpPr><p:sp><p:nvSpPr><p:cNvPr id="142" name="object 142"/><p:cNvSpPr/><p:nvPr/></p:nvSpPr><p:spPr><a:xfrm><a:off x="10212984" y="9930984"/><a:ext cx="303530" cy="154940"/></a:xfrm><a:custGeom><a:avLst/><a:gdLst/><a:ahLst/><a:cxnLst/><a:rect l="l" t="t" r="r" b="b"/><a:pathLst><a:path w="303529" h="154940"><a:moveTo><a:pt x="303263" y="0"/></a:moveTo><a:lnTo><a:pt x="256730" y="0"/></a:lnTo><a:lnTo><a:pt x="0" y="0"/></a:lnTo><a:lnTo><a:pt x="0" y="7759"/></a:lnTo><a:lnTo><a:pt x="252857" y="7759"/></a:lnTo><a:lnTo><a:pt x="252857" y="146596"/></a:lnTo><a:lnTo><a:pt x="0" y="146596"/></a:lnTo><a:lnTo><a:pt x="0" y="154343"/></a:lnTo><a:lnTo><a:pt x="256730" y="154343"/></a:lnTo><a:lnTo><a:pt x="303263" y="154343"/></a:lnTo><a:lnTo><a:pt x="303263" y="146596"/></a:lnTo><a:lnTo><a:pt x="260604" y="146596"/></a:lnTo><a:lnTo><a:pt x="260604" y="7759"/></a:lnTo><a:lnTo><a:pt x="303263" y="7759"/></a:lnTo><a:lnTo><a:pt x="303263" y="0"/></a:lnTo><a:close/></a:path></a:pathLst></a:custGeom><a:solidFill><a:srgbClr val="000000"/></a:solidFill></p:spPr><p:txBody><a:bodyPr wrap="square" lIns="0" tIns="0" rIns="0" bIns="0" rtlCol="0"/><a:lstStyle/><a:p/></p:txBody></p:sp><p:sp><p:nvSpPr><p:cNvPr id="143" name="object 143"/><p:cNvSpPr/><p:nvPr/></p:nvSpPr><p:spPr><a:xfrm><a:off x="10454208" y="10065934"/><a:ext cx="31115" cy="31115"/></a:xfrm><a:custGeom><a:avLst/><a:gdLst/><a:ahLst/><a:cxnLst/><a:rect l="l" t="t" r="r" b="b"/><a:pathLst><a:path w="31115" h="31115"><a:moveTo><a:pt x="0" y="0"/></a:moveTo><a:lnTo><a:pt x="31024" y="31024"/></a:lnTo></a:path></a:pathLst></a:custGeom><a:ln w="15512"><a:solidFill><a:srgbClr val="000000"/></a:solidFill></a:ln></p:spPr><p:txBody><a:bodyPr wrap="square" lIns="0" tIns="0" rIns="0" bIns="0" rtlCol="0"/><a:lstStyle/><a:p/></p:txBody></p:sp><p:sp><p:nvSpPr><p:cNvPr id="144" name="object 144"/><p:cNvSpPr/><p:nvPr/></p:nvSpPr><p:spPr><a:xfrm><a:off x="10465843" y="10081446"/><a:ext cx="8255" cy="31115"/></a:xfrm><a:custGeom><a:avLst/><a:gdLst/><a:ahLst/><a:cxnLst/><a:rect l="l" t="t" r="r" b="b"/><a:pathLst><a:path w="8254" h="31115"><a:moveTo><a:pt x="7756" y="31024"/></a:moveTo><a:lnTo><a:pt x="0" y="31024"/></a:lnTo><a:lnTo><a:pt x="0" y="0"/></a:lnTo><a:lnTo><a:pt x="7756" y="0"/></a:lnTo><a:lnTo><a:pt x="7756" y="31024"/></a:lnTo><a:close/></a:path></a:pathLst></a:custGeom><a:solidFill><a:srgbClr val="000000"/></a:solidFill></p:spPr><p:txBody><a:bodyPr wrap="square" lIns="0" tIns="0" rIns="0" bIns="0" rtlCol="0"/><a:lstStyle/><a:p/></p:txBody></p:sp><p:sp><p:nvSpPr><p:cNvPr id="145" name="object 145"/><p:cNvSpPr/><p:nvPr/></p:nvSpPr><p:spPr><a:xfrm><a:off x="10454208" y="9919341"/><a:ext cx="31115" cy="31115"/></a:xfrm><a:custGeom><a:avLst/><a:gdLst/><a:ahLst/><a:cxnLst/><a:rect l="l" t="t" r="r" b="b"/><a:pathLst><a:path w="31115" h="31115"><a:moveTo><a:pt x="31024" y="31024"/></a:moveTo><a:lnTo><a:pt x="0" y="0"/></a:lnTo></a:path></a:pathLst></a:custGeom><a:ln w="15512"><a:solidFill><a:srgbClr val="000000"/></a:solidFill></a:ln></p:spPr><p:txBody><a:bodyPr wrap="square" lIns="0" tIns="0" rIns="0" bIns="0" rtlCol="0"/><a:lstStyle/><a:p/></p:txBody></p:sp><p:sp><p:nvSpPr><p:cNvPr id="146" name="object 146"/><p:cNvSpPr/><p:nvPr/></p:nvSpPr><p:spPr><a:xfrm><a:off x="10465843" y="9903829"/><a:ext cx="8255" cy="31115"/></a:xfrm><a:custGeom><a:avLst/><a:gdLst/><a:ahLst/><a:cxnLst/><a:rect l="l" t="t" r="r" b="b"/><a:pathLst><a:path w="8254" h="31115"><a:moveTo><a:pt x="7756" y="31024"/></a:moveTo><a:lnTo><a:pt x="0" y="31024"/></a:lnTo><a:lnTo><a:pt x="0" y="0"/></a:lnTo><a:lnTo><a:pt x="7756" y="0"/></a:lnTo><a:lnTo><a:pt x="7756" y="31024"/></a:lnTo><a:close/></a:path></a:pathLst></a:custGeom><a:solidFill><a:srgbClr val="000000"/></a:solidFill></p:spPr><p:txBody><a:bodyPr wrap="square" lIns="0" tIns="0" rIns="0" bIns="0" rtlCol="0"/><a:lstStyle/><a:p/></p:txBody></p:sp><p:sp><p:nvSpPr><p:cNvPr id="147" name="object 147"/><p:cNvSpPr/><p:nvPr/></p:nvSpPr><p:spPr><a:xfrm><a:off x="10485156" y="9877303"/><a:ext cx="120650" cy="130810"/></a:xfrm><a:custGeom><a:avLst/><a:gdLst/><a:ahLst/><a:cxnLst/><a:rect l="l" t="t" r="r" b="b"/><a:pathLst><a:path w="120650" h="130809"><a:moveTo><a:pt x="0" y="130381"/></a:moveTo><a:lnTo><a:pt x="52201" y="119335"/></a:lnTo><a:lnTo><a:pt x="89758" y="93782"/></a:lnTo><a:lnTo><a:pt x="112452" y="53933"/></a:lnTo><a:lnTo><a:pt x="120066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48" name="object 148"/><p:cNvSpPr/><p:nvPr/></p:nvSpPr><p:spPr><a:xfrm><a:off x="10454208" y="9992638"/><a:ext cx="31115" cy="31115"/></a:xfrm><a:custGeom><a:avLst/><a:gdLst/><a:ahLst/><a:cxnLst/><a:rect l="l" t="t" r="r" b="b"/><a:pathLst><a:path w="31115" h="31115"><a:moveTo><a:pt x="24044" y="31024"/></a:moveTo><a:lnTo><a:pt x="6903" y="31024"/></a:lnTo><a:lnTo><a:pt x="0" y="24044"/></a:lnTo><a:lnTo><a:pt x="0" y="15512"/></a:lnTo><a:lnTo><a:pt x="0" y="6903"/></a:lnTo><a:lnTo><a:pt x="6903" y="0"/></a:lnTo><a:lnTo><a:pt x="24044" y="0"/></a:lnTo><a:lnTo><a:pt x="31024" y="6903"/></a:lnTo><a:lnTo><a:pt x="31024" y="24044"/></a:lnTo><a:lnTo><a:pt x="24044" y="31024"/></a:lnTo><a:close/></a:path></a:pathLst></a:custGeom><a:solidFill><a:srgbClr val="000000"/></a:solidFill></p:spPr><p:txBody><a:bodyPr wrap="square" lIns="0" tIns="0" rIns="0" bIns="0" rtlCol="0"/><a:lstStyle/><a:p/></p:txBody></p:sp><p:sp><p:nvSpPr><p:cNvPr id="149" name="object 149"/><p:cNvSpPr/><p:nvPr/></p:nvSpPr><p:spPr><a:xfrm><a:off x="10454208" y="9992638"/><a:ext cx="31115" cy="31115"/></a:xfrm><a:custGeom><a:avLst/><a:gdLst/><a:ahLst/><a:cxnLst/><a:rect l="l" t="t" r="r" b="b"/><a:pathLst><a:path w="31115" h="31115"><a:moveTo><a:pt x="0" y="15512"/></a:moveTo><a:lnTo><a:pt x="0" y="6903"/></a:lnTo><a:lnTo><a:pt x="6903" y="0"/></a:lnTo><a:lnTo><a:pt x="15512" y="0"/></a:lnTo><a:lnTo><a:pt x="24044" y="0"/></a:lnTo><a:lnTo><a:pt x="31024" y="6903"/></a:lnTo><a:lnTo><a:pt x="31024" y="15512"/></a:lnTo><a:lnTo><a:pt x="31024" y="24044"/></a:lnTo><a:lnTo><a:pt x="24044" y="31024"/></a:lnTo><a:lnTo><a:pt x="15512" y="31024"/></a:lnTo><a:lnTo><a:pt x="6903" y="31024"/></a:lnTo><a:lnTo><a:pt x="0" y="24044"/></a:lnTo><a:lnTo><a:pt x="0" y="15512"/></a:lnTo></a:path></a:pathLst></a:custGeom><a:ln w="7756"><a:solidFill><a:srgbClr val="000000"/></a:solidFill></a:ln></p:spPr><p:txBody><a:bodyPr wrap="square" lIns="0" tIns="0" rIns="0" bIns="0" rtlCol="0"/><a:lstStyle/><a:p/></p:txBody></p:sp></p:grpSp><p:sp><p:nvSpPr><p:cNvPr id="150" name="object 150"/><p:cNvSpPr txBox="1"/><p:nvPr/></p:nvSpPr><p:spPr><a:xfrm><a:off x="10504003" y="9765224"/><a:ext cx="202565" cy="112395"/></a:xfrm><a:prstGeom prst="rect"><a:avLst/></a:prstGeom><a:solidFill><a:srgbClr val="FFFFFF"/></a:solidFill><a:ln w="7756"><a:solidFill><a:srgbClr val="000000"/></a:solidFill></a:ln></p:spPr><p:txBody><a:bodyPr wrap="square" lIns="0" tIns="3810" rIns="0" bIns="0" rtlCol="0" vert="horz"><a:spAutoFit/></a:bodyPr><a:lstStyle/><a:p><a:pPr marL="49530"><a:lnSpc><a:spcPct val="100000"/></a:lnSpc><a:spcBef><a:spcPts val="30"/></a:spcBef></a:pPr><a:r><a:rPr dirty="0" sz="700" spc="-25"><a:latin typeface="Verdana"/><a:cs typeface="Verdana"/></a:rPr><a:t>6&quot;</a:t></a:r><a:endParaRPr sz="700"><a:latin typeface="Verdana"/><a:cs typeface="Verdana"/></a:endParaRPr></a:p></p:txBody></p:sp><p:grpSp><p:nvGrpSpPr><p:cNvPr id="151" name="object 151"/><p:cNvGrpSpPr/><p:nvPr/></p:nvGrpSpPr><p:grpSpPr><a:xfrm><a:off x="10212990" y="10050422"/><a:ext cx="1059815" cy="846455"/><a:chOff x="10212990" y="10050422"/><a:chExt cx="1059815" cy="846455"/></a:xfrm></p:grpSpPr><p:sp><p:nvSpPr><p:cNvPr id="152" name="object 152"/><p:cNvSpPr/><p:nvPr/></p:nvSpPr><p:spPr><a:xfrm><a:off x="10212984" y="10077581"/><a:ext cx="280035" cy="791845"/></a:xfrm><a:custGeom><a:avLst/><a:gdLst/><a:ahLst/><a:cxnLst/><a:rect l="l" t="t" r="r" b="b"/><a:pathLst><a:path w="280034" h="791845"><a:moveTo><a:pt x="279844" y="783831"/></a:moveTo><a:lnTo><a:pt x="237185" y="783831"/></a:lnTo><a:lnTo><a:pt x="237185" y="451789"/></a:lnTo><a:lnTo><a:pt x="229425" y="451789"/></a:lnTo><a:lnTo><a:pt x="229425" y="783831"/></a:lnTo><a:lnTo><a:pt x="0" y="783831"/></a:lnTo><a:lnTo><a:pt x="0" y="791591"/></a:lnTo><a:lnTo><a:pt x="233311" y="791591"/></a:lnTo><a:lnTo><a:pt x="279844" y="791591"/></a:lnTo><a:lnTo><a:pt x="279844" y="783831"/></a:lnTo><a:close/></a:path><a:path w="280034" h="791845"><a:moveTo><a:pt x="279844" y="0"/></a:moveTo><a:lnTo><a:pt x="233311" y="0"/></a:lnTo><a:lnTo><a:pt x="0" y="0"/></a:lnTo><a:lnTo><a:pt x="0" y="7747"/></a:lnTo><a:lnTo><a:pt x="229425" y="7747"/></a:lnTo><a:lnTo><a:pt x="229425" y="339712"/></a:lnTo><a:lnTo><a:pt x="237185" y="339712"/></a:lnTo><a:lnTo><a:pt x="237185" y="7747"/></a:lnTo><a:lnTo><a:pt x="279844" y="7747"/></a:lnTo><a:lnTo><a:pt x="279844" y="0"/></a:lnTo><a:close/></a:path></a:pathLst></a:custGeom><a:solidFill><a:srgbClr val="000000"/></a:solidFill></p:spPr><p:txBody><a:bodyPr wrap="square" lIns="0" tIns="0" rIns="0" bIns="0" rtlCol="0"/><a:lstStyle/><a:p/></p:txBody></p:sp><p:sp><p:nvSpPr><p:cNvPr id="153" name="object 153"/><p:cNvSpPr/><p:nvPr/></p:nvSpPr><p:spPr><a:xfrm><a:off x="10430784" y="10849777"/><a:ext cx="31115" cy="31115"/></a:xfrm><a:custGeom><a:avLst/><a:gdLst/><a:ahLst/><a:cxnLst/><a:rect l="l" t="t" r="r" b="b"/><a:pathLst><a:path w="31115" h="31115"><a:moveTo><a:pt x="0" y="0"/></a:moveTo><a:lnTo><a:pt x="31024" y="31024"/></a:lnTo></a:path></a:pathLst></a:custGeom><a:ln w="15512"><a:solidFill><a:srgbClr val="000000"/></a:solidFill></a:ln></p:spPr><p:txBody><a:bodyPr wrap="square" lIns="0" tIns="0" rIns="0" bIns="0" rtlCol="0"/><a:lstStyle/><a:p/></p:txBody></p:sp><p:sp><p:nvSpPr><p:cNvPr id="154" name="object 154"/><p:cNvSpPr/><p:nvPr/></p:nvSpPr><p:spPr><a:xfrm><a:off x="10442419" y="10865289"/><a:ext cx="8255" cy="31115"/></a:xfrm><a:custGeom><a:avLst/><a:gdLst/><a:ahLst/><a:cxnLst/><a:rect l="l" t="t" r="r" b="b"/><a:pathLst><a:path w="8254" h="31115"><a:moveTo><a:pt x="7756" y="31024"/></a:moveTo><a:lnTo><a:pt x="0" y="31024"/></a:lnTo><a:lnTo><a:pt x="0" y="0"/></a:lnTo><a:lnTo><a:pt x="7756" y="0"/></a:lnTo><a:lnTo><a:pt x="7756" y="31024"/></a:lnTo><a:close/></a:path></a:pathLst></a:custGeom><a:solidFill><a:srgbClr val="000000"/></a:solidFill></p:spPr><p:txBody><a:bodyPr wrap="square" lIns="0" tIns="0" rIns="0" bIns="0" rtlCol="0"/><a:lstStyle/><a:p/></p:txBody></p:sp><p:sp><p:nvSpPr><p:cNvPr id="155" name="object 155"/><p:cNvSpPr/><p:nvPr/></p:nvSpPr><p:spPr><a:xfrm><a:off x="10430784" y="10065934"/><a:ext cx="31115" cy="31115"/></a:xfrm><a:custGeom><a:avLst/><a:gdLst/><a:ahLst/><a:cxnLst/><a:rect l="l" t="t" r="r" b="b"/><a:pathLst><a:path w="31115" h="31115"><a:moveTo><a:pt x="31024" y="31024"/></a:moveTo><a:lnTo><a:pt x="0" y="0"/></a:lnTo></a:path></a:pathLst></a:custGeom><a:ln w="15512"><a:solidFill><a:srgbClr val="000000"/></a:solidFill></a:ln></p:spPr><p:txBody><a:bodyPr wrap="square" lIns="0" tIns="0" rIns="0" bIns="0" rtlCol="0"/><a:lstStyle/><a:p/></p:txBody></p:sp><p:sp><p:nvSpPr><p:cNvPr id="156" name="object 156"/><p:cNvSpPr/><p:nvPr/></p:nvSpPr><p:spPr><a:xfrm><a:off x="10442419" y="10050422"/><a:ext cx="8255" cy="31115"/></a:xfrm><a:custGeom><a:avLst/><a:gdLst/><a:ahLst/><a:cxnLst/><a:rect l="l" t="t" r="r" b="b"/><a:pathLst><a:path w="8254" h="31115"><a:moveTo><a:pt x="7756" y="31024"/></a:moveTo><a:lnTo><a:pt x="0" y="31024"/></a:lnTo><a:lnTo><a:pt x="0" y="0"/></a:lnTo><a:lnTo><a:pt x="7756" y="0"/></a:lnTo><a:lnTo><a:pt x="7756" y="31024"/></a:lnTo><a:close/></a:path></a:pathLst></a:custGeom><a:solidFill><a:srgbClr val="000000"/></a:solidFill></p:spPr><p:txBody><a:bodyPr wrap="square" lIns="0" tIns="0" rIns="0" bIns="0" rtlCol="0"/><a:lstStyle/><a:p/></p:txBody></p:sp><p:sp><p:nvSpPr><p:cNvPr id="157" name="object 157"/><p:cNvSpPr/><p:nvPr/></p:nvSpPr><p:spPr><a:xfrm><a:off x="10259605" y="10417289"/><a:ext cx="1013460" cy="112395"/></a:xfrm><a:custGeom><a:avLst/><a:gdLst/><a:ahLst/><a:cxnLst/><a:rect l="l" t="t" r="r" b="b"/><a:pathLst><a:path w="1013459" h="112395"><a:moveTo><a:pt x="1012961" y="112077"/></a:moveTo><a:lnTo><a:pt x="0" y="112077"/></a:lnTo><a:lnTo><a:pt x="0" y="0"/></a:lnTo><a:lnTo><a:pt x="1012961" y="0"/></a:lnTo><a:lnTo><a:pt x="1012961" y="112077"/></a:lnTo><a:close/></a:path></a:pathLst></a:custGeom><a:solidFill><a:srgbClr val="FFFFFF"/></a:solidFill></p:spPr><p:txBody><a:bodyPr wrap="square" lIns="0" tIns="0" rIns="0" bIns="0" rtlCol="0"/><a:lstStyle/><a:p/></p:txBody></p:sp></p:grpSp><p:sp><p:nvSpPr><p:cNvPr id="158" name="object 158"/><p:cNvSpPr txBox="1"/><p:nvPr/></p:nvSpPr><p:spPr><a:xfrm><a:off x="10259605" y="10417289"/><a:ext cx="1013460" cy="112395"/></a:xfrm><a:prstGeom prst="rect"><a:avLst/></a:prstGeom><a:ln w="7756"><a:solidFill><a:srgbClr val="000000"/></a:solidFill></a:ln></p:spPr><p:txBody><a:bodyPr wrap="square" lIns="0" tIns="3810" rIns="0" bIns="0" rtlCol="0" vert="horz"><a:spAutoFit/></a:bodyPr><a:lstStyle/><a:p><a:pPr marL="49530"><a:lnSpc><a:spcPct val="100000"/></a:lnSpc><a:spcBef><a:spcPts val="30"/></a:spcBef></a:pPr><a:r><a:rPr dirty="0" sz="700"><a:latin typeface="Verdana"/><a:cs typeface="Verdana"/></a:rPr><a:t>2&apos;-10&quot;</a:t></a:r><a:r><a:rPr dirty="0" sz="700" spc="95"><a:latin typeface="Verdana"/><a:cs typeface="Verdana"/></a:rPr><a:t> </a:t></a:r><a:r><a:rPr dirty="0" sz="700" spc="-10"><a:latin typeface="Verdana"/><a:cs typeface="Verdana"/></a:rPr><a:t>EMBEDMENT</a:t></a:r><a:endParaRPr sz="700"><a:latin typeface="Verdana"/><a:cs typeface="Verdana"/></a:endParaRPr></a:p></p:txBody></p:sp><p:pic><p:nvPicPr><p:cNvPr id="159" name="object 159"/><p:cNvPicPr/><p:nvPr/></p:nvPicPr><p:blipFill><a:blip r:embed="rId9" cstate="print"/><a:stretch><a:fillRect/></a:stretch></p:blipFill><p:spPr><a:xfrm><a:off x="3619862" y="10278842"/><a:ext cx="193370" cy="235866"/></a:xfrm><a:prstGeom prst="rect"><a:avLst/></a:prstGeom></p:spPr></p:pic><p:sp><p:nvSpPr><p:cNvPr id="160" name="object 160"/><p:cNvSpPr txBox="1"/><p:nvPr/></p:nvSpPr><p:spPr><a:xfrm rot="5280000"><a:off x="3712318" y="10353299"/><a:ext cx="107796" cy="77470"/></a:xfrm><a:prstGeom prst="rect"><a:avLst/></a:prstGeom></p:spPr><p:txBody><a:bodyPr wrap="square" lIns="0" tIns="0" rIns="0" bIns="0" rtlCol="0" vert="horz"><a:spAutoFit/></a:bodyPr><a:lstStyle/><a:p><a:pPr><a:lnSpc><a:spcPts val="610"/></a:lnSpc></a:pPr><a:r><a:rPr dirty="0" sz="600" spc="-25"><a:latin typeface="Arial"/><a:cs typeface="Arial"/></a:rPr><a:t>4°</a:t></a:r><a:endParaRPr sz="600"><a:latin typeface="Arial"/><a:cs typeface="Arial"/></a:endParaRPr></a:p></p:txBody></p:sp><p:sp><p:nvSpPr><p:cNvPr id="161" name="object 161"/><p:cNvSpPr txBox="1"/><p:nvPr/></p:nvSpPr><p:spPr><a:xfrm rot="21420000"><a:off x="1544675" y="10465087"/><a:ext cx="518292" cy="139700"/></a:xfrm><a:prstGeom prst="rect"><a:avLst/></a:prstGeom></p:spPr><p:txBody><a:bodyPr wrap="square" lIns="0" tIns="0" rIns="0" bIns="0" rtlCol="0" vert="horz"><a:spAutoFit/></a:bodyPr><a:lstStyle/><a:p><a:pPr><a:lnSpc><a:spcPts val="1100"/></a:lnSpc></a:pPr><a:r><a:rPr dirty="0" sz="1100" spc="-10"><a:latin typeface="Verdana"/><a:cs typeface="Verdana"/></a:rPr><a:t>GRADE</a:t></a:r><a:endParaRPr sz="1100"><a:latin typeface="Verdana"/><a:cs typeface="Verdana"/></a:endParaRPr></a:p></p:txBody></p:sp><p:grpSp><p:nvGrpSpPr><p:cNvPr id="162" name="object 162"/><p:cNvGrpSpPr/><p:nvPr/></p:nvGrpSpPr><p:grpSpPr><a:xfrm><a:off x="1502156" y="1967008"/><a:ext cx="7756525" cy="8691880"/><a:chOff x="1502156" y="1967008"/><a:chExt cx="7756525" cy="8691880"/></a:xfrm></p:grpSpPr><p:sp><p:nvSpPr><p:cNvPr id="163" name="object 163"/><p:cNvSpPr/><p:nvPr/></p:nvSpPr><p:spPr><a:xfrm><a:off x="1504379" y="10626785"/><a:ext cx="606425" cy="29845"/></a:xfrm><a:custGeom><a:avLst/><a:gdLst/><a:ahLst/><a:cxnLst/><a:rect l="l" t="t" r="r" b="b"/><a:pathLst><a:path w="606425" h="29845"><a:moveTo><a:pt x="606240" y="0"/></a:moveTo><a:lnTo><a:pt x="0" y="29551"/></a:lnTo></a:path></a:pathLst></a:custGeom><a:ln w="3878"><a:solidFill><a:srgbClr val="000000"/></a:solidFill></a:ln></p:spPr><p:txBody><a:bodyPr wrap="square" lIns="0" tIns="0" rIns="0" bIns="0" rtlCol="0"/><a:lstStyle/><a:p/></p:txBody></p:sp><p:sp><p:nvSpPr><p:cNvPr id="164" name="object 164"/><p:cNvSpPr/><p:nvPr/></p:nvSpPr><p:spPr><a:xfrm><a:off x="3724392" y="1968278"/><a:ext cx="5533390" cy="2233930"/></a:xfrm><a:custGeom><a:avLst/><a:gdLst/><a:ahLst/><a:cxnLst/><a:rect l="l" t="t" r="r" b="b"/><a:pathLst><a:path w="5533390" h="2233929"><a:moveTo><a:pt x="0" y="0"/></a:moveTo><a:lnTo><a:pt x="5532877" y="0"/></a:lnTo><a:lnTo><a:pt x="5532877" y="2233796"/></a:lnTo><a:lnTo><a:pt x="0" y="2233796"/></a:lnTo><a:lnTo><a:pt x="0" y="0"/></a:lnTo><a:close/></a:path></a:pathLst></a:custGeom><a:ln w="3175"><a:solidFill><a:srgbClr val="818181"/></a:solidFill><a:prstDash val="lgDash"/></a:ln></p:spPr><p:txBody><a:bodyPr wrap="square" lIns="0" tIns="0" rIns="0" bIns="0" rtlCol="0"/><a:lstStyle/><a:p/></p:txBody></p:sp></p:grpSp><p:sp><p:nvSpPr><p:cNvPr id="165" name="object 165"/><p:cNvSpPr txBox="1"/><p:nvPr/></p:nvSpPr><p:spPr><a:xfrm><a:off x="10503151" y="1675713"/><a:ext cx="1144270" cy="263525"/></a:xfrm><a:prstGeom prst="rect"><a:avLst/></a:prstGeom><a:ln w="7756"><a:solidFill><a:srgbClr val="000000"/></a:solidFill></a:ln></p:spPr><p:txBody><a:bodyPr wrap="square" lIns="0" tIns="0" rIns="0" bIns="0" rtlCol="0" vert="horz"><a:spAutoFit/></a:bodyPr><a:lstStyle/><a:p><a:pPr marL="15240" marR="73025"><a:lnSpc><a:spcPts val="1040"/></a:lnSpc></a:pPr><a:r><a:rPr dirty="0" sz="850"><a:latin typeface="Verdana"/><a:cs typeface="Verdana"/></a:rPr><a:t>SIMPSON </a:t></a:r><a:r><a:rPr dirty="0" sz="850" spc="-10"><a:latin typeface="Verdana"/><a:cs typeface="Verdana"/></a:rPr><a:t>PAB8H </a:t></a:r><a:r><a:rPr dirty="0" sz="850"><a:latin typeface="Verdana"/><a:cs typeface="Verdana"/></a:rPr><a:t>W/ 9&quot;</a:t></a:r><a:r><a:rPr dirty="0" sz="850" spc="5"><a:latin typeface="Verdana"/><a:cs typeface="Verdana"/></a:rPr><a:t> </a:t></a:r><a:r><a:rPr dirty="0" sz="850" spc="-10"><a:latin typeface="Verdana"/><a:cs typeface="Verdana"/></a:rPr><a:t>EMBEDMENT</a:t></a:r><a:endParaRPr sz="850"><a:latin typeface="Verdana"/><a:cs typeface="Verdana"/></a:endParaRPr></a:p></p:txBody></p:sp><p:grpSp><p:nvGrpSpPr><p:cNvPr id="166" name="object 166"/><p:cNvGrpSpPr/><p:nvPr/></p:nvGrpSpPr><p:grpSpPr><a:xfrm><a:off x="9211026" y="1737320"/><a:ext cx="1292860" cy="283210"/><a:chOff x="9211026" y="1737320"/><a:chExt cx="1292860" cy="283210"/></a:xfrm></p:grpSpPr><p:sp><p:nvSpPr><p:cNvPr id="167" name="object 167"/><p:cNvSpPr/><p:nvPr/></p:nvSpPr><p:spPr><a:xfrm><a:off x="9282788" y="1741447"/><a:ext cx="1216660" cy="257810"/></a:xfrm><a:custGeom><a:avLst/><a:gdLst/><a:ahLst/><a:cxnLst/><a:rect l="l" t="t" r="r" b="b"/><a:pathLst><a:path w="1216659" h="257810"><a:moveTo><a:pt x="0" y="257653"/></a:moveTo><a:lnTo><a:pt x="1035066" y="0"/></a:lnTo><a:lnTo><a:pt x="121648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68" name="object 168"/><p:cNvSpPr/><p:nvPr/></p:nvSpPr><p:spPr><a:xfrm><a:off x="9215154" y="1987785"/><a:ext cx="71120" cy="28575"/></a:xfrm><a:custGeom><a:avLst/><a:gdLst/><a:ahLst/><a:cxnLst/><a:rect l="l" t="t" r="r" b="b"/><a:pathLst><a:path w="71120" h="28575"><a:moveTo><a:pt x="0" y="28147"/></a:moveTo><a:lnTo><a:pt x="64919" y="0"/></a:lnTo><a:lnTo><a:pt x="70581" y="22578"/></a:lnTo><a:lnTo><a:pt x="0" y="28147"/></a:lnTo><a:close/></a:path></a:pathLst></a:custGeom><a:solidFill><a:srgbClr val="000000"/></a:solidFill></p:spPr><p:txBody><a:bodyPr wrap="square" lIns="0" tIns="0" rIns="0" bIns="0" rtlCol="0"/><a:lstStyle/><a:p/></p:txBody></p:sp><p:sp><p:nvSpPr><p:cNvPr id="169" name="object 169"/><p:cNvSpPr/><p:nvPr/></p:nvSpPr><p:spPr><a:xfrm><a:off x="9215154" y="1987785"/><a:ext cx="71120" cy="28575"/></a:xfrm><a:custGeom><a:avLst/><a:gdLst/><a:ahLst/><a:cxnLst/><a:rect l="l" t="t" r="r" b="b"/><a:pathLst><a:path w="71120" h="28575"><a:moveTo><a:pt x="0" y="28147"/></a:moveTo><a:lnTo><a:pt x="64919" y="0"/></a:lnTo><a:lnTo><a:pt x="70581" y="22578"/></a:lnTo><a:lnTo><a:pt x="0" y="28147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170" name="object 170"/><p:cNvSpPr txBox="1"/><p:nvPr/></p:nvSpPr><p:spPr><a:xfrm><a:off x="5744567" y="9359342"/><a:ext cx="1885314" cy="394970"/></a:xfrm><a:prstGeom prst="rect"><a:avLst/></a:prstGeom><a:solidFill><a:srgbClr val="FFFFFF"/></a:solidFill><a:ln w="7756"><a:solidFill><a:srgbClr val="000000"/></a:solidFill></a:ln></p:spPr><p:txBody><a:bodyPr wrap="square" lIns="0" tIns="2540" rIns="0" bIns="0" rtlCol="0" vert="horz"><a:spAutoFit/></a:bodyPr><a:lstStyle/><a:p><a:pPr marL="284480" indent="-199390"><a:lnSpc><a:spcPts val="1040"/></a:lnSpc><a:spcBef><a:spcPts val="20"/></a:spcBef></a:pPr><a:r><a:rPr dirty="0" sz="850"><a:latin typeface="Verdana"/><a:cs typeface="Verdana"/></a:rPr><a:t>GRAVEL BACKFILL UNDER </a:t></a:r><a:r><a:rPr dirty="0" sz="850" spc="-10"><a:latin typeface="Verdana"/><a:cs typeface="Verdana"/></a:rPr><a:t>SLAB, </a:t></a:r><a:r><a:rPr dirty="0" sz="850"><a:latin typeface="Verdana"/><a:cs typeface="Verdana"/></a:rPr><a:t>COMPACT WITH </a:t></a:r><a:r><a:rPr dirty="0" sz="850" spc="-10"><a:latin typeface="Verdana"/><a:cs typeface="Verdana"/></a:rPr><a:t>VIBRATORY</a:t></a:r><a:endParaRPr sz="850"><a:latin typeface="Verdana"/><a:cs typeface="Verdana"/></a:endParaRPr></a:p><a:p><a:pPr marL="508000"><a:lnSpc><a:spcPts val="990"/></a:lnSpc></a:pPr><a:r><a:rPr dirty="0" sz="850"><a:latin typeface="Verdana"/><a:cs typeface="Verdana"/></a:rPr><a:t>COMPACTOR</a:t></a:r><a:r><a:rPr dirty="0" sz="850" spc="-5"><a:latin typeface="Verdana"/><a:cs typeface="Verdana"/></a:rPr><a:t> </a:t></a:r><a:r><a:rPr dirty="0" sz="850"><a:latin typeface="Verdana"/><a:cs typeface="Verdana"/></a:rPr><a:t>IN 6&quot; </a:t></a:r><a:r><a:rPr dirty="0" sz="850" spc="-10"><a:latin typeface="Verdana"/><a:cs typeface="Verdana"/></a:rPr><a:t>LIFTS</a:t></a:r><a:endParaRPr sz="850"><a:latin typeface="Verdana"/><a:cs typeface="Verdana"/></a:endParaRPr></a:p></p:txBody></p:sp><p:grpSp><p:nvGrpSpPr><p:cNvPr id="171" name="object 171"/><p:cNvGrpSpPr/><p:nvPr/></p:nvGrpSpPr><p:grpSpPr><a:xfrm><a:off x="7629465" y="9683845"/><a:ext cx="363855" cy="888365"/><a:chOff x="7629465" y="9683845"/><a:chExt cx="363855" cy="888365"/></a:xfrm></p:grpSpPr><p:sp><p:nvSpPr><p:cNvPr id="172" name="object 172"/><p:cNvSpPr/><p:nvPr/></p:nvSpPr><p:spPr><a:xfrm><a:off x="7633592" y="9687972"/><a:ext cx="335915" cy="849630"/></a:xfrm><a:custGeom><a:avLst/><a:gdLst/><a:ahLst/><a:cxnLst/><a:rect l="l" t="t" r="r" b="b"/><a:pathLst><a:path w="335915" h="849629"><a:moveTo><a:pt x="335525" y="849460"/></a:moveTo><a:lnTo><a:pt x="95952" y="0"/></a:ln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73" name="object 173"/><p:cNvSpPr/><p:nvPr/></p:nvSpPr><p:spPr><a:xfrm><a:off x="7957794" y="10536812"/><a:ext cx="31115" cy="31115"/></a:xfrm><a:custGeom><a:avLst/><a:gdLst/><a:ahLst/><a:cxnLst/><a:rect l="l" t="t" r="r" b="b"/><a:pathLst><a:path w="31115" h="31115"><a:moveTo><a:pt x="24121" y="31024"/></a:moveTo><a:lnTo><a:pt x="6980" y="31024"/></a:lnTo><a:lnTo><a:pt x="0" y="24044"/></a:lnTo><a:lnTo><a:pt x="0" y="15512"/></a:lnTo><a:lnTo><a:pt x="0" y="6980"/></a:lnTo><a:lnTo><a:pt x="6980" y="0"/></a:lnTo><a:lnTo><a:pt x="24121" y="0"/></a:lnTo><a:lnTo><a:pt x="31024" y="6980"/></a:lnTo><a:lnTo><a:pt x="31024" y="24044"/></a:lnTo><a:lnTo><a:pt x="24121" y="31024"/></a:lnTo><a:close/></a:path></a:pathLst></a:custGeom><a:solidFill><a:srgbClr val="000000"/></a:solidFill></p:spPr><p:txBody><a:bodyPr wrap="square" lIns="0" tIns="0" rIns="0" bIns="0" rtlCol="0"/><a:lstStyle/><a:p/></p:txBody></p:sp><p:sp><p:nvSpPr><p:cNvPr id="174" name="object 174"/><p:cNvSpPr/><p:nvPr/></p:nvSpPr><p:spPr><a:xfrm><a:off x="7957794" y="10536812"/><a:ext cx="31115" cy="31115"/></a:xfrm><a:custGeom><a:avLst/><a:gdLst/><a:ahLst/><a:cxnLst/><a:rect l="l" t="t" r="r" b="b"/><a:pathLst><a:path w="31115" h="31115"><a:moveTo><a:pt x="0" y="15512"/></a:moveTo><a:lnTo><a:pt x="0" y="6980"/></a:lnTo><a:lnTo><a:pt x="6980" y="0"/></a:lnTo><a:lnTo><a:pt x="15512" y="0"/></a:lnTo><a:lnTo><a:pt x="24121" y="0"/></a:lnTo><a:lnTo><a:pt x="31024" y="6980"/></a:lnTo><a:lnTo><a:pt x="31024" y="15512"/></a:lnTo><a:lnTo><a:pt x="31024" y="24044"/></a:lnTo><a:lnTo><a:pt x="24121" y="31024"/></a:lnTo><a:lnTo><a:pt x="15512" y="31024"/></a:lnTo><a:lnTo><a:pt x="6980" y="31024"/></a:lnTo><a:lnTo><a:pt x="0" y="24044"/></a:lnTo><a:lnTo><a:pt x="0" y="15512"/></a:lnTo></a:path></a:pathLst></a:custGeom><a:ln w="7756"><a:solidFill><a:srgbClr val="000000"/></a:solidFill></a:ln></p:spPr><p:txBody><a:bodyPr wrap="square" lIns="0" tIns="0" rIns="0" bIns="0" rtlCol="0"/><a:lstStyle/><a:p/></p:txBody></p:sp></p:grpSp><p:sp><p:nvSpPr><p:cNvPr id="175" name="object 175"/><p:cNvSpPr txBox="1"/><p:nvPr/></p:nvSpPr><p:spPr><a:xfrm><a:off x="9509890" y="8433716"/><a:ext cx="1329055" cy="526415"/></a:xfrm><a:prstGeom prst="rect"><a:avLst/></a:prstGeom><a:solidFill><a:srgbClr val="FFFFFF"/></a:solidFill><a:ln w="7756"><a:solidFill><a:srgbClr val="000000"/></a:solidFill></a:ln></p:spPr><p:txBody><a:bodyPr wrap="square" lIns="0" tIns="0" rIns="0" bIns="0" rtlCol="0" vert="horz"><a:spAutoFit/></a:bodyPr><a:lstStyle/><a:p><a:pPr marL="15240" marR="72390"><a:lnSpc><a:spcPts val="1040"/></a:lnSpc></a:pPr><a:r><a:rPr dirty="0" sz="850"><a:latin typeface="Verdana"/><a:cs typeface="Verdana"/></a:rPr><a:t>12&quot; THICK</a:t></a:r><a:r><a:rPr dirty="0" sz="850" spc="5"><a:latin typeface="Verdana"/><a:cs typeface="Verdana"/></a:rPr><a:t> </a:t></a:r><a:r><a:rPr dirty="0" sz="850"><a:latin typeface="Verdana"/><a:cs typeface="Verdana"/></a:rPr><a:t>SLAB</a:t></a:r><a:r><a:rPr dirty="0" sz="850" spc="5"><a:latin typeface="Verdana"/><a:cs typeface="Verdana"/></a:rPr><a:t> </a:t></a:r><a:r><a:rPr dirty="0" sz="850" spc="-20"><a:latin typeface="Verdana"/><a:cs typeface="Verdana"/></a:rPr><a:t>WITH </a:t></a:r><a:r><a:rPr dirty="0" sz="850"><a:latin typeface="Verdana"/><a:cs typeface="Verdana"/></a:rPr><a:t>#4 BAR</a:t></a:r><a:r><a:rPr dirty="0" sz="850" spc="5"><a:latin typeface="Verdana"/><a:cs typeface="Verdana"/></a:rPr><a:t> </a:t></a:r><a:r><a:rPr dirty="0" sz="850"><a:latin typeface="Verdana"/><a:cs typeface="Verdana"/></a:rPr><a:t>AT</a:t></a:r><a:r><a:rPr dirty="0" sz="850" spc="5"><a:latin typeface="Verdana"/><a:cs typeface="Verdana"/></a:rPr><a:t> </a:t></a:r><a:r><a:rPr dirty="0" sz="850"><a:latin typeface="Verdana"/><a:cs typeface="Verdana"/></a:rPr><a:t>18&quot; </a:t></a:r><a:r><a:rPr dirty="0" sz="850" spc="-20"><a:latin typeface="Verdana"/><a:cs typeface="Verdana"/></a:rPr><a:t>O.C. </a:t></a:r><a:r><a:rPr dirty="0" sz="850"><a:latin typeface="Verdana"/><a:cs typeface="Verdana"/></a:rPr><a:t>EACH</a:t></a:r><a:r><a:rPr dirty="0" sz="850" spc="5"><a:latin typeface="Verdana"/><a:cs typeface="Verdana"/></a:rPr><a:t> </a:t></a:r><a:r><a:rPr dirty="0" sz="850"><a:latin typeface="Verdana"/><a:cs typeface="Verdana"/></a:rPr><a:t>WAY</a:t></a:r><a:r><a:rPr dirty="0" sz="850" spc="10"><a:latin typeface="Verdana"/><a:cs typeface="Verdana"/></a:rPr><a:t> </a:t></a:r><a:r><a:rPr dirty="0" sz="850"><a:latin typeface="Verdana"/><a:cs typeface="Verdana"/></a:rPr><a:t>AT</a:t></a:r><a:r><a:rPr dirty="0" sz="850" spc="5"><a:latin typeface="Verdana"/><a:cs typeface="Verdana"/></a:rPr><a:t> </a:t></a:r><a:r><a:rPr dirty="0" sz="850" spc="-25"><a:latin typeface="Verdana"/><a:cs typeface="Verdana"/></a:rPr><a:t>TOP </a:t></a:r><a:r><a:rPr dirty="0" sz="850"><a:latin typeface="Verdana"/><a:cs typeface="Verdana"/></a:rPr><a:t>AND</a:t></a:r><a:r><a:rPr dirty="0" sz="850" spc="15"><a:latin typeface="Verdana"/><a:cs typeface="Verdana"/></a:rPr><a:t> </a:t></a:r><a:r><a:rPr dirty="0" sz="850" spc="-10"><a:latin typeface="Verdana"/><a:cs typeface="Verdana"/></a:rPr><a:t>BOTTOM</a:t></a:r><a:endParaRPr sz="850"><a:latin typeface="Verdana"/><a:cs typeface="Verdana"/></a:endParaRPr></a:p></p:txBody></p:sp><p:grpSp><p:nvGrpSpPr><p:cNvPr id="176" name="object 176"/><p:cNvGrpSpPr/><p:nvPr/></p:nvGrpSpPr><p:grpSpPr><a:xfrm><a:off x="2760102" y="8495283"/><a:ext cx="6750050" cy="2747010"/><a:chOff x="2760102" y="8495283"/><a:chExt cx="6750050" cy="2747010"/></a:xfrm></p:grpSpPr><p:sp><p:nvSpPr><p:cNvPr id="177" name="object 177"/><p:cNvSpPr/><p:nvPr/></p:nvSpPr><p:spPr><a:xfrm><a:off x="8943997" y="8499411"/><a:ext cx="562610" cy="1343660"/></a:xfrm><a:custGeom><a:avLst/><a:gdLst/><a:ahLst/><a:cxnLst/><a:rect l="l" t="t" r="r" b="b"/><a:pathLst><a:path w="562609" h="1343659"><a:moveTo><a:pt x="0" y="1343608"/></a:moveTo><a:lnTo><a:pt x="237727" y="0"/></a:lnTo><a:lnTo><a:pt x="56201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78" name="object 178"/><p:cNvSpPr/><p:nvPr/></p:nvSpPr><p:spPr><a:xfrm><a:off x="8931819" y="9840847"/><a:ext cx="24130" cy="71120"/></a:xfrm><a:custGeom><a:avLst/><a:gdLst/><a:ahLst/><a:cxnLst/><a:rect l="l" t="t" r="r" b="b"/><a:pathLst><a:path w="24129" h="71120"><a:moveTo><a:pt x="0" y="70814"/></a:moveTo><a:lnTo><a:pt x="775" y="0"/></a:lnTo><a:lnTo><a:pt x="23656" y="4110"/></a:lnTo><a:lnTo><a:pt x="0" y="70814"/></a:lnTo><a:close/></a:path></a:pathLst></a:custGeom><a:solidFill><a:srgbClr val="000000"/></a:solidFill></p:spPr><p:txBody><a:bodyPr wrap="square" lIns="0" tIns="0" rIns="0" bIns="0" rtlCol="0"/><a:lstStyle/><a:p/></p:txBody></p:sp><p:sp><p:nvSpPr><p:cNvPr id="179" name="object 179"/><p:cNvSpPr/><p:nvPr/></p:nvSpPr><p:spPr><a:xfrm><a:off x="8931819" y="9840847"/><a:ext cx="24130" cy="71120"/></a:xfrm><a:custGeom><a:avLst/><a:gdLst/><a:ahLst/><a:cxnLst/><a:rect l="l" t="t" r="r" b="b"/><a:pathLst><a:path w="24129" h="71120"><a:moveTo><a:pt x="0" y="70814"/></a:moveTo><a:lnTo><a:pt x="775" y="0"/></a:lnTo><a:lnTo><a:pt x="23656" y="4110"/></a:lnTo><a:lnTo><a:pt x="0" y="70814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80" name="object 180"/><p:cNvSpPr/><p:nvPr/></p:nvSpPr><p:spPr><a:xfrm><a:off x="2787243" y="10887714"/><a:ext cx="287020" cy="233045"/></a:xfrm><a:custGeom><a:avLst/><a:gdLst/><a:ahLst/><a:cxnLst/><a:rect l="l" t="t" r="r" b="b"/><a:pathLst><a:path w="287019" h="233045"><a:moveTo><a:pt x="286981" y="0"/></a:moveTo><a:lnTo><a:pt x="279222" y="0"/></a:lnTo><a:lnTo><a:pt x="279222" y="182422"/></a:lnTo><a:lnTo><a:pt x="7759" y="182422"/></a:lnTo><a:lnTo><a:pt x="7759" y="0"/></a:lnTo><a:lnTo><a:pt x="0" y="0"/></a:lnTo><a:lnTo><a:pt x="0" y="186296"/></a:lnTo><a:lnTo><a:pt x="0" y="232841"/></a:lnTo><a:lnTo><a:pt x="7759" y="232841"/></a:lnTo><a:lnTo><a:pt x="7759" y="190182"/></a:lnTo><a:lnTo><a:pt x="279222" y="190182"/></a:lnTo><a:lnTo><a:pt x="279222" y="232841"/></a:lnTo><a:lnTo><a:pt x="286981" y="232841"/></a:lnTo><a:lnTo><a:pt x="286981" y="186296"/></a:lnTo><a:lnTo><a:pt x="286981" y="0"/></a:lnTo><a:close/></a:path></a:pathLst></a:custGeom><a:solidFill><a:srgbClr val="000000"/></a:solidFill></p:spPr><p:txBody><a:bodyPr wrap="square" lIns="0" tIns="0" rIns="0" bIns="0" rtlCol="0"/><a:lstStyle/><a:p/></p:txBody></p:sp><p:sp><p:nvSpPr><p:cNvPr id="181" name="object 181"/><p:cNvSpPr/><p:nvPr/></p:nvSpPr><p:spPr><a:xfrm><a:off x="2775614" y="11058496"/><a:ext cx="31115" cy="31115"/></a:xfrm><a:custGeom><a:avLst/><a:gdLst/><a:ahLst/><a:cxnLst/><a:rect l="l" t="t" r="r" b="b"/><a:pathLst><a:path w="31114" h="31115"><a:moveTo><a:pt x="31024" y="0"/></a:moveTo><a:lnTo><a:pt x="0" y="31024"/></a:lnTo></a:path></a:pathLst></a:custGeom><a:ln w="15512"><a:solidFill><a:srgbClr val="000000"/></a:solidFill></a:ln></p:spPr><p:txBody><a:bodyPr wrap="square" lIns="0" tIns="0" rIns="0" bIns="0" rtlCol="0"/><a:lstStyle/><a:p/></p:txBody></p:sp><p:sp><p:nvSpPr><p:cNvPr id="182" name="object 182"/><p:cNvSpPr/><p:nvPr/></p:nvSpPr><p:spPr><a:xfrm><a:off x="2760102" y="11070131"/><a:ext cx="31115" cy="8255"/></a:xfrm><a:custGeom><a:avLst/><a:gdLst/><a:ahLst/><a:cxnLst/><a:rect l="l" t="t" r="r" b="b"/><a:pathLst><a:path w="31114" h="8254"><a:moveTo><a:pt x="31024" y="7756"/></a:moveTo><a:lnTo><a:pt x="0" y="7756"/></a:lnTo><a:lnTo><a:pt x="0" y="0"/></a:lnTo><a:lnTo><a:pt x="31024" y="0"/></a:lnTo><a:lnTo><a:pt x="31024" y="7756"/></a:lnTo><a:close/></a:path></a:pathLst></a:custGeom><a:solidFill><a:srgbClr val="000000"/></a:solidFill></p:spPr><p:txBody><a:bodyPr wrap="square" lIns="0" tIns="0" rIns="0" bIns="0" rtlCol="0"/><a:lstStyle/><a:p/></p:txBody></p:sp><p:pic><p:nvPicPr><p:cNvPr id="183" name="object 183"/><p:cNvPicPr/><p:nvPr/></p:nvPicPr><p:blipFill><a:blip r:embed="rId10" cstate="print"/><a:stretch><a:fillRect/></a:stretch></p:blipFill><p:spPr><a:xfrm><a:off x="2911348" y="11050740"/><a:ext cx="218919" cy="139223"/></a:xfrm><a:prstGeom prst="rect"><a:avLst/></a:prstGeom></p:spPr></p:pic><p:sp><p:nvSpPr><p:cNvPr id="184" name="object 184"/><p:cNvSpPr/><p:nvPr/></p:nvSpPr><p:spPr><a:xfrm><a:off x="3126389" y="11130007"/><a:ext cx="328930" cy="112395"/></a:xfrm><a:custGeom><a:avLst/><a:gdLst/><a:ahLst/><a:cxnLst/><a:rect l="l" t="t" r="r" b="b"/><a:pathLst><a:path w="328929" h="112395"><a:moveTo><a:pt x="328475" y="112154"/></a:moveTo><a:lnTo><a:pt x="0" y="112154"/></a:lnTo><a:lnTo><a:pt x="0" y="0"/></a:lnTo><a:lnTo><a:pt x="328475" y="0"/></a:lnTo><a:lnTo><a:pt x="328475" y="112154"/></a:lnTo><a:close/></a:path></a:pathLst></a:custGeom><a:solidFill><a:srgbClr val="FFFFFF"/></a:solidFill></p:spPr><p:txBody><a:bodyPr wrap="square" lIns="0" tIns="0" rIns="0" bIns="0" rtlCol="0"/><a:lstStyle/><a:p/></p:txBody></p:sp></p:grpSp><p:sp><p:nvSpPr><p:cNvPr id="185" name="object 185"/><p:cNvSpPr txBox="1"/><p:nvPr/></p:nvSpPr><p:spPr><a:xfrm><a:off x="3126389" y="11130007"/><a:ext cx="328930" cy="112395"/></a:xfrm><a:prstGeom prst="rect"><a:avLst/></a:prstGeom><a:ln w="7756"><a:solidFill><a:srgbClr val="000000"/></a:solidFill></a:ln></p:spPr><p:txBody><a:bodyPr wrap="square" lIns="0" tIns="3810" rIns="0" bIns="0" rtlCol="0" vert="horz"><a:spAutoFit/></a:bodyPr><a:lstStyle/><a:p><a:pPr marL="49530"><a:lnSpc><a:spcPct val="100000"/></a:lnSpc><a:spcBef><a:spcPts val="30"/></a:spcBef></a:pPr><a:r><a:rPr dirty="0" sz="700"><a:latin typeface="Verdana"/><a:cs typeface="Verdana"/></a:rPr><a:t>1&apos;-</a:t></a:r><a:r><a:rPr dirty="0" sz="700" spc="-25"><a:latin typeface="Verdana"/><a:cs typeface="Verdana"/></a:rPr><a:t>0&quot;</a:t></a:r><a:endParaRPr sz="700"><a:latin typeface="Verdana"/><a:cs typeface="Verdana"/></a:endParaRPr></a:p></p:txBody></p:sp><p:grpSp><p:nvGrpSpPr><p:cNvPr id="186" name="object 186"/><p:cNvGrpSpPr/><p:nvPr/></p:nvGrpSpPr><p:grpSpPr><a:xfrm><a:off x="9526799" y="10887705"/><a:ext cx="695325" cy="425450"/><a:chOff x="9526799" y="10887705"/><a:chExt cx="695325" cy="425450"/></a:xfrm></p:grpSpPr><p:sp><p:nvSpPr><p:cNvPr id="187" name="object 187"/><p:cNvSpPr/><p:nvPr/></p:nvSpPr><p:spPr><a:xfrm><a:off x="9907473" y="10887714"/><a:ext cx="287020" cy="303530"/></a:xfrm><a:custGeom><a:avLst/><a:gdLst/><a:ahLst/><a:cxnLst/><a:rect l="l" t="t" r="r" b="b"/><a:pathLst><a:path w="287020" h="303529"><a:moveTo><a:pt x="286969" y="0"/></a:moveTo><a:lnTo><a:pt x="279222" y="0"/></a:lnTo><a:lnTo><a:pt x="279222" y="253009"/></a:lnTo><a:lnTo><a:pt x="7747" y="253009"/></a:lnTo><a:lnTo><a:pt x="7747" y="0"/></a:lnTo><a:lnTo><a:pt x="0" y="0"/></a:lnTo><a:lnTo><a:pt x="0" y="256882"/></a:lnTo><a:lnTo><a:pt x="0" y="303415"/></a:lnTo><a:lnTo><a:pt x="7747" y="303415"/></a:lnTo><a:lnTo><a:pt x="7747" y="260756"/></a:lnTo><a:lnTo><a:pt x="279222" y="260756"/></a:lnTo><a:lnTo><a:pt x="279222" y="303415"/></a:lnTo><a:lnTo><a:pt x="286969" y="303415"/></a:lnTo><a:lnTo><a:pt x="286969" y="256882"/></a:lnTo><a:lnTo><a:pt x="286969" y="0"/></a:lnTo><a:close/></a:path></a:pathLst></a:custGeom><a:solidFill><a:srgbClr val="000000"/></a:solidFill></p:spPr><p:txBody><a:bodyPr wrap="square" lIns="0" tIns="0" rIns="0" bIns="0" rtlCol="0"/><a:lstStyle/><a:p/></p:txBody></p:sp><p:sp><p:nvSpPr><p:cNvPr id="188" name="object 188"/><p:cNvSpPr/><p:nvPr/></p:nvSpPr><p:spPr><a:xfrm><a:off x="9895839" y="11129078"/><a:ext cx="31115" cy="31115"/></a:xfrm><a:custGeom><a:avLst/><a:gdLst/><a:ahLst/><a:cxnLst/><a:rect l="l" t="t" r="r" b="b"/><a:pathLst><a:path w="31115" h="31115"><a:moveTo><a:pt x="31024" y="0"/></a:moveTo><a:lnTo><a:pt x="0" y="31024"/></a:lnTo></a:path></a:pathLst></a:custGeom><a:ln w="15512"><a:solidFill><a:srgbClr val="000000"/></a:solidFill></a:ln></p:spPr><p:txBody><a:bodyPr wrap="square" lIns="0" tIns="0" rIns="0" bIns="0" rtlCol="0"/><a:lstStyle/><a:p/></p:txBody></p:sp><p:sp><p:nvSpPr><p:cNvPr id="189" name="object 189"/><p:cNvSpPr/><p:nvPr/></p:nvSpPr><p:spPr><a:xfrm><a:off x="9880327" y="11140712"/><a:ext cx="31115" cy="8255"/></a:xfrm><a:custGeom><a:avLst/><a:gdLst/><a:ahLst/><a:cxnLst/><a:rect l="l" t="t" r="r" b="b"/><a:pathLst><a:path w="31115" h="8254"><a:moveTo><a:pt x="31024" y="7756"/></a:moveTo><a:lnTo><a:pt x="0" y="7756"/></a:lnTo><a:lnTo><a:pt x="0" y="0"/></a:lnTo><a:lnTo><a:pt x="31024" y="0"/></a:lnTo><a:lnTo><a:pt x="31024" y="7756"/></a:lnTo><a:close/></a:path></a:pathLst></a:custGeom><a:solidFill><a:srgbClr val="000000"/></a:solidFill></p:spPr><p:txBody><a:bodyPr wrap="square" lIns="0" tIns="0" rIns="0" bIns="0" rtlCol="0"/><a:lstStyle/><a:p/></p:txBody></p:sp><p:sp><p:nvSpPr><p:cNvPr id="190" name="object 190"/><p:cNvSpPr/><p:nvPr/></p:nvSpPr><p:spPr><a:xfrm><a:off x="10175063" y="11129078"/><a:ext cx="31115" cy="31115"/></a:xfrm><a:custGeom><a:avLst/><a:gdLst/><a:ahLst/><a:cxnLst/><a:rect l="l" t="t" r="r" b="b"/><a:pathLst><a:path w="31115" h="31115"><a:moveTo><a:pt x="0" y="31024"/></a:moveTo><a:lnTo><a:pt x="31024" y="0"/></a:lnTo></a:path></a:pathLst></a:custGeom><a:ln w="15512"><a:solidFill><a:srgbClr val="000000"/></a:solidFill></a:ln></p:spPr><p:txBody><a:bodyPr wrap="square" lIns="0" tIns="0" rIns="0" bIns="0" rtlCol="0"/><a:lstStyle/><a:p/></p:txBody></p:sp><p:sp><p:nvSpPr><p:cNvPr id="191" name="object 191"/><p:cNvSpPr/><p:nvPr/></p:nvSpPr><p:spPr><a:xfrm><a:off x="10190575" y="11140712"/><a:ext cx="31115" cy="8255"/></a:xfrm><a:custGeom><a:avLst/><a:gdLst/><a:ahLst/><a:cxnLst/><a:rect l="l" t="t" r="r" b="b"/><a:pathLst><a:path w="31115" h="8254"><a:moveTo><a:pt x="31024" y="7756"/></a:moveTo><a:lnTo><a:pt x="0" y="7756"/></a:lnTo><a:lnTo><a:pt x="0" y="0"/></a:lnTo><a:lnTo><a:pt x="31024" y="0"/></a:lnTo><a:lnTo><a:pt x="31024" y="7756"/></a:lnTo><a:close/></a:path></a:pathLst></a:custGeom><a:solidFill><a:srgbClr val="000000"/></a:solidFill></p:spPr><p:txBody><a:bodyPr wrap="square" lIns="0" tIns="0" rIns="0" bIns="0" rtlCol="0"/><a:lstStyle/><a:p/></p:txBody></p:sp><p:pic><p:nvPicPr><p:cNvPr id="192" name="object 192"/><p:cNvPicPr/><p:nvPr/></p:nvPicPr><p:blipFill><a:blip r:embed="rId11" cstate="print"/><a:stretch><a:fillRect/></a:stretch></p:blipFill><p:spPr><a:xfrm><a:off x="9851396" y="11125200"/><a:ext cx="218957" cy="135345"/></a:xfrm><a:prstGeom prst="rect"><a:avLst/></a:prstGeom></p:spPr></p:pic><p:sp><p:nvSpPr><p:cNvPr id="193" name="object 193"/><p:cNvSpPr/><p:nvPr/></p:nvSpPr><p:spPr><a:xfrm><a:off x="9526799" y="11200666"/><a:ext cx="328930" cy="112395"/></a:xfrm><a:custGeom><a:avLst/><a:gdLst/><a:ahLst/><a:cxnLst/><a:rect l="l" t="t" r="r" b="b"/><a:pathLst><a:path w="328929" h="112395"><a:moveTo><a:pt x="328475" y="112077"/></a:moveTo><a:lnTo><a:pt x="0" y="112077"/></a:lnTo><a:lnTo><a:pt x="0" y="0"/></a:lnTo><a:lnTo><a:pt x="328475" y="0"/></a:lnTo><a:lnTo><a:pt x="328475" y="112077"/></a:lnTo><a:close/></a:path></a:pathLst></a:custGeom><a:solidFill><a:srgbClr val="FFFFFF"/></a:solidFill></p:spPr><p:txBody><a:bodyPr wrap="square" lIns="0" tIns="0" rIns="0" bIns="0" rtlCol="0"/><a:lstStyle/><a:p/></p:txBody></p:sp></p:grpSp><p:sp><p:nvSpPr><p:cNvPr id="194" name="object 194"/><p:cNvSpPr txBox="1"/><p:nvPr/></p:nvSpPr><p:spPr><a:xfrm><a:off x="9526799" y="11200666"/><a:ext cx="328930" cy="112395"/></a:xfrm><a:prstGeom prst="rect"><a:avLst/></a:prstGeom><a:ln w="7756"><a:solidFill><a:srgbClr val="000000"/></a:solidFill></a:ln></p:spPr><p:txBody><a:bodyPr wrap="square" lIns="0" tIns="3810" rIns="0" bIns="0" rtlCol="0" vert="horz"><a:spAutoFit/></a:bodyPr><a:lstStyle/><a:p><a:pPr marL="49530"><a:lnSpc><a:spcPct val="100000"/></a:lnSpc><a:spcBef><a:spcPts val="30"/></a:spcBef></a:pPr><a:r><a:rPr dirty="0" sz="700"><a:latin typeface="Verdana"/><a:cs typeface="Verdana"/></a:rPr><a:t>1&apos;-</a:t></a:r><a:r><a:rPr dirty="0" sz="700" spc="-25"><a:latin typeface="Verdana"/><a:cs typeface="Verdana"/></a:rPr><a:t>0&quot;</a:t></a:r><a:endParaRPr sz="700"><a:latin typeface="Verdana"/><a:cs typeface="Verdana"/></a:endParaRPr></a:p></p:txBody></p:sp><p:grpSp><p:nvGrpSpPr><p:cNvPr id="195" name="object 195"/><p:cNvGrpSpPr/><p:nvPr/></p:nvGrpSpPr><p:grpSpPr><a:xfrm><a:off x="2788904" y="10079222"/><a:ext cx="7404100" cy="1314450"/><a:chOff x="2788904" y="10079222"/><a:chExt cx="7404100" cy="1314450"/></a:xfrm></p:grpSpPr><p:sp><p:nvSpPr><p:cNvPr id="196" name="object 196"/><p:cNvSpPr/><p:nvPr/></p:nvSpPr><p:spPr><a:xfrm><a:off x="9627164" y="10135893"/><a:ext cx="440690" cy="614045"/></a:xfrm><a:custGeom><a:avLst/><a:gdLst/><a:ahLst/><a:cxnLst/><a:rect l="l" t="t" r="r" b="b"/><a:pathLst><a:path w="440690" h="614045"><a:moveTo><a:pt x="395954" y="613671"/></a:moveTo><a:lnTo><a:pt x="433184" y="613671"/></a:lnTo><a:lnTo><a:pt x="435045" y="613748"/></a:lnTo><a:lnTo><a:pt x="436907" y="612973"/></a:lnTo><a:lnTo><a:pt x="438303" y="611654"/></a:lnTo><a:lnTo><a:pt x="439622" y="610258"/></a:lnTo><a:lnTo><a:pt x="440397" y="608397"/></a:lnTo><a:lnTo><a:pt x="440397" y="606535"/></a:lnTo><a:lnTo><a:pt x="440397" y="7290"/></a:lnTo><a:lnTo><a:pt x="440397" y="3257"/></a:lnTo><a:lnTo><a:pt x="437140" y="0"/></a:lnTo><a:lnTo><a:pt x="433184" y="0"/></a:lnTo><a:lnTo><a:pt x="0" y="0"/></a:lnTo></a:path></a:pathLst></a:custGeom><a:ln w="11634"><a:solidFill><a:srgbClr val="000000"/></a:solidFill></a:ln></p:spPr><p:txBody><a:bodyPr wrap="square" lIns="0" tIns="0" rIns="0" bIns="0" rtlCol="0"/><a:lstStyle/><a:p/></p:txBody></p:sp><p:sp><p:nvSpPr><p:cNvPr id="197" name="object 197"/><p:cNvSpPr/><p:nvPr/></p:nvSpPr><p:spPr><a:xfrm><a:off x="2791126" y="10081445"/><a:ext cx="7399655" cy="499745"/></a:xfrm><a:custGeom><a:avLst/><a:gdLst/><a:ahLst/><a:cxnLst/><a:rect l="l" t="t" r="r" b="b"/><a:pathLst><a:path w="7399655" h="499745"><a:moveTo><a:pt x="0" y="499422"/></a:moveTo><a:lnTo><a:pt x="7399448" y="0"/></a:lnTo></a:path></a:pathLst></a:custGeom><a:ln w="3878"><a:solidFill><a:srgbClr val="0000FF"/></a:solidFill><a:prstDash val="lgDash"/></a:ln></p:spPr><p:txBody><a:bodyPr wrap="square" lIns="0" tIns="0" rIns="0" bIns="0" rtlCol="0"/><a:lstStyle/><a:p/></p:txBody></p:sp><p:sp><p:nvSpPr><p:cNvPr id="198" name="object 198"/><p:cNvSpPr/><p:nvPr/></p:nvSpPr><p:spPr><a:xfrm><a:off x="2918561" y="10135893"/><a:ext cx="440690" cy="614045"/></a:xfrm><a:custGeom><a:avLst/><a:gdLst/><a:ahLst/><a:cxnLst/><a:rect l="l" t="t" r="r" b="b"/><a:pathLst><a:path w="440689" h="614045"><a:moveTo><a:pt x="44481" y="613748"/></a:moveTo><a:lnTo><a:pt x="7267" y="613748"/></a:lnTo><a:lnTo><a:pt x="5344" y="613748"/></a:lnTo><a:lnTo><a:pt x="3498" y="612973"/></a:lnTo><a:lnTo><a:pt x="2132" y="611654"/></a:lnTo><a:lnTo><a:pt x="767" y="610258"/></a:lnTo><a:lnTo><a:pt x="0" y="608474"/></a:lnTo><a:lnTo><a:pt x="0" y="606535"/></a:lnTo><a:lnTo><a:pt x="0" y="7290"/></a:lnTo><a:lnTo><a:pt x="0" y="3257"/></a:lnTo><a:lnTo><a:pt x="3257" y="0"/></a:lnTo><a:lnTo><a:pt x="7267" y="0"/></a:lnTo><a:lnTo><a:pt x="440397" y="0"/></a:lnTo></a:path></a:pathLst></a:custGeom><a:ln w="11634"><a:solidFill><a:srgbClr val="000000"/></a:solidFill></a:ln></p:spPr><p:txBody><a:bodyPr wrap="square" lIns="0" tIns="0" rIns="0" bIns="0" rtlCol="0"/><a:lstStyle/><a:p/></p:txBody></p:sp><p:sp><p:nvSpPr><p:cNvPr id="199" name="object 199"/><p:cNvSpPr/><p:nvPr/></p:nvSpPr><p:spPr><a:xfrm><a:off x="4369174" y="10999082"/><a:ext cx="1132205" cy="394970"/></a:xfrm><a:custGeom><a:avLst/><a:gdLst/><a:ahLst/><a:cxnLst/><a:rect l="l" t="t" r="r" b="b"/><a:pathLst><a:path w="1132204" h="394970"><a:moveTo><a:pt x="1131631" y="394403"/></a:moveTo><a:lnTo><a:pt x="0" y="394403"/></a:lnTo><a:lnTo><a:pt x="0" y="0"/></a:lnTo><a:lnTo><a:pt x="1131631" y="0"/></a:lnTo><a:lnTo><a:pt x="1131631" y="394403"/></a:lnTo><a:close/></a:path></a:pathLst></a:custGeom><a:solidFill><a:srgbClr val="FFFFFF"/></a:solidFill></p:spPr><p:txBody><a:bodyPr wrap="square" lIns="0" tIns="0" rIns="0" bIns="0" rtlCol="0"/><a:lstStyle/><a:p/></p:txBody></p:sp></p:grpSp><p:sp><p:nvSpPr><p:cNvPr id="200" name="object 200"/><p:cNvSpPr txBox="1"/><p:nvPr/></p:nvSpPr><p:spPr><a:xfrm><a:off x="4369174" y="10999082"/><a:ext cx="1132205" cy="394970"/></a:xfrm><a:prstGeom prst="rect"><a:avLst/></a:prstGeom><a:ln w="7756"><a:solidFill><a:srgbClr val="000000"/></a:solidFill></a:ln></p:spPr><p:txBody><a:bodyPr wrap="square" lIns="0" tIns="0" rIns="0" bIns="0" rtlCol="0" vert="horz"><a:spAutoFit/></a:bodyPr><a:lstStyle/><a:p><a:pPr marL="15240" marR="73025"><a:lnSpc><a:spcPts val="1040"/></a:lnSpc></a:pPr><a:r><a:rPr dirty="0" sz="850"><a:latin typeface="Verdana"/><a:cs typeface="Verdana"/></a:rPr><a:t>#4 BAR AT</a:t></a:r><a:r><a:rPr dirty="0" sz="850" spc="5"><a:latin typeface="Verdana"/><a:cs typeface="Verdana"/></a:rPr><a:t> </a:t></a:r><a:r><a:rPr dirty="0" sz="850"><a:latin typeface="Verdana"/><a:cs typeface="Verdana"/></a:rPr><a:t>9&quot; </a:t></a:r><a:r><a:rPr dirty="0" sz="850" spc="-20"><a:latin typeface="Verdana"/><a:cs typeface="Verdana"/></a:rPr><a:t>O.C. </a:t></a:r><a:r><a:rPr dirty="0" sz="850"><a:latin typeface="Verdana"/><a:cs typeface="Verdana"/></a:rPr><a:t>VERTICAL </a:t></a:r><a:r><a:rPr dirty="0" sz="850" spc="-25"><a:latin typeface="Verdana"/><a:cs typeface="Verdana"/></a:rPr><a:t>AND </a:t></a:r><a:r><a:rPr dirty="0" sz="850" spc="-10"><a:latin typeface="Verdana"/><a:cs typeface="Verdana"/></a:rPr><a:t>HORIZONTAL</a:t></a:r><a:endParaRPr sz="850"><a:latin typeface="Verdana"/><a:cs typeface="Verdana"/></a:endParaRPr></a:p></p:txBody></p:sp><p:grpSp><p:nvGrpSpPr><p:cNvPr id="201" name="object 201"/><p:cNvGrpSpPr/><p:nvPr/></p:nvGrpSpPr><p:grpSpPr><a:xfrm><a:off x="2950678" y="10328076"/><a:ext cx="1419225" cy="741045"/><a:chOff x="2950678" y="10328076"/><a:chExt cx="1419225" cy="741045"/></a:xfrm></p:grpSpPr><p:sp><p:nvSpPr><p:cNvPr id="202" name="object 202"/><p:cNvSpPr/><p:nvPr/></p:nvSpPr><p:spPr><a:xfrm><a:off x="3015211" y="10366951"/><a:ext cx="1350645" cy="697865"/></a:xfrm><a:custGeom><a:avLst/><a:gdLst/><a:ahLst/><a:cxnLst/><a:rect l="l" t="t" r="r" b="b"/><a:pathLst><a:path w="1350645" h="697865"><a:moveTo><a:pt x="0" y="0"/></a:moveTo><a:lnTo><a:pt x="1210527" y="697826"/></a:lnTo><a:lnTo><a:pt x="1350084" y="697826"/></a:lnTo></a:path></a:pathLst></a:custGeom><a:ln w="7756"><a:solidFill><a:srgbClr val="000000"/></a:solidFill></a:ln></p:spPr><p:txBody><a:bodyPr wrap="square" lIns="0" tIns="0" rIns="0" bIns="0" rtlCol="0"/><a:lstStyle/><a:p/></p:txBody></p:sp><p:sp><p:nvSpPr><p:cNvPr id="203" name="object 203"/><p:cNvSpPr/><p:nvPr/></p:nvSpPr><p:spPr><a:xfrm><a:off x="2954806" y="10332204"/><a:ext cx="66675" cy="45085"/></a:xfrm><a:custGeom><a:avLst/><a:gdLst/><a:ahLst/><a:cxnLst/><a:rect l="l" t="t" r="r" b="b"/><a:pathLst><a:path w="66675" h="45084"><a:moveTo><a:pt x="54673" y="44908"/></a:moveTo><a:lnTo><a:pt x="0" y="0"/></a:lnTo><a:lnTo><a:pt x="66292" y="24742"/></a:lnTo><a:lnTo><a:pt x="54673" y="44908"/></a:lnTo><a:close/></a:path></a:pathLst></a:custGeom><a:solidFill><a:srgbClr val="000000"/></a:solidFill></p:spPr><p:txBody><a:bodyPr wrap="square" lIns="0" tIns="0" rIns="0" bIns="0" rtlCol="0"/><a:lstStyle/><a:p/></p:txBody></p:sp><p:sp><p:nvSpPr><p:cNvPr id="204" name="object 204"/><p:cNvSpPr/><p:nvPr/></p:nvSpPr><p:spPr><a:xfrm><a:off x="2954806" y="10332204"/><a:ext cx="66675" cy="45085"/></a:xfrm><a:custGeom><a:avLst/><a:gdLst/><a:ahLst/><a:cxnLst/><a:rect l="l" t="t" r="r" b="b"/><a:pathLst><a:path w="66675" h="45084"><a:moveTo><a:pt x="0" y="0"/></a:moveTo><a:lnTo><a:pt x="66292" y="24742"/></a:lnTo><a:lnTo><a:pt x="54673" y="44908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205" name="object 205"/><p:cNvSpPr txBox="1"/><p:nvPr/></p:nvSpPr><p:spPr><a:xfrm><a:off x="4090618" y="9343984"/><a:ext cx="1358900" cy="394970"/></a:xfrm><a:prstGeom prst="rect"><a:avLst/></a:prstGeom><a:solidFill><a:srgbClr val="FFFFFF"/></a:solidFill><a:ln w="7756"><a:solidFill><a:srgbClr val="000000"/></a:solidFill></a:ln></p:spPr><p:txBody><a:bodyPr wrap="square" lIns="0" tIns="0" rIns="0" bIns="0" rtlCol="0" vert="horz"><a:spAutoFit/></a:bodyPr><a:lstStyle/><a:p><a:pPr marL="15240" marR="110489"><a:lnSpc><a:spcPts val="1040"/></a:lnSpc></a:pPr><a:r><a:rPr dirty="0" sz="850"><a:latin typeface="Verdana"/><a:cs typeface="Verdana"/></a:rPr><a:t>BEND VERTICAL </a:t></a:r><a:r><a:rPr dirty="0" sz="850" spc="-20"><a:latin typeface="Verdana"/><a:cs typeface="Verdana"/></a:rPr><a:t>BARS </a:t></a:r><a:r><a:rPr dirty="0" sz="850"><a:latin typeface="Verdana"/><a:cs typeface="Verdana"/></a:rPr><a:t>INTO</a:t></a:r><a:r><a:rPr dirty="0" sz="850" spc="-15"><a:latin typeface="Verdana"/><a:cs typeface="Verdana"/></a:rPr><a:t> </a:t></a:r><a:r><a:rPr dirty="0" sz="850"><a:latin typeface="Verdana"/><a:cs typeface="Verdana"/></a:rPr><a:t>SLAB</a:t></a:r><a:r><a:rPr dirty="0" sz="850" spc="-10"><a:latin typeface="Verdana"/><a:cs typeface="Verdana"/></a:rPr><a:t> </a:t></a:r><a:r><a:rPr dirty="0" sz="850"><a:latin typeface="Verdana"/><a:cs typeface="Verdana"/></a:rPr><a:t>BY</a:t></a:r><a:r><a:rPr dirty="0" sz="850" spc="-10"><a:latin typeface="Verdana"/><a:cs typeface="Verdana"/></a:rPr><a:t> </a:t></a:r><a:r><a:rPr dirty="0" sz="850" spc="-25"><a:latin typeface="Verdana"/><a:cs typeface="Verdana"/></a:rPr><a:t>12&quot; </a:t></a:r><a:r><a:rPr dirty="0" sz="850" spc="-10"><a:latin typeface="Verdana"/><a:cs typeface="Verdana"/></a:rPr><a:t>MINIMUM</a:t></a:r><a:endParaRPr sz="850"><a:latin typeface="Verdana"/><a:cs typeface="Verdana"/></a:endParaRPr></a:p></p:txBody></p:sp><p:grpSp><p:nvGrpSpPr><p:cNvPr id="206" name="object 206"/><p:cNvGrpSpPr/><p:nvPr/></p:nvGrpSpPr><p:grpSpPr><a:xfrm><a:off x="3367489" y="9405553"/><a:ext cx="723900" cy="760730"/><a:chOff x="3367489" y="9405553"/><a:chExt cx="723900" cy="760730"/></a:xfrm></p:grpSpPr><p:sp><p:nvSpPr><p:cNvPr id="207" name="object 207"/><p:cNvSpPr/><p:nvPr/></p:nvSpPr><p:spPr><a:xfrm><a:off x="3415308" y="9409680"/><a:ext cx="671830" cy="698500"/></a:xfrm><a:custGeom><a:avLst/><a:gdLst/><a:ahLst/><a:cxnLst/><a:rect l="l" t="t" r="r" b="b"/><a:pathLst><a:path w="671829" h="698500"><a:moveTo><a:pt x="0" y="697903"/></a:moveTo><a:lnTo><a:pt x="560797" y="0"/></a:lnTo><a:lnTo><a:pt x="671431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08" name="object 208"/><p:cNvSpPr/><p:nvPr/></p:nvSpPr><p:spPr><a:xfrm><a:off x="3371617" y="10100216"/><a:ext cx="53340" cy="62230"/></a:xfrm><a:custGeom><a:avLst/><a:gdLst/><a:ahLst/><a:cxnLst/><a:rect l="l" t="t" r="r" b="b"/><a:pathLst><a:path w="53339" h="62229"><a:moveTo><a:pt x="0" y="61661"/></a:moveTo><a:lnTo><a:pt x="34662" y="0"/></a:lnTo><a:lnTo><a:pt x="52796" y="14581"/></a:lnTo><a:lnTo><a:pt x="0" y="61661"/></a:lnTo><a:close/></a:path></a:pathLst></a:custGeom><a:solidFill><a:srgbClr val="000000"/></a:solidFill></p:spPr><p:txBody><a:bodyPr wrap="square" lIns="0" tIns="0" rIns="0" bIns="0" rtlCol="0"/><a:lstStyle/><a:p/></p:txBody></p:sp><p:sp><p:nvSpPr><p:cNvPr id="209" name="object 209"/><p:cNvSpPr/><p:nvPr/></p:nvSpPr><p:spPr><a:xfrm><a:off x="3371617" y="10100216"/><a:ext cx="53340" cy="62230"/></a:xfrm><a:custGeom><a:avLst/><a:gdLst/><a:ahLst/><a:cxnLst/><a:rect l="l" t="t" r="r" b="b"/><a:pathLst><a:path w="53339" h="62229"><a:moveTo><a:pt x="0" y="61661"/></a:moveTo><a:lnTo><a:pt x="34662" y="0"/></a:lnTo><a:lnTo><a:pt x="52796" y="14581"/></a:lnTo><a:lnTo><a:pt x="0" y="61661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210" name="object 210"/><p:cNvSpPr txBox="1"/><p:nvPr/></p:nvSpPr><p:spPr><a:xfrm><a:off x="4351257" y="11528056"/><a:ext cx="1116330" cy="263525"/></a:xfrm><a:prstGeom prst="rect"><a:avLst/></a:prstGeom><a:ln w="7756"><a:solidFill><a:srgbClr val="000000"/></a:solidFill></a:ln></p:spPr><p:txBody><a:bodyPr wrap="square" lIns="0" tIns="0" rIns="0" bIns="0" rtlCol="0" vert="horz"><a:spAutoFit/></a:bodyPr><a:lstStyle/><a:p><a:pPr marL="15240" marR="113030"><a:lnSpc><a:spcPts val="1040"/></a:lnSpc></a:pPr><a:r><a:rPr dirty="0" sz="850"><a:latin typeface="Verdana"/><a:cs typeface="Verdana"/></a:rPr><a:t>STANDARD</a:t></a:r><a:r><a:rPr dirty="0" sz="850" spc="45"><a:latin typeface="Verdana"/><a:cs typeface="Verdana"/></a:rPr><a:t> </a:t></a:r><a:r><a:rPr dirty="0" sz="850" spc="-20"><a:latin typeface="Verdana"/><a:cs typeface="Verdana"/></a:rPr><a:t>HOOK </a:t></a:r><a:r><a:rPr dirty="0" sz="850"><a:latin typeface="Verdana"/><a:cs typeface="Verdana"/></a:rPr><a:t>AT </a:t></a:r><a:r><a:rPr dirty="0" sz="850" spc="-10"><a:latin typeface="Verdana"/><a:cs typeface="Verdana"/></a:rPr><a:t>BOTTOM</a:t></a:r><a:endParaRPr sz="850"><a:latin typeface="Verdana"/><a:cs typeface="Verdana"/></a:endParaRPr></a:p></p:txBody></p:sp><p:grpSp><p:nvGrpSpPr><p:cNvPr id="211" name="object 211"/><p:cNvGrpSpPr/><p:nvPr/></p:nvGrpSpPr><p:grpSpPr><a:xfrm><a:off x="2978414" y="10763820"/><a:ext cx="1373505" cy="834390"/><a:chOff x="2978414" y="10763820"/><a:chExt cx="1373505" cy="834390"/></a:xfrm></p:grpSpPr><p:sp><p:nvSpPr><p:cNvPr id="212" name="object 212"/><p:cNvSpPr/><p:nvPr/></p:nvSpPr><p:spPr><a:xfrm><a:off x="3040411" y="10806961"/><a:ext cx="1307465" cy="787400"/></a:xfrm><a:custGeom><a:avLst/><a:gdLst/><a:ahLst/><a:cxnLst/><a:rect l="l" t="t" r="r" b="b"/><a:pathLst><a:path w="1307464" h="787400"><a:moveTo><a:pt x="0" y="0"/></a:moveTo><a:lnTo><a:pt x="1167410" y="786790"/></a:lnTo><a:lnTo><a:pt x="1306968" y="786790"/></a:lnTo></a:path></a:pathLst></a:custGeom><a:ln w="7756"><a:solidFill><a:srgbClr val="000000"/></a:solidFill></a:ln></p:spPr><p:txBody><a:bodyPr wrap="square" lIns="0" tIns="0" rIns="0" bIns="0" rtlCol="0"/><a:lstStyle/><a:p/></p:txBody></p:sp><p:sp><p:nvSpPr><p:cNvPr id="213" name="object 213"/><p:cNvSpPr/><p:nvPr/></p:nvSpPr><p:spPr><a:xfrm><a:off x="2982542" y="10767948"/><a:ext cx="64769" cy="48895"/></a:xfrm><a:custGeom><a:avLst/><a:gdLst/><a:ahLst/><a:cxnLst/><a:rect l="l" t="t" r="r" b="b"/><a:pathLst><a:path w="64769" h="48895"><a:moveTo><a:pt x="51377" y="48631"/></a:moveTo><a:lnTo><a:pt x="0" y="0"/></a:lnTo><a:lnTo><a:pt x="64384" y="29318"/></a:lnTo><a:lnTo><a:pt x="51377" y="48631"/></a:lnTo><a:close/></a:path></a:pathLst></a:custGeom><a:solidFill><a:srgbClr val="000000"/></a:solidFill></p:spPr><p:txBody><a:bodyPr wrap="square" lIns="0" tIns="0" rIns="0" bIns="0" rtlCol="0"/><a:lstStyle/><a:p/></p:txBody></p:sp><p:sp><p:nvSpPr><p:cNvPr id="214" name="object 214"/><p:cNvSpPr/><p:nvPr/></p:nvSpPr><p:spPr><a:xfrm><a:off x="2982542" y="10767948"/><a:ext cx="64769" cy="48895"/></a:xfrm><a:custGeom><a:avLst/><a:gdLst/><a:ahLst/><a:cxnLst/><a:rect l="l" t="t" r="r" b="b"/><a:pathLst><a:path w="64769" h="48895"><a:moveTo><a:pt x="0" y="0"/></a:moveTo><a:lnTo><a:pt x="64384" y="29318"/></a:lnTo><a:lnTo><a:pt x="51377" y="48631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215" name="object 215"/><p:cNvSpPr txBox="1"/><p:nvPr/></p:nvSpPr><p:spPr><a:xfrm><a:off x="8061650" y="11250772"/><a:ext cx="845185" cy="132080"/></a:xfrm><a:prstGeom prst="rect"><a:avLst/></a:prstGeom><a:ln w="7756"><a:solidFill><a:srgbClr val="000000"/></a:solidFill></a:ln></p:spPr><p:txBody><a:bodyPr wrap="square" lIns="0" tIns="635" rIns="0" bIns="0" rtlCol="0" vert="horz"><a:spAutoFit/></a:bodyPr><a:lstStyle/><a:p><a:pPr marL="85090"><a:lnSpc><a:spcPct val="100000"/></a:lnSpc><a:spcBef><a:spcPts val="5"/></a:spcBef></a:pPr><a:r><a:rPr dirty="0" sz="850"><a:latin typeface="Verdana"/><a:cs typeface="Verdana"/></a:rPr><a:t>COLD </a:t></a:r><a:r><a:rPr dirty="0" sz="850" spc="-10"><a:latin typeface="Verdana"/><a:cs typeface="Verdana"/></a:rPr><a:t>JOINTS</a:t></a:r><a:endParaRPr sz="850"><a:latin typeface="Verdana"/><a:cs typeface="Verdana"/></a:endParaRPr></a:p></p:txBody></p:sp><p:grpSp><p:nvGrpSpPr><p:cNvPr id="216" name="object 216"/><p:cNvGrpSpPr/><p:nvPr/></p:nvGrpSpPr><p:grpSpPr><a:xfrm><a:off x="3797895" y="9833996"/><a:ext cx="6102350" cy="1493520"/><a:chOff x="3797895" y="9833996"/><a:chExt cx="6102350" cy="1493520"/></a:xfrm></p:grpSpPr><p:sp><p:nvSpPr><p:cNvPr id="217" name="object 217"/><p:cNvSpPr/><p:nvPr/></p:nvSpPr><p:spPr><a:xfrm><a:off x="8910568" y="10354774"/><a:ext cx="940435" cy="968375"/></a:xfrm><a:custGeom><a:avLst/><a:gdLst/><a:ahLst/><a:cxnLst/><a:rect l="l" t="t" r="r" b="b"/><a:pathLst><a:path w="940434" h="968375"><a:moveTo><a:pt x="940052" y="0"/></a:moveTo><a:lnTo><a:pt x="110836" y="968207"/></a:lnTo><a:lnTo><a:pt x="0" y="968207"/></a:lnTo></a:path></a:pathLst></a:custGeom><a:ln w="7756"><a:solidFill><a:srgbClr val="000000"/></a:solidFill></a:ln></p:spPr><p:txBody><a:bodyPr wrap="square" lIns="0" tIns="0" rIns="0" bIns="0" rtlCol="0"/><a:lstStyle/><a:p/></p:txBody></p:sp><p:sp><p:nvSpPr><p:cNvPr id="218" name="object 218"/><p:cNvSpPr/><p:nvPr/></p:nvSpPr><p:spPr><a:xfrm><a:off x="9841701" y="10301799"/><a:ext cx="54610" cy="60960"/></a:xfrm><a:custGeom><a:avLst/><a:gdLst/><a:ahLst/><a:cxnLst/><a:rect l="l" t="t" r="r" b="b"/><a:pathLst><a:path w="54609" h="60959"><a:moveTo><a:pt x="17684" y="60653"/></a:moveTo><a:lnTo><a:pt x="0" y="45451"/></a:lnTo><a:lnTo><a:pt x="54293" y="0"/></a:lnTo><a:lnTo><a:pt x="17684" y="60653"/></a:lnTo><a:close/></a:path></a:pathLst></a:custGeom><a:solidFill><a:srgbClr val="000000"/></a:solidFill></p:spPr><p:txBody><a:bodyPr wrap="square" lIns="0" tIns="0" rIns="0" bIns="0" rtlCol="0"/><a:lstStyle/><a:p/></p:txBody></p:sp><p:sp><p:nvSpPr><p:cNvPr id="219" name="object 219"/><p:cNvSpPr/><p:nvPr/></p:nvSpPr><p:spPr><a:xfrm><a:off x="9841701" y="10301799"/><a:ext cx="54610" cy="60960"/></a:xfrm><a:custGeom><a:avLst/><a:gdLst/><a:ahLst/><a:cxnLst/><a:rect l="l" t="t" r="r" b="b"/><a:pathLst><a:path w="54609" h="60959"><a:moveTo><a:pt x="54293" y="0"/></a:moveTo><a:lnTo><a:pt x="17684" y="60653"/></a:lnTo><a:lnTo><a:pt x="0" y="45451"/></a:lnTo><a:lnTo><a:pt x="54293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20" name="object 220"/><p:cNvSpPr/><p:nvPr/></p:nvSpPr><p:spPr><a:xfrm><a:off x="3805833" y="9841934"/><a:ext cx="5370195" cy="361315"/></a:xfrm><a:custGeom><a:avLst/><a:gdLst/><a:ahLst/><a:cxnLst/><a:rect l="l" t="t" r="r" b="b"/><a:pathLst><a:path w="5370195" h="361315"><a:moveTo><a:pt x="0" y="0"/></a:moveTo><a:lnTo><a:pt x="0" y="92919"/></a:lnTo><a:lnTo><a:pt x="0" y="361051"/></a:lnTo></a:path><a:path w="5370195" h="361315"><a:moveTo><a:pt x="5369997" y="0"/></a:moveTo><a:lnTo><a:pt x="5369997" y="92919"/></a:lnTo><a:lnTo><a:pt x="5369997" y="361051"/></a:lnTo></a:path></a:pathLst></a:custGeom><a:ln w="15512"><a:solidFill><a:srgbClr val="000000"/></a:solidFill></a:ln></p:spPr><p:txBody><a:bodyPr wrap="square" lIns="0" tIns="0" rIns="0" bIns="0" rtlCol="0"/><a:lstStyle/><a:p/></p:txBody></p:sp></p:grpSp><p:sp><p:nvSpPr><p:cNvPr id="221" name="object 221"/><p:cNvSpPr txBox="1"/><p:nvPr/></p:nvSpPr><p:spPr><a:xfrm><a:off x="5707795" y="2825052"/><a:ext cx="1210945" cy="582295"/></a:xfrm><a:prstGeom prst="rect"><a:avLst/></a:prstGeom><a:solidFill><a:srgbClr val="FFFFFF"/></a:solidFill><a:ln w="7756"><a:solidFill><a:srgbClr val="000000"/></a:solidFill></a:ln></p:spPr><p:txBody><a:bodyPr wrap="square" lIns="0" tIns="65405" rIns="0" bIns="0" rtlCol="0" vert="horz"><a:spAutoFit/></a:bodyPr><a:lstStyle/><a:p><a:pPr marL="75565" marR="64135" indent="47625"><a:lnSpc><a:spcPct val="105100"/></a:lnSpc><a:spcBef><a:spcPts val="515"/></a:spcBef></a:pPr><a:endParaRPr sz="700"><a:latin typeface="Verdana"/><a:cs typeface="Verdana"/></a:endParaRPr><a:r><a:rPr dirty="0" u="sng" sz="700"><a:uFill><a:solidFill><a:srgbClr val="000000"/><a:t>{{BAT_MFR}} {{BAT_MODEL}} BESS</a:t></a:r></a:p><a:p><a:pPr><a:lnSpc><a:spcPct val="100000"/></a:lnSpc><a:spcBef><a:spcPts val="75"/></a:spcBef></a:pPr><a:endParaRPr sz="700"><a:latin typeface="Verdana"/><a:cs typeface="Verdana"/></a:endParaRPr></a:p><a:p><a:pPr marL="130175"><a:lnSpc><a:spcPct val="100000"/></a:lnSpc></a:pPr><a:endParaRPr sz="700"><a:latin typeface="Verdana"/><a:cs typeface="Verdana"/></a:endParaRPr><a:r><a:rPr dirty="0" u="sng" sz="700"><a:uFill><a:solidFill><a:srgbClr val="000000"/><a:t>Max Wt = {{BAT_WEIGHT}} lbs</a:t></a:r></a:p></p:txBody></p:sp><p:grpSp><p:nvGrpSpPr><p:cNvPr id="222" name="object 222"/><p:cNvGrpSpPr/><p:nvPr/></p:nvGrpSpPr><p:grpSpPr><a:xfrm><a:off x="13992187" y="333121"/><a:ext cx="4443095" cy="3636645"/><a:chOff x="13992187" y="333121"/><a:chExt cx="4443095" cy="3636645"/></a:xfrm></p:grpSpPr><p:pic><p:nvPicPr><p:cNvPr id="223" name="object 223"/><p:cNvPicPr/><p:nvPr/></p:nvPicPr><p:blipFill><a:blip r:embed="rId12" cstate="print"/><a:stretch><a:fillRect/></a:stretch></p:blipFill><p:spPr><a:xfrm><a:off x="14164392" y="338779"/><a:ext cx="4270724" cy="3630841"/></a:xfrm><a:prstGeom prst="rect"><a:avLst/></a:prstGeom></p:spPr></p:pic><p:sp><p:nvSpPr><p:cNvPr id="224" name="object 224"/><p:cNvSpPr/><p:nvPr/></p:nvSpPr><p:spPr><a:xfrm><a:off x="13996315" y="337248"/><a:ext cx="168275" cy="146050"/></a:xfrm><a:custGeom><a:avLst/><a:gdLst/><a:ahLst/><a:cxnLst/><a:rect l="l" t="t" r="r" b="b"/><a:pathLst><a:path w="168275" h="146050"><a:moveTo><a:pt x="84077" y="0"/></a:moveTo><a:lnTo><a:pt x="168077" y="145580"/></a:lnTo><a:lnTo><a:pt x="0" y="145580"/></a:lnTo><a:lnTo><a:pt x="84077" y="0"/></a:lnTo><a:close/></a:path></a:pathLst></a:custGeom><a:ln w="7756"><a:solidFill><a:srgbClr val="FF0000"/></a:solidFill></a:ln></p:spPr><p:txBody><a:bodyPr wrap="square" lIns="0" tIns="0" rIns="0" bIns="0" rtlCol="0"/><a:lstStyle/><a:p/></p:txBody></p:sp></p:grpSp><p:graphicFrame><p:nvGraphicFramePr><p:cNvPr id="225" name="object 225"/><p:cNvGraphicFramePr><a:graphicFrameLocks noGrp="1"/></p:cNvGraphicFramePr><p:nvPr/></p:nvGraphicFramePr><p:xfrm><a:off x="14164392" y="362277"/><a:ext cx="4251325" cy="3568700"/></p:xfrm><a:graphic><a:graphicData uri="http://schemas.openxmlformats.org/drawingml/2006/table"><a:tbl><a:tblPr firstRow="1" bandRow="1"><a:tableStyleId>{2D5ABB26-0587-4C30-8999-92F81FD0307C}</a:tableStyleId></a:tblPr><a:tblGrid><a:gridCol w="109855"/><a:gridCol w="4035425"/></a:tblGrid><a:tr h="179705"><a:tc rowSpan="3"><a:txBody><a:bodyPr/><a:lstStyle/><a:p><a:pPr><a:lnSpc><a:spcPct val="100000"/></a:lnSpc></a:pPr><a:endParaRPr sz="800"><a:latin typeface="Times New Roman"/><a:cs typeface="Times New Roman"/></a:endParaRPr></a:p></a:txBody><a:tcPr marL="0" marR="0" marB="0" marT="0"><a:lnL w="38100"><a:solidFill><a:srgbClr val="000000"/></a:solidFill><a:prstDash val="solid"/></a:lnL><a:lnR w="9525"><a:solidFill><a:srgbClr val="000000"/></a:solidFill><a:prstDash val="solid"/></a:lnR><a:lnT w="38100"><a:solidFill><a:srgbClr val="000000"/></a:solidFill><a:prstDash val="solid"/></a:lnT><a:lnB w="38100"><a:solidFill><a:srgbClr val="000000"/></a:solidFill><a:prstDash val="solid"/></a:lnB></a:tcPr></a:tc><a:tc><a:txBody><a:bodyPr/><a:lstStyle/><a:p><a:pPr algn="ctr" marL="4445"><a:lnSpc><a:spcPct val="100000"/></a:lnSpc><a:spcBef><a:spcPts val="434"/></a:spcBef></a:pPr><a:r><a:rPr dirty="0" sz="700" b="1"><a:latin typeface="Verdana"/><a:cs typeface="Verdana"/></a:rPr><a:t>FOR</a:t></a:r><a:r><a:rPr dirty="0" sz="700" spc="85" b="1"><a:latin typeface="Verdana"/><a:cs typeface="Verdana"/></a:rPr><a:t> </a:t></a:r><a:r><a:rPr dirty="0" sz="700" b="1"><a:latin typeface="Verdana"/><a:cs typeface="Verdana"/></a:rPr><a:t>PAGES</a:t></a:r><a:r><a:rPr dirty="0" sz="700" spc="90" b="1"><a:latin typeface="Verdana"/><a:cs typeface="Verdana"/></a:rPr><a:t> </a:t></a:r><a:r><a:rPr dirty="0" sz="700" b="1"><a:latin typeface="Verdana"/><a:cs typeface="Verdana"/></a:rPr><a:t>PV0.2</a:t></a:r><a:r><a:rPr dirty="0" sz="700" spc="90" b="1"><a:latin typeface="Verdana"/><a:cs typeface="Verdana"/></a:rPr><a:t> </a:t></a:r><a:r><a:rPr dirty="0" sz="700" b="1"><a:latin typeface="Verdana"/><a:cs typeface="Verdana"/></a:rPr><a:t>&amp;</a:t></a:r><a:r><a:rPr dirty="0" sz="700" spc="90" b="1"><a:latin typeface="Verdana"/><a:cs typeface="Verdana"/></a:rPr><a:t> </a:t></a:r><a:r><a:rPr dirty="0" sz="700" spc="-10" b="1"><a:latin typeface="Verdana"/><a:cs typeface="Verdana"/></a:rPr><a:t>PV0.3</a:t></a:r><a:endParaRPr sz="700"><a:latin typeface="Verdana"/><a:cs typeface="Verdana"/></a:endParaRPr></a:p></a:txBody><a:tcPr marL="0" marR="0" marB="0" marT="55244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643255"><a:tc vMerge="1"><a:txBody><a:bodyPr/><a:lstStyle/><a:p><a:pPr/></a:p></a:txBody><a:tcPr marL="0" marR="0" marB="0" marT="0"><a:lnL w="38100"><a:solidFill><a:srgbClr val="000000"/></a:solidFill><a:prstDash val="solid"/></a:lnL><a:lnR w="9525"><a:solidFill><a:srgbClr val="000000"/></a:solidFill><a:prstDash val="solid"/></a:lnR><a:lnT w="38100"><a:solidFill><a:srgbClr val="000000"/></a:solidFill><a:prstDash val="solid"/></a:lnT><a:lnB w="38100"><a:solidFill><a:srgbClr val="000000"/></a:solidFill><a:prstDash val="solid"/></a:lnB></a:tcPr></a:tc><a:tc><a:txBody><a:bodyPr/><a:lstStyle/><a:p><a:pPr marL="15240"><a:lnSpc><a:spcPct val="100000"/></a:lnSpc><a:spcBef><a:spcPts val="360"/></a:spcBef></a:pPr><a:r><a:rPr dirty="0" sz="700"><a:latin typeface="Verdana"/><a:cs typeface="Verdana"/></a:rPr><a:t>GENERAL</a:t></a:r><a:r><a:rPr dirty="0" sz="700" spc="170"><a:latin typeface="Verdana"/><a:cs typeface="Verdana"/></a:rPr><a:t> </a:t></a:r><a:r><a:rPr dirty="0" sz="700" spc="-10"><a:latin typeface="Verdana"/><a:cs typeface="Verdana"/></a:rPr><a:t>NOTES:</a:t></a:r><a:endParaRPr sz="700"><a:latin typeface="Verdana"/><a:cs typeface="Verdana"/></a:endParaRPr></a:p><a:p><a:pPr marL="278765" indent="-263525"><a:lnSpc><a:spcPct val="100000"/></a:lnSpc><a:spcBef><a:spcPts val="40"/></a:spcBef><a:buAutoNum type="arabicPeriod"/><a:tabLst><a:tab pos="278765" algn="l"/></a:tabLst></a:pPr><a:r><a:rPr dirty="0" sz="700"><a:latin typeface="Verdana"/><a:cs typeface="Verdana"/></a:rPr><a:t>STEM</a:t></a:r><a:r><a:rPr dirty="0" sz="700" spc="100"><a:latin typeface="Verdana"/><a:cs typeface="Verdana"/></a:rPr><a:t> </a:t></a:r><a:r><a:rPr dirty="0" sz="700"><a:latin typeface="Verdana"/><a:cs typeface="Verdana"/></a:rPr><a:t>WALL</a:t></a:r><a:r><a:rPr dirty="0" sz="700" spc="100"><a:latin typeface="Verdana"/><a:cs typeface="Verdana"/></a:rPr><a:t> </a:t></a:r><a:r><a:rPr dirty="0" sz="700"><a:latin typeface="Verdana"/><a:cs typeface="Verdana"/></a:rPr><a:t>SECTIONS</a:t></a:r><a:r><a:rPr dirty="0" sz="700" spc="100"><a:latin typeface="Verdana"/><a:cs typeface="Verdana"/></a:rPr><a:t> </a:t></a:r><a:r><a:rPr dirty="0" sz="700"><a:latin typeface="Verdana"/><a:cs typeface="Verdana"/></a:rPr><a:t>WILL</a:t></a:r><a:r><a:rPr dirty="0" sz="700" spc="100"><a:latin typeface="Verdana"/><a:cs typeface="Verdana"/></a:rPr><a:t> </a:t></a:r><a:r><a:rPr dirty="0" sz="700"><a:latin typeface="Verdana"/><a:cs typeface="Verdana"/></a:rPr><a:t>NEED</a:t></a:r><a:r><a:rPr dirty="0" sz="700" spc="100"><a:latin typeface="Verdana"/><a:cs typeface="Verdana"/></a:rPr><a:t> </a:t></a:r><a:r><a:rPr dirty="0" sz="700"><a:latin typeface="Verdana"/><a:cs typeface="Verdana"/></a:rPr><a:t>TO</a:t></a:r><a:r><a:rPr dirty="0" sz="700" spc="100"><a:latin typeface="Verdana"/><a:cs typeface="Verdana"/></a:rPr><a:t> </a:t></a:r><a:r><a:rPr dirty="0" sz="700"><a:latin typeface="Verdana"/><a:cs typeface="Verdana"/></a:rPr><a:t>BE</a:t></a:r><a:r><a:rPr dirty="0" sz="700" spc="100"><a:latin typeface="Verdana"/><a:cs typeface="Verdana"/></a:rPr><a:t> </a:t></a:r><a:r><a:rPr dirty="0" sz="700"><a:latin typeface="Verdana"/><a:cs typeface="Verdana"/></a:rPr><a:t>FORMED</a:t></a:r><a:r><a:rPr dirty="0" sz="700" spc="100"><a:latin typeface="Verdana"/><a:cs typeface="Verdana"/></a:rPr><a:t> </a:t></a:r><a:r><a:rPr dirty="0" sz="700"><a:latin typeface="Verdana"/><a:cs typeface="Verdana"/></a:rPr><a:t>AND</a:t></a:r><a:r><a:rPr dirty="0" sz="700" spc="100"><a:latin typeface="Verdana"/><a:cs typeface="Verdana"/></a:rPr><a:t> </a:t></a:r><a:r><a:rPr dirty="0" sz="700"><a:latin typeface="Verdana"/><a:cs typeface="Verdana"/></a:rPr><a:t>POURED</a:t></a:r><a:r><a:rPr dirty="0" sz="700" spc="100"><a:latin typeface="Verdana"/><a:cs typeface="Verdana"/></a:rPr><a:t> </a:t></a:r><a:r><a:rPr dirty="0" sz="700" spc="-10"><a:latin typeface="Verdana"/><a:cs typeface="Verdana"/></a:rPr><a:t>FIRST</a:t></a:r><a:endParaRPr sz="700"><a:latin typeface="Verdana"/><a:cs typeface="Verdana"/></a:endParaRPr></a:p><a:p><a:pPr marL="278765"><a:lnSpc><a:spcPct val="100000"/></a:lnSpc><a:spcBef><a:spcPts val="45"/></a:spcBef></a:pPr><a:r><a:rPr dirty="0" sz="700"><a:latin typeface="Verdana"/><a:cs typeface="Verdana"/></a:rPr><a:t>WITH</a:t></a:r><a:r><a:rPr dirty="0" sz="700" spc="90"><a:latin typeface="Verdana"/><a:cs typeface="Verdana"/></a:rPr><a:t> </a:t></a:r><a:r><a:rPr dirty="0" sz="700"><a:latin typeface="Verdana"/><a:cs typeface="Verdana"/></a:rPr><a:t>A</a:t></a:r><a:r><a:rPr dirty="0" sz="700" spc="90"><a:latin typeface="Verdana"/><a:cs typeface="Verdana"/></a:rPr><a:t> </a:t></a:r><a:r><a:rPr dirty="0" sz="700"><a:latin typeface="Verdana"/><a:cs typeface="Verdana"/></a:rPr><a:t>COLD</a:t></a:r><a:r><a:rPr dirty="0" sz="700" spc="95"><a:latin typeface="Verdana"/><a:cs typeface="Verdana"/></a:rPr><a:t> </a:t></a:r><a:r><a:rPr dirty="0" sz="700"><a:latin typeface="Verdana"/><a:cs typeface="Verdana"/></a:rPr><a:t>JOINT</a:t></a:r><a:r><a:rPr dirty="0" sz="700" spc="90"><a:latin typeface="Verdana"/><a:cs typeface="Verdana"/></a:rPr><a:t> </a:t></a:r><a:r><a:rPr dirty="0" sz="700"><a:latin typeface="Verdana"/><a:cs typeface="Verdana"/></a:rPr><a:t>WITH</a:t></a:r><a:r><a:rPr dirty="0" sz="700" spc="95"><a:latin typeface="Verdana"/><a:cs typeface="Verdana"/></a:rPr><a:t> </a:t></a:r><a:r><a:rPr dirty="0" sz="700"><a:latin typeface="Verdana"/><a:cs typeface="Verdana"/></a:rPr><a:t>EXTENDED</a:t></a:r><a:r><a:rPr dirty="0" sz="700" spc="90"><a:latin typeface="Verdana"/><a:cs typeface="Verdana"/></a:rPr><a:t> </a:t></a:r><a:r><a:rPr dirty="0" sz="700"><a:latin typeface="Verdana"/><a:cs typeface="Verdana"/></a:rPr><a:t>VERTICAL</a:t></a:r><a:r><a:rPr dirty="0" sz="700" spc="95"><a:latin typeface="Verdana"/><a:cs typeface="Verdana"/></a:rPr><a:t> </a:t></a:r><a:r><a:rPr dirty="0" sz="700"><a:latin typeface="Verdana"/><a:cs typeface="Verdana"/></a:rPr><a:t>BARS</a:t></a:r><a:r><a:rPr dirty="0" sz="700" spc="90"><a:latin typeface="Verdana"/><a:cs typeface="Verdana"/></a:rPr><a:t> </a:t></a:r><a:r><a:rPr dirty="0" sz="700"><a:latin typeface="Verdana"/><a:cs typeface="Verdana"/></a:rPr><a:t>TO</a:t></a:r><a:r><a:rPr dirty="0" sz="700" spc="90"><a:latin typeface="Verdana"/><a:cs typeface="Verdana"/></a:rPr><a:t> </a:t></a:r><a:r><a:rPr dirty="0" sz="700"><a:latin typeface="Verdana"/><a:cs typeface="Verdana"/></a:rPr><a:t>TIE</a:t></a:r><a:r><a:rPr dirty="0" sz="700" spc="95"><a:latin typeface="Verdana"/><a:cs typeface="Verdana"/></a:rPr><a:t> </a:t></a:r><a:r><a:rPr dirty="0" sz="700"><a:latin typeface="Verdana"/><a:cs typeface="Verdana"/></a:rPr><a:t>INTO</a:t></a:r><a:r><a:rPr dirty="0" sz="700" spc="90"><a:latin typeface="Verdana"/><a:cs typeface="Verdana"/></a:rPr><a:t> </a:t></a:r><a:r><a:rPr dirty="0" sz="700"><a:latin typeface="Verdana"/><a:cs typeface="Verdana"/></a:rPr><a:t>THE</a:t></a:r><a:r><a:rPr dirty="0" sz="700" spc="95"><a:latin typeface="Verdana"/><a:cs typeface="Verdana"/></a:rPr><a:t> </a:t></a:r><a:r><a:rPr dirty="0" sz="700" spc="-10"><a:latin typeface="Verdana"/><a:cs typeface="Verdana"/></a:rPr><a:t>SLAB.</a:t></a:r><a:endParaRPr sz="700"><a:latin typeface="Verdana"/><a:cs typeface="Verdana"/></a:endParaRPr></a:p><a:p><a:pPr marL="278765" indent="-263525"><a:lnSpc><a:spcPct val="100000"/></a:lnSpc><a:spcBef><a:spcPts val="40"/></a:spcBef><a:buAutoNum type="arabicPeriod" startAt ="2"/><a:tabLst><a:tab pos="278765" algn="l"/></a:tabLst></a:pPr><a:r><a:rPr dirty="0" sz="700"><a:latin typeface="Verdana"/><a:cs typeface="Verdana"/></a:rPr><a:t>GRAVEL</a:t></a:r><a:r><a:rPr dirty="0" sz="700" spc="110"><a:latin typeface="Verdana"/><a:cs typeface="Verdana"/></a:rPr><a:t> </a:t></a:r><a:r><a:rPr dirty="0" sz="700"><a:latin typeface="Verdana"/><a:cs typeface="Verdana"/></a:rPr><a:t>BACKFILL</a:t></a:r><a:r><a:rPr dirty="0" sz="700" spc="110"><a:latin typeface="Verdana"/><a:cs typeface="Verdana"/></a:rPr><a:t> </a:t></a:r><a:r><a:rPr dirty="0" sz="700"><a:latin typeface="Verdana"/><a:cs typeface="Verdana"/></a:rPr><a:t>WILL</a:t></a:r><a:r><a:rPr dirty="0" sz="700" spc="110"><a:latin typeface="Verdana"/><a:cs typeface="Verdana"/></a:rPr><a:t> </a:t></a:r><a:r><a:rPr dirty="0" sz="700"><a:latin typeface="Verdana"/><a:cs typeface="Verdana"/></a:rPr><a:t>FOLLOW</a:t></a:r><a:r><a:rPr dirty="0" sz="700" spc="110"><a:latin typeface="Verdana"/><a:cs typeface="Verdana"/></a:rPr><a:t> </a:t></a:r><a:r><a:rPr dirty="0" sz="700"><a:latin typeface="Verdana"/><a:cs typeface="Verdana"/></a:rPr><a:t>AFTER</a:t></a:r><a:r><a:rPr dirty="0" sz="700" spc="110"><a:latin typeface="Verdana"/><a:cs typeface="Verdana"/></a:rPr><a:t> </a:t></a:r><a:r><a:rPr dirty="0" sz="700"><a:latin typeface="Verdana"/><a:cs typeface="Verdana"/></a:rPr><a:t>THE</a:t></a:r><a:r><a:rPr dirty="0" sz="700" spc="114"><a:latin typeface="Verdana"/><a:cs typeface="Verdana"/></a:rPr><a:t> </a:t></a:r><a:r><a:rPr dirty="0" sz="700"><a:latin typeface="Verdana"/><a:cs typeface="Verdana"/></a:rPr><a:t>STEM</a:t></a:r><a:r><a:rPr dirty="0" sz="700" spc="110"><a:latin typeface="Verdana"/><a:cs typeface="Verdana"/></a:rPr><a:t> </a:t></a:r><a:r><a:rPr dirty="0" sz="700"><a:latin typeface="Verdana"/><a:cs typeface="Verdana"/></a:rPr><a:t>WALLS</a:t></a:r><a:r><a:rPr dirty="0" sz="700" spc="110"><a:latin typeface="Verdana"/><a:cs typeface="Verdana"/></a:rPr><a:t> </a:t></a:r><a:r><a:rPr dirty="0" sz="700"><a:latin typeface="Verdana"/><a:cs typeface="Verdana"/></a:rPr><a:t>ARE</a:t></a:r><a:r><a:rPr dirty="0" sz="700" spc="110"><a:latin typeface="Verdana"/><a:cs typeface="Verdana"/></a:rPr><a:t> </a:t></a:r><a:r><a:rPr dirty="0" sz="700" spc="-20"><a:latin typeface="Verdana"/><a:cs typeface="Verdana"/></a:rPr><a:t>SET.</a:t></a:r><a:endParaRPr sz="700"><a:latin typeface="Verdana"/><a:cs typeface="Verdana"/></a:endParaRPr></a:p><a:p><a:pPr marL="278765" indent="-263525"><a:lnSpc><a:spcPct val="100000"/></a:lnSpc><a:spcBef><a:spcPts val="45"/></a:spcBef><a:buAutoNum type="arabicPeriod" startAt ="2"/><a:tabLst><a:tab pos="278765" algn="l"/></a:tabLst></a:pPr><a:r><a:rPr dirty="0" sz="700"><a:latin typeface="Verdana"/><a:cs typeface="Verdana"/></a:rPr><a:t>THE</a:t></a:r><a:r><a:rPr dirty="0" sz="700" spc="85"><a:latin typeface="Verdana"/><a:cs typeface="Verdana"/></a:rPr><a:t> </a:t></a:r><a:r><a:rPr dirty="0" sz="700"><a:latin typeface="Verdana"/><a:cs typeface="Verdana"/></a:rPr><a:t>SLAB</a:t></a:r><a:r><a:rPr dirty="0" sz="700" spc="90"><a:latin typeface="Verdana"/><a:cs typeface="Verdana"/></a:rPr><a:t> </a:t></a:r><a:r><a:rPr dirty="0" sz="700"><a:latin typeface="Verdana"/><a:cs typeface="Verdana"/></a:rPr><a:t>WILL</a:t></a:r><a:r><a:rPr dirty="0" sz="700" spc="85"><a:latin typeface="Verdana"/><a:cs typeface="Verdana"/></a:rPr><a:t> </a:t></a:r><a:r><a:rPr dirty="0" sz="700"><a:latin typeface="Verdana"/><a:cs typeface="Verdana"/></a:rPr><a:t>BE</a:t></a:r><a:r><a:rPr dirty="0" sz="700" spc="90"><a:latin typeface="Verdana"/><a:cs typeface="Verdana"/></a:rPr><a:t> </a:t></a:r><a:r><a:rPr dirty="0" sz="700"><a:latin typeface="Verdana"/><a:cs typeface="Verdana"/></a:rPr><a:t>PLACED</a:t></a:r><a:r><a:rPr dirty="0" sz="700" spc="85"><a:latin typeface="Verdana"/><a:cs typeface="Verdana"/></a:rPr><a:t> </a:t></a:r><a:r><a:rPr dirty="0" sz="700"><a:latin typeface="Verdana"/><a:cs typeface="Verdana"/></a:rPr><a:t>AFTER</a:t></a:r><a:r><a:rPr dirty="0" sz="700" spc="90"><a:latin typeface="Verdana"/><a:cs typeface="Verdana"/></a:rPr><a:t> </a:t></a:r><a:r><a:rPr dirty="0" sz="700"><a:latin typeface="Verdana"/><a:cs typeface="Verdana"/></a:rPr><a:t>THE</a:t></a:r><a:r><a:rPr dirty="0" sz="700" spc="90"><a:latin typeface="Verdana"/><a:cs typeface="Verdana"/></a:rPr><a:t> </a:t></a:r><a:r><a:rPr dirty="0" sz="700" spc="-10"><a:latin typeface="Verdana"/><a:cs typeface="Verdana"/></a:rPr><a:t>BACKFILL.</a:t></a:r><a:endParaRPr sz="700"><a:latin typeface="Verdana"/><a:cs typeface="Verdana"/></a:endParaRPr></a:p></a:txBody><a:tcPr marL="0" marR="0" marB="0" marT="4572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2745740"><a:tc vMerge="1"><a:txBody><a:bodyPr/><a:lstStyle/><a:p><a:pPr/></a:p></a:txBody><a:tcPr marL="0" marR="0" marB="0" marT="0"><a:lnL w="38100"><a:solidFill><a:srgbClr val="000000"/></a:solidFill><a:prstDash val="solid"/></a:lnL><a:lnR w="9525"><a:solidFill><a:srgbClr val="000000"/></a:solidFill><a:prstDash val="solid"/></a:lnR><a:lnT w="38100"><a:solidFill><a:srgbClr val="000000"/></a:solidFill><a:prstDash val="solid"/></a:lnT><a:lnB w="38100"><a:solidFill><a:srgbClr val="000000"/></a:solidFill><a:prstDash val="solid"/></a:lnB></a:tcPr></a:tc><a:tc><a:txBody><a:bodyPr/><a:lstStyle/><a:p><a:pPr marL="15240"><a:lnSpc><a:spcPct val="100000"/></a:lnSpc><a:spcBef><a:spcPts val="580"/></a:spcBef></a:pPr><a:r><a:rPr dirty="0" u="sng" sz="700"><a:uFill><a:solidFill><a:srgbClr val="000000"/></a:solidFill></a:uFill><a:latin typeface="Verdana"/><a:cs typeface="Verdana"/></a:rPr><a:t>Design</a:t></a:r><a:r><a:rPr dirty="0" u="sng" sz="700" spc="130"><a:uFill><a:solidFill><a:srgbClr val="000000"/></a:solidFill></a:uFill><a:latin typeface="Verdana"/><a:cs typeface="Verdana"/></a:rPr><a:t> </a:t></a:r><a:r><a:rPr dirty="0" u="sng" sz="700" spc="-10"><a:uFill><a:solidFill><a:srgbClr val="000000"/></a:solidFill></a:uFill><a:latin typeface="Verdana"/><a:cs typeface="Verdana"/></a:rPr><a:t>Criteria:</a:t></a:r><a:endParaRPr sz="700"><a:latin typeface="Verdana"/><a:cs typeface="Verdana"/></a:endParaRPr></a:p><a:p><a:pPr marL="15240"><a:lnSpc><a:spcPct val="100000"/></a:lnSpc><a:spcBef><a:spcPts val="45"/></a:spcBef></a:pPr><a:r><a:rPr dirty="0" sz="700"><a:latin typeface="Verdana"/><a:cs typeface="Verdana"/></a:rPr><a:t>2025</a:t></a:r><a:r><a:rPr dirty="0" sz="700" spc="90"><a:latin typeface="Verdana"/><a:cs typeface="Verdana"/></a:rPr><a:t> </a:t></a:r><a:r><a:rPr dirty="0" sz="700"><a:latin typeface="Verdana"/><a:cs typeface="Verdana"/></a:rPr><a:t>CBC,</a:t></a:r><a:r><a:rPr dirty="0" sz="700" spc="90"><a:latin typeface="Verdana"/><a:cs typeface="Verdana"/></a:rPr><a:t> </a:t></a:r><a:r><a:rPr dirty="0" sz="700"><a:latin typeface="Verdana"/><a:cs typeface="Verdana"/></a:rPr><a:t>ASCE</a:t></a:r><a:r><a:rPr dirty="0" sz="700" spc="95"><a:latin typeface="Verdana"/><a:cs typeface="Verdana"/></a:rPr><a:t> </a:t></a:r><a:r><a:rPr dirty="0" sz="700"><a:latin typeface="Verdana"/><a:cs typeface="Verdana"/></a:rPr><a:t>7-22,</a:t></a:r><a:r><a:rPr dirty="0" sz="700" spc="90"><a:latin typeface="Verdana"/><a:cs typeface="Verdana"/></a:rPr><a:t> </a:t></a:r><a:r><a:rPr dirty="0" sz="700"><a:latin typeface="Verdana"/><a:cs typeface="Verdana"/></a:rPr><a:t>ACI</a:t></a:r><a:r><a:rPr dirty="0" sz="700" spc="95"><a:latin typeface="Verdana"/><a:cs typeface="Verdana"/></a:rPr><a:t> </a:t></a:r><a:r><a:rPr dirty="0" sz="700"><a:latin typeface="Verdana"/><a:cs typeface="Verdana"/></a:rPr><a:t>318-19,</a:t></a:r><a:r><a:rPr dirty="0" sz="700" spc="90"><a:latin typeface="Verdana"/><a:cs typeface="Verdana"/></a:rPr><a:t> </a:t></a:r><a:r><a:rPr dirty="0" sz="700"><a:latin typeface="Verdana"/><a:cs typeface="Verdana"/></a:rPr><a:t>ANSI/AWC</a:t></a:r><a:r><a:rPr dirty="0" sz="700" spc="95"><a:latin typeface="Verdana"/><a:cs typeface="Verdana"/></a:rPr><a:t> </a:t></a:r><a:r><a:rPr dirty="0" sz="700"><a:latin typeface="Verdana"/><a:cs typeface="Verdana"/></a:rPr><a:t>NDS</a:t></a:r><a:r><a:rPr dirty="0" sz="700" spc="90"><a:latin typeface="Verdana"/><a:cs typeface="Verdana"/></a:rPr><a:t> </a:t></a:r><a:r><a:rPr dirty="0" sz="700"><a:latin typeface="Verdana"/><a:cs typeface="Verdana"/></a:rPr><a:t>-</a:t></a:r><a:r><a:rPr dirty="0" sz="700" spc="90"><a:latin typeface="Verdana"/><a:cs typeface="Verdana"/></a:rPr><a:t> </a:t></a:r><a:r><a:rPr dirty="0" sz="700" spc="-20"><a:latin typeface="Verdana"/><a:cs typeface="Verdana"/></a:rPr><a:t>2024</a:t></a:r><a:endParaRPr sz="700"><a:latin typeface="Verdana"/><a:cs typeface="Verdana"/></a:endParaRPr></a:p><a:p><a:pPr><a:lnSpc><a:spcPct val="100000"/></a:lnSpc><a:spcBef><a:spcPts val="114"/></a:spcBef></a:pPr><a:endParaRPr sz="700"><a:latin typeface="Times New Roman"/><a:cs typeface="Times New Roman"/></a:endParaRPr></a:p><a:p><a:pPr marL="15240"><a:lnSpc><a:spcPct val="100000"/></a:lnSpc><a:spcBef><a:spcPts val="5"/></a:spcBef></a:pPr><a:r><a:rPr dirty="0" sz="700"><a:latin typeface="Verdana"/><a:cs typeface="Verdana"/></a:rPr><a:t>Risk</a:t></a:r><a:r><a:rPr dirty="0" sz="700" spc="105"><a:latin typeface="Verdana"/><a:cs typeface="Verdana"/></a:rPr><a:t> </a:t></a:r><a:r><a:rPr dirty="0" sz="700"><a:latin typeface="Verdana"/><a:cs typeface="Verdana"/></a:rPr><a:t>Category</a:t></a:r><a:r><a:rPr dirty="0" sz="700" spc="110"><a:latin typeface="Verdana"/><a:cs typeface="Verdana"/></a:rPr><a:t> </a:t></a:r><a:r><a:rPr dirty="0" sz="700" spc="-50"><a:latin typeface="Verdana"/><a:cs typeface="Verdana"/></a:rPr><a:t>1</a:t></a:r><a:endParaRPr sz="700"><a:latin typeface="Verdana"/><a:cs typeface="Verdana"/></a:endParaRPr></a:p><a:p><a:pPr marL="15240" marR="2212975"><a:lnSpc><a:spcPct val="210100"/></a:lnSpc></a:pPr><a:r><a:rPr dirty="0" sz="700"><a:latin typeface="Verdana"/><a:cs typeface="Verdana"/></a:rPr><a:t>Wind</a:t></a:r><a:r><a:rPr dirty="0" sz="700" spc="90"><a:latin typeface="Verdana"/><a:cs typeface="Verdana"/></a:rPr><a:t> </a:t></a:r><a:r><a:rPr dirty="0" sz="700"><a:latin typeface="Verdana"/><a:cs typeface="Verdana"/></a:rPr><a:t>speed</a:t></a:r><a:r><a:rPr dirty="0" sz="700" spc="90"><a:latin typeface="Verdana"/><a:cs typeface="Verdana"/></a:rPr><a:t> </a:t></a:r><a:r><a:rPr dirty="0" sz="700"><a:latin typeface="Verdana"/><a:cs typeface="Verdana"/></a:rPr><a:t>=</a:t></a:r><a:r><a:rPr dirty="0" sz="700" spc="95"><a:latin typeface="Verdana"/><a:cs typeface="Verdana"/></a:rPr><a:t> </a:t></a:r><a:r><a:rPr dirty="0" sz="700"><a:latin typeface="Verdana"/><a:cs typeface="Verdana"/></a:rPr><a:t>87</a:t></a:r><a:r><a:rPr dirty="0" sz="700" spc="90"><a:latin typeface="Verdana"/><a:cs typeface="Verdana"/></a:rPr><a:t> </a:t></a:r><a:r><a:rPr dirty="0" sz="700"><a:latin typeface="Verdana"/><a:cs typeface="Verdana"/></a:rPr><a:t>mph,</a:t></a:r><a:r><a:rPr dirty="0" sz="700" spc="90"><a:latin typeface="Verdana"/><a:cs typeface="Verdana"/></a:rPr><a:t> </a:t></a:r><a:r><a:rPr dirty="0" sz="700"><a:latin typeface="Verdana"/><a:cs typeface="Verdana"/></a:rPr><a:t>Exposure</a:t></a:r><a:r><a:rPr dirty="0" sz="700" spc="95"><a:latin typeface="Verdana"/><a:cs typeface="Verdana"/></a:rPr><a:t> </a:t></a:r><a:r><a:rPr dirty="0" sz="700" spc="-50"><a:latin typeface="Verdana"/><a:cs typeface="Verdana"/></a:rPr><a:t>B</a:t></a:r><a:r><a:rPr dirty="0" sz="700"><a:latin typeface="Verdana"/><a:cs typeface="Verdana"/></a:rPr><a:t> Seismic</a:t></a:r><a:r><a:rPr dirty="0" sz="700" spc="90"><a:latin typeface="Verdana"/><a:cs typeface="Verdana"/></a:rPr><a:t> </a:t></a:r><a:r><a:rPr dirty="0" sz="700"><a:latin typeface="Verdana"/><a:cs typeface="Verdana"/></a:rPr><a:t>Design</a:t></a:r><a:r><a:rPr dirty="0" sz="700" spc="95"><a:latin typeface="Verdana"/><a:cs typeface="Verdana"/></a:rPr><a:t> </a:t></a:r><a:r><a:rPr dirty="0" sz="700"><a:latin typeface="Verdana"/><a:cs typeface="Verdana"/></a:rPr><a:t>Category</a:t></a:r><a:r><a:rPr dirty="0" sz="700" spc="95"><a:latin typeface="Verdana"/><a:cs typeface="Verdana"/></a:rPr><a:t> </a:t></a:r><a:r><a:rPr dirty="0" sz="700"><a:latin typeface="Verdana"/><a:cs typeface="Verdana"/></a:rPr><a:t>D,</a:t></a:r><a:r><a:rPr dirty="0" sz="700" spc="95"><a:latin typeface="Verdana"/><a:cs typeface="Verdana"/></a:rPr><a:t> </a:t></a:r><a:r><a:rPr dirty="0" sz="700"><a:latin typeface="Verdana"/><a:cs typeface="Verdana"/></a:rPr><a:t>Sds</a:t></a:r><a:r><a:rPr dirty="0" sz="700" spc="95"><a:latin typeface="Verdana"/><a:cs typeface="Verdana"/></a:rPr><a:t> </a:t></a:r><a:r><a:rPr dirty="0" sz="700"><a:latin typeface="Verdana"/><a:cs typeface="Verdana"/></a:rPr><a:t>=</a:t></a:r><a:r><a:rPr dirty="0" sz="700" spc="95"><a:latin typeface="Verdana"/><a:cs typeface="Verdana"/></a:rPr><a:t> </a:t></a:r><a:r><a:rPr dirty="0" sz="700" spc="-25"><a:latin typeface="Verdana"/><a:cs typeface="Verdana"/></a:rPr><a:t>1.8</a:t></a:r><a:endParaRPr sz="700"><a:latin typeface="Verdana"/><a:cs typeface="Verdana"/></a:endParaRPr></a:p><a:p><a:pPr><a:lnSpc><a:spcPct val="100000"/></a:lnSpc><a:spcBef><a:spcPts val="120"/></a:spcBef></a:pPr><a:endParaRPr sz="700"><a:latin typeface="Times New Roman"/><a:cs typeface="Times New Roman"/></a:endParaRPr></a:p><a:p><a:pPr marL="15240"><a:lnSpc><a:spcPct val="100000"/></a:lnSpc></a:pPr><a:r><a:rPr dirty="0" sz="700"><a:latin typeface="Verdana"/><a:cs typeface="Verdana"/></a:rPr><a:t>Soils</a:t></a:r><a:r><a:rPr dirty="0" sz="700" spc="95"><a:latin typeface="Verdana"/><a:cs typeface="Verdana"/></a:rPr><a:t> </a:t></a:r><a:r><a:rPr dirty="0" sz="700"><a:latin typeface="Verdana"/><a:cs typeface="Verdana"/></a:rPr><a:t>capacities</a:t></a:r><a:r><a:rPr dirty="0" sz="700" spc="95"><a:latin typeface="Verdana"/><a:cs typeface="Verdana"/></a:rPr><a:t> </a:t></a:r><a:r><a:rPr dirty="0" sz="700"><a:latin typeface="Verdana"/><a:cs typeface="Verdana"/></a:rPr><a:t>per</a:t></a:r><a:r><a:rPr dirty="0" sz="700" spc="95"><a:latin typeface="Verdana"/><a:cs typeface="Verdana"/></a:rPr><a:t> </a:t></a:r><a:r><a:rPr dirty="0" sz="700"><a:latin typeface="Verdana"/><a:cs typeface="Verdana"/></a:rPr><a:t>IBC</a:t></a:r><a:r><a:rPr dirty="0" sz="700" spc="95"><a:latin typeface="Verdana"/><a:cs typeface="Verdana"/></a:rPr><a:t> </a:t></a:r><a:r><a:rPr dirty="0" sz="700"><a:latin typeface="Verdana"/><a:cs typeface="Verdana"/></a:rPr><a:t>Chapter</a:t></a:r><a:r><a:rPr dirty="0" sz="700" spc="95"><a:latin typeface="Verdana"/><a:cs typeface="Verdana"/></a:rPr><a:t> </a:t></a:r><a:r><a:rPr dirty="0" sz="700" spc="-25"><a:latin typeface="Verdana"/><a:cs typeface="Verdana"/></a:rPr><a:t>18:</a:t></a:r><a:endParaRPr sz="700"><a:latin typeface="Verdana"/><a:cs typeface="Verdana"/></a:endParaRPr></a:p><a:p><a:pPr marL="179070"><a:lnSpc><a:spcPct val="100000"/></a:lnSpc><a:spcBef><a:spcPts val="40"/></a:spcBef></a:pPr><a:r><a:rPr dirty="0" sz="700"><a:latin typeface="Verdana"/><a:cs typeface="Verdana"/></a:rPr><a:t>Bearing</a:t></a:r><a:r><a:rPr dirty="0" sz="700" spc="70"><a:latin typeface="Verdana"/><a:cs typeface="Verdana"/></a:rPr><a:t> </a:t></a:r><a:r><a:rPr dirty="0" sz="700"><a:latin typeface="Verdana"/><a:cs typeface="Verdana"/></a:rPr><a:t>=</a:t></a:r><a:r><a:rPr dirty="0" sz="700" spc="75"><a:latin typeface="Verdana"/><a:cs typeface="Verdana"/></a:rPr><a:t> </a:t></a:r><a:r><a:rPr dirty="0" sz="700"><a:latin typeface="Verdana"/><a:cs typeface="Verdana"/></a:rPr><a:t>1500</a:t></a:r><a:r><a:rPr dirty="0" sz="700" spc="75"><a:latin typeface="Verdana"/><a:cs typeface="Verdana"/></a:rPr><a:t> </a:t></a:r><a:r><a:rPr dirty="0" sz="700"><a:latin typeface="Verdana"/><a:cs typeface="Verdana"/></a:rPr><a:t>psf,</a:t></a:r><a:r><a:rPr dirty="0" sz="700" spc="75"><a:latin typeface="Verdana"/><a:cs typeface="Verdana"/></a:rPr><a:t> </a:t></a:r><a:r><a:rPr dirty="0" sz="700"><a:latin typeface="Verdana"/><a:cs typeface="Verdana"/></a:rPr><a:t>lateral</a:t></a:r><a:r><a:rPr dirty="0" sz="700" spc="75"><a:latin typeface="Verdana"/><a:cs typeface="Verdana"/></a:rPr><a:t> </a:t></a:r><a:r><a:rPr dirty="0" sz="700"><a:latin typeface="Verdana"/><a:cs typeface="Verdana"/></a:rPr><a:t>bearing</a:t></a:r><a:r><a:rPr dirty="0" sz="700" spc="75"><a:latin typeface="Verdana"/><a:cs typeface="Verdana"/></a:rPr><a:t> </a:t></a:r><a:r><a:rPr dirty="0" sz="700"><a:latin typeface="Verdana"/><a:cs typeface="Verdana"/></a:rPr><a:t>=</a:t></a:r><a:r><a:rPr dirty="0" sz="700" spc="75"><a:latin typeface="Verdana"/><a:cs typeface="Verdana"/></a:rPr><a:t> </a:t></a:r><a:r><a:rPr dirty="0" sz="700"><a:latin typeface="Verdana"/><a:cs typeface="Verdana"/></a:rPr><a:t>200</a:t></a:r><a:r><a:rPr dirty="0" sz="700" spc="75"><a:latin typeface="Verdana"/><a:cs typeface="Verdana"/></a:rPr><a:t> </a:t></a:r><a:r><a:rPr dirty="0" sz="700"><a:latin typeface="Verdana"/><a:cs typeface="Verdana"/></a:rPr><a:t>pcf</a:t></a:r><a:r><a:rPr dirty="0" sz="700" spc="70"><a:latin typeface="Verdana"/><a:cs typeface="Verdana"/></a:rPr><a:t> </a:t></a:r><a:r><a:rPr dirty="0" sz="700"><a:latin typeface="Verdana"/><a:cs typeface="Verdana"/></a:rPr><a:t>for</a:t></a:r><a:r><a:rPr dirty="0" sz="700" spc="75"><a:latin typeface="Verdana"/><a:cs typeface="Verdana"/></a:rPr><a:t> </a:t></a:r><a:r><a:rPr dirty="0" sz="700"><a:latin typeface="Verdana"/><a:cs typeface="Verdana"/></a:rPr><a:t>drilled</a:t></a:r><a:r><a:rPr dirty="0" sz="700" spc="75"><a:latin typeface="Verdana"/><a:cs typeface="Verdana"/></a:rPr><a:t> </a:t></a:r><a:r><a:rPr dirty="0" sz="700" spc="-10"><a:latin typeface="Verdana"/><a:cs typeface="Verdana"/></a:rPr><a:t>piers</a:t></a:r><a:endParaRPr sz="700"><a:latin typeface="Verdana"/><a:cs typeface="Verdana"/></a:endParaRPr></a:p><a:p><a:pPr><a:lnSpc><a:spcPct val="100000"/></a:lnSpc><a:spcBef><a:spcPts val="120"/></a:spcBef></a:pPr><a:endParaRPr sz="700"><a:latin typeface="Times New Roman"/><a:cs typeface="Times New Roman"/></a:endParaRPr></a:p><a:p><a:pPr marL="15240"><a:lnSpc><a:spcPct val="100000"/></a:lnSpc></a:pPr><a:r><a:rPr dirty="0" sz="700"><a:latin typeface="Verdana"/><a:cs typeface="Verdana"/></a:rPr><a:t>Concrete</a:t></a:r><a:r><a:rPr dirty="0" sz="700" spc="165"><a:latin typeface="Verdana"/><a:cs typeface="Verdana"/></a:rPr><a:t> </a:t></a:r><a:r><a:rPr dirty="0" sz="700" spc="-10"><a:latin typeface="Verdana"/><a:cs typeface="Verdana"/></a:rPr><a:t>Notes:</a:t></a:r><a:endParaRPr sz="700"><a:latin typeface="Verdana"/><a:cs typeface="Verdana"/></a:endParaRPr></a:p><a:p><a:pPr marL="179070"><a:lnSpc><a:spcPct val="100000"/></a:lnSpc><a:spcBef><a:spcPts val="45"/></a:spcBef></a:pPr><a:r><a:rPr dirty="0" sz="700"><a:latin typeface="Verdana"/><a:cs typeface="Verdana"/></a:rPr><a:t>Use</a:t></a:r><a:r><a:rPr dirty="0" sz="700" spc="50"><a:latin typeface="Verdana"/><a:cs typeface="Verdana"/></a:rPr><a:t> </a:t></a:r><a:r><a:rPr dirty="0" sz="700"><a:latin typeface="Verdana"/><a:cs typeface="Verdana"/></a:rPr><a:t>fc&apos;</a:t></a:r><a:r><a:rPr dirty="0" sz="700" spc="55"><a:latin typeface="Verdana"/><a:cs typeface="Verdana"/></a:rPr><a:t> </a:t></a:r><a:r><a:rPr dirty="0" sz="700"><a:latin typeface="Verdana"/><a:cs typeface="Verdana"/></a:rPr><a:t>=</a:t></a:r><a:r><a:rPr dirty="0" sz="700" spc="55"><a:latin typeface="Verdana"/><a:cs typeface="Verdana"/></a:rPr><a:t> </a:t></a:r><a:r><a:rPr dirty="0" sz="700"><a:latin typeface="Verdana"/><a:cs typeface="Verdana"/></a:rPr><a:t>3000</a:t></a:r><a:r><a:rPr dirty="0" sz="700" spc="50"><a:latin typeface="Verdana"/><a:cs typeface="Verdana"/></a:rPr><a:t> </a:t></a:r><a:r><a:rPr dirty="0" sz="700" spc="-25"><a:latin typeface="Verdana"/><a:cs typeface="Verdana"/></a:rPr><a:t>psi</a:t></a:r><a:endParaRPr sz="700"><a:latin typeface="Verdana"/><a:cs typeface="Verdana"/></a:endParaRPr></a:p><a:p><a:pPr marL="179070"><a:lnSpc><a:spcPct val="100000"/></a:lnSpc><a:spcBef><a:spcPts val="40"/></a:spcBef></a:pPr><a:r><a:rPr dirty="0" sz="700"><a:latin typeface="Verdana"/><a:cs typeface="Verdana"/></a:rPr><a:t>Use</a:t></a:r><a:r><a:rPr dirty="0" sz="700" spc="70"><a:latin typeface="Verdana"/><a:cs typeface="Verdana"/></a:rPr><a:t> </a:t></a:r><a:r><a:rPr dirty="0" sz="700"><a:latin typeface="Verdana"/><a:cs typeface="Verdana"/></a:rPr><a:t>A615,</a:t></a:r><a:r><a:rPr dirty="0" sz="700" spc="75"><a:latin typeface="Verdana"/><a:cs typeface="Verdana"/></a:rPr><a:t> </a:t></a:r><a:r><a:rPr dirty="0" sz="700"><a:latin typeface="Verdana"/><a:cs typeface="Verdana"/></a:rPr><a:t>Grade</a:t></a:r><a:r><a:rPr dirty="0" sz="700" spc="75"><a:latin typeface="Verdana"/><a:cs typeface="Verdana"/></a:rPr><a:t> </a:t></a:r><a:r><a:rPr dirty="0" sz="700"><a:latin typeface="Verdana"/><a:cs typeface="Verdana"/></a:rPr><a:t>60</a:t></a:r><a:r><a:rPr dirty="0" sz="700" spc="75"><a:latin typeface="Verdana"/><a:cs typeface="Verdana"/></a:rPr><a:t> </a:t></a:r><a:r><a:rPr dirty="0" sz="700" spc="-10"><a:latin typeface="Verdana"/><a:cs typeface="Verdana"/></a:rPr><a:t>rebar</a:t></a:r><a:endParaRPr sz="700"><a:latin typeface="Verdana"/><a:cs typeface="Verdana"/></a:endParaRPr></a:p><a:p><a:pPr marL="179070" marR="1750695"><a:lnSpc><a:spcPct val="105100"/></a:lnSpc></a:pPr><a:r><a:rPr dirty="0" sz="700"><a:latin typeface="Verdana"/><a:cs typeface="Verdana"/></a:rPr><a:t>Break</a:t></a:r><a:r><a:rPr dirty="0" sz="700" spc="65"><a:latin typeface="Verdana"/><a:cs typeface="Verdana"/></a:rPr><a:t> </a:t></a:r><a:r><a:rPr dirty="0" sz="700"><a:latin typeface="Verdana"/><a:cs typeface="Verdana"/></a:rPr><a:t>test</a:t></a:r><a:r><a:rPr dirty="0" sz="700" spc="65"><a:latin typeface="Verdana"/><a:cs typeface="Verdana"/></a:rPr><a:t> </a:t></a:r><a:r><a:rPr dirty="0" sz="700"><a:latin typeface="Verdana"/><a:cs typeface="Verdana"/></a:rPr><a:t>are</a:t></a:r><a:r><a:rPr dirty="0" sz="700" spc="65"><a:latin typeface="Verdana"/><a:cs typeface="Verdana"/></a:rPr><a:t> </a:t></a:r><a:r><a:rPr dirty="0" sz="700"><a:latin typeface="Verdana"/><a:cs typeface="Verdana"/></a:rPr><a:t>required</a:t></a:r><a:r><a:rPr dirty="0" sz="700" spc="65"><a:latin typeface="Verdana"/><a:cs typeface="Verdana"/></a:rPr><a:t> </a:t></a:r><a:r><a:rPr dirty="0" sz="700"><a:latin typeface="Verdana"/><a:cs typeface="Verdana"/></a:rPr><a:t>at</a:t></a:r><a:r><a:rPr dirty="0" sz="700" spc="65"><a:latin typeface="Verdana"/><a:cs typeface="Verdana"/></a:rPr><a:t> </a:t></a:r><a:r><a:rPr dirty="0" sz="700"><a:latin typeface="Verdana"/><a:cs typeface="Verdana"/></a:rPr><a:t>7,</a:t></a:r><a:r><a:rPr dirty="0" sz="700" spc="65"><a:latin typeface="Verdana"/><a:cs typeface="Verdana"/></a:rPr><a:t> </a:t></a:r><a:r><a:rPr dirty="0" sz="700"><a:latin typeface="Verdana"/><a:cs typeface="Verdana"/></a:rPr><a:t>14</a:t></a:r><a:r><a:rPr dirty="0" sz="700" spc="65"><a:latin typeface="Verdana"/><a:cs typeface="Verdana"/></a:rPr><a:t> </a:t></a:r><a:r><a:rPr dirty="0" sz="700"><a:latin typeface="Verdana"/><a:cs typeface="Verdana"/></a:rPr><a:t>and</a:t></a:r><a:r><a:rPr dirty="0" sz="700" spc="70"><a:latin typeface="Verdana"/><a:cs typeface="Verdana"/></a:rPr><a:t> </a:t></a:r><a:r><a:rPr dirty="0" sz="700"><a:latin typeface="Verdana"/><a:cs typeface="Verdana"/></a:rPr><a:t>28</a:t></a:r><a:r><a:rPr dirty="0" sz="700" spc="65"><a:latin typeface="Verdana"/><a:cs typeface="Verdana"/></a:rPr><a:t> </a:t></a:r><a:r><a:rPr dirty="0" sz="700" spc="-20"><a:latin typeface="Verdana"/><a:cs typeface="Verdana"/></a:rPr><a:t>days </a:t></a:r><a:r><a:rPr dirty="0" sz="700"><a:latin typeface="Verdana"/><a:cs typeface="Verdana"/></a:rPr><a:t>Max</a:t></a:r><a:r><a:rPr dirty="0" sz="700" spc="55"><a:latin typeface="Verdana"/><a:cs typeface="Verdana"/></a:rPr><a:t> </a:t></a:r><a:r><a:rPr dirty="0" sz="700"><a:latin typeface="Verdana"/><a:cs typeface="Verdana"/></a:rPr><a:t>w/c</a:t></a:r><a:r><a:rPr dirty="0" sz="700" spc="60"><a:latin typeface="Verdana"/><a:cs typeface="Verdana"/></a:rPr><a:t> </a:t></a:r><a:r><a:rPr dirty="0" sz="700"><a:latin typeface="Verdana"/><a:cs typeface="Verdana"/></a:rPr><a:t>=</a:t></a:r><a:r><a:rPr dirty="0" sz="700" spc="55"><a:latin typeface="Verdana"/><a:cs typeface="Verdana"/></a:rPr><a:t> </a:t></a:r><a:r><a:rPr dirty="0" sz="700" spc="-25"><a:latin typeface="Verdana"/><a:cs typeface="Verdana"/></a:rPr><a:t>0.5</a:t></a:r><a:endParaRPr sz="700"><a:latin typeface="Verdana"/><a:cs typeface="Verdana"/></a:endParaRPr></a:p><a:p><a:pPr><a:lnSpc><a:spcPct val="100000"/></a:lnSpc><a:spcBef><a:spcPts val="120"/></a:spcBef></a:pPr><a:endParaRPr sz="700"><a:latin typeface="Times New Roman"/><a:cs typeface="Times New Roman"/></a:endParaRPr></a:p><a:p><a:pPr marL="15240"><a:lnSpc><a:spcPct val="100000"/></a:lnSpc></a:pPr><a:r><a:rPr dirty="0" sz="700"><a:latin typeface="Verdana"/><a:cs typeface="Verdana"/></a:rPr><a:t>Engineering</a:t></a:r><a:r><a:rPr dirty="0" sz="700" spc="215"><a:latin typeface="Verdana"/><a:cs typeface="Verdana"/></a:rPr><a:t> </a:t></a:r><a:r><a:rPr dirty="0" sz="700" spc="-10"><a:latin typeface="Verdana"/><a:cs typeface="Verdana"/></a:rPr><a:t>Notes:</a:t></a:r><a:endParaRPr sz="700"><a:latin typeface="Verdana"/><a:cs typeface="Verdana"/></a:endParaRPr></a:p><a:p><a:pPr marL="278765" indent="-263525"><a:lnSpc><a:spcPct val="100000"/></a:lnSpc><a:spcBef><a:spcPts val="45"/></a:spcBef><a:buAutoNum type="arabicPeriod"/><a:tabLst><a:tab pos="278765" algn="l"/></a:tabLst></a:pPr><a:r><a:rPr dirty="0" sz="700"><a:latin typeface="Verdana"/><a:cs typeface="Verdana"/></a:rPr><a:t>Installation</a:t></a:r><a:r><a:rPr dirty="0" sz="700" spc="160"><a:latin typeface="Verdana"/><a:cs typeface="Verdana"/></a:rPr><a:t> </a:t></a:r><a:r><a:rPr dirty="0" sz="700"><a:latin typeface="Verdana"/><a:cs typeface="Verdana"/></a:rPr><a:t>of</a:t></a:r><a:r><a:rPr dirty="0" sz="700" spc="165"><a:latin typeface="Verdana"/><a:cs typeface="Verdana"/></a:rPr><a:t> </a:t></a:r><a:r><a:rPr dirty="0" sz="700"><a:latin typeface="Verdana"/><a:cs typeface="Verdana"/></a:rPr><a:t>post-installed</a:t></a:r><a:r><a:rPr dirty="0" sz="700" spc="160"><a:latin typeface="Verdana"/><a:cs typeface="Verdana"/></a:rPr><a:t> </a:t></a:r><a:r><a:rPr dirty="0" sz="700" spc="-10"><a:latin typeface="Verdana"/><a:cs typeface="Verdana"/></a:rPr><a:t>anchors</a:t></a:r><a:endParaRPr sz="700"><a:latin typeface="Verdana"/><a:cs typeface="Verdana"/></a:endParaRPr></a:p><a:p><a:pPr marL="278765" marR="243840"><a:lnSpc><a:spcPct val="105100"/></a:lnSpc></a:pPr><a:r><a:rPr dirty="0" sz="700"><a:latin typeface="Verdana"/><a:cs typeface="Verdana"/></a:rPr><a:t>(wedge</a:t></a:r><a:r><a:rPr dirty="0" sz="700" spc="135"><a:latin typeface="Verdana"/><a:cs typeface="Verdana"/></a:rPr><a:t> </a:t></a:r><a:r><a:rPr dirty="0" sz="700"><a:latin typeface="Verdana"/><a:cs typeface="Verdana"/></a:rPr><a:t>anchors,</a:t></a:r><a:r><a:rPr dirty="0" sz="700" spc="150"><a:latin typeface="Verdana"/><a:cs typeface="Verdana"/></a:rPr><a:t> </a:t></a:r><a:r><a:rPr dirty="0" sz="700"><a:latin typeface="Verdana"/><a:cs typeface="Verdana"/></a:rPr><a:t>epoxy</a:t></a:r><a:r><a:rPr dirty="0" sz="700" spc="150"><a:latin typeface="Verdana"/><a:cs typeface="Verdana"/></a:rPr><a:t> </a:t></a:r><a:r><a:rPr dirty="0" sz="700"><a:latin typeface="Verdana"/><a:cs typeface="Verdana"/></a:rPr><a:t>anchors)</a:t></a:r><a:r><a:rPr dirty="0" sz="700" spc="145"><a:latin typeface="Verdana"/><a:cs typeface="Verdana"/></a:rPr><a:t> </a:t></a:r><a:r><a:rPr dirty="0" sz="700"><a:latin typeface="Verdana"/><a:cs typeface="Verdana"/></a:rPr><a:t>require</a:t></a:r><a:r><a:rPr dirty="0" sz="700" spc="150"><a:latin typeface="Verdana"/><a:cs typeface="Verdana"/></a:rPr><a:t> </a:t></a:r><a:r><a:rPr dirty="0" sz="700"><a:latin typeface="Verdana"/><a:cs typeface="Verdana"/></a:rPr><a:t>continuous</a:t></a:r><a:r><a:rPr dirty="0" sz="700" spc="150"><a:latin typeface="Verdana"/><a:cs typeface="Verdana"/></a:rPr><a:t> </a:t></a:r><a:r><a:rPr dirty="0" sz="700"><a:latin typeface="Verdana"/><a:cs typeface="Verdana"/></a:rPr><a:t>special</a:t></a:r><a:r><a:rPr dirty="0" sz="700" spc="150"><a:latin typeface="Verdana"/><a:cs typeface="Verdana"/></a:rPr><a:t> </a:t></a:r><a:r><a:rPr dirty="0" sz="700" spc="-10"><a:latin typeface="Verdana"/><a:cs typeface="Verdana"/></a:rPr><a:t>inspection. </a:t></a:r><a:r><a:rPr dirty="0" sz="700" spc="10"><a:latin typeface="Verdana"/><a:cs typeface="Verdana"/></a:rPr><a:t>Install</a:t></a:r><a:r><a:rPr dirty="0" sz="700" spc="60"><a:latin typeface="Verdana"/><a:cs typeface="Verdana"/></a:rPr><a:t> </a:t></a:r><a:r><a:rPr dirty="0" sz="700" spc="10"><a:latin typeface="Verdana"/><a:cs typeface="Verdana"/></a:rPr><a:t>anchors</a:t></a:r><a:r><a:rPr dirty="0" sz="700" spc="65"><a:latin typeface="Verdana"/><a:cs typeface="Verdana"/></a:rPr><a:t> </a:t></a:r><a:r><a:rPr dirty="0" sz="700" spc="10"><a:latin typeface="Verdana"/><a:cs typeface="Verdana"/></a:rPr><a:t>in</a:t></a:r><a:r><a:rPr dirty="0" sz="700" spc="60"><a:latin typeface="Verdana"/><a:cs typeface="Verdana"/></a:rPr><a:t> </a:t></a:r><a:r><a:rPr dirty="0" sz="700" spc="10"><a:latin typeface="Verdana"/><a:cs typeface="Verdana"/></a:rPr><a:t>strict</a:t></a:r><a:r><a:rPr dirty="0" sz="700" spc="65"><a:latin typeface="Verdana"/><a:cs typeface="Verdana"/></a:rPr><a:t> </a:t></a:r><a:r><a:rPr dirty="0" sz="700" spc="10"><a:latin typeface="Verdana"/><a:cs typeface="Verdana"/></a:rPr><a:t>accordance</a:t></a:r><a:r><a:rPr dirty="0" sz="700" spc="60"><a:latin typeface="Verdana"/><a:cs typeface="Verdana"/></a:rPr><a:t> </a:t></a:r><a:r><a:rPr dirty="0" sz="700" spc="10"><a:latin typeface="Verdana"/><a:cs typeface="Verdana"/></a:rPr><a:t>with</a:t></a:r><a:r><a:rPr dirty="0" sz="700" spc="65"><a:latin typeface="Verdana"/><a:cs typeface="Verdana"/></a:rPr><a:t> </a:t></a:r><a:r><a:rPr dirty="0" sz="700" spc="10"><a:latin typeface="Verdana"/><a:cs typeface="Verdana"/></a:rPr><a:t>manufacturer&apos;s</a:t></a:r><a:r><a:rPr dirty="0" sz="700" spc="60"><a:latin typeface="Verdana"/><a:cs typeface="Verdana"/></a:rPr><a:t> </a:t></a:r><a:r><a:rPr dirty="0" sz="700" spc="-10"><a:latin typeface="Verdana"/><a:cs typeface="Verdana"/></a:rPr><a:t>recommendations.</a:t></a:r><a:endParaRPr sz="700"><a:latin typeface="Verdana"/><a:cs typeface="Verdana"/></a:endParaRPr></a:p><a:p><a:pPr marL="278765" marR="1125220" indent="-264160"><a:lnSpc><a:spcPts val="880"/></a:lnSpc><a:buAutoNum type="arabicPeriod" startAt ="2"/><a:tabLst><a:tab pos="278765" algn="l"/></a:tabLst></a:pPr><a:r><a:rPr dirty="0" sz="700"><a:latin typeface="Verdana"/><a:cs typeface="Verdana"/></a:rPr><a:t>Remove</a:t></a:r><a:r><a:rPr dirty="0" sz="700" spc="105"><a:latin typeface="Verdana"/><a:cs typeface="Verdana"/></a:rPr><a:t> </a:t></a:r><a:r><a:rPr dirty="0" sz="700"><a:latin typeface="Verdana"/><a:cs typeface="Verdana"/></a:rPr><a:t>all</a:t></a:r><a:r><a:rPr dirty="0" sz="700" spc="105"><a:latin typeface="Verdana"/><a:cs typeface="Verdana"/></a:rPr><a:t> </a:t></a:r><a:r><a:rPr dirty="0" sz="700"><a:latin typeface="Verdana"/><a:cs typeface="Verdana"/></a:rPr><a:t>top</a:t></a:r><a:r><a:rPr dirty="0" sz="700" spc="105"><a:latin typeface="Verdana"/><a:cs typeface="Verdana"/></a:rPr><a:t> </a:t></a:r><a:r><a:rPr dirty="0" sz="700"><a:latin typeface="Verdana"/><a:cs typeface="Verdana"/></a:rPr><a:t>soil</a:t></a:r><a:r><a:rPr dirty="0" sz="700" spc="105"><a:latin typeface="Verdana"/><a:cs typeface="Verdana"/></a:rPr><a:t> </a:t></a:r><a:r><a:rPr dirty="0" sz="700"><a:latin typeface="Verdana"/><a:cs typeface="Verdana"/></a:rPr><a:t>under</a:t></a:r><a:r><a:rPr dirty="0" sz="700" spc="110"><a:latin typeface="Verdana"/><a:cs typeface="Verdana"/></a:rPr><a:t> </a:t></a:r><a:r><a:rPr dirty="0" sz="700"><a:latin typeface="Verdana"/><a:cs typeface="Verdana"/></a:rPr><a:t>perimeter</a:t></a:r><a:r><a:rPr dirty="0" sz="700" spc="105"><a:latin typeface="Verdana"/><a:cs typeface="Verdana"/></a:rPr><a:t> </a:t></a:r><a:r><a:rPr dirty="0" sz="700"><a:latin typeface="Verdana"/><a:cs typeface="Verdana"/></a:rPr><a:t>of</a:t></a:r><a:r><a:rPr dirty="0" sz="700" spc="105"><a:latin typeface="Verdana"/><a:cs typeface="Verdana"/></a:rPr><a:t> </a:t></a:r><a:r><a:rPr dirty="0" sz="700"><a:latin typeface="Verdana"/><a:cs typeface="Verdana"/></a:rPr><a:t>equipment</a:t></a:r><a:r><a:rPr dirty="0" sz="700" spc="105"><a:latin typeface="Verdana"/><a:cs typeface="Verdana"/></a:rPr><a:t> </a:t></a:r><a:r><a:rPr dirty="0" sz="700" spc="-10"><a:latin typeface="Verdana"/><a:cs typeface="Verdana"/></a:rPr><a:t>pads. </a:t></a:r><a:r><a:rPr dirty="0" sz="700"><a:latin typeface="Verdana"/><a:cs typeface="Verdana"/></a:rPr><a:t>Compact</a:t></a:r><a:r><a:rPr dirty="0" sz="700" spc="90"><a:latin typeface="Verdana"/><a:cs typeface="Verdana"/></a:rPr><a:t> </a:t></a:r><a:r><a:rPr dirty="0" sz="700"><a:latin typeface="Verdana"/><a:cs typeface="Verdana"/></a:rPr><a:t>native</a:t></a:r><a:r><a:rPr dirty="0" sz="700" spc="95"><a:latin typeface="Verdana"/><a:cs typeface="Verdana"/></a:rPr><a:t> </a:t></a:r><a:r><a:rPr dirty="0" sz="700"><a:latin typeface="Verdana"/><a:cs typeface="Verdana"/></a:rPr><a:t>soil</a:t></a:r><a:r><a:rPr dirty="0" sz="700" spc="95"><a:latin typeface="Verdana"/><a:cs typeface="Verdana"/></a:rPr><a:t> </a:t></a:r><a:r><a:rPr dirty="0" sz="700"><a:latin typeface="Verdana"/><a:cs typeface="Verdana"/></a:rPr><a:t>or</a:t></a:r><a:r><a:rPr dirty="0" sz="700" spc="95"><a:latin typeface="Verdana"/><a:cs typeface="Verdana"/></a:rPr><a:t> </a:t></a:r><a:r><a:rPr dirty="0" sz="700"><a:latin typeface="Verdana"/><a:cs typeface="Verdana"/></a:rPr><a:t>remove</a:t></a:r><a:r><a:rPr dirty="0" sz="700" spc="95"><a:latin typeface="Verdana"/><a:cs typeface="Verdana"/></a:rPr><a:t> </a:t></a:r><a:r><a:rPr dirty="0" sz="700"><a:latin typeface="Verdana"/><a:cs typeface="Verdana"/></a:rPr><a:t>any</a:t></a:r><a:r><a:rPr dirty="0" sz="700" spc="95"><a:latin typeface="Verdana"/><a:cs typeface="Verdana"/></a:rPr><a:t> </a:t></a:r><a:r><a:rPr dirty="0" sz="700"><a:latin typeface="Verdana"/><a:cs typeface="Verdana"/></a:rPr><a:t>loose</a:t></a:r><a:r><a:rPr dirty="0" sz="700" spc="95"><a:latin typeface="Verdana"/><a:cs typeface="Verdana"/></a:rPr><a:t> </a:t></a:r><a:r><a:rPr dirty="0" sz="700" spc="-10"><a:latin typeface="Verdana"/><a:cs typeface="Verdana"/></a:rPr><a:t>materials.</a:t></a:r><a:endParaRPr sz="700"><a:latin typeface="Verdana"/><a:cs typeface="Verdana"/></a:endParaRPr></a:p></a:txBody><a:tcPr marL="0" marR="0" marB="0" marT="7366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38100"><a:solidFill><a:srgbClr val="000000"/></a:solidFill><a:prstDash val="solid"/></a:lnB></a:tcPr></a:tc></a:tr></a:tbl></a:graphicData></a:graphic></p:graphicFrame><p:grpSp><p:nvGrpSpPr><p:cNvPr id="226" name="object 226"/><p:cNvGrpSpPr/><p:nvPr/></p:nvGrpSpPr><p:grpSpPr><a:xfrm><a:off x="2347796" y="9903829"/><a:ext cx="421005" cy="341630"/><a:chOff x="2347796" y="9903829"/><a:chExt cx="421005" cy="341630"/></a:xfrm></p:grpSpPr><p:sp><p:nvSpPr><p:cNvPr id="227" name="object 227"/><p:cNvSpPr/><p:nvPr/></p:nvSpPr><p:spPr><a:xfrm><a:off x="2553678" y="9930984"/><a:ext cx="215265" cy="287020"/></a:xfrm><a:custGeom><a:avLst/><a:gdLst/><a:ahLst/><a:cxnLst/><a:rect l="l" t="t" r="r" b="b"/><a:pathLst><a:path w="215264" h="287020"><a:moveTo><a:pt x="214985" y="279222"/></a:moveTo><a:lnTo><a:pt x="50406" y="279222"/></a:lnTo><a:lnTo><a:pt x="50406" y="199567"/></a:lnTo><a:lnTo><a:pt x="42659" y="199567"/></a:lnTo><a:lnTo><a:pt x="42659" y="279222"/></a:lnTo><a:lnTo><a:pt x="0" y="279222"/></a:lnTo><a:lnTo><a:pt x="0" y="286981"/></a:lnTo><a:lnTo><a:pt x="46532" y="286981"/></a:lnTo><a:lnTo><a:pt x="214985" y="286981"/></a:lnTo><a:lnTo><a:pt x="214985" y="279222"/></a:lnTo><a:close/></a:path><a:path w="215264" h="287020"><a:moveTo><a:pt x="214985" y="0"/></a:moveTo><a:lnTo><a:pt x="46532" y="0"/></a:lnTo><a:lnTo><a:pt x="0" y="0"/></a:lnTo><a:lnTo><a:pt x="0" y="7759"/></a:lnTo><a:lnTo><a:pt x="42659" y="7759"/></a:lnTo><a:lnTo><a:pt x="42659" y="87490"/></a:lnTo><a:lnTo><a:pt x="50406" y="87490"/></a:lnTo><a:lnTo><a:pt x="50406" y="7759"/></a:lnTo><a:lnTo><a:pt x="214985" y="7759"/></a:lnTo><a:lnTo><a:pt x="214985" y="0"/></a:lnTo><a:close/></a:path></a:pathLst></a:custGeom><a:solidFill><a:srgbClr val="000000"/></a:solidFill></p:spPr><p:txBody><a:bodyPr wrap="square" lIns="0" tIns="0" rIns="0" bIns="0" rtlCol="0"/><a:lstStyle/><a:p/></p:txBody></p:sp><p:sp><p:nvSpPr><p:cNvPr id="228" name="object 228"/><p:cNvSpPr/><p:nvPr/></p:nvSpPr><p:spPr><a:xfrm><a:off x="2584703" y="9919342"/><a:ext cx="31115" cy="31115"/></a:xfrm><a:custGeom><a:avLst/><a:gdLst/><a:ahLst/><a:cxnLst/><a:rect l="l" t="t" r="r" b="b"/><a:pathLst><a:path w="31114" h="31115"><a:moveTo><a:pt x="31024" y="31024"/></a:moveTo><a:lnTo><a:pt x="0" y="0"/></a:lnTo></a:path></a:pathLst></a:custGeom><a:ln w="15512"><a:solidFill><a:srgbClr val="000000"/></a:solidFill></a:ln></p:spPr><p:txBody><a:bodyPr wrap="square" lIns="0" tIns="0" rIns="0" bIns="0" rtlCol="0"/><a:lstStyle/><a:p/></p:txBody></p:sp><p:sp><p:nvSpPr><p:cNvPr id="229" name="object 229"/><p:cNvSpPr/><p:nvPr/></p:nvSpPr><p:spPr><a:xfrm><a:off x="2596337" y="9903829"/><a:ext cx="8255" cy="31115"/></a:xfrm><a:custGeom><a:avLst/><a:gdLst/><a:ahLst/><a:cxnLst/><a:rect l="l" t="t" r="r" b="b"/><a:pathLst><a:path w="8255" h="31115"><a:moveTo><a:pt x="7756" y="31024"/></a:moveTo><a:lnTo><a:pt x="0" y="31024"/></a:lnTo><a:lnTo><a:pt x="0" y="0"/></a:lnTo><a:lnTo><a:pt x="7756" y="0"/></a:lnTo><a:lnTo><a:pt x="7756" y="31024"/></a:lnTo><a:close/></a:path></a:pathLst></a:custGeom><a:solidFill><a:srgbClr val="000000"/></a:solidFill></p:spPr><p:txBody><a:bodyPr wrap="square" lIns="0" tIns="0" rIns="0" bIns="0" rtlCol="0"/><a:lstStyle/><a:p/></p:txBody></p:sp><p:sp><p:nvSpPr><p:cNvPr id="230" name="object 230"/><p:cNvSpPr/><p:nvPr/></p:nvSpPr><p:spPr><a:xfrm><a:off x="2584703" y="10198565"/><a:ext cx="31115" cy="31115"/></a:xfrm><a:custGeom><a:avLst/><a:gdLst/><a:ahLst/><a:cxnLst/><a:rect l="l" t="t" r="r" b="b"/><a:pathLst><a:path w="31114" h="31115"><a:moveTo><a:pt x="0" y="0"/></a:moveTo><a:lnTo><a:pt x="31024" y="31024"/></a:lnTo></a:path></a:pathLst></a:custGeom><a:ln w="15512"><a:solidFill><a:srgbClr val="000000"/></a:solidFill></a:ln></p:spPr><p:txBody><a:bodyPr wrap="square" lIns="0" tIns="0" rIns="0" bIns="0" rtlCol="0"/><a:lstStyle/><a:p/></p:txBody></p:sp><p:sp><p:nvSpPr><p:cNvPr id="231" name="object 231"/><p:cNvSpPr/><p:nvPr/></p:nvSpPr><p:spPr><a:xfrm><a:off x="2596337" y="10214078"/><a:ext cx="8255" cy="31115"/></a:xfrm><a:custGeom><a:avLst/><a:gdLst/><a:ahLst/><a:cxnLst/><a:rect l="l" t="t" r="r" b="b"/><a:pathLst><a:path w="8255" h="31115"><a:moveTo><a:pt x="7756" y="31024"/></a:moveTo><a:lnTo><a:pt x="0" y="31024"/></a:lnTo><a:lnTo><a:pt x="0" y="0"/></a:lnTo><a:lnTo><a:pt x="7756" y="0"/></a:lnTo><a:lnTo><a:pt x="7756" y="31024"/></a:lnTo><a:close/></a:path></a:pathLst></a:custGeom><a:solidFill><a:srgbClr val="000000"/></a:solidFill></p:spPr><p:txBody><a:bodyPr wrap="square" lIns="0" tIns="0" rIns="0" bIns="0" rtlCol="0"/><a:lstStyle/><a:p/></p:txBody></p:sp><p:sp><p:nvSpPr><p:cNvPr id="232" name="object 232"/><p:cNvSpPr/><p:nvPr/></p:nvSpPr><p:spPr><a:xfrm><a:off x="2351923" y="10018465"/><a:ext cx="328930" cy="112395"/></a:xfrm><a:custGeom><a:avLst/><a:gdLst/><a:ahLst/><a:cxnLst/><a:rect l="l" t="t" r="r" b="b"/><a:pathLst><a:path w="328930" h="112395"><a:moveTo><a:pt x="328475" y="112077"/></a:moveTo><a:lnTo><a:pt x="0" y="112077"/></a:lnTo><a:lnTo><a:pt x="0" y="0"/></a:lnTo><a:lnTo><a:pt x="328475" y="0"/></a:lnTo><a:lnTo><a:pt x="328475" y="112077"/></a:lnTo><a:close/></a:path></a:pathLst></a:custGeom><a:solidFill><a:srgbClr val="FFFFFF"/></a:solidFill></p:spPr><p:txBody><a:bodyPr wrap="square" lIns="0" tIns="0" rIns="0" bIns="0" rtlCol="0"/><a:lstStyle/><a:p/></p:txBody></p:sp><p:sp><p:nvSpPr><p:cNvPr id="233" name="object 233"/><p:cNvSpPr/><p:nvPr/></p:nvSpPr><p:spPr><a:xfrm><a:off x="2351923" y="10018465"/><a:ext cx="328930" cy="112395"/></a:xfrm><a:custGeom><a:avLst/><a:gdLst/><a:ahLst/><a:cxnLst/><a:rect l="l" t="t" r="r" b="b"/><a:pathLst><a:path w="328930" h="112395"><a:moveTo><a:pt x="0" y="0"/></a:moveTo><a:lnTo><a:pt x="328475" y="0"/></a:lnTo><a:lnTo><a:pt x="328475" y="112077"/></a:lnTo><a:lnTo><a:pt x="0" y="112077"/></a:lnTo><a:lnTo><a:pt x="0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234" name="object 234"/><p:cNvSpPr txBox="1"/><p:nvPr/></p:nvSpPr><p:spPr><a:xfrm><a:off x="2312002" y="10005765"/><a:ext cx="354330" cy="137160"/></a:xfrm><a:prstGeom prst="rect"><a:avLst/></a:prstGeom></p:spPr><p:txBody><a:bodyPr wrap="square" lIns="0" tIns="16510" rIns="0" bIns="0" rtlCol="0" vert="horz"><a:spAutoFit/></a:bodyPr><a:lstStyle/><a:p><a:pPr marL="89535"><a:lnSpc><a:spcPct val="100000"/></a:lnSpc><a:spcBef><a:spcPts val="130"/></a:spcBef></a:pPr><a:r><a:rPr dirty="0" sz="700"><a:latin typeface="Verdana"/><a:cs typeface="Verdana"/></a:rPr><a:t>1&apos;-</a:t></a:r><a:r><a:rPr dirty="0" sz="700" spc="-25"><a:latin typeface="Verdana"/><a:cs typeface="Verdana"/></a:rPr><a:t>0&quot;</a:t></a:r><a:endParaRPr sz="700"><a:latin typeface="Verdana"/><a:cs typeface="Verdana"/></a:endParaRPr></a:p></p:txBody></p:sp><p:grpSp><p:nvGrpSpPr><p:cNvPr id="235" name="object 235"/><p:cNvGrpSpPr/><p:nvPr/></p:nvGrpSpPr><p:grpSpPr><a:xfrm><a:off x="3144033" y="7683855"/><a:ext cx="6120765" cy="2268855"/><a:chOff x="3144033" y="7683855"/><a:chExt cx="6120765" cy="2268855"/></a:xfrm></p:grpSpPr><p:sp><p:nvSpPr><p:cNvPr id="236" name="object 236"/><p:cNvSpPr/><p:nvPr/></p:nvSpPr><p:spPr><a:xfrm><a:off x="3720592" y="9934853"/><a:ext cx="5541645" cy="0"/></a:xfrm><a:custGeom><a:avLst/><a:gdLst/><a:ahLst/><a:cxnLst/><a:rect l="l" t="t" r="r" b="b"/><a:pathLst><a:path w="5541645" h="0"><a:moveTo><a:pt x="0" y="0"/></a:moveTo><a:lnTo><a:pt x="5541487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37" name="object 237"/><p:cNvSpPr/><p:nvPr/></p:nvSpPr><p:spPr><a:xfrm><a:off x="3248696" y="7701554"/><a:ext cx="426720" cy="2233295"/></a:xfrm><a:custGeom><a:avLst/><a:gdLst/><a:ahLst/><a:cxnLst/><a:rect l="l" t="t" r="r" b="b"/><a:pathLst><a:path w="426720" h="2233295"><a:moveTo><a:pt x="426095" y="0"/></a:moveTo><a:lnTo><a:pt x="39556" y="0"/></a:lnTo></a:path><a:path w="426720" h="2233295"><a:moveTo><a:pt x="39556" y="0"/></a:moveTo><a:lnTo><a:pt x="0" y="0"/></a:lnTo></a:path><a:path w="426720" h="2233295"><a:moveTo><a:pt x="416314" y="2233300"/></a:moveTo><a:lnTo><a:pt x="39556" y="2233300"/></a:lnTo></a:path><a:path w="426720" h="2233295"><a:moveTo><a:pt x="39556" y="2233300"/></a:moveTo><a:lnTo><a:pt x="0" y="2233300"/></a:lnTo></a:path><a:path w="426720" h="2233295"><a:moveTo><a:pt x="39556" y="0"/></a:moveTo><a:lnTo><a:pt x="39556" y="952439"/></a:lnTo></a:path><a:path w="426720" h="2233295"><a:moveTo><a:pt x="39556" y="1280914"/></a:moveTo><a:lnTo><a:pt x="39556" y="2233300"/></a:lnTo></a:path><a:path w="426720" h="2233295"><a:moveTo><a:pt x="39556" y="952439"/></a:moveTo><a:lnTo><a:pt x="39556" y="1280914"/></a:lnTo></a:path></a:pathLst></a:custGeom><a:ln w="3175"><a:solidFill><a:srgbClr val="000000"/></a:solidFill></a:ln></p:spPr><p:txBody><a:bodyPr wrap="square" lIns="0" tIns="0" rIns="0" bIns="0" rtlCol="0"/><a:lstStyle/><a:p/></p:txBody></p:sp><p:sp><p:nvSpPr><p:cNvPr id="238" name="object 238"/><p:cNvSpPr/><p:nvPr/></p:nvSpPr><p:spPr><a:xfrm><a:off x="3279721" y="7693022"/><a:ext cx="17145" cy="17145"/></a:xfrm><a:custGeom><a:avLst/><a:gdLst/><a:ahLst/><a:cxnLst/><a:rect l="l" t="t" r="r" b="b"/><a:pathLst><a:path w="17145" h="17145"><a:moveTo><a:pt x="17063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39" name="object 239"/><p:cNvSpPr/><p:nvPr/></p:nvSpPr><p:spPr><a:xfrm><a:off x="3288253" y="7684490"/><a:ext cx="0" cy="17145"/></a:xfrm><a:custGeom><a:avLst/><a:gdLst/><a:ahLst/><a:cxnLst/><a:rect l="l" t="t" r="r" b="b"/><a:pathLst><a:path w="0" h="17145"><a:moveTo><a:pt x="0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40" name="object 240"/><p:cNvSpPr/><p:nvPr/></p:nvSpPr><p:spPr><a:xfrm><a:off x="3279721" y="9926322"/><a:ext cx="17145" cy="17145"/></a:xfrm><a:custGeom><a:avLst/><a:gdLst/><a:ahLst/><a:cxnLst/><a:rect l="l" t="t" r="r" b="b"/><a:pathLst><a:path w="17145" h="17145"><a:moveTo><a:pt x="0" y="0"/></a:moveTo><a:lnTo><a:pt x="17063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241" name="object 241"/><p:cNvSpPr/><p:nvPr/></p:nvSpPr><p:spPr><a:xfrm><a:off x="3288253" y="9934854"/><a:ext cx="0" cy="17145"/></a:xfrm><a:custGeom><a:avLst/><a:gdLst/><a:ahLst/><a:cxnLst/><a:rect l="l" t="t" r="r" b="b"/><a:pathLst><a:path w="0" h="17145"><a:moveTo><a:pt x="0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242" name="object 242"/><p:cNvSpPr/><p:nvPr/></p:nvSpPr><p:spPr><a:xfrm><a:off x="3148160" y="8653992"/><a:ext cx="112395" cy="328930"/></a:xfrm><a:custGeom><a:avLst/><a:gdLst/><a:ahLst/><a:cxnLst/><a:rect l="l" t="t" r="r" b="b"/><a:pathLst><a:path w="112395" h="328929"><a:moveTo><a:pt x="112077" y="328475"/></a:moveTo><a:lnTo><a:pt x="0" y="328475"/></a:lnTo><a:lnTo><a:pt x="0" y="0"/></a:lnTo><a:lnTo><a:pt x="112077" y="0"/></a:lnTo><a:lnTo><a:pt x="112077" y="328475"/></a:lnTo><a:close/></a:path></a:pathLst></a:custGeom><a:solidFill><a:srgbClr val="FFFFFF"/></a:solidFill></p:spPr><p:txBody><a:bodyPr wrap="square" lIns="0" tIns="0" rIns="0" bIns="0" rtlCol="0"/><a:lstStyle/><a:p/></p:txBody></p:sp><p:sp><p:nvSpPr><p:cNvPr id="243" name="object 243"/><p:cNvSpPr/><p:nvPr/></p:nvSpPr><p:spPr><a:xfrm><a:off x="3148160" y="8653992"/><a:ext cx="112395" cy="328930"/></a:xfrm><a:custGeom><a:avLst/><a:gdLst/><a:ahLst/><a:cxnLst/><a:rect l="l" t="t" r="r" b="b"/><a:pathLst><a:path w="112395" h="328929"><a:moveTo><a:pt x="0" y="328475"/></a:moveTo><a:lnTo><a:pt x="0" y="0"/></a:lnTo><a:lnTo><a:pt x="112077" y="0"/></a:lnTo><a:lnTo><a:pt x="112077" y="328475"/></a:lnTo><a:lnTo><a:pt x="0" y="328475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244" name="object 244"/><p:cNvSpPr txBox="1"/><p:nvPr/></p:nvSpPr><p:spPr><a:xfrm><a:off x="3134976" y="8691075"/><a:ext cx="139065" cy="254000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><a:latin typeface="Verdana"/><a:cs typeface="Verdana"/></a:rPr><a:t>8&apos;-</a:t></a:r><a:r><a:rPr dirty="0" sz="700" spc="-25"><a:latin typeface="Verdana"/><a:cs typeface="Verdana"/></a:rPr><a:t>0&quot;</a:t></a:r><a:endParaRPr sz="700"><a:latin typeface="Verdana"/><a:cs typeface="Verdana"/></a:endParaRPr></a:p></p:txBody></p:sp><p:sp><p:nvSpPr><p:cNvPr id="245" name="object 245"/><p:cNvSpPr txBox="1"/><p:nvPr/></p:nvSpPr><p:spPr><a:xfrm><a:off x="9677889" y="7321560"/><a:ext cx="1082040" cy="132080"/></a:xfrm><a:prstGeom prst="rect"><a:avLst/></a:prstGeom><a:solidFill><a:srgbClr val="FFFFFF"/></a:solidFill><a:ln w="7756"><a:solidFill><a:srgbClr val="000000"/></a:solidFill></a:ln></p:spPr><p:txBody><a:bodyPr wrap="square" lIns="0" tIns="635" rIns="0" bIns="0" rtlCol="0" vert="horz"><a:spAutoFit/></a:bodyPr><a:lstStyle/><a:p><a:pPr marL="15240"><a:lnSpc><a:spcPct val="100000"/></a:lnSpc><a:spcBef><a:spcPts val="5"/></a:spcBef></a:pPr><a:r><a:rPr dirty="0" sz="850"><a:latin typeface="Verdana"/><a:cs typeface="Verdana"/></a:rPr><a:t>BESS </a:t></a:r><a:r><a:rPr dirty="0" sz="850" spc="-10"><a:latin typeface="Verdana"/><a:cs typeface="Verdana"/></a:rPr><a:t>CONTAINER</a:t></a:r><a:endParaRPr sz="850"><a:latin typeface="Verdana"/><a:cs typeface="Verdana"/></a:endParaRPr></a:p></p:txBody></p:sp><p:grpSp><p:nvGrpSpPr><p:cNvPr id="246" name="object 246"/><p:cNvGrpSpPr/><p:nvPr/></p:nvGrpSpPr><p:grpSpPr><a:xfrm><a:off x="3722178" y="4722454"/><a:ext cx="11831320" cy="5214620"/><a:chOff x="3722178" y="4722454"/><a:chExt cx="11831320" cy="5214620"/></a:xfrm></p:grpSpPr><p:sp><p:nvSpPr><p:cNvPr id="247" name="object 247"/><p:cNvSpPr/><p:nvPr/></p:nvSpPr><p:spPr><a:xfrm><a:off x="9320328" y="7387294"/><a:ext cx="353695" cy="245745"/></a:xfrm><a:custGeom><a:avLst/><a:gdLst/><a:ahLst/><a:cxnLst/><a:rect l="l" t="t" r="r" b="b"/><a:pathLst><a:path w="353695" h="245745"><a:moveTo><a:pt x="0" y="245530"/></a:moveTo><a:lnTo><a:pt x="225240" y="0"/></a:lnTo><a:lnTo><a:pt x="353683" y="0"/></a:lnTo></a:path></a:pathLst></a:custGeom><a:ln w="7756"><a:solidFill><a:srgbClr val="000000"/></a:solidFill></a:ln></p:spPr><p:txBody><a:bodyPr wrap="square" lIns="0" tIns="0" rIns="0" bIns="0" rtlCol="0"/><a:lstStyle/><a:p/></p:txBody></p:sp><p:pic><p:nvPicPr><p:cNvPr id="248" name="object 248"/><p:cNvPicPr/><p:nvPr/></p:nvPicPr><p:blipFill><a:blip r:embed="rId13" cstate="print"/><a:stretch><a:fillRect/></a:stretch></p:blipFill><p:spPr><a:xfrm><a:off x="9269370" y="7620989"/><a:ext cx="63523" cy="67060"/></a:xfrm><a:prstGeom prst="rect"><a:avLst/></a:prstGeom></p:spPr></p:pic><p:sp><p:nvSpPr><p:cNvPr id="249" name="object 249"/><p:cNvSpPr/><p:nvPr/></p:nvSpPr><p:spPr><a:xfrm><a:off x="3724400" y="7701552"/><a:ext cx="5533390" cy="2233295"/></a:xfrm><a:custGeom><a:avLst/><a:gdLst/><a:ahLst/><a:cxnLst/><a:rect l="l" t="t" r="r" b="b"/><a:pathLst><a:path w="5533390" h="2233295"><a:moveTo><a:pt x="0" y="0"/></a:moveTo><a:lnTo><a:pt x="5532869" y="0"/></a:lnTo><a:lnTo><a:pt x="5532869" y="2233300"/></a:lnTo><a:lnTo><a:pt x="0" y="2233300"/></a:lnTo><a:lnTo><a:pt x="0" y="0"/></a:lnTo><a:close/></a:path></a:pathLst></a:custGeom><a:ln w="3878"><a:solidFill><a:srgbClr val="000000"/></a:solidFill><a:prstDash val="lgDash"/></a:ln></p:spPr><p:txBody><a:bodyPr wrap="square" lIns="0" tIns="0" rIns="0" bIns="0" rtlCol="0"/><a:lstStyle/><a:p/></p:txBody></p:sp><p:pic><p:nvPicPr><p:cNvPr id="250" name="object 250"/><p:cNvPicPr/><p:nvPr/></p:nvPicPr><p:blipFill><a:blip r:embed="rId14" cstate="print"/><a:stretch><a:fillRect/></a:stretch></p:blipFill><p:spPr><a:xfrm><a:off x="14139107" y="4722454"/><a:ext cx="700618" cy="4533187"/></a:xfrm><a:prstGeom prst="rect"><a:avLst/></a:prstGeom></p:spPr></p:pic><p:sp><p:nvSpPr><p:cNvPr id="251" name="object 251"/><p:cNvSpPr/><p:nvPr/></p:nvSpPr><p:spPr><a:xfrm><a:off x="14139107" y="5161696"/><a:ext cx="701040" cy="4048760"/></a:xfrm><a:custGeom><a:avLst/><a:gdLst/><a:ahLst/><a:cxnLst/><a:rect l="l" t="t" r="r" b="b"/><a:pathLst><a:path w="701040" h="4048759"><a:moveTo><a:pt x="256730" y="406185"/></a:moveTo><a:lnTo><a:pt x="256730" y="0"/></a:lnTo><a:lnTo><a:pt x="442879" y="0"/></a:lnTo><a:lnTo><a:pt x="442879" y="406185"/></a:lnTo></a:path><a:path w="701040" h="4048759"><a:moveTo><a:pt x="442879" y="3906943"/></a:moveTo><a:lnTo><a:pt x="256730" y="3906943"/></a:lnTo></a:path><a:path w="701040" h="4048759"><a:moveTo><a:pt x="775" y="2371245"/></a:moveTo><a:lnTo><a:pt x="775" y="2231633"/></a:lnTo><a:lnTo><a:pt x="0" y="2231633"/></a:lnTo></a:path><a:path w="701040" h="4048759"><a:moveTo><a:pt x="700618" y="2231633"/></a:moveTo><a:lnTo><a:pt x="698834" y="2231633"/></a:lnTo><a:lnTo><a:pt x="698834" y="2371245"/></a:lnTo></a:path><a:path w="701040" h="4048759"><a:moveTo><a:pt x="775" y="4048726"/></a:moveTo><a:lnTo><a:pt x="698834" y="4048726"/></a:lnTo></a:path><a:path w="701040" h="4048759"><a:moveTo><a:pt x="698834" y="2231632"/></a:moveTo><a:lnTo><a:pt x="442879" y="2231632"/></a:lnTo></a:path><a:path w="701040" h="4048759"><a:moveTo><a:pt x="256730" y="3906943"/></a:moveTo><a:lnTo><a:pt x="256730" y="2231632"/></a:lnTo><a:lnTo><a:pt x="775" y="2231632"/></a:lnTo></a:path><a:path w="701040" h="4048759"><a:moveTo><a:pt x="256730" y="2231632"/></a:moveTo><a:lnTo><a:pt x="256730" y="406185"/></a:lnTo></a:path><a:path w="701040" h="4048759"><a:moveTo><a:pt x="442879" y="406185"/></a:moveTo><a:lnTo><a:pt x="442879" y="2231632"/></a:lnTo><a:lnTo><a:pt x="442879" y="3906943"/></a:lnTo></a:path><a:path w="701040" h="4048759"><a:moveTo><a:pt x="698834" y="4048726"/></a:moveTo><a:lnTo><a:pt x="698834" y="2371244"/></a:lnTo></a:path><a:path w="701040" h="4048759"><a:moveTo><a:pt x="775" y="2371244"/></a:moveTo><a:lnTo><a:pt x="775" y="4048726"/></a:lnTo></a:path></a:pathLst></a:custGeom><a:ln w="3878"><a:solidFill><a:srgbClr val="000000"/></a:solidFill></a:ln></p:spPr><p:txBody><a:bodyPr wrap="square" lIns="0" tIns="0" rIns="0" bIns="0" rtlCol="0"/><a:lstStyle/><a:p/></p:txBody></p:sp><p:sp><p:nvSpPr><p:cNvPr id="252" name="object 252"/><p:cNvSpPr/><p:nvPr/></p:nvSpPr><p:spPr><a:xfrm><a:off x="15315181" y="7391391"/><a:ext cx="180340" cy="4445"/></a:xfrm><a:custGeom><a:avLst/><a:gdLst/><a:ahLst/><a:cxnLst/><a:rect l="l" t="t" r="r" b="b"/><a:pathLst><a:path w="180340" h="4445"><a:moveTo><a:pt x="179866" y="3878"/></a:moveTo><a:lnTo><a:pt x="0" y="3878"/></a:lnTo><a:lnTo><a:pt x="0" y="0"/></a:lnTo><a:lnTo><a:pt x="179866" y="0"/></a:lnTo><a:lnTo><a:pt x="179866" y="3878"/></a:lnTo><a:close/></a:path></a:pathLst></a:custGeom><a:solidFill><a:srgbClr val="3F3F3F"/></a:solidFill></p:spPr><p:txBody><a:bodyPr wrap="square" lIns="0" tIns="0" rIns="0" bIns="0" rtlCol="0"/><a:lstStyle/><a:p/></p:txBody></p:sp><p:sp><p:nvSpPr><p:cNvPr id="253" name="object 253"/><p:cNvSpPr/><p:nvPr/></p:nvSpPr><p:spPr><a:xfrm><a:off x="15495047" y="7391391"/><a:ext cx="58419" cy="4445"/></a:xfrm><a:custGeom><a:avLst/><a:gdLst/><a:ahLst/><a:cxnLst/><a:rect l="l" t="t" r="r" b="b"/><a:pathLst><a:path w="58419" h="4445"><a:moveTo><a:pt x="58171" y="3878"/></a:moveTo><a:lnTo><a:pt x="0" y="3878"/></a:lnTo><a:lnTo><a:pt x="0" y="0"/></a:lnTo><a:lnTo><a:pt x="58171" y="0"/></a:lnTo><a:lnTo><a:pt x="58171" y="3878"/></a:lnTo><a:close/></a:path></a:pathLst></a:custGeom><a:solidFill><a:srgbClr val="3F3F3F"/></a:solidFill></p:spPr><p:txBody><a:bodyPr wrap="square" lIns="0" tIns="0" rIns="0" bIns="0" rtlCol="0"/><a:lstStyle/><a:p/></p:txBody></p:sp><p:sp><p:nvSpPr><p:cNvPr id="254" name="object 254"/><p:cNvSpPr/><p:nvPr/></p:nvSpPr><p:spPr><a:xfrm><a:off x="14651793" y="9066702"/><a:ext cx="843280" cy="4445"/></a:xfrm><a:custGeom><a:avLst/><a:gdLst/><a:ahLst/><a:cxnLst/><a:rect l="l" t="t" r="r" b="b"/><a:pathLst><a:path w="843280" h="4445"><a:moveTo><a:pt x="843255" y="3878"/></a:moveTo><a:lnTo><a:pt x="0" y="3878"/></a:lnTo><a:lnTo><a:pt x="0" y="0"/></a:lnTo><a:lnTo><a:pt x="843255" y="0"/></a:lnTo><a:lnTo><a:pt x="843255" y="3878"/></a:lnTo><a:close/></a:path></a:pathLst></a:custGeom><a:solidFill><a:srgbClr val="3F3F3F"/></a:solidFill></p:spPr><p:txBody><a:bodyPr wrap="square" lIns="0" tIns="0" rIns="0" bIns="0" rtlCol="0"/><a:lstStyle/><a:p/></p:txBody></p:sp><p:sp><p:nvSpPr><p:cNvPr id="255" name="object 255"/><p:cNvSpPr/><p:nvPr/></p:nvSpPr><p:spPr><a:xfrm><a:off x="15495047" y="9066702"/><a:ext cx="58419" cy="4445"/></a:xfrm><a:custGeom><a:avLst/><a:gdLst/><a:ahLst/><a:cxnLst/><a:rect l="l" t="t" r="r" b="b"/><a:pathLst><a:path w="58419" h="4445"><a:moveTo><a:pt x="58171" y="3878"/></a:moveTo><a:lnTo><a:pt x="0" y="3878"/></a:lnTo><a:lnTo><a:pt x="0" y="0"/></a:lnTo><a:lnTo><a:pt x="58171" y="0"/></a:lnTo><a:lnTo><a:pt x="58171" y="3878"/></a:lnTo><a:close/></a:path></a:pathLst></a:custGeom><a:solidFill><a:srgbClr val="3F3F3F"/></a:solidFill></p:spPr><p:txBody><a:bodyPr wrap="square" lIns="0" tIns="0" rIns="0" bIns="0" rtlCol="0"/><a:lstStyle/><a:p/></p:txBody></p:sp><p:sp><p:nvSpPr><p:cNvPr id="256" name="object 256"/><p:cNvSpPr/><p:nvPr/></p:nvSpPr><p:spPr><a:xfrm><a:off x="15493099" y="7393334"/><a:ext cx="4445" cy="1675764"/></a:xfrm><a:custGeom><a:avLst/><a:gdLst/><a:ahLst/><a:cxnLst/><a:rect l="l" t="t" r="r" b="b"/><a:pathLst><a:path w="4444" h="1675765"><a:moveTo><a:pt x="3886" y="988110"/></a:moveTo><a:lnTo><a:pt x="0" y="988110"/></a:lnTo><a:lnTo><a:pt x="0" y="1675307"/></a:lnTo><a:lnTo><a:pt x="3886" y="1675307"/></a:lnTo><a:lnTo><a:pt x="3886" y="988110"/></a:lnTo><a:close/></a:path><a:path w="4444" h="1675765"><a:moveTo><a:pt x="3886" y="0"/></a:moveTo><a:lnTo><a:pt x="0" y="0"/></a:lnTo><a:lnTo><a:pt x="0" y="687171"/></a:lnTo><a:lnTo><a:pt x="3886" y="687171"/></a:lnTo><a:lnTo><a:pt x="3886" y="0"/></a:lnTo><a:close/></a:path></a:pathLst></a:custGeom><a:solidFill><a:srgbClr val="3F3F3F"/></a:solidFill></p:spPr><p:txBody><a:bodyPr wrap="square" lIns="0" tIns="0" rIns="0" bIns="0" rtlCol="0"/><a:lstStyle/><a:p/></p:txBody></p:sp><p:sp><p:nvSpPr><p:cNvPr id="257" name="object 257"/><p:cNvSpPr/><p:nvPr/></p:nvSpPr><p:spPr><a:xfrm><a:off x="15483413" y="7381695"/><a:ext cx="23495" cy="23495"/></a:xfrm><a:custGeom><a:avLst/><a:gdLst/><a:ahLst/><a:cxnLst/><a:rect l="l" t="t" r="r" b="b"/><a:pathLst><a:path w="23494" h="23495"><a:moveTo><a:pt x="23268" y="23268"/></a:moveTo><a:lnTo><a:pt x="0" y="0"/></a:lnTo></a:path></a:pathLst></a:custGeom><a:ln w="7756"><a:solidFill><a:srgbClr val="3F3F3F"/></a:solidFill></a:ln></p:spPr><p:txBody><a:bodyPr wrap="square" lIns="0" tIns="0" rIns="0" bIns="0" rtlCol="0"/><a:lstStyle/><a:p/></p:txBody></p:sp><p:sp><p:nvSpPr><p:cNvPr id="258" name="object 258"/><p:cNvSpPr/><p:nvPr/></p:nvSpPr><p:spPr><a:xfrm><a:off x="15493109" y="7370061"/><a:ext cx="4445" cy="23495"/></a:xfrm><a:custGeom><a:avLst/><a:gdLst/><a:ahLst/><a:cxnLst/><a:rect l="l" t="t" r="r" b="b"/><a:pathLst><a:path w="4444" h="23495"><a:moveTo><a:pt x="3878" y="23268"/></a:moveTo><a:lnTo><a:pt x="0" y="23268"/></a:lnTo><a:lnTo><a:pt x="0" y="0"/></a:lnTo><a:lnTo><a:pt x="3878" y="0"/></a:lnTo><a:lnTo><a:pt x="3878" y="23268"/></a:lnTo><a:close/></a:path></a:pathLst></a:custGeom><a:solidFill><a:srgbClr val="3F3F3F"/></a:solidFill></p:spPr><p:txBody><a:bodyPr wrap="square" lIns="0" tIns="0" rIns="0" bIns="0" rtlCol="0"/><a:lstStyle/><a:p/></p:txBody></p:sp><p:sp><p:nvSpPr><p:cNvPr id="259" name="object 259"/><p:cNvSpPr/><p:nvPr/></p:nvSpPr><p:spPr><a:xfrm><a:off x="15483413" y="9057006"/><a:ext cx="23495" cy="23495"/></a:xfrm><a:custGeom><a:avLst/><a:gdLst/><a:ahLst/><a:cxnLst/><a:rect l="l" t="t" r="r" b="b"/><a:pathLst><a:path w="23494" h="23495"><a:moveTo><a:pt x="0" y="23268"/></a:moveTo><a:lnTo><a:pt x="23268" y="0"/></a:lnTo></a:path></a:pathLst></a:custGeom><a:ln w="7756"><a:solidFill><a:srgbClr val="3F3F3F"/></a:solidFill></a:ln></p:spPr><p:txBody><a:bodyPr wrap="square" lIns="0" tIns="0" rIns="0" bIns="0" rtlCol="0"/><a:lstStyle/><a:p/></p:txBody></p:sp><p:sp><p:nvSpPr><p:cNvPr id="260" name="object 260"/><p:cNvSpPr/><p:nvPr/></p:nvSpPr><p:spPr><a:xfrm><a:off x="15493109" y="9068641"/><a:ext cx="4445" cy="23495"/></a:xfrm><a:custGeom><a:avLst/><a:gdLst/><a:ahLst/><a:cxnLst/><a:rect l="l" t="t" r="r" b="b"/><a:pathLst><a:path w="4444" h="23495"><a:moveTo><a:pt x="3878" y="23268"/></a:moveTo><a:lnTo><a:pt x="0" y="23268"/></a:lnTo><a:lnTo><a:pt x="0" y="0"/></a:lnTo><a:lnTo><a:pt x="3878" y="0"/></a:lnTo><a:lnTo><a:pt x="3878" y="23268"/></a:lnTo><a:close/></a:path></a:pathLst></a:custGeom><a:solidFill><a:srgbClr val="3F3F3F"/></a:solidFill></p:spPr><p:txBody><a:bodyPr wrap="square" lIns="0" tIns="0" rIns="0" bIns="0" rtlCol="0"/><a:lstStyle/><a:p/></p:txBody></p:sp></p:grpSp><p:sp><p:nvSpPr><p:cNvPr id="261" name="object 261"/><p:cNvSpPr txBox="1"/><p:nvPr/></p:nvSpPr><p:spPr><a:xfrm><a:off x="15193818" y="8068186"/><a:ext cx="603885" cy="325120"/></a:xfrm><a:prstGeom prst="rect"><a:avLst/></a:prstGeom></p:spPr><p:txBody><a:bodyPr wrap="square" lIns="0" tIns="15875" rIns="0" bIns="0" rtlCol="0" vert="horz"><a:spAutoFit/></a:bodyPr><a:lstStyle/><a:p><a:pPr marL="24765"><a:lnSpc><a:spcPct val="100000"/></a:lnSpc><a:spcBef><a:spcPts val="125"/></a:spcBef></a:pPr><a:r><a:rPr dirty="0" sz="950"><a:solidFill><a:srgbClr val="404040"/></a:solidFill><a:latin typeface="Verdana"/><a:cs typeface="Verdana"/></a:rPr><a:t>36&quot;</a:t></a:r><a:r><a:rPr dirty="0" sz="950" spc="55"><a:solidFill><a:srgbClr val="404040"/></a:solidFill><a:latin typeface="Verdana"/><a:cs typeface="Verdana"/></a:rPr><a:t> </a:t></a:r><a:r><a:rPr dirty="0" sz="950" spc="-20"><a:solidFill><a:srgbClr val="404040"/></a:solidFill><a:latin typeface="Verdana"/><a:cs typeface="Verdana"/></a:rPr><a:t>MIN.</a:t></a:r><a:endParaRPr sz="950"><a:latin typeface="Verdana"/><a:cs typeface="Verdana"/></a:endParaRPr></a:p><a:p><a:pPr marL="12700"><a:lnSpc><a:spcPct val="100000"/></a:lnSpc><a:spcBef><a:spcPts val="45"/></a:spcBef></a:pPr><a:r><a:rPr dirty="0" sz="950"><a:solidFill><a:srgbClr val="404040"/></a:solidFill><a:latin typeface="Verdana"/><a:cs typeface="Verdana"/></a:rPr><a:t>48&quot;</a:t></a:r><a:r><a:rPr dirty="0" sz="950" spc="55"><a:solidFill><a:srgbClr val="404040"/></a:solidFill><a:latin typeface="Verdana"/><a:cs typeface="Verdana"/></a:rPr><a:t> </a:t></a:r><a:r><a:rPr dirty="0" sz="950" spc="-20"><a:solidFill><a:srgbClr val="404040"/></a:solidFill><a:latin typeface="Verdana"/><a:cs typeface="Verdana"/></a:rPr><a:t>MAX.</a:t></a:r><a:endParaRPr sz="950"><a:latin typeface="Verdana"/><a:cs typeface="Verdana"/></a:endParaRPr></a:p></p:txBody></p:sp><p:grpSp><p:nvGrpSpPr><p:cNvPr id="262" name="object 262"/><p:cNvGrpSpPr/><p:nvPr/></p:nvGrpSpPr><p:grpSpPr><a:xfrm><a:off x="14116614" y="9280230"/><a:ext cx="744855" cy="438784"/><a:chOff x="14116614" y="9280230"/><a:chExt cx="744855" cy="438784"/></a:xfrm></p:grpSpPr><p:sp><p:nvSpPr><p:cNvPr id="263" name="object 263"/><p:cNvSpPr/><p:nvPr/></p:nvSpPr><p:spPr><a:xfrm><a:off x="14137943" y="9280230"/><a:ext cx="4445" cy="381000"/></a:xfrm><a:custGeom><a:avLst/><a:gdLst/><a:ahLst/><a:cxnLst/><a:rect l="l" t="t" r="r" b="b"/><a:pathLst><a:path w="4444" h="381000"><a:moveTo><a:pt x="3878" y="380519"/></a:moveTo><a:lnTo><a:pt x="0" y="380519"/></a:lnTo><a:lnTo><a:pt x="0" y="0"/></a:lnTo><a:lnTo><a:pt x="3878" y="0"/></a:lnTo><a:lnTo><a:pt x="3878" y="380519"/></a:lnTo><a:close/></a:path></a:pathLst></a:custGeom><a:solidFill><a:srgbClr val="3F3F3F"/></a:solidFill></p:spPr><p:txBody><a:bodyPr wrap="square" lIns="0" tIns="0" rIns="0" bIns="0" rtlCol="0"/><a:lstStyle/><a:p/></p:txBody></p:sp><p:sp><p:nvSpPr><p:cNvPr id="264" name="object 264"/><p:cNvSpPr/><p:nvPr/></p:nvSpPr><p:spPr><a:xfrm><a:off x="14137943" y="9660750"/><a:ext cx="4445" cy="58419"/></a:xfrm><a:custGeom><a:avLst/><a:gdLst/><a:ahLst/><a:cxnLst/><a:rect l="l" t="t" r="r" b="b"/><a:pathLst><a:path w="4444" h="58420"><a:moveTo><a:pt x="3878" y="58171"/></a:moveTo><a:lnTo><a:pt x="0" y="58171"/></a:lnTo><a:lnTo><a:pt x="0" y="0"/></a:lnTo><a:lnTo><a:pt x="3878" y="0"/></a:lnTo><a:lnTo><a:pt x="3878" y="58171"/></a:lnTo><a:close/></a:path></a:pathLst></a:custGeom><a:solidFill><a:srgbClr val="3F3F3F"/></a:solidFill></p:spPr><p:txBody><a:bodyPr wrap="square" lIns="0" tIns="0" rIns="0" bIns="0" rtlCol="0"/><a:lstStyle/><a:p/></p:txBody></p:sp><p:sp><p:nvSpPr><p:cNvPr id="265" name="object 265"/><p:cNvSpPr/><p:nvPr/></p:nvSpPr><p:spPr><a:xfrm><a:off x="14836002" y="9280230"/><a:ext cx="4445" cy="381000"/></a:xfrm><a:custGeom><a:avLst/><a:gdLst/><a:ahLst/><a:cxnLst/><a:rect l="l" t="t" r="r" b="b"/><a:pathLst><a:path w="4444" h="381000"><a:moveTo><a:pt x="3878" y="380519"/></a:moveTo><a:lnTo><a:pt x="0" y="380519"/></a:lnTo><a:lnTo><a:pt x="0" y="0"/></a:lnTo><a:lnTo><a:pt x="3878" y="0"/></a:lnTo><a:lnTo><a:pt x="3878" y="380519"/></a:lnTo><a:close/></a:path></a:pathLst></a:custGeom><a:solidFill><a:srgbClr val="3F3F3F"/></a:solidFill></p:spPr><p:txBody><a:bodyPr wrap="square" lIns="0" tIns="0" rIns="0" bIns="0" rtlCol="0"/><a:lstStyle/><a:p/></p:txBody></p:sp><p:sp><p:nvSpPr><p:cNvPr id="266" name="object 266"/><p:cNvSpPr/><p:nvPr/></p:nvSpPr><p:spPr><a:xfrm><a:off x="14836002" y="9660750"/><a:ext cx="4445" cy="58419"/></a:xfrm><a:custGeom><a:avLst/><a:gdLst/><a:ahLst/><a:cxnLst/><a:rect l="l" t="t" r="r" b="b"/><a:pathLst><a:path w="4444" h="58420"><a:moveTo><a:pt x="3878" y="58171"/></a:moveTo><a:lnTo><a:pt x="0" y="58171"/></a:lnTo><a:lnTo><a:pt x="0" y="0"/></a:lnTo><a:lnTo><a:pt x="3878" y="0"/></a:lnTo><a:lnTo><a:pt x="3878" y="58171"/></a:lnTo><a:close/></a:path></a:pathLst></a:custGeom><a:solidFill><a:srgbClr val="3F3F3F"/></a:solidFill></p:spPr><p:txBody><a:bodyPr wrap="square" lIns="0" tIns="0" rIns="0" bIns="0" rtlCol="0"/><a:lstStyle/><a:p/></p:txBody></p:sp><p:sp><p:nvSpPr><p:cNvPr id="267" name="object 267"/><p:cNvSpPr/><p:nvPr/></p:nvSpPr><p:spPr><a:xfrm><a:off x="14139882" y="9658811"/><a:ext cx="698500" cy="4445"/></a:xfrm><a:custGeom><a:avLst/><a:gdLst/><a:ahLst/><a:cxnLst/><a:rect l="l" t="t" r="r" b="b"/><a:pathLst><a:path w="698500" h="4445"><a:moveTo><a:pt x="698058" y="3878"/></a:moveTo><a:lnTo><a:pt x="0" y="3878"/></a:lnTo><a:lnTo><a:pt x="0" y="0"/></a:lnTo><a:lnTo><a:pt x="698058" y="0"/></a:lnTo><a:lnTo><a:pt x="698058" y="3878"/></a:lnTo><a:close/></a:path></a:pathLst></a:custGeom><a:solidFill><a:srgbClr val="3F3F3F"/></a:solidFill></p:spPr><p:txBody><a:bodyPr wrap="square" lIns="0" tIns="0" rIns="0" bIns="0" rtlCol="0"/><a:lstStyle/><a:p/></p:txBody></p:sp><p:sp><p:nvSpPr><p:cNvPr id="268" name="object 268"/><p:cNvSpPr/><p:nvPr/></p:nvSpPr><p:spPr><a:xfrm><a:off x="14128248" y="9649115"/><a:ext cx="23495" cy="23495"/></a:xfrm><a:custGeom><a:avLst/><a:gdLst/><a:ahLst/><a:cxnLst/><a:rect l="l" t="t" r="r" b="b"/><a:pathLst><a:path w="23494" h="23495"><a:moveTo><a:pt x="23268" y="0"/></a:moveTo><a:lnTo><a:pt x="0" y="23268"/></a:lnTo></a:path></a:pathLst></a:custGeom><a:ln w="7756"><a:solidFill><a:srgbClr val="3F3F3F"/></a:solidFill></a:ln></p:spPr><p:txBody><a:bodyPr wrap="square" lIns="0" tIns="0" rIns="0" bIns="0" rtlCol="0"/><a:lstStyle/><a:p/></p:txBody></p:sp><p:sp><p:nvSpPr><p:cNvPr id="269" name="object 269"/><p:cNvSpPr/><p:nvPr/></p:nvSpPr><p:spPr><a:xfrm><a:off x="14116614" y="9658811"/><a:ext cx="23495" cy="4445"/></a:xfrm><a:custGeom><a:avLst/><a:gdLst/><a:ahLst/><a:cxnLst/><a:rect l="l" t="t" r="r" b="b"/><a:pathLst><a:path w="23494" h="4445"><a:moveTo><a:pt x="23268" y="3878"/></a:moveTo><a:lnTo><a:pt x="0" y="3878"/></a:lnTo><a:lnTo><a:pt x="0" y="0"/></a:lnTo><a:lnTo><a:pt x="23268" y="0"/></a:lnTo><a:lnTo><a:pt x="23268" y="3878"/></a:lnTo><a:close/></a:path></a:pathLst></a:custGeom><a:solidFill><a:srgbClr val="3F3F3F"/></a:solidFill></p:spPr><p:txBody><a:bodyPr wrap="square" lIns="0" tIns="0" rIns="0" bIns="0" rtlCol="0"/><a:lstStyle/><a:p/></p:txBody></p:sp><p:sp><p:nvSpPr><p:cNvPr id="270" name="object 270"/><p:cNvSpPr/><p:nvPr/></p:nvSpPr><p:spPr><a:xfrm><a:off x="14826307" y="9649115"/><a:ext cx="23495" cy="23495"/></a:xfrm><a:custGeom><a:avLst/><a:gdLst/><a:ahLst/><a:cxnLst/><a:rect l="l" t="t" r="r" b="b"/><a:pathLst><a:path w="23494" h="23495"><a:moveTo><a:pt x="23268" y="23268"/></a:moveTo><a:lnTo><a:pt x="0" y="0"/></a:lnTo></a:path></a:pathLst></a:custGeom><a:ln w="7756"><a:solidFill><a:srgbClr val="3F3F3F"/></a:solidFill></a:ln></p:spPr><p:txBody><a:bodyPr wrap="square" lIns="0" tIns="0" rIns="0" bIns="0" rtlCol="0"/><a:lstStyle/><a:p/></p:txBody></p:sp><p:sp><p:nvSpPr><p:cNvPr id="271" name="object 271"/><p:cNvSpPr/><p:nvPr/></p:nvSpPr><p:spPr><a:xfrm><a:off x="14837941" y="9658811"/><a:ext cx="23495" cy="4445"/></a:xfrm><a:custGeom><a:avLst/><a:gdLst/><a:ahLst/><a:cxnLst/><a:rect l="l" t="t" r="r" b="b"/><a:pathLst><a:path w="23494" h="4445"><a:moveTo><a:pt x="23268" y="3878"/></a:moveTo><a:lnTo><a:pt x="0" y="3878"/></a:lnTo><a:lnTo><a:pt x="0" y="0"/></a:lnTo><a:lnTo><a:pt x="23268" y="0"/></a:lnTo><a:lnTo><a:pt x="23268" y="3878"/></a:lnTo><a:close/></a:path></a:pathLst></a:custGeom><a:solidFill><a:srgbClr val="3F3F3F"/></a:solidFill></p:spPr><p:txBody><a:bodyPr wrap="square" lIns="0" tIns="0" rIns="0" bIns="0" rtlCol="0"/><a:lstStyle/><a:p/></p:txBody></p:sp></p:grpSp><p:sp><p:nvSpPr><p:cNvPr id="272" name="object 272"/><p:cNvSpPr txBox="1"/><p:nvPr/></p:nvSpPr><p:spPr><a:xfrm><a:off x="14200246" y="9686054"/><a:ext cx="57912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solidFill><a:srgbClr val="404040"/></a:solidFill><a:latin typeface="Verdana"/><a:cs typeface="Verdana"/></a:rPr><a:t>15&quot;</a:t></a:r><a:r><a:rPr dirty="0" sz="950" spc="55"><a:solidFill><a:srgbClr val="404040"/></a:solidFill><a:latin typeface="Verdana"/><a:cs typeface="Verdana"/></a:rPr><a:t> </a:t></a:r><a:r><a:rPr dirty="0" sz="950" spc="-20"><a:solidFill><a:srgbClr val="404040"/></a:solidFill><a:latin typeface="Verdana"/><a:cs typeface="Verdana"/></a:rPr><a:t>MIN.</a:t></a:r><a:endParaRPr sz="950"><a:latin typeface="Verdana"/><a:cs typeface="Verdana"/></a:endParaRPr></a:p></p:txBody></p:sp><p:grpSp><p:nvGrpSpPr><p:cNvPr id="273" name="object 273"/><p:cNvGrpSpPr/><p:nvPr/></p:nvGrpSpPr><p:grpSpPr><a:xfrm><a:off x="13557935" y="9045372"/><a:ext cx="768350" cy="188595"/><a:chOff x="13557935" y="9045372"/><a:chExt cx="768350" cy="188595"/></a:xfrm></p:grpSpPr><p:sp><p:nvSpPr><p:cNvPr id="274" name="object 274"/><p:cNvSpPr/><p:nvPr/></p:nvSpPr><p:spPr><a:xfrm><a:off x="13682965" y="9066702"/><a:ext cx="643255" cy="4445"/></a:xfrm><a:custGeom><a:avLst/><a:gdLst/><a:ahLst/><a:cxnLst/><a:rect l="l" t="t" r="r" b="b"/><a:pathLst><a:path w="643255" h="4445"><a:moveTo><a:pt x="643067" y="3878"/></a:moveTo><a:lnTo><a:pt x="0" y="3878"/></a:lnTo><a:lnTo><a:pt x="0" y="0"/></a:lnTo><a:lnTo><a:pt x="643067" y="0"/></a:lnTo><a:lnTo><a:pt x="643067" y="3878"/></a:lnTo><a:close/></a:path></a:pathLst></a:custGeom><a:solidFill><a:srgbClr val="3F3F3F"/></a:solidFill></p:spPr><p:txBody><a:bodyPr wrap="square" lIns="0" tIns="0" rIns="0" bIns="0" rtlCol="0"/><a:lstStyle/><a:p/></p:txBody></p:sp><p:sp><p:nvSpPr><p:cNvPr id="275" name="object 275"/><p:cNvSpPr/><p:nvPr/></p:nvSpPr><p:spPr><a:xfrm><a:off x="13624793" y="9066702"/><a:ext cx="58419" cy="4445"/></a:xfrm><a:custGeom><a:avLst/><a:gdLst/><a:ahLst/><a:cxnLst/><a:rect l="l" t="t" r="r" b="b"/><a:pathLst><a:path w="58419" h="4445"><a:moveTo><a:pt x="58171" y="3878"/></a:moveTo><a:lnTo><a:pt x="0" y="3878"/></a:lnTo><a:lnTo><a:pt x="0" y="0"/></a:lnTo><a:lnTo><a:pt x="58171" y="0"/></a:lnTo><a:lnTo><a:pt x="58171" y="3878"/></a:lnTo><a:close/></a:path></a:pathLst></a:custGeom><a:solidFill><a:srgbClr val="3F3F3F"/></a:solidFill></p:spPr><p:txBody><a:bodyPr wrap="square" lIns="0" tIns="0" rIns="0" bIns="0" rtlCol="0"/><a:lstStyle/><a:p/></p:txBody></p:sp><p:sp><p:nvSpPr><p:cNvPr id="276" name="object 276"/><p:cNvSpPr/><p:nvPr/></p:nvSpPr><p:spPr><a:xfrm><a:off x="13682965" y="9208485"/><a:ext cx="387350" cy="4445"/></a:xfrm><a:custGeom><a:avLst/><a:gdLst/><a:ahLst/><a:cxnLst/><a:rect l="l" t="t" r="r" b="b"/><a:pathLst><a:path w="387350" h="4445"><a:moveTo><a:pt x="387112" y="3878"/></a:moveTo><a:lnTo><a:pt x="0" y="3878"/></a:lnTo><a:lnTo><a:pt x="0" y="0"/></a:lnTo><a:lnTo><a:pt x="387112" y="0"/></a:lnTo><a:lnTo><a:pt x="387112" y="3878"/></a:lnTo><a:close/></a:path></a:pathLst></a:custGeom><a:solidFill><a:srgbClr val="3F3F3F"/></a:solidFill></p:spPr><p:txBody><a:bodyPr wrap="square" lIns="0" tIns="0" rIns="0" bIns="0" rtlCol="0"/><a:lstStyle/><a:p/></p:txBody></p:sp><p:pic><p:nvPicPr><p:cNvPr id="277" name="object 277"/><p:cNvPicPr/><p:nvPr/></p:nvPicPr><p:blipFill><a:blip r:embed="rId15" cstate="print"/><a:stretch><a:fillRect/></a:stretch></p:blipFill><p:spPr><a:xfrm><a:off x="13557935" y="9045372"/><a:ext cx="140542" cy="188320"/></a:xfrm><a:prstGeom prst="rect"><a:avLst/></a:prstGeom></p:spPr></p:pic></p:grpSp><p:sp><p:nvSpPr><p:cNvPr id="278" name="object 278"/><p:cNvSpPr txBox="1"/><p:nvPr/></p:nvSpPr><p:spPr><a:xfrm><a:off x="13021690" y="9051983"/><a:ext cx="50038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solidFill><a:srgbClr val="404040"/></a:solidFill><a:latin typeface="Verdana"/><a:cs typeface="Verdana"/></a:rPr><a:t>3&quot;</a:t></a:r><a:r><a:rPr dirty="0" sz="950" spc="40"><a:solidFill><a:srgbClr val="404040"/></a:solidFill><a:latin typeface="Verdana"/><a:cs typeface="Verdana"/></a:rPr><a:t> </a:t></a:r><a:r><a:rPr dirty="0" sz="950" spc="-20"><a:solidFill><a:srgbClr val="404040"/></a:solidFill><a:latin typeface="Verdana"/><a:cs typeface="Verdana"/></a:rPr><a:t>MIN.</a:t></a:r><a:endParaRPr sz="950"><a:latin typeface="Verdana"/><a:cs typeface="Verdana"/></a:endParaRPr></a:p></p:txBody></p:sp><p:grpSp><p:nvGrpSpPr><p:cNvPr id="279" name="object 279"/><p:cNvGrpSpPr/><p:nvPr/></p:nvGrpSpPr><p:grpSpPr><a:xfrm><a:off x="14651792" y="5138429"/><a:ext cx="901700" cy="2278380"/><a:chOff x="14651792" y="5138429"/><a:chExt cx="901700" cy="2278380"/></a:xfrm></p:grpSpPr><p:sp><p:nvSpPr><p:cNvPr id="280" name="object 280"/><p:cNvSpPr/><p:nvPr/></p:nvSpPr><p:spPr><a:xfrm><a:off x="14651792" y="5159758"/><a:ext cx="843280" cy="4445"/></a:xfrm><a:custGeom><a:avLst/><a:gdLst/><a:ahLst/><a:cxnLst/><a:rect l="l" t="t" r="r" b="b"/><a:pathLst><a:path w="843280" h="4445"><a:moveTo><a:pt x="843255" y="3878"/></a:moveTo><a:lnTo><a:pt x="0" y="3878"/></a:lnTo><a:lnTo><a:pt x="0" y="0"/></a:lnTo><a:lnTo><a:pt x="843255" y="0"/></a:lnTo><a:lnTo><a:pt x="843255" y="3878"/></a:lnTo><a:close/></a:path></a:pathLst></a:custGeom><a:solidFill><a:srgbClr val="3F3F3F"/></a:solidFill></p:spPr><p:txBody><a:bodyPr wrap="square" lIns="0" tIns="0" rIns="0" bIns="0" rtlCol="0"/><a:lstStyle/><a:p/></p:txBody></p:sp><p:sp><p:nvSpPr><p:cNvPr id="281" name="object 281"/><p:cNvSpPr/><p:nvPr/></p:nvSpPr><p:spPr><a:xfrm><a:off x="15495047" y="5159758"/><a:ext cx="58419" cy="4445"/></a:xfrm><a:custGeom><a:avLst/><a:gdLst/><a:ahLst/><a:cxnLst/><a:rect l="l" t="t" r="r" b="b"/><a:pathLst><a:path w="58419" h="4445"><a:moveTo><a:pt x="58171" y="3878"/></a:moveTo><a:lnTo><a:pt x="0" y="3878"/></a:lnTo><a:lnTo><a:pt x="0" y="0"/></a:lnTo><a:lnTo><a:pt x="58171" y="0"/></a:lnTo><a:lnTo><a:pt x="58171" y="3878"/></a:lnTo><a:close/></a:path></a:pathLst></a:custGeom><a:solidFill><a:srgbClr val="3F3F3F"/></a:solidFill></p:spPr><p:txBody><a:bodyPr wrap="square" lIns="0" tIns="0" rIns="0" bIns="0" rtlCol="0"/><a:lstStyle/><a:p/></p:txBody></p:sp><p:sp><p:nvSpPr><p:cNvPr id="282" name="object 282"/><p:cNvSpPr/><p:nvPr/></p:nvSpPr><p:spPr><a:xfrm><a:off x="15315181" y="7391391"/><a:ext cx="180340" cy="4445"/></a:xfrm><a:custGeom><a:avLst/><a:gdLst/><a:ahLst/><a:cxnLst/><a:rect l="l" t="t" r="r" b="b"/><a:pathLst><a:path w="180340" h="4445"><a:moveTo><a:pt x="179866" y="3878"/></a:moveTo><a:lnTo><a:pt x="0" y="3878"/></a:lnTo><a:lnTo><a:pt x="0" y="0"/></a:lnTo><a:lnTo><a:pt x="179866" y="0"/></a:lnTo><a:lnTo><a:pt x="179866" y="3878"/></a:lnTo><a:close/></a:path></a:pathLst></a:custGeom><a:solidFill><a:srgbClr val="3F3F3F"/></a:solidFill></p:spPr><p:txBody><a:bodyPr wrap="square" lIns="0" tIns="0" rIns="0" bIns="0" rtlCol="0"/><a:lstStyle/><a:p/></p:txBody></p:sp><p:sp><p:nvSpPr><p:cNvPr id="283" name="object 283"/><p:cNvSpPr/><p:nvPr/></p:nvSpPr><p:spPr><a:xfrm><a:off x="15495047" y="7391391"/><a:ext cx="58419" cy="4445"/></a:xfrm><a:custGeom><a:avLst/><a:gdLst/><a:ahLst/><a:cxnLst/><a:rect l="l" t="t" r="r" b="b"/><a:pathLst><a:path w="58419" h="4445"><a:moveTo><a:pt x="58171" y="3878"/></a:moveTo><a:lnTo><a:pt x="0" y="3878"/></a:lnTo><a:lnTo><a:pt x="0" y="0"/></a:lnTo><a:lnTo><a:pt x="58171" y="0"/></a:lnTo><a:lnTo><a:pt x="58171" y="3878"/></a:lnTo><a:close/></a:path></a:pathLst></a:custGeom><a:solidFill><a:srgbClr val="3F3F3F"/></a:solidFill></p:spPr><p:txBody><a:bodyPr wrap="square" lIns="0" tIns="0" rIns="0" bIns="0" rtlCol="0"/><a:lstStyle/><a:p/></p:txBody></p:sp><p:sp><p:nvSpPr><p:cNvPr id="284" name="object 284"/><p:cNvSpPr/><p:nvPr/></p:nvSpPr><p:spPr><a:xfrm><a:off x="15493098" y="5161703"/><a:ext cx="4445" cy="2232025"/></a:xfrm><a:custGeom><a:avLst/><a:gdLst/><a:ahLst/><a:cxnLst/><a:rect l="l" t="t" r="r" b="b"/><a:pathLst><a:path w="4444" h="2232025"><a:moveTo><a:pt x="3886" y="1266291"/></a:moveTo><a:lnTo><a:pt x="0" y="1266291"/></a:lnTo><a:lnTo><a:pt x="0" y="2231631"/></a:lnTo><a:lnTo><a:pt x="3886" y="2231631"/></a:lnTo><a:lnTo><a:pt x="3886" y="1266291"/></a:lnTo><a:close/></a:path><a:path w="4444" h="2232025"><a:moveTo><a:pt x="3886" y="0"/></a:moveTo><a:lnTo><a:pt x="0" y="0"/></a:lnTo><a:lnTo><a:pt x="0" y="965352"/></a:lnTo><a:lnTo><a:pt x="3886" y="965352"/></a:lnTo><a:lnTo><a:pt x="3886" y="0"/></a:lnTo><a:close/></a:path></a:pathLst></a:custGeom><a:solidFill><a:srgbClr val="3F3F3F"/></a:solidFill></p:spPr><p:txBody><a:bodyPr wrap="square" lIns="0" tIns="0" rIns="0" bIns="0" rtlCol="0"/><a:lstStyle/><a:p/></p:txBody></p:sp><p:sp><p:nvSpPr><p:cNvPr id="285" name="object 285"/><p:cNvSpPr/><p:nvPr/></p:nvSpPr><p:spPr><a:xfrm><a:off x="15483413" y="5150063"/><a:ext cx="23495" cy="23495"/></a:xfrm><a:custGeom><a:avLst/><a:gdLst/><a:ahLst/><a:cxnLst/><a:rect l="l" t="t" r="r" b="b"/><a:pathLst><a:path w="23494" h="23495"><a:moveTo><a:pt x="23268" y="23268"/></a:moveTo><a:lnTo><a:pt x="0" y="0"/></a:lnTo></a:path></a:pathLst></a:custGeom><a:ln w="7756"><a:solidFill><a:srgbClr val="3F3F3F"/></a:solidFill></a:ln></p:spPr><p:txBody><a:bodyPr wrap="square" lIns="0" tIns="0" rIns="0" bIns="0" rtlCol="0"/><a:lstStyle/><a:p/></p:txBody></p:sp><p:sp><p:nvSpPr><p:cNvPr id="286" name="object 286"/><p:cNvSpPr/><p:nvPr/></p:nvSpPr><p:spPr><a:xfrm><a:off x="15493108" y="5138429"/><a:ext cx="4445" cy="23495"/></a:xfrm><a:custGeom><a:avLst/><a:gdLst/><a:ahLst/><a:cxnLst/><a:rect l="l" t="t" r="r" b="b"/><a:pathLst><a:path w="4444" h="23495"><a:moveTo><a:pt x="3878" y="23268"/></a:moveTo><a:lnTo><a:pt x="0" y="23268"/></a:lnTo><a:lnTo><a:pt x="0" y="0"/></a:lnTo><a:lnTo><a:pt x="3878" y="0"/></a:lnTo><a:lnTo><a:pt x="3878" y="23268"/></a:lnTo><a:close/></a:path></a:pathLst></a:custGeom><a:solidFill><a:srgbClr val="3F3F3F"/></a:solidFill></p:spPr><p:txBody><a:bodyPr wrap="square" lIns="0" tIns="0" rIns="0" bIns="0" rtlCol="0"/><a:lstStyle/><a:p/></p:txBody></p:sp><p:sp><p:nvSpPr><p:cNvPr id="287" name="object 287"/><p:cNvSpPr/><p:nvPr/></p:nvSpPr><p:spPr><a:xfrm><a:off x="15483413" y="7381696"/><a:ext cx="23495" cy="23495"/></a:xfrm><a:custGeom><a:avLst/><a:gdLst/><a:ahLst/><a:cxnLst/><a:rect l="l" t="t" r="r" b="b"/><a:pathLst><a:path w="23494" h="23495"><a:moveTo><a:pt x="0" y="23268"/></a:moveTo><a:lnTo><a:pt x="23268" y="0"/></a:lnTo></a:path></a:pathLst></a:custGeom><a:ln w="7756"><a:solidFill><a:srgbClr val="3F3F3F"/></a:solidFill></a:ln></p:spPr><p:txBody><a:bodyPr wrap="square" lIns="0" tIns="0" rIns="0" bIns="0" rtlCol="0"/><a:lstStyle/><a:p/></p:txBody></p:sp><p:sp><p:nvSpPr><p:cNvPr id="288" name="object 288"/><p:cNvSpPr/><p:nvPr/></p:nvSpPr><p:spPr><a:xfrm><a:off x="15493108" y="7393330"/><a:ext cx="4445" cy="23495"/></a:xfrm><a:custGeom><a:avLst/><a:gdLst/><a:ahLst/><a:cxnLst/><a:rect l="l" t="t" r="r" b="b"/><a:pathLst><a:path w="4444" h="23495"><a:moveTo><a:pt x="3878" y="23268"/></a:moveTo><a:lnTo><a:pt x="0" y="23268"/></a:lnTo><a:lnTo><a:pt x="0" y="0"/></a:lnTo><a:lnTo><a:pt x="3878" y="0"/></a:lnTo><a:lnTo><a:pt x="3878" y="23268"/></a:lnTo><a:close/></a:path></a:pathLst></a:custGeom><a:solidFill><a:srgbClr val="3F3F3F"/></a:solidFill></p:spPr><p:txBody><a:bodyPr wrap="square" lIns="0" tIns="0" rIns="0" bIns="0" rtlCol="0"/><a:lstStyle/><a:p/></p:txBody></p:sp></p:grpSp><p:sp><p:nvSpPr><p:cNvPr id="289" name="object 289"/><p:cNvSpPr txBox="1"/><p:nvPr/></p:nvSpPr><p:spPr><a:xfrm><a:off x="15193818" y="6114730"/><a:ext cx="603885" cy="325120"/></a:xfrm><a:prstGeom prst="rect"><a:avLst/></a:prstGeom></p:spPr><p:txBody><a:bodyPr wrap="square" lIns="0" tIns="15875" rIns="0" bIns="0" rtlCol="0" vert="horz"><a:spAutoFit/></a:bodyPr><a:lstStyle/><a:p><a:pPr marL="24765"><a:lnSpc><a:spcPct val="100000"/></a:lnSpc><a:spcBef><a:spcPts val="125"/></a:spcBef></a:pPr><a:r><a:rPr dirty="0" sz="950"><a:solidFill><a:srgbClr val="404040"/></a:solidFill><a:latin typeface="Verdana"/><a:cs typeface="Verdana"/></a:rPr><a:t>36&quot;</a:t></a:r><a:r><a:rPr dirty="0" sz="950" spc="55"><a:solidFill><a:srgbClr val="404040"/></a:solidFill><a:latin typeface="Verdana"/><a:cs typeface="Verdana"/></a:rPr><a:t> </a:t></a:r><a:r><a:rPr dirty="0" sz="950" spc="-20"><a:solidFill><a:srgbClr val="404040"/></a:solidFill><a:latin typeface="Verdana"/><a:cs typeface="Verdana"/></a:rPr><a:t>MIN.</a:t></a:r><a:endParaRPr sz="950"><a:latin typeface="Verdana"/><a:cs typeface="Verdana"/></a:endParaRPr></a:p><a:p><a:pPr marL="12700"><a:lnSpc><a:spcPct val="100000"/></a:lnSpc><a:spcBef><a:spcPts val="45"/></a:spcBef></a:pPr><a:r><a:rPr dirty="0" sz="950"><a:solidFill><a:srgbClr val="404040"/></a:solidFill><a:latin typeface="Verdana"/><a:cs typeface="Verdana"/></a:rPr><a:t>48&quot;</a:t></a:r><a:r><a:rPr dirty="0" sz="950" spc="55"><a:solidFill><a:srgbClr val="404040"/></a:solidFill><a:latin typeface="Verdana"/><a:cs typeface="Verdana"/></a:rPr><a:t> </a:t></a:r><a:r><a:rPr dirty="0" sz="950" spc="-20"><a:solidFill><a:srgbClr val="404040"/></a:solidFill><a:latin typeface="Verdana"/><a:cs typeface="Verdana"/></a:rPr><a:t>MAX.</a:t></a:r><a:endParaRPr sz="950"><a:latin typeface="Verdana"/><a:cs typeface="Verdana"/></a:endParaRPr></a:p></p:txBody></p:sp><p:sp><p:nvSpPr><p:cNvPr id="290" name="object 290"/><p:cNvSpPr txBox="1"/><p:nvPr/></p:nvSpPr><p:spPr><a:xfrm><a:off x="13266322" y="4635698"/><a:ext cx="708660" cy="475615"/></a:xfrm><a:prstGeom prst="rect"><a:avLst/></a:prstGeom></p:spPr><p:txBody><a:bodyPr wrap="square" lIns="0" tIns="10160" rIns="0" bIns="0" rtlCol="0" vert="horz"><a:spAutoFit/></a:bodyPr><a:lstStyle/><a:p><a:pPr algn="ctr" marL="12700" marR="5080"><a:lnSpc><a:spcPct val="103899"/></a:lnSpc><a:spcBef><a:spcPts val="80"/></a:spcBef></a:pPr><a:r><a:rPr dirty="0" sz="950" spc="-10"><a:solidFill><a:srgbClr val="3F3F3F"/></a:solidFill><a:latin typeface="Verdana"/><a:cs typeface="Verdana"/></a:rPr><a:t>CONCRETE </a:t></a:r><a:r><a:rPr dirty="0" sz="950"><a:solidFill><a:srgbClr val="3F3F3F"/></a:solidFill><a:latin typeface="Verdana"/><a:cs typeface="Verdana"/></a:rPr><a:t>FILLED</a:t></a:r><a:r><a:rPr dirty="0" sz="950" spc="75"><a:solidFill><a:srgbClr val="3F3F3F"/></a:solidFill><a:latin typeface="Verdana"/><a:cs typeface="Verdana"/></a:rPr><a:t> </a:t></a:r><a:r><a:rPr dirty="0" sz="950" spc="-25"><a:solidFill><a:srgbClr val="3F3F3F"/></a:solidFill><a:latin typeface="Verdana"/><a:cs typeface="Verdana"/></a:rPr><a:t>TO </a:t></a:r><a:r><a:rPr dirty="0" sz="950"><a:solidFill><a:srgbClr val="3F3F3F"/></a:solidFill><a:latin typeface="Verdana"/><a:cs typeface="Verdana"/></a:rPr><a:t>TOP</a:t></a:r><a:r><a:rPr dirty="0" sz="950" spc="45"><a:solidFill><a:srgbClr val="3F3F3F"/></a:solidFill><a:latin typeface="Verdana"/><a:cs typeface="Verdana"/></a:rPr><a:t> </a:t></a:r><a:r><a:rPr dirty="0" sz="950" spc="-25"><a:solidFill><a:srgbClr val="3F3F3F"/></a:solidFill><a:latin typeface="Verdana"/><a:cs typeface="Verdana"/></a:rPr><a:t>OF</a:t></a:r><a:endParaRPr sz="950"><a:latin typeface="Verdana"/><a:cs typeface="Verdana"/></a:endParaRPr></a:p></p:txBody></p:sp><p:sp><p:nvSpPr><p:cNvPr id="291" name="object 291"/><p:cNvSpPr txBox="1"/><p:nvPr/></p:nvSpPr><p:spPr><a:xfrm><a:off x="13314410" y="5087110"/><a:ext cx="61341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10"><a:solidFill><a:srgbClr val="3F3F3F"/></a:solidFill><a:latin typeface="Verdana"/><a:cs typeface="Verdana"/></a:rPr><a:t>BOLLARD</a:t></a:r><a:endParaRPr sz="950"><a:latin typeface="Verdana"/><a:cs typeface="Verdana"/></a:endParaRPr></a:p></p:txBody></p:sp><p:grpSp><p:nvGrpSpPr><p:cNvPr id="292" name="object 292"/><p:cNvGrpSpPr/><p:nvPr/></p:nvGrpSpPr><p:grpSpPr><a:xfrm><a:off x="13959068" y="5170529"/><a:ext cx="546735" cy="120014"/><a:chOff x="13959068" y="5170529"/><a:chExt cx="546735" cy="120014"/></a:xfrm></p:grpSpPr><p:sp><p:nvSpPr><p:cNvPr id="293" name="object 293"/><p:cNvSpPr/><p:nvPr/></p:nvSpPr><p:spPr><a:xfrm><a:off x="13963196" y="5174657"/><a:ext cx="508000" cy="91440"/></a:xfrm><a:custGeom><a:avLst/><a:gdLst/><a:ahLst/><a:cxnLst/><a:rect l="l" t="t" r="r" b="b"/><a:pathLst><a:path w="508000" h="91439"><a:moveTo><a:pt x="507644" y="91430"/></a:moveTo><a:lnTo><a:pt x="213761" y="0"/></a:lnTo><a:lnTo><a:pt x="52664" y="0"/></a:lnTo><a:lnTo><a:pt x="0" y="0"/></a:lnTo></a:path></a:pathLst></a:custGeom><a:ln w="7756"><a:solidFill><a:srgbClr val="3F3F3F"/></a:solidFill></a:ln></p:spPr><p:txBody><a:bodyPr wrap="square" lIns="0" tIns="0" rIns="0" bIns="0" rtlCol="0"/><a:lstStyle/><a:p/></p:txBody></p:sp><p:sp><p:nvSpPr><p:cNvPr id="294" name="object 294"/><p:cNvSpPr/><p:nvPr/></p:nvSpPr><p:spPr><a:xfrm><a:off x="14470064" y="5255158"/><a:ext cx="31115" cy="31115"/></a:xfrm><a:custGeom><a:avLst/><a:gdLst/><a:ahLst/><a:cxnLst/><a:rect l="l" t="t" r="r" b="b"/><a:pathLst><a:path w="31115" h="31114"><a:moveTo><a:pt x="24044" y="31024"/></a:moveTo><a:lnTo><a:pt x="6903" y="31024"/></a:lnTo><a:lnTo><a:pt x="0" y="24083"/></a:lnTo><a:lnTo><a:pt x="0" y="15512"/></a:lnTo><a:lnTo><a:pt x="0" y="6949"/></a:lnTo><a:lnTo><a:pt x="6903" y="0"/></a:lnTo><a:lnTo><a:pt x="24044" y="0"/></a:lnTo><a:lnTo><a:pt x="31024" y="6949"/></a:lnTo><a:lnTo><a:pt x="31024" y="24083"/></a:lnTo><a:lnTo><a:pt x="24044" y="31024"/></a:lnTo><a:close/></a:path></a:pathLst></a:custGeom><a:solidFill><a:srgbClr val="3F3F3F"/></a:solidFill></p:spPr><p:txBody><a:bodyPr wrap="square" lIns="0" tIns="0" rIns="0" bIns="0" rtlCol="0"/><a:lstStyle/><a:p/></p:txBody></p:sp><p:sp><p:nvSpPr><p:cNvPr id="295" name="object 295"/><p:cNvSpPr/><p:nvPr/></p:nvSpPr><p:spPr><a:xfrm><a:off x="14470064" y="5255158"/><a:ext cx="31115" cy="31115"/></a:xfrm><a:custGeom><a:avLst/><a:gdLst/><a:ahLst/><a:cxnLst/><a:rect l="l" t="t" r="r" b="b"/><a:pathLst><a:path w="31115" h="31114"><a:moveTo><a:pt x="0" y="15512"/></a:moveTo><a:lnTo><a:pt x="0" y="6949"/></a:lnTo><a:lnTo><a:pt x="6903" y="0"/></a:lnTo><a:lnTo><a:pt x="15512" y="0"/></a:lnTo><a:lnTo><a:pt x="24044" y="0"/></a:lnTo><a:lnTo><a:pt x="31024" y="6949"/></a:lnTo><a:lnTo><a:pt x="31024" y="15512"/></a:lnTo><a:lnTo><a:pt x="31024" y="24083"/></a:lnTo><a:lnTo><a:pt x="24044" y="31024"/></a:lnTo><a:lnTo><a:pt x="15512" y="31024"/></a:lnTo><a:lnTo><a:pt x="6903" y="31024"/></a:lnTo><a:lnTo><a:pt x="0" y="24083"/></a:lnTo><a:lnTo><a:pt x="0" y="15512"/></a:lnTo></a:path></a:pathLst></a:custGeom><a:ln w="7756"><a:solidFill><a:srgbClr val="3F3F3F"/></a:solidFill></a:ln></p:spPr><p:txBody><a:bodyPr wrap="square" lIns="0" tIns="0" rIns="0" bIns="0" rtlCol="0"/><a:lstStyle/><a:p/></p:txBody></p:sp></p:grpSp><p:sp><p:nvSpPr><p:cNvPr id="296" name="object 296"/><p:cNvSpPr txBox="1"/><p:nvPr/></p:nvSpPr><p:spPr><a:xfrm><a:off x="12938389" y="8637259"/><a:ext cx="70866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10"><a:solidFill><a:srgbClr val="3F3F3F"/></a:solidFill><a:latin typeface="Verdana"/><a:cs typeface="Verdana"/></a:rPr><a:t>CONCRETE</a:t></a:r><a:endParaRPr sz="950"><a:latin typeface="Verdana"/><a:cs typeface="Verdana"/></a:endParaRPr></a:p></p:txBody></p:sp><p:grpSp><p:nvGrpSpPr><p:cNvPr id="297" name="object 297"/><p:cNvGrpSpPr/><p:nvPr/></p:nvGrpSpPr><p:grpSpPr><a:xfrm><a:off x="13678992" y="8720679"/><a:ext cx="539750" cy="95250"/><a:chOff x="13678992" y="8720679"/><a:chExt cx="539750" cy="95250"/></a:xfrm></p:grpSpPr><p:sp><p:nvSpPr><p:cNvPr id="298" name="object 298"/><p:cNvSpPr/><p:nvPr/></p:nvSpPr><p:spPr><a:xfrm><a:off x="13683120" y="8724806"/><a:ext cx="500380" cy="67945"/></a:xfrm><a:custGeom><a:avLst/><a:gdLst/><a:ahLst/><a:cxnLst/><a:rect l="l" t="t" r="r" b="b"/><a:pathLst><a:path w="500380" h="67945"><a:moveTo><a:pt x="500275" y="67711"/></a:moveTo><a:lnTo><a:pt x="206470" y="0"/></a:lnTo><a:lnTo><a:pt x="4808" y="0"/></a:lnTo><a:lnTo><a:pt x="0" y="0"/></a:lnTo></a:path></a:pathLst></a:custGeom><a:ln w="7756"><a:solidFill><a:srgbClr val="3F3F3F"/></a:solidFill></a:ln></p:spPr><p:txBody><a:bodyPr wrap="square" lIns="0" tIns="0" rIns="0" bIns="0" rtlCol="0"/><a:lstStyle/><a:p/></p:txBody></p:sp><p:sp><p:nvSpPr><p:cNvPr id="299" name="object 299"/><p:cNvSpPr/><p:nvPr/></p:nvSpPr><p:spPr><a:xfrm><a:off x="14183008" y="8780496"/><a:ext cx="31115" cy="31115"/></a:xfrm><a:custGeom><a:avLst/><a:gdLst/><a:ahLst/><a:cxnLst/><a:rect l="l" t="t" r="r" b="b"/><a:pathLst><a:path w="31115" h="31115"><a:moveTo><a:pt x="24044" y="31024"/></a:moveTo><a:lnTo><a:pt x="6903" y="31024"/></a:lnTo><a:lnTo><a:pt x="0" y="24121"/></a:lnTo><a:lnTo><a:pt x="0" y="15512"/></a:lnTo><a:lnTo><a:pt x="0" y="6980"/></a:lnTo><a:lnTo><a:pt x="6903" y="0"/></a:lnTo><a:lnTo><a:pt x="24044" y="0"/></a:lnTo><a:lnTo><a:pt x="31024" y="6980"/></a:lnTo><a:lnTo><a:pt x="31024" y="24121"/></a:lnTo><a:lnTo><a:pt x="24044" y="31024"/></a:lnTo><a:close/></a:path></a:pathLst></a:custGeom><a:solidFill><a:srgbClr val="3F3F3F"/></a:solidFill></p:spPr><p:txBody><a:bodyPr wrap="square" lIns="0" tIns="0" rIns="0" bIns="0" rtlCol="0"/><a:lstStyle/><a:p/></p:txBody></p:sp><p:sp><p:nvSpPr><p:cNvPr id="300" name="object 300"/><p:cNvSpPr/><p:nvPr/></p:nvSpPr><p:spPr><a:xfrm><a:off x="14183008" y="8780496"/><a:ext cx="31115" cy="31115"/></a:xfrm><a:custGeom><a:avLst/><a:gdLst/><a:ahLst/><a:cxnLst/><a:rect l="l" t="t" r="r" b="b"/><a:pathLst><a:path w="31115" h="31115"><a:moveTo><a:pt x="0" y="15512"/></a:moveTo><a:lnTo><a:pt x="0" y="6980"/></a:lnTo><a:lnTo><a:pt x="6903" y="0"/></a:lnTo><a:lnTo><a:pt x="15512" y="0"/></a:lnTo><a:lnTo><a:pt x="24044" y="0"/></a:lnTo><a:lnTo><a:pt x="31024" y="6980"/></a:lnTo><a:lnTo><a:pt x="31024" y="15512"/></a:lnTo><a:lnTo><a:pt x="31024" y="24121"/></a:lnTo><a:lnTo><a:pt x="24044" y="31024"/></a:lnTo><a:lnTo><a:pt x="15512" y="31024"/></a:lnTo><a:lnTo><a:pt x="6903" y="31024"/></a:lnTo><a:lnTo><a:pt x="0" y="24121"/></a:lnTo><a:lnTo><a:pt x="0" y="15512"/></a:lnTo></a:path></a:pathLst></a:custGeom><a:ln w="7756"><a:solidFill><a:srgbClr val="3F3F3F"/></a:solidFill></a:ln></p:spPr><p:txBody><a:bodyPr wrap="square" lIns="0" tIns="0" rIns="0" bIns="0" rtlCol="0"/><a:lstStyle/><a:p/></p:txBody></p:sp></p:grpSp><p:sp><p:nvSpPr><p:cNvPr id="301" name="object 301"/><p:cNvSpPr txBox="1"/><p:nvPr/></p:nvSpPr><p:spPr><a:xfrm><a:off x="14380502" y="10159726"/><a:ext cx="107061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TYPICAL</a:t></a:r><a:r><a:rPr dirty="0" sz="950" spc="40"><a:latin typeface="Calibri"/><a:cs typeface="Calibri"/></a:rPr><a:t> </a:t></a:r><a:r><a:rPr dirty="0" sz="950"><a:latin typeface="Calibri"/><a:cs typeface="Calibri"/></a:rPr><a:t>4&quot;</a:t></a:r><a:r><a:rPr dirty="0" sz="950" spc="45"><a:latin typeface="Calibri"/><a:cs typeface="Calibri"/></a:rPr><a:t> </a:t></a:r><a:r><a:rPr dirty="0" sz="950" spc="-10"><a:latin typeface="Calibri"/><a:cs typeface="Calibri"/></a:rPr><a:t>BOLLARD</a:t></a:r><a:endParaRPr sz="950"><a:latin typeface="Calibri"/><a:cs typeface="Calibri"/></a:endParaRPr></a:p></p:txBody></p:sp><p:sp><p:nvSpPr><p:cNvPr id="302" name="object 302"/><p:cNvSpPr txBox="1"/><p:nvPr/></p:nvSpPr><p:spPr><a:xfrm><a:off x="14071494" y="10198352"/><a:ext cx="8890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50"><a:latin typeface="Calibri"/><a:cs typeface="Calibri"/></a:rPr><a:t>3</a:t></a:r><a:endParaRPr sz="950"><a:latin typeface="Calibri"/><a:cs typeface="Calibri"/></a:endParaRPr></a:p></p:txBody></p:sp><p:sp><p:nvSpPr><p:cNvPr id="303" name="object 303"/><p:cNvSpPr txBox="1"/><p:nvPr/></p:nvSpPr><p:spPr><a:xfrm><a:off x="13995871" y="10349598"/><a:ext cx="240029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0"><a:latin typeface="Calibri"/><a:cs typeface="Calibri"/></a:rPr><a:t>S1.1</a:t></a:r><a:endParaRPr sz="950"><a:latin typeface="Calibri"/><a:cs typeface="Calibri"/></a:endParaRPr></a:p></p:txBody></p:sp><p:grpSp><p:nvGrpSpPr><p:cNvPr id="304" name="object 304"/><p:cNvGrpSpPr/><p:nvPr/></p:nvGrpSpPr><p:grpSpPr><a:xfrm><a:off x="13888632" y="10143934"/><a:ext cx="1718310" cy="449580"/><a:chOff x="13888632" y="10143934"/><a:chExt cx="1718310" cy="449580"/></a:xfrm></p:grpSpPr><p:sp><p:nvSpPr><p:cNvPr id="305" name="object 305"/><p:cNvSpPr/><p:nvPr/></p:nvSpPr><p:spPr><a:xfrm><a:off x="13896570" y="10368502"/><a:ext cx="1706245" cy="0"/></a:xfrm><a:custGeom><a:avLst/><a:gdLst/><a:ahLst/><a:cxnLst/><a:rect l="l" t="t" r="r" b="b"/><a:pathLst><a:path w="1706244" h="0"><a:moveTo><a:pt x="0" y="0"/></a:moveTo><a:lnTo><a:pt x="1706242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06" name="object 306"/><p:cNvSpPr/><p:nvPr/></p:nvSpPr><p:spPr><a:xfrm><a:off x="13896570" y="10151871"/><a:ext cx="433705" cy="433705"/></a:xfrm><a:custGeom><a:avLst/><a:gdLst/><a:ahLst/><a:cxnLst/><a:rect l="l" t="t" r="r" b="b"/><a:pathLst><a:path w="433705" h="433704"><a:moveTo><a:pt x="0" y="216630"/></a:moveTo><a:lnTo><a:pt x="5719" y="166972"/></a:lnTo><a:lnTo><a:pt x="22012" y="121380"/></a:lnTo><a:lnTo><a:pt x="47579" y="81156"/></a:lnTo><a:lnTo><a:pt x="81124" y="47604"/></a:lnTo><a:lnTo><a:pt x="121346" y="22025"/></a:lnTo><a:lnTo><a:pt x="166948" y="5723"/></a:lnTo><a:lnTo><a:pt x="216630" y="0"/></a:lnTo><a:lnTo><a:pt x="266285" y="5723"/></a:lnTo><a:lnTo><a:pt x="311866" y="22025"/></a:lnTo><a:lnTo><a:pt x="352074" y="47604"/></a:lnTo><a:lnTo><a:pt x="385610" y="81156"/></a:lnTo><a:lnTo><a:pt x="411173" y="121380"/></a:lnTo><a:lnTo><a:pt x="427465" y="166972"/></a:lnTo><a:lnTo><a:pt x="433184" y="216630"/></a:lnTo><a:lnTo><a:pt x="427465" y="266313"/></a:lnTo><a:lnTo><a:pt x="411173" y="311915"/></a:lnTo><a:lnTo><a:pt x="385610" y="352137"/></a:lnTo><a:lnTo><a:pt x="352074" y="385682"/></a:lnTo><a:lnTo><a:pt x="311866" y="411249"/></a:lnTo><a:lnTo><a:pt x="266285" y="427542"/></a:lnTo><a:lnTo><a:pt x="216630" y="433261"/></a:lnTo><a:lnTo><a:pt x="166948" y="427542"/></a:lnTo><a:lnTo><a:pt x="121346" y="411249"/></a:lnTo><a:lnTo><a:pt x="81124" y="385682"/></a:lnTo><a:lnTo><a:pt x="47579" y="352137"/></a:lnTo><a:lnTo><a:pt x="22012" y="311915"/></a:lnTo><a:lnTo><a:pt x="5719" y="266313"/></a:lnTo><a:lnTo><a:pt x="0" y="216630"/></a:lnTo></a:path></a:pathLst></a:custGeom><a:ln w="15512"><a:solidFill><a:srgbClr val="000000"/></a:solidFill></a:ln></p:spPr><p:txBody><a:bodyPr wrap="square" lIns="0" tIns="0" rIns="0" bIns="0" rtlCol="0"/><a:lstStyle/><a:p/></p:txBody></p:sp></p:grpSp><p:sp><p:nvSpPr><p:cNvPr id="307" name="object 307"/><p:cNvSpPr txBox="1"/><p:nvPr/></p:nvSpPr><p:spPr><a:xfrm><a:off x="14346994" y="10432667"/><a:ext cx="69786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SCALE:</a:t></a:r><a:r><a:rPr dirty="0" sz="700" spc="65"><a:latin typeface="Verdana"/><a:cs typeface="Verdana"/></a:rPr><a:t> </a:t></a:r><a:r><a:rPr dirty="0" sz="700"><a:latin typeface="Verdana"/><a:cs typeface="Verdana"/></a:rPr><a:t>1&quot;</a:t></a:r><a:r><a:rPr dirty="0" sz="700" spc="65"><a:latin typeface="Verdana"/><a:cs typeface="Verdana"/></a:rPr><a:t> </a:t></a:r><a:r><a:rPr dirty="0" sz="700"><a:latin typeface="Verdana"/><a:cs typeface="Verdana"/></a:rPr><a:t>:</a:t></a:r><a:r><a:rPr dirty="0" sz="700" spc="70"><a:latin typeface="Verdana"/><a:cs typeface="Verdana"/></a:rPr><a:t> </a:t></a:r><a:r><a:rPr dirty="0" sz="700" spc="-25"><a:latin typeface="Verdana"/><a:cs typeface="Verdana"/></a:rPr><a:t>1&apos;</a:t></a:r><a:endParaRPr sz="700"><a:latin typeface="Verdana"/><a:cs typeface="Verdana"/></a:endParaRPr></a:p></p:txBody></p:sp><p:grpSp><p:nvGrpSpPr><p:cNvPr id="308" name="object 308"/><p:cNvGrpSpPr/><p:nvPr/></p:nvGrpSpPr><p:grpSpPr><a:xfrm><a:off x="14651792" y="5138429"/><a:ext cx="1388110" cy="3953510"/><a:chOff x="14651792" y="5138429"/><a:chExt cx="1388110" cy="3953510"/></a:xfrm></p:grpSpPr><p:sp><p:nvSpPr><p:cNvPr id="309" name="object 309"/><p:cNvSpPr/><p:nvPr/></p:nvSpPr><p:spPr><a:xfrm><a:off x="14651792" y="5159758"/><a:ext cx="1329690" cy="4445"/></a:xfrm><a:custGeom><a:avLst/><a:gdLst/><a:ahLst/><a:cxnLst/><a:rect l="l" t="t" r="r" b="b"/><a:pathLst><a:path w="1329690" h="4445"><a:moveTo><a:pt x="1329492" y="3878"/></a:moveTo><a:lnTo><a:pt x="0" y="3878"/></a:lnTo><a:lnTo><a:pt x="0" y="0"/></a:lnTo><a:lnTo><a:pt x="1329492" y="0"/></a:lnTo><a:lnTo><a:pt x="1329492" y="3878"/></a:lnTo><a:close/></a:path></a:pathLst></a:custGeom><a:solidFill><a:srgbClr val="3F3F3F"/></a:solidFill></p:spPr><p:txBody><a:bodyPr wrap="square" lIns="0" tIns="0" rIns="0" bIns="0" rtlCol="0"/><a:lstStyle/><a:p/></p:txBody></p:sp><p:sp><p:nvSpPr><p:cNvPr id="310" name="object 310"/><p:cNvSpPr/><p:nvPr/></p:nvSpPr><p:spPr><a:xfrm><a:off x="15981284" y="5159758"/><a:ext cx="58419" cy="4445"/></a:xfrm><a:custGeom><a:avLst/><a:gdLst/><a:ahLst/><a:cxnLst/><a:rect l="l" t="t" r="r" b="b"/><a:pathLst><a:path w="58419" h="4445"><a:moveTo><a:pt x="58171" y="3878"/></a:moveTo><a:lnTo><a:pt x="0" y="3878"/></a:lnTo><a:lnTo><a:pt x="0" y="0"/></a:lnTo><a:lnTo><a:pt x="58171" y="0"/></a:lnTo><a:lnTo><a:pt x="58171" y="3878"/></a:lnTo><a:close/></a:path></a:pathLst></a:custGeom><a:solidFill><a:srgbClr val="3F3F3F"/></a:solidFill></p:spPr><p:txBody><a:bodyPr wrap="square" lIns="0" tIns="0" rIns="0" bIns="0" rtlCol="0"/><a:lstStyle/><a:p/></p:txBody></p:sp><p:sp><p:nvSpPr><p:cNvPr id="311" name="object 311"/><p:cNvSpPr/><p:nvPr/></p:nvSpPr><p:spPr><a:xfrm><a:off x="14651792" y="9066702"/><a:ext cx="1329690" cy="4445"/></a:xfrm><a:custGeom><a:avLst/><a:gdLst/><a:ahLst/><a:cxnLst/><a:rect l="l" t="t" r="r" b="b"/><a:pathLst><a:path w="1329690" h="4445"><a:moveTo><a:pt x="1329492" y="3878"/></a:moveTo><a:lnTo><a:pt x="0" y="3878"/></a:lnTo><a:lnTo><a:pt x="0" y="0"/></a:lnTo><a:lnTo><a:pt x="1329492" y="0"/></a:lnTo><a:lnTo><a:pt x="1329492" y="3878"/></a:lnTo><a:close/></a:path></a:pathLst></a:custGeom><a:solidFill><a:srgbClr val="3F3F3F"/></a:solidFill></p:spPr><p:txBody><a:bodyPr wrap="square" lIns="0" tIns="0" rIns="0" bIns="0" rtlCol="0"/><a:lstStyle/><a:p/></p:txBody></p:sp><p:sp><p:nvSpPr><p:cNvPr id="312" name="object 312"/><p:cNvSpPr/><p:nvPr/></p:nvSpPr><p:spPr><a:xfrm><a:off x="15981284" y="9066702"/><a:ext cx="58419" cy="4445"/></a:xfrm><a:custGeom><a:avLst/><a:gdLst/><a:ahLst/><a:cxnLst/><a:rect l="l" t="t" r="r" b="b"/><a:pathLst><a:path w="58419" h="4445"><a:moveTo><a:pt x="58171" y="3878"/></a:moveTo><a:lnTo><a:pt x="0" y="3878"/></a:lnTo><a:lnTo><a:pt x="0" y="0"/></a:lnTo><a:lnTo><a:pt x="58171" y="0"/></a:lnTo><a:lnTo><a:pt x="58171" y="3878"/></a:lnTo><a:close/></a:path></a:pathLst></a:custGeom><a:solidFill><a:srgbClr val="3F3F3F"/></a:solidFill></p:spPr><p:txBody><a:bodyPr wrap="square" lIns="0" tIns="0" rIns="0" bIns="0" rtlCol="0"/><a:lstStyle/><a:p/></p:txBody></p:sp><p:sp><p:nvSpPr><p:cNvPr id="313" name="object 313"/><p:cNvSpPr/><p:nvPr/></p:nvSpPr><p:spPr><a:xfrm><a:off x="15979343" y="5161703"/><a:ext cx="4445" cy="3907154"/></a:xfrm><a:custGeom><a:avLst/><a:gdLst/><a:ahLst/><a:cxnLst/><a:rect l="l" t="t" r="r" b="b"/><a:pathLst><a:path w="4444" h="3907154"><a:moveTo><a:pt x="3873" y="2028723"/></a:moveTo><a:lnTo><a:pt x="0" y="2028723"/></a:lnTo><a:lnTo><a:pt x="0" y="3906939"/></a:lnTo><a:lnTo><a:pt x="3873" y="3906939"/></a:lnTo><a:lnTo><a:pt x="3873" y="2028723"/></a:lnTo><a:close/></a:path><a:path w="4444" h="3907154"><a:moveTo><a:pt x="3873" y="0"/></a:moveTo><a:lnTo><a:pt x="0" y="0"/></a:lnTo><a:lnTo><a:pt x="0" y="1878253"/></a:lnTo><a:lnTo><a:pt x="3873" y="1878253"/></a:lnTo><a:lnTo><a:pt x="3873" y="0"/></a:lnTo><a:close/></a:path></a:pathLst></a:custGeom><a:solidFill><a:srgbClr val="3F3F3F"/></a:solidFill></p:spPr><p:txBody><a:bodyPr wrap="square" lIns="0" tIns="0" rIns="0" bIns="0" rtlCol="0"/><a:lstStyle/><a:p/></p:txBody></p:sp><p:sp><p:nvSpPr><p:cNvPr id="314" name="object 314"/><p:cNvSpPr/><p:nvPr/></p:nvSpPr><p:spPr><a:xfrm><a:off x="15969650" y="5150063"/><a:ext cx="23495" cy="23495"/></a:xfrm><a:custGeom><a:avLst/><a:gdLst/><a:ahLst/><a:cxnLst/><a:rect l="l" t="t" r="r" b="b"/><a:pathLst><a:path w="23494" h="23495"><a:moveTo><a:pt x="23268" y="23268"/></a:moveTo><a:lnTo><a:pt x="0" y="0"/></a:lnTo></a:path></a:pathLst></a:custGeom><a:ln w="7756"><a:solidFill><a:srgbClr val="3F3F3F"/></a:solidFill></a:ln></p:spPr><p:txBody><a:bodyPr wrap="square" lIns="0" tIns="0" rIns="0" bIns="0" rtlCol="0"/><a:lstStyle/><a:p/></p:txBody></p:sp><p:sp><p:nvSpPr><p:cNvPr id="315" name="object 315"/><p:cNvSpPr/><p:nvPr/></p:nvSpPr><p:spPr><a:xfrm><a:off x="15979345" y="5138429"/><a:ext cx="4445" cy="23495"/></a:xfrm><a:custGeom><a:avLst/><a:gdLst/><a:ahLst/><a:cxnLst/><a:rect l="l" t="t" r="r" b="b"/><a:pathLst><a:path w="4444" h="23495"><a:moveTo><a:pt x="3878" y="23268"/></a:moveTo><a:lnTo><a:pt x="0" y="23268"/></a:lnTo><a:lnTo><a:pt x="0" y="0"/></a:lnTo><a:lnTo><a:pt x="3878" y="0"/></a:lnTo><a:lnTo><a:pt x="3878" y="23268"/></a:lnTo><a:close/></a:path></a:pathLst></a:custGeom><a:solidFill><a:srgbClr val="3F3F3F"/></a:solidFill></p:spPr><p:txBody><a:bodyPr wrap="square" lIns="0" tIns="0" rIns="0" bIns="0" rtlCol="0"/><a:lstStyle/><a:p/></p:txBody></p:sp><p:sp><p:nvSpPr><p:cNvPr id="316" name="object 316"/><p:cNvSpPr/><p:nvPr/></p:nvSpPr><p:spPr><a:xfrm><a:off x="15969650" y="9057006"/><a:ext cx="23495" cy="23495"/></a:xfrm><a:custGeom><a:avLst/><a:gdLst/><a:ahLst/><a:cxnLst/><a:rect l="l" t="t" r="r" b="b"/><a:pathLst><a:path w="23494" h="23495"><a:moveTo><a:pt x="0" y="23268"/></a:moveTo><a:lnTo><a:pt x="23268" y="0"/></a:lnTo></a:path></a:pathLst></a:custGeom><a:ln w="7756"><a:solidFill><a:srgbClr val="3F3F3F"/></a:solidFill></a:ln></p:spPr><p:txBody><a:bodyPr wrap="square" lIns="0" tIns="0" rIns="0" bIns="0" rtlCol="0"/><a:lstStyle/><a:p/></p:txBody></p:sp><p:sp><p:nvSpPr><p:cNvPr id="317" name="object 317"/><p:cNvSpPr/><p:nvPr/></p:nvSpPr><p:spPr><a:xfrm><a:off x="15979345" y="9068641"/><a:ext cx="4445" cy="23495"/></a:xfrm><a:custGeom><a:avLst/><a:gdLst/><a:ahLst/><a:cxnLst/><a:rect l="l" t="t" r="r" b="b"/><a:pathLst><a:path w="4444" h="23495"><a:moveTo><a:pt x="3878" y="23268"/></a:moveTo><a:lnTo><a:pt x="0" y="23268"/></a:lnTo><a:lnTo><a:pt x="0" y="0"/></a:lnTo><a:lnTo><a:pt x="3878" y="0"/></a:lnTo><a:lnTo><a:pt x="3878" y="23268"/></a:lnTo><a:close/></a:path></a:pathLst></a:custGeom><a:solidFill><a:srgbClr val="3F3F3F"/></a:solidFill></p:spPr><p:txBody><a:bodyPr wrap="square" lIns="0" tIns="0" rIns="0" bIns="0" rtlCol="0"/><a:lstStyle/><a:p/></p:txBody></p:sp></p:grpSp><p:sp><p:nvSpPr><p:cNvPr id="318" name="object 318"/><p:cNvSpPr txBox="1"/><p:nvPr/></p:nvSpPr><p:spPr><a:xfrm><a:off x="15673074" y="7027636"/><a:ext cx="61785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solidFill><a:srgbClr val="404040"/></a:solidFill><a:latin typeface="Verdana"/><a:cs typeface="Verdana"/></a:rPr><a:t>84&quot;</a:t></a:r><a:r><a:rPr dirty="0" sz="950" spc="55"><a:solidFill><a:srgbClr val="404040"/></a:solidFill><a:latin typeface="Verdana"/><a:cs typeface="Verdana"/></a:rPr><a:t> </a:t></a:r><a:r><a:rPr dirty="0" sz="950" spc="-20"><a:solidFill><a:srgbClr val="404040"/></a:solidFill><a:latin typeface="Verdana"/><a:cs typeface="Verdana"/></a:rPr><a:t>POST</a:t></a:r><a:endParaRPr sz="950"><a:latin typeface="Verdana"/><a:cs typeface="Verdana"/></a:endParaRPr></a:p></p:txBody></p:sp><p:grpSp><p:nvGrpSpPr><p:cNvPr id="319" name="object 319"/><p:cNvGrpSpPr/><p:nvPr/></p:nvGrpSpPr><p:grpSpPr><a:xfrm><a:off x="14242420" y="9113549"/><a:ext cx="491490" cy="295275"/><a:chOff x="14242420" y="9113549"/><a:chExt cx="491490" cy="295275"/></a:xfrm></p:grpSpPr><p:sp><p:nvSpPr><p:cNvPr id="320" name="object 320"/><p:cNvSpPr/><p:nvPr/></p:nvSpPr><p:spPr><a:xfrm><a:off x="14263750" y="9113549"/><a:ext cx="4445" cy="237490"/></a:xfrm><a:custGeom><a:avLst/><a:gdLst/><a:ahLst/><a:cxnLst/><a:rect l="l" t="t" r="r" b="b"/><a:pathLst><a:path w="4444" h="237490"><a:moveTo><a:pt x="3878" y="237029"/></a:moveTo><a:lnTo><a:pt x="0" y="237029"/></a:lnTo><a:lnTo><a:pt x="0" y="0"/></a:lnTo><a:lnTo><a:pt x="3878" y="0"/></a:lnTo><a:lnTo><a:pt x="3878" y="237029"/></a:lnTo><a:close/></a:path></a:pathLst></a:custGeom><a:solidFill><a:srgbClr val="3F3F3F"/></a:solidFill></p:spPr><p:txBody><a:bodyPr wrap="square" lIns="0" tIns="0" rIns="0" bIns="0" rtlCol="0"/><a:lstStyle/><a:p/></p:txBody></p:sp><p:sp><p:nvSpPr><p:cNvPr id="321" name="object 321"/><p:cNvSpPr/><p:nvPr/></p:nvSpPr><p:spPr><a:xfrm><a:off x="14263750" y="9350578"/><a:ext cx="4445" cy="58419"/></a:xfrm><a:custGeom><a:avLst/><a:gdLst/><a:ahLst/><a:cxnLst/><a:rect l="l" t="t" r="r" b="b"/><a:pathLst><a:path w="4444" h="58420"><a:moveTo><a:pt x="3878" y="58171"/></a:moveTo><a:lnTo><a:pt x="0" y="58171"/></a:lnTo><a:lnTo><a:pt x="0" y="0"/></a:lnTo><a:lnTo><a:pt x="3878" y="0"/></a:lnTo><a:lnTo><a:pt x="3878" y="58171"/></a:lnTo><a:close/></a:path></a:pathLst></a:custGeom><a:solidFill><a:srgbClr val="3F3F3F"/></a:solidFill></p:spPr><p:txBody><a:bodyPr wrap="square" lIns="0" tIns="0" rIns="0" bIns="0" rtlCol="0"/><a:lstStyle/><a:p/></p:txBody></p:sp><p:sp><p:nvSpPr><p:cNvPr id="322" name="object 322"/><p:cNvSpPr/><p:nvPr/></p:nvSpPr><p:spPr><a:xfrm><a:off x="14708181" y="9113549"/><a:ext cx="4445" cy="237490"/></a:xfrm><a:custGeom><a:avLst/><a:gdLst/><a:ahLst/><a:cxnLst/><a:rect l="l" t="t" r="r" b="b"/><a:pathLst><a:path w="4444" h="237490"><a:moveTo><a:pt x="3878" y="237029"/></a:moveTo><a:lnTo><a:pt x="0" y="237029"/></a:lnTo><a:lnTo><a:pt x="0" y="0"/></a:lnTo><a:lnTo><a:pt x="3878" y="0"/></a:lnTo><a:lnTo><a:pt x="3878" y="237029"/></a:lnTo><a:close/></a:path></a:pathLst></a:custGeom><a:solidFill><a:srgbClr val="3F3F3F"/></a:solidFill></p:spPr><p:txBody><a:bodyPr wrap="square" lIns="0" tIns="0" rIns="0" bIns="0" rtlCol="0"/><a:lstStyle/><a:p/></p:txBody></p:sp><p:sp><p:nvSpPr><p:cNvPr id="323" name="object 323"/><p:cNvSpPr/><p:nvPr/></p:nvSpPr><p:spPr><a:xfrm><a:off x="14708181" y="9350578"/><a:ext cx="4445" cy="58419"/></a:xfrm><a:custGeom><a:avLst/><a:gdLst/><a:ahLst/><a:cxnLst/><a:rect l="l" t="t" r="r" b="b"/><a:pathLst><a:path w="4444" h="58420"><a:moveTo><a:pt x="3878" y="58171"/></a:moveTo><a:lnTo><a:pt x="0" y="58171"/></a:lnTo><a:lnTo><a:pt x="0" y="0"/></a:lnTo><a:lnTo><a:pt x="3878" y="0"/></a:lnTo><a:lnTo><a:pt x="3878" y="58171"/></a:lnTo><a:close/></a:path></a:pathLst></a:custGeom><a:solidFill><a:srgbClr val="3F3F3F"/></a:solidFill></p:spPr><p:txBody><a:bodyPr wrap="square" lIns="0" tIns="0" rIns="0" bIns="0" rtlCol="0"/><a:lstStyle/><a:p/></p:txBody></p:sp><p:sp><p:nvSpPr><p:cNvPr id="324" name="object 324"/><p:cNvSpPr/><p:nvPr/></p:nvSpPr><p:spPr><a:xfrm><a:off x="14265689" y="9348639"/><a:ext cx="444500" cy="4445"/></a:xfrm><a:custGeom><a:avLst/><a:gdLst/><a:ahLst/><a:cxnLst/><a:rect l="l" t="t" r="r" b="b"/><a:pathLst><a:path w="444500" h="4445"><a:moveTo><a:pt x="444430" y="3878"/></a:moveTo><a:lnTo><a:pt x="0" y="3878"/></a:lnTo><a:lnTo><a:pt x="0" y="0"/></a:lnTo><a:lnTo><a:pt x="444430" y="0"/></a:lnTo><a:lnTo><a:pt x="444430" y="3878"/></a:lnTo><a:close/></a:path></a:pathLst></a:custGeom><a:solidFill><a:srgbClr val="3F3F3F"/></a:solidFill></p:spPr><p:txBody><a:bodyPr wrap="square" lIns="0" tIns="0" rIns="0" bIns="0" rtlCol="0"/><a:lstStyle/><a:p/></p:txBody></p:sp><p:sp><p:nvSpPr><p:cNvPr id="325" name="object 325"/><p:cNvSpPr/><p:nvPr/></p:nvSpPr><p:spPr><a:xfrm><a:off x="14254054" y="9338944"/><a:ext cx="23495" cy="23495"/></a:xfrm><a:custGeom><a:avLst/><a:gdLst/><a:ahLst/><a:cxnLst/><a:rect l="l" t="t" r="r" b="b"/><a:pathLst><a:path w="23494" h="23495"><a:moveTo><a:pt x="23268" y="0"/></a:moveTo><a:lnTo><a:pt x="0" y="23268"/></a:lnTo></a:path></a:pathLst></a:custGeom><a:ln w="7756"><a:solidFill><a:srgbClr val="3F3F3F"/></a:solidFill></a:ln></p:spPr><p:txBody><a:bodyPr wrap="square" lIns="0" tIns="0" rIns="0" bIns="0" rtlCol="0"/><a:lstStyle/><a:p/></p:txBody></p:sp><p:sp><p:nvSpPr><p:cNvPr id="326" name="object 326"/><p:cNvSpPr/><p:nvPr/></p:nvSpPr><p:spPr><a:xfrm><a:off x="14242420" y="9348639"/><a:ext cx="23495" cy="4445"/></a:xfrm><a:custGeom><a:avLst/><a:gdLst/><a:ahLst/><a:cxnLst/><a:rect l="l" t="t" r="r" b="b"/><a:pathLst><a:path w="23494" h="4445"><a:moveTo><a:pt x="23268" y="3878"/></a:moveTo><a:lnTo><a:pt x="0" y="3878"/></a:lnTo><a:lnTo><a:pt x="0" y="0"/></a:lnTo><a:lnTo><a:pt x="23268" y="0"/></a:lnTo><a:lnTo><a:pt x="23268" y="3878"/></a:lnTo><a:close/></a:path></a:pathLst></a:custGeom><a:solidFill><a:srgbClr val="3F3F3F"/></a:solidFill></p:spPr><p:txBody><a:bodyPr wrap="square" lIns="0" tIns="0" rIns="0" bIns="0" rtlCol="0"/><a:lstStyle/><a:p/></p:txBody></p:sp><p:sp><p:nvSpPr><p:cNvPr id="327" name="object 327"/><p:cNvSpPr/><p:nvPr/></p:nvSpPr><p:spPr><a:xfrm><a:off x="14698485" y="9338944"/><a:ext cx="23495" cy="23495"/></a:xfrm><a:custGeom><a:avLst/><a:gdLst/><a:ahLst/><a:cxnLst/><a:rect l="l" t="t" r="r" b="b"/><a:pathLst><a:path w="23494" h="23495"><a:moveTo><a:pt x="23268" y="23268"/></a:moveTo><a:lnTo><a:pt x="0" y="0"/></a:lnTo></a:path></a:pathLst></a:custGeom><a:ln w="7756"><a:solidFill><a:srgbClr val="3F3F3F"/></a:solidFill></a:ln></p:spPr><p:txBody><a:bodyPr wrap="square" lIns="0" tIns="0" rIns="0" bIns="0" rtlCol="0"/><a:lstStyle/><a:p/></p:txBody></p:sp><p:sp><p:nvSpPr><p:cNvPr id="328" name="object 328"/><p:cNvSpPr/><p:nvPr/></p:nvSpPr><p:spPr><a:xfrm><a:off x="14710120" y="9348639"/><a:ext cx="23495" cy="4445"/></a:xfrm><a:custGeom><a:avLst/><a:gdLst/><a:ahLst/><a:cxnLst/><a:rect l="l" t="t" r="r" b="b"/><a:pathLst><a:path w="23494" h="4445"><a:moveTo><a:pt x="23268" y="3878"/></a:moveTo><a:lnTo><a:pt x="0" y="3878"/></a:lnTo><a:lnTo><a:pt x="0" y="0"/></a:lnTo><a:lnTo><a:pt x="23268" y="0"/></a:lnTo><a:lnTo><a:pt x="23268" y="3878"/></a:lnTo><a:close/></a:path></a:pathLst></a:custGeom><a:solidFill><a:srgbClr val="3F3F3F"/></a:solidFill></p:spPr><p:txBody><a:bodyPr wrap="square" lIns="0" tIns="0" rIns="0" bIns="0" rtlCol="0"/><a:lstStyle/><a:p/></p:txBody></p:sp></p:grpSp><p:sp><p:nvSpPr><p:cNvPr id="329" name="object 329"/><p:cNvSpPr txBox="1"/><p:nvPr/></p:nvSpPr><p:spPr><a:xfrm><a:off x="14367781" y="9375883"/><a:ext cx="24066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5"><a:solidFill><a:srgbClr val="404040"/></a:solidFill><a:latin typeface="Verdana"/><a:cs typeface="Verdana"/></a:rPr><a:t>10&quot;</a:t></a:r><a:endParaRPr sz="950"><a:latin typeface="Verdana"/><a:cs typeface="Verdana"/></a:endParaRPr></a:p></p:txBody></p:sp><p:sp><p:nvSpPr><p:cNvPr id="330" name="object 330"/><p:cNvSpPr txBox="1"/><p:nvPr/></p:nvSpPr><p:spPr><a:xfrm><a:off x="12031920" y="10874228"/><a:ext cx="5140960" cy="1228090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u="sng" sz="950"><a:solidFill><a:srgbClr val="3F3F3F"/></a:solidFill><a:uFill><a:solidFill><a:srgbClr val="3F3F3F"/></a:solidFill></a:uFill><a:latin typeface="Verdana"/><a:cs typeface="Verdana"/></a:rPr><a:t>BOLLARD</a:t></a:r><a:r><a:rPr dirty="0" u="sng" sz="950" spc="100"><a:solidFill><a:srgbClr val="3F3F3F"/></a:solidFill><a:uFill><a:solidFill><a:srgbClr val="3F3F3F"/></a:solidFill></a:uFill><a:latin typeface="Verdana"/><a:cs typeface="Verdana"/></a:rPr><a:t> </a:t></a:r><a:r><a:rPr dirty="0" u="sng" sz="950" spc="-10"><a:solidFill><a:srgbClr val="3F3F3F"/></a:solidFill><a:uFill><a:solidFill><a:srgbClr val="3F3F3F"/></a:solidFill></a:uFill><a:latin typeface="Verdana"/><a:cs typeface="Verdana"/></a:rPr><a:t>NOTES:</a:t></a:r><a:endParaRPr sz="950"><a:latin typeface="Verdana"/><a:cs typeface="Verdana"/></a:endParaRPr></a:p><a:p><a:pPr marL="187325" indent="-174625"><a:lnSpc><a:spcPct val="100000"/></a:lnSpc><a:spcBef><a:spcPts val="45"/></a:spcBef><a:buFont typeface="Verdana"/><a:buAutoNum type="arabicPeriod"/><a:tabLst><a:tab pos="187325" algn="l"/></a:tabLst></a:pPr><a:r><a:rPr dirty="0" sz="950"><a:solidFill><a:srgbClr val="3F3F3F"/></a:solidFill><a:latin typeface="Verdana"/><a:cs typeface="Verdana"/></a:rPr><a:t>BOLLARDS</a:t></a:r><a:r><a:rPr dirty="0" sz="950" spc="7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IN</a:t></a:r><a:r><a:rPr dirty="0" sz="950" spc="80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REGULATION</a:t></a:r><a:r><a:rPr dirty="0" sz="950" spc="80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WITH</a:t></a:r><a:r><a:rPr dirty="0" sz="950" spc="7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CFC</a:t></a:r><a:r><a:rPr dirty="0" sz="950" spc="80"><a:solidFill><a:srgbClr val="3F3F3F"/></a:solidFill><a:latin typeface="Verdana"/><a:cs typeface="Verdana"/></a:rPr><a:t> </a:t></a:r><a:r><a:rPr dirty="0" sz="950" spc="-10"><a:solidFill><a:srgbClr val="3F3F3F"/></a:solidFill><a:latin typeface="Verdana"/><a:cs typeface="Verdana"/></a:rPr><a:t>312.2</a:t></a:r><a:endParaRPr sz="950"><a:latin typeface="Verdana"/><a:cs typeface="Verdana"/></a:endParaRPr></a:p><a:p><a:pPr marL="187325" indent="-174625"><a:lnSpc><a:spcPct val="100000"/></a:lnSpc><a:spcBef><a:spcPts val="45"/></a:spcBef><a:buFont typeface="Verdana"/><a:buAutoNum type="arabicPeriod"/><a:tabLst><a:tab pos="187325" algn="l"/></a:tabLst></a:pPr><a:r><a:rPr dirty="0" sz="950"><a:solidFill><a:srgbClr val="3F3F3F"/></a:solidFill><a:latin typeface="Verdana"/><a:cs typeface="Verdana"/></a:rPr><a:t>REGULAR</a:t></a:r><a:r><a:rPr dirty="0" sz="950" spc="7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84&quot;</a:t></a:r><a:r><a:rPr dirty="0" sz="950" spc="7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POST</a:t></a:r><a:r><a:rPr dirty="0" sz="950" spc="7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-</a:t></a:r><a:r><a:rPr dirty="0" sz="950" spc="7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SCHEDULE</a:t></a:r><a:r><a:rPr dirty="0" sz="950" spc="7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40</a:t></a:r><a:r><a:rPr dirty="0" sz="950" spc="7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GALVANIZED</a:t></a:r><a:r><a:rPr dirty="0" sz="950" spc="7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STEEL</a:t></a:r><a:r><a:rPr dirty="0" sz="950" spc="75"><a:solidFill><a:srgbClr val="3F3F3F"/></a:solidFill><a:latin typeface="Verdana"/><a:cs typeface="Verdana"/></a:rPr><a:t> </a:t></a:r><a:r><a:rPr dirty="0" sz="950" spc="-10"><a:solidFill><a:srgbClr val="3F3F3F"/></a:solidFill><a:latin typeface="Verdana"/><a:cs typeface="Verdana"/></a:rPr><a:t>PIPE.</a:t></a:r><a:endParaRPr sz="950"><a:latin typeface="Verdana"/><a:cs typeface="Verdana"/></a:endParaRPr></a:p><a:p><a:pPr marL="12700" marR="5080" indent="174625"><a:lnSpc><a:spcPct val="103899"/></a:lnSpc><a:buFont typeface="Verdana"/><a:buAutoNum type="arabicPeriod"/><a:tabLst><a:tab pos="187325" algn="l"/></a:tabLst></a:pPr><a:r><a:rPr dirty="0" sz="950"><a:solidFill><a:srgbClr val="3F3F3F"/></a:solidFill><a:latin typeface="Verdana"/><a:cs typeface="Verdana"/></a:rPr><a:t>DETAIL</a:t></a:r><a:r><a:rPr dirty="0" sz="950" spc="8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CONSIDERED</a:t></a:r><a:r><a:rPr dirty="0" sz="950" spc="8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MINIMUM</a:t></a:r><a:r><a:rPr dirty="0" sz="950" spc="90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FOR</a:t></a:r><a:r><a:rPr dirty="0" sz="950" spc="8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INSTALLATION.</a:t></a:r><a:r><a:rPr dirty="0" sz="950" spc="90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CARE</a:t></a:r><a:r><a:rPr dirty="0" sz="950" spc="8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WILL</a:t></a:r><a:r><a:rPr dirty="0" sz="950" spc="8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BE</a:t></a:r><a:r><a:rPr dirty="0" sz="950" spc="90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TAKEN</a:t></a:r><a:r><a:rPr dirty="0" sz="950" spc="85"><a:solidFill><a:srgbClr val="3F3F3F"/></a:solidFill><a:latin typeface="Verdana"/><a:cs typeface="Verdana"/></a:rPr><a:t> </a:t></a:r><a:r><a:rPr dirty="0" sz="950" spc="-25"><a:solidFill><a:srgbClr val="3F3F3F"/></a:solidFill><a:latin typeface="Verdana"/><a:cs typeface="Verdana"/></a:rPr><a:t>TO </a:t></a:r><a:r><a:rPr dirty="0" sz="950"><a:solidFill><a:srgbClr val="3F3F3F"/></a:solidFill><a:latin typeface="Verdana"/><a:cs typeface="Verdana"/></a:rPr><a:t>CONFORM</a:t></a:r><a:r><a:rPr dirty="0" sz="950" spc="80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TO</a:t></a:r><a:r><a:rPr dirty="0" sz="950" spc="8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EXISTING</a:t></a:r><a:r><a:rPr dirty="0" sz="950" spc="8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BOLLARD</a:t></a:r><a:r><a:rPr dirty="0" sz="950" spc="8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AESTHETIC</a:t></a:r><a:r><a:rPr dirty="0" sz="950" spc="8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SUCH</a:t></a:r><a:r><a:rPr dirty="0" sz="950" spc="80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AS</a:t></a:r><a:r><a:rPr dirty="0" sz="950" spc="8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COLOR,</a:t></a:r><a:r><a:rPr dirty="0" sz="950" spc="8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END-CAP,</a:t></a:r><a:r><a:rPr dirty="0" sz="950" spc="85"><a:solidFill><a:srgbClr val="3F3F3F"/></a:solidFill><a:latin typeface="Verdana"/><a:cs typeface="Verdana"/></a:rPr><a:t> </a:t></a:r><a:r><a:rPr dirty="0" sz="950" spc="-25"><a:solidFill><a:srgbClr val="3F3F3F"/></a:solidFill><a:latin typeface="Verdana"/><a:cs typeface="Verdana"/></a:rPr><a:t>OR </a:t></a:r><a:r><a:rPr dirty="0" sz="950"><a:solidFill><a:srgbClr val="3F3F3F"/></a:solidFill><a:latin typeface="Verdana"/><a:cs typeface="Verdana"/></a:rPr><a:t>REFLECTIVE</a:t></a:r><a:r><a:rPr dirty="0" sz="950" spc="120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VISIBILITY</a:t></a:r><a:r><a:rPr dirty="0" sz="950" spc="120"><a:solidFill><a:srgbClr val="3F3F3F"/></a:solidFill><a:latin typeface="Verdana"/><a:cs typeface="Verdana"/></a:rPr><a:t> </a:t></a:r><a:r><a:rPr dirty="0" sz="950" spc="-10"><a:solidFill><a:srgbClr val="3F3F3F"/></a:solidFill><a:latin typeface="Verdana"/><a:cs typeface="Verdana"/></a:rPr><a:t>STRIPS.</a:t></a:r><a:endParaRPr sz="950"><a:latin typeface="Verdana"/><a:cs typeface="Verdana"/></a:endParaRPr></a:p><a:p><a:pPr marL="12700" marR="427990" indent="174625"><a:lnSpc><a:spcPct val="103899"/></a:lnSpc><a:buFont typeface="Verdana"/><a:buAutoNum type="arabicPeriod"/><a:tabLst><a:tab pos="187325" algn="l"/></a:tabLst></a:pPr><a:r><a:rPr dirty="0" sz="950"><a:solidFill><a:srgbClr val="3F3F3F"/></a:solidFill><a:latin typeface="Verdana"/><a:cs typeface="Verdana"/></a:rPr><a:t>REPAIRS,</a:t></a:r><a:r><a:rPr dirty="0" sz="950" spc="7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IF</a:t></a:r><a:r><a:rPr dirty="0" sz="950" spc="7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NECESSARY,</a:t></a:r><a:r><a:rPr dirty="0" sz="950" spc="7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SHALL</a:t></a:r><a:r><a:rPr dirty="0" sz="950" spc="7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BE</a:t></a:r><a:r><a:rPr dirty="0" sz="950" spc="80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MADE</a:t></a:r><a:r><a:rPr dirty="0" sz="950" spc="7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TO</a:t></a:r><a:r><a:rPr dirty="0" sz="950" spc="7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EXISTING</a:t></a:r><a:r><a:rPr dirty="0" sz="950" spc="7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FINISH</a:t></a:r><a:r><a:rPr dirty="0" sz="950" spc="80"><a:solidFill><a:srgbClr val="3F3F3F"/></a:solidFill><a:latin typeface="Verdana"/><a:cs typeface="Verdana"/></a:rPr><a:t> </a:t></a:r><a:r><a:rPr dirty="0" sz="950" spc="-10"><a:solidFill><a:srgbClr val="3F3F3F"/></a:solidFill><a:latin typeface="Verdana"/><a:cs typeface="Verdana"/></a:rPr><a:t>GRADE </a:t></a:r><a:r><a:rPr dirty="0" sz="950"><a:solidFill><a:srgbClr val="3F3F3F"/></a:solidFill><a:latin typeface="Verdana"/><a:cs typeface="Verdana"/></a:rPr><a:t>AFTER</a:t></a:r><a:r><a:rPr dirty="0" sz="950" spc="8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BOLLARD</a:t></a:r><a:r><a:rPr dirty="0" sz="950" spc="85"><a:solidFill><a:srgbClr val="3F3F3F"/></a:solidFill><a:latin typeface="Verdana"/><a:cs typeface="Verdana"/></a:rPr><a:t> </a:t></a:r><a:r><a:rPr dirty="0" sz="950" spc="-10"><a:solidFill><a:srgbClr val="3F3F3F"/></a:solidFill><a:latin typeface="Verdana"/><a:cs typeface="Verdana"/></a:rPr><a:t>INSTALLATION.</a:t></a:r><a:endParaRPr sz="950"><a:latin typeface="Verdana"/><a:cs typeface="Verdana"/></a:endParaRPr></a:p></p:txBody></p:sp><p:grpSp><p:nvGrpSpPr><p:cNvPr id="331" name="object 331"/><p:cNvGrpSpPr/><p:nvPr/></p:nvGrpSpPr><p:grpSpPr><a:xfrm><a:off x="13570139" y="7380573"/><a:ext cx="1837689" cy="280035"/><a:chOff x="13570139" y="7380573"/><a:chExt cx="1837689" cy="280035"/></a:xfrm></p:grpSpPr><p:pic><p:nvPicPr><p:cNvPr id="332" name="object 332"/><p:cNvPicPr/><p:nvPr/></p:nvPicPr><p:blipFill><a:blip r:embed="rId16" cstate="print"/><a:stretch><a:fillRect/></a:stretch></p:blipFill><p:spPr><a:xfrm><a:off x="13572361" y="7468765"/><a:ext cx="566746" cy="191322"/></a:xfrm><a:prstGeom prst="rect"><a:avLst/></a:prstGeom></p:spPr></p:pic><p:sp><p:nvSpPr><p:cNvPr id="333" name="object 333"/><p:cNvSpPr/><p:nvPr/></p:nvSpPr><p:spPr><a:xfrm><a:off x="13572361" y="7468765"/><a:ext cx="567055" cy="38735"/></a:xfrm><a:custGeom><a:avLst/><a:gdLst/><a:ahLst/><a:cxnLst/><a:rect l="l" t="t" r="r" b="b"/><a:pathLst><a:path w="567055" h="38734"><a:moveTo><a:pt x="566746" y="0"/></a:moveTo><a:lnTo><a:pt x="0" y="38253"/></a:lnTo></a:path></a:pathLst></a:custGeom><a:ln w="3878"><a:solidFill><a:srgbClr val="000000"/></a:solidFill></a:ln></p:spPr><p:txBody><a:bodyPr wrap="square" lIns="0" tIns="0" rIns="0" bIns="0" rtlCol="0"/><a:lstStyle/><a:p/></p:txBody></p:sp><p:pic><p:nvPicPr><p:cNvPr id="334" name="object 334"/><p:cNvPicPr/><p:nvPr/></p:nvPicPr><p:blipFill><a:blip r:embed="rId17" cstate="print"/><a:stretch><a:fillRect/></a:stretch></p:blipFill><p:spPr><a:xfrm><a:off x="14838330" y="7382796"/><a:ext cx="566746" cy="191330"/></a:xfrm><a:prstGeom prst="rect"><a:avLst/></a:prstGeom></p:spPr></p:pic><p:sp><p:nvSpPr><p:cNvPr id="335" name="object 335"/><p:cNvSpPr/><p:nvPr/></p:nvSpPr><p:spPr><a:xfrm><a:off x="14838330" y="7382796"/><a:ext cx="567055" cy="38735"/></a:xfrm><a:custGeom><a:avLst/><a:gdLst/><a:ahLst/><a:cxnLst/><a:rect l="l" t="t" r="r" b="b"/><a:pathLst><a:path w="567055" h="38734"><a:moveTo><a:pt x="566746" y="0"/></a:moveTo><a:lnTo><a:pt x="0" y="38261"/></a:lnTo></a:path></a:pathLst></a:custGeom><a:ln w="3878"><a:solidFill><a:srgbClr val="000000"/></a:solidFill></a:ln></p:spPr><p:txBody><a:bodyPr wrap="square" lIns="0" tIns="0" rIns="0" bIns="0" rtlCol="0"/><a:lstStyle/><a:p/></p:txBody></p:sp></p:grpSp><p:sp><p:nvSpPr><p:cNvPr id="336" name="object 336"/><p:cNvSpPr txBox="1"/><p:nvPr/></p:nvSpPr><p:spPr><a:xfrm><a:off x="12869824" y="6956186"/><a:ext cx="472440" cy="325120"/></a:xfrm><a:prstGeom prst="rect"><a:avLst/></a:prstGeom></p:spPr><p:txBody><a:bodyPr wrap="square" lIns="0" tIns="10160" rIns="0" bIns="0" rtlCol="0" vert="horz"><a:spAutoFit/></a:bodyPr><a:lstStyle/><a:p><a:pPr marL="15240" marR="5080" indent="-3175"><a:lnSpc><a:spcPct val="103899"/></a:lnSpc><a:spcBef><a:spcPts val="80"/></a:spcBef></a:pPr><a:r><a:rPr dirty="0" sz="950" spc="-10"><a:solidFill><a:srgbClr val="3F3F3F"/></a:solidFill><a:latin typeface="Verdana"/><a:cs typeface="Verdana"/></a:rPr><a:t>FINISH GRADE</a:t></a:r><a:endParaRPr sz="950"><a:latin typeface="Verdana"/><a:cs typeface="Verdana"/></a:endParaRPr></a:p></p:txBody></p:sp><p:grpSp><p:nvGrpSpPr><p:cNvPr id="337" name="object 337"/><p:cNvGrpSpPr/><p:nvPr/></p:nvGrpSpPr><p:grpSpPr><a:xfrm><a:off x="13370993" y="7190076"/><a:ext cx="504825" cy="351155"/><a:chOff x="13370993" y="7190076"/><a:chExt cx="504825" cy="351155"/></a:xfrm></p:grpSpPr><p:sp><p:nvSpPr><p:cNvPr id="338" name="object 338"/><p:cNvSpPr/><p:nvPr/></p:nvSpPr><p:spPr><a:xfrm><a:off x="13375120" y="7194204"/><a:ext cx="472440" cy="314325"/></a:xfrm><a:custGeom><a:avLst/><a:gdLst/><a:ahLst/><a:cxnLst/><a:rect l="l" t="t" r="r" b="b"/><a:pathLst><a:path w="472440" h="314325"><a:moveTo><a:pt x="472430" y="314017"/></a:moveTo><a:lnTo><a:pt x="275655" y="0"/></a:lnTo><a:lnTo><a:pt x="7678" y="0"/></a:lnTo><a:lnTo><a:pt x="0" y="0"/></a:lnTo></a:path></a:pathLst></a:custGeom><a:ln w="7756"><a:solidFill><a:srgbClr val="3F3F3F"/></a:solidFill></a:ln></p:spPr><p:txBody><a:bodyPr wrap="square" lIns="0" tIns="0" rIns="0" bIns="0" rtlCol="0"/><a:lstStyle/><a:p/></p:txBody></p:sp><p:sp><p:nvSpPr><p:cNvPr id="339" name="object 339"/><p:cNvSpPr/><p:nvPr/></p:nvSpPr><p:spPr><a:xfrm><a:off x="13840260" y="7505825"/><a:ext cx="31115" cy="31115"/></a:xfrm><a:custGeom><a:avLst/><a:gdLst/><a:ahLst/><a:cxnLst/><a:rect l="l" t="t" r="r" b="b"/><a:pathLst><a:path w="31115" h="31115"><a:moveTo><a:pt x="24044" y="31024"/></a:moveTo><a:lnTo><a:pt x="6903" y="31024"/></a:lnTo><a:lnTo><a:pt x="0" y="24075"/></a:lnTo><a:lnTo><a:pt x="0" y="15512"/></a:lnTo><a:lnTo><a:pt x="0" y="6941"/></a:lnTo><a:lnTo><a:pt x="6903" y="0"/></a:lnTo><a:lnTo><a:pt x="24044" y="0"/></a:lnTo><a:lnTo><a:pt x="31024" y="6941"/></a:lnTo><a:lnTo><a:pt x="31024" y="24075"/></a:lnTo><a:lnTo><a:pt x="24044" y="31024"/></a:lnTo><a:close/></a:path></a:pathLst></a:custGeom><a:solidFill><a:srgbClr val="3F3F3F"/></a:solidFill></p:spPr><p:txBody><a:bodyPr wrap="square" lIns="0" tIns="0" rIns="0" bIns="0" rtlCol="0"/><a:lstStyle/><a:p/></p:txBody></p:sp><p:sp><p:nvSpPr><p:cNvPr id="340" name="object 340"/><p:cNvSpPr/><p:nvPr/></p:nvSpPr><p:spPr><a:xfrm><a:off x="13840260" y="7505825"/><a:ext cx="31115" cy="31115"/></a:xfrm><a:custGeom><a:avLst/><a:gdLst/><a:ahLst/><a:cxnLst/><a:rect l="l" t="t" r="r" b="b"/><a:pathLst><a:path w="31115" h="31115"><a:moveTo><a:pt x="0" y="15512"/></a:moveTo><a:lnTo><a:pt x="0" y="6941"/></a:lnTo><a:lnTo><a:pt x="6903" y="0"/></a:lnTo><a:lnTo><a:pt x="15512" y="0"/></a:lnTo><a:lnTo><a:pt x="24044" y="0"/></a:lnTo><a:lnTo><a:pt x="31024" y="6941"/></a:lnTo><a:lnTo><a:pt x="31024" y="15512"/></a:lnTo><a:lnTo><a:pt x="31024" y="24075"/></a:lnTo><a:lnTo><a:pt x="24044" y="31024"/></a:lnTo><a:lnTo><a:pt x="15512" y="31024"/></a:lnTo><a:lnTo><a:pt x="6903" y="31024"/></a:lnTo><a:lnTo><a:pt x="0" y="24075"/></a:lnTo><a:lnTo><a:pt x="0" y="15512"/></a:lnTo></a:path></a:pathLst></a:custGeom><a:ln w="7756"><a:solidFill><a:srgbClr val="3F3F3F"/></a:solidFill></a:ln></p:spPr><p:txBody><a:bodyPr wrap="square" lIns="0" tIns="0" rIns="0" bIns="0" rtlCol="0"/><a:lstStyle/><a:p/></p:txBody></p:sp></p:grpSp><p:sp><p:nvSpPr><p:cNvPr id="341" name="object 341"/><p:cNvSpPr txBox="1"/><p:nvPr/></p:nvSpPr><p:spPr><a:xfrm><a:off x="10862284" y="6008113"/><a:ext cx="3120390" cy="475615"/></a:xfrm><a:prstGeom prst="rect"><a:avLst/></a:prstGeom></p:spPr><p:txBody><a:bodyPr wrap="square" lIns="0" tIns="10160" rIns="0" bIns="0" rtlCol="0" vert="horz"><a:spAutoFit/></a:bodyPr><a:lstStyle/><a:p><a:pPr algn="ctr" marL="1006475" marR="1048385"><a:lnSpc><a:spcPct val="103899"/></a:lnSpc><a:spcBef><a:spcPts val="80"/></a:spcBef></a:pPr><a:r><a:rPr dirty="0" sz="950"><a:solidFill><a:srgbClr val="3F3F3F"/></a:solidFill><a:latin typeface="Verdana"/><a:cs typeface="Verdana"/></a:rPr><a:t>3&quot;</a:t></a:r><a:r><a:rPr dirty="0" sz="950" spc="7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SCHEDULE</a:t></a:r><a:r><a:rPr dirty="0" sz="950" spc="75"><a:solidFill><a:srgbClr val="3F3F3F"/></a:solidFill><a:latin typeface="Verdana"/><a:cs typeface="Verdana"/></a:rPr><a:t> </a:t></a:r><a:r><a:rPr dirty="0" sz="950" spc="-25"><a:solidFill><a:srgbClr val="3F3F3F"/></a:solidFill><a:latin typeface="Verdana"/><a:cs typeface="Verdana"/></a:rPr><a:t>80 </a:t></a:r><a:r><a:rPr dirty="0" sz="950"><a:solidFill><a:srgbClr val="3F3F3F"/></a:solidFill><a:latin typeface="Verdana"/><a:cs typeface="Verdana"/></a:rPr><a:t>STEEL</a:t></a:r><a:r><a:rPr dirty="0" sz="950" spc="65"><a:solidFill><a:srgbClr val="3F3F3F"/></a:solidFill><a:latin typeface="Verdana"/><a:cs typeface="Verdana"/></a:rPr><a:t> </a:t></a:r><a:r><a:rPr dirty="0" sz="950" spc="-20"><a:solidFill><a:srgbClr val="3F3F3F"/></a:solidFill><a:latin typeface="Verdana"/><a:cs typeface="Verdana"/></a:rPr><a:t>PIPE</a:t></a:r><a:endParaRPr sz="950"><a:latin typeface="Verdana"/><a:cs typeface="Verdana"/></a:endParaRPr></a:p><a:p><a:pPr algn="ctr"><a:lnSpc><a:spcPct val="100000"/></a:lnSpc><a:spcBef><a:spcPts val="45"/></a:spcBef></a:pPr><a:r><a:rPr dirty="0" sz="950"><a:solidFill><a:srgbClr val="3F3F3F"/></a:solidFill><a:latin typeface="Verdana"/><a:cs typeface="Verdana"/></a:rPr><a:t>(IN</a:t></a:r><a:r><a:rPr dirty="0" sz="950" spc="70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ACCORDANCE</a:t></a:r><a:r><a:rPr dirty="0" sz="950" spc="7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TO</a:t></a:r><a:r><a:rPr dirty="0" sz="950" spc="70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CFC</a:t></a:r><a:r><a:rPr dirty="0" sz="950" spc="75"><a:solidFill><a:srgbClr val="3F3F3F"/></a:solidFill><a:latin typeface="Verdana"/><a:cs typeface="Verdana"/></a:rPr><a:t> </a:t></a:r><a:r><a:rPr dirty="0" sz="950"><a:solidFill><a:srgbClr val="3F3F3F"/></a:solidFill><a:latin typeface="Verdana"/><a:cs typeface="Verdana"/></a:rPr><a:t>2022,</a:t></a:r><a:r><a:rPr dirty="0" sz="950" spc="70"><a:solidFill><a:srgbClr val="3F3F3F"/></a:solidFill><a:latin typeface="Verdana"/><a:cs typeface="Verdana"/></a:rPr><a:t> </a:t></a:r><a:r><a:rPr dirty="0" sz="950" spc="-10"><a:solidFill><a:srgbClr val="3F3F3F"/></a:solidFill><a:latin typeface="Verdana"/><a:cs typeface="Verdana"/></a:rPr><a:t>1207.11.7.3(1))</a:t></a:r><a:endParaRPr sz="950"><a:latin typeface="Verdana"/><a:cs typeface="Verdana"/></a:endParaRPr></a:p></p:txBody></p:sp><p:grpSp><p:nvGrpSpPr><p:cNvPr id="342" name="object 342"/><p:cNvGrpSpPr/><p:nvPr/></p:nvGrpSpPr><p:grpSpPr><a:xfrm><a:off x="10714584" y="5874244"/><a:ext cx="3790950" cy="679450"/><a:chOff x="10714584" y="5874244"/><a:chExt cx="3790950" cy="679450"/></a:xfrm></p:grpSpPr><p:sp><p:nvSpPr><p:cNvPr id="343" name="object 343"/><p:cNvSpPr/><p:nvPr/></p:nvSpPr><p:spPr><a:xfrm><a:off x="14011052" y="6396601"/><a:ext cx="460375" cy="91440"/></a:xfrm><a:custGeom><a:avLst/><a:gdLst/><a:ahLst/><a:cxnLst/><a:rect l="l" t="t" r="r" b="b"/><a:pathLst><a:path w="460375" h="91439"><a:moveTo><a:pt x="459788" y="91437"/></a:moveTo><a:lnTo><a:pt x="165905" y="0"/></a:lnTo><a:lnTo><a:pt x="4808" y="0"/></a:lnTo><a:lnTo><a:pt x="0" y="0"/></a:lnTo></a:path></a:pathLst></a:custGeom><a:ln w="7756"><a:solidFill><a:srgbClr val="3F3F3F"/></a:solidFill></a:ln></p:spPr><p:txBody><a:bodyPr wrap="square" lIns="0" tIns="0" rIns="0" bIns="0" rtlCol="0"/><a:lstStyle/><a:p/></p:txBody></p:sp><p:sp><p:nvSpPr><p:cNvPr id="344" name="object 344"/><p:cNvSpPr/><p:nvPr/></p:nvSpPr><p:spPr><a:xfrm><a:off x="14470064" y="6477111"/><a:ext cx="31115" cy="31115"/></a:xfrm><a:custGeom><a:avLst/><a:gdLst/><a:ahLst/><a:cxnLst/><a:rect l="l" t="t" r="r" b="b"/><a:pathLst><a:path w="31115" h="31115"><a:moveTo><a:pt x="24044" y="31024"/></a:moveTo><a:lnTo><a:pt x="6903" y="31024"/></a:lnTo><a:lnTo><a:pt x="0" y="24083"/></a:lnTo><a:lnTo><a:pt x="0" y="15512"/></a:lnTo><a:lnTo><a:pt x="0" y="6949"/></a:lnTo><a:lnTo><a:pt x="6903" y="0"/></a:lnTo><a:lnTo><a:pt x="24044" y="0"/></a:lnTo><a:lnTo><a:pt x="31024" y="6949"/></a:lnTo><a:lnTo><a:pt x="31024" y="24083"/></a:lnTo><a:lnTo><a:pt x="24044" y="31024"/></a:lnTo><a:close/></a:path></a:pathLst></a:custGeom><a:solidFill><a:srgbClr val="3F3F3F"/></a:solidFill></p:spPr><p:txBody><a:bodyPr wrap="square" lIns="0" tIns="0" rIns="0" bIns="0" rtlCol="0"/><a:lstStyle/><a:p/></p:txBody></p:sp><p:sp><p:nvSpPr><p:cNvPr id="345" name="object 345"/><p:cNvSpPr/><p:nvPr/></p:nvSpPr><p:spPr><a:xfrm><a:off x="14470064" y="6477111"/><a:ext cx="31115" cy="31115"/></a:xfrm><a:custGeom><a:avLst/><a:gdLst/><a:ahLst/><a:cxnLst/><a:rect l="l" t="t" r="r" b="b"/><a:pathLst><a:path w="31115" h="31115"><a:moveTo><a:pt x="0" y="15512"/></a:moveTo><a:lnTo><a:pt x="0" y="6949"/></a:lnTo><a:lnTo><a:pt x="6903" y="0"/></a:lnTo><a:lnTo><a:pt x="15512" y="0"/></a:lnTo><a:lnTo><a:pt x="24044" y="0"/></a:lnTo><a:lnTo><a:pt x="31024" y="6949"/></a:lnTo><a:lnTo><a:pt x="31024" y="15512"/></a:lnTo><a:lnTo><a:pt x="31024" y="24083"/></a:lnTo><a:lnTo><a:pt x="24044" y="31024"/></a:lnTo><a:lnTo><a:pt x="15512" y="31024"/></a:lnTo><a:lnTo><a:pt x="6903" y="31024"/></a:lnTo><a:lnTo><a:pt x="0" y="24083"/></a:lnTo><a:lnTo><a:pt x="0" y="15512"/></a:lnTo></a:path></a:pathLst></a:custGeom><a:ln w="7756"><a:solidFill><a:srgbClr val="3F3F3F"/></a:solidFill></a:ln></p:spPr><p:txBody><a:bodyPr wrap="square" lIns="0" tIns="0" rIns="0" bIns="0" rtlCol="0"/><a:lstStyle/><a:p/></p:txBody></p:sp><p:pic><p:nvPicPr><p:cNvPr id="346" name="object 346"/><p:cNvPicPr/><p:nvPr/></p:nvPicPr><p:blipFill><a:blip r:embed="rId18" cstate="print"/><a:stretch><a:fillRect/></a:stretch></p:blipFill><p:spPr><a:xfrm><a:off x="10791138" y="5962044"/><a:ext cx="3365807" cy="591302"/></a:xfrm><a:prstGeom prst="rect"><a:avLst/></a:prstGeom></p:spPr></p:pic><p:pic><p:nvPicPr><p:cNvPr id="347" name="object 347"/><p:cNvPicPr/><p:nvPr/></p:nvPicPr><p:blipFill><a:blip r:embed="rId19" cstate="print"/><a:stretch><a:fillRect/></a:stretch></p:blipFill><p:spPr><a:xfrm><a:off x="10714584" y="5874244"/><a:ext cx="175910" cy="153332"/></a:xfrm><a:prstGeom prst="rect"><a:avLst/></a:prstGeom></p:spPr></p:pic></p:grpSp><p:sp><p:nvSpPr><p:cNvPr id="348" name="object 348"/><p:cNvSpPr txBox="1"/><p:nvPr/></p:nvSpPr><p:spPr><a:xfrm><a:off x="10765253" y="5907918"/><a:ext cx="74930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sp><p:nvSpPr><p:cNvPr id="349" name="object 349"/><p:cNvSpPr txBox="1"/><p:nvPr/></p:nvSpPr><p:spPr><a:xfrm><a:off x="9473669" y="9250522"/><a:ext cx="1144270" cy="263525"/></a:xfrm><a:prstGeom prst="rect"><a:avLst/></a:prstGeom><a:solidFill><a:srgbClr val="FFFFFF"/></a:solidFill><a:ln w="7756"><a:solidFill><a:srgbClr val="000000"/></a:solidFill></a:ln></p:spPr><p:txBody><a:bodyPr wrap="square" lIns="0" tIns="0" rIns="0" bIns="0" rtlCol="0" vert="horz"><a:spAutoFit/></a:bodyPr><a:lstStyle/><a:p><a:pPr marL="15240" marR="73025"><a:lnSpc><a:spcPts val="1040"/></a:lnSpc></a:pPr><a:r><a:rPr dirty="0" sz="850"><a:latin typeface="Verdana"/><a:cs typeface="Verdana"/></a:rPr><a:t>SIMPSON </a:t></a:r><a:r><a:rPr dirty="0" sz="850" spc="-10"><a:latin typeface="Verdana"/><a:cs typeface="Verdana"/></a:rPr><a:t>PAB8H </a:t></a:r><a:r><a:rPr dirty="0" sz="850"><a:latin typeface="Verdana"/><a:cs typeface="Verdana"/></a:rPr><a:t>W/ 9&quot;</a:t></a:r><a:r><a:rPr dirty="0" sz="850" spc="5"><a:latin typeface="Verdana"/><a:cs typeface="Verdana"/></a:rPr><a:t> </a:t></a:r><a:r><a:rPr dirty="0" sz="850" spc="-10"><a:latin typeface="Verdana"/><a:cs typeface="Verdana"/></a:rPr><a:t>EMBEDMENT</a:t></a:r><a:endParaRPr sz="850"><a:latin typeface="Verdana"/><a:cs typeface="Verdana"/></a:endParaRPr></a:p></p:txBody></p:sp><p:grpSp><p:nvGrpSpPr><p:cNvPr id="350" name="object 350"/><p:cNvGrpSpPr/><p:nvPr/></p:nvGrpSpPr><p:grpSpPr><a:xfrm><a:off x="2775377" y="9312168"/><a:ext cx="6698615" cy="770255"/><a:chOff x="2775377" y="9312168"/><a:chExt cx="6698615" cy="770255"/></a:xfrm></p:grpSpPr><p:sp><p:nvSpPr><p:cNvPr id="351" name="object 351"/><p:cNvSpPr/><p:nvPr/></p:nvSpPr><p:spPr><a:xfrm><a:off x="9211276" y="9316295"/><a:ext cx="259079" cy="532765"/></a:xfrm><a:custGeom><a:avLst/><a:gdLst/><a:ahLst/><a:cxnLst/><a:rect l="l" t="t" r="r" b="b"/><a:pathLst><a:path w="259079" h="532765"><a:moveTo><a:pt x="0" y="532231"/></a:moveTo><a:lnTo><a:pt x="218570" y="0"/></a:lnTo><a:lnTo><a:pt x="25851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52" name="object 352"/><p:cNvSpPr/><p:nvPr/></p:nvSpPr><p:spPr><a:xfrm><a:off x="9184827" y="9844028"/><a:ext cx="37465" cy="69215"/></a:xfrm><a:custGeom><a:avLst/><a:gdLst/><a:ahLst/><a:cxnLst/><a:rect l="l" t="t" r="r" b="b"/><a:pathLst><a:path w="37465" h="69215"><a:moveTo><a:pt x="0" y="69030"/></a:moveTo><a:lnTo><a:pt x="15745" y="0"/></a:lnTo><a:lnTo><a:pt x="37229" y="8842"/></a:lnTo><a:lnTo><a:pt x="0" y="69030"/></a:lnTo><a:close/></a:path></a:pathLst></a:custGeom><a:solidFill><a:srgbClr val="000000"/></a:solidFill></p:spPr><p:txBody><a:bodyPr wrap="square" lIns="0" tIns="0" rIns="0" bIns="0" rtlCol="0"/><a:lstStyle/><a:p/></p:txBody></p:sp><p:sp><p:nvSpPr><p:cNvPr id="353" name="object 353"/><p:cNvSpPr/><p:nvPr/></p:nvSpPr><p:spPr><a:xfrm><a:off x="9184827" y="9844028"/><a:ext cx="37465" cy="69215"/></a:xfrm><a:custGeom><a:avLst/><a:gdLst/><a:ahLst/><a:cxnLst/><a:rect l="l" t="t" r="r" b="b"/><a:pathLst><a:path w="37465" h="69215"><a:moveTo><a:pt x="0" y="69030"/></a:moveTo><a:lnTo><a:pt x="15745" y="0"/></a:lnTo><a:lnTo><a:pt x="37229" y="8842"/></a:lnTo><a:lnTo><a:pt x="0" y="6903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354" name="object 354"/><p:cNvSpPr/><p:nvPr/></p:nvSpPr><p:spPr><a:xfrm><a:off x="2847009" y="9932915"/><a:ext cx="54610" cy="149225"/></a:xfrm><a:custGeom><a:avLst/><a:gdLst/><a:ahLst/><a:cxnLst/><a:rect l="l" t="t" r="r" b="b"/><a:pathLst><a:path w="54610" h="149225"><a:moveTo><a:pt x="44602" y="102463"/></a:moveTo><a:lnTo><a:pt x="40716" y="102463"/></a:lnTo><a:lnTo><a:pt x="40716" y="149161"/></a:lnTo><a:lnTo><a:pt x="44602" y="149161"/></a:lnTo><a:lnTo><a:pt x="44602" y="102463"/></a:lnTo><a:close/></a:path><a:path w="54610" h="149225"><a:moveTo><a:pt x="54216" y="0"/></a:moveTo><a:lnTo><a:pt x="42659" y="0"/></a:lnTo><a:lnTo><a:pt x="0" y="0"/></a:lnTo><a:lnTo><a:pt x="0" y="3886"/></a:lnTo><a:lnTo><a:pt x="42659" y="3886"/></a:lnTo><a:lnTo><a:pt x="54216" y="3886"/></a:lnTo><a:lnTo><a:pt x="54216" y="0"/></a:lnTo><a:close/></a:path><a:path w="54610" h="149225"><a:moveTo><a:pt x="54229" y="53835"/></a:moveTo><a:lnTo><a:pt x="42659" y="53835"/></a:lnTo><a:lnTo><a:pt x="0" y="53835"/></a:lnTo><a:lnTo><a:pt x="0" y="57708"/></a:lnTo><a:lnTo><a:pt x="42659" y="57708"/></a:lnTo><a:lnTo><a:pt x="54229" y="57708"/></a:lnTo><a:lnTo><a:pt x="54229" y="53835"/></a:lnTo><a:close/></a:path></a:pathLst></a:custGeom><a:solidFill><a:srgbClr val="000000"/></a:solidFill></p:spPr><p:txBody><a:bodyPr wrap="square" lIns="0" tIns="0" rIns="0" bIns="0" rtlCol="0"/><a:lstStyle/><a:p/></p:txBody></p:sp><p:sp><p:nvSpPr><p:cNvPr id="355" name="object 355"/><p:cNvSpPr/><p:nvPr/></p:nvSpPr><p:spPr><a:xfrm><a:off x="2883860" y="10000472"/><a:ext cx="12065" cy="34925"/></a:xfrm><a:custGeom><a:avLst/><a:gdLst/><a:ahLst/><a:cxnLst/><a:rect l="l" t="t" r="r" b="b"/><a:pathLst><a:path w="12064" h="34925"><a:moveTo><a:pt x="11634" y="34902"/></a:moveTo><a:lnTo><a:pt x="0" y="34902"/></a:lnTo><a:lnTo><a:pt x="5817" y="0"/></a:lnTo><a:lnTo><a:pt x="11634" y="34902"/></a:lnTo><a:close/></a:path></a:pathLst></a:custGeom><a:solidFill><a:srgbClr val="000000"/></a:solidFill></p:spPr><p:txBody><a:bodyPr wrap="square" lIns="0" tIns="0" rIns="0" bIns="0" rtlCol="0"/><a:lstStyle/><a:p/></p:txBody></p:sp><p:sp><p:nvSpPr><p:cNvPr id="356" name="object 356"/><p:cNvSpPr/><p:nvPr/></p:nvSpPr><p:spPr><a:xfrm><a:off x="2883860" y="10000472"/><a:ext cx="12065" cy="34925"/></a:xfrm><a:custGeom><a:avLst/><a:gdLst/><a:ahLst/><a:cxnLst/><a:rect l="l" t="t" r="r" b="b"/><a:pathLst><a:path w="12064" h="34925"><a:moveTo><a:pt x="5817" y="0"/></a:moveTo><a:lnTo><a:pt x="11634" y="34902"/></a:lnTo><a:lnTo><a:pt x="0" y="34902"/></a:lnTo><a:lnTo><a:pt x="5817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357" name="object 357"/><p:cNvSpPr/><p:nvPr/></p:nvSpPr><p:spPr><a:xfrm><a:off x="2887738" y="9841469"/><a:ext cx="4445" cy="46990"/></a:xfrm><a:custGeom><a:avLst/><a:gdLst/><a:ahLst/><a:cxnLst/><a:rect l="l" t="t" r="r" b="b"/><a:pathLst><a:path w="4444" h="46990"><a:moveTo><a:pt x="3878" y="46692"/></a:moveTo><a:lnTo><a:pt x="0" y="46692"/></a:lnTo><a:lnTo><a:pt x="0" y="0"/></a:lnTo><a:lnTo><a:pt x="3878" y="0"/></a:lnTo><a:lnTo><a:pt x="3878" y="46692"/></a:lnTo><a:close/></a:path></a:pathLst></a:custGeom><a:solidFill><a:srgbClr val="000000"/></a:solidFill></p:spPr><p:txBody><a:bodyPr wrap="square" lIns="0" tIns="0" rIns="0" bIns="0" rtlCol="0"/><a:lstStyle/><a:p/></p:txBody></p:sp><p:sp><p:nvSpPr><p:cNvPr id="358" name="object 358"/><p:cNvSpPr/><p:nvPr/></p:nvSpPr><p:spPr><a:xfrm><a:off x="2883860" y="9888162"/><a:ext cx="12065" cy="34925"/></a:xfrm><a:custGeom><a:avLst/><a:gdLst/><a:ahLst/><a:cxnLst/><a:rect l="l" t="t" r="r" b="b"/><a:pathLst><a:path w="12064" h="34925"><a:moveTo><a:pt x="5817" y="34902"/></a:moveTo><a:lnTo><a:pt x="0" y="0"/></a:lnTo><a:lnTo><a:pt x="11634" y="0"/></a:lnTo><a:lnTo><a:pt x="5817" y="34902"/></a:lnTo><a:close/></a:path></a:pathLst></a:custGeom><a:solidFill><a:srgbClr val="000000"/></a:solidFill></p:spPr><p:txBody><a:bodyPr wrap="square" lIns="0" tIns="0" rIns="0" bIns="0" rtlCol="0"/><a:lstStyle/><a:p/></p:txBody></p:sp><p:sp><p:nvSpPr><p:cNvPr id="359" name="object 359"/><p:cNvSpPr/><p:nvPr/></p:nvSpPr><p:spPr><a:xfrm><a:off x="2777599" y="9878854"/><a:ext cx="118110" cy="83185"/></a:xfrm><a:custGeom><a:avLst/><a:gdLst/><a:ahLst/><a:cxnLst/><a:rect l="l" t="t" r="r" b="b"/><a:pathLst><a:path w="118110" h="83184"><a:moveTo><a:pt x="112077" y="44210"/></a:moveTo><a:lnTo><a:pt x="106260" y="9307"/></a:lnTo><a:lnTo><a:pt x="117894" y="9307"/></a:lnTo><a:lnTo><a:pt x="112077" y="44210"/></a:lnTo></a:path><a:path w="118110" h="83184"><a:moveTo><a:pt x="100466" y="82681"/></a:moveTo><a:lnTo><a:pt x="56778" y="75837"/></a:lnTo><a:lnTo><a:pt x="25353" y="59693"/></a:lnTo><a:lnTo><a:pt x="6367" y="34373"/></a:ln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360" name="object 360"/><p:cNvSpPr/><p:nvPr/></p:nvSpPr><p:spPr><a:xfrm><a:off x="2878042" y="9950134"/><a:ext cx="23495" cy="23495"/></a:xfrm><a:custGeom><a:avLst/><a:gdLst/><a:ahLst/><a:cxnLst/><a:rect l="l" t="t" r="r" b="b"/><a:pathLst><a:path w="23494" h="23495"><a:moveTo><a:pt x="18056" y="23268"/></a:moveTo><a:lnTo><a:pt x="5204" y="23268"/></a:lnTo><a:lnTo><a:pt x="0" y="18071"/></a:lnTo><a:lnTo><a:pt x="0" y="11634"/></a:lnTo><a:lnTo><a:pt x="0" y="5196"/></a:lnTo><a:lnTo><a:pt x="5204" y="0"/></a:lnTo><a:lnTo><a:pt x="18056" y="0"/></a:lnTo><a:lnTo><a:pt x="23268" y="5196"/></a:lnTo><a:lnTo><a:pt x="23268" y="18071"/></a:lnTo><a:lnTo><a:pt x="18056" y="23268"/></a:lnTo><a:close/></a:path></a:pathLst></a:custGeom><a:solidFill><a:srgbClr val="000000"/></a:solidFill></p:spPr><p:txBody><a:bodyPr wrap="square" lIns="0" tIns="0" rIns="0" bIns="0" rtlCol="0"/><a:lstStyle/><a:p/></p:txBody></p:sp><p:sp><p:nvSpPr><p:cNvPr id="361" name="object 361"/><p:cNvSpPr/><p:nvPr/></p:nvSpPr><p:spPr><a:xfrm><a:off x="2878042" y="9950134"/><a:ext cx="23495" cy="23495"/></a:xfrm><a:custGeom><a:avLst/><a:gdLst/><a:ahLst/><a:cxnLst/><a:rect l="l" t="t" r="r" b="b"/><a:pathLst><a:path w="23494" h="23495"><a:moveTo><a:pt x="0" y="11634"/></a:moveTo><a:lnTo><a:pt x="0" y="5196"/></a:lnTo><a:lnTo><a:pt x="5204" y="0"/></a:lnTo><a:lnTo><a:pt x="11634" y="0"/></a:lnTo><a:lnTo><a:pt x="18056" y="0"/></a:lnTo><a:lnTo><a:pt x="23268" y="5196"/></a:lnTo><a:lnTo><a:pt x="23268" y="11634"/></a:lnTo><a:lnTo><a:pt x="23268" y="18071"/></a:lnTo><a:lnTo><a:pt x="18056" y="23268"/></a:lnTo><a:lnTo><a:pt x="11634" y="23268"/></a:lnTo><a:lnTo><a:pt x="5204" y="23268"/></a:lnTo><a:lnTo><a:pt x="0" y="18071"/></a:lnTo><a:lnTo><a:pt x="0" y="11634"/></a:lnTo></a:path></a:pathLst></a:custGeom><a:ln w="7756"><a:solidFill><a:srgbClr val="000000"/></a:solidFill></a:ln></p:spPr><p:txBody><a:bodyPr wrap="square" lIns="0" tIns="0" rIns="0" bIns="0" rtlCol="0"/><a:lstStyle/><a:p/></p:txBody></p:sp></p:grpSp><p:sp><p:nvSpPr><p:cNvPr id="362" name="object 362"/><p:cNvSpPr txBox="1"/><p:nvPr/></p:nvSpPr><p:spPr><a:xfrm><a:off x="2721561" y="9676416"/><a:ext cx="112395" cy="202565"/></a:xfrm><a:prstGeom prst="rect"><a:avLst/></a:prstGeom><a:solidFill><a:srgbClr val="FFFFFF"/></a:solidFill><a:ln w="7756"><a:solidFill><a:srgbClr val="000000"/></a:solidFill></a:ln></p:spPr><p:txBody><a:bodyPr wrap="square" lIns="0" tIns="3810" rIns="0" bIns="0" rtlCol="0" vert="vert270"><a:spAutoFit/></a:bodyPr><a:lstStyle/><a:p><a:pPr marL="49530"><a:lnSpc><a:spcPct val="100000"/></a:lnSpc><a:spcBef><a:spcPts val="30"/></a:spcBef></a:pPr><a:r><a:rPr dirty="0" sz="700" spc="-25"><a:latin typeface="Verdana"/><a:cs typeface="Verdana"/></a:rPr><a:t>2&quot;</a:t></a:r><a:endParaRPr sz="700"><a:latin typeface="Verdana"/><a:cs typeface="Verdana"/></a:endParaRPr></a:p></p:txBody></p:sp><p:grpSp><p:nvGrpSpPr><p:cNvPr id="363" name="object 363"/><p:cNvGrpSpPr/><p:nvPr/></p:nvGrpSpPr><p:grpSpPr><a:xfrm><a:off x="2655027" y="10058333"/><a:ext cx="277495" cy="460375"/><a:chOff x="2655027" y="10058333"/><a:chExt cx="277495" cy="460375"/></a:xfrm></p:grpSpPr><p:sp><p:nvSpPr><p:cNvPr id="364" name="object 364"/><p:cNvSpPr/><p:nvPr/></p:nvSpPr><p:spPr><a:xfrm><a:off x="2813570" y="10058340"/><a:ext cx="119380" cy="158115"/></a:xfrm><a:custGeom><a:avLst/><a:gdLst/><a:ahLst/><a:cxnLst/><a:rect l="l" t="t" r="r" b="b"/><a:pathLst><a:path w="119380" h="158115"><a:moveTo><a:pt x="78168" y="0"/></a:moveTo><a:lnTo><a:pt x="74282" y="0"/></a:lnTo><a:lnTo><a:pt x="74282" y="46685"/></a:lnTo><a:lnTo><a:pt x="78168" y="46685"/></a:lnTo><a:lnTo><a:pt x="78168" y="0"/></a:lnTo><a:close/></a:path><a:path w="119380" h="158115"><a:moveTo><a:pt x="80416" y="91440"/></a:moveTo><a:lnTo><a:pt x="76225" y="91440"/></a:lnTo><a:lnTo><a:pt x="33566" y="91440"/></a:lnTo><a:lnTo><a:pt x="33566" y="95326"/></a:lnTo><a:lnTo><a:pt x="76225" y="95326"/></a:lnTo><a:lnTo><a:pt x="80416" y="95326"/></a:lnTo><a:lnTo><a:pt x="80416" y="91440"/></a:lnTo><a:close/></a:path><a:path w="119380" h="158115"><a:moveTo><a:pt x="118884" y="153885"/></a:moveTo><a:lnTo><a:pt x="76225" y="153885"/></a:lnTo><a:lnTo><a:pt x="0" y="153809"/></a:lnTo><a:lnTo><a:pt x="0" y="157683"/></a:lnTo><a:lnTo><a:pt x="76225" y="157683"/></a:lnTo><a:lnTo><a:pt x="118884" y="157683"/></a:lnTo><a:lnTo><a:pt x="118884" y="153885"/></a:lnTo><a:close/></a:path></a:pathLst></a:custGeom><a:solidFill><a:srgbClr val="000000"/></a:solidFill></p:spPr><p:txBody><a:bodyPr wrap="square" lIns="0" tIns="0" rIns="0" bIns="0" rtlCol="0"/><a:lstStyle/><a:p/></p:txBody></p:sp><p:sp><p:nvSpPr><p:cNvPr id="365" name="object 365"/><p:cNvSpPr/><p:nvPr/></p:nvSpPr><p:spPr><a:xfrm><a:off x="2883984" y="10105025"/><a:ext cx="12065" cy="34925"/></a:xfrm><a:custGeom><a:avLst/><a:gdLst/><a:ahLst/><a:cxnLst/><a:rect l="l" t="t" r="r" b="b"/><a:pathLst><a:path w="12064" h="34925"><a:moveTo><a:pt x="5817" y="34902"/></a:moveTo><a:lnTo><a:pt x="0" y="0"/></a:lnTo><a:lnTo><a:pt x="11634" y="0"/></a:lnTo><a:lnTo><a:pt x="5817" y="34902"/></a:lnTo><a:close/></a:path></a:pathLst></a:custGeom><a:solidFill><a:srgbClr val="000000"/></a:solidFill></p:spPr><p:txBody><a:bodyPr wrap="square" lIns="0" tIns="0" rIns="0" bIns="0" rtlCol="0"/><a:lstStyle/><a:p/></p:txBody></p:sp><p:sp><p:nvSpPr><p:cNvPr id="366" name="object 366"/><p:cNvSpPr/><p:nvPr/></p:nvSpPr><p:spPr><a:xfrm><a:off x="2883984" y="10105025"/><a:ext cx="12065" cy="34925"/></a:xfrm><a:custGeom><a:avLst/><a:gdLst/><a:ahLst/><a:cxnLst/><a:rect l="l" t="t" r="r" b="b"/><a:pathLst><a:path w="12064" h="34925"><a:moveTo><a:pt x="5817" y="34902"/></a:moveTo><a:lnTo><a:pt x="0" y="0"/></a:lnTo><a:lnTo><a:pt x="11634" y="0"/></a:lnTo><a:lnTo><a:pt x="5817" y="34902"/></a:lnTo></a:path></a:pathLst></a:custGeom><a:ln w="3878"><a:solidFill><a:srgbClr val="000000"/></a:solidFill></a:ln></p:spPr><p:txBody><a:bodyPr wrap="square" lIns="0" tIns="0" rIns="0" bIns="0" rtlCol="0"/><a:lstStyle/><a:p/></p:txBody></p:sp><p:sp><p:nvSpPr><p:cNvPr id="367" name="object 367"/><p:cNvSpPr/><p:nvPr/></p:nvSpPr><p:spPr><a:xfrm><a:off x="2887862" y="10260848"/><a:ext cx="4445" cy="46990"/></a:xfrm><a:custGeom><a:avLst/><a:gdLst/><a:ahLst/><a:cxnLst/><a:rect l="l" t="t" r="r" b="b"/><a:pathLst><a:path w="4444" h="46990"><a:moveTo><a:pt x="3878" y="46692"/></a:moveTo><a:lnTo><a:pt x="0" y="46692"/></a:lnTo><a:lnTo><a:pt x="0" y="0"/></a:lnTo><a:lnTo><a:pt x="3878" y="0"/></a:lnTo><a:lnTo><a:pt x="3878" y="46692"/></a:lnTo><a:close/></a:path></a:pathLst></a:custGeom><a:solidFill><a:srgbClr val="000000"/></a:solidFill></p:spPr><p:txBody><a:bodyPr wrap="square" lIns="0" tIns="0" rIns="0" bIns="0" rtlCol="0"/><a:lstStyle/><a:p/></p:txBody></p:sp><p:sp><p:nvSpPr><p:cNvPr id="368" name="object 368"/><p:cNvSpPr/><p:nvPr/></p:nvSpPr><p:spPr><a:xfrm><a:off x="2883984" y="10225945"/><a:ext cx="12065" cy="34925"/></a:xfrm><a:custGeom><a:avLst/><a:gdLst/><a:ahLst/><a:cxnLst/><a:rect l="l" t="t" r="r" b="b"/><a:pathLst><a:path w="12064" h="34925"><a:moveTo><a:pt x="11634" y="34902"/></a:moveTo><a:lnTo><a:pt x="0" y="34902"/></a:lnTo><a:lnTo><a:pt x="5817" y="0"/></a:lnTo><a:lnTo><a:pt x="11634" y="34902"/></a:lnTo><a:close/></a:path></a:pathLst></a:custGeom><a:solidFill><a:srgbClr val="000000"/></a:solidFill></p:spPr><p:txBody><a:bodyPr wrap="square" lIns="0" tIns="0" rIns="0" bIns="0" rtlCol="0"/><a:lstStyle/><a:p/></p:txBody></p:sp><p:sp><p:nvSpPr><p:cNvPr id="369" name="object 369"/><p:cNvSpPr/><p:nvPr/></p:nvSpPr><p:spPr><a:xfrm><a:off x="2715193" y="10183053"/><a:ext cx="180975" cy="128905"/></a:xfrm><a:custGeom><a:avLst/><a:gdLst/><a:ahLst/><a:cxnLst/><a:rect l="l" t="t" r="r" b="b"/><a:pathLst><a:path w="180975" h="128904"><a:moveTo><a:pt x="174607" y="42891"/></a:moveTo><a:lnTo><a:pt x="180424" y="77794"/></a:lnTo><a:lnTo><a:pt x="168790" y="77794"/></a:lnTo><a:lnTo><a:pt x="174607" y="42891"/></a:lnTo></a:path><a:path w="180975" h="128904"><a:moveTo><a:pt x="162996" y="0"/></a:moveTo><a:lnTo><a:pt x="104720" y="6636"/></a:lnTo><a:lnTo><a:pt x="59131" y="22938"/></a:lnTo><a:lnTo><a:pt x="26381" y="48797"/></a:lnTo><a:lnTo><a:pt x="6620" y="84104"/></a:lnTo><a:lnTo><a:pt x="0" y="128753"/></a:lnTo></a:path></a:pathLst></a:custGeom><a:ln w="3878"><a:solidFill><a:srgbClr val="000000"/></a:solidFill></a:ln></p:spPr><p:txBody><a:bodyPr wrap="square" lIns="0" tIns="0" rIns="0" bIns="0" rtlCol="0"/><a:lstStyle/><a:p/></p:txBody></p:sp><p:sp><p:nvSpPr><p:cNvPr id="370" name="object 370"/><p:cNvSpPr/><p:nvPr/></p:nvSpPr><p:spPr><a:xfrm><a:off x="2878167" y="10171263"/><a:ext cx="23495" cy="23495"/></a:xfrm><a:custGeom><a:avLst/><a:gdLst/><a:ahLst/><a:cxnLst/><a:rect l="l" t="t" r="r" b="b"/><a:pathLst><a:path w="23494" h="23495"><a:moveTo><a:pt x="18056" y="23268"/></a:moveTo><a:lnTo><a:pt x="5204" y="23268"/></a:lnTo><a:lnTo><a:pt x="0" y="18071"/></a:lnTo><a:lnTo><a:pt x="0" y="11634"/></a:lnTo><a:lnTo><a:pt x="0" y="5196"/></a:lnTo><a:lnTo><a:pt x="5204" y="0"/></a:lnTo><a:lnTo><a:pt x="18056" y="0"/></a:lnTo><a:lnTo><a:pt x="23268" y="5196"/></a:lnTo><a:lnTo><a:pt x="23268" y="18071"/></a:lnTo><a:lnTo><a:pt x="18056" y="23268"/></a:lnTo><a:close/></a:path></a:pathLst></a:custGeom><a:solidFill><a:srgbClr val="000000"/></a:solidFill></p:spPr><p:txBody><a:bodyPr wrap="square" lIns="0" tIns="0" rIns="0" bIns="0" rtlCol="0"/><a:lstStyle/><a:p/></p:txBody></p:sp><p:sp><p:nvSpPr><p:cNvPr id="371" name="object 371"/><p:cNvSpPr/><p:nvPr/></p:nvSpPr><p:spPr><a:xfrm><a:off x="2878167" y="10171263"/><a:ext cx="23495" cy="23495"/></a:xfrm><a:custGeom><a:avLst/><a:gdLst/><a:ahLst/><a:cxnLst/><a:rect l="l" t="t" r="r" b="b"/><a:pathLst><a:path w="23494" h="23495"><a:moveTo><a:pt x="0" y="11634"/></a:moveTo><a:lnTo><a:pt x="0" y="5196"/></a:lnTo><a:lnTo><a:pt x="5204" y="0"/></a:lnTo><a:lnTo><a:pt x="11634" y="0"/></a:lnTo><a:lnTo><a:pt x="18056" y="0"/></a:lnTo><a:lnTo><a:pt x="23268" y="5196"/></a:lnTo><a:lnTo><a:pt x="23268" y="11634"/></a:lnTo><a:lnTo><a:pt x="23268" y="18071"/></a:lnTo><a:lnTo><a:pt x="18056" y="23268"/></a:lnTo><a:lnTo><a:pt x="11634" y="23268"/></a:lnTo><a:lnTo><a:pt x="5204" y="23268"/></a:lnTo><a:lnTo><a:pt x="0" y="18071"/></a:lnTo><a:lnTo><a:pt x="0" y="11634"/></a:lnTo></a:path></a:pathLst></a:custGeom><a:ln w="7756"><a:solidFill><a:srgbClr val="000000"/></a:solidFill></a:ln></p:spPr><p:txBody><a:bodyPr wrap="square" lIns="0" tIns="0" rIns="0" bIns="0" rtlCol="0"/><a:lstStyle/><a:p/></p:txBody></p:sp><p:sp><p:nvSpPr><p:cNvPr id="372" name="object 372"/><p:cNvSpPr/><p:nvPr/></p:nvSpPr><p:spPr><a:xfrm><a:off x="2659154" y="10311804"/><a:ext cx="112395" cy="202565"/></a:xfrm><a:custGeom><a:avLst/><a:gdLst/><a:ahLst/><a:cxnLst/><a:rect l="l" t="t" r="r" b="b"/><a:pathLst><a:path w="112394" h="202565"><a:moveTo><a:pt x="112077" y="202437"/></a:moveTo><a:lnTo><a:pt x="0" y="202437"/></a:lnTo><a:lnTo><a:pt x="0" y="0"/></a:lnTo><a:lnTo><a:pt x="112077" y="0"/></a:lnTo><a:lnTo><a:pt x="112077" y="202437"/></a:lnTo><a:close/></a:path></a:pathLst></a:custGeom><a:solidFill><a:srgbClr val="FFFFFF"/></a:solidFill></p:spPr><p:txBody><a:bodyPr wrap="square" lIns="0" tIns="0" rIns="0" bIns="0" rtlCol="0"/><a:lstStyle/><a:p/></p:txBody></p:sp><p:sp><p:nvSpPr><p:cNvPr id="373" name="object 373"/><p:cNvSpPr/><p:nvPr/></p:nvSpPr><p:spPr><a:xfrm><a:off x="2659154" y="10311804"/><a:ext cx="112395" cy="202565"/></a:xfrm><a:custGeom><a:avLst/><a:gdLst/><a:ahLst/><a:cxnLst/><a:rect l="l" t="t" r="r" b="b"/><a:pathLst><a:path w="112394" h="202565"><a:moveTo><a:pt x="0" y="202437"/></a:moveTo><a:lnTo><a:pt x="0" y="0"/></a:lnTo><a:lnTo><a:pt x="112077" y="0"/></a:lnTo><a:lnTo><a:pt x="112077" y="202437"/></a:lnTo><a:lnTo><a:pt x="0" y="202437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374" name="object 374"/><p:cNvSpPr txBox="1"/><p:nvPr/></p:nvSpPr><p:spPr><a:xfrm><a:off x="2645939" y="10349295"/><a:ext cx="139065" cy="127635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 spc="-25"><a:latin typeface="Verdana"/><a:cs typeface="Verdana"/></a:rPr><a:t>3&quot;</a:t></a:r><a:endParaRPr sz="700"><a:latin typeface="Verdana"/><a:cs typeface="Verdana"/></a:endParaRPr></a:p></p:txBody></p:sp><p:grpSp><p:nvGrpSpPr><p:cNvPr id="375" name="object 375"/><p:cNvGrpSpPr/><p:nvPr/></p:nvGrpSpPr><p:grpSpPr><a:xfrm><a:off x="2827409" y="5306984"/><a:ext cx="7348220" cy="772795"/><a:chOff x="2827409" y="5306984"/><a:chExt cx="7348220" cy="772795"/></a:xfrm></p:grpSpPr><p:sp><p:nvSpPr><p:cNvPr id="376" name="object 376"/><p:cNvSpPr/><p:nvPr/></p:nvSpPr><p:spPr><a:xfrm><a:off x="2831536" y="5311112"/><a:ext cx="7339965" cy="316865"/></a:xfrm><a:custGeom><a:avLst/><a:gdLst/><a:ahLst/><a:cxnLst/><a:rect l="l" t="t" r="r" b="b"/><a:pathLst><a:path w="7339965" h="316864"><a:moveTo><a:pt x="1741176" y="158211"/></a:moveTo><a:lnTo><a:pt x="1749249" y="108232"/></a:lnTo><a:lnTo><a:pt x="1771723" y="64805"/></a:lnTo><a:lnTo><a:pt x="1805981" y="30546"/></a:lnTo><a:lnTo><a:pt x="1849408" y="8072"/></a:lnTo><a:lnTo><a:pt x="1899387" y="0"/></a:lnTo><a:lnTo><a:pt x="1949362" y="8072"/></a:lnTo><a:lnTo><a:pt x="1992787" y="30546"/></a:lnTo><a:lnTo><a:pt x="2027044" y="64805"/></a:lnTo><a:lnTo><a:pt x="2049518" y="108232"/></a:lnTo><a:lnTo><a:pt x="2057590" y="158211"/></a:lnTo><a:lnTo><a:pt x="2049518" y="208186"/></a:lnTo><a:lnTo><a:pt x="2027044" y="251610"/></a:lnTo><a:lnTo><a:pt x="1992787" y="285868"/></a:lnTo><a:lnTo><a:pt x="1949362" y="308341"/></a:lnTo><a:lnTo><a:pt x="1899387" y="316414"/></a:lnTo><a:lnTo><a:pt x="1849408" y="308341"/></a:lnTo><a:lnTo><a:pt x="1805981" y="285868"/></a:lnTo><a:lnTo><a:pt x="1771723" y="251610"/></a:lnTo><a:lnTo><a:pt x="1749249" y="208186"/></a:lnTo><a:lnTo><a:pt x="1741176" y="158211"/></a:lnTo><a:close/></a:path><a:path w="7339965" h="316864"><a:moveTo><a:pt x="0" y="158265"/></a:moveTo><a:lnTo><a:pt x="8073" y="108286"/></a:lnTo><a:lnTo><a:pt x="30549" y="64859"/></a:lnTo><a:lnTo><a:pt x="64808" y="30601"/></a:lnTo><a:lnTo><a:pt x="108235" y="8127"/></a:lnTo><a:lnTo><a:pt x="158211" y="54"/></a:lnTo><a:lnTo><a:pt x="208186" y="8127"/></a:lnTo><a:lnTo><a:pt x="251610" y="30601"/></a:lnTo><a:lnTo><a:pt x="285868" y="64859"/></a:lnTo><a:lnTo><a:pt x="308341" y="108286"/></a:lnTo><a:lnTo><a:pt x="316414" y="158265"/></a:lnTo><a:lnTo><a:pt x="308341" y="208240"/></a:lnTo><a:lnTo><a:pt x="285868" y="251665"/></a:lnTo><a:lnTo><a:pt x="251610" y="285922"/></a:lnTo><a:lnTo><a:pt x="208186" y="308396"/></a:lnTo><a:lnTo><a:pt x="158211" y="316468"/></a:lnTo><a:lnTo><a:pt x="108235" y="308396"/></a:lnTo><a:lnTo><a:pt x="64808" y="285922"/></a:lnTo><a:lnTo><a:pt x="30549" y="251665"/></a:lnTo><a:lnTo><a:pt x="8073" y="208240"/></a:lnTo><a:lnTo><a:pt x="0" y="158265"/></a:lnTo><a:close/></a:path><a:path w="7339965" h="316864"><a:moveTo><a:pt x="3512097" y="158218"/></a:moveTo><a:lnTo><a:pt x="3520170" y="108243"/></a:lnTo><a:lnTo><a:pt x="3542644" y="64816"/></a:lnTo><a:lnTo><a:pt x="3576901" y="30556"/></a:lnTo><a:lnTo><a:pt x="3620326" y="8081"/></a:lnTo><a:lnTo><a:pt x="3670301" y="7"/></a:lnTo><a:lnTo><a:pt x="3720276" y="8081"/></a:lnTo><a:lnTo><a:pt x="3763703" y="30556"/></a:lnTo><a:lnTo><a:pt x="3797963" y="64816"/></a:lnTo><a:lnTo><a:pt x="3820438" y="108243"/></a:lnTo><a:lnTo><a:pt x="3828512" y="158218"/></a:lnTo><a:lnTo><a:pt x="3820438" y="208194"/></a:lnTo><a:lnTo><a:pt x="3797963" y="251621"/></a:lnTo><a:lnTo><a:pt x="3763703" y="285881"/></a:lnTo><a:lnTo><a:pt x="3720276" y="308356"/></a:lnTo><a:lnTo><a:pt x="3670301" y="316430"/></a:lnTo><a:lnTo><a:pt x="3620326" y="308356"/></a:lnTo><a:lnTo><a:pt x="3576901" y="285881"/></a:lnTo><a:lnTo><a:pt x="3542644" y="251621"/></a:lnTo><a:lnTo><a:pt x="3520170" y="208194"/></a:lnTo><a:lnTo><a:pt x="3512097" y="158218"/></a:lnTo><a:close/></a:path><a:path w="7339965" h="316864"><a:moveTo><a:pt x="5283942" y="158257"/></a:moveTo><a:lnTo><a:pt x="5292013" y="108282"/></a:lnTo><a:lnTo><a:pt x="5314485" y="64855"/></a:lnTo><a:lnTo><a:pt x="5348744" y="30595"/></a:lnTo><a:lnTo><a:pt x="5392176" y="8120"/></a:lnTo><a:lnTo><a:pt x="5442168" y="46"/></a:lnTo><a:lnTo><a:pt x="5492160" y="8120"/></a:lnTo><a:lnTo><a:pt x="5535593" y="30595"/></a:lnTo><a:lnTo><a:pt x="5569852" y="64855"/></a:lnTo><a:lnTo><a:pt x="5592324" y="108282"/></a:lnTo><a:lnTo><a:pt x="5600395" y="158257"/></a:lnTo><a:lnTo><a:pt x="5592324" y="208233"/></a:lnTo><a:lnTo><a:pt x="5569852" y="251660"/></a:lnTo><a:lnTo><a:pt x="5535593" y="285919"/></a:lnTo><a:lnTo><a:pt x="5492160" y="308395"/></a:lnTo><a:lnTo><a:pt x="5442168" y="316468"/></a:lnTo><a:lnTo><a:pt x="5392176" y="308395"/></a:lnTo><a:lnTo><a:pt x="5348744" y="285919"/></a:lnTo><a:lnTo><a:pt x="5314485" y="251660"/></a:lnTo><a:lnTo><a:pt x="5292013" y="208233"/></a:lnTo><a:lnTo><a:pt x="5283942" y="158257"/></a:lnTo><a:close/></a:path><a:path w="7339965" h="316864"><a:moveTo><a:pt x="7023427" y="158265"/></a:moveTo><a:lnTo><a:pt x="7031506" y="108289"/></a:lnTo><a:lnTo><a:pt x="7053993" y="64863"/></a:lnTo><a:lnTo><a:pt x="7088263" y="30603"/></a:lnTo><a:lnTo><a:pt x="7131691" y="8127"/></a:lnTo><a:lnTo><a:pt x="7181654" y="54"/></a:lnTo><a:lnTo><a:pt x="7231646" y="8127"/></a:lnTo><a:lnTo><a:pt x="7275078" y="30603"/></a:lnTo><a:lnTo><a:pt x="7309337" y="64863"/></a:lnTo><a:lnTo><a:pt x="7331809" y="108289"/></a:lnTo><a:lnTo><a:pt x="7339880" y="158265"/></a:lnTo><a:lnTo><a:pt x="7331809" y="208240"/></a:lnTo><a:lnTo><a:pt x="7309337" y="251665"/></a:lnTo><a:lnTo><a:pt x="7275078" y="285922"/></a:lnTo><a:lnTo><a:pt x="7231646" y="308396"/></a:lnTo><a:lnTo><a:pt x="7181654" y="316468"/></a:lnTo><a:lnTo><a:pt x="7131691" y="308396"/></a:lnTo><a:lnTo><a:pt x="7088263" y="285922"/></a:lnTo><a:lnTo><a:pt x="7053993" y="251665"/></a:lnTo><a:lnTo><a:pt x="7031506" y="208240"/></a:lnTo><a:lnTo><a:pt x="7023427" y="158265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p:sp><p:nvSpPr><p:cNvPr id="377" name="object 377"/><p:cNvSpPr/><p:nvPr/></p:nvSpPr><p:spPr><a:xfrm><a:off x="3201376" y="5816258"/><a:ext cx="1303655" cy="263525"/></a:xfrm><a:custGeom><a:avLst/><a:gdLst/><a:ahLst/><a:cxnLst/><a:rect l="l" t="t" r="r" b="b"/><a:pathLst><a:path w="1303654" h="263525"><a:moveTo><a:pt x="1303431" y="262935"/></a:moveTo><a:lnTo><a:pt x="0" y="262935"/></a:lnTo><a:lnTo><a:pt x="0" y="0"/></a:lnTo><a:lnTo><a:pt x="1303431" y="0"/></a:lnTo><a:lnTo><a:pt x="1303431" y="262935"/></a:lnTo><a:close/></a:path></a:pathLst></a:custGeom><a:solidFill><a:srgbClr val="FFFFFF"/></a:solidFill></p:spPr><p:txBody><a:bodyPr wrap="square" lIns="0" tIns="0" rIns="0" bIns="0" rtlCol="0"/><a:lstStyle/><a:p/></p:txBody></p:sp></p:grpSp><p:sp><p:nvSpPr><p:cNvPr id="378" name="object 378"/><p:cNvSpPr txBox="1"/><p:nvPr/></p:nvSpPr><p:spPr><a:xfrm><a:off x="3201376" y="5816258"/><a:ext cx="1303655" cy="263525"/></a:xfrm><a:prstGeom prst="rect"><a:avLst/></a:prstGeom><a:ln w="7756"><a:solidFill><a:srgbClr val="000000"/></a:solidFill></a:ln></p:spPr><p:txBody><a:bodyPr wrap="square" lIns="0" tIns="0" rIns="0" bIns="0" rtlCol="0" vert="horz"><a:spAutoFit/></a:bodyPr><a:lstStyle/><a:p><a:pPr marL="15240" marR="71755"><a:lnSpc><a:spcPts val="1040"/></a:lnSpc></a:pPr><a:r><a:rPr dirty="0" sz="850"><a:latin typeface="Verdana"/><a:cs typeface="Verdana"/></a:rPr><a:t>14&quot;</a:t></a:r><a:r><a:rPr dirty="0" sz="850" spc="10"><a:latin typeface="Verdana"/><a:cs typeface="Verdana"/></a:rPr><a:t> </a:t></a:r><a:r><a:rPr dirty="0" sz="850"><a:latin typeface="Verdana"/><a:cs typeface="Verdana"/></a:rPr><a:t>DIAMETER</a:t></a:r><a:r><a:rPr dirty="0" sz="850" spc="10"><a:latin typeface="Verdana"/><a:cs typeface="Verdana"/></a:rPr><a:t> </a:t></a:r><a:r><a:rPr dirty="0" sz="850"><a:latin typeface="Verdana"/><a:cs typeface="Verdana"/></a:rPr><a:t>x</a:t></a:r><a:r><a:rPr dirty="0" sz="850" spc="10"><a:latin typeface="Verdana"/><a:cs typeface="Verdana"/></a:rPr><a:t> </a:t></a:r><a:r><a:rPr dirty="0" sz="850"><a:latin typeface="Verdana"/><a:cs typeface="Verdana"/></a:rPr><a:t>4&apos;-</a:t></a:r><a:r><a:rPr dirty="0" sz="850" spc="-25"><a:latin typeface="Verdana"/><a:cs typeface="Verdana"/></a:rPr><a:t>6&quot; </a:t></a:r><a:r><a:rPr dirty="0" sz="850"><a:latin typeface="Verdana"/><a:cs typeface="Verdana"/></a:rPr><a:t>LONG PIER, </a:t></a:r><a:r><a:rPr dirty="0" sz="850" spc="-20"><a:latin typeface="Verdana"/><a:cs typeface="Verdana"/></a:rPr><a:t>TYP.</a:t></a:r><a:endParaRPr sz="850"><a:latin typeface="Verdana"/><a:cs typeface="Verdana"/></a:endParaRPr></a:p></p:txBody></p:sp><p:pic><p:nvPicPr><p:cNvPr id="379" name="object 379"/><p:cNvPicPr/><p:nvPr/></p:nvPicPr><p:blipFill><a:blip r:embed="rId20" cstate="print"/><a:stretch><a:fillRect/></a:stretch></p:blipFill><p:spPr><a:xfrm><a:off x="3035028" y="5640401"/><a:ext cx="166347" cy="245468"/></a:xfrm><a:prstGeom prst="rect"><a:avLst/></a:prstGeom></p:spPr></p:pic><p:sp><p:nvSpPr><p:cNvPr id="380" name="object 380"/><p:cNvSpPr txBox="1"/><p:nvPr/></p:nvSpPr><p:spPr><a:xfrm><a:off x="10758640" y="4914312"/><a:ext cx="1435100" cy="263525"/></a:xfrm><a:prstGeom prst="rect"><a:avLst/></a:prstGeom><a:ln w="7756"><a:solidFill><a:srgbClr val="000000"/></a:solidFill></a:ln></p:spPr><p:txBody><a:bodyPr wrap="square" lIns="0" tIns="0" rIns="0" bIns="0" rtlCol="0" vert="horz"><a:spAutoFit/></a:bodyPr><a:lstStyle/><a:p><a:pPr marL="15240" marR="72390"><a:lnSpc><a:spcPts val="1040"/></a:lnSpc></a:pPr><a:r><a:rPr dirty="0" sz="850"><a:latin typeface="Verdana"/><a:cs typeface="Verdana"/></a:rPr><a:t>WOOD</a:t></a:r><a:r><a:rPr dirty="0" sz="850" spc="-5"><a:latin typeface="Verdana"/><a:cs typeface="Verdana"/></a:rPr><a:t> </a:t></a:r><a:r><a:rPr dirty="0" sz="850"><a:latin typeface="Verdana"/><a:cs typeface="Verdana"/></a:rPr><a:t>POSTS</a:t></a:r><a:r><a:rPr dirty="0" sz="850" spc="-5"><a:latin typeface="Verdana"/><a:cs typeface="Verdana"/></a:rPr><a:t> </a:t></a:r><a:r><a:rPr dirty="0" sz="850"><a:latin typeface="Verdana"/><a:cs typeface="Verdana"/></a:rPr><a:t>IN </a:t></a:r><a:r><a:rPr dirty="0" sz="850" spc="-10"><a:latin typeface="Verdana"/><a:cs typeface="Verdana"/></a:rPr><a:t>PIERS, </a:t></a:r><a:r><a:rPr dirty="0" sz="850"><a:latin typeface="Verdana"/><a:cs typeface="Verdana"/></a:rPr><a:t>RESTRAINED</a:t></a:r><a:r><a:rPr dirty="0" sz="850" spc="-10"><a:latin typeface="Verdana"/><a:cs typeface="Verdana"/></a:rPr><a:t> </a:t></a:r><a:r><a:rPr dirty="0" sz="850"><a:latin typeface="Verdana"/><a:cs typeface="Verdana"/></a:rPr><a:t>BY</a:t></a:r><a:r><a:rPr dirty="0" sz="850" spc="-5"><a:latin typeface="Verdana"/><a:cs typeface="Verdana"/></a:rPr><a:t> </a:t></a:r><a:r><a:rPr dirty="0" sz="850" spc="-25"><a:latin typeface="Verdana"/><a:cs typeface="Verdana"/></a:rPr><a:t>PAD</a:t></a:r><a:endParaRPr sz="850"><a:latin typeface="Verdana"/><a:cs typeface="Verdana"/></a:endParaRPr></a:p></p:txBody></p:sp><p:grpSp><p:nvGrpSpPr><p:cNvPr id="381" name="object 381"/><p:cNvGrpSpPr/><p:nvPr/></p:nvGrpSpPr><p:grpSpPr><a:xfrm><a:off x="2327584" y="4975918"/><a:ext cx="8431530" cy="5359400"/><a:chOff x="2327584" y="4975918"/><a:chExt cx="8431530" cy="5359400"/></a:xfrm></p:grpSpPr><p:sp><p:nvSpPr><p:cNvPr id="382" name="object 382"/><p:cNvSpPr/><p:nvPr/></p:nvSpPr><p:spPr><a:xfrm><a:off x="10174442" y="4980045"/><a:ext cx="580390" cy="346075"/></a:xfrm><a:custGeom><a:avLst/><a:gdLst/><a:ahLst/><a:cxnLst/><a:rect l="l" t="t" r="r" b="b"/><a:pathLst><a:path w="580390" h="346075"><a:moveTo><a:pt x="0" y="345787"/></a:moveTo><a:lnTo><a:pt x="430547" y="0"/></a:lnTo><a:lnTo><a:pt x="580319" y="0"/></a:lnTo></a:path></a:pathLst></a:custGeom><a:ln w="7756"><a:solidFill><a:srgbClr val="000000"/></a:solidFill></a:ln></p:spPr><p:txBody><a:bodyPr wrap="square" lIns="0" tIns="0" rIns="0" bIns="0" rtlCol="0"/><a:lstStyle/><a:p/></p:txBody></p:sp><p:pic><p:nvPicPr><p:cNvPr id="383" name="object 383"/><p:cNvPicPr/><p:nvPr/></p:nvPicPr><p:blipFill><a:blip r:embed="rId21" cstate="print"/><a:stretch><a:fillRect/></a:stretch></p:blipFill><p:spPr><a:xfrm><a:off x="10098121" y="5309808"/><a:ext cx="89972" cy="78128"/></a:xfrm><a:prstGeom prst="rect"><a:avLst/></a:prstGeom></p:spPr></p:pic><p:pic><p:nvPicPr><p:cNvPr id="384" name="object 384"/><p:cNvPicPr/><p:nvPr/></p:nvPicPr><p:blipFill><a:blip r:embed="rId22" cstate="print"/><a:stretch><a:fillRect/></a:stretch></p:blipFill><p:spPr><a:xfrm><a:off x="2331462" y="9905301"/><a:ext cx="8025483" cy="429926"/></a:xfrm><a:prstGeom prst="rect"><a:avLst/></a:prstGeom></p:spPr></p:pic><p:pic><p:nvPicPr><p:cNvPr id="385" name="object 385"/><p:cNvPicPr/><p:nvPr/></p:nvPicPr><p:blipFill><a:blip r:embed="rId23" cstate="print"/><a:stretch><a:fillRect/></a:stretch></p:blipFill><p:spPr><a:xfrm><a:off x="2327584" y="9699452"/><a:ext cx="175848" cy="153340"/></a:xfrm><a:prstGeom prst="rect"><a:avLst/></a:prstGeom></p:spPr></p:pic></p:grpSp><p:sp><p:nvSpPr><p:cNvPr id="386" name="object 386"/><p:cNvSpPr txBox="1"/><p:nvPr/></p:nvSpPr><p:spPr><a:xfrm><a:off x="2378221" y="9733134"/><a:ext cx="74930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grpSp><p:nvGrpSpPr><p:cNvPr id="387" name="object 387"/><p:cNvGrpSpPr/><p:nvPr/></p:nvGrpSpPr><p:grpSpPr><a:xfrm><a:off x="2520954" y="5050014"/><a:ext cx="8029575" cy="636270"/><a:chOff x="2520954" y="5050014"/><a:chExt cx="8029575" cy="636270"/></a:xfrm></p:grpSpPr><p:pic><p:nvPicPr><p:cNvPr id="388" name="object 388"/><p:cNvPicPr/><p:nvPr/></p:nvPicPr><p:blipFill><a:blip r:embed="rId24" cstate="print"/><a:stretch><a:fillRect/></a:stretch></p:blipFill><p:spPr><a:xfrm><a:off x="2524832" y="5255887"/><a:ext cx="8025475" cy="429942"/></a:xfrm><a:prstGeom prst="rect"><a:avLst/></a:prstGeom></p:spPr></p:pic><p:pic><p:nvPicPr><p:cNvPr id="389" name="object 389"/><p:cNvPicPr/><p:nvPr/></p:nvPicPr><p:blipFill><a:blip r:embed="rId19" cstate="print"/><a:stretch><a:fillRect/></a:stretch></p:blipFill><p:spPr><a:xfrm><a:off x="2520954" y="5050014"/><a:ext cx="175848" cy="153340"/></a:xfrm><a:prstGeom prst="rect"><a:avLst/></a:prstGeom></p:spPr></p:pic></p:grpSp><p:sp><p:nvSpPr><p:cNvPr id="390" name="object 390"/><p:cNvSpPr txBox="1"/><p:nvPr/></p:nvSpPr><p:spPr><a:xfrm><a:off x="2571592" y="5083688"/><a:ext cx="74930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sp><p:nvSpPr><p:cNvPr id="391" name="object 391"/><p:cNvSpPr txBox="1"/><p:nvPr/></p:nvSpPr><p:spPr><a:xfrm><a:off x="14043105" y="367045"/><a:ext cx="74930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grpSp><p:nvGrpSpPr><p:cNvPr id="392" name="object 392"/><p:cNvGrpSpPr/><p:nvPr/></p:nvGrpSpPr><p:grpSpPr><a:xfrm><a:off x="18659332" y="11180871"/><a:ext cx="1109980" cy="781685"/><a:chOff x="18659332" y="11180871"/><a:chExt cx="1109980" cy="781685"/></a:xfrm></p:grpSpPr><p:pic><p:nvPicPr><p:cNvPr id="393" name="object 393"/><p:cNvPicPr/><p:nvPr/></p:nvPicPr><p:blipFill><a:blip r:embed="rId25" cstate="print"/><a:stretch><a:fillRect/></a:stretch></p:blipFill><p:spPr><a:xfrm><a:off x="18709143" y="11370993"/><a:ext cx="1059731" cy="591333"/></a:xfrm><a:prstGeom prst="rect"><a:avLst/></a:prstGeom></p:spPr></p:pic><p:sp><p:nvSpPr><p:cNvPr id="394" name="object 394"/><p:cNvSpPr/><p:nvPr/></p:nvSpPr><p:spPr><a:xfrm><a:off x="18663459" y="11184999"/><a:ext cx="168275" cy="146050"/></a:xfrm><a:custGeom><a:avLst/><a:gdLst/><a:ahLst/><a:cxnLst/><a:rect l="l" t="t" r="r" b="b"/><a:pathLst><a:path w="168275" h="146050"><a:moveTo><a:pt x="83999" y="0"/></a:moveTo><a:lnTo><a:pt x="168077" y="145584"/></a:lnTo><a:lnTo><a:pt x="0" y="145584"/></a:lnTo><a:lnTo><a:pt x="83999" y="0"/></a:lnTo><a:close/></a:path></a:pathLst></a:custGeom><a:ln w="7756"><a:solidFill><a:srgbClr val="FF0000"/></a:solidFill></a:ln></p:spPr><p:txBody><a:bodyPr wrap="square" lIns="0" tIns="0" rIns="0" bIns="0" rtlCol="0"/><a:lstStyle/><a:p/></p:txBody></p:sp></p:grpSp><p:sp><p:nvSpPr><p:cNvPr id="395" name="object 395"/><p:cNvSpPr txBox="1"/><p:nvPr/></p:nvSpPr><p:spPr><a:xfrm><a:off x="18710174" y="11214803"/><a:ext cx="74930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pic><p:nvPicPr><p:cNvPr id="396" name="object 396"/><p:cNvPicPr/><p:nvPr/></p:nvPicPr><p:blipFill><a:blip r:embed="rId26" cstate="print"/><a:stretch><a:fillRect/></a:stretch></p:blipFill><p:spPr><a:xfrm><a:off x="18794076" y="6552834"/><a:ext cx="871177" cy="1005204"/></a:xfrm><a:prstGeom prst="rect"><a:avLst/></a:prstGeom></p:spPr></p:pic><p:sp><p:nvSpPr><p:cNvPr id="397" name="object 397"/><p:cNvSpPr txBox="1"/><p:nvPr/></p:nvSpPr><p:spPr><a:xfrm><a:off x="18777963" y="7415292"/><a:ext cx="901065" cy="129539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650"><a:latin typeface="Arial"/><a:cs typeface="Arial"/></a:endParaRPr><a:r><a:rPr dirty="0" sz="650"><a:solidFill><a:srgbClr val="FF0000"/><a:t>{{ISSUE_DATE}}, 1:10:52 PM</a:t></a:r></a:p></p:txBody></p:sp><p:sp><p:nvSpPr><p:cNvPr id="398" name="object 398"/><p:cNvSpPr txBox="1"/><p:nvPr/></p:nvSpPr><p:spPr><a:xfrm><a:off x="572198" y="7260497"/><a:ext cx="181610" cy="156210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25"><a:solidFill><a:srgbClr val="C00000"/></a:solidFill><a:latin typeface="Arial"/><a:cs typeface="Arial"/></a:rPr><a:t>By:</a:t></a:r><a:endParaRPr sz="850"><a:latin typeface="Arial"/><a:cs typeface="Arial"/></a:endParaRPr></a:p></p:txBody></p:sp><p:sp><p:nvSpPr><p:cNvPr id="399" name="object 399"/><p:cNvSpPr txBox="1"/><p:nvPr/></p:nvSpPr><p:spPr><a:xfrm><a:off x="907266" y="7410071"/><a:ext cx="1778000" cy="396240"/></a:xfrm><a:prstGeom prst="rect"><a:avLst/></a:prstGeom></p:spPr><p:txBody><a:bodyPr wrap="square" lIns="0" tIns="82550" rIns="0" bIns="0" rtlCol="0" vert="horz"><a:spAutoFit/></a:bodyPr><a:lstStyle/><a:p><a:pPr marL="15240"><a:lnSpc><a:spcPct val="100000"/></a:lnSpc><a:spcBef><a:spcPts val="650"/></a:spcBef></a:pPr><a:r><a:rPr dirty="0" sz="850"><a:solidFill><a:srgbClr val="C00000"/></a:solidFill><a:latin typeface="Arial"/><a:cs typeface="Arial"/></a:rPr><a:t>BUILDING</a:t></a:r><a:r><a:rPr dirty="0" sz="850" spc="-10"><a:solidFill><a:srgbClr val="C00000"/></a:solidFill><a:latin typeface="Arial"/><a:cs typeface="Arial"/></a:rPr><a:t> </a:t></a:r><a:r><a:rPr dirty="0" sz="850" spc="-20"><a:solidFill><a:srgbClr val="C00000"/></a:solidFill><a:latin typeface="Arial"/><a:cs typeface="Arial"/></a:rPr><a:t>CODE</a:t></a:r><a:endParaRPr sz="850"><a:latin typeface="Arial"/><a:cs typeface="Arial"/></a:endParaRPr></a:p><a:p><a:pPr marL="12700"><a:lnSpc><a:spcPct val="100000"/></a:lnSpc><a:spcBef><a:spcPts val="500"/></a:spcBef></a:pPr><a:r><a:rPr dirty="0" sz="700"><a:solidFill><a:srgbClr val="C00000"/></a:solidFill><a:latin typeface="Arial"/><a:cs typeface="Arial"/></a:rPr><a:t>Subject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to</a:t></a:r><a:r><a:rPr dirty="0" sz="700" spc="85"><a:solidFill><a:srgbClr val="C00000"/></a:solidFill><a:latin typeface="Arial"/><a:cs typeface="Arial"/></a:rPr><a:t> </a:t></a:r><a:r><a:rPr dirty="0" sz="700"><a:solidFill><a:srgbClr val="C00000"/></a:solidFill><a:latin typeface="Arial"/><a:cs typeface="Arial"/></a:rPr><a:t>CBC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Sections</a:t></a:r><a:r><a:rPr dirty="0" sz="700" spc="85"><a:solidFill><a:srgbClr val="C00000"/></a:solidFill><a:latin typeface="Arial"/><a:cs typeface="Arial"/></a:rPr><a:t> </a:t></a:r><a:r><a:rPr dirty="0" sz="700"><a:solidFill><a:srgbClr val="C00000"/></a:solidFill><a:latin typeface="Arial"/><a:cs typeface="Arial"/></a:rPr><a:t>105.4,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107.3</a:t></a:r><a:r><a:rPr dirty="0" sz="700" spc="85"><a:solidFill><a:srgbClr val="C00000"/></a:solidFill><a:latin typeface="Arial"/><a:cs typeface="Arial"/></a:rPr><a:t> </a:t></a:r><a:r><a:rPr dirty="0" sz="700" spc="-25"><a:solidFill><a:srgbClr val="C00000"/></a:solidFill><a:latin typeface="Arial"/><a:cs typeface="Arial"/></a:rPr><a:t>and</a:t></a:r><a:endParaRPr sz="700"><a:latin typeface="Arial"/><a:cs typeface="Arial"/></a:endParaRPr></a:p></p:txBody></p:sp><p:sp><p:nvSpPr><p:cNvPr id="400" name="object 400"/><p:cNvSpPr txBox="1"/><p:nvPr/></p:nvSpPr><p:spPr><a:xfrm><a:off x="907266" y="7783576"/><a:ext cx="106426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solidFill><a:srgbClr val="C00000"/></a:solidFill><a:latin typeface="Arial"/><a:cs typeface="Arial"/></a:rPr><a:t>CRC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R105.4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and</a:t></a:r><a:r><a:rPr dirty="0" sz="700" spc="80"><a:solidFill><a:srgbClr val="C00000"/></a:solidFill><a:latin typeface="Arial"/><a:cs typeface="Arial"/></a:rPr><a:t> </a:t></a:r><a:r><a:rPr dirty="0" sz="700" spc="-10"><a:solidFill><a:srgbClr val="C00000"/></a:solidFill><a:latin typeface="Arial"/><a:cs typeface="Arial"/></a:rPr><a:t>R106.3</a:t></a:r><a:endParaRPr sz="700"><a:latin typeface="Arial"/><a:cs typeface="Arial"/></a:endParaRPr></a:p></p:txBody></p:sp><p:sp><p:nvSpPr><p:cNvPr id="401" name="object 401"/><p:cNvSpPr txBox="1"/><p:nvPr/></p:nvSpPr><p:spPr><a:xfrm><a:off x="910058" y="7927243"/><a:ext cx="1730375" cy="831215"/></a:xfrm><a:prstGeom prst="rect"><a:avLst/></a:prstGeom></p:spPr><p:txBody><a:bodyPr wrap="square" lIns="0" tIns="12065" rIns="0" bIns="0" rtlCol="0" vert="horz"><a:spAutoFit/></a:bodyPr><a:lstStyle/><a:p><a:pPr marL="12700" marR="142875"><a:lnSpc><a:spcPct val="124300"/></a:lnSpc><a:spcBef><a:spcPts val="95"/></a:spcBef></a:pPr><a:r><a:rPr dirty="0" sz="850"><a:solidFill><a:srgbClr val="C00000"/></a:solidFill><a:latin typeface="Arial"/><a:cs typeface="Arial"/></a:rPr><a:t>SURVEY</a:t></a:r><a:r><a:rPr dirty="0" sz="850" spc="10"><a:solidFill><a:srgbClr val="C00000"/></a:solidFill><a:latin typeface="Arial"/><a:cs typeface="Arial"/></a:rPr><a:t> </a:t></a:r><a:r><a:rPr dirty="0" sz="850"><a:solidFill><a:srgbClr val="C00000"/></a:solidFill><a:latin typeface="Arial"/><a:cs typeface="Arial"/></a:rPr><a:t>(REVIEW</a:t></a:r><a:r><a:rPr dirty="0" sz="850" spc="30"><a:solidFill><a:srgbClr val="C00000"/></a:solidFill><a:latin typeface="Arial"/><a:cs typeface="Arial"/></a:rPr><a:t> </a:t></a:r><a:r><a:rPr dirty="0" sz="850" spc="-20"><a:solidFill><a:srgbClr val="C00000"/></a:solidFill><a:latin typeface="Arial"/><a:cs typeface="Arial"/></a:rPr><a:t>ONLY) </a:t></a:r><a:r><a:rPr dirty="0" sz="850"><a:solidFill><a:srgbClr val="C00000"/></a:solidFill><a:latin typeface="Arial"/><a:cs typeface="Arial"/></a:rPr><a:t>PLOT</a:t></a:r><a:r><a:rPr dirty="0" sz="850" spc="15"><a:solidFill><a:srgbClr val="C00000"/></a:solidFill><a:latin typeface="Arial"/><a:cs typeface="Arial"/></a:rPr><a:t> </a:t></a:r><a:r><a:rPr dirty="0" sz="850"><a:solidFill><a:srgbClr val="C00000"/></a:solidFill><a:latin typeface="Arial"/><a:cs typeface="Arial"/></a:rPr><a:t>PLAN</a:t></a:r><a:r><a:rPr dirty="0" sz="850" spc="15"><a:solidFill><a:srgbClr val="C00000"/></a:solidFill><a:latin typeface="Arial"/><a:cs typeface="Arial"/></a:rPr><a:t> </a:t></a:r><a:r><a:rPr dirty="0" sz="850" spc="-10"><a:solidFill><a:srgbClr val="C00000"/></a:solidFill><a:latin typeface="Arial"/><a:cs typeface="Arial"/></a:rPr><a:t>REVIEW </a:t></a:r><a:r><a:rPr dirty="0" sz="850"><a:solidFill><a:srgbClr val="C00000"/></a:solidFill><a:latin typeface="Arial"/><a:cs typeface="Arial"/></a:rPr><a:t>PARKING/DRIVEWAY</a:t></a:r><a:r><a:rPr dirty="0" sz="850" spc="90"><a:solidFill><a:srgbClr val="C00000"/></a:solidFill><a:latin typeface="Arial"/><a:cs typeface="Arial"/></a:rPr><a:t> </a:t></a:r><a:r><a:rPr dirty="0" sz="850" spc="-10"><a:solidFill><a:srgbClr val="C00000"/></a:solidFill><a:latin typeface="Arial"/><a:cs typeface="Arial"/></a:rPr><a:t>LAYOUT</a:t></a:r><a:endParaRPr sz="850"><a:latin typeface="Arial"/><a:cs typeface="Arial"/></a:endParaRPr></a:p><a:p><a:pPr marL="12700" marR="5080"><a:lnSpc><a:spcPct val="124300"/></a:lnSpc><a:spcBef><a:spcPts val="5"/></a:spcBef></a:pPr><a:r><a:rPr dirty="0" sz="850"><a:solidFill><a:srgbClr val="C00000"/></a:solidFill><a:latin typeface="Arial"/><a:cs typeface="Arial"/></a:rPr><a:t>GRADING</a:t></a:r><a:r><a:rPr dirty="0" sz="850" spc="-10"><a:solidFill><a:srgbClr val="C00000"/></a:solidFill><a:latin typeface="Arial"/><a:cs typeface="Arial"/></a:rPr><a:t> </a:t></a:r><a:r><a:rPr dirty="0" sz="850"><a:solidFill><a:srgbClr val="C00000"/></a:solidFill><a:latin typeface="Arial"/><a:cs typeface="Arial"/></a:rPr><a:t>&amp;</a:t></a:r><a:r><a:rPr dirty="0" sz="850" spc="-10"><a:solidFill><a:srgbClr val="C00000"/></a:solidFill><a:latin typeface="Arial"/><a:cs typeface="Arial"/></a:rPr><a:t> </a:t></a:r><a:r><a:rPr dirty="0" sz="850"><a:solidFill><a:srgbClr val="C00000"/></a:solidFill><a:latin typeface="Arial"/><a:cs typeface="Arial"/></a:rPr><a:t>EROSION</a:t></a:r><a:r><a:rPr dirty="0" sz="850" spc="-5"><a:solidFill><a:srgbClr val="C00000"/></a:solidFill><a:latin typeface="Arial"/><a:cs typeface="Arial"/></a:rPr><a:t> </a:t></a:r><a:r><a:rPr dirty="0" sz="850" spc="-10"><a:solidFill><a:srgbClr val="C00000"/></a:solidFill><a:latin typeface="Arial"/><a:cs typeface="Arial"/></a:rPr><a:t>CONTROL </a:t></a:r><a:r><a:rPr dirty="0" sz="850"><a:solidFill><a:srgbClr val="C00000"/></a:solidFill><a:latin typeface="Arial"/><a:cs typeface="Arial"/></a:rPr><a:t>SOILS</a:t></a:r><a:r><a:rPr dirty="0" sz="850" spc="5"><a:solidFill><a:srgbClr val="C00000"/></a:solidFill><a:latin typeface="Arial"/><a:cs typeface="Arial"/></a:rPr><a:t> </a:t></a:r><a:r><a:rPr dirty="0" sz="850"><a:solidFill><a:srgbClr val="C00000"/></a:solidFill><a:latin typeface="Arial"/><a:cs typeface="Arial"/></a:rPr><a:t>REPORT</a:t></a:r><a:r><a:rPr dirty="0" sz="850" spc="5"><a:solidFill><a:srgbClr val="C00000"/></a:solidFill><a:latin typeface="Arial"/><a:cs typeface="Arial"/></a:rPr><a:t> </a:t></a:r><a:r><a:rPr dirty="0" sz="850"><a:solidFill><a:srgbClr val="C00000"/></a:solidFill><a:latin typeface="Arial"/><a:cs typeface="Arial"/></a:rPr><a:t>ON</a:t></a:r><a:r><a:rPr dirty="0" sz="850" spc="5"><a:solidFill><a:srgbClr val="C00000"/></a:solidFill><a:latin typeface="Arial"/><a:cs typeface="Arial"/></a:rPr><a:t> </a:t></a:r><a:r><a:rPr dirty="0" sz="850" spc="-20"><a:solidFill><a:srgbClr val="C00000"/></a:solidFill><a:latin typeface="Arial"/><a:cs typeface="Arial"/></a:rPr><a:t>FILE</a:t></a:r><a:endParaRPr sz="850"><a:latin typeface="Arial"/><a:cs typeface="Arial"/></a:endParaRPr></a:p></p:txBody></p:sp><p:sp><p:nvSpPr><p:cNvPr id="402" name="object 402"/><p:cNvSpPr txBox="1"/><p:nvPr/></p:nvSpPr><p:spPr><a:xfrm><a:off x="572252" y="9320365"/><a:ext cx="285750" cy="156210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10"><a:solidFill><a:srgbClr val="C00000"/></a:solidFill><a:latin typeface="Arial"/><a:cs typeface="Arial"/></a:rPr><a:t>Date:</a:t></a:r><a:endParaRPr sz="850"><a:latin typeface="Arial"/><a:cs typeface="Arial"/></a:endParaRPr></a:p></p:txBody></p:sp><p:sp><p:nvSpPr><p:cNvPr id="403" name="object 403"/><p:cNvSpPr txBox="1"/><p:nvPr/></p:nvSpPr><p:spPr><a:xfrm><a:off x="601051" y="8896747"/><a:ext cx="2171700" cy="173990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b="1"><a:solidFill><a:srgbClr val="C00000"/></a:solidFill><a:latin typeface="Arial"/><a:cs typeface="Arial"/></a:rPr><a:t>ELEC/MECH/PLUMB</a:t></a:r><a:r><a:rPr dirty="0" sz="950" spc="114" b="1"><a:solidFill><a:srgbClr val="C00000"/></a:solidFill><a:latin typeface="Arial"/><a:cs typeface="Arial"/></a:rPr><a:t> </a:t></a:r><a:r><a:rPr dirty="0" sz="950" b="1"><a:solidFill><a:srgbClr val="C00000"/></a:solidFill><a:latin typeface="Arial"/><a:cs typeface="Arial"/></a:rPr><a:t>NOT</a:t></a:r><a:r><a:rPr dirty="0" sz="950" spc="114" b="1"><a:solidFill><a:srgbClr val="C00000"/></a:solidFill><a:latin typeface="Arial"/><a:cs typeface="Arial"/></a:rPr><a:t> </a:t></a:r><a:r><a:rPr dirty="0" sz="950" spc="-10" b="1"><a:solidFill><a:srgbClr val="C00000"/></a:solidFill><a:latin typeface="Arial"/><a:cs typeface="Arial"/></a:rPr><a:t>CHECKED</a:t></a:r><a:endParaRPr sz="950"><a:latin typeface="Arial"/><a:cs typeface="Arial"/></a:endParaRPr></a:p></p:txBody></p:sp><p:sp><p:nvSpPr><p:cNvPr id="404" name="object 404"/><p:cNvSpPr txBox="1"/><p:nvPr/></p:nvSpPr><p:spPr><a:xfrm><a:off x="520867" y="5888985"/><a:ext cx="2319655" cy="1389380"/></a:xfrm><a:prstGeom prst="rect"><a:avLst/></a:prstGeom></p:spPr><p:txBody><a:bodyPr wrap="square" lIns="0" tIns="57785" rIns="0" bIns="0" rtlCol="0" vert="horz"><a:spAutoFit/></a:bodyPr><a:lstStyle/><a:p><a:pPr algn="ctr"><a:lnSpc><a:spcPct val="100000"/></a:lnSpc><a:spcBef><a:spcPts val="455"/></a:spcBef></a:pPr><a:endParaRPr sz="1200"><a:latin typeface="Arial"/><a:cs typeface="Arial"/></a:endParaRPr><a:r><a:rPr dirty="0" sz="1200" b="1"><a:solidFill><a:srgbClr val="C00000"/><a:t>SUBMITTED FOR REVIEW</a:t></a:r></a:p><a:p><a:pPr algn="ctr" marL="228600" marR="211454" indent="-635"><a:lnSpc><a:spcPct val="90100"/></a:lnSpc><a:spcBef><a:spcPts val="595"/></a:spcBef></a:pPr><a:endParaRPr sz="1200"><a:latin typeface="Arial"/><a:cs typeface="Arial"/></a:endParaRPr><a:r><a:rPr dirty="0" sz="1450" b="1"><a:solidFill><a:srgbClr val="C00000"/><a:t>FOR OFFICIAL USE ONLY</a:t></a:r></a:p><a:p><a:pPr algn="ctr" marL="91440" marR="74295"><a:lnSpc><a:spcPct val="102699"/></a:lnSpc><a:spcBef><a:spcPts val="114"/></a:spcBef></a:pPr><a:endParaRPr sz="850"><a:latin typeface="Arial"/><a:cs typeface="Arial"/></a:endParaRPr><a:r><a:rPr dirty="0" sz="850"><a:solidFill><a:srgbClr val="C00000"/><a:t></a:t></a:r></a:p><a:p><a:pPr algn="ctr" marL="9525"><a:lnSpc><a:spcPct val="100000"/></a:lnSpc><a:spcBef><a:spcPts val="385"/></a:spcBef></a:pPr><a:endParaRPr sz="1100"><a:latin typeface="Arial"/><a:cs typeface="Arial"/></a:endParaRPr><a:r><a:rPr dirty="0" sz="1100" b="1"><a:solidFill><a:srgbClr val="C00000"/><a:t></a:t></a:r></a:p></p:txBody></p:sp><p:grpSp><p:nvGrpSpPr><p:cNvPr id="405" name="object 405"/><p:cNvGrpSpPr/><p:nvPr/></p:nvGrpSpPr><p:grpSpPr><a:xfrm><a:off x="565352" y="7108903"/><a:ext cx="2237740" cy="2381885"/><a:chOff x="565352" y="7108903"/><a:chExt cx="2237740" cy="2381885"/></a:xfrm></p:grpSpPr><p:sp><p:nvSpPr><p:cNvPr id="406" name="object 406"/><p:cNvSpPr/><p:nvPr/></p:nvSpPr><p:spPr><a:xfrm><a:off x="565340" y="8109944"/><a:ext cx="2237740" cy="1380490"/></a:xfrm><a:custGeom><a:avLst/><a:gdLst/><a:ahLst/><a:cxnLst/><a:rect l="l" t="t" r="r" b="b"/><a:pathLst><a:path w="2237740" h="1380490"><a:moveTo><a:pt x="338797" y="644080"/></a:moveTo><a:lnTo><a:pt x="0" y="644080"/></a:lnTo><a:lnTo><a:pt x="0" y="666407"/></a:lnTo><a:lnTo><a:pt x="338797" y="666407"/></a:lnTo><a:lnTo><a:pt x="338797" y="644080"/></a:lnTo><a:close/></a:path><a:path w="2237740" h="1380490"><a:moveTo><a:pt x="338797" y="483057"/></a:moveTo><a:lnTo><a:pt x="0" y="483057"/></a:lnTo><a:lnTo><a:pt x="0" y="505396"/></a:lnTo><a:lnTo><a:pt x="338797" y="505396"/></a:lnTo><a:lnTo><a:pt x="338797" y="483057"/></a:lnTo><a:close/></a:path><a:path w="2237740" h="1380490"><a:moveTo><a:pt x="338797" y="322033"/></a:moveTo><a:lnTo><a:pt x="0" y="322033"/></a:lnTo><a:lnTo><a:pt x="0" y="344373"/></a:lnTo><a:lnTo><a:pt x="338797" y="344373"/></a:lnTo><a:lnTo><a:pt x="338797" y="322033"/></a:lnTo><a:close/></a:path><a:path w="2237740" h="1380490"><a:moveTo><a:pt x="338797" y="161023"/></a:moveTo><a:lnTo><a:pt x="0" y="161023"/></a:lnTo><a:lnTo><a:pt x="0" y="183349"/></a:lnTo><a:lnTo><a:pt x="338797" y="183349"/></a:lnTo><a:lnTo><a:pt x="338797" y="161023"/></a:lnTo><a:close/></a:path><a:path w="2237740" h="1380490"><a:moveTo><a:pt x="338797" y="0"/></a:moveTo><a:lnTo><a:pt x="0" y="0"/></a:lnTo><a:lnTo><a:pt x="0" y="22339"/></a:lnTo><a:lnTo><a:pt x="338797" y="22339"/></a:lnTo><a:lnTo><a:pt x="338797" y="0"/></a:lnTo><a:close/></a:path><a:path w="2237740" h="1380490"><a:moveTo><a:pt x="2237511" y="1357960"/></a:moveTo><a:lnTo><a:pt x="337870" y="1357960"/></a:lnTo><a:lnTo><a:pt x="337870" y="1380299"/></a:lnTo><a:lnTo><a:pt x="2237511" y="1380299"/></a:lnTo><a:lnTo><a:pt x="2237511" y="1357960"/></a:lnTo><a:close/></a:path></a:pathLst></a:custGeom><a:solidFill><a:srgbClr val="C00000"/></a:solidFill></p:spPr><p:txBody><a:bodyPr wrap="square" lIns="0" tIns="0" rIns="0" bIns="0" rtlCol="0"/><a:lstStyle/><a:p/></p:txBody></p:sp><p:pic><p:nvPicPr><p:cNvPr id="407" name="object 407"/><p:cNvPicPr/><p:nvPr/></p:nvPicPr><p:blipFill><a:blip r:embed="rId27" cstate="print"/><a:stretch><a:fillRect/></a:stretch></p:blipFill><p:spPr><a:xfrm><a:off x="565352" y="7108903"/><a:ext cx="2237511" cy="675897"/></a:xfrm><a:prstGeom prst="rect"><a:avLst/></a:prstGeom></p:spPr></p:pic></p:grpSp><p:sp><p:nvSpPr><p:cNvPr id="408" name="object 408"/><p:cNvSpPr txBox="1"/><p:nvPr/></p:nvSpPr><p:spPr><a:xfrm><a:off x="1966881" y="7255429"/><a:ext cx="429259" cy="193040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endParaRPr sz="1100"><a:latin typeface="Arial"/><a:cs typeface="Arial"/></a:endParaRPr><a:r><a:rPr dirty="0" sz="1100" spc="-10"><a:solidFill><a:srgbClr val="FF0000"/><a:t></a:t></a:r></a:p></p:txBody></p:sp><p:sp><p:nvSpPr><p:cNvPr id="409" name="object 409"/><p:cNvSpPr txBox="1"/><p:nvPr/></p:nvSpPr><p:spPr><a:xfrm><a:off x="1349559" y="9253120"/><a:ext cx="62357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endParaRPr sz="950"><a:latin typeface="Calibri"/><a:cs typeface="Calibri"/></a:endParaRPr><a:r><a:rPr dirty="0" sz="950" spc="-10"><a:solidFill><a:srgbClr val="FF0000"/><a:t>{{ISSUE_DATE}}</a:t></a:r></a:p></p:txBody></p:sp><p:sp><p:nvSpPr><p:cNvPr id="410" name="object 410"/><p:cNvSpPr txBox="1"/><p:nvPr/></p:nvSpPr><p:spPr><a:xfrm><a:off x="736045" y="5474662"/><a:ext cx="1723389" cy="47244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2900"><a:latin typeface="Arial"/><a:cs typeface="Arial"/></a:endParaRPr><a:r><a:rPr dirty="0" sz="2900" spc="-10"><a:solidFill><a:srgbClr val="FF0000"/><a:t>{{JOB_NO}}</a:t></a:r></a:p></p:txBody></p:sp><p:sp><p:nvSpPr><p:cNvPr id="411" name="object 411"/><p:cNvSpPr/><p:nvPr/></p:nvSpPr><p:spPr><a:xfrm><a:off x="12313737" y="4369237"/><a:ext cx="0" cy="1511935"/></a:xfrm><a:custGeom><a:avLst/><a:gdLst/><a:ahLst/><a:cxnLst/><a:rect l="l" t="t" r="r" b="b"/><a:pathLst><a:path w="0" h="1511935"><a:moveTo><a:pt x="0" y="0"/></a:moveTo><a:lnTo><a:pt x="0" y="429694"/></a:lnTo><a:lnTo><a:pt x="0" y="1511881"/></a:lnTo></a:path></a:pathLst></a:custGeom><a:ln w="7756"><a:solidFill><a:srgbClr val="FF0000"/></a:solidFill></a:ln></p:spPr><p:txBody><a:bodyPr wrap="square" lIns="0" tIns="0" rIns="0" bIns="0" rtlCol="0"/><a:lstStyle/><a:p/></p:txBody></p:sp><p:sp><p:nvSpPr><p:cNvPr id="412" name="object 412"/><p:cNvSpPr txBox="1"/><p:nvPr/></p:nvSpPr><p:spPr><a:xfrm><a:off x="11843421" y="3890505"/><a:ext cx="868680" cy="351155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solidFill><a:srgbClr val="FF0000"/></a:solidFill><a:latin typeface="Arial"/><a:cs typeface="Arial"/></a:rPr><a:t>verify</a:t></a:r><a:r><a:rPr dirty="0" sz="700" spc="45"><a:solidFill><a:srgbClr val="FF0000"/></a:solidFill><a:latin typeface="Arial"/><a:cs typeface="Arial"/></a:rPr><a:t> </a:t></a:r><a:r><a:rPr dirty="0" sz="700"><a:solidFill><a:srgbClr val="FF0000"/></a:solidFill><a:latin typeface="Arial"/><a:cs typeface="Arial"/></a:rPr><a:t>4&quot;</a:t></a:r><a:r><a:rPr dirty="0" sz="700" spc="45"><a:solidFill><a:srgbClr val="FF0000"/></a:solidFill><a:latin typeface="Arial"/><a:cs typeface="Arial"/></a:rPr><a:t> </a:t></a:r><a:r><a:rPr dirty="0" sz="700" spc="-10"><a:solidFill><a:srgbClr val="FF0000"/></a:solidFill><a:latin typeface="Arial"/><a:cs typeface="Arial"/></a:rPr><a:t>minimum</a:t></a:r><a:endParaRPr sz="700"><a:latin typeface="Arial"/><a:cs typeface="Arial"/></a:endParaRPr></a:p><a:p><a:pPr marL="12700"><a:lnSpc><a:spcPct val="100000"/></a:lnSpc><a:spcBef><a:spcPts val="5"/></a:spcBef></a:pPr><a:r><a:rPr dirty="0" sz="700"><a:solidFill><a:srgbClr val="FF0000"/></a:solidFill><a:latin typeface="Arial"/><a:cs typeface="Arial"/></a:rPr><a:t>required.</a:t></a:r><a:r><a:rPr dirty="0" sz="700" spc="340"><a:solidFill><a:srgbClr val="FF0000"/></a:solidFill><a:latin typeface="Arial"/><a:cs typeface="Arial"/></a:rPr><a:t> </a:t></a:r><a:r><a:rPr dirty="0" sz="700"><a:solidFill><a:srgbClr val="FF0000"/></a:solidFill><a:latin typeface="Arial"/><a:cs typeface="Arial"/></a:rPr><a:t>2025</a:t></a:r><a:r><a:rPr dirty="0" sz="700" spc="65"><a:solidFill><a:srgbClr val="FF0000"/></a:solidFill><a:latin typeface="Arial"/><a:cs typeface="Arial"/></a:rPr><a:t> </a:t></a:r><a:r><a:rPr dirty="0" sz="700" spc="-25"><a:solidFill><a:srgbClr val="FF0000"/></a:solidFill><a:latin typeface="Arial"/><a:cs typeface="Arial"/></a:rPr><a:t>CFC</a:t></a:r><a:endParaRPr sz="700"><a:latin typeface="Arial"/><a:cs typeface="Arial"/></a:endParaRPr></a:p><a:p><a:pPr marL="12700"><a:lnSpc><a:spcPct val="100000"/></a:lnSpc></a:pPr><a:r><a:rPr dirty="0" sz="700" spc="-20"><a:solidFill><a:srgbClr val="FF0000"/></a:solidFill><a:latin typeface="Arial"/><a:cs typeface="Arial"/></a:rPr><a:t>312.</a:t></a:r><a:endParaRPr sz="700"><a:latin typeface="Arial"/><a:cs typeface="Arial"/></a:endParaRPr></a:p></p:txBody></p:sp><p:sp><p:nvSpPr><p:cNvPr id="416" name="object 416"/><p:cNvSpPr txBox="1"/><p:nvPr/></p:nvSpPr><p:spPr><a:xfrm><a:off x="19397141" y="12447153"/><a:ext cx="220979" cy="139065"/></a:xfrm><a:prstGeom prst="rect"><a:avLst/></a:prstGeom></p:spPr><p:txBody><a:bodyPr wrap="square" lIns="0" tIns="17145" rIns="0" bIns="0" rtlCol="0" vert="horz"><a:spAutoFit/></a:bodyPr><a:lstStyle/><a:p><a:pPr marL="12700"><a:lnSpc><a:spcPct val="100000"/></a:lnSpc><a:spcBef><a:spcPts val="135"/></a:spcBef></a:pPr><a:endParaRPr sz="700"><a:latin typeface="Verdana"/><a:cs typeface="Verdana"/></a:endParaRPr><a:r><a:rPr dirty="0" sz="700" spc="-20"><a:latin typeface="Verdana"/><a:t>{{DESIGNED_BY}}</a:t></a:r></a:p></p:txBody></p:sp><p:sp><p:nvSpPr><p:cNvPr id="417" name="object 417"/><p:cNvSpPr txBox="1"/><p:nvPr/></p:nvSpPr><p:spPr><a:xfrm><a:off x="18623458" y="12461237"/><a:ext cx="551815" cy="110489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r><a:rPr dirty="0" sz="550"><a:latin typeface="Verdana"/><a:cs typeface="Verdana"/></a:rPr><a:t>DESIGNED</a:t></a:r><a:r><a:rPr dirty="0" sz="550" spc="-30"><a:latin typeface="Verdana"/><a:cs typeface="Verdana"/></a:rPr><a:t> </a:t></a:r><a:r><a:rPr dirty="0" sz="550" spc="-25"><a:latin typeface="Verdana"/><a:cs typeface="Verdana"/></a:rPr><a:t>BY:</a:t></a:r><a:endParaRPr sz="550"><a:latin typeface="Verdana"/><a:cs typeface="Verdana"/></a:endParaRPr></a:p></p:txBody></p:sp><p:sp><p:nvSpPr><p:cNvPr id="418" name="object 418"/><p:cNvSpPr txBox="1"/><p:nvPr/></p:nvSpPr><p:spPr><a:xfrm><a:off x="19268078" y="12694577"/><a:ext cx="480695" cy="139065"/></a:xfrm><a:prstGeom prst="rect"><a:avLst/></a:prstGeom></p:spPr><p:txBody><a:bodyPr wrap="square" lIns="0" tIns="17145" rIns="0" bIns="0" rtlCol="0" vert="horz"><a:spAutoFit/></a:bodyPr><a:lstStyle/><a:p><a:pPr marL="12700"><a:lnSpc><a:spcPct val="100000"/></a:lnSpc><a:spcBef><a:spcPts val="135"/></a:spcBef></a:pPr><a:endParaRPr sz="700"><a:latin typeface="Verdana"/><a:cs typeface="Verdana"/></a:endParaRPr><a:r><a:rPr dirty="0" sz="700" spc="-10"><a:latin typeface="Verdana"/><a:t>{{CHECKED_BY}}</a:t></a:r></a:p></p:txBody></p:sp><p:sp><p:nvSpPr><p:cNvPr id="419" name="object 419"/><p:cNvSpPr txBox="1"/><p:nvPr/></p:nvSpPr><p:spPr><a:xfrm><a:off x="18642849" y="12708725"/><a:ext cx="513080" cy="110489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r><a:rPr dirty="0" sz="550"><a:latin typeface="Verdana"/><a:cs typeface="Verdana"/></a:rPr><a:t>CHECKED</a:t></a:r><a:r><a:rPr dirty="0" sz="550" spc="-30"><a:latin typeface="Verdana"/><a:cs typeface="Verdana"/></a:rPr><a:t> </a:t></a:r><a:r><a:rPr dirty="0" sz="550" spc="-25"><a:latin typeface="Verdana"/><a:cs typeface="Verdana"/></a:rPr><a:t>BY:</a:t></a:r><a:endParaRPr sz="550"><a:latin typeface="Verdana"/><a:cs typeface="Verdana"/></a:endParaRPr></a:p></p:txBody></p:sp><p:sp><p:nvSpPr><p:cNvPr id="420" name="object 420"/><p:cNvSpPr txBox="1"/><p:nvPr/></p:nvSpPr><p:spPr><a:xfrm><a:off x="17918031" y="12833602"/><a:ext cx="231775" cy="64769"/></a:xfrm><a:prstGeom prst="rect"><a:avLst/></a:prstGeom></p:spPr><p:txBody><a:bodyPr wrap="square" lIns="0" tIns="3810" rIns="0" bIns="0" rtlCol="0" vert="horz"><a:spAutoFit/></a:bodyPr><a:lstStyle/><a:p><a:pPr marL="12700"><a:lnSpc><a:spcPct val="100000"/></a:lnSpc><a:spcBef><a:spcPts val="30"/></a:spcBef></a:pPr><a:endParaRPr sz="300"><a:latin typeface="Calibri"/><a:cs typeface="Calibri"/></a:endParaRPr><a:r><a:rPr dirty="0" sz="300"><a:latin typeface="Calibri"/><a:t>{{SE_EXP}}</a:t></a:r></a:p></p:txBody></p:sp><p:sp><p:nvSpPr><p:cNvPr id="421" name="object 421"/><p:cNvSpPr txBox="1"/><p:nvPr/></p:nvSpPr><p:spPr><a:xfrm><a:off x="18628495" y="12928603"/><a:ext cx="492759" cy="147955"/></a:xfrm><a:prstGeom prst="rect"><a:avLst/></a:prstGeom></p:spPr><p:txBody><a:bodyPr wrap="square" lIns="0" tIns="12065" rIns="0" bIns="0" rtlCol="0" vert="horz"><a:spAutoFit/></a:bodyPr><a:lstStyle/><a:p><a:pPr marL="12700"><a:lnSpc><a:spcPct val="100000"/></a:lnSpc><a:spcBef><a:spcPts val="95"/></a:spcBef></a:pPr><a:r><a:rPr dirty="0" sz="800"><a:latin typeface="Verdana"/><a:cs typeface="Verdana"/></a:rPr><a:t>JOB</a:t></a:r><a:r><a:rPr dirty="0" sz="800" spc="-25"><a:latin typeface="Verdana"/><a:cs typeface="Verdana"/></a:rPr><a:t> </a:t></a:r><a:r><a:rPr dirty="0" sz="800" spc="-20"><a:latin typeface="Verdana"/><a:cs typeface="Verdana"/></a:rPr><a:t>NO.:</a:t></a:r><a:endParaRPr sz="800"><a:latin typeface="Verdana"/><a:cs typeface="Verdana"/></a:endParaRPr></a:p></p:txBody></p:sp><p:sp><p:nvSpPr><p:cNvPr id="422" name="object 422"/><p:cNvSpPr txBox="1"/><p:nvPr/></p:nvSpPr><p:spPr><a:xfrm><a:off x="19378215" y="12942703"/><a:ext cx="258445" cy="120014"/></a:xfrm><a:prstGeom prst="rect"><a:avLst/></a:prstGeom></p:spPr><p:txBody><a:bodyPr wrap="square" lIns="0" tIns="14605" rIns="0" bIns="0" rtlCol="0" vert="horz"><a:spAutoFit/></a:bodyPr><a:lstStyle/><a:p><a:pPr marL="12700"><a:lnSpc><a:spcPct val="100000"/></a:lnSpc><a:spcBef><a:spcPts val="115"/></a:spcBef></a:pPr><a:endParaRPr sz="600"><a:latin typeface="Verdana"/><a:cs typeface="Verdana"/></a:endParaRPr><a:r><a:rPr dirty="0" sz="600"><a:latin typeface="Verdana"/><a:t>{{JOB_NO}}</a:t></a:r></a:p></p:txBody></p:sp><p:sp><p:nvSpPr><p:cNvPr id="413" name="object 413"/><p:cNvSpPr txBox="1"/><p:nvPr/></p:nvSpPr><p:spPr><a:xfrm><a:off x="15621137" y="10179115"/><a:ext cx="138620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 b="1"><a:solidFill><a:srgbClr val="FF0000"/></a:solidFill><a:latin typeface="Arial"/><a:cs typeface="Arial"/></a:rPr><a:t>2025</a:t></a:r><a:r><a:rPr dirty="0" sz="700" spc="60" b="1"><a:solidFill><a:srgbClr val="FF0000"/></a:solidFill><a:latin typeface="Arial"/><a:cs typeface="Arial"/></a:rPr><a:t> </a:t></a:r><a:r><a:rPr dirty="0" sz="700" b="1"><a:solidFill><a:srgbClr val="FF0000"/></a:solidFill><a:latin typeface="Arial"/><a:cs typeface="Arial"/></a:rPr><a:t>CFC</a:t></a:r><a:r><a:rPr dirty="0" sz="700" spc="65" b="1"><a:solidFill><a:srgbClr val="FF0000"/></a:solidFill><a:latin typeface="Arial"/><a:cs typeface="Arial"/></a:rPr><a:t> </a:t></a:r><a:r><a:rPr dirty="0" sz="700" b="1"><a:solidFill><a:srgbClr val="FF0000"/></a:solidFill><a:latin typeface="Arial"/><a:cs typeface="Arial"/></a:rPr><a:t>312</a:t></a:r><a:r><a:rPr dirty="0" sz="700" spc="60" b="1"><a:solidFill><a:srgbClr val="FF0000"/></a:solidFill><a:latin typeface="Arial"/><a:cs typeface="Arial"/></a:rPr><a:t> </a:t></a:r><a:r><a:rPr dirty="0" sz="700" b="1"><a:solidFill><a:srgbClr val="FF0000"/></a:solidFill><a:latin typeface="Arial"/><a:cs typeface="Arial"/></a:rPr><a:t>shall</a:t></a:r><a:r><a:rPr dirty="0" sz="700" spc="65" b="1"><a:solidFill><a:srgbClr val="FF0000"/></a:solidFill><a:latin typeface="Arial"/><a:cs typeface="Arial"/></a:rPr><a:t> </a:t></a:r><a:r><a:rPr dirty="0" sz="700" b="1"><a:solidFill><a:srgbClr val="FF0000"/></a:solidFill><a:latin typeface="Arial"/><a:cs typeface="Arial"/></a:rPr><a:t>apply</a:t></a:r><a:r><a:rPr dirty="0" sz="700" spc="65" b="1"><a:solidFill><a:srgbClr val="FF0000"/></a:solidFill><a:latin typeface="Arial"/><a:cs typeface="Arial"/></a:rPr><a:t> </a:t></a:r><a:r><a:rPr dirty="0" sz="700" b="1"><a:solidFill><a:srgbClr val="FF0000"/></a:solidFill><a:latin typeface="Arial"/><a:cs typeface="Arial"/></a:rPr><a:t>-</a:t></a:r><a:r><a:rPr dirty="0" sz="700" spc="60" b="1"><a:solidFill><a:srgbClr val="FF0000"/></a:solidFill><a:latin typeface="Arial"/><a:cs typeface="Arial"/></a:rPr><a:t> </a:t></a:r><a:r><a:rPr dirty="0" sz="700" spc="-20" b="1"><a:solidFill><a:srgbClr val="FF0000"/></a:solidFill><a:latin typeface="Arial"/><a:cs typeface="Arial"/></a:rPr><a:t>typ.</a:t></a:r><a:endParaRPr sz="700"><a:latin typeface="Arial"/><a:cs typeface="Arial"/></a:endParaRPr></a:p></p:txBody></p:sp><p:sp><p:nvSpPr><p:cNvPr id="414" name="object 414"/><p:cNvSpPr txBox="1"/><p:nvPr/></p:nvSpPr><p:spPr><a:xfrm><a:off x="16427389" y="5202405"/><a:ext cx="1257935" cy="654050"/></a:xfrm><a:prstGeom prst="rect"><a:avLst/></a:prstGeom></p:spPr><p:txBody><a:bodyPr wrap="square" lIns="0" tIns="19050" rIns="0" bIns="0" rtlCol="0" vert="horz"><a:spAutoFit/></a:bodyPr><a:lstStyle/><a:p><a:pPr marL="12700" marR="5080"><a:lnSpc><a:spcPts val="700"/></a:lnSpc><a:spcBef><a:spcPts val="150"/></a:spcBef></a:pPr><a:endParaRPr sz="600"><a:latin typeface="Arial"/><a:cs typeface="Arial"/></a:endParaRPr><a:r><a:rPr dirty="0" sz="600" b="1"><a:solidFill><a:srgbClr val="FF0000"/><a:t>SUBMITTED FOR REVIEW SUBJECT TO FIELD INSPECTION</a:t></a:r></a:p><a:p><a:pPr marL="12700" marR="185420"><a:lnSpc><a:spcPts val="700"/></a:lnSpc><a:spcBef><a:spcPts val="5"/></a:spcBef></a:pPr><a:endParaRPr sz="600"><a:latin typeface="Arial"/><a:cs typeface="Arial"/></a:endParaRPr><a:r><a:rPr dirty="0" sz="600" b="1"><a:solidFill><a:srgbClr val="FF0000"/><a:t> </a:t></a:r></a:p><a:p><a:pPr marL="12700" marR="301625"><a:lnSpc><a:spcPts val="700"/></a:lnSpc><a:spcBef><a:spcPts val="5"/></a:spcBef></a:pPr><a:endParaRPr sz="600"><a:latin typeface="Arial"/><a:cs typeface="Arial"/></a:endParaRPr><a:r><a:rPr dirty="0" sz="600" b="1"><a:solidFill><a:srgbClr val="FF0000"/><a:t> </a:t></a:r></a:p></p:txBody></p:sp><p:sp><p:nvSpPr><p:cNvPr id="415" name="object 415"/><p:cNvSpPr txBox="1"/><p:nvPr/></p:nvSpPr><p:spPr><a:xfrm><a:off x="16427389" y="5915974"/><a:ext cx="1727835" cy="475615"/></a:xfrm><a:prstGeom prst="rect"><a:avLst/></a:prstGeom></p:spPr><p:txBody><a:bodyPr wrap="square" lIns="0" tIns="13970" rIns="0" bIns="0" rtlCol="0" vert="horz"><a:spAutoFit/></a:bodyPr><a:lstStyle/><a:p><a:pPr marL="12700"><a:lnSpc><a:spcPts val="710"/></a:lnSpc><a:spcBef><a:spcPts val="110"/></a:spcBef></a:pPr><a:r><a:rPr dirty="0" sz="600" b="1"><a:solidFill><a:srgbClr val="FF0000"/></a:solidFill><a:latin typeface="Arial"/><a:cs typeface="Arial"/></a:rPr><a:t>OFD</a:t></a:r><a:r><a:rPr dirty="0" sz="600" spc="25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NOTES:</a:t></a:r><a:endParaRPr sz="600"><a:latin typeface="Arial"/><a:cs typeface="Arial"/></a:endParaRPr></a:p><a:p><a:pPr marL="12700"><a:lnSpc><a:spcPts val="700"/></a:lnSpc></a:pPr><a:r><a:rPr dirty="0" sz="600" spc="-25" b="1"><a:solidFill><a:srgbClr val="FF0000"/></a:solidFill><a:latin typeface="Arial"/><a:cs typeface="Arial"/></a:rPr><a:t>1.</a:t></a:r><a:endParaRPr sz="600"><a:latin typeface="Arial"/><a:cs typeface="Arial"/></a:endParaRPr></a:p><a:p><a:pPr algn="just" marL="12700" marR="5080"><a:lnSpc><a:spcPts val="700"/></a:lnSpc><a:spcBef><a:spcPts val="30"/></a:spcBef></a:pPr><a:r><a:rPr dirty="0" sz="600" b="1"><a:solidFill><a:srgbClr val="FF0000"/></a:solidFill><a:latin typeface="Arial"/><a:cs typeface="Arial"/></a:rPr><a:t>Provide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required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minimum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5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feet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setback</a:t></a:r><a:r><a:rPr dirty="0" sz="600" spc="20" b="1"><a:solidFill><a:srgbClr val="FF0000"/></a:solidFill><a:latin typeface="Arial"/><a:cs typeface="Arial"/></a:rPr><a:t> </a:t></a:r><a:r><a:rPr dirty="0" sz="600" spc="-20" b="1"><a:solidFill><a:srgbClr val="FF0000"/></a:solidFill><a:latin typeface="Arial"/><a:cs typeface="Arial"/></a:rPr><a:t>with</a:t></a:r><a:r><a:rPr dirty="0" sz="600" spc="50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non-combustible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vegetation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or</a:t></a:r><a:r><a:rPr dirty="0" sz="600" spc="3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structure.</a:t></a:r><a:r><a:rPr dirty="0" sz="600" spc="229" b="1"><a:solidFill><a:srgbClr val="FF0000"/></a:solidFill><a:latin typeface="Arial"/><a:cs typeface="Arial"/></a:rPr><a:t> </a:t></a:r><a:r><a:rPr dirty="0" sz="600" spc="-20" b="1"><a:solidFill><a:srgbClr val="FF0000"/></a:solidFill><a:latin typeface="Arial"/><a:cs typeface="Arial"/></a:rPr><a:t>Ref.</a:t></a:r><a:r><a:rPr dirty="0" sz="600" spc="50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CA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Wildland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Urban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Interface</a:t></a:r><a:r><a:rPr dirty="0" sz="600" spc="25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Code.</a:t></a:r><a:endParaRPr sz="600"><a:latin typeface="Arial"/><a:cs typeface="Arial"/></a:endParaRPr></a:p></p:txBody></p:sp></p:spTree></p:cSld><p:clrMapOvr><a:masterClrMapping/></p:clrMapOvr></p:sld >

</file>

<file path=ppt/slides/slide8.xml><?xml version="1.0" encoding="UTF-8" standalone="yes"?>
<p:sld 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object 2"/><p:cNvSpPr txBox="1"/><p:nvPr/></p:nvSpPr><p:spPr><a:xfrm><a:off x="19225483" y="4808349"/><a:ext cx="533400" cy="1468755"/></a:xfrm><a:prstGeom prst="rect"><a:avLst/></a:prstGeom></p:spPr><p:txBody><a:bodyPr wrap="square" lIns="0" tIns="13335" rIns="0" bIns="0" rtlCol="0" vert="vert270"><a:spAutoFit/></a:bodyPr><a:lstStyle/><a:p><a:pPr algn="ctr"><a:lnSpc><a:spcPct val="100000"/></a:lnSpc><a:spcBef><a:spcPts val="105"/></a:spcBef></a:pPr><a:endParaRPr sz="1100"><a:latin typeface="Verdana"/><a:cs typeface="Verdana"/></a:endParaRPr><a:r><a:rPr dirty="0" sz="1100"><a:latin typeface="Verdana"/><a:t>1107 17TH AVE N</a:t></a:r></a:p><a:p><a:pPr algn="ctr"><a:lnSpc><a:spcPct val="100000"/></a:lnSpc><a:spcBef><a:spcPts val="10"/></a:spcBef></a:pPr><a:endParaRPr sz="1100"><a:latin typeface="Verdana"/><a:cs typeface="Verdana"/></a:endParaRPr><a:r><a:rPr dirty="0" sz="1100"><a:latin typeface="Verdana"/><a:t>CLINTON, IOWA 52732</a:t></a:r></a:p><a:p><a:pPr algn="ctr"><a:lnSpc><a:spcPct val="100000"/></a:lnSpc><a:spcBef><a:spcPts val="10"/></a:spcBef></a:pPr><a:endParaRPr sz="1100"><a:latin typeface="Verdana"/><a:cs typeface="Verdana"/></a:endParaRPr><a:r><a:rPr dirty="0" sz="1100"><a:latin typeface="Verdana"/><a:t>PH: {{GC_PHONE}}</a:t></a:r></a:p></p:txBody></p:sp><p:sp><p:nvSpPr><p:cNvPr id="3" name="object 3"/><p:cNvSpPr txBox="1"/><p:nvPr/></p:nvSpPr><p:spPr><a:xfrm><a:off x="19704355" y="3878686"/><a:ext cx="128905" cy="809625"/></a:xfrm><a:prstGeom prst="rect"><a:avLst/></a:prstGeom></p:spPr><p:txBody><a:bodyPr wrap="square" lIns="0" tIns="22860" rIns="0" bIns="0" rtlCol="0" vert="vert270"><a:spAutoFit/></a:bodyPr><a:lstStyle/><a:p><a:pPr marL="12700"><a:lnSpc><a:spcPct val="100000"/></a:lnSpc><a:spcBef><a:spcPts val="180"/></a:spcBef></a:pPr><a:r><a:rPr dirty="0" baseline="4629" sz="900" b="1"><a:latin typeface="Verdana"/><a:cs typeface="Verdana"/></a:rPr><a:t>REV.</a:t></a:r><a:r><a:rPr dirty="0" baseline="4629" sz="900" spc="7" b="1"><a:latin typeface="Verdana"/><a:cs typeface="Verdana"/></a:rPr><a:t> </a:t></a:r><a:r><a:rPr dirty="0" baseline="4629" sz="900" b="1"><a:latin typeface="Verdana"/><a:cs typeface="Verdana"/></a:rPr><a:t>#</a:t></a:r><a:r><a:rPr dirty="0" baseline="4629" sz="900" spc="82" b="1"><a:latin typeface="Verdana"/><a:cs typeface="Verdana"/></a:rPr><a:t> </a:t></a:r><a:r><a:rPr dirty="0" sz="600" b="1"><a:latin typeface="Verdana"/><a:cs typeface="Verdana"/></a:rPr><a:t>REV.</a:t></a:r><a:r><a:rPr dirty="0" sz="600" spc="10" b="1"><a:latin typeface="Verdana"/><a:cs typeface="Verdana"/></a:rPr><a:t> </a:t></a:r><a:r><a:rPr dirty="0" sz="600" spc="-20" b="1"><a:latin typeface="Verdana"/><a:cs typeface="Verdana"/></a:rPr><a:t>DATE</a:t></a:r><a:endParaRPr sz="600"><a:latin typeface="Verdana"/><a:cs typeface="Verdana"/></a:endParaRPr></a:p></p:txBody></p:sp><p:sp><p:nvSpPr><p:cNvPr id="4" name="object 4"/><p:cNvSpPr txBox="1"/><p:nvPr/></p:nvSpPr><p:spPr><a:xfrm><a:off x="19708311" y="355156"/><a:ext cx="120014" cy="142240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25" b="1"><a:latin typeface="Verdana"/><a:cs typeface="Verdana"/></a:rPr><a:t>BY</a:t></a:r><a:endParaRPr sz="600"><a:latin typeface="Verdana"/><a:cs typeface="Verdana"/></a:endParaRPr></a:p></p:txBody></p:sp><p:grpSp><p:nvGrpSpPr><p:cNvPr id="5" name="object 5"/><p:cNvGrpSpPr/><p:nvPr/></p:nvGrpSpPr><p:grpSpPr><a:xfrm><a:off x="18596740" y="4687007"/><a:ext cx="646430" cy="7710170"/><a:chOff x="18596740" y="4687007"/><a:chExt cx="646430" cy="7710170"/></a:xfrm></p:grpSpPr><p:pic><p:nvPicPr><p:cNvPr id="6" name="object 6"/><p:cNvPicPr/><p:nvPr/></p:nvPicPr><p:blipFill><a:blip r:embed="rId2" cstate="print"/><a:stretch><a:fillRect/></a:stretch></p:blipFill><p:spPr><a:xfrm><a:off x="18597145" y="4687256"/><a:ext cx="645316" cy="1715712"/></a:xfrm><a:prstGeom prst="rect"><a:avLst/></a:prstGeom></p:spPr></p:pic><p:sp><p:nvSpPr><p:cNvPr id="7" name="object 7"/><p:cNvSpPr/><p:nvPr/></p:nvSpPr><p:spPr><a:xfrm><a:off x="18600868" y="4691134"/><a:ext cx="638175" cy="7701915"/></a:xfrm><a:custGeom><a:avLst/><a:gdLst/><a:ahLst/><a:cxnLst/><a:rect l="l" t="t" r="r" b="b"/><a:pathLst><a:path w="638175" h="7701915"><a:moveTo><a:pt x="155" y="1707956"/></a:moveTo><a:lnTo><a:pt x="155" y="7"/></a:lnTo><a:lnTo><a:pt x="637638" y="0"/></a:lnTo><a:lnTo><a:pt x="637715" y="1707948"/></a:lnTo><a:lnTo><a:pt x="155" y="1707956"/></a:lnTo><a:close/></a:path><a:path w="638175" h="7701915"><a:moveTo><a:pt x="0" y="7454083"/></a:moveTo><a:lnTo><a:pt x="594125" y="7454083"/></a:lnTo><a:lnTo><a:pt x="594125" y="7701506"/></a:lnTo><a:lnTo><a:pt x="0" y="7701506"/></a:lnTo><a:lnTo><a:pt x="0" y="7454083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8" name="object 8"/><p:cNvSpPr txBox="1"/><p:nvPr/></p:nvSpPr><p:spPr><a:xfrm><a:off x="18647889" y="12172080"/><a:ext cx="479425" cy="193675"/></a:xfrm><a:prstGeom prst="rect"><a:avLst/></a:prstGeom></p:spPr><p:txBody><a:bodyPr wrap="square" lIns="0" tIns="12700" rIns="0" bIns="0" rtlCol="0" vert="horz"><a:spAutoFit/></a:bodyPr><a:lstStyle/><a:p><a:pPr marL="140335" marR="5080" indent="-128270"><a:lnSpc><a:spcPct val="100000"/></a:lnSpc><a:spcBef><a:spcPts val="100"/></a:spcBef></a:pPr><a:r><a:rPr dirty="0" sz="550"><a:latin typeface="Verdana"/><a:cs typeface="Verdana"/></a:rPr><a:t>FIRST</a:t></a:r><a:r><a:rPr dirty="0" sz="550" spc="-20"><a:latin typeface="Verdana"/><a:cs typeface="Verdana"/></a:rPr><a:t> </a:t></a:r><a:r><a:rPr dirty="0" sz="550" spc="-10"><a:latin typeface="Verdana"/><a:cs typeface="Verdana"/></a:rPr><a:t>ISSUE</a:t></a:r><a:r><a:rPr dirty="0" sz="550" spc="500"><a:latin typeface="Verdana"/><a:cs typeface="Verdana"/></a:rPr><a:t> </a:t></a:r><a:r><a:rPr dirty="0" sz="550" spc="-10"><a:latin typeface="Verdana"/><a:cs typeface="Verdana"/></a:rPr><a:t>DATE:</a:t></a:r><a:endParaRPr sz="550"><a:latin typeface="Verdana"/><a:cs typeface="Verdana"/></a:endParaRPr></a:p></p:txBody></p:sp><p:sp><p:nvSpPr><p:cNvPr id="9" name="object 9"/><p:cNvSpPr/><p:nvPr/></p:nvSpPr><p:spPr><a:xfrm><a:off x="18600867" y="12392641"/><a:ext cx="594360" cy="247650"/></a:xfrm><a:custGeom><a:avLst/><a:gdLst/><a:ahLst/><a:cxnLst/><a:rect l="l" t="t" r="r" b="b"/><a:pathLst><a:path w="594359" h="247650"><a:moveTo><a:pt x="0" y="77"/></a:moveTo><a:lnTo><a:pt x="594125" y="0"/></a:lnTo><a:lnTo><a:pt x="594203" y="247500"/></a:lnTo><a:lnTo><a:pt x="0" y="247500"/></a:lnTo><a:lnTo><a:pt x="0" y="77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0" name="object 10"/><p:cNvSpPr txBox="1"/><p:nvPr/></p:nvSpPr><p:spPr><a:xfrm><a:off x="18623458" y="12461619"/><a:ext cx="551815" cy="109220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r><a:rPr dirty="0" sz="550"><a:latin typeface="Verdana"/><a:cs typeface="Verdana"/></a:rPr><a:t>DESIGNED</a:t></a:r><a:r><a:rPr dirty="0" sz="550" spc="-30"><a:latin typeface="Verdana"/><a:cs typeface="Verdana"/></a:rPr><a:t> </a:t></a:r><a:r><a:rPr dirty="0" sz="550" spc="-25"><a:latin typeface="Verdana"/><a:cs typeface="Verdana"/></a:rPr><a:t>BY:</a:t></a:r><a:endParaRPr sz="550"><a:latin typeface="Verdana"/><a:cs typeface="Verdana"/></a:endParaRPr></a:p></p:txBody></p:sp><p:sp><p:nvSpPr><p:cNvPr id="11" name="object 11"/><p:cNvSpPr/><p:nvPr/></p:nvSpPr><p:spPr><a:xfrm><a:off x="18600867" y="275674"/><a:ext cx="1218565" cy="12842875"/></a:xfrm><a:custGeom><a:avLst/><a:gdLst/><a:ahLst/><a:cxnLst/><a:rect l="l" t="t" r="r" b="b"/><a:pathLst><a:path w="1218565" h="12842875"><a:moveTo><a:pt x="0" y="12364467"/></a:moveTo><a:lnTo><a:pt x="594203" y="12364467"/></a:lnTo><a:lnTo><a:pt x="594203" y="12611890"/></a:lnTo><a:lnTo><a:pt x="77" y="12611890"/></a:lnTo><a:lnTo><a:pt x="0" y="12364467"/></a:lnTo><a:close/></a:path><a:path w="1218565" h="12842875"><a:moveTo><a:pt x="111767" y="50"/></a:moveTo><a:lnTo><a:pt x="223456" y="48"/></a:lnTo><a:lnTo><a:pt x="223456" y="4415491"/></a:lnTo><a:lnTo><a:pt x="111767" y="4415491"/></a:lnTo><a:lnTo><a:pt x="111767" y="50"/></a:lnTo><a:close/></a:path><a:path w="1218565" h="12842875"><a:moveTo><a:pt x="223456" y="48"/></a:moveTo><a:lnTo><a:pt x="335145" y="47"/></a:lnTo><a:lnTo><a:pt x="335145" y="4415483"/></a:lnTo><a:lnTo><a:pt x="223456" y="4415491"/></a:lnTo><a:lnTo><a:pt x="223456" y="48"/></a:lnTo><a:close/></a:path><a:path w="1218565" h="12842875"><a:moveTo><a:pt x="335068" y="48"/></a:moveTo><a:lnTo><a:pt x="446757" y="47"/></a:lnTo><a:lnTo><a:pt x="446835" y="4415483"/></a:lnTo><a:lnTo><a:pt x="335145" y="4415491"/></a:lnTo><a:lnTo><a:pt x="335068" y="48"/></a:lnTo><a:close/></a:path><a:path w="1218565" h="12842875"><a:moveTo><a:pt x="446757" y="48"/></a:moveTo><a:lnTo><a:pt x="558447" y="47"/></a:lnTo><a:lnTo><a:pt x="558524" y="4415483"/></a:lnTo><a:lnTo><a:pt x="446835" y="4415491"/></a:lnTo><a:lnTo><a:pt x="446757" y="48"/></a:lnTo><a:close/></a:path><a:path w="1218565" h="12842875"><a:moveTo><a:pt x="558447" y="27"/></a:moveTo><a:lnTo><a:pt x="670136" y="25"/></a:lnTo><a:lnTo><a:pt x="670214" y="4415468"/></a:lnTo><a:lnTo><a:pt x="558524" y="4415468"/></a:lnTo><a:lnTo><a:pt x="558447" y="27"/></a:lnTo><a:close/></a:path><a:path w="1218565" h="12842875"><a:moveTo><a:pt x="670136" y="28"/></a:moveTo><a:lnTo><a:pt x="781826" y="27"/></a:lnTo><a:lnTo><a:pt x="781903" y="4415468"/></a:lnTo><a:lnTo><a:pt x="670214" y="4415468"/></a:lnTo><a:lnTo><a:pt x="670136" y="28"/></a:lnTo><a:close/></a:path><a:path w="1218565" h="12842875"><a:moveTo><a:pt x="781826" y="18"/></a:moveTo><a:lnTo><a:pt x="893515" y="17"/></a:lnTo><a:lnTo><a:pt x="893593" y="4415460"/></a:lnTo><a:lnTo><a:pt x="781903" y="4415460"/></a:lnTo><a:lnTo><a:pt x="781826" y="18"/></a:lnTo><a:close/></a:path><a:path w="1218565" h="12842875"><a:moveTo><a:pt x="893515" y="1"/></a:moveTo><a:lnTo><a:pt x="1005204" y="0"/></a:lnTo><a:lnTo><a:pt x="1005282" y="4415437"/></a:lnTo><a:lnTo><a:pt x="893593" y="4415444"/></a:lnTo><a:lnTo><a:pt x="893515" y="1"/></a:lnTo><a:close/></a:path><a:path w="1218565" h="12842875"><a:moveTo><a:pt x="1005204" y="3"/></a:moveTo><a:lnTo><a:pt x="1116894" y="2"/></a:lnTo><a:lnTo><a:pt x="1116971" y="4415444"/></a:lnTo><a:lnTo><a:pt x="1005282" y="4415444"/></a:lnTo><a:lnTo><a:pt x="1005204" y="3"/></a:lnTo><a:close/></a:path><a:path w="1218565" h="12842875"><a:moveTo><a:pt x="594203" y="12842250"/></a:moveTo><a:lnTo><a:pt x="594203" y="12611890"/></a:lnTo><a:lnTo><a:pt x="1218190" y="12611813"/></a:lnTo><a:lnTo><a:pt x="1218190" y="12842250"/></a:lnTo><a:lnTo><a:pt x="594203" y="12842250"/></a:lnTo><a:close/></a:path><a:path w="1218565" h="12842875"><a:moveTo><a:pt x="594203" y="12611813"/></a:moveTo><a:lnTo><a:pt x="594203" y="12364467"/></a:lnTo><a:lnTo><a:pt x="1218190" y="12364467"/></a:lnTo><a:lnTo><a:pt x="1218190" y="12611813"/></a:lnTo><a:lnTo><a:pt x="594203" y="12611813"/></a:lnTo><a:close/></a:path><a:path w="1218565" h="12842875"><a:moveTo><a:pt x="594203" y="12364467"/></a:moveTo><a:lnTo><a:pt x="594203" y="12117044"/></a:lnTo><a:lnTo><a:pt x="1218190" y="12117044"/></a:lnTo><a:lnTo><a:pt x="1218190" y="12364467"/></a:lnTo><a:lnTo><a:pt x="594203" y="12364467"/></a:lnTo><a:close/></a:path><a:path w="1218565" h="12842875"><a:moveTo><a:pt x="594125" y="12116967"/></a:moveTo><a:lnTo><a:pt x="594125" y="11869543"/></a:lnTo><a:lnTo><a:pt x="1218190" y="11869543"/></a:lnTo><a:lnTo><a:pt x="1218190" y="12116967"/></a:lnTo><a:lnTo><a:pt x="594125" y="12116967"/></a:lnTo><a:close/></a:path><a:path w="1218565" h="12842875"><a:moveTo><a:pt x="594125" y="12116967"/></a:moveTo><a:lnTo><a:pt x="1218190" y="12116967"/></a:lnTo><a:lnTo><a:pt x="1218190" y="12364467"/></a:lnTo><a:lnTo><a:pt x="594125" y="12364467"/></a:lnTo><a:lnTo><a:pt x="594125" y="12116967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2" name="object 12"/><p:cNvSpPr txBox="1"/><p:nvPr/></p:nvSpPr><p:spPr><a:xfrm><a:off x="19397141" y="12447653"/><a:ext cx="220979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700"><a:latin typeface="Verdana"/><a:cs typeface="Verdana"/></a:endParaRPr><a:r><a:rPr dirty="0" sz="700" spc="-20"><a:latin typeface="Verdana"/><a:t>{{DESIGNED_BY}}</a:t></a:r></a:p></p:txBody></p:sp><p:sp><p:nvSpPr><p:cNvPr id="13" name="object 13"/><p:cNvSpPr/><p:nvPr/></p:nvSpPr><p:spPr><a:xfrm><a:off x="18600945" y="275699"/><a:ext cx="1218565" cy="12612370"/></a:xfrm><a:custGeom><a:avLst/><a:gdLst/><a:ahLst/><a:cxnLst/><a:rect l="l" t="t" r="r" b="b"/><a:pathLst><a:path w="1218565" h="12612370"><a:moveTo><a:pt x="594125" y="12364442"/></a:moveTo><a:lnTo><a:pt x="1218190" y="12364442"/></a:lnTo><a:lnTo><a:pt x="1218190" y="12611865"/></a:lnTo><a:lnTo><a:pt x="594125" y="12611865"/></a:lnTo><a:lnTo><a:pt x="594125" y="12364442"/></a:lnTo><a:close/></a:path><a:path w="1218565" h="12612370"><a:moveTo><a:pt x="0" y="4088906"/></a:moveTo><a:lnTo><a:pt x="0" y="3598193"/></a:lnTo><a:lnTo><a:pt x="111689" y="3598193"/></a:lnTo><a:lnTo><a:pt x="111689" y="4088906"/></a:lnTo><a:lnTo><a:pt x="0" y="4088906"/></a:lnTo><a:close/></a:path><a:path w="1218565" h="12612370"><a:moveTo><a:pt x="0" y="297041"/></a:moveTo><a:lnTo><a:pt x="0" y="0"/></a:lnTo><a:lnTo><a:pt x="111689" y="0"/></a:lnTo><a:lnTo><a:pt x="111689" y="297041"/></a:lnTo><a:lnTo><a:pt x="0" y="297041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4" name="object 14"/><p:cNvSpPr txBox="1"/><p:nvPr/></p:nvSpPr><p:spPr><a:xfrm><a:off x="18596770" y="360140"/><a:ext cx="120014" cy="128905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25"><a:latin typeface="Verdana"/><a:cs typeface="Verdana"/></a:rPr><a:t>ER</a:t></a:r><a:endParaRPr sz="600"><a:latin typeface="Verdana"/><a:cs typeface="Verdana"/></a:endParaRPr></a:p></p:txBody></p:sp><p:sp><p:nvSpPr><p:cNvPr id="15" name="object 15"/><p:cNvSpPr/><p:nvPr/></p:nvSpPr><p:spPr><a:xfrm><a:off x="18600945" y="572741"/><a:ext cx="111760" cy="3301365"/></a:xfrm><a:custGeom><a:avLst/><a:gdLst/><a:ahLst/><a:cxnLst/><a:rect l="l" t="t" r="r" b="b"/><a:pathLst><a:path w="111759" h="3301365"><a:moveTo><a:pt x="0" y="3301152"/></a:moveTo><a:lnTo><a:pt x="0" y="0"/></a:lnTo><a:lnTo><a:pt x="111689" y="0"/></a:lnTo><a:lnTo><a:pt x="111689" y="3301152"/></a:lnTo><a:lnTo><a:pt x="0" y="3301152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6" name="object 16"/><p:cNvSpPr txBox="1"/><p:nvPr/></p:nvSpPr><p:spPr><a:xfrm><a:off x="18596703" y="2253808"/><a:ext cx="120014" cy="2065020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endParaRPr sz="600"><a:latin typeface="Verdana"/><a:cs typeface="Verdana"/></a:endParaRPr><a:r><a:rPr dirty="0" sz="550"><a:latin typeface="Verdana"/><a:t>{{ISSUE_DATE}} UPDATED WITH LATEST AHJ COMMENTS</a:t></a:r></a:p></p:txBody></p:sp><p:sp><p:nvSpPr><p:cNvPr id="17" name="object 17"/><p:cNvSpPr/><p:nvPr/></p:nvSpPr><p:spPr><a:xfrm><a:off x="18600945" y="4366250"/><a:ext cx="111760" cy="325120"/></a:xfrm><a:custGeom><a:avLst/><a:gdLst/><a:ahLst/><a:cxnLst/><a:rect l="l" t="t" r="r" b="b"/><a:pathLst><a:path w="111759" h="325120"><a:moveTo><a:pt x="7058" y="177291"/></a:moveTo><a:lnTo><a:pt x="102847" y="122501"/></a:lnTo><a:lnTo><a:pt x="102459" y="232880"/></a:lnTo><a:lnTo><a:pt x="7058" y="177291"/></a:lnTo><a:close/></a:path><a:path w="111759" h="325120"><a:moveTo><a:pt x="0" y="324822"/></a:moveTo><a:lnTo><a:pt x="0" y="0"/></a:lnTo><a:lnTo><a:pt x="111689" y="0"/></a:lnTo><a:lnTo><a:pt x="111689" y="324822"/></a:lnTo><a:lnTo><a:pt x="0" y="324822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8" name="object 18"/><p:cNvSpPr txBox="1"/><p:nvPr/></p:nvSpPr><p:spPr><a:xfrm><a:off x="18596779" y="4491429"/><a:ext cx="120014" cy="74930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50"><a:latin typeface="Verdana"/><a:cs typeface="Verdana"/></a:rPr><a:t>1</a:t></a:r><a:endParaRPr sz="600"><a:latin typeface="Verdana"/><a:cs typeface="Verdana"/></a:endParaRPr></a:p></p:txBody></p:sp><p:sp><p:nvSpPr><p:cNvPr id="19" name="object 19"/><p:cNvSpPr/><p:nvPr/></p:nvSpPr><p:spPr><a:xfrm><a:off x="19194994" y="12145218"/><a:ext cx="624205" cy="247650"/></a:xfrm><a:custGeom><a:avLst/><a:gdLst/><a:ahLst/><a:cxnLst/><a:rect l="l" t="t" r="r" b="b"/><a:pathLst><a:path w="624205" h="247650"><a:moveTo><a:pt x="0" y="0"/></a:moveTo><a:lnTo><a:pt x="624064" y="0"/></a:lnTo><a:lnTo><a:pt x="624064" y="247423"/></a:lnTo><a:lnTo><a:pt x="0" y="247423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0" name="object 20"/><p:cNvSpPr txBox="1"/><p:nvPr/></p:nvSpPr><p:spPr><a:xfrm><a:off x="19216033" y="12200230"/><a:ext cx="58356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700"><a:latin typeface="Verdana"/><a:cs typeface="Verdana"/></a:endParaRPr><a:r><a:rPr dirty="0" sz="700" spc="-10"><a:latin typeface="Verdana"/><a:t>{{ISSUE_DATE}}</a:t></a:r></a:p></p:txBody></p:sp><p:sp><p:nvSpPr><p:cNvPr id="21" name="object 21"/><p:cNvSpPr txBox="1"/><p:nvPr/></p:nvSpPr><p:spPr><a:xfrm><a:off x="18640167" y="7910196"/><a:ext cx="1083945" cy="3103880"/></a:xfrm><a:prstGeom prst="rect"><a:avLst/></a:prstGeom></p:spPr><p:txBody><a:bodyPr wrap="square" lIns="0" tIns="0" rIns="0" bIns="0" rtlCol="0" vert="vert270"><a:spAutoFit/></a:bodyPr><a:lstStyle/><a:p><a:pPr marL="13335"><a:lnSpc><a:spcPts val="1989"/></a:lnSpc></a:pPr><a:endParaRPr sz="1700"><a:latin typeface="Arial"/><a:cs typeface="Arial"/></a:endParaRPr><a:r><a:rPr dirty="0" sz="1700" b="1"><a:latin typeface="Arial"/><a:t>{{PROJECT_NAME}}</a:t></a:r></a:p><a:p><a:pPr marL="13335"><a:lnSpc><a:spcPct val="100000"/></a:lnSpc><a:spcBef><a:spcPts val="560"/></a:spcBef></a:pPr><a:endParaRPr sz="1350"><a:latin typeface="Arial"/><a:cs typeface="Arial"/></a:endParaRPr><a:r><a:rPr dirty="0" sz="1350"><a:latin typeface="Arial"/><a:t>{{SITE_ADDR}}</a:t></a:r></a:p><a:p><a:pPr marL="12700" marR="1452245" indent="635"><a:lnSpc><a:spcPct val="127600"/></a:lnSpc><a:spcBef><a:spcPts val="110"/></a:spcBef></a:pPr><a:endParaRPr sz="1350"><a:latin typeface="Arial"/><a:cs typeface="Arial"/></a:endParaRPr><a:r><a:rPr dirty="0" sz="1350"><a:latin typeface="Arial"/><a:t>{{CITY_STATE}} APN: {{APN}}</a:t></a:r></a:p></p:txBody></p:sp><p:grpSp><p:nvGrpSpPr><p:cNvPr id="22" name="object 22"/><p:cNvGrpSpPr/><p:nvPr/></p:nvGrpSpPr><p:grpSpPr><a:xfrm><a:off x="17635280" y="12210121"/><a:ext cx="810260" cy="810260"/><a:chOff x="17635280" y="12210121"/><a:chExt cx="810260" cy="810260"/></a:xfrm></p:grpSpPr><p:pic><p:nvPicPr><p:cNvPr id="23" name="object 23"/><p:cNvPicPr/><p:nvPr/></p:nvPicPr><p:blipFill><a:blip r:embed="rId3" cstate="print"/><a:stretch><a:fillRect/></a:stretch></p:blipFill><p:spPr><a:xfrm><a:off x="17647044" y="12214248"/><a:ext cx="794200" cy="801914"/></a:xfrm><a:prstGeom prst="rect"><a:avLst/></a:prstGeom></p:spPr></p:pic><p:sp><p:nvSpPr><p:cNvPr id="24" name="object 24"/><p:cNvSpPr/><p:nvPr/></p:nvSpPr><p:spPr><a:xfrm><a:off x="17639407" y="12214248"/><a:ext cx="802005" cy="802005"/></a:xfrm><a:custGeom><a:avLst/><a:gdLst/><a:ahLst/><a:cxnLst/><a:rect l="l" t="t" r="r" b="b"/><a:pathLst><a:path w="802005" h="802005"><a:moveTo><a:pt x="0" y="400918"/></a:moveTo><a:lnTo><a:pt x="2700" y="354202"/></a:lnTo><a:lnTo><a:pt x="10599" y="309059"/></a:lnTo><a:lnTo><a:pt x="23396" y="265790"/></a:lnTo><a:lnTo><a:pt x="40787" y="224698"/></a:lnTo><a:lnTo><a:pt x="62470" y="186085"/></a:lnTo><a:lnTo><a:pt x="88144" y="150254"/></a:lnTo><a:lnTo><a:pt x="117506" y="117506"/></a:lnTo><a:lnTo><a:pt x="150254" y="88144"/></a:lnTo><a:lnTo><a:pt x="186085" y="62470"/></a:lnTo><a:lnTo><a:pt x="224698" y="40787"/></a:lnTo><a:lnTo><a:pt x="265790" y="23396"/></a:lnTo><a:lnTo><a:pt x="309059" y="10599"/></a:lnTo><a:lnTo><a:pt x="354202" y="2700"/></a:lnTo><a:lnTo><a:pt x="400918" y="0"/></a:lnTo><a:lnTo><a:pt x="447634" y="2700"/></a:lnTo><a:lnTo><a:pt x="492778" y="10599"/></a:lnTo><a:lnTo><a:pt x="536046" y="23396"/></a:lnTo><a:lnTo><a:pt x="577138" y="40787"/></a:lnTo><a:lnTo><a:pt x="615751" y="62470"/></a:lnTo><a:lnTo><a:pt x="651582" y="88144"/></a:lnTo><a:lnTo><a:pt x="684330" y="117506"/></a:lnTo><a:lnTo><a:pt x="713692" y="150254"/></a:lnTo><a:lnTo><a:pt x="739366" y="186085"/></a:lnTo><a:lnTo><a:pt x="761049" y="224698"/></a:lnTo><a:lnTo><a:pt x="778440" y="265790"/></a:lnTo><a:lnTo><a:pt x="791237" y="309059"/></a:lnTo><a:lnTo><a:pt x="799136" y="354202"/></a:lnTo><a:lnTo><a:pt x="801837" y="400918"/></a:lnTo><a:lnTo><a:pt x="799136" y="447650"/></a:lnTo><a:lnTo><a:pt x="791237" y="492806"/></a:lnTo><a:lnTo><a:pt x="778440" y="536086"/></a:lnTo><a:lnTo><a:pt x="761049" y="577188"/></a:lnTo><a:lnTo><a:pt x="739366" y="615808"/></a:lnTo><a:lnTo><a:pt x="713692" y="651645"/></a:lnTo><a:lnTo><a:pt x="684330" y="684398"/></a:lnTo><a:lnTo><a:pt x="651582" y="713763"/></a:lnTo><a:lnTo><a:pt x="615751" y="739440"/></a:lnTo><a:lnTo><a:pt x="577138" y="761125"/></a:lnTo><a:lnTo><a:pt x="536046" y="778517"/></a:lnTo><a:lnTo><a:pt x="492778" y="791314"/></a:lnTo><a:lnTo><a:pt x="447634" y="799214"/></a:lnTo><a:lnTo><a:pt x="400918" y="801914"/></a:lnTo><a:lnTo><a:pt x="354202" y="799214"/></a:lnTo><a:lnTo><a:pt x="309059" y="791314"/></a:lnTo><a:lnTo><a:pt x="265790" y="778517"/></a:lnTo><a:lnTo><a:pt x="224698" y="761125"/></a:lnTo><a:lnTo><a:pt x="186085" y="739440"/></a:lnTo><a:lnTo><a:pt x="150254" y="713763"/></a:lnTo><a:lnTo><a:pt x="117506" y="684398"/></a:lnTo><a:lnTo><a:pt x="88144" y="651645"/></a:lnTo><a:lnTo><a:pt x="62470" y="615808"/></a:lnTo><a:lnTo><a:pt x="40787" y="577188"/></a:lnTo><a:lnTo><a:pt x="23396" y="536086"/></a:lnTo><a:lnTo><a:pt x="10599" y="492806"/></a:lnTo><a:lnTo><a:pt x="2700" y="447650"/></a:lnTo><a:lnTo><a:pt x="0" y="400918"/></a:lnTo><a:close/></a:path></a:pathLst></a:custGeom><a:ln w="7756"><a:solidFill><a:srgbClr val="000000"/></a:solidFill></a:ln></p:spPr><p:txBody><a:bodyPr wrap="square" lIns="0" tIns="0" rIns="0" bIns="0" rtlCol="0"/><a:lstStyle/><a:p/></p:txBody></p:sp><p:pic><p:nvPicPr><p:cNvPr id="25" name="object 25"/><p:cNvPicPr/><p:nvPr/></p:nvPicPr><p:blipFill><a:blip r:embed="rId4" cstate="print"/><a:stretch><a:fillRect/></a:stretch></p:blipFill><p:spPr><a:xfrm><a:off x="17725036" y="12562425"/><a:ext cx="697748" cy="225938"/></a:xfrm><a:prstGeom prst="rect"><a:avLst/></a:prstGeom></p:spPr></p:pic></p:grpSp><p:sp><p:nvSpPr><p:cNvPr id="26" name="object 26"/><p:cNvSpPr txBox="1"/><p:nvPr/></p:nvSpPr><p:spPr><a:xfrm><a:off x="18738384" y="11415534"/><a:ext cx="1030605" cy="419100"/></a:xfrm><a:prstGeom prst="rect"><a:avLst/></a:prstGeom></p:spPr><p:txBody><a:bodyPr wrap="square" lIns="0" tIns="16510" rIns="0" bIns="0" rtlCol="0" vert="horz"><a:spAutoFit/></a:bodyPr><a:lstStyle/><a:p><a:pPr algn="ctr" marR="79375"><a:lnSpc><a:spcPct val="100000"/></a:lnSpc><a:spcBef><a:spcPts val="130"/></a:spcBef></a:pPr><a:r><a:rPr dirty="0" sz="1800" spc="-20" b="1"><a:latin typeface="Verdana"/><a:cs typeface="Verdana"/></a:rPr><a:t>S1.2</a:t></a:r><a:endParaRPr sz="1800"><a:latin typeface="Verdana"/><a:cs typeface="Verdana"/></a:endParaRPr></a:p><a:p><a:pPr algn="ctr" marR="75565"><a:lnSpc><a:spcPct val="100000"/></a:lnSpc><a:spcBef><a:spcPts val="60"/></a:spcBef></a:pPr><a:r><a:rPr dirty="0" sz="700"><a:latin typeface="Verdana"/><a:cs typeface="Verdana"/></a:rPr><a:t>Gear</a:t></a:r><a:r><a:rPr dirty="0" sz="700" spc="60"><a:latin typeface="Verdana"/><a:cs typeface="Verdana"/></a:rPr><a:t> </a:t></a:r><a:r><a:rPr dirty="0" sz="700"><a:latin typeface="Verdana"/><a:cs typeface="Verdana"/></a:rPr><a:t>Pad</a:t></a:r><a:r><a:rPr dirty="0" sz="700" spc="65"><a:latin typeface="Verdana"/><a:cs typeface="Verdana"/></a:rPr><a:t> </a:t></a:r><a:r><a:rPr dirty="0" sz="700" spc="-10"><a:latin typeface="Verdana"/><a:cs typeface="Verdana"/></a:rPr><a:t>DETAILS</a:t></a:r><a:endParaRPr sz="700"><a:latin typeface="Verdana"/><a:cs typeface="Verdana"/></a:endParaRPr></a:p></p:txBody></p:sp><p:sp><p:nvSpPr><p:cNvPr id="27" name="object 27"/><p:cNvSpPr txBox="1"/><p:nvPr/></p:nvSpPr><p:spPr><a:xfrm><a:off x="5115846" y="5582902"/><a:ext cx="158305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GEAR</a:t></a:r><a:r><a:rPr dirty="0" sz="950" spc="45"><a:latin typeface="Calibri"/><a:cs typeface="Calibri"/></a:rPr><a:t> </a:t></a:r><a:r><a:rPr dirty="0" sz="950"><a:latin typeface="Calibri"/><a:cs typeface="Calibri"/></a:rPr><a:t>PAD</a:t></a:r><a:r><a:rPr dirty="0" sz="950" spc="50"><a:latin typeface="Calibri"/><a:cs typeface="Calibri"/></a:rPr><a:t> </a:t></a:r><a:r><a:rPr dirty="0" sz="950"><a:latin typeface="Calibri"/><a:cs typeface="Calibri"/></a:rPr><a:t>DETAILS</a:t></a:r><a:r><a:rPr dirty="0" sz="950" spc="45"><a:latin typeface="Calibri"/><a:cs typeface="Calibri"/></a:rPr><a:t> </a:t></a:r><a:r><a:rPr dirty="0" sz="950"><a:latin typeface="Calibri"/><a:cs typeface="Calibri"/></a:rPr><a:t>-</a:t></a:r><a:r><a:rPr dirty="0" sz="950" spc="50"><a:latin typeface="Calibri"/><a:cs typeface="Calibri"/></a:rPr><a:t> </a:t></a:r><a:r><a:rPr dirty="0" sz="950"><a:latin typeface="Calibri"/><a:cs typeface="Calibri"/></a:rPr><a:t>TOP</a:t></a:r><a:r><a:rPr dirty="0" sz="950" spc="45"><a:latin typeface="Calibri"/><a:cs typeface="Calibri"/></a:rPr><a:t> </a:t></a:r><a:r><a:rPr dirty="0" sz="950" spc="-20"><a:latin typeface="Calibri"/><a:cs typeface="Calibri"/></a:rPr><a:t>VIEW</a:t></a:r><a:endParaRPr sz="950"><a:latin typeface="Calibri"/><a:cs typeface="Calibri"/></a:endParaRPr></a:p></p:txBody></p:sp><p:sp><p:nvSpPr><p:cNvPr id="28" name="object 28"/><p:cNvSpPr txBox="1"/><p:nvPr/></p:nvSpPr><p:spPr><a:xfrm><a:off x="4806893" y="5621582"/><a:ext cx="8890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50"><a:latin typeface="Calibri"/><a:cs typeface="Calibri"/></a:rPr><a:t>1</a:t></a:r><a:endParaRPr sz="950"><a:latin typeface="Calibri"/><a:cs typeface="Calibri"/></a:endParaRPr></a:p></p:txBody></p:sp><p:sp><p:nvSpPr><p:cNvPr id="29" name="object 29"/><p:cNvSpPr txBox="1"/><p:nvPr/></p:nvSpPr><p:spPr><a:xfrm><a:off x="4731270" y="5772828"/><a:ext cx="240029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0"><a:latin typeface="Calibri"/><a:cs typeface="Calibri"/></a:rPr><a:t>S1.2</a:t></a:r><a:endParaRPr sz="950"><a:latin typeface="Calibri"/><a:cs typeface="Calibri"/></a:endParaRPr></a:p></p:txBody></p:sp><p:grpSp><p:nvGrpSpPr><p:cNvPr id="30" name="object 30"/><p:cNvGrpSpPr/><p:nvPr/></p:nvGrpSpPr><p:grpSpPr><a:xfrm><a:off x="4623978" y="5567172"/><a:ext cx="3293745" cy="449580"/><a:chOff x="4623978" y="5567172"/><a:chExt cx="3293745" cy="449580"/></a:xfrm></p:grpSpPr><p:sp><p:nvSpPr><p:cNvPr id="31" name="object 31"/><p:cNvSpPr/><p:nvPr/></p:nvSpPr><p:spPr><a:xfrm><a:off x="4631916" y="5791733"/><a:ext cx="3281679" cy="0"/></a:xfrm><a:custGeom><a:avLst/><a:gdLst/><a:ahLst/><a:cxnLst/><a:rect l="l" t="t" r="r" b="b"/><a:pathLst><a:path w="3281679" h="0"><a:moveTo><a:pt x="0" y="0"/></a:moveTo><a:lnTo><a:pt x="328135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2" name="object 32"/><p:cNvSpPr/><p:nvPr/></p:nvSpPr><p:spPr><a:xfrm><a:off x="4631916" y="5575110"/><a:ext cx="433705" cy="433705"/></a:xfrm><a:custGeom><a:avLst/><a:gdLst/><a:ahLst/><a:cxnLst/><a:rect l="l" t="t" r="r" b="b"/><a:pathLst><a:path w="433704" h="433704"><a:moveTo><a:pt x="0" y="216623"/></a:moveTo><a:lnTo><a:pt x="5721" y="166952"/></a:lnTo><a:lnTo><a:pt x="22017" y="121357"/></a:lnTo><a:lnTo><a:pt x="47589" y="81135"/></a:lnTo><a:lnTo><a:pt x="81135" y="47589"/></a:lnTo><a:lnTo><a:pt x="121357" y="22017"/></a:lnTo><a:lnTo><a:pt x="166952" y="5721"/></a:lnTo><a:lnTo><a:pt x="216623" y="0"/></a:lnTo><a:lnTo><a:pt x="266291" y="5721"/></a:lnTo><a:lnTo><a:pt x="311886" y="22017"/></a:lnTo><a:lnTo><a:pt x="352107" y="47589"/></a:lnTo><a:lnTo><a:pt x="385654" y="81135"/></a:lnTo><a:lnTo><a:pt x="411227" y="121357"/></a:lnTo><a:lnTo><a:pt x="427524" y="166952"/></a:lnTo><a:lnTo><a:pt x="433246" y="216623"/></a:lnTo><a:lnTo><a:pt x="427524" y="266293"/></a:lnTo><a:lnTo><a:pt x="411227" y="311889"/></a:lnTo><a:lnTo><a:pt x="385654" y="352110"/></a:lnTo><a:lnTo><a:pt x="352107" y="385657"/></a:lnTo><a:lnTo><a:pt x="311886" y="411228"/></a:lnTo><a:lnTo><a:pt x="266291" y="427525"/></a:lnTo><a:lnTo><a:pt x="216623" y="433246"/></a:lnTo><a:lnTo><a:pt x="166952" y="427525"/></a:lnTo><a:lnTo><a:pt x="121357" y="411228"/></a:lnTo><a:lnTo><a:pt x="81135" y="385657"/></a:lnTo><a:lnTo><a:pt x="47589" y="352110"/></a:lnTo><a:lnTo><a:pt x="22017" y="311889"/></a:lnTo><a:lnTo><a:pt x="5721" y="266293"/></a:lnTo><a:lnTo><a:pt x="0" y="216623"/></a:lnTo></a:path></a:pathLst></a:custGeom><a:ln w="15512"><a:solidFill><a:srgbClr val="000000"/></a:solidFill></a:ln></p:spPr><p:txBody><a:bodyPr wrap="square" lIns="0" tIns="0" rIns="0" bIns="0" rtlCol="0"/><a:lstStyle/><a:p/></p:txBody></p:sp></p:grpSp><p:sp><p:nvSpPr><p:cNvPr id="33" name="object 33"/><p:cNvSpPr txBox="1"/><p:nvPr/></p:nvSpPr><p:spPr><a:xfrm><a:off x="5082386" y="5855866"/><a:ext cx="73152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SCALE:</a:t></a:r><a:r><a:rPr dirty="0" sz="700" spc="65"><a:latin typeface="Verdana"/><a:cs typeface="Verdana"/></a:rPr><a:t> </a:t></a:r><a:r><a:rPr dirty="0" sz="700"><a:latin typeface="Verdana"/><a:cs typeface="Verdana"/></a:rPr><a:t>1&quot;</a:t></a:r><a:r><a:rPr dirty="0" sz="700" spc="70"><a:latin typeface="Verdana"/><a:cs typeface="Verdana"/></a:rPr><a:t> </a:t></a:r><a:r><a:rPr dirty="0" sz="700"><a:latin typeface="Verdana"/><a:cs typeface="Verdana"/></a:rPr><a:t>=</a:t></a:r><a:r><a:rPr dirty="0" sz="700" spc="70"><a:latin typeface="Verdana"/><a:cs typeface="Verdana"/></a:rPr><a:t> </a:t></a:r><a:r><a:rPr dirty="0" sz="700" spc="-25"><a:latin typeface="Verdana"/><a:cs typeface="Verdana"/></a:rPr><a:t>1&apos;</a:t></a:r><a:endParaRPr sz="700"><a:latin typeface="Verdana"/><a:cs typeface="Verdana"/></a:endParaRPr></a:p></p:txBody></p:sp><p:sp><p:nvSpPr><p:cNvPr id="34" name="object 34"/><p:cNvSpPr txBox="1"/><p:nvPr/></p:nvSpPr><p:spPr><a:xfrm><a:off x="4891777" y="12424850"/><a:ext cx="1723389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GEAR</a:t></a:r><a:r><a:rPr dirty="0" sz="950" spc="50"><a:latin typeface="Calibri"/><a:cs typeface="Calibri"/></a:rPr><a:t> </a:t></a:r><a:r><a:rPr dirty="0" sz="950"><a:latin typeface="Calibri"/><a:cs typeface="Calibri"/></a:rPr><a:t>PAD</a:t></a:r><a:r><a:rPr dirty="0" sz="950" spc="55"><a:latin typeface="Calibri"/><a:cs typeface="Calibri"/></a:rPr><a:t> </a:t></a:r><a:r><a:rPr dirty="0" sz="950"><a:latin typeface="Calibri"/><a:cs typeface="Calibri"/></a:rPr><a:t>DETAILS</a:t></a:r><a:r><a:rPr dirty="0" sz="950" spc="55"><a:latin typeface="Calibri"/><a:cs typeface="Calibri"/></a:rPr><a:t> </a:t></a:r><a:r><a:rPr dirty="0" sz="950"><a:latin typeface="Calibri"/><a:cs typeface="Calibri"/></a:rPr><a:t>-</a:t></a:r><a:r><a:rPr dirty="0" sz="950" spc="55"><a:latin typeface="Calibri"/><a:cs typeface="Calibri"/></a:rPr><a:t> </a:t></a:r><a:r><a:rPr dirty="0" sz="950"><a:latin typeface="Calibri"/><a:cs typeface="Calibri"/></a:rPr><a:t>FRONT</a:t></a:r><a:r><a:rPr dirty="0" sz="950" spc="55"><a:latin typeface="Calibri"/><a:cs typeface="Calibri"/></a:rPr><a:t> </a:t></a:r><a:r><a:rPr dirty="0" sz="950" spc="-20"><a:latin typeface="Calibri"/><a:cs typeface="Calibri"/></a:rPr><a:t>VIEW</a:t></a:r><a:endParaRPr sz="950"><a:latin typeface="Calibri"/><a:cs typeface="Calibri"/></a:endParaRPr></a:p></p:txBody></p:sp><p:sp><p:nvSpPr><p:cNvPr id="35" name="object 35"/><p:cNvSpPr txBox="1"/><p:nvPr/></p:nvSpPr><p:spPr><a:xfrm><a:off x="4582831" y="12463476"/><a:ext cx="8890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50"><a:latin typeface="Calibri"/><a:cs typeface="Calibri"/></a:rPr><a:t>2</a:t></a:r><a:endParaRPr sz="950"><a:latin typeface="Calibri"/><a:cs typeface="Calibri"/></a:endParaRPr></a:p></p:txBody></p:sp><p:grpSp><p:nvGrpSpPr><p:cNvPr id="36" name="object 36"/><p:cNvGrpSpPr/><p:nvPr/></p:nvGrpSpPr><p:grpSpPr><a:xfrm><a:off x="973601" y="464410"/><a:ext cx="17338040" cy="12393930"/><a:chOff x="973601" y="464410"/><a:chExt cx="17338040" cy="12393930"/></a:xfrm></p:grpSpPr><p:sp><p:nvSpPr><p:cNvPr id="37" name="object 37"/><p:cNvSpPr/><p:nvPr/></p:nvSpPr><p:spPr><a:xfrm><a:off x="4407846" y="12633627"/><a:ext cx="3281679" cy="0"/></a:xfrm><a:custGeom><a:avLst/><a:gdLst/><a:ahLst/><a:cxnLst/><a:rect l="l" t="t" r="r" b="b"/><a:pathLst><a:path w="3281679" h="0"><a:moveTo><a:pt x="0" y="0"/></a:moveTo><a:lnTo><a:pt x="328136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8" name="object 38"/><p:cNvSpPr/><p:nvPr/></p:nvSpPr><p:spPr><a:xfrm><a:off x="4407846" y="12417073"/><a:ext cx="433705" cy="433705"/></a:xfrm><a:custGeom><a:avLst/><a:gdLst/><a:ahLst/><a:cxnLst/><a:rect l="l" t="t" r="r" b="b"/><a:pathLst><a:path w="433704" h="433704"><a:moveTo><a:pt x="0" y="216553"/></a:moveTo><a:lnTo><a:pt x="5721" y="166899"/></a:lnTo><a:lnTo><a:pt x="22017" y="121317"/></a:lnTo><a:lnTo><a:pt x="47589" y="81109"/></a:lnTo><a:lnTo><a:pt x="81135" y="47573"/></a:lnTo><a:lnTo><a:pt x="121357" y="22010"/></a:lnTo><a:lnTo><a:pt x="166952" y="5719"/></a:lnTo><a:lnTo><a:pt x="216623" y="0"/></a:lnTo><a:lnTo><a:pt x="266293" y="5719"/></a:lnTo><a:lnTo><a:pt x="311889" y="22010"/></a:lnTo><a:lnTo><a:pt x="352110" y="47573"/></a:lnTo><a:lnTo><a:pt x="385657" y="81109"/></a:lnTo><a:lnTo><a:pt x="411228" y="121317"/></a:lnTo><a:lnTo><a:pt x="427525" y="166899"/></a:lnTo><a:lnTo><a:pt x="433246" y="216553"/></a:lnTo><a:lnTo><a:pt x="427525" y="266236"/></a:lnTo><a:lnTo><a:pt x="411228" y="311838"/></a:lnTo><a:lnTo><a:pt x="385657" y="352060"/></a:lnTo><a:lnTo><a:pt x="352110" y="385604"/></a:lnTo><a:lnTo><a:pt x="311889" y="411172"/></a:lnTo><a:lnTo><a:pt x="266293" y="427464"/></a:lnTo><a:lnTo><a:pt x="216623" y="433184"/></a:lnTo><a:lnTo><a:pt x="166952" y="427464"/></a:lnTo><a:lnTo><a:pt x="121357" y="411172"/></a:lnTo><a:lnTo><a:pt x="81135" y="385604"/></a:lnTo><a:lnTo><a:pt x="47589" y="352060"/></a:lnTo><a:lnTo><a:pt x="22017" y="311838"/></a:lnTo><a:lnTo><a:pt x="5721" y="266236"/></a:lnTo><a:lnTo><a:pt x="0" y="216553"/></a:lnTo></a:path></a:pathLst></a:custGeom><a:ln w="15512"><a:solidFill><a:srgbClr val="000000"/></a:solidFill></a:ln></p:spPr><p:txBody><a:bodyPr wrap="square" lIns="0" tIns="0" rIns="0" bIns="0" rtlCol="0"/><a:lstStyle/><a:p/></p:txBody></p:sp><p:pic><p:nvPicPr><p:cNvPr id="39" name="object 39"/><p:cNvPicPr/><p:nvPr/></p:nvPicPr><p:blipFill><a:blip r:embed="rId5" cstate="print"/><a:stretch><a:fillRect/></a:stretch></p:blipFill><p:spPr><a:xfrm><a:off x="13039587" y="10285698"/><a:ext cx="5271602" cy="1917226"/></a:xfrm><a:prstGeom prst="rect"><a:avLst/></a:prstGeom></p:spPr></p:pic><p:sp><p:nvSpPr><p:cNvPr id="40" name="object 40"/><p:cNvSpPr/><p:nvPr/></p:nvSpPr><p:spPr><a:xfrm><a:off x="13244118" y="10441488"/><a:ext cx="4736465" cy="1326515"/></a:xfrm><a:custGeom><a:avLst/><a:gdLst/><a:ahLst/><a:cxnLst/><a:rect l="l" t="t" r="r" b="b"/><a:pathLst><a:path w="4736465" h="1326515"><a:moveTo><a:pt x="714734" y="418835"/></a:moveTo><a:lnTo><a:pt x="4065418" y="418835"/></a:lnTo></a:path><a:path w="4736465" h="1326515"><a:moveTo><a:pt x="714734" y="1326312"/></a:moveTo><a:lnTo><a:pt x="714734" y="418835"/></a:lnTo><a:lnTo><a:pt x="714734" y="0"/></a:lnTo><a:lnTo><a:pt x="4065418" y="0"/></a:lnTo><a:lnTo><a:pt x="4065418" y="418835"/></a:lnTo><a:lnTo><a:pt x="4065418" y="1326312"/></a:lnTo></a:path><a:path w="4736465" h="1326515"><a:moveTo><a:pt x="4065418" y="1326312"/></a:moveTo><a:lnTo><a:pt x="714734" y="1326312"/></a:lnTo></a:path><a:path w="4736465" h="1326515"><a:moveTo><a:pt x="4736020" y="233927"/></a:moveTo><a:lnTo><a:pt x="4065418" y="279223"/></a:lnTo></a:path><a:path w="4736465" h="1326515"><a:moveTo><a:pt x="714734" y="505394"/></a:moveTo><a:lnTo><a:pt x="0" y="553638"/></a:lnTo></a:path></a:pathLst></a:custGeom><a:ln w="3878"><a:solidFill><a:srgbClr val="000000"/></a:solidFill></a:ln></p:spPr><p:txBody><a:bodyPr wrap="square" lIns="0" tIns="0" rIns="0" bIns="0" rtlCol="0"/><a:lstStyle/><a:p/></p:txBody></p:sp><p:sp><p:nvSpPr><p:cNvPr id="41" name="object 41"/><p:cNvSpPr/><p:nvPr/></p:nvSpPr><p:spPr><a:xfrm><a:off x="8026655" y="5672621"/><a:ext cx="339725" cy="339725"/></a:xfrm><a:custGeom><a:avLst/><a:gdLst/><a:ahLst/><a:cxnLst/><a:rect l="l" t="t" r="r" b="b"/><a:pathLst><a:path w="339725" h="339725"><a:moveTo><a:pt x="226806" y="9415"/></a:moveTo><a:lnTo><a:pt x="267342" y="30298"/></a:lnTo><a:lnTo><a:pt x="299867" y="60092"/></a:lnTo><a:lnTo><a:pt x="323390" y="96716"/></a:lnTo><a:lnTo><a:pt x="336921" y="138091"/></a:lnTo><a:lnTo><a:pt x="339469" y="182135"/></a:lnTo><a:lnTo><a:pt x="330041" y="226768"/></a:lnTo><a:lnTo><a:pt x="309149" y="267315"/></a:lnTo><a:lnTo><a:pt x="279350" y="299846"/></a:lnTo><a:lnTo><a:pt x="242726" y="323372"/></a:lnTo><a:lnTo><a:pt x="201357" y="336904"/></a:lnTo><a:lnTo><a:pt x="157326" y="339451"/></a:lnTo><a:lnTo><a:pt x="112712" y="330026"/></a:lnTo><a:lnTo><a:pt x="72149" y="309150"/></a:lnTo><a:lnTo><a:pt x="39614" y="279359"/></a:lnTo><a:lnTo><a:pt x="16089" y="242736"/></a:lnTo><a:lnTo><a:pt x="2557" y="201362"/></a:lnTo><a:lnTo><a:pt x="0" y="157319"/></a:lnTo><a:lnTo><a:pt x="9400" y="112689"/></a:lnTo><a:lnTo><a:pt x="30292" y="72142"/></a:lnTo><a:lnTo><a:pt x="60094" y="39612"/></a:lnTo><a:lnTo><a:pt x="96725" y="16086"/></a:lnTo><a:lnTo><a:pt x="138107" y="2552"/></a:lnTo><a:lnTo><a:pt x="182160" y="0"/></a:lnTo><a:lnTo><a:pt x="226806" y="9415"/></a:lnTo><a:close/></a:path><a:path w="339725" h="339725"><a:moveTo><a:pt x="9400" y="112689"/></a:moveTo><a:lnTo><a:pt x="330041" y="226768"/></a:lnTo><a:lnTo><a:pt x="204398" y="286464"/></a:lnTo><a:lnTo><a:pt x="139878" y="317119"/></a:lnTo><a:lnTo><a:pt x="116108" y="328413"/></a:lnTo><a:lnTo><a:pt x="112712" y="330026"/></a:lnTo><a:lnTo><a:pt x="178673" y="144673"/></a:lnTo><a:lnTo><a:pt x="212544" y="49492"/></a:lnTo><a:lnTo><a:pt x="225023" y="14425"/></a:lnTo><a:lnTo><a:pt x="226806" y="9415"/></a:lnTo><a:lnTo><a:pt x="330041" y="226768"/></a:lnTo></a:path></a:pathLst></a:custGeom><a:ln w="11634"><a:solidFill><a:srgbClr val="000000"/></a:solidFill></a:ln></p:spPr><p:txBody><a:bodyPr wrap="square" lIns="0" tIns="0" rIns="0" bIns="0" rtlCol="0"/><a:lstStyle/><a:p/></p:txBody></p:sp><p:pic><p:nvPicPr><p:cNvPr id="42" name="object 42"/><p:cNvPicPr/><p:nvPr/></p:nvPicPr><p:blipFill><a:blip r:embed="rId6" cstate="print"/><a:stretch><a:fillRect/></a:stretch></p:blipFill><p:spPr><a:xfrm><a:off x="975824" y="464410"/><a:ext cx="11476788" cy="4825193"/></a:xfrm><a:prstGeom prst="rect"><a:avLst/></a:prstGeom></p:spPr></p:pic><p:sp><p:nvSpPr><p:cNvPr id="43" name="object 43"/><p:cNvSpPr/><p:nvPr/></p:nvSpPr><p:spPr><a:xfrm><a:off x="3690102" y="1525243"/><a:ext cx="3025140" cy="2839085"/></a:xfrm><a:custGeom><a:avLst/><a:gdLst/><a:ahLst/><a:cxnLst/><a:rect l="l" t="t" r="r" b="b"/><a:pathLst><a:path w="3025140" h="2839085"><a:moveTo><a:pt x="3024922" y="0"/></a:moveTo><a:lnTo><a:pt x="3024922" y="465372"/></a:lnTo></a:path><a:path w="3025140" h="2839085"><a:moveTo><a:pt x="0" y="2838773"/></a:moveTo><a:lnTo><a:pt x="3024922" y="2838773"/></a:lnTo></a:path><a:path w="3025140" h="2839085"><a:moveTo><a:pt x="3024922" y="465372"/></a:moveTo><a:lnTo><a:pt x="0" y="465372"/></a:lnTo><a:lnTo><a:pt x="0" y="0"/></a:lnTo><a:lnTo><a:pt x="3024922" y="0"/></a:lnTo></a:path><a:path w="3025140" h="2839085"><a:moveTo><a:pt x="3024922" y="2838773"/></a:moveTo><a:lnTo><a:pt x="3024922" y="1721878"/></a:lnTo><a:lnTo><a:pt x="0" y="1721878"/></a:lnTo><a:lnTo><a:pt x="0" y="2838773"/></a:lnTo></a:path><a:path w="3025140" h="2839085"><a:moveTo><a:pt x="0" y="1721878"/></a:moveTo><a:lnTo><a:pt x="0" y="465372"/></a:lnTo></a:path><a:path w="3025140" h="2839085"><a:moveTo><a:pt x="3024922" y="465372"/></a:moveTo><a:lnTo><a:pt x="3024922" y="1721878"/></a:lnTo></a:path></a:pathLst></a:custGeom><a:ln w="3878"><a:solidFill><a:srgbClr val="E2E2E2"/></a:solidFill></a:ln></p:spPr><p:txBody><a:bodyPr wrap="square" lIns="0" tIns="0" rIns="0" bIns="0" rtlCol="0"/><a:lstStyle/><a:p/></p:txBody></p:sp><p:pic><p:nvPicPr><p:cNvPr id="44" name="object 44"/><p:cNvPicPr/><p:nvPr/></p:nvPicPr><p:blipFill><a:blip r:embed="rId7" cstate="print"/><a:stretch><a:fillRect/></a:stretch></p:blipFill><p:spPr><a:xfrm><a:off x="3781238" y="2593661"/><a:ext cx="96952" cy="96952"/></a:xfrm><a:prstGeom prst="rect"><a:avLst/></a:prstGeom></p:spPr></p:pic><p:pic><p:nvPicPr><p:cNvPr id="45" name="object 45"/><p:cNvPicPr/><p:nvPr/></p:nvPicPr><p:blipFill><a:blip r:embed="rId8" cstate="print"/><a:stretch><a:fillRect/></a:stretch></p:blipFill><p:spPr><a:xfrm><a:off x="3781238" y="4175928"/><a:ext cx="96952" cy="96952"/></a:xfrm><a:prstGeom prst="rect"><a:avLst/></a:prstGeom></p:spPr></p:pic><p:pic><p:nvPicPr><p:cNvPr id="46" name="object 46"/><p:cNvPicPr/><p:nvPr/></p:nvPicPr><p:blipFill><a:blip r:embed="rId9" cstate="print"/><a:stretch><a:fillRect/></a:stretch></p:blipFill><p:spPr><a:xfrm><a:off x="6526936" y="2593661"/><a:ext cx="96952" cy="96952"/></a:xfrm><a:prstGeom prst="rect"><a:avLst/></a:prstGeom></p:spPr></p:pic><p:pic><p:nvPicPr><p:cNvPr id="47" name="object 47"/><p:cNvPicPr/><p:nvPr/></p:nvPicPr><p:blipFill><a:blip r:embed="rId10" cstate="print"/><a:stretch><a:fillRect/></a:stretch></p:blipFill><p:spPr><a:xfrm><a:off x="6526936" y="4175928"/><a:ext cx="96952" cy="96952"/></a:xfrm><a:prstGeom prst="rect"><a:avLst/></a:prstGeom></p:spPr></p:pic><p:pic><p:nvPicPr><p:cNvPr id="48" name="object 48"/><p:cNvPicPr/><p:nvPr/></p:nvPicPr><p:blipFill><a:blip r:embed="rId7" cstate="print"/><a:stretch><a:fillRect/></a:stretch></p:blipFill><p:spPr><a:xfrm><a:off x="1583748" y="1569841"/><a:ext cx="96952" cy="96952"/></a:xfrm><a:prstGeom prst="rect"><a:avLst/></a:prstGeom></p:spPr></p:pic><p:pic><p:nvPicPr><p:cNvPr id="49" name="object 49"/><p:cNvPicPr/><p:nvPr/></p:nvPicPr><p:blipFill><a:blip r:embed="rId8" cstate="print"/><a:stretch><a:fillRect/></a:stretch></p:blipFill><p:spPr><a:xfrm><a:off x="1583748" y="3059034"/><a:ext cx="96952" cy="96952"/></a:xfrm><a:prstGeom prst="rect"><a:avLst/></a:prstGeom></p:spPr></p:pic><p:pic><p:nvPicPr><p:cNvPr id="50" name="object 50"/><p:cNvPicPr/><p:nvPr/></p:nvPicPr><p:blipFill><a:blip r:embed="rId9" cstate="print"/><a:stretch><a:fillRect/></a:stretch></p:blipFill><p:spPr><a:xfrm><a:off x="3072941" y="1569841"/><a:ext cx="96952" cy="96952"/></a:xfrm><a:prstGeom prst="rect"><a:avLst/></a:prstGeom></p:spPr></p:pic><p:pic><p:nvPicPr><p:cNvPr id="51" name="object 51"/><p:cNvPicPr/><p:nvPr/></p:nvPicPr><p:blipFill><a:blip r:embed="rId10" cstate="print"/><a:stretch><a:fillRect/></a:stretch></p:blipFill><p:spPr><a:xfrm><a:off x="3072941" y="3059034"/><a:ext cx="96952" cy="96952"/></a:xfrm><a:prstGeom prst="rect"><a:avLst/></a:prstGeom></p:spPr></p:pic><p:sp><p:nvSpPr><p:cNvPr id="52" name="object 52"/><p:cNvSpPr/><p:nvPr/></p:nvSpPr><p:spPr><a:xfrm><a:off x="6994248" y="1339094"/><a:ext cx="4330065" cy="2387600"/></a:xfrm><a:custGeom><a:avLst/><a:gdLst/><a:ahLst/><a:cxnLst/><a:rect l="l" t="t" r="r" b="b"/><a:pathLst><a:path w="4330065" h="2387600"><a:moveTo><a:pt x="186149" y="2201212"/></a:moveTo><a:lnTo><a:pt x="186149" y="1333292"/></a:lnTo></a:path><a:path w="4330065" h="2387600"><a:moveTo><a:pt x="186149" y="186149"/></a:moveTo><a:lnTo><a:pt x="2025294" y="186149"/></a:lnTo></a:path><a:path w="4330065" h="2387600"><a:moveTo><a:pt x="4143670" y="186149"/></a:moveTo><a:lnTo><a:pt x="4143670" y="1054069"/></a:lnTo></a:path><a:path w="4330065" h="2387600"><a:moveTo><a:pt x="4143670" y="2201212"/></a:moveTo><a:lnTo><a:pt x="2304517" y="2201212"/></a:lnTo></a:path><a:path w="4330065" h="2387600"><a:moveTo><a:pt x="2304517" y="186149"/></a:moveTo><a:lnTo><a:pt x="2025294" y="186149"/></a:lnTo><a:lnTo><a:pt x="2025294" y="0"/></a:lnTo><a:lnTo><a:pt x="2304517" y="0"/></a:lnTo><a:lnTo><a:pt x="2304517" y="186149"/></a:lnTo><a:lnTo><a:pt x="4143670" y="186149"/></a:lnTo></a:path><a:path w="4330065" h="2387600"><a:moveTo><a:pt x="2304517" y="2201212"/></a:moveTo><a:lnTo><a:pt x="2304517" y="2387361"/></a:lnTo></a:path><a:path w="4330065" h="2387600"><a:moveTo><a:pt x="2304517" y="2387361"/></a:moveTo><a:lnTo><a:pt x="2025294" y="2387361"/></a:lnTo><a:lnTo><a:pt x="2025294" y="2201212"/></a:lnTo><a:lnTo><a:pt x="2304517" y="2201212"/></a:lnTo></a:path><a:path w="4330065" h="2387600"><a:moveTo><a:pt x="2025294" y="2201212"/></a:moveTo><a:lnTo><a:pt x="186149" y="2201212"/></a:lnTo></a:path><a:path w="4330065" h="2387600"><a:moveTo><a:pt x="4329819" y="1333292"/></a:moveTo><a:lnTo><a:pt x="4143670" y="1333292"/></a:lnTo></a:path><a:path w="4330065" h="2387600"><a:moveTo><a:pt x="4143670" y="2201212"/></a:moveTo><a:lnTo><a:pt x="4143670" y="1333292"/></a:lnTo><a:lnTo><a:pt x="4143670" y="1054069"/></a:lnTo><a:lnTo><a:pt x="4329819" y="1054069"/></a:lnTo><a:lnTo><a:pt x="4329819" y="1333292"/></a:lnTo></a:path><a:path w="4330065" h="2387600"><a:moveTo><a:pt x="0" y="1054069"/></a:moveTo><a:lnTo><a:pt x="186149" y="1054069"/></a:lnTo></a:path><a:path w="4330065" h="2387600"><a:moveTo><a:pt x="186149" y="1333292"/></a:moveTo><a:lnTo><a:pt x="0" y="1333292"/></a:lnTo><a:lnTo><a:pt x="0" y="1054069"/></a:lnTo></a:path><a:path w="4330065" h="2387600"><a:moveTo><a:pt x="186149" y="1333292"/></a:moveTo><a:lnTo><a:pt x="186149" y="1054069"/></a:lnTo><a:lnTo><a:pt x="186149" y="186149"/></a:lnTo></a:path></a:pathLst></a:custGeom><a:ln w="3878"><a:solidFill><a:srgbClr val="E2E2E2"/></a:solidFill></a:ln></p:spPr><p:txBody><a:bodyPr wrap="square" lIns="0" tIns="0" rIns="0" bIns="0" rtlCol="0"/><a:lstStyle/><a:p/></p:txBody></p:sp><p:pic><p:nvPicPr><p:cNvPr id="53" name="object 53"/><p:cNvPicPr/><p:nvPr/></p:nvPicPr><p:blipFill><a:blip r:embed="rId11" cstate="print"/><a:stretch><a:fillRect/></a:stretch></p:blipFill><p:spPr><a:xfrm><a:off x="11182517" y="2471268"/><a:ext cx="96952" cy="96952"/></a:xfrm><a:prstGeom prst="rect"><a:avLst/></a:prstGeom></p:spPr></p:pic><p:pic><p:nvPicPr><p:cNvPr id="54" name="object 54"/><p:cNvPicPr/><p:nvPr/></p:nvPicPr><p:blipFill><a:blip r:embed="rId12" cstate="print"/><a:stretch><a:fillRect/></a:stretch></p:blipFill><p:spPr><a:xfrm><a:off x="9110678" y="3571874"/><a:ext cx="96952" cy="96952"/></a:xfrm><a:prstGeom prst="rect"><a:avLst/></a:prstGeom></p:spPr></p:pic><p:pic><p:nvPicPr><p:cNvPr id="55" name="object 55"/><p:cNvPicPr/><p:nvPr/></p:nvPicPr><p:blipFill><a:blip r:embed="rId12" cstate="print"/><a:stretch><a:fillRect/></a:stretch></p:blipFill><p:spPr><a:xfrm><a:off x="9110678" y="1370662"/><a:ext cx="96952" cy="96952"/></a:xfrm><a:prstGeom prst="rect"><a:avLst/></a:prstGeom></p:spPr></p:pic><p:pic><p:nvPicPr><p:cNvPr id="56" name="object 56"/><p:cNvPicPr/><p:nvPr/></p:nvPicPr><p:blipFill><a:blip r:embed="rId13" cstate="print"/><a:stretch><a:fillRect/></a:stretch></p:blipFill><p:spPr><a:xfrm><a:off x="7038846" y="2471268"/><a:ext cx="96952" cy="96952"/></a:xfrm><a:prstGeom prst="rect"><a:avLst/></a:prstGeom></p:spPr></p:pic><p:sp><p:nvSpPr><p:cNvPr id="57" name="object 57"/><p:cNvSpPr/><p:nvPr/></p:nvSpPr><p:spPr><a:xfrm><a:off x="1549388" y="1525243"/><a:ext cx="1675764" cy="1675764"/></a:xfrm><a:custGeom><a:avLst/><a:gdLst/><a:ahLst/><a:cxnLst/><a:rect l="l" t="t" r="r" b="b"/><a:pathLst><a:path w="1675764" h="1675764"><a:moveTo><a:pt x="1675341" y="1675341"/></a:moveTo><a:lnTo><a:pt x="0" y="1675341"/></a:lnTo><a:lnTo><a:pt x="0" y="0"/></a:lnTo><a:lnTo><a:pt x="1675341" y="0"/></a:lnTo><a:lnTo><a:pt x="1675341" y="1675341"/></a:lnTo></a:path></a:pathLst></a:custGeom><a:ln w="3878"><a:solidFill><a:srgbClr val="E2E2E2"/></a:solidFill></a:ln></p:spPr><p:txBody><a:bodyPr wrap="square" lIns="0" tIns="0" rIns="0" bIns="0" rtlCol="0"/><a:lstStyle/><a:p/></p:txBody></p:sp><p:sp><p:nvSpPr><p:cNvPr id="58" name="object 58"/><p:cNvSpPr/><p:nvPr/></p:nvSpPr><p:spPr><a:xfrm><a:off x="975824" y="547960"/><a:ext cx="11476990" cy="4142104"/></a:xfrm><a:custGeom><a:avLst/><a:gdLst/><a:ahLst/><a:cxnLst/><a:rect l="l" t="t" r="r" b="b"/><a:pathLst><a:path w="11476990" h="4142104"><a:moveTo><a:pt x="11232451" y="4141817"/></a:moveTo><a:lnTo><a:pt x="11232451" y="0"/></a:lnTo><a:lnTo><a:pt x="14162" y="0"/></a:lnTo><a:lnTo><a:pt x="14162" y="4141817"/></a:lnTo></a:path><a:path w="11476990" h="4142104"><a:moveTo><a:pt x="7530644" y="517471"/></a:moveTo><a:lnTo><a:pt x="7251421" y="517471"/></a:lnTo><a:lnTo><a:pt x="7251421" y="238248"/></a:lnTo><a:lnTo><a:pt x="7530644" y="238248"/></a:lnTo><a:lnTo><a:pt x="7530644" y="517471"/></a:lnTo></a:path><a:path w="11476990" h="4142104"><a:moveTo><a:pt x="11020939" y="3914692"/></a:moveTo><a:lnTo><a:pt x="10741716" y="3914692"/></a:lnTo><a:lnTo><a:pt x="10741716" y="3635468"/></a:lnTo><a:lnTo><a:pt x="11020939" y="3635468"/></a:lnTo><a:lnTo><a:pt x="11020939" y="3914692"/></a:lnTo></a:path><a:path w="11476990" h="4142104"><a:moveTo><a:pt x="10276343" y="3914692"/></a:moveTo><a:lnTo><a:pt x="9997120" y="3914692"/></a:lnTo><a:lnTo><a:pt x="9997120" y="3635468"/></a:lnTo><a:lnTo><a:pt x="10276343" y="3635468"/></a:lnTo><a:lnTo><a:pt x="10276343" y="3914692"/></a:lnTo></a:path><a:path w="11476990" h="4142104"><a:moveTo><a:pt x="550031" y="517471"/></a:moveTo><a:lnTo><a:pt x="270808" y="517471"/></a:lnTo><a:lnTo><a:pt x="270808" y="238248"/></a:lnTo><a:lnTo><a:pt x="550031" y="238248"/></a:lnTo><a:lnTo><a:pt x="550031" y="517471"/></a:lnTo></a:path><a:path w="11476990" h="4142104"><a:moveTo><a:pt x="11020939" y="517471"/></a:moveTo><a:lnTo><a:pt x="10741716" y="517471"/></a:lnTo><a:lnTo><a:pt x="10741716" y="238248"/></a:lnTo><a:lnTo><a:pt x="11020939" y="238248"/></a:lnTo><a:lnTo><a:pt x="11020939" y="517471"/></a:lnTo></a:path><a:path w="11476990" h="4142104"><a:moveTo><a:pt x="4040326" y="517471"/></a:moveTo><a:lnTo><a:pt x="3761103" y="517471"/></a:lnTo><a:lnTo><a:pt x="3761103" y="238248"/></a:lnTo><a:lnTo><a:pt x="4040326" y="238248"/></a:lnTo><a:lnTo><a:pt x="4040326" y="517471"/></a:lnTo></a:path><a:path w="11476990" h="4142104"><a:moveTo><a:pt x="11476772" y="4141817"/></a:moveTo><a:lnTo><a:pt x="11232451" y="4141817"/></a:lnTo><a:lnTo><a:pt x="14162" y="4141817"/></a:lnTo><a:lnTo><a:pt x="0" y="4141817"/></a:lnTo></a:path></a:pathLst></a:custGeom><a:ln w="3878"><a:solidFill><a:srgbClr val="000000"/></a:solidFill></a:ln></p:spPr><p:txBody><a:bodyPr wrap="square" lIns="0" tIns="0" rIns="0" bIns="0" rtlCol="0"/><a:lstStyle/><a:p/></p:txBody></p:sp><p:sp><p:nvSpPr><p:cNvPr id="59" name="object 59"/><p:cNvSpPr/><p:nvPr/></p:nvSpPr><p:spPr><a:xfrm><a:off x="994547" y="5486301"/><a:ext cx="2228850" cy="263525"/></a:xfrm><a:custGeom><a:avLst/><a:gdLst/><a:ahLst/><a:cxnLst/><a:rect l="l" t="t" r="r" b="b"/><a:pathLst><a:path w="2228850" h="263525"><a:moveTo><a:pt x="0" y="0"/></a:moveTo><a:lnTo><a:pt x="2228747" y="0"/></a:lnTo><a:lnTo><a:pt x="2228747" y="262935"/></a:lnTo><a:lnTo><a:pt x="0" y="262935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60" name="object 60"/><p:cNvSpPr txBox="1"/><p:nvPr/></p:nvSpPr><p:spPr><a:xfrm><a:off x="1067166" y="5473601"/><a:ext cx="2161540" cy="287655"/></a:xfrm><a:prstGeom prst="rect"><a:avLst/></a:prstGeom></p:spPr><p:txBody><a:bodyPr wrap="square" lIns="0" tIns="13335" rIns="0" bIns="0" rtlCol="0" vert="horz"><a:spAutoFit/></a:bodyPr><a:lstStyle/><a:p><a:pPr algn="r" marR="5080"><a:lnSpc><a:spcPct val="100000"/></a:lnSpc><a:spcBef><a:spcPts val="105"/></a:spcBef></a:pPr><a:r><a:rPr dirty="0" sz="850"><a:latin typeface="Verdana"/><a:cs typeface="Verdana"/></a:rPr><a:t>(4) 3/4&quot; SIMPSON STRONG-BOLT 2</a:t></a:r><a:r><a:rPr dirty="0" sz="850" spc="5"><a:latin typeface="Verdana"/><a:cs typeface="Verdana"/></a:rPr><a:t> </a:t></a:r><a:r><a:rPr dirty="0" sz="850" spc="-25"><a:latin typeface="Verdana"/><a:cs typeface="Verdana"/></a:rPr><a:t>SS</a:t></a:r><a:endParaRPr sz="850"><a:latin typeface="Verdana"/><a:cs typeface="Verdana"/></a:endParaRPr></a:p><a:p><a:pPr algn="r" marR="6350"><a:lnSpc><a:spcPct val="100000"/></a:lnSpc><a:spcBef><a:spcPts val="15"/></a:spcBef></a:pPr><a:r><a:rPr dirty="0" sz="850"><a:latin typeface="Verdana"/><a:cs typeface="Verdana"/></a:rPr><a:t>W/ 4&quot;</a:t></a:r><a:r><a:rPr dirty="0" sz="850" spc="5"><a:latin typeface="Verdana"/><a:cs typeface="Verdana"/></a:rPr><a:t> </a:t></a:r><a:r><a:rPr dirty="0" sz="850"><a:latin typeface="Verdana"/><a:cs typeface="Verdana"/></a:rPr><a:t>EMBEDMENT </a:t></a:r><a:r><a:rPr dirty="0" sz="850" spc="-10"><a:latin typeface="Verdana"/><a:cs typeface="Verdana"/></a:rPr><a:t>(TYP.)</a:t></a:r><a:endParaRPr sz="850"><a:latin typeface="Verdana"/><a:cs typeface="Verdana"/></a:endParaRPr></a:p></p:txBody></p:sp><p:grpSp><p:nvGrpSpPr><p:cNvPr id="61" name="object 61"/><p:cNvGrpSpPr/><p:nvPr/></p:nvGrpSpPr><p:grpSpPr><a:xfrm><a:off x="1548118" y="1617047"/><a:ext cx="9591675" cy="4070985"/><a:chOff x="1548118" y="1617047"/><a:chExt cx="9591675" cy="4070985"/></a:xfrm></p:grpSpPr><p:sp><p:nvSpPr><p:cNvPr id="62" name="object 62"/><p:cNvSpPr/><p:nvPr/></p:nvSpPr><p:spPr><a:xfrm><a:off x="3227173" y="4335675"/><a:ext cx="576580" cy="1348105"/></a:xfrm><a:custGeom><a:avLst/><a:gdLst/><a:ahLst/><a:cxnLst/><a:rect l="l" t="t" r="r" b="b"/><a:pathLst><a:path w="576579" h="1348104"><a:moveTo><a:pt x="576325" y="0"/></a:moveTo><a:lnTo><a:pt x="220741" y="1347827"/></a:lnTo><a:lnTo><a:pt x="0" y="1347827"/></a:lnTo></a:path></a:pathLst></a:custGeom><a:ln w="7756"><a:solidFill><a:srgbClr val="000000"/></a:solidFill></a:ln></p:spPr><p:txBody><a:bodyPr wrap="square" lIns="0" tIns="0" rIns="0" bIns="0" rtlCol="0"/><a:lstStyle/><a:p/></p:txBody></p:sp><p:sp><p:nvSpPr><p:cNvPr id="63" name="object 63"/><p:cNvSpPr/><p:nvPr/></p:nvSpPr><p:spPr><a:xfrm><a:off x="3788467" y="4245796"/><a:ext cx="39370" cy="93980"/></a:xfrm><a:custGeom><a:avLst/><a:gdLst/><a:ahLst/><a:cxnLst/><a:rect l="l" t="t" r="r" b="b"/><a:pathLst><a:path w="39370" h="93979"><a:moveTo><a:pt x="30001" y="93950"/></a:moveTo><a:lnTo><a:pt x="0" y="86039"/></a:lnTo><a:lnTo><a:pt x="38742" y="0"/></a:lnTo><a:lnTo><a:pt x="30001" y="93950"/></a:lnTo><a:close/></a:path></a:pathLst></a:custGeom><a:solidFill><a:srgbClr val="000000"/></a:solidFill></p:spPr><p:txBody><a:bodyPr wrap="square" lIns="0" tIns="0" rIns="0" bIns="0" rtlCol="0"/><a:lstStyle/><a:p/></p:txBody></p:sp><p:sp><p:nvSpPr><p:cNvPr id="64" name="object 64"/><p:cNvSpPr/><p:nvPr/></p:nvSpPr><p:spPr><a:xfrm><a:off x="3788467" y="4245796"/><a:ext cx="39370" cy="93980"/></a:xfrm><a:custGeom><a:avLst/><a:gdLst/><a:ahLst/><a:cxnLst/><a:rect l="l" t="t" r="r" b="b"/><a:pathLst><a:path w="39370" h="93979"><a:moveTo><a:pt x="38742" y="0"/></a:moveTo><a:lnTo><a:pt x="30001" y="93950"/></a:lnTo><a:lnTo><a:pt x="0" y="86039"/></a:lnTo><a:lnTo><a:pt x="38742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65" name="object 65"/><p:cNvSpPr/><p:nvPr/></p:nvSpPr><p:spPr><a:xfrm><a:off x="1549388" y="1618317"/><a:ext cx="9589135" cy="2839085"/></a:xfrm><a:custGeom><a:avLst/><a:gdLst/><a:ahLst/><a:cxnLst/><a:rect l="l" t="t" r="r" b="b"/><a:pathLst><a:path w="9589135" h="2839085"><a:moveTo><a:pt x="0" y="0"/></a:moveTo><a:lnTo><a:pt x="1675341" y="0"/></a:lnTo><a:lnTo><a:pt x="1675341" y="1675341"/></a:lnTo><a:lnTo><a:pt x="0" y="1675341"/></a:lnTo><a:lnTo><a:pt x="0" y="0"/></a:lnTo><a:close/></a:path><a:path w="9589135" h="2839085"><a:moveTo><a:pt x="2140714" y="0"/></a:moveTo><a:lnTo><a:pt x="5165636" y="0"/></a:lnTo><a:lnTo><a:pt x="5165636" y="2838773"/></a:lnTo><a:lnTo><a:pt x="2140714" y="2838773"/></a:lnTo><a:lnTo><a:pt x="2140714" y="0"/></a:lnTo><a:close/></a:path><a:path w="9589135" h="2839085"><a:moveTo><a:pt x="5631009" y="186149"/></a:moveTo><a:lnTo><a:pt x="9588530" y="186149"/></a:lnTo><a:lnTo><a:pt x="9588530" y="2201212"/></a:lnTo><a:lnTo><a:pt x="5631009" y="2201212"/></a:lnTo><a:lnTo><a:pt x="5631009" y="186149"/></a:lnTo><a:close/></a:path></a:pathLst></a:custGeom><a:ln w="3175"><a:solidFill><a:srgbClr val="818181"/></a:solidFill><a:prstDash val="lgDash"/></a:ln></p:spPr><p:txBody><a:bodyPr wrap="square" lIns="0" tIns="0" rIns="0" bIns="0" rtlCol="0"/><a:lstStyle/><a:p/></p:txBody></p:sp></p:grpSp><p:sp><p:nvSpPr><p:cNvPr id="66" name="object 66"/><p:cNvSpPr txBox="1"/><p:nvPr/></p:nvSpPr><p:spPr><a:xfrm><a:off x="10106596" y="1299154"/><a:ext cx="958215" cy="249554"/></a:xfrm><a:prstGeom prst="rect"><a:avLst/></a:prstGeom></p:spPr><p:txBody><a:bodyPr wrap="square" lIns="0" tIns="11430" rIns="0" bIns="0" rtlCol="0" vert="horz"><a:spAutoFit/></a:bodyPr><a:lstStyle/><a:p><a:pPr marL="12700" marR="5080"><a:lnSpc><a:spcPct val="105100"/></a:lnSpc><a:spcBef><a:spcPts val="90"/></a:spcBef></a:pPr><a:r><a:rPr dirty="0" sz="700"><a:latin typeface="Verdana"/><a:cs typeface="Verdana"/></a:rPr><a:t>BATTERY</a:t></a:r><a:r><a:rPr dirty="0" sz="700" spc="135"><a:latin typeface="Verdana"/><a:cs typeface="Verdana"/></a:rPr><a:t> </a:t></a:r><a:r><a:rPr dirty="0" sz="700" spc="-10"><a:latin typeface="Verdana"/><a:cs typeface="Verdana"/></a:rPr><a:t>INVERTER FOOTPRINT</a:t></a:r><a:endParaRPr sz="700"><a:latin typeface="Verdana"/><a:cs typeface="Verdana"/></a:endParaRPr></a:p></p:txBody></p:sp><p:grpSp><p:nvGrpSpPr><p:cNvPr id="67" name="object 67"/><p:cNvGrpSpPr/><p:nvPr/></p:nvGrpSpPr><p:grpSpPr><a:xfrm><a:off x="9810659" y="1363765"/><a:ext cx="293370" cy="424815"/><a:chOff x="9810659" y="1363765"/><a:chExt cx="293370" cy="424815"/></a:xfrm></p:grpSpPr><p:sp><p:nvSpPr><p:cNvPr id="68" name="object 68"/><p:cNvSpPr/><p:nvPr/></p:nvSpPr><p:spPr><a:xfrm><a:off x="9838210" y="1367893"/><a:ext cx="262255" cy="376555"/></a:xfrm><a:custGeom><a:avLst/><a:gdLst/><a:ahLst/><a:cxnLst/><a:rect l="l" t="t" r="r" b="b"/><a:pathLst><a:path w="262254" h="376555"><a:moveTo><a:pt x="0" y="376075"/></a:moveTo><a:lnTo><a:pt x="219578" y="0"/></a:lnTo><a:lnTo><a:pt x="26169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69" name="object 69"/><p:cNvSpPr/><p:nvPr/></p:nvSpPr><p:spPr><a:xfrm><a:off x="9814786" y="1739997"/><a:ext cx="30480" cy="44450"/></a:xfrm><a:custGeom><a:avLst/><a:gdLst/><a:ahLst/><a:cxnLst/><a:rect l="l" t="t" r="r" b="b"/><a:pathLst><a:path w="30479" h="44450"><a:moveTo><a:pt x="0" y="44101"/></a:moveTo><a:lnTo><a:pt x="16753" y="0"/></a:lnTo><a:lnTo><a:pt x="30171" y="7818"/></a:lnTo><a:lnTo><a:pt x="0" y="44101"/></a:lnTo><a:close/></a:path></a:pathLst></a:custGeom><a:solidFill><a:srgbClr val="000000"/></a:solidFill></p:spPr><p:txBody><a:bodyPr wrap="square" lIns="0" tIns="0" rIns="0" bIns="0" rtlCol="0"/><a:lstStyle/><a:p/></p:txBody></p:sp><p:sp><p:nvSpPr><p:cNvPr id="70" name="object 70"/><p:cNvSpPr/><p:nvPr/></p:nvSpPr><p:spPr><a:xfrm><a:off x="9814786" y="1739997"/><a:ext cx="30480" cy="44450"/></a:xfrm><a:custGeom><a:avLst/><a:gdLst/><a:ahLst/><a:cxnLst/><a:rect l="l" t="t" r="r" b="b"/><a:pathLst><a:path w="30479" h="44450"><a:moveTo><a:pt x="0" y="44101"/></a:moveTo><a:lnTo><a:pt x="16753" y="0"/></a:lnTo><a:lnTo><a:pt x="30171" y="7818"/></a:lnTo><a:lnTo><a:pt x="0" y="44101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71" name="object 71"/><p:cNvSpPr txBox="1"/><p:nvPr/></p:nvSpPr><p:spPr><a:xfrm><a:off x="4733604" y="1303025"/><a:ext cx="737870" cy="249554"/></a:xfrm><a:prstGeom prst="rect"><a:avLst/></a:prstGeom></p:spPr><p:txBody><a:bodyPr wrap="square" lIns="0" tIns="11430" rIns="0" bIns="0" rtlCol="0" vert="horz"><a:spAutoFit/></a:bodyPr><a:lstStyle/><a:p><a:pPr marL="12700" marR="5080"><a:lnSpc><a:spcPct val="105100"/></a:lnSpc><a:spcBef><a:spcPts val="90"/></a:spcBef></a:pPr><a:r><a:rPr dirty="0" sz="700" spc="-10"><a:latin typeface="Verdana"/><a:cs typeface="Verdana"/></a:rPr><a:t>TRANSFORMER FOOTPRINT</a:t></a:r><a:endParaRPr sz="700"><a:latin typeface="Verdana"/><a:cs typeface="Verdana"/></a:endParaRPr></a:p></p:txBody></p:sp><p:grpSp><p:nvGrpSpPr><p:cNvPr id="72" name="object 72"/><p:cNvGrpSpPr/><p:nvPr/></p:nvGrpSpPr><p:grpSpPr><a:xfrm><a:off x="4431494" y="1367635"/><a:ext cx="299720" cy="237490"/><a:chOff x="4431494" y="1367635"/><a:chExt cx="299720" cy="237490"/></a:xfrm></p:grpSpPr><p:sp><p:nvSpPr><p:cNvPr id="73" name="object 73"/><p:cNvSpPr/><p:nvPr/></p:nvSpPr><p:spPr><a:xfrm><a:off x="4466119" y="1371763"/><a:ext cx="260985" cy="194310"/></a:xfrm><a:custGeom><a:avLst/><a:gdLst/><a:ahLst/><a:cxnLst/><a:rect l="l" t="t" r="r" b="b"/><a:pathLst><a:path w="260985" h="194309"><a:moveTo><a:pt x="0" y="193719"/></a:moveTo><a:lnTo><a:pt x="168604" y="0"/></a:lnTo><a:lnTo><a:pt x="260794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74" name="object 74"/><p:cNvSpPr/><p:nvPr/></p:nvSpPr><p:spPr><a:xfrm><a:off x="4435622" y="1560324"/><a:ext cx="36830" cy="40640"/></a:xfrm><a:custGeom><a:avLst/><a:gdLst/><a:ahLst/><a:cxnLst/><a:rect l="l" t="t" r="r" b="b"/><a:pathLst><a:path w="36829" h="40640"><a:moveTo><a:pt x="0" y="40200"/></a:moveTo><a:lnTo><a:pt x="24703" y="0"/></a:lnTo><a:lnTo><a:pt x="36399" y="10183"/></a:lnTo><a:lnTo><a:pt x="0" y="40200"/></a:lnTo><a:close/></a:path></a:pathLst></a:custGeom><a:solidFill><a:srgbClr val="000000"/></a:solidFill></p:spPr><p:txBody><a:bodyPr wrap="square" lIns="0" tIns="0" rIns="0" bIns="0" rtlCol="0"/><a:lstStyle/><a:p/></p:txBody></p:sp><p:sp><p:nvSpPr><p:cNvPr id="75" name="object 75"/><p:cNvSpPr/><p:nvPr/></p:nvSpPr><p:spPr><a:xfrm><a:off x="4435622" y="1560324"/><a:ext cx="36830" cy="40640"/></a:xfrm><a:custGeom><a:avLst/><a:gdLst/><a:ahLst/><a:cxnLst/><a:rect l="l" t="t" r="r" b="b"/><a:pathLst><a:path w="36829" h="40640"><a:moveTo><a:pt x="0" y="40200"/></a:moveTo><a:lnTo><a:pt x="24703" y="0"/></a:lnTo><a:lnTo><a:pt x="36399" y="10183"/></a:lnTo><a:lnTo><a:pt x="0" y="40200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76" name="object 76"/><p:cNvSpPr txBox="1"/><p:nvPr/></p:nvSpPr><p:spPr><a:xfrm><a:off x="2242139" y="1049629"/><a:ext cx="820419" cy="249554"/></a:xfrm><a:prstGeom prst="rect"><a:avLst/></a:prstGeom></p:spPr><p:txBody><a:bodyPr wrap="square" lIns="0" tIns="11430" rIns="0" bIns="0" rtlCol="0" vert="horz"><a:spAutoFit/></a:bodyPr><a:lstStyle/><a:p><a:pPr marL="12700" marR="5080"><a:lnSpc><a:spcPct val="105100"/></a:lnSpc><a:spcBef><a:spcPts val="90"/></a:spcBef></a:pPr><a:r><a:rPr dirty="0" sz="700"><a:latin typeface="Verdana"/><a:cs typeface="Verdana"/></a:rPr><a:t>AC</a:t></a:r><a:r><a:rPr dirty="0" sz="700" spc="55"><a:latin typeface="Verdana"/><a:cs typeface="Verdana"/></a:rPr><a:t> </a:t></a:r><a:r><a:rPr dirty="0" sz="700" spc="-10"><a:latin typeface="Verdana"/><a:cs typeface="Verdana"/></a:rPr><a:t>DISCONNECT FOOTPRINT</a:t></a:r><a:endParaRPr sz="700"><a:latin typeface="Verdana"/><a:cs typeface="Verdana"/></a:endParaRPr></a:p></p:txBody></p:sp><p:grpSp><p:nvGrpSpPr><p:cNvPr id="77" name="object 77"/><p:cNvGrpSpPr/><p:nvPr/></p:nvGrpSpPr><p:grpSpPr><a:xfrm><a:off x="972288" y="269818"/><a:ext cx="1267460" cy="1330325"/><a:chOff x="972288" y="269818"/><a:chExt cx="1267460" cy="1330325"/></a:xfrm></p:grpSpPr><p:sp><p:nvSpPr><p:cNvPr id="78" name="object 78"/><p:cNvSpPr/><p:nvPr/></p:nvSpPr><p:spPr><a:xfrm><a:off x="2017599" y="1118368"/><a:ext cx="218440" cy="433070"/></a:xfrm><a:custGeom><a:avLst/><a:gdLst/><a:ahLst/><a:cxnLst/><a:rect l="l" t="t" r="r" b="b"/><a:pathLst><a:path w="218439" h="433069"><a:moveTo><a:pt x="0" y="432757"/></a:moveTo><a:lnTo><a:pt x="128807" y="0"/></a:lnTo><a:lnTo><a:pt x="21784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79" name="object 79"/><p:cNvSpPr/><p:nvPr/></p:nvSpPr><p:spPr><a:xfrm><a:off x="2004336" y="1548892"/><a:ext cx="20955" cy="46990"/></a:xfrm><a:custGeom><a:avLst/><a:gdLst/><a:ahLst/><a:cxnLst/><a:rect l="l" t="t" r="r" b="b"/><a:pathLst><a:path w="20955" h="46990"><a:moveTo><a:pt x="0" y="46816"/></a:moveTo><a:lnTo><a:pt x="5840" y="0"/></a:lnTo><a:lnTo><a:pt x="20709" y="4421"/></a:lnTo><a:lnTo><a:pt x="0" y="46816"/></a:lnTo><a:close/></a:path></a:pathLst></a:custGeom><a:solidFill><a:srgbClr val="000000"/></a:solidFill></p:spPr><p:txBody><a:bodyPr wrap="square" lIns="0" tIns="0" rIns="0" bIns="0" rtlCol="0"/><a:lstStyle/><a:p/></p:txBody></p:sp><p:sp><p:nvSpPr><p:cNvPr id="80" name="object 80"/><p:cNvSpPr/><p:nvPr/></p:nvSpPr><p:spPr><a:xfrm><a:off x="2004336" y="1548892"/><a:ext cx="20955" cy="46990"/></a:xfrm><a:custGeom><a:avLst/><a:gdLst/><a:ahLst/><a:cxnLst/><a:rect l="l" t="t" r="r" b="b"/><a:pathLst><a:path w="20955" h="46990"><a:moveTo><a:pt x="0" y="46816"/></a:moveTo><a:lnTo><a:pt x="5840" y="0"/></a:lnTo><a:lnTo><a:pt x="20709" y="4421"/></a:lnTo><a:lnTo><a:pt x="0" y="46816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81" name="object 81"/><p:cNvSpPr/><p:nvPr/></p:nvSpPr><p:spPr><a:xfrm><a:off x="989987" y="374486"/><a:ext cx="645160" cy="1221740"/></a:xfrm><a:custGeom><a:avLst/><a:gdLst/><a:ahLst/><a:cxnLst/><a:rect l="l" t="t" r="r" b="b"/><a:pathLst><a:path w="645160" h="1221740"><a:moveTo><a:pt x="644564" y="1221370"/></a:moveTo><a:lnTo><a:pt x="644564" y="39556"/></a:lnTo></a:path><a:path w="645160" h="1221740"><a:moveTo><a:pt x="644564" y="39556"/></a:moveTo><a:lnTo><a:pt x="644564" y="11537"/></a:lnTo></a:path><a:path w="645160" h="1221740"><a:moveTo><a:pt x="644564" y="11537"/></a:moveTo><a:lnTo><a:pt x="644564" y="0"/></a:lnTo></a:path><a:path w="645160" h="1221740"><a:moveTo><a:pt x="0" y="151013"/></a:moveTo><a:lnTo><a:pt x="0" y="39556"/></a:lnTo></a:path><a:path w="645160" h="1221740"><a:moveTo><a:pt x="0" y="39556"/></a:moveTo><a:lnTo><a:pt x="0" y="0"/></a:lnTo></a:path><a:path w="645160" h="1221740"><a:moveTo><a:pt x="644564" y="39556"/></a:moveTo><a:lnTo><a:pt x="0" y="39556"/></a:lnTo></a:path></a:pathLst></a:custGeom><a:ln w="3175"><a:solidFill><a:srgbClr val="000000"/></a:solidFill></a:ln></p:spPr><p:txBody><a:bodyPr wrap="square" lIns="0" tIns="0" rIns="0" bIns="0" rtlCol="0"/><a:lstStyle/><a:p/></p:txBody></p:sp><p:sp><p:nvSpPr><p:cNvPr id="82" name="object 82"/><p:cNvSpPr/><p:nvPr/></p:nvSpPr><p:spPr><a:xfrm><a:off x="1626019" y="405511"/><a:ext cx="17145" cy="17145"/></a:xfrm><a:custGeom><a:avLst/><a:gdLst/><a:ahLst/><a:cxnLst/><a:rect l="l" t="t" r="r" b="b"/><a:pathLst><a:path w="17144" h="17145"><a:moveTo><a:pt x="0" y="17063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83" name="object 83"/><p:cNvSpPr/><p:nvPr/></p:nvSpPr><p:spPr><a:xfrm><a:off x="1634551" y="414043"/><a:ext cx="17145" cy="0"/></a:xfrm><a:custGeom><a:avLst/><a:gdLst/><a:ahLst/><a:cxnLst/><a:rect l="l" t="t" r="r" b="b"/><a:pathLst><a:path w="17144" h="0"><a:moveTo><a:pt x="0" y="0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84" name="object 84"/><p:cNvSpPr/><p:nvPr/></p:nvSpPr><p:spPr><a:xfrm><a:off x="981455" y="405511"/><a:ext cx="17145" cy="17145"/></a:xfrm><a:custGeom><a:avLst/><a:gdLst/><a:ahLst/><a:cxnLst/><a:rect l="l" t="t" r="r" b="b"/><a:pathLst><a:path w="17144" h="17145"><a:moveTo><a:pt x="17063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85" name="object 85"/><p:cNvSpPr/><p:nvPr/></p:nvSpPr><p:spPr><a:xfrm><a:off x="972923" y="414043"/><a:ext cx="17145" cy="0"/></a:xfrm><a:custGeom><a:avLst/><a:gdLst/><a:ahLst/><a:cxnLst/><a:rect l="l" t="t" r="r" b="b"/><a:pathLst><a:path w="17144" h="0"><a:moveTo><a:pt x="17063" y="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86" name="object 86"/><p:cNvSpPr/><p:nvPr/></p:nvSpPr><p:spPr><a:xfrm><a:off x="1148035" y="273945"/><a:ext cx="328930" cy="112395"/></a:xfrm><a:custGeom><a:avLst/><a:gdLst/><a:ahLst/><a:cxnLst/><a:rect l="l" t="t" r="r" b="b"/><a:pathLst><a:path w="328930" h="112395"><a:moveTo><a:pt x="328475" y="112077"/></a:moveTo><a:lnTo><a:pt x="0" y="112077"/></a:lnTo><a:lnTo><a:pt x="0" y="0"/></a:lnTo><a:lnTo><a:pt x="328475" y="0"/></a:lnTo><a:lnTo><a:pt x="328475" y="112077"/></a:lnTo><a:close/></a:path></a:pathLst></a:custGeom><a:solidFill><a:srgbClr val="FFFFFF"/></a:solidFill></p:spPr><p:txBody><a:bodyPr wrap="square" lIns="0" tIns="0" rIns="0" bIns="0" rtlCol="0"/><a:lstStyle/><a:p/></p:txBody></p:sp><p:sp><p:nvSpPr><p:cNvPr id="87" name="object 87"/><p:cNvSpPr/><p:nvPr/></p:nvSpPr><p:spPr><a:xfrm><a:off x="1148035" y="273945"/><a:ext cx="328930" cy="112395"/></a:xfrm><a:custGeom><a:avLst/><a:gdLst/><a:ahLst/><a:cxnLst/><a:rect l="l" t="t" r="r" b="b"/><a:pathLst><a:path w="328930" h="112395"><a:moveTo><a:pt x="0" y="0"/></a:moveTo><a:lnTo><a:pt x="328475" y="0"/></a:lnTo><a:lnTo><a:pt x="328475" y="112077"/></a:lnTo><a:lnTo><a:pt x="0" y="112077"/></a:lnTo><a:lnTo><a:pt x="0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88" name="object 88"/><p:cNvSpPr txBox="1"/><p:nvPr/></p:nvSpPr><p:spPr><a:xfrm><a:off x="1185363" y="261245"/><a:ext cx="25400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1&apos;-</a:t></a:r><a:r><a:rPr dirty="0" sz="700" spc="-25"><a:latin typeface="Verdana"/><a:cs typeface="Verdana"/></a:rPr><a:t>2&quot;</a:t></a:r><a:endParaRPr sz="700"><a:latin typeface="Verdana"/><a:cs typeface="Verdana"/></a:endParaRPr></a:p></p:txBody></p:sp><p:grpSp><p:nvGrpSpPr><p:cNvPr id="89" name="object 89"/><p:cNvGrpSpPr/><p:nvPr/></p:nvGrpSpPr><p:grpSpPr><a:xfrm><a:off x="576630" y="530262"/><a:ext cx="1007744" cy="1106170"/><a:chOff x="576630" y="530262"/><a:chExt cx="1007744" cy="1106170"/></a:xfrm></p:grpSpPr><p:sp><p:nvSpPr><p:cNvPr id="90" name="object 90"/><p:cNvSpPr/><p:nvPr/></p:nvSpPr><p:spPr><a:xfrm><a:off x="681297" y="547961"/><a:ext cx="902335" cy="1070610"/></a:xfrm><a:custGeom><a:avLst/><a:gdLst/><a:ahLst/><a:cxnLst/><a:rect l="l" t="t" r="r" b="b"/><a:pathLst><a:path w="902335" h="1070610"><a:moveTo><a:pt x="902109" y="1070357"/></a:moveTo><a:lnTo><a:pt x="39556" y="1070357"/></a:lnTo></a:path><a:path w="902335" h="1070610"><a:moveTo><a:pt x="39556" y="1070357"/></a:moveTo><a:lnTo><a:pt x="0" y="1070357"/></a:lnTo></a:path><a:path w="902335" h="1070610"><a:moveTo><a:pt x="286227" y="0"/></a:moveTo><a:lnTo><a:pt x="39556" y="0"/></a:lnTo></a:path><a:path w="902335" h="1070610"><a:moveTo><a:pt x="39556" y="0"/></a:moveTo><a:lnTo><a:pt x="0" y="0"/></a:lnTo></a:path><a:path w="902335" h="1070610"><a:moveTo><a:pt x="39556" y="1070357"/></a:moveTo><a:lnTo><a:pt x="39556" y="728890"/></a:lnTo></a:path><a:path w="902335" h="1070610"><a:moveTo><a:pt x="39556" y="341467"/></a:moveTo><a:lnTo><a:pt x="39556" y="0"/></a:lnTo></a:path><a:path w="902335" h="1070610"><a:moveTo><a:pt x="39556" y="728890"/></a:moveTo><a:lnTo><a:pt x="39556" y="341467"/></a:lnTo></a:path></a:pathLst></a:custGeom><a:ln w="3175"><a:solidFill><a:srgbClr val="000000"/></a:solidFill></a:ln></p:spPr><p:txBody><a:bodyPr wrap="square" lIns="0" tIns="0" rIns="0" bIns="0" rtlCol="0"/><a:lstStyle/><a:p/></p:txBody></p:sp><p:sp><p:nvSpPr><p:cNvPr id="91" name="object 91"/><p:cNvSpPr/><p:nvPr/></p:nvSpPr><p:spPr><a:xfrm><a:off x="712322" y="1609787"/><a:ext cx="17145" cy="17145"/></a:xfrm><a:custGeom><a:avLst/><a:gdLst/><a:ahLst/><a:cxnLst/><a:rect l="l" t="t" r="r" b="b"/><a:pathLst><a:path w="17145" h="17144"><a:moveTo><a:pt x="0" y="0"/></a:moveTo><a:lnTo><a:pt x="17063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92" name="object 92"/><p:cNvSpPr/><p:nvPr/></p:nvSpPr><p:spPr><a:xfrm><a:off x="720854" y="1618319"/><a:ext cx="0" cy="17145"/></a:xfrm><a:custGeom><a:avLst/><a:gdLst/><a:ahLst/><a:cxnLst/><a:rect l="l" t="t" r="r" b="b"/><a:pathLst><a:path w="0" h="17144"><a:moveTo><a:pt x="0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93" name="object 93"/><p:cNvSpPr/><p:nvPr/></p:nvSpPr><p:spPr><a:xfrm><a:off x="712322" y="539429"/><a:ext cx="17145" cy="17145"/></a:xfrm><a:custGeom><a:avLst/><a:gdLst/><a:ahLst/><a:cxnLst/><a:rect l="l" t="t" r="r" b="b"/><a:pathLst><a:path w="17145" h="17145"><a:moveTo><a:pt x="17063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94" name="object 94"/><p:cNvSpPr/><p:nvPr/></p:nvSpPr><p:spPr><a:xfrm><a:off x="720854" y="530897"/><a:ext cx="0" cy="17145"/></a:xfrm><a:custGeom><a:avLst/><a:gdLst/><a:ahLst/><a:cxnLst/><a:rect l="l" t="t" r="r" b="b"/><a:pathLst><a:path w="0" h="17145"><a:moveTo><a:pt x="0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95" name="object 95"/><p:cNvSpPr/><p:nvPr/></p:nvSpPr><p:spPr><a:xfrm><a:off x="580757" y="889427"/><a:ext cx="112395" cy="387985"/></a:xfrm><a:custGeom><a:avLst/><a:gdLst/><a:ahLst/><a:cxnLst/><a:rect l="l" t="t" r="r" b="b"/><a:pathLst><a:path w="112395" h="387984"><a:moveTo><a:pt x="0" y="387422"/></a:moveTo><a:lnTo><a:pt x="0" y="0"/></a:lnTo><a:lnTo><a:pt x="112077" y="0"/></a:lnTo><a:lnTo><a:pt x="112077" y="387422"/></a:lnTo><a:lnTo><a:pt x="0" y="387422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96" name="object 96"/><p:cNvSpPr txBox="1"/><p:nvPr/></p:nvSpPr><p:spPr><a:xfrm><a:off x="567558" y="926273"/><a:ext cx="139065" cy="313055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><a:latin typeface="Verdana"/><a:cs typeface="Verdana"/></a:rPr><a:t>1&apos;-</a:t></a:r><a:r><a:rPr dirty="0" sz="700" spc="-25"><a:latin typeface="Verdana"/><a:cs typeface="Verdana"/></a:rPr><a:t>11&quot;</a:t></a:r><a:endParaRPr sz="700"><a:latin typeface="Verdana"/><a:cs typeface="Verdana"/></a:endParaRPr></a:p></p:txBody></p:sp><p:grpSp><p:nvGrpSpPr><p:cNvPr id="97" name="object 97"/><p:cNvGrpSpPr/><p:nvPr/></p:nvGrpSpPr><p:grpSpPr><a:xfrm><a:off x="972288" y="3315487"/><a:ext cx="594995" cy="1729739"/><a:chOff x="972288" y="3315487"/><a:chExt cx="594995" cy="1729739"/></a:xfrm></p:grpSpPr><p:sp><p:nvSpPr><p:cNvPr id="98" name="object 98"/><p:cNvSpPr/><p:nvPr/></p:nvSpPr><p:spPr><a:xfrm><a:off x="989987" y="3316122"/><a:ext cx="559435" cy="1728470"/></a:xfrm><a:custGeom><a:avLst/><a:gdLst/><a:ahLst/><a:cxnLst/><a:rect l="l" t="t" r="r" b="b"/><a:pathLst><a:path w="559435" h="1728470"><a:moveTo><a:pt x="559401" y="0"/></a:moveTo><a:lnTo><a:pt x="559401" y="1548481"/></a:lnTo></a:path><a:path w="559435" h="1728470"><a:moveTo><a:pt x="559401" y="1660558"/></a:moveTo><a:lnTo><a:pt x="559401" y="1688573"/></a:lnTo></a:path><a:path w="559435" h="1728470"><a:moveTo><a:pt x="559401" y="1548481"/></a:moveTo><a:lnTo><a:pt x="559401" y="1660558"/></a:lnTo></a:path><a:path w="559435" h="1728470"><a:moveTo><a:pt x="559401" y="1688573"/></a:moveTo><a:lnTo><a:pt x="559401" y="1728130"/></a:lnTo></a:path><a:path w="559435" h="1728470"><a:moveTo><a:pt x="0" y="1396117"/></a:moveTo><a:lnTo><a:pt x="0" y="1688573"/></a:lnTo></a:path><a:path w="559435" h="1728470"><a:moveTo><a:pt x="0" y="1688573"/></a:moveTo><a:lnTo><a:pt x="0" y="1728130"/></a:lnTo></a:path><a:path w="559435" h="1728470"><a:moveTo><a:pt x="559401" y="1688573"/></a:moveTo><a:lnTo><a:pt x="0" y="1688573"/></a:lnTo></a:path></a:pathLst></a:custGeom><a:ln w="3175"><a:solidFill><a:srgbClr val="000000"/></a:solidFill></a:ln></p:spPr><p:txBody><a:bodyPr wrap="square" lIns="0" tIns="0" rIns="0" bIns="0" rtlCol="0"/><a:lstStyle/><a:p/></p:txBody></p:sp><p:sp><p:nvSpPr><p:cNvPr id="99" name="object 99"/><p:cNvSpPr/><p:nvPr/></p:nvSpPr><p:spPr><a:xfrm><a:off x="1540856" y="4996164"/><a:ext cx="17145" cy="17145"/></a:xfrm><a:custGeom><a:avLst/><a:gdLst/><a:ahLst/><a:cxnLst/><a:rect l="l" t="t" r="r" b="b"/><a:pathLst><a:path w="17144" h="17145"><a:moveTo><a:pt x="0" y="17063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00" name="object 100"/><p:cNvSpPr/><p:nvPr/></p:nvSpPr><p:spPr><a:xfrm><a:off x="1549388" y="5004696"/><a:ext cx="17145" cy="0"/></a:xfrm><a:custGeom><a:avLst/><a:gdLst/><a:ahLst/><a:cxnLst/><a:rect l="l" t="t" r="r" b="b"/><a:pathLst><a:path w="17144" h="0"><a:moveTo><a:pt x="0" y="0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01" name="object 101"/><p:cNvSpPr/><p:nvPr/></p:nvSpPr><p:spPr><a:xfrm><a:off x="981455" y="4996164"/><a:ext cx="17145" cy="17145"/></a:xfrm><a:custGeom><a:avLst/><a:gdLst/><a:ahLst/><a:cxnLst/><a:rect l="l" t="t" r="r" b="b"/><a:pathLst><a:path w="17144" h="17145"><a:moveTo><a:pt x="17063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102" name="object 102"/><p:cNvSpPr/><p:nvPr/></p:nvSpPr><p:spPr><a:xfrm><a:off x="972923" y="5004696"/><a:ext cx="17145" cy="0"/></a:xfrm><a:custGeom><a:avLst/><a:gdLst/><a:ahLst/><a:cxnLst/><a:rect l="l" t="t" r="r" b="b"/><a:pathLst><a:path w="17144" h="0"><a:moveTo><a:pt x="17063" y="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03" name="object 103"/><p:cNvSpPr/><p:nvPr/></p:nvSpPr><p:spPr><a:xfrm><a:off x="1105446" y="4864602"/><a:ext cx="328930" cy="112395"/></a:xfrm><a:custGeom><a:avLst/><a:gdLst/><a:ahLst/><a:cxnLst/><a:rect l="l" t="t" r="r" b="b"/><a:pathLst><a:path w="328930" h="112395"><a:moveTo><a:pt x="328475" y="112077"/></a:moveTo><a:lnTo><a:pt x="0" y="112077"/></a:lnTo><a:lnTo><a:pt x="0" y="0"/></a:lnTo><a:lnTo><a:pt x="328475" y="0"/></a:lnTo><a:lnTo><a:pt x="328475" y="112077"/></a:lnTo><a:close/></a:path></a:pathLst></a:custGeom><a:solidFill><a:srgbClr val="FFFFFF"/></a:solidFill></p:spPr><p:txBody><a:bodyPr wrap="square" lIns="0" tIns="0" rIns="0" bIns="0" rtlCol="0"/><a:lstStyle/><a:p/></p:txBody></p:sp><p:sp><p:nvSpPr><p:cNvPr id="104" name="object 104"/><p:cNvSpPr/><p:nvPr/></p:nvSpPr><p:spPr><a:xfrm><a:off x="1105446" y="4864602"/><a:ext cx="328930" cy="112395"/></a:xfrm><a:custGeom><a:avLst/><a:gdLst/><a:ahLst/><a:cxnLst/><a:rect l="l" t="t" r="r" b="b"/><a:pathLst><a:path w="328930" h="112395"><a:moveTo><a:pt x="0" y="0"/></a:moveTo><a:lnTo><a:pt x="328475" y="0"/></a:lnTo><a:lnTo><a:pt x="328475" y="112077"/></a:lnTo><a:lnTo><a:pt x="0" y="112077"/></a:lnTo><a:lnTo><a:pt x="0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05" name="object 105"/><p:cNvSpPr txBox="1"/><p:nvPr/></p:nvSpPr><p:spPr><a:xfrm><a:off x="1143161" y="4851903"/><a:ext cx="25400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1&apos;-</a:t></a:r><a:r><a:rPr dirty="0" sz="700" spc="-25"><a:latin typeface="Verdana"/><a:cs typeface="Verdana"/></a:rPr><a:t>0&quot;</a:t></a:r><a:endParaRPr sz="700"><a:latin typeface="Verdana"/><a:cs typeface="Verdana"/></a:endParaRPr></a:p></p:txBody></p:sp><p:grpSp><p:nvGrpSpPr><p:cNvPr id="106" name="object 106"/><p:cNvGrpSpPr/><p:nvPr/></p:nvGrpSpPr><p:grpSpPr><a:xfrm><a:off x="11213294" y="320188"/><a:ext cx="1012825" cy="2459990"/><a:chOff x="11213294" y="320188"/><a:chExt cx="1012825" cy="2459990"/></a:xfrm></p:grpSpPr><p:sp><p:nvSpPr><p:cNvPr id="107" name="object 107"/><p:cNvSpPr/><p:nvPr/></p:nvSpPr><p:spPr><a:xfrm><a:off x="11230993" y="424857"/><a:ext cx="977900" cy="2354580"/></a:xfrm><a:custGeom><a:avLst/><a:gdLst/><a:ahLst/><a:cxnLst/><a:rect l="l" t="t" r="r" b="b"/><a:pathLst><a:path w="977900" h="2354580"><a:moveTo><a:pt x="0" y="2354248"/></a:moveTo><a:lnTo><a:pt x="0" y="39556"/></a:lnTo></a:path><a:path w="977900" h="2354580"><a:moveTo><a:pt x="0" y="39556"/></a:moveTo><a:lnTo><a:pt x="0" y="0"/></a:lnTo></a:path><a:path w="977900" h="2354580"><a:moveTo><a:pt x="977282" y="100642"/></a:moveTo><a:lnTo><a:pt x="977282" y="39556"/></a:lnTo></a:path><a:path w="977900" h="2354580"><a:moveTo><a:pt x="977282" y="39556"/></a:moveTo><a:lnTo><a:pt x="977282" y="11537"/></a:lnTo></a:path><a:path w="977900" h="2354580"><a:moveTo><a:pt x="977282" y="11537"/></a:moveTo><a:lnTo><a:pt x="977282" y="0"/></a:lnTo></a:path><a:path w="977900" h="2354580"><a:moveTo><a:pt x="0" y="39556"/></a:moveTo><a:lnTo><a:pt x="977282" y="39556"/></a:lnTo></a:path></a:pathLst></a:custGeom><a:ln w="3175"><a:solidFill><a:srgbClr val="000000"/></a:solidFill></a:ln></p:spPr><p:txBody><a:bodyPr wrap="square" lIns="0" tIns="0" rIns="0" bIns="0" rtlCol="0"/><a:lstStyle/><a:p/></p:txBody></p:sp><p:sp><p:nvSpPr><p:cNvPr id="108" name="object 108"/><p:cNvSpPr/><p:nvPr/></p:nvSpPr><p:spPr><a:xfrm><a:off x="11222461" y="455882"/><a:ext cx="17145" cy="17145"/></a:xfrm><a:custGeom><a:avLst/><a:gdLst/><a:ahLst/><a:cxnLst/><a:rect l="l" t="t" r="r" b="b"/><a:pathLst><a:path w="17145" h="17145"><a:moveTo><a:pt x="17063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109" name="object 109"/><p:cNvSpPr/><p:nvPr/></p:nvSpPr><p:spPr><a:xfrm><a:off x="11213929" y="464413"/><a:ext cx="17145" cy="0"/></a:xfrm><a:custGeom><a:avLst/><a:gdLst/><a:ahLst/><a:cxnLst/><a:rect l="l" t="t" r="r" b="b"/><a:pathLst><a:path w="17145" h="0"><a:moveTo><a:pt x="17063" y="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10" name="object 110"/><p:cNvSpPr/><p:nvPr/></p:nvSpPr><p:spPr><a:xfrm><a:off x="12199744" y="455882"/><a:ext cx="17145" cy="17145"/></a:xfrm><a:custGeom><a:avLst/><a:gdLst/><a:ahLst/><a:cxnLst/><a:rect l="l" t="t" r="r" b="b"/><a:pathLst><a:path w="17145" h="17145"><a:moveTo><a:pt x="0" y="17063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11" name="object 111"/><p:cNvSpPr/><p:nvPr/></p:nvSpPr><p:spPr><a:xfrm><a:off x="12208275" y="464413"/><a:ext cx="17145" cy="0"/></a:xfrm><a:custGeom><a:avLst/><a:gdLst/><a:ahLst/><a:cxnLst/><a:rect l="l" t="t" r="r" b="b"/><a:pathLst><a:path w="17145" h="0"><a:moveTo><a:pt x="0" y="0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12" name="object 112"/><p:cNvSpPr/><p:nvPr/></p:nvSpPr><p:spPr><a:xfrm><a:off x="11555435" y="324315"/><a:ext cx="328930" cy="112395"/></a:xfrm><a:custGeom><a:avLst/><a:gdLst/><a:ahLst/><a:cxnLst/><a:rect l="l" t="t" r="r" b="b"/><a:pathLst><a:path w="328929" h="112395"><a:moveTo><a:pt x="0" y="0"/></a:moveTo><a:lnTo><a:pt x="328475" y="0"/></a:lnTo><a:lnTo><a:pt x="328475" y="112077"/></a:lnTo><a:lnTo><a:pt x="0" y="112077"/></a:lnTo><a:lnTo><a:pt x="0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13" name="object 113"/><p:cNvSpPr txBox="1"/><p:nvPr/></p:nvSpPr><p:spPr><a:xfrm><a:off x="11592763" y="311615"/><a:ext cx="25400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1&apos;-</a:t></a:r><a:r><a:rPr dirty="0" sz="700" spc="-25"><a:latin typeface="Verdana"/><a:cs typeface="Verdana"/></a:rPr><a:t>9&quot;</a:t></a:r><a:endParaRPr sz="700"><a:latin typeface="Verdana"/><a:cs typeface="Verdana"/></a:endParaRPr></a:p></p:txBody></p:sp><p:grpSp><p:nvGrpSpPr><p:cNvPr id="114" name="object 114"/><p:cNvGrpSpPr/><p:nvPr/></p:nvGrpSpPr><p:grpSpPr><a:xfrm><a:off x="11252851" y="530262"/><a:ext cx="1489710" cy="2299970"/><a:chOff x="11252851" y="530262"/><a:chExt cx="1489710" cy="2299970"/></a:xfrm></p:grpSpPr><p:sp><p:nvSpPr><p:cNvPr id="115" name="object 115"/><p:cNvSpPr/><p:nvPr/></p:nvSpPr><p:spPr><a:xfrm><a:off x="11253486" y="547961"/><a:ext cx="1488440" cy="2264410"/></a:xfrm><a:custGeom><a:avLst/><a:gdLst/><a:ahLst/><a:cxnLst/><a:rect l="l" t="t" r="r" b="b"/><a:pathLst><a:path w="1488440" h="2264410"><a:moveTo><a:pt x="0" y="2264038"/></a:moveTo><a:lnTo><a:pt x="1448394" y="2264038"/></a:lnTo></a:path><a:path w="1488440" h="2264410"><a:moveTo><a:pt x="1448394" y="2264038"/></a:moveTo><a:lnTo><a:pt x="1487951" y="2264038"/></a:lnTo></a:path><a:path w="1488440" h="2264410"><a:moveTo><a:pt x="977282" y="0"/></a:moveTo><a:lnTo><a:pt x="1448394" y="0"/></a:lnTo></a:path><a:path w="1488440" h="2264410"><a:moveTo><a:pt x="1448394" y="0"/></a:moveTo><a:lnTo><a:pt x="1487951" y="0"/></a:lnTo></a:path><a:path w="1488440" h="2264410"><a:moveTo><a:pt x="1448394" y="2264038"/></a:moveTo><a:lnTo><a:pt x="1448394" y="1296257"/></a:lnTo></a:path><a:path w="1488440" h="2264410"><a:moveTo><a:pt x="1448394" y="967782"/></a:moveTo><a:lnTo><a:pt x="1448394" y="0"/></a:lnTo></a:path><a:path w="1488440" h="2264410"><a:moveTo><a:pt x="1448394" y="1296257"/></a:moveTo><a:lnTo><a:pt x="1448394" y="967782"/></a:lnTo></a:path></a:pathLst></a:custGeom><a:ln w="3175"><a:solidFill><a:srgbClr val="000000"/></a:solidFill></a:ln></p:spPr><p:txBody><a:bodyPr wrap="square" lIns="0" tIns="0" rIns="0" bIns="0" rtlCol="0"/><a:lstStyle/><a:p/></p:txBody></p:sp><p:sp><p:nvSpPr><p:cNvPr id="116" name="object 116"/><p:cNvSpPr/><p:nvPr/></p:nvSpPr><p:spPr><a:xfrm><a:off x="12693349" y="2803468"/><a:ext cx="17145" cy="17145"/></a:xfrm><a:custGeom><a:avLst/><a:gdLst/><a:ahLst/><a:cxnLst/><a:rect l="l" t="t" r="r" b="b"/><a:pathLst><a:path w="17145" h="17144"><a:moveTo><a:pt x="0" y="0"/></a:moveTo><a:lnTo><a:pt x="17063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117" name="object 117"/><p:cNvSpPr/><p:nvPr/></p:nvSpPr><p:spPr><a:xfrm><a:off x="12701881" y="2812000"/><a:ext cx="0" cy="17145"/></a:xfrm><a:custGeom><a:avLst/><a:gdLst/><a:ahLst/><a:cxnLst/><a:rect l="l" t="t" r="r" b="b"/><a:pathLst><a:path w="0" h="17144"><a:moveTo><a:pt x="0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118" name="object 118"/><p:cNvSpPr/><p:nvPr/></p:nvSpPr><p:spPr><a:xfrm><a:off x="12693349" y="539429"/><a:ext cx="17145" cy="17145"/></a:xfrm><a:custGeom><a:avLst/><a:gdLst/><a:ahLst/><a:cxnLst/><a:rect l="l" t="t" r="r" b="b"/><a:pathLst><a:path w="17145" h="17145"><a:moveTo><a:pt x="17063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19" name="object 119"/><p:cNvSpPr/><p:nvPr/></p:nvSpPr><p:spPr><a:xfrm><a:off x="12701881" y="530897"/><a:ext cx="0" cy="17145"/></a:xfrm><a:custGeom><a:avLst/><a:gdLst/><a:ahLst/><a:cxnLst/><a:rect l="l" t="t" r="r" b="b"/><a:pathLst><a:path w="0" h="17145"><a:moveTo><a:pt x="0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20" name="object 120"/><p:cNvSpPr/><p:nvPr/></p:nvSpPr><p:spPr><a:xfrm><a:off x="12561804" y="1515742"/><a:ext cx="112395" cy="328930"/></a:xfrm><a:custGeom><a:avLst/><a:gdLst/><a:ahLst/><a:cxnLst/><a:rect l="l" t="t" r="r" b="b"/><a:pathLst><a:path w="112395" h="328930"><a:moveTo><a:pt x="0" y="328475"/></a:moveTo><a:lnTo><a:pt x="0" y="0"/></a:lnTo><a:lnTo><a:pt x="112077" y="0"/></a:lnTo><a:lnTo><a:pt x="112077" y="328475"/></a:lnTo><a:lnTo><a:pt x="0" y="328475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21" name="object 121"/><p:cNvSpPr txBox="1"/><p:nvPr/></p:nvSpPr><p:spPr><a:xfrm><a:off x="12548628" y="1553181"/><a:ext cx="139065" cy="254000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><a:latin typeface="Verdana"/><a:cs typeface="Verdana"/></a:rPr><a:t>4&apos;-</a:t></a:r><a:r><a:rPr dirty="0" sz="700" spc="-25"><a:latin typeface="Verdana"/><a:cs typeface="Verdana"/></a:rPr><a:t>1&quot;</a:t></a:r><a:endParaRPr sz="700"><a:latin typeface="Verdana"/><a:cs typeface="Verdana"/></a:endParaRPr></a:p></p:txBody></p:sp><p:grpSp><p:nvGrpSpPr><p:cNvPr id="122" name="object 122"/><p:cNvGrpSpPr/><p:nvPr/></p:nvGrpSpPr><p:grpSpPr><a:xfrm><a:off x="6697326" y="924546"/><a:ext cx="501015" cy="858519"/><a:chOff x="6697326" y="924546"/><a:chExt cx="501015" cy="858519"/></a:xfrm></p:grpSpPr><p:sp><p:nvSpPr><p:cNvPr id="123" name="object 123"/><p:cNvSpPr/><p:nvPr/></p:nvSpPr><p:spPr><a:xfrm><a:off x="6715024" y="1029211"/><a:ext cx="465455" cy="753110"/></a:xfrm><a:custGeom><a:avLst/><a:gdLst/><a:ahLst/><a:cxnLst/><a:rect l="l" t="t" r="r" b="b"/><a:pathLst><a:path w="465454" h="753110"><a:moveTo><a:pt x="0" y="566645"/></a:moveTo><a:lnTo><a:pt x="0" y="39556"/></a:lnTo></a:path><a:path w="465454" h="753110"><a:moveTo><a:pt x="0" y="39556"/></a:moveTo><a:lnTo><a:pt x="0" y="0"/></a:lnTo></a:path><a:path w="465454" h="753110"><a:moveTo><a:pt x="465372" y="752794"/></a:moveTo><a:lnTo><a:pt x="465372" y="39556"/></a:lnTo></a:path><a:path w="465454" h="753110"><a:moveTo><a:pt x="465372" y="39556"/></a:moveTo><a:lnTo><a:pt x="465372" y="11541"/></a:lnTo></a:path><a:path w="465454" h="753110"><a:moveTo><a:pt x="465372" y="11541"/></a:moveTo><a:lnTo><a:pt x="465372" y="0"/></a:lnTo></a:path><a:path w="465454" h="753110"><a:moveTo><a:pt x="0" y="39556"/></a:moveTo><a:lnTo><a:pt x="465372" y="39556"/></a:lnTo></a:path></a:pathLst></a:custGeom><a:ln w="3175"><a:solidFill><a:srgbClr val="000000"/></a:solidFill></a:ln></p:spPr><p:txBody><a:bodyPr wrap="square" lIns="0" tIns="0" rIns="0" bIns="0" rtlCol="0"/><a:lstStyle/><a:p/></p:txBody></p:sp><p:sp><p:nvSpPr><p:cNvPr id="124" name="object 124"/><p:cNvSpPr/><p:nvPr/></p:nvSpPr><p:spPr><a:xfrm><a:off x="6706492" y="1060236"/><a:ext cx="17145" cy="17145"/></a:xfrm><a:custGeom><a:avLst/><a:gdLst/><a:ahLst/><a:cxnLst/><a:rect l="l" t="t" r="r" b="b"/><a:pathLst><a:path w="17145" h="17144"><a:moveTo><a:pt x="17063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125" name="object 125"/><p:cNvSpPr/><p:nvPr/></p:nvSpPr><p:spPr><a:xfrm><a:off x="6697961" y="1068768"/><a:ext cx="17145" cy="0"/></a:xfrm><a:custGeom><a:avLst/><a:gdLst/><a:ahLst/><a:cxnLst/><a:rect l="l" t="t" r="r" b="b"/><a:pathLst><a:path w="17145" h="0"><a:moveTo><a:pt x="17063" y="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26" name="object 126"/><p:cNvSpPr/><p:nvPr/></p:nvSpPr><p:spPr><a:xfrm><a:off x="7171865" y="1060236"/><a:ext cx="17145" cy="17145"/></a:xfrm><a:custGeom><a:avLst/><a:gdLst/><a:ahLst/><a:cxnLst/><a:rect l="l" t="t" r="r" b="b"/><a:pathLst><a:path w="17145" h="17144"><a:moveTo><a:pt x="0" y="17063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27" name="object 127"/><p:cNvSpPr/><p:nvPr/></p:nvSpPr><p:spPr><a:xfrm><a:off x="7180397" y="1068768"/><a:ext cx="17145" cy="0"/></a:xfrm><a:custGeom><a:avLst/><a:gdLst/><a:ahLst/><a:cxnLst/><a:rect l="l" t="t" r="r" b="b"/><a:pathLst><a:path w="17145" h="0"><a:moveTo><a:pt x="0" y="0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28" name="object 128"/><p:cNvSpPr/><p:nvPr/></p:nvSpPr><p:spPr><a:xfrm><a:off x="6846492" y="928674"/><a:ext cx="202565" cy="112395"/></a:xfrm><a:custGeom><a:avLst/><a:gdLst/><a:ahLst/><a:cxnLst/><a:rect l="l" t="t" r="r" b="b"/><a:pathLst><a:path w="202565" h="112394"><a:moveTo><a:pt x="202437" y="112077"/></a:moveTo><a:lnTo><a:pt x="0" y="112077"/></a:lnTo><a:lnTo><a:pt x="0" y="0"/></a:lnTo><a:lnTo><a:pt x="202437" y="0"/></a:lnTo><a:lnTo><a:pt x="202437" y="112077"/></a:lnTo><a:close/></a:path></a:pathLst></a:custGeom><a:solidFill><a:srgbClr val="FFFFFF"/></a:solidFill></p:spPr><p:txBody><a:bodyPr wrap="square" lIns="0" tIns="0" rIns="0" bIns="0" rtlCol="0"/><a:lstStyle/><a:p/></p:txBody></p:sp><p:sp><p:nvSpPr><p:cNvPr id="129" name="object 129"/><p:cNvSpPr/><p:nvPr/></p:nvSpPr><p:spPr><a:xfrm><a:off x="6846492" y="928674"/><a:ext cx="202565" cy="112395"/></a:xfrm><a:custGeom><a:avLst/><a:gdLst/><a:ahLst/><a:cxnLst/><a:rect l="l" t="t" r="r" b="b"/><a:pathLst><a:path w="202565" h="112394"><a:moveTo><a:pt x="0" y="0"/></a:moveTo><a:lnTo><a:pt x="202437" y="0"/></a:lnTo><a:lnTo><a:pt x="202437" y="112077"/></a:lnTo><a:lnTo><a:pt x="0" y="112077"/></a:lnTo><a:lnTo><a:pt x="0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30" name="object 130"/><p:cNvSpPr txBox="1"/><p:nvPr/></p:nvSpPr><p:spPr><a:xfrm><a:off x="6884208" y="915974"/><a:ext cx="12763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 spc="-25"><a:latin typeface="Verdana"/><a:cs typeface="Verdana"/></a:rPr><a:t>1&quot;</a:t></a:r><a:endParaRPr sz="700"><a:latin typeface="Verdana"/><a:cs typeface="Verdana"/></a:endParaRPr></a:p></p:txBody></p:sp><p:grpSp><p:nvGrpSpPr><p:cNvPr id="131" name="object 131"/><p:cNvGrpSpPr/><p:nvPr/></p:nvGrpSpPr><p:grpSpPr><a:xfrm><a:off x="3207031" y="924546"/><a:ext cx="501015" cy="672465"/><a:chOff x="3207031" y="924546"/><a:chExt cx="501015" cy="672465"/></a:xfrm></p:grpSpPr><p:sp><p:nvSpPr><p:cNvPr id="132" name="object 132"/><p:cNvSpPr/><p:nvPr/></p:nvSpPr><p:spPr><a:xfrm><a:off x="3224730" y="1029211"/><a:ext cx="465455" cy="567055"/></a:xfrm><a:custGeom><a:avLst/><a:gdLst/><a:ahLst/><a:cxnLst/><a:rect l="l" t="t" r="r" b="b"/><a:pathLst><a:path w="465454" h="567055"><a:moveTo><a:pt x="0" y="473570"/></a:moveTo><a:lnTo><a:pt x="0" y="39556"/></a:lnTo></a:path><a:path w="465454" h="567055"><a:moveTo><a:pt x="0" y="39556"/></a:moveTo><a:lnTo><a:pt x="0" y="0"/></a:lnTo></a:path><a:path w="465454" h="567055"><a:moveTo><a:pt x="465372" y="566645"/></a:moveTo><a:lnTo><a:pt x="465372" y="39556"/></a:lnTo></a:path><a:path w="465454" h="567055"><a:moveTo><a:pt x="465372" y="39556"/></a:moveTo><a:lnTo><a:pt x="465372" y="11541"/></a:lnTo></a:path><a:path w="465454" h="567055"><a:moveTo><a:pt x="465372" y="11541"/></a:moveTo><a:lnTo><a:pt x="465372" y="0"/></a:lnTo></a:path><a:path w="465454" h="567055"><a:moveTo><a:pt x="0" y="39556"/></a:moveTo><a:lnTo><a:pt x="465372" y="39556"/></a:lnTo></a:path></a:pathLst></a:custGeom><a:ln w="3175"><a:solidFill><a:srgbClr val="000000"/></a:solidFill></a:ln></p:spPr><p:txBody><a:bodyPr wrap="square" lIns="0" tIns="0" rIns="0" bIns="0" rtlCol="0"/><a:lstStyle/><a:p/></p:txBody></p:sp><p:sp><p:nvSpPr><p:cNvPr id="133" name="object 133"/><p:cNvSpPr/><p:nvPr/></p:nvSpPr><p:spPr><a:xfrm><a:off x="3216198" y="1060236"/><a:ext cx="17145" cy="17145"/></a:xfrm><a:custGeom><a:avLst/><a:gdLst/><a:ahLst/><a:cxnLst/><a:rect l="l" t="t" r="r" b="b"/><a:pathLst><a:path w="17144" h="17144"><a:moveTo><a:pt x="17063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134" name="object 134"/><p:cNvSpPr/><p:nvPr/></p:nvSpPr><p:spPr><a:xfrm><a:off x="3207666" y="1068768"/><a:ext cx="17145" cy="0"/></a:xfrm><a:custGeom><a:avLst/><a:gdLst/><a:ahLst/><a:cxnLst/><a:rect l="l" t="t" r="r" b="b"/><a:pathLst><a:path w="17144" h="0"><a:moveTo><a:pt x="17063" y="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35" name="object 135"/><p:cNvSpPr/><p:nvPr/></p:nvSpPr><p:spPr><a:xfrm><a:off x="3681570" y="1060236"/><a:ext cx="17145" cy="17145"/></a:xfrm><a:custGeom><a:avLst/><a:gdLst/><a:ahLst/><a:cxnLst/><a:rect l="l" t="t" r="r" b="b"/><a:pathLst><a:path w="17145" h="17144"><a:moveTo><a:pt x="0" y="17063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36" name="object 136"/><p:cNvSpPr/><p:nvPr/></p:nvSpPr><p:spPr><a:xfrm><a:off x="3690102" y="1068768"/><a:ext cx="17145" cy="0"/></a:xfrm><a:custGeom><a:avLst/><a:gdLst/><a:ahLst/><a:cxnLst/><a:rect l="l" t="t" r="r" b="b"/><a:pathLst><a:path w="17145" h="0"><a:moveTo><a:pt x="0" y="0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37" name="object 137"/><p:cNvSpPr/><p:nvPr/></p:nvSpPr><p:spPr><a:xfrm><a:off x="3326724" y="928674"/><a:ext cx="261620" cy="112395"/></a:xfrm><a:custGeom><a:avLst/><a:gdLst/><a:ahLst/><a:cxnLst/><a:rect l="l" t="t" r="r" b="b"/><a:pathLst><a:path w="261620" h="112394"><a:moveTo><a:pt x="261384" y="112077"/></a:moveTo><a:lnTo><a:pt x="0" y="112077"/></a:lnTo><a:lnTo><a:pt x="0" y="0"/></a:lnTo><a:lnTo><a:pt x="261384" y="0"/></a:lnTo><a:lnTo><a:pt x="261384" y="112077"/></a:lnTo><a:close/></a:path></a:pathLst></a:custGeom><a:solidFill><a:srgbClr val="FFFFFF"/></a:solidFill></p:spPr><p:txBody><a:bodyPr wrap="square" lIns="0" tIns="0" rIns="0" bIns="0" rtlCol="0"/><a:lstStyle/><a:p/></p:txBody></p:sp><p:sp><p:nvSpPr><p:cNvPr id="138" name="object 138"/><p:cNvSpPr/><p:nvPr/></p:nvSpPr><p:spPr><a:xfrm><a:off x="3326724" y="928674"/><a:ext cx="261620" cy="112395"/></a:xfrm><a:custGeom><a:avLst/><a:gdLst/><a:ahLst/><a:cxnLst/><a:rect l="l" t="t" r="r" b="b"/><a:pathLst><a:path w="261620" h="112394"><a:moveTo><a:pt x="0" y="0"/></a:moveTo><a:lnTo><a:pt x="261384" y="0"/></a:lnTo><a:lnTo><a:pt x="261384" y="112077"/></a:lnTo><a:lnTo><a:pt x="0" y="112077"/></a:lnTo><a:lnTo><a:pt x="0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39" name="object 139"/><p:cNvSpPr txBox="1"/><p:nvPr/></p:nvSpPr><p:spPr><a:xfrm><a:off x="3364439" y="915974"/><a:ext cx="18669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 spc="-25"><a:latin typeface="Verdana"/><a:cs typeface="Verdana"/></a:rPr><a:t>10&quot;</a:t></a:r><a:endParaRPr sz="700"><a:latin typeface="Verdana"/><a:cs typeface="Verdana"/></a:endParaRPr></a:p></p:txBody></p:sp><p:grpSp><p:nvGrpSpPr><p:cNvPr id="140" name="object 140"/><p:cNvGrpSpPr/><p:nvPr/></p:nvGrpSpPr><p:grpSpPr><a:xfrm><a:off x="6571691" y="4217186"/><a:ext cx="451484" cy="490855"/><a:chOff x="6571691" y="4217186"/><a:chExt cx="451484" cy="490855"/></a:xfrm></p:grpSpPr><p:sp><p:nvSpPr><p:cNvPr id="141" name="object 141"/><p:cNvSpPr/><p:nvPr/></p:nvSpPr><p:spPr><a:xfrm><a:off x="6572326" y="4234885"/><a:ext cx="450215" cy="455295"/></a:xfrm><a:custGeom><a:avLst/><a:gdLst/><a:ahLst/><a:cxnLst/><a:rect l="l" t="t" r="r" b="b"/><a:pathLst><a:path w="450215" h="455295"><a:moveTo><a:pt x="25897" y="0"/></a:moveTo><a:lnTo><a:pt x="410481" y="0"/></a:lnTo></a:path><a:path w="450215" h="455295"><a:moveTo><a:pt x="410481" y="0"/></a:moveTo><a:lnTo><a:pt x="450038" y="0"/></a:lnTo></a:path><a:path w="450215" h="455295"><a:moveTo><a:pt x="0" y="454894"/></a:moveTo><a:lnTo><a:pt x="410481" y="454901"/></a:lnTo></a:path><a:path w="450215" h="455295"><a:moveTo><a:pt x="410481" y="454901"/></a:moveTo><a:lnTo><a:pt x="450038" y="454901"/></a:lnTo></a:path><a:path w="450215" h="455295"><a:moveTo><a:pt x="410481" y="0"/></a:moveTo><a:lnTo><a:pt x="410481" y="96758"/></a:lnTo></a:path><a:path w="450215" h="455295"><a:moveTo><a:pt x="410481" y="358143"/></a:moveTo><a:lnTo><a:pt x="410481" y="454901"/></a:lnTo></a:path><a:path w="450215" h="455295"><a:moveTo><a:pt x="410481" y="96758"/></a:moveTo><a:lnTo><a:pt x="410481" y="358143"/></a:lnTo></a:path></a:pathLst></a:custGeom><a:ln w="3175"><a:solidFill><a:srgbClr val="000000"/></a:solidFill></a:ln></p:spPr><p:txBody><a:bodyPr wrap="square" lIns="0" tIns="0" rIns="0" bIns="0" rtlCol="0"/><a:lstStyle/><a:p/></p:txBody></p:sp><p:sp><p:nvSpPr><p:cNvPr id="142" name="object 142"/><p:cNvSpPr/><p:nvPr/></p:nvSpPr><p:spPr><a:xfrm><a:off x="6974276" y="4226353"/><a:ext cx="17145" cy="17145"/></a:xfrm><a:custGeom><a:avLst/><a:gdLst/><a:ahLst/><a:cxnLst/><a:rect l="l" t="t" r="r" b="b"/><a:pathLst><a:path w="17145" h="17145"><a:moveTo><a:pt x="17063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43" name="object 143"/><p:cNvSpPr/><p:nvPr/></p:nvSpPr><p:spPr><a:xfrm><a:off x="6982808" y="4217821"/><a:ext cx="0" cy="17145"/></a:xfrm><a:custGeom><a:avLst/><a:gdLst/><a:ahLst/><a:cxnLst/><a:rect l="l" t="t" r="r" b="b"/><a:pathLst><a:path w="0" h="17145"><a:moveTo><a:pt x="0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44" name="object 144"/><p:cNvSpPr/><p:nvPr/></p:nvSpPr><p:spPr><a:xfrm><a:off x="6974276" y="4681255"/><a:ext cx="17145" cy="17145"/></a:xfrm><a:custGeom><a:avLst/><a:gdLst/><a:ahLst/><a:cxnLst/><a:rect l="l" t="t" r="r" b="b"/><a:pathLst><a:path w="17145" h="17145"><a:moveTo><a:pt x="0" y="0"/></a:moveTo><a:lnTo><a:pt x="17063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145" name="object 145"/><p:cNvSpPr/><p:nvPr/></p:nvSpPr><p:spPr><a:xfrm><a:off x="6982808" y="4689786"/><a:ext cx="0" cy="17145"/></a:xfrm><a:custGeom><a:avLst/><a:gdLst/><a:ahLst/><a:cxnLst/><a:rect l="l" t="t" r="r" b="b"/><a:pathLst><a:path w="0" h="17145"><a:moveTo><a:pt x="0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146" name="object 146"/><p:cNvSpPr/><p:nvPr/></p:nvSpPr><p:spPr><a:xfrm><a:off x="6842707" y="4331642"/><a:ext cx="112395" cy="261620"/></a:xfrm><a:custGeom><a:avLst/><a:gdLst/><a:ahLst/><a:cxnLst/><a:rect l="l" t="t" r="r" b="b"/><a:pathLst><a:path w="112395" h="261620"><a:moveTo><a:pt x="112077" y="261384"/></a:moveTo><a:lnTo><a:pt x="0" y="261384"/></a:lnTo><a:lnTo><a:pt x="0" y="0"/></a:lnTo><a:lnTo><a:pt x="112077" y="0"/></a:lnTo><a:lnTo><a:pt x="112077" y="261384"/></a:lnTo><a:close/></a:path></a:pathLst></a:custGeom><a:solidFill><a:srgbClr val="FFFFFF"/></a:solidFill></p:spPr><p:txBody><a:bodyPr wrap="square" lIns="0" tIns="0" rIns="0" bIns="0" rtlCol="0"/><a:lstStyle/><a:p/></p:txBody></p:sp><p:sp><p:nvSpPr><p:cNvPr id="147" name="object 147"/><p:cNvSpPr/><p:nvPr/></p:nvSpPr><p:spPr><a:xfrm><a:off x="6842707" y="4331642"/><a:ext cx="112395" cy="261620"/></a:xfrm><a:custGeom><a:avLst/><a:gdLst/><a:ahLst/><a:cxnLst/><a:rect l="l" t="t" r="r" b="b"/><a:pathLst><a:path w="112395" h="261620"><a:moveTo><a:pt x="0" y="261384"/></a:moveTo><a:lnTo><a:pt x="0" y="0"/></a:lnTo><a:lnTo><a:pt x="112077" y="0"/></a:lnTo><a:lnTo><a:pt x="112077" y="261384"/></a:lnTo><a:lnTo><a:pt x="0" y="261384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48" name="object 148"/><p:cNvSpPr txBox="1"/><p:nvPr/></p:nvSpPr><p:spPr><a:xfrm><a:off x="6829515" y="4368867"/><a:ext cx="139065" cy="186690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 spc="-25"><a:latin typeface="Verdana"/><a:cs typeface="Verdana"/></a:rPr><a:t>10&quot;</a:t></a:r><a:endParaRPr sz="700"><a:latin typeface="Verdana"/><a:cs typeface="Verdana"/></a:endParaRPr></a:p></p:txBody></p:sp><p:grpSp><p:nvGrpSpPr><p:cNvPr id="149" name="object 149"/><p:cNvGrpSpPr/><p:nvPr/></p:nvGrpSpPr><p:grpSpPr><a:xfrm><a:off x="7632707" y="530262"/><a:ext cx="1507490" cy="911225"/><a:chOff x="7632707" y="530262"/><a:chExt cx="1507490" cy="911225"/></a:xfrm></p:grpSpPr><p:sp><p:nvSpPr><p:cNvPr id="150" name="object 150"/><p:cNvSpPr/><p:nvPr/></p:nvSpPr><p:spPr><a:xfrm><a:off x="7737371" y="547961"/><a:ext cx="1402080" cy="875665"/></a:xfrm><a:custGeom><a:avLst/><a:gdLst/><a:ahLst/><a:cxnLst/><a:rect l="l" t="t" r="r" b="b"/><a:pathLst><a:path w="1402079" h="875665"><a:moveTo><a:pt x="1401849" y="875529"/></a:moveTo><a:lnTo><a:pt x="39548" y="875529"/></a:lnTo></a:path><a:path w="1402079" h="875665"><a:moveTo><a:pt x="39548" y="875529"/></a:moveTo><a:lnTo><a:pt x="0" y="875529"/></a:lnTo></a:path><a:path w="1402079" h="875665"><a:moveTo><a:pt x="1288143" y="0"/></a:moveTo><a:lnTo><a:pt x="39548" y="0"/></a:lnTo></a:path><a:path w="1402079" h="875665"><a:moveTo><a:pt x="39548" y="0"/></a:moveTo><a:lnTo><a:pt x="0" y="0"/></a:lnTo></a:path><a:path w="1402079" h="875665"><a:moveTo><a:pt x="39548" y="875529"/></a:moveTo><a:lnTo><a:pt x="39548" y="601999"/></a:lnTo></a:path><a:path w="1402079" h="875665"><a:moveTo><a:pt x="39548" y="273523"/></a:moveTo><a:lnTo><a:pt x="39548" y="0"/></a:lnTo></a:path><a:path w="1402079" h="875665"><a:moveTo><a:pt x="39548" y="601999"/></a:moveTo><a:lnTo><a:pt x="39548" y="273523"/></a:lnTo></a:path></a:pathLst></a:custGeom><a:ln w="3175"><a:solidFill><a:srgbClr val="000000"/></a:solidFill></a:ln></p:spPr><p:txBody><a:bodyPr wrap="square" lIns="0" tIns="0" rIns="0" bIns="0" rtlCol="0"/><a:lstStyle/><a:p/></p:txBody></p:sp><p:sp><p:nvSpPr><p:cNvPr id="151" name="object 151"/><p:cNvSpPr/><p:nvPr/></p:nvSpPr><p:spPr><a:xfrm><a:off x="7768388" y="1414959"/><a:ext cx="17145" cy="17145"/></a:xfrm><a:custGeom><a:avLst/><a:gdLst/><a:ahLst/><a:cxnLst/><a:rect l="l" t="t" r="r" b="b"/><a:pathLst><a:path w="17145" h="17144"><a:moveTo><a:pt x="0" y="0"/></a:moveTo><a:lnTo><a:pt x="17063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152" name="object 152"/><p:cNvSpPr/><p:nvPr/></p:nvSpPr><p:spPr><a:xfrm><a:off x="7776920" y="1423491"/><a:ext cx="0" cy="17145"/></a:xfrm><a:custGeom><a:avLst/><a:gdLst/><a:ahLst/><a:cxnLst/><a:rect l="l" t="t" r="r" b="b"/><a:pathLst><a:path w="0" h="17144"><a:moveTo><a:pt x="0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153" name="object 153"/><p:cNvSpPr/><p:nvPr/></p:nvSpPr><p:spPr><a:xfrm><a:off x="7768388" y="539429"/><a:ext cx="17145" cy="17145"/></a:xfrm><a:custGeom><a:avLst/><a:gdLst/><a:ahLst/><a:cxnLst/><a:rect l="l" t="t" r="r" b="b"/><a:pathLst><a:path w="17145" h="17145"><a:moveTo><a:pt x="17063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54" name="object 154"/><p:cNvSpPr/><p:nvPr/></p:nvSpPr><p:spPr><a:xfrm><a:off x="7776920" y="530897"/><a:ext cx="0" cy="17145"/></a:xfrm><a:custGeom><a:avLst/><a:gdLst/><a:ahLst/><a:cxnLst/><a:rect l="l" t="t" r="r" b="b"/><a:pathLst><a:path w="0" h="17145"><a:moveTo><a:pt x="0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55" name="object 155"/><p:cNvSpPr/><p:nvPr/></p:nvSpPr><p:spPr><a:xfrm><a:off x="7636835" y="821483"/><a:ext cx="112395" cy="328930"/></a:xfrm><a:custGeom><a:avLst/><a:gdLst/><a:ahLst/><a:cxnLst/><a:rect l="l" t="t" r="r" b="b"/><a:pathLst><a:path w="112395" h="328930"><a:moveTo><a:pt x="112077" y="328475"/></a:moveTo><a:lnTo><a:pt x="0" y="328475"/></a:lnTo><a:lnTo><a:pt x="0" y="0"/></a:lnTo><a:lnTo><a:pt x="112077" y="0"/></a:lnTo><a:lnTo><a:pt x="112077" y="328475"/></a:lnTo><a:close/></a:path></a:pathLst></a:custGeom><a:solidFill><a:srgbClr val="FFFFFF"/></a:solidFill></p:spPr><p:txBody><a:bodyPr wrap="square" lIns="0" tIns="0" rIns="0" bIns="0" rtlCol="0"/><a:lstStyle/><a:p/></p:txBody></p:sp><p:sp><p:nvSpPr><p:cNvPr id="156" name="object 156"/><p:cNvSpPr/><p:nvPr/></p:nvSpPr><p:spPr><a:xfrm><a:off x="7636835" y="821483"/><a:ext cx="112395" cy="328930"/></a:xfrm><a:custGeom><a:avLst/><a:gdLst/><a:ahLst/><a:cxnLst/><a:rect l="l" t="t" r="r" b="b"/><a:pathLst><a:path w="112395" h="328930"><a:moveTo><a:pt x="0" y="328475"/></a:moveTo><a:lnTo><a:pt x="0" y="0"/></a:lnTo><a:lnTo><a:pt x="112077" y="0"/></a:lnTo><a:lnTo><a:pt x="112077" y="328475"/></a:lnTo><a:lnTo><a:pt x="0" y="328475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57" name="object 157"/><p:cNvSpPr txBox="1"/><p:nvPr/></p:nvSpPr><p:spPr><a:xfrm><a:off x="7623627" y="858542"/><a:ext cx="139065" cy="254000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><a:latin typeface="Verdana"/><a:cs typeface="Verdana"/></a:rPr><a:t>1&apos;-</a:t></a:r><a:r><a:rPr dirty="0" sz="700" spc="-25"><a:latin typeface="Verdana"/><a:cs typeface="Verdana"/></a:rPr><a:t>7&quot;</a:t></a:r><a:endParaRPr sz="700"><a:latin typeface="Verdana"/><a:cs typeface="Verdana"/></a:endParaRPr></a:p></p:txBody></p:sp><p:grpSp><p:nvGrpSpPr><p:cNvPr id="158" name="object 158"/><p:cNvGrpSpPr/><p:nvPr/></p:nvGrpSpPr><p:grpSpPr><a:xfrm><a:off x="972288" y="4711605"/><a:ext cx="11254105" cy="618490"/><a:chOff x="972288" y="4711605"/><a:chExt cx="11254105" cy="618490"/></a:xfrm></p:grpSpPr><p:sp><p:nvSpPr><p:cNvPr id="159" name="object 159"/><p:cNvSpPr/><p:nvPr/></p:nvSpPr><p:spPr><a:xfrm><a:off x="989987" y="4712240"/><a:ext cx="11218545" cy="617220"/></a:xfrm><a:custGeom><a:avLst/><a:gdLst/><a:ahLst/><a:cxnLst/><a:rect l="l" t="t" r="r" b="b"/><a:pathLst><a:path w="11218545" h="617220"><a:moveTo><a:pt x="0" y="0"/></a:moveTo><a:lnTo><a:pt x="0" y="577372"/></a:lnTo></a:path><a:path w="11218545" h="617220"><a:moveTo><a:pt x="0" y="577372"/></a:moveTo><a:lnTo><a:pt x="0" y="616921"/></a:lnTo></a:path><a:path w="11218545" h="617220"><a:moveTo><a:pt x="11218288" y="0"/></a:moveTo><a:lnTo><a:pt x="11218288" y="437271"/></a:lnTo></a:path><a:path w="11218545" h="617220"><a:moveTo><a:pt x="11218288" y="549349"/></a:moveTo><a:lnTo><a:pt x="11218288" y="577372"/></a:lnTo></a:path><a:path w="11218545" h="617220"><a:moveTo><a:pt x="11218288" y="437271"/></a:moveTo><a:lnTo><a:pt x="11218288" y="549349"/></a:lnTo></a:path><a:path w="11218545" h="617220"><a:moveTo><a:pt x="11218288" y="577372"/></a:moveTo><a:lnTo><a:pt x="11218288" y="616921"/></a:lnTo></a:path><a:path w="11218545" h="617220"><a:moveTo><a:pt x="0" y="577372"/></a:moveTo><a:lnTo><a:pt x="11218288" y="577372"/></a:lnTo></a:path></a:pathLst></a:custGeom><a:ln w="3175"><a:solidFill><a:srgbClr val="000000"/></a:solidFill></a:ln></p:spPr><p:txBody><a:bodyPr wrap="square" lIns="0" tIns="0" rIns="0" bIns="0" rtlCol="0"/><a:lstStyle/><a:p/></p:txBody></p:sp><p:sp><p:nvSpPr><p:cNvPr id="160" name="object 160"/><p:cNvSpPr/><p:nvPr/></p:nvSpPr><p:spPr><a:xfrm><a:off x="981455" y="5281081"/><a:ext cx="17145" cy="17145"/></a:xfrm><a:custGeom><a:avLst/><a:gdLst/><a:ahLst/><a:cxnLst/><a:rect l="l" t="t" r="r" b="b"/><a:pathLst><a:path w="17144" h="17145"><a:moveTo><a:pt x="17063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161" name="object 161"/><p:cNvSpPr/><p:nvPr/></p:nvSpPr><p:spPr><a:xfrm><a:off x="972923" y="5289613"/><a:ext cx="17145" cy="0"/></a:xfrm><a:custGeom><a:avLst/><a:gdLst/><a:ahLst/><a:cxnLst/><a:rect l="l" t="t" r="r" b="b"/><a:pathLst><a:path w="17144" h="0"><a:moveTo><a:pt x="17063" y="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62" name="object 162"/><p:cNvSpPr/><p:nvPr/></p:nvSpPr><p:spPr><a:xfrm><a:off x="12199744" y="5281081"/><a:ext cx="17145" cy="17145"/></a:xfrm><a:custGeom><a:avLst/><a:gdLst/><a:ahLst/><a:cxnLst/><a:rect l="l" t="t" r="r" b="b"/><a:pathLst><a:path w="17145" h="17145"><a:moveTo><a:pt x="0" y="17063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63" name="object 163"/><p:cNvSpPr/><p:nvPr/></p:nvSpPr><p:spPr><a:xfrm><a:off x="12208276" y="5289613"/><a:ext cx="17145" cy="0"/></a:xfrm><a:custGeom><a:avLst/><a:gdLst/><a:ahLst/><a:cxnLst/><a:rect l="l" t="t" r="r" b="b"/><a:pathLst><a:path w="17145" h="0"><a:moveTo><a:pt x="0" y="0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64" name="object 164"/><p:cNvSpPr/><p:nvPr/></p:nvSpPr><p:spPr><a:xfrm><a:off x="6405420" y="5149511"/><a:ext cx="387985" cy="112395"/></a:xfrm><a:custGeom><a:avLst/><a:gdLst/><a:ahLst/><a:cxnLst/><a:rect l="l" t="t" r="r" b="b"/><a:pathLst><a:path w="387984" h="112395"><a:moveTo><a:pt x="387422" y="112077"/></a:moveTo><a:lnTo><a:pt x="0" y="112077"/></a:lnTo><a:lnTo><a:pt x="0" y="0"/></a:lnTo><a:lnTo><a:pt x="387422" y="0"/></a:lnTo><a:lnTo><a:pt x="387422" y="112077"/></a:lnTo><a:close/></a:path></a:pathLst></a:custGeom><a:solidFill><a:srgbClr val="FFFFFF"/></a:solidFill></p:spPr><p:txBody><a:bodyPr wrap="square" lIns="0" tIns="0" rIns="0" bIns="0" rtlCol="0"/><a:lstStyle/><a:p/></p:txBody></p:sp><p:sp><p:nvSpPr><p:cNvPr id="165" name="object 165"/><p:cNvSpPr/><p:nvPr/></p:nvSpPr><p:spPr><a:xfrm><a:off x="6405420" y="5149511"/><a:ext cx="387985" cy="112395"/></a:xfrm><a:custGeom><a:avLst/><a:gdLst/><a:ahLst/><a:cxnLst/><a:rect l="l" t="t" r="r" b="b"/><a:pathLst><a:path w="387984" h="112395"><a:moveTo><a:pt x="0" y="0"/></a:moveTo><a:lnTo><a:pt x="387422" y="0"/></a:lnTo><a:lnTo><a:pt x="387422" y="112077"/></a:lnTo><a:lnTo><a:pt x="0" y="112077"/></a:lnTo><a:lnTo><a:pt x="0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66" name="object 166"/><p:cNvSpPr txBox="1"/><p:nvPr/></p:nvSpPr><p:spPr><a:xfrm><a:off x="6443136" y="5136812"/><a:ext cx="31305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20&apos;-</a:t></a:r><a:r><a:rPr dirty="0" sz="700" spc="-25"><a:latin typeface="Verdana"/><a:cs typeface="Verdana"/></a:rPr><a:t>1&quot;</a:t></a:r><a:endParaRPr sz="700"><a:latin typeface="Verdana"/><a:cs typeface="Verdana"/></a:endParaRPr></a:p></p:txBody></p:sp><p:grpSp><p:nvGrpSpPr><p:cNvPr id="167" name="object 167"/><p:cNvGrpSpPr/><p:nvPr/></p:nvGrpSpPr><p:grpSpPr><a:xfrm><a:off x="4552662" y="2858116"/><a:ext cx="1253490" cy="461009"/><a:chOff x="4552662" y="2858116"/><a:chExt cx="1253490" cy="461009"/></a:xfrm></p:grpSpPr><p:sp><p:nvSpPr><p:cNvPr id="168" name="object 168"/><p:cNvSpPr/><p:nvPr/></p:nvSpPr><p:spPr><a:xfrm><a:off x="4556789" y="2862243"/><a:ext cx="1245235" cy="452755"/></a:xfrm><a:custGeom><a:avLst/><a:gdLst/><a:ahLst/><a:cxnLst/><a:rect l="l" t="t" r="r" b="b"/><a:pathLst><a:path w="1245235" h="452754"><a:moveTo><a:pt x="1245011" y="452404"/></a:moveTo><a:lnTo><a:pt x="0" y="452404"/></a:lnTo><a:lnTo><a:pt x="0" y="0"/></a:lnTo><a:lnTo><a:pt x="1245011" y="0"/></a:lnTo><a:lnTo><a:pt x="1245011" y="452404"/></a:lnTo><a:close/></a:path></a:pathLst></a:custGeom><a:solidFill><a:srgbClr val="FFFFFF"/></a:solidFill></p:spPr><p:txBody><a:bodyPr wrap="square" lIns="0" tIns="0" rIns="0" bIns="0" rtlCol="0"/><a:lstStyle/><a:p/></p:txBody></p:sp><p:sp><p:nvSpPr><p:cNvPr id="169" name="object 169"/><p:cNvSpPr/><p:nvPr/></p:nvSpPr><p:spPr><a:xfrm><a:off x="4556789" y="2862243"/><a:ext cx="1245235" cy="452755"/></a:xfrm><a:custGeom><a:avLst/><a:gdLst/><a:ahLst/><a:cxnLst/><a:rect l="l" t="t" r="r" b="b"/><a:pathLst><a:path w="1245235" h="452754"><a:moveTo><a:pt x="0" y="0"/></a:moveTo><a:lnTo><a:pt x="1245011" y="0"/></a:lnTo><a:lnTo><a:pt x="1245011" y="452404"/></a:lnTo><a:lnTo><a:pt x="0" y="452404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170" name="object 170"/><p:cNvSpPr txBox="1"/><p:nvPr/></p:nvSpPr><p:spPr><a:xfrm><a:off x="4615834" y="2907630"/><a:ext cx="113284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700"><a:latin typeface="Verdana"/><a:cs typeface="Verdana"/></a:endParaRPr><a:r><a:rPr dirty="0" u="sng" sz="700"><a:uFill><a:solidFill><a:srgbClr val="000000"/><a:t>{{XFMR_SIZE}}kVA XFMR</a:t></a:r></a:p></p:txBody></p:sp><p:sp><p:nvSpPr><p:cNvPr id="171" name="object 171"/><p:cNvSpPr txBox="1"/><p:nvPr/></p:nvSpPr><p:spPr><a:xfrm><a:off x="4721319" y="3131784"/><a:ext cx="92011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700"><a:latin typeface="Verdana"/><a:cs typeface="Verdana"/></a:endParaRPr><a:r><a:rPr dirty="0" u="sng" sz="700"><a:uFill><a:solidFill><a:srgbClr val="000000"/><a:t>Max Wt = {{XFMR_WEIGHT}} lbs</a:t></a:r></a:p></p:txBody></p:sp><p:sp><p:nvSpPr><p:cNvPr id="172" name="object 172"/><p:cNvSpPr txBox="1"/><p:nvPr/></p:nvSpPr><p:spPr><a:xfrm><a:off x="8469239" y="2526508"/><a:ext cx="1318260" cy="575945"/></a:xfrm><a:prstGeom prst="rect"><a:avLst/></a:prstGeom><a:solidFill><a:srgbClr val="FFFFFF"/></a:solidFill><a:ln w="7756"><a:solidFill><a:srgbClr val="000000"/></a:solidFill></a:ln></p:spPr><p:txBody><a:bodyPr wrap="square" lIns="0" tIns="62230" rIns="0" bIns="0" rtlCol="0" vert="horz"><a:spAutoFit/></a:bodyPr><a:lstStyle/><a:p><a:pPr algn="ctr" marL="117475" marR="137160"><a:lnSpc><a:spcPct val="105100"/></a:lnSpc><a:spcBef><a:spcPts val="490"/></a:spcBef></a:pPr><a:endParaRPr sz="700"><a:latin typeface="Verdana"/><a:cs typeface="Verdana"/></a:endParaRPr><a:r><a:rPr dirty="0" u="sng" sz="700"><a:uFill><a:solidFill><a:srgbClr val="000000"/><a:t>Dyna Power {{INV_MODEL}} Battery Inverter</a:t></a:r></a:p><a:p><a:pPr><a:lnSpc><a:spcPct val="100000"/></a:lnSpc><a:spcBef><a:spcPts val="75"/></a:spcBef></a:pPr><a:endParaRPr sz="700"><a:latin typeface="Verdana"/><a:cs typeface="Verdana"/></a:endParaRPr></a:p><a:p><a:pPr algn="ctr" marL="3175"><a:lnSpc><a:spcPct val="100000"/></a:lnSpc></a:pPr><a:r><a:rPr dirty="0" u="sng" sz="700"><a:uFill><a:solidFill><a:srgbClr val="000000"/></a:solidFill></a:uFill><a:latin typeface="Verdana"/><a:cs typeface="Verdana"/></a:rPr><a:t>Max</a:t></a:r><a:r><a:rPr dirty="0" u="sng" sz="700" spc="55"><a:uFill><a:solidFill><a:srgbClr val="000000"/></a:solidFill></a:uFill><a:latin typeface="Verdana"/><a:cs typeface="Verdana"/></a:rPr><a:t> </a:t></a:r><a:r><a:rPr dirty="0" u="sng" sz="700"><a:uFill><a:solidFill><a:srgbClr val="000000"/></a:solidFill></a:uFill><a:latin typeface="Verdana"/><a:cs typeface="Verdana"/></a:rPr><a:t>Wt</a:t></a:r><a:r><a:rPr dirty="0" u="sng" sz="700" spc="55"><a:uFill><a:solidFill><a:srgbClr val="000000"/></a:solidFill></a:uFill><a:latin typeface="Verdana"/><a:cs typeface="Verdana"/></a:rPr><a:t> </a:t></a:r><a:r><a:rPr dirty="0" u="sng" sz="700"><a:uFill><a:solidFill><a:srgbClr val="000000"/></a:solidFill></a:uFill><a:latin typeface="Verdana"/><a:cs typeface="Verdana"/></a:rPr><a:t>=</a:t></a:r><a:r><a:rPr dirty="0" u="sng" sz="700" spc="55"><a:uFill><a:solidFill><a:srgbClr val="000000"/></a:solidFill></a:uFill><a:latin typeface="Verdana"/><a:cs typeface="Verdana"/></a:rPr><a:t> </a:t></a:r><a:r><a:rPr dirty="0" u="sng" sz="700"><a:uFill><a:solidFill><a:srgbClr val="000000"/></a:solidFill></a:uFill><a:latin typeface="Verdana"/><a:cs typeface="Verdana"/></a:rPr><a:t>1980</a:t></a:r><a:r><a:rPr dirty="0" u="sng" sz="700" spc="55"><a:uFill><a:solidFill><a:srgbClr val="000000"/></a:solidFill></a:uFill><a:latin typeface="Verdana"/><a:cs typeface="Verdana"/></a:rPr><a:t> </a:t></a:r><a:r><a:rPr dirty="0" u="sng" sz="700" spc="-25"><a:uFill><a:solidFill><a:srgbClr val="000000"/></a:solidFill></a:uFill><a:latin typeface="Verdana"/><a:cs typeface="Verdana"/></a:rPr><a:t>lbs</a:t></a:r><a:endParaRPr sz="700"><a:latin typeface="Verdana"/><a:cs typeface="Verdana"/></a:endParaRPr></a:p></p:txBody></p:sp><p:sp><p:nvSpPr><p:cNvPr id="173" name="object 173"/><p:cNvSpPr txBox="1"/><p:nvPr/></p:nvSpPr><p:spPr><a:xfrm><a:off x="1851454" y="2245221"/><a:ext cx="1057910" cy="483870"/></a:xfrm><a:prstGeom prst="rect"><a:avLst/></a:prstGeom><a:solidFill><a:srgbClr val="FFFFFF"/></a:solidFill><a:ln w="7756"><a:solidFill><a:srgbClr val="000000"/></a:solidFill></a:ln></p:spPr><p:txBody><a:bodyPr wrap="square" lIns="0" tIns="77470" rIns="0" bIns="0" rtlCol="0" vert="horz"><a:spAutoFit/></a:bodyPr><a:lstStyle/><a:p><a:pPr marL="108585"><a:lnSpc><a:spcPct val="100000"/></a:lnSpc><a:spcBef><a:spcPts val="610"/></a:spcBef></a:pPr><a:endParaRPr sz="700"><a:latin typeface="Verdana"/><a:cs typeface="Verdana"/></a:endParaRPr><a:r><a:rPr dirty="0" u="sng" sz="700"><a:uFill><a:solidFill><a:srgbClr val="000000"/><a:t>{{ACDIS}}A Disconnect</a:t></a:r></a:p><a:p><a:pPr><a:lnSpc><a:spcPct val="100000"/></a:lnSpc><a:spcBef><a:spcPts val="75"/></a:spcBef></a:pPr><a:endParaRPr sz="700"><a:latin typeface="Verdana"/><a:cs typeface="Verdana"/></a:endParaRPr></a:p><a:p><a:pPr marL="112395"><a:lnSpc><a:spcPct val="100000"/></a:lnSpc></a:pPr><a:r><a:rPr dirty="0" u="sng" sz="700"><a:uFill><a:solidFill><a:srgbClr val="000000"/></a:solidFill></a:uFill><a:latin typeface="Verdana"/><a:cs typeface="Verdana"/></a:rPr><a:t>Max</a:t></a:r><a:r><a:rPr dirty="0" u="sng" sz="700" spc="50"><a:uFill><a:solidFill><a:srgbClr val="000000"/></a:solidFill></a:uFill><a:latin typeface="Verdana"/><a:cs typeface="Verdana"/></a:rPr><a:t> </a:t></a:r><a:r><a:rPr dirty="0" u="sng" sz="700"><a:uFill><a:solidFill><a:srgbClr val="000000"/></a:solidFill></a:uFill><a:latin typeface="Verdana"/><a:cs typeface="Verdana"/></a:rPr><a:t>Wt</a:t></a:r><a:r><a:rPr dirty="0" u="sng" sz="700" spc="55"><a:uFill><a:solidFill><a:srgbClr val="000000"/></a:solidFill></a:uFill><a:latin typeface="Verdana"/><a:cs typeface="Verdana"/></a:rPr><a:t> </a:t></a:r><a:r><a:rPr dirty="0" u="sng" sz="700"><a:uFill><a:solidFill><a:srgbClr val="000000"/></a:solidFill></a:uFill><a:latin typeface="Verdana"/><a:cs typeface="Verdana"/></a:rPr><a:t>=</a:t></a:r><a:r><a:rPr dirty="0" u="sng" sz="700" spc="50"><a:uFill><a:solidFill><a:srgbClr val="000000"/></a:solidFill></a:uFill><a:latin typeface="Verdana"/><a:cs typeface="Verdana"/></a:rPr><a:t> </a:t></a:r><a:r><a:rPr dirty="0" u="sng" sz="700"><a:uFill><a:solidFill><a:srgbClr val="000000"/></a:solidFill></a:uFill><a:latin typeface="Verdana"/><a:cs typeface="Verdana"/></a:rPr><a:t>710</a:t></a:r><a:r><a:rPr dirty="0" u="sng" sz="700" spc="55"><a:uFill><a:solidFill><a:srgbClr val="000000"/></a:solidFill></a:uFill><a:latin typeface="Verdana"/><a:cs typeface="Verdana"/></a:rPr><a:t> </a:t></a:r><a:r><a:rPr dirty="0" u="sng" sz="700" spc="-25"><a:uFill><a:solidFill><a:srgbClr val="000000"/></a:solidFill></a:uFill><a:latin typeface="Verdana"/><a:cs typeface="Verdana"/></a:rPr><a:t>lbs</a:t></a:r><a:endParaRPr sz="700"><a:latin typeface="Verdana"/><a:cs typeface="Verdana"/></a:endParaRPr></a:p></p:txBody></p:sp><p:grpSp><p:nvGrpSpPr><p:cNvPr id="174" name="object 174"/><p:cNvGrpSpPr/><p:nvPr/></p:nvGrpSpPr><p:grpSpPr><a:xfrm><a:off x="519143" y="6399060"/><a:ext cx="11547475" cy="6644005"/><a:chOff x="519143" y="6399060"/><a:chExt cx="11547475" cy="6644005"/></a:xfrm></p:grpSpPr><p:pic><p:nvPicPr><p:cNvPr id="175" name="object 175"/><p:cNvPicPr/><p:nvPr/></p:nvPicPr><p:blipFill><a:blip r:embed="rId14" cstate="print"/><a:stretch><a:fillRect/></a:stretch></p:blipFill><p:spPr><a:xfrm><a:off x="1555159" y="10868856"/><a:ext cx="9493563" cy="898944"/></a:xfrm><a:prstGeom prst="rect"><a:avLst/></a:prstGeom></p:spPr></p:pic><p:pic><p:nvPicPr><p:cNvPr id="176" name="object 176"/><p:cNvPicPr/><p:nvPr/></p:nvPicPr><p:blipFill><a:blip r:embed="rId15" cstate="print"/><a:stretch><a:fillRect/></a:stretch></p:blipFill><p:spPr><a:xfrm><a:off x="521365" y="6399060"/><a:ext cx="11542948" cy="6643474"/></a:xfrm><a:prstGeom prst="rect"><a:avLst/></a:prstGeom></p:spPr></p:pic><p:sp><p:nvSpPr><p:cNvPr id="177" name="object 177"/><p:cNvSpPr/><p:nvPr/></p:nvSpPr><p:spPr><a:xfrm><a:off x="996711" y="10441489"/><a:ext cx="10610850" cy="1326515"/></a:xfrm><a:custGeom><a:avLst/><a:gdLst/><a:ahLst/><a:cxnLst/><a:rect l="l" t="t" r="r" b="b"/><a:pathLst><a:path w="10610850" h="1326515"><a:moveTo><a:pt x="558447" y="418835"/></a:moveTo><a:lnTo><a:pt x="264921" y="418835"/></a:lnTo></a:path><a:path w="10610850" h="1326515"><a:moveTo><a:pt x="235819" y="418835"/></a:moveTo><a:lnTo><a:pt x="0" y="418835"/></a:lnTo></a:path><a:path w="10610850" h="1326515"><a:moveTo><a:pt x="10610535" y="418835"/></a:moveTo><a:lnTo><a:pt x="10374901" y="418835"/></a:lnTo></a:path><a:path w="10610850" h="1326515"><a:moveTo><a:pt x="10345816" y="418835"/></a:moveTo><a:lnTo><a:pt x="10052088" y="418835"/></a:lnTo></a:path><a:path w="10610850" h="1326515"><a:moveTo><a:pt x="286498" y="1059653"/></a:moveTo><a:lnTo><a:pt x="282985" y="1061127"/></a:lnTo></a:path><a:path w="10610850" h="1326515"><a:moveTo><a:pt x="293270" y="1043287"/></a:moveTo><a:lnTo><a:pt x="293766" y="1047088"/></a:lnTo><a:lnTo><a:pt x="293270" y="1050889"/></a:lnTo><a:lnTo><a:pt x="291819" y="1054379"/></a:lnTo><a:lnTo><a:pt x="289508" y="1057404"/></a:lnTo></a:path><a:path w="10610850" h="1326515"><a:moveTo><a:pt x="279223" y="1032584"/></a:moveTo><a:lnTo><a:pt x="282985" y="1033049"/></a:lnTo><a:lnTo><a:pt x="286498" y="1034523"/></a:lnTo><a:lnTo><a:pt x="289508" y="1036772"/></a:lnTo></a:path><a:path w="10610850" h="1326515"><a:moveTo><a:pt x="289508" y="1036772"/></a:moveTo><a:lnTo><a:pt x="291819" y="1039797"/></a:lnTo><a:lnTo><a:pt x="293270" y="1043287"/></a:lnTo></a:path><a:path w="10610850" h="1326515"><a:moveTo><a:pt x="268938" y="1036772"/></a:moveTo><a:lnTo><a:pt x="271956" y="1034523"/></a:lnTo><a:lnTo><a:pt x="275461" y="1033049"/></a:lnTo></a:path><a:path w="10610850" h="1326515"><a:moveTo><a:pt x="264921" y="1045304"/></a:moveTo><a:lnTo><a:pt x="265177" y="1043287"/></a:lnTo></a:path><a:path w="10610850" h="1326515"><a:moveTo><a:pt x="279223" y="1061670"/></a:moveTo><a:lnTo><a:pt x="275461" y="1061127"/></a:lnTo><a:lnTo><a:pt x="271956" y="1059653"/></a:lnTo></a:path><a:path w="10610850" h="1326515"><a:moveTo><a:pt x="266627" y="1039797"/></a:moveTo><a:lnTo><a:pt x="268938" y="1036772"/></a:lnTo></a:path><a:path w="10610850" h="1326515"><a:moveTo><a:pt x="289508" y="1057404"/></a:moveTo><a:lnTo><a:pt x="286498" y="1059653"/></a:lnTo></a:path><a:path w="10610850" h="1326515"><a:moveTo><a:pt x="275461" y="1033049"/></a:moveTo><a:lnTo><a:pt x="279223" y="1032584"/></a:lnTo></a:path><a:path w="10610850" h="1326515"><a:moveTo><a:pt x="271956" y="1059653"/></a:moveTo><a:lnTo><a:pt x="268938" y="1057404"/></a:lnTo><a:lnTo><a:pt x="266627" y="1054379"/></a:lnTo></a:path><a:path w="10610850" h="1326515"><a:moveTo><a:pt x="265177" y="1043287"/></a:moveTo><a:lnTo><a:pt x="266627" y="1039797"/></a:lnTo></a:path><a:path w="10610850" h="1326515"><a:moveTo><a:pt x="266627" y="1054379"/></a:moveTo><a:lnTo><a:pt x="265177" y="1050889"/></a:lnTo><a:lnTo><a:pt x="264921" y="1048872"/></a:lnTo></a:path><a:path w="10610850" h="1326515"><a:moveTo><a:pt x="282985" y="1061127"/></a:moveTo><a:lnTo><a:pt x="279223" y="1061670"/></a:lnTo></a:path><a:path w="10610850" h="1326515"><a:moveTo><a:pt x="10318669" y="1039797"/></a:moveTo><a:lnTo><a:pt x="10320996" y="1036772"/></a:lnTo></a:path><a:path w="10610850" h="1326515"><a:moveTo><a:pt x="10345816" y="1047166"/></a:moveTo><a:lnTo><a:pt x="10331311" y="1061670"/></a:lnTo><a:lnTo><a:pt x="10327511" y="1061127"/></a:lnTo><a:lnTo><a:pt x="10316730" y="1047088"/></a:lnTo><a:lnTo><a:pt x="10317195" y="1043287"/></a:lnTo><a:lnTo><a:pt x="10318669" y="1039797"/></a:lnTo></a:path><a:path w="10610850" h="1326515"><a:moveTo><a:pt x="10320996" y="1036772"/></a:moveTo><a:lnTo><a:pt x="10324021" y="1034523"/></a:lnTo><a:lnTo><a:pt x="10327511" y="1033049"/></a:lnTo><a:lnTo><a:pt x="10331311" y="1032584"/></a:lnTo><a:lnTo><a:pt x="10335034" y="1033049"/></a:lnTo><a:lnTo><a:pt x="10338525" y="1034523"/></a:lnTo><a:lnTo><a:pt x="10341550" y="1036772"/></a:lnTo><a:lnTo><a:pt x="10343877" y="1039797"/></a:lnTo><a:lnTo><a:pt x="10345350" y="1043287"/></a:lnTo><a:lnTo><a:pt x="10345816" y="1047010"/></a:lnTo></a:path><a:path w="10610850" h="1326515"><a:moveTo><a:pt x="9479524" y="254403"/></a:moveTo><a:lnTo><a:pt x="9479524" y="254403"/></a:lnTo><a:lnTo><a:pt x="9479524" y="279611"/></a:lnTo><a:lnTo><a:pt x="9479524" y="279921"/></a:lnTo></a:path><a:path w="10610850" h="1326515"><a:moveTo><a:pt x="10344962" y="279921"/></a:moveTo><a:lnTo><a:pt x="10344962" y="279611"/></a:lnTo></a:path><a:path w="10610850" h="1326515"><a:moveTo><a:pt x="9479524" y="281550"/></a:moveTo><a:lnTo><a:pt x="10344885" y="281550"/></a:lnTo></a:path><a:path w="10610850" h="1326515"><a:moveTo><a:pt x="9479524" y="252464"/></a:moveTo><a:lnTo><a:pt x="10346746" y="252464"/></a:lnTo></a:path><a:path w="10610850" h="1326515"><a:moveTo><a:pt x="10344962" y="279611"/></a:moveTo><a:lnTo><a:pt x="10346281" y="279766"/></a:lnTo></a:path><a:path w="10610850" h="1326515"><a:moveTo><a:pt x="10344885" y="281007"/></a:moveTo><a:lnTo><a:pt x="10345893" y="281162"/></a:lnTo><a:lnTo><a:pt x="10346203" y="280076"/></a:lnTo><a:lnTo><a:pt x="10344962" y="279921"/></a:lnTo></a:path><a:path w="10610850" h="1326515"><a:moveTo><a:pt x="10346281" y="279766"/></a:moveTo><a:lnTo><a:pt x="10346203" y="280076"/></a:lnTo></a:path><a:path w="10610850" h="1326515"><a:moveTo><a:pt x="10346746" y="252464"/></a:moveTo><a:lnTo><a:pt x="10353417" y="253317"/></a:lnTo></a:path><a:path w="10610850" h="1326515"><a:moveTo><a:pt x="10346281" y="279766"/></a:moveTo><a:lnTo><a:pt x="10346746" y="279921"/></a:lnTo></a:path><a:path w="10610850" h="1326515"><a:moveTo><a:pt x="10353417" y="253317"/></a:moveTo><a:lnTo><a:pt x="10360397" y="256265"/></a:lnTo></a:path><a:path w="10610850" h="1326515"><a:moveTo><a:pt x="10346746" y="279921"/></a:moveTo><a:lnTo><a:pt x="10347134" y="280231"/></a:lnTo></a:path><a:path w="10610850" h="1326515"><a:moveTo><a:pt x="10360397" y="256265"/></a:moveTo><a:lnTo><a:pt x="10366447" y="260841"/></a:lnTo></a:path><a:path w="10610850" h="1326515"><a:moveTo><a:pt x="10347134" y="280231"/></a:moveTo><a:lnTo><a:pt x="10347367" y="280619"/></a:lnTo></a:path><a:path w="10610850" h="1326515"><a:moveTo><a:pt x="10366447" y="260841"/></a:moveTo><a:lnTo><a:pt x="10371101" y="266891"/></a:lnTo></a:path><a:path w="10610850" h="1326515"><a:moveTo><a:pt x="10347367" y="280619"/></a:moveTo><a:lnTo><a:pt x="10347600" y="281085"/></a:lnTo></a:path><a:path w="10610850" h="1326515"><a:moveTo><a:pt x="10371101" y="266891"/></a:moveTo><a:lnTo><a:pt x="10374048" y="273949"/></a:lnTo></a:path><a:path w="10610850" h="1326515"><a:moveTo><a:pt x="10347600" y="281085"/></a:moveTo><a:lnTo><a:pt x="10347755" y="282326"/></a:lnTo></a:path><a:path w="10610850" h="1326515"><a:moveTo><a:pt x="10347444" y="282403"/></a:moveTo><a:lnTo><a:pt x="10347289" y="281162"/></a:lnTo><a:lnTo><a:pt x="10346203" y="281472"/></a:lnTo><a:lnTo><a:pt x="10346281" y="282481"/></a:lnTo></a:path><a:path w="10610850" h="1326515"><a:moveTo><a:pt x="10347289" y="281162"/></a:moveTo><a:lnTo><a:pt x="10347600" y="281085"/></a:lnTo></a:path><a:path w="10610850" h="1326515"><a:moveTo><a:pt x="10347755" y="282326"/></a:moveTo><a:lnTo><a:pt x="10347444" y="282403"/></a:lnTo></a:path><a:path w="10610850" h="1326515"><a:moveTo><a:pt x="10374048" y="273949"/></a:moveTo><a:lnTo><a:pt x="10374901" y="280619"/></a:lnTo></a:path><a:path w="10610850" h="1326515"><a:moveTo><a:pt x="10347444" y="1060816"/></a:moveTo><a:lnTo><a:pt x="10347755" y="1060816"/></a:lnTo></a:path><a:path w="10610850" h="1326515"><a:moveTo><a:pt x="10346281" y="282481"/></a:moveTo><a:lnTo><a:pt x="10346048" y="282481"/></a:lnTo></a:path><a:path w="10610850" h="1326515"><a:moveTo><a:pt x="10346048" y="1060661"/></a:moveTo><a:lnTo><a:pt x="10346281" y="1060739"/></a:lnTo></a:path><a:path w="10610850" h="1326515"><a:moveTo><a:pt x="10346048" y="282481"/></a:moveTo><a:lnTo><a:pt x="10345816" y="282481"/></a:lnTo></a:path><a:path w="10610850" h="1326515"><a:moveTo><a:pt x="10345816" y="1060661"/></a:moveTo><a:lnTo><a:pt x="10346048" y="1060661"/></a:lnTo></a:path><a:path w="10610850" h="1326515"><a:moveTo><a:pt x="10347755" y="1060816"/></a:moveTo><a:lnTo><a:pt x="10347600" y="1062135"/></a:lnTo></a:path><a:path w="10610850" h="1326515"><a:moveTo><a:pt x="10346281" y="1060739"/></a:moveTo><a:lnTo><a:pt x="10346203" y="1061747"/></a:lnTo><a:lnTo><a:pt x="10347289" y="1062057"/></a:lnTo><a:lnTo><a:pt x="10347444" y="1060816"/></a:lnTo></a:path><a:path w="10610850" h="1326515"><a:moveTo><a:pt x="10347600" y="1062135"/></a:moveTo><a:lnTo><a:pt x="10347289" y="1062057"/></a:lnTo></a:path><a:path w="10610850" h="1326515"><a:moveTo><a:pt x="10374901" y="1062600"/></a:moveTo><a:lnTo><a:pt x="10374048" y="1069193"/></a:lnTo></a:path><a:path w="10610850" h="1326515"><a:moveTo><a:pt x="10347600" y="1062135"/></a:moveTo><a:lnTo><a:pt x="10347367" y="1062523"/></a:lnTo></a:path><a:path w="10610850" h="1326515"><a:moveTo><a:pt x="10374048" y="1069193"/></a:moveTo><a:lnTo><a:pt x="10371101" y="1076251"/></a:lnTo></a:path><a:path w="10610850" h="1326515"><a:moveTo><a:pt x="10347367" y="1062523"/></a:moveTo><a:lnTo><a:pt x="10347134" y="1062911"/></a:lnTo></a:path><a:path w="10610850" h="1326515"><a:moveTo><a:pt x="10371101" y="1076251"/></a:moveTo><a:lnTo><a:pt x="10366447" y="1082301"/></a:lnTo></a:path><a:path w="10610850" h="1326515"><a:moveTo><a:pt x="10347134" y="1062911"/></a:moveTo><a:lnTo><a:pt x="10346746" y="1063221"/></a:lnTo></a:path><a:path w="10610850" h="1326515"><a:moveTo><a:pt x="10366447" y="1082301"/></a:moveTo><a:lnTo><a:pt x="10360397" y="1086955"/></a:lnTo></a:path><a:path w="10610850" h="1326515"><a:moveTo><a:pt x="10346746" y="1063221"/></a:moveTo><a:lnTo><a:pt x="10346281" y="1063376"/></a:lnTo></a:path><a:path w="10610850" h="1326515"><a:moveTo><a:pt x="10360397" y="1086955"/></a:moveTo><a:lnTo><a:pt x="10353417" y="1089825"/></a:lnTo></a:path><a:path w="10610850" h="1326515"><a:moveTo><a:pt x="10346281" y="1063376"/></a:moveTo><a:lnTo><a:pt x="10344962" y="1063609"/></a:lnTo></a:path><a:path w="10610850" h="1326515"><a:moveTo><a:pt x="10344962" y="1063298"/></a:moveTo><a:lnTo><a:pt x="10346203" y="1063143"/></a:lnTo><a:lnTo><a:pt x="10345893" y="1061980"/></a:lnTo><a:lnTo><a:pt x="10344885" y="1062135"/></a:lnTo></a:path><a:path w="10610850" h="1326515"><a:moveTo><a:pt x="10346203" y="1063143"/></a:moveTo><a:lnTo><a:pt x="10346281" y="1063376"/></a:lnTo></a:path><a:path w="10610850" h="1326515"><a:moveTo><a:pt x="10353417" y="1089825"/></a:moveTo><a:lnTo><a:pt x="10346746" y="1090755"/></a:lnTo></a:path><a:path w="10610850" h="1326515"><a:moveTo><a:pt x="10267323" y="1063609"/></a:moveTo><a:lnTo><a:pt x="10267323" y="1063609"/></a:lnTo><a:lnTo><a:pt x="10267323" y="1086490"/></a:lnTo><a:lnTo><a:pt x="10267323" y="1088739"/></a:lnTo></a:path><a:path w="10610850" h="1326515"><a:moveTo><a:pt x="10344962" y="1063609"/></a:moveTo><a:lnTo><a:pt x="10344962" y="1063298"/></a:lnTo></a:path><a:path w="10610850" h="1326515"><a:moveTo><a:pt x="10267323" y="1063298"/></a:moveTo><a:lnTo><a:pt x="10267323" y="1063609"/></a:lnTo></a:path><a:path w="10610850" h="1326515"><a:moveTo><a:pt x="10346746" y="1090755"/></a:moveTo><a:lnTo><a:pt x="10267323" y="1090755"/></a:lnTo></a:path><a:path w="10610850" h="1326515"><a:moveTo><a:pt x="286498" y="640818"/></a:moveTo><a:lnTo><a:pt x="282985" y="642291"/></a:lnTo></a:path><a:path w="10610850" h="1326515"><a:moveTo><a:pt x="293270" y="624452"/></a:moveTo><a:lnTo><a:pt x="293766" y="628253"/></a:lnTo><a:lnTo><a:pt x="293270" y="632053"/></a:lnTo><a:lnTo><a:pt x="291819" y="635543"/></a:lnTo><a:lnTo><a:pt x="289508" y="638568"/></a:lnTo></a:path><a:path w="10610850" h="1326515"><a:moveTo><a:pt x="279223" y="613748"/></a:moveTo><a:lnTo><a:pt x="282985" y="614214"/></a:lnTo><a:lnTo><a:pt x="286498" y="615688"/></a:lnTo><a:lnTo><a:pt x="289508" y="617937"/></a:lnTo></a:path><a:path w="10610850" h="1326515"><a:moveTo><a:pt x="289508" y="617937"/></a:moveTo><a:lnTo><a:pt x="291819" y="620962"/></a:lnTo><a:lnTo><a:pt x="293270" y="624452"/></a:lnTo></a:path><a:path w="10610850" h="1326515"><a:moveTo><a:pt x="268938" y="617937"/></a:moveTo><a:lnTo><a:pt x="271956" y="615688"/></a:lnTo><a:lnTo><a:pt x="275461" y="614214"/></a:lnTo></a:path><a:path w="10610850" h="1326515"><a:moveTo><a:pt x="264921" y="626469"/></a:moveTo><a:lnTo><a:pt x="265177" y="624452"/></a:lnTo></a:path><a:path w="10610850" h="1326515"><a:moveTo><a:pt x="279223" y="642834"/></a:moveTo><a:lnTo><a:pt x="275461" y="642291"/></a:lnTo><a:lnTo><a:pt x="271956" y="640818"/></a:lnTo></a:path><a:path w="10610850" h="1326515"><a:moveTo><a:pt x="266627" y="620962"/></a:moveTo><a:lnTo><a:pt x="268938" y="617937"/></a:lnTo></a:path><a:path w="10610850" h="1326515"><a:moveTo><a:pt x="289508" y="638568"/></a:moveTo><a:lnTo><a:pt x="286498" y="640818"/></a:lnTo></a:path><a:path w="10610850" h="1326515"><a:moveTo><a:pt x="275461" y="614214"/></a:moveTo><a:lnTo><a:pt x="279223" y="613748"/></a:lnTo></a:path><a:path w="10610850" h="1326515"><a:moveTo><a:pt x="271956" y="640818"/></a:moveTo><a:lnTo><a:pt x="268938" y="638568"/></a:lnTo><a:lnTo><a:pt x="266627" y="635543"/></a:lnTo></a:path><a:path w="10610850" h="1326515"><a:moveTo><a:pt x="265177" y="624452"/></a:moveTo><a:lnTo><a:pt x="266627" y="620962"/></a:lnTo></a:path><a:path w="10610850" h="1326515"><a:moveTo><a:pt x="266627" y="635543"/></a:moveTo><a:lnTo><a:pt x="265177" y="632053"/></a:lnTo><a:lnTo><a:pt x="264921" y="630037"/></a:lnTo></a:path><a:path w="10610850" h="1326515"><a:moveTo><a:pt x="282985" y="642291"/></a:moveTo><a:lnTo><a:pt x="279223" y="642834"/></a:lnTo></a:path><a:path w="10610850" h="1326515"><a:moveTo><a:pt x="10318669" y="620962"/></a:moveTo><a:lnTo><a:pt x="10320996" y="617937"/></a:lnTo></a:path><a:path w="10610850" h="1326515"><a:moveTo><a:pt x="10345816" y="628330"/></a:moveTo><a:lnTo><a:pt x="10331311" y="642834"/></a:lnTo><a:lnTo><a:pt x="10327511" y="642291"/></a:lnTo><a:lnTo><a:pt x="10316730" y="628253"/></a:lnTo><a:lnTo><a:pt x="10317195" y="624452"/></a:lnTo><a:lnTo><a:pt x="10318669" y="620962"/></a:lnTo></a:path><a:path w="10610850" h="1326515"><a:moveTo><a:pt x="10320996" y="617937"/></a:moveTo><a:lnTo><a:pt x="10324021" y="615688"/></a:lnTo><a:lnTo><a:pt x="10327511" y="614214"/></a:lnTo><a:lnTo><a:pt x="10331311" y="613748"/></a:lnTo><a:lnTo><a:pt x="10335034" y="614214"/></a:lnTo><a:lnTo><a:pt x="10338525" y="615688"/></a:lnTo><a:lnTo><a:pt x="10341550" y="617937"/></a:lnTo><a:lnTo><a:pt x="10343877" y="620962"/></a:lnTo><a:lnTo><a:pt x="10345350" y="624452"/></a:lnTo><a:lnTo><a:pt x="10345816" y="628175"/></a:lnTo></a:path><a:path w="10610850" h="1326515"><a:moveTo><a:pt x="207385" y="209417"/></a:moveTo><a:lnTo><a:pt x="207385" y="209417"/></a:lnTo><a:lnTo><a:pt x="207385" y="238038"/></a:lnTo><a:lnTo><a:pt x="207385" y="238503"/></a:lnTo></a:path><a:path w="10610850" h="1326515"><a:moveTo><a:pt x="207385" y="238503"/></a:moveTo><a:lnTo><a:pt x="10476585" y="238503"/></a:lnTo><a:lnTo><a:pt x="10476585" y="238038"/></a:lnTo><a:lnTo><a:pt x="10476585" y="236564"/></a:lnTo><a:lnTo><a:pt x="10476585" y="209883"/></a:lnTo><a:lnTo><a:pt x="10476585" y="209417"/></a:lnTo></a:path><a:path w="10610850" h="1326515"><a:moveTo><a:pt x="10318669" y="202126"/></a:moveTo><a:lnTo><a:pt x="10317195" y="198636"/></a:lnTo></a:path><a:path w="10610850" h="1326515"><a:moveTo><a:pt x="10345816" y="194913"/></a:moveTo><a:lnTo><a:pt x="10331311" y="209417"/></a:lnTo><a:lnTo><a:pt x="10327511" y="208952"/></a:lnTo><a:lnTo><a:pt x="10324021" y="207478"/></a:lnTo><a:lnTo><a:pt x="10320996" y="205151"/></a:lnTo><a:lnTo><a:pt x="10318669" y="202126"/></a:lnTo></a:path><a:path w="10610850" h="1326515"><a:moveTo><a:pt x="10317195" y="198636"/></a:moveTo><a:lnTo><a:pt x="10316730" y="194913"/></a:lnTo><a:lnTo><a:pt x="10317195" y="191113"/></a:lnTo><a:lnTo><a:pt x="10318669" y="187622"/></a:lnTo><a:lnTo><a:pt x="10320996" y="184597"/></a:lnTo><a:lnTo><a:pt x="10324021" y="182270"/></a:lnTo><a:lnTo><a:pt x="10327511" y="180797"/></a:lnTo><a:lnTo><a:pt x="10331311" y="180331"/></a:lnTo><a:lnTo><a:pt x="10335034" y="180797"/></a:lnTo><a:lnTo><a:pt x="10338525" y="182270"/></a:lnTo><a:lnTo><a:pt x="10341550" y="184597"/></a:lnTo><a:lnTo><a:pt x="10343877" y="187622"/></a:lnTo><a:lnTo><a:pt x="10345350" y="191113"/></a:lnTo><a:lnTo><a:pt x="10345816" y="194913"/></a:lnTo></a:path><a:path w="10610850" h="1326515"><a:moveTo><a:pt x="9760222" y="202126"/></a:moveTo><a:lnTo><a:pt x="9758748" y="198636"/></a:lnTo></a:path><a:path w="10610850" h="1326515"><a:moveTo><a:pt x="9787368" y="194913"/></a:moveTo><a:lnTo><a:pt x="9772864" y="209417"/></a:lnTo><a:lnTo><a:pt x="9769064" y="208952"/></a:lnTo><a:lnTo><a:pt x="9765573" y="207478"/></a:lnTo><a:lnTo><a:pt x="9762549" y="205151"/></a:lnTo><a:lnTo><a:pt x="9760222" y="202126"/></a:lnTo></a:path><a:path w="10610850" h="1326515"><a:moveTo><a:pt x="9758748" y="198636"/></a:moveTo><a:lnTo><a:pt x="9758283" y="194913"/></a:lnTo><a:lnTo><a:pt x="9758748" y="191113"/></a:lnTo><a:lnTo><a:pt x="9760222" y="187622"/></a:lnTo><a:lnTo><a:pt x="9762549" y="184597"/></a:lnTo><a:lnTo><a:pt x="9765573" y="182270"/></a:lnTo><a:lnTo><a:pt x="9769064" y="180797"/></a:lnTo><a:lnTo><a:pt x="9772864" y="180331"/></a:lnTo><a:lnTo><a:pt x="9776587" y="180797"/></a:lnTo><a:lnTo><a:pt x="9780078" y="182270"/></a:lnTo><a:lnTo><a:pt x="9783102" y="184597"/></a:lnTo><a:lnTo><a:pt x="9785429" y="187622"/></a:lnTo><a:lnTo><a:pt x="9786903" y="191113"/></a:lnTo><a:lnTo><a:pt x="9787368" y="194913"/></a:lnTo></a:path><a:path w="10610850" h="1326515"><a:moveTo><a:pt x="9201774" y="202126"/></a:moveTo><a:lnTo><a:pt x="9200301" y="198636"/></a:lnTo></a:path><a:path w="10610850" h="1326515"><a:moveTo><a:pt x="9228921" y="194913"/></a:moveTo><a:lnTo><a:pt x="9214417" y="209417"/></a:lnTo><a:lnTo><a:pt x="9210617" y="208952"/></a:lnTo><a:lnTo><a:pt x="9207126" y="207478"/></a:lnTo><a:lnTo><a:pt x="9204101" y="205151"/></a:lnTo><a:lnTo><a:pt x="9201774" y="202126"/></a:lnTo></a:path><a:path w="10610850" h="1326515"><a:moveTo><a:pt x="9200301" y="198636"/></a:moveTo><a:lnTo><a:pt x="9199835" y="194913"/></a:lnTo><a:lnTo><a:pt x="9200301" y="191113"/></a:lnTo><a:lnTo><a:pt x="9201774" y="187622"/></a:lnTo><a:lnTo><a:pt x="9204101" y="184597"/></a:lnTo><a:lnTo><a:pt x="9207126" y="182270"/></a:lnTo><a:lnTo><a:pt x="9210617" y="180797"/></a:lnTo><a:lnTo><a:pt x="9214417" y="180331"/></a:lnTo><a:lnTo><a:pt x="9218140" y="180797"/></a:lnTo><a:lnTo><a:pt x="9221630" y="182270"/></a:lnTo><a:lnTo><a:pt x="9224655" y="184597"/></a:lnTo><a:lnTo><a:pt x="9226982" y="187622"/></a:lnTo><a:lnTo><a:pt x="9228456" y="191113"/></a:lnTo><a:lnTo><a:pt x="9228921" y="194913"/></a:lnTo></a:path><a:path w="10610850" h="1326515"><a:moveTo><a:pt x="8643327" y="202126"/></a:moveTo><a:lnTo><a:pt x="8641854" y="198636"/></a:lnTo></a:path><a:path w="10610850" h="1326515"><a:moveTo><a:pt x="8670474" y="194913"/></a:moveTo><a:lnTo><a:pt x="8655970" y="209417"/></a:lnTo><a:lnTo><a:pt x="8652169" y="208952"/></a:lnTo><a:lnTo><a:pt x="8648679" y="207478"/></a:lnTo><a:lnTo><a:pt x="8645654" y="205151"/></a:lnTo><a:lnTo><a:pt x="8643327" y="202126"/></a:lnTo></a:path><a:path w="10610850" h="1326515"><a:moveTo><a:pt x="8641854" y="198636"/></a:moveTo><a:lnTo><a:pt x="8641388" y="194913"/></a:lnTo><a:lnTo><a:pt x="8641854" y="191113"/></a:lnTo><a:lnTo><a:pt x="8643327" y="187622"/></a:lnTo><a:lnTo><a:pt x="8645654" y="184597"/></a:lnTo><a:lnTo><a:pt x="8648679" y="182270"/></a:lnTo><a:lnTo><a:pt x="8652169" y="180797"/></a:lnTo><a:lnTo><a:pt x="8655970" y="180331"/></a:lnTo><a:lnTo><a:pt x="8659693" y="180797"/></a:lnTo><a:lnTo><a:pt x="8663183" y="182270"/></a:lnTo><a:lnTo><a:pt x="8666208" y="184597"/></a:lnTo><a:lnTo><a:pt x="8668535" y="187622"/></a:lnTo><a:lnTo><a:pt x="8670009" y="191113"/></a:lnTo><a:lnTo><a:pt x="8670474" y="194913"/></a:lnTo></a:path><a:path w="10610850" h="1326515"><a:moveTo><a:pt x="8084880" y="202126"/></a:moveTo><a:lnTo><a:pt x="8083406" y="198636"/></a:lnTo></a:path><a:path w="10610850" h="1326515"><a:moveTo><a:pt x="8112027" y="194913"/></a:moveTo><a:lnTo><a:pt x="8097523" y="209417"/></a:lnTo><a:lnTo><a:pt x="8093722" y="208952"/></a:lnTo><a:lnTo><a:pt x="8090232" y="207478"/></a:lnTo><a:lnTo><a:pt x="8087207" y="205151"/></a:lnTo><a:lnTo><a:pt x="8084880" y="202126"/></a:lnTo></a:path><a:path w="10610850" h="1326515"><a:moveTo><a:pt x="8083406" y="198636"/></a:moveTo><a:lnTo><a:pt x="8082941" y="194913"/></a:lnTo><a:lnTo><a:pt x="8083406" y="191113"/></a:lnTo><a:lnTo><a:pt x="8084880" y="187622"/></a:lnTo><a:lnTo><a:pt x="8087207" y="184597"/></a:lnTo><a:lnTo><a:pt x="8090232" y="182270"/></a:lnTo><a:lnTo><a:pt x="8093722" y="180797"/></a:lnTo><a:lnTo><a:pt x="8097523" y="180331"/></a:lnTo><a:lnTo><a:pt x="8101246" y="180797"/></a:lnTo><a:lnTo><a:pt x="8104736" y="182270"/></a:lnTo><a:lnTo><a:pt x="8107761" y="184597"/></a:lnTo><a:lnTo><a:pt x="8110088" y="187622"/></a:lnTo><a:lnTo><a:pt x="8111561" y="191113"/></a:lnTo><a:lnTo><a:pt x="8112027" y="194913"/></a:lnTo></a:path><a:path w="10610850" h="1326515"><a:moveTo><a:pt x="7526433" y="202126"/></a:moveTo><a:lnTo><a:pt x="7524959" y="198636"/></a:lnTo></a:path><a:path w="10610850" h="1326515"><a:moveTo><a:pt x="7553580" y="194913"/></a:moveTo><a:lnTo><a:pt x="7539075" y="209417"/></a:lnTo><a:lnTo><a:pt x="7535275" y="208952"/></a:lnTo><a:lnTo><a:pt x="7531785" y="207478"/></a:lnTo><a:lnTo><a:pt x="7528760" y="205151"/></a:lnTo><a:lnTo><a:pt x="7526433" y="202126"/></a:lnTo></a:path><a:path w="10610850" h="1326515"><a:moveTo><a:pt x="7524959" y="198636"/></a:moveTo><a:lnTo><a:pt x="7524494" y="194913"/></a:lnTo><a:lnTo><a:pt x="7524959" y="191113"/></a:lnTo><a:lnTo><a:pt x="7526433" y="187622"/></a:lnTo><a:lnTo><a:pt x="7528760" y="184597"/></a:lnTo><a:lnTo><a:pt x="7531785" y="182270"/></a:lnTo><a:lnTo><a:pt x="7535275" y="180797"/></a:lnTo><a:lnTo><a:pt x="7539075" y="180331"/></a:lnTo><a:lnTo><a:pt x="7542798" y="180797"/></a:lnTo><a:lnTo><a:pt x="7546289" y="182270"/></a:lnTo><a:lnTo><a:pt x="7549314" y="184597"/></a:lnTo><a:lnTo><a:pt x="7551641" y="187622"/></a:lnTo><a:lnTo><a:pt x="7553114" y="191113"/></a:lnTo><a:lnTo><a:pt x="7553580" y="194913"/></a:lnTo></a:path><a:path w="10610850" h="1326515"><a:moveTo><a:pt x="6967986" y="202126"/></a:moveTo><a:lnTo><a:pt x="6966512" y="198636"/></a:lnTo></a:path><a:path w="10610850" h="1326515"><a:moveTo><a:pt x="6995132" y="194913"/></a:moveTo><a:lnTo><a:pt x="6980628" y="209417"/></a:lnTo><a:lnTo><a:pt x="6976828" y="208952"/></a:lnTo><a:lnTo><a:pt x="6973337" y="207478"/></a:lnTo><a:lnTo><a:pt x="6970313" y="205151"/></a:lnTo><a:lnTo><a:pt x="6967986" y="202126"/></a:lnTo></a:path><a:path w="10610850" h="1326515"><a:moveTo><a:pt x="6966512" y="198636"/></a:moveTo><a:lnTo><a:pt x="6966047" y="194913"/></a:lnTo><a:lnTo><a:pt x="6966512" y="191113"/></a:lnTo><a:lnTo><a:pt x="6967986" y="187622"/></a:lnTo><a:lnTo><a:pt x="6970313" y="184597"/></a:lnTo><a:lnTo><a:pt x="6973337" y="182270"/></a:lnTo><a:lnTo><a:pt x="6976828" y="180797"/></a:lnTo><a:lnTo><a:pt x="6980628" y="180331"/></a:lnTo><a:lnTo><a:pt x="6984351" y="180797"/></a:lnTo><a:lnTo><a:pt x="6987842" y="182270"/></a:lnTo><a:lnTo><a:pt x="6990866" y="184597"/></a:lnTo><a:lnTo><a:pt x="6993193" y="187622"/></a:lnTo><a:lnTo><a:pt x="6994667" y="191113"/></a:lnTo><a:lnTo><a:pt x="6995132" y="194913"/></a:lnTo></a:path><a:path w="10610850" h="1326515"><a:moveTo><a:pt x="6409546" y="202126"/></a:moveTo><a:lnTo><a:pt x="6408096" y="198636"/></a:lnTo></a:path><a:path w="10610850" h="1326515"><a:moveTo><a:pt x="6436685" y="194913"/></a:moveTo><a:lnTo><a:pt x="6422142" y="209417"/></a:lnTo><a:lnTo><a:pt x="6418381" y="208952"/></a:lnTo><a:lnTo><a:pt x="6414875" y="207478"/></a:lnTo><a:lnTo><a:pt x="6411858" y="205151"/></a:lnTo><a:lnTo><a:pt x="6409546" y="202126"/></a:lnTo></a:path><a:path w="10610850" h="1326515"><a:moveTo><a:pt x="6408096" y="198636"/></a:moveTo><a:lnTo><a:pt x="6407599" y="194913"/></a:lnTo><a:lnTo><a:pt x="6408096" y="191113"/></a:lnTo><a:lnTo><a:pt x="6409546" y="187622"/></a:lnTo><a:lnTo><a:pt x="6411858" y="184597"/></a:lnTo><a:lnTo><a:pt x="6414875" y="182270"/></a:lnTo><a:lnTo><a:pt x="6418381" y="180797"/></a:lnTo><a:lnTo><a:pt x="6422142" y="180331"/></a:lnTo><a:lnTo><a:pt x="6425904" y="180797"/></a:lnTo><a:lnTo><a:pt x="6429418" y="182270"/></a:lnTo><a:lnTo><a:pt x="6432427" y="184597"/></a:lnTo><a:lnTo><a:pt x="6434738" y="187622"/></a:lnTo><a:lnTo><a:pt x="6436189" y="191113"/></a:lnTo><a:lnTo><a:pt x="6436685" y="194913"/></a:lnTo></a:path><a:path w="10610850" h="1326515"><a:moveTo><a:pt x="5851099" y="202126"/></a:moveTo><a:lnTo><a:pt x="5849649" y="198636"/></a:lnTo></a:path><a:path w="10610850" h="1326515"><a:moveTo><a:pt x="5878238" y="194913"/></a:moveTo><a:lnTo><a:pt x="5863695" y="209417"/></a:lnTo><a:lnTo><a:pt x="5859933" y="208952"/></a:lnTo><a:lnTo><a:pt x="5856428" y="207478"/></a:lnTo><a:lnTo><a:pt x="5853410" y="205151"/></a:lnTo><a:lnTo><a:pt x="5851099" y="202126"/></a:lnTo></a:path><a:path w="10610850" h="1326515"><a:moveTo><a:pt x="5849649" y="198636"/></a:moveTo><a:lnTo><a:pt x="5849152" y="194913"/></a:lnTo><a:lnTo><a:pt x="5849649" y="191113"/></a:lnTo><a:lnTo><a:pt x="5851099" y="187622"/></a:lnTo><a:lnTo><a:pt x="5853410" y="184597"/></a:lnTo><a:lnTo><a:pt x="5856428" y="182270"/></a:lnTo><a:lnTo><a:pt x="5859933" y="180797"/></a:lnTo><a:lnTo><a:pt x="5863695" y="180331"/></a:lnTo><a:lnTo><a:pt x="5867457" y="180797"/></a:lnTo><a:lnTo><a:pt x="5870970" y="182270"/></a:lnTo><a:lnTo><a:pt x="5873980" y="184597"/></a:lnTo><a:lnTo><a:pt x="5876291" y="187622"/></a:lnTo><a:lnTo><a:pt x="5877742" y="191113"/></a:lnTo><a:lnTo><a:pt x="5878238" y="194913"/></a:lnTo></a:path><a:path w="10610850" h="1326515"><a:moveTo><a:pt x="5292652" y="202126"/></a:moveTo><a:lnTo><a:pt x="5291201" y="198636"/></a:lnTo></a:path><a:path w="10610850" h="1326515"><a:moveTo><a:pt x="5319791" y="194913"/></a:moveTo><a:lnTo><a:pt x="5305248" y="209417"/></a:lnTo><a:lnTo><a:pt x="5301486" y="208952"/></a:lnTo><a:lnTo><a:pt x="5297980" y="207478"/></a:lnTo><a:lnTo><a:pt x="5294963" y="205151"/></a:lnTo><a:lnTo><a:pt x="5292652" y="202126"/></a:lnTo></a:path><a:path w="10610850" h="1326515"><a:moveTo><a:pt x="5291201" y="198636"/></a:moveTo><a:lnTo><a:pt x="5290705" y="194913"/></a:lnTo><a:lnTo><a:pt x="5291201" y="191113"/></a:lnTo><a:lnTo><a:pt x="5292652" y="187622"/></a:lnTo><a:lnTo><a:pt x="5294963" y="184597"/></a:lnTo><a:lnTo><a:pt x="5297980" y="182270"/></a:lnTo><a:lnTo><a:pt x="5301486" y="180797"/></a:lnTo><a:lnTo><a:pt x="5305248" y="180331"/></a:lnTo><a:lnTo><a:pt x="5309010" y="180797"/></a:lnTo><a:lnTo><a:pt x="5312523" y="182270"/></a:lnTo><a:lnTo><a:pt x="5315533" y="184597"/></a:lnTo><a:lnTo><a:pt x="5317844" y="187622"/></a:lnTo><a:lnTo><a:pt x="5319294" y="191113"/></a:lnTo><a:lnTo><a:pt x="5319791" y="194913"/></a:lnTo></a:path><a:path w="10610850" h="1326515"><a:moveTo><a:pt x="4734205" y="202126"/></a:moveTo><a:lnTo><a:pt x="4732754" y="198636"/></a:lnTo></a:path><a:path w="10610850" h="1326515"><a:moveTo><a:pt x="4761344" y="194913"/></a:moveTo><a:lnTo><a:pt x="4746801" y="209417"/></a:lnTo><a:lnTo><a:pt x="4743039" y="208952"/></a:lnTo><a:lnTo><a:pt x="4739533" y="207478"/></a:lnTo><a:lnTo><a:pt x="4736516" y="205151"/></a:lnTo><a:lnTo><a:pt x="4734205" y="202126"/></a:lnTo></a:path><a:path w="10610850" h="1326515"><a:moveTo><a:pt x="4732754" y="198636"/></a:moveTo><a:lnTo><a:pt x="4732258" y="194913"/></a:lnTo><a:lnTo><a:pt x="4732754" y="191113"/></a:lnTo><a:lnTo><a:pt x="4734205" y="187622"/></a:lnTo><a:lnTo><a:pt x="4736516" y="184597"/></a:lnTo><a:lnTo><a:pt x="4739533" y="182270"/></a:lnTo><a:lnTo><a:pt x="4743039" y="180797"/></a:lnTo><a:lnTo><a:pt x="4746801" y="180331"/></a:lnTo><a:lnTo><a:pt x="4750562" y="180797"/></a:lnTo><a:lnTo><a:pt x="4754076" y="182270"/></a:lnTo><a:lnTo><a:pt x="4757085" y="184597"/></a:lnTo><a:lnTo><a:pt x="4759397" y="187622"/></a:lnTo><a:lnTo><a:pt x="4760847" y="191113"/></a:lnTo><a:lnTo><a:pt x="4761344" y="194913"/></a:lnTo></a:path><a:path w="10610850" h="1326515"><a:moveTo><a:pt x="4175757" y="202126"/></a:moveTo><a:lnTo><a:pt x="4174307" y="198636"/></a:lnTo></a:path><a:path w="10610850" h="1326515"><a:moveTo><a:pt x="4202896" y="194913"/></a:moveTo><a:lnTo><a:pt x="4188353" y="209417"/></a:lnTo><a:lnTo><a:pt x="4184592" y="208952"/></a:lnTo><a:lnTo><a:pt x="4181086" y="207478"/></a:lnTo><a:lnTo><a:pt x="4178069" y="205151"/></a:lnTo><a:lnTo><a:pt x="4175757" y="202126"/></a:lnTo></a:path><a:path w="10610850" h="1326515"><a:moveTo><a:pt x="4174307" y="198636"/></a:moveTo><a:lnTo><a:pt x="4173811" y="194913"/></a:lnTo><a:lnTo><a:pt x="4174307" y="191113"/></a:lnTo><a:lnTo><a:pt x="4175757" y="187622"/></a:lnTo><a:lnTo><a:pt x="4178069" y="184597"/></a:lnTo><a:lnTo><a:pt x="4181086" y="182270"/></a:lnTo><a:lnTo><a:pt x="4184592" y="180797"/></a:lnTo><a:lnTo><a:pt x="4188353" y="180331"/></a:lnTo><a:lnTo><a:pt x="4192115" y="180797"/></a:lnTo><a:lnTo><a:pt x="4195629" y="182270"/></a:lnTo><a:lnTo><a:pt x="4198638" y="184597"/></a:lnTo><a:lnTo><a:pt x="4200950" y="187622"/></a:lnTo><a:lnTo><a:pt x="4202400" y="191113"/></a:lnTo><a:lnTo><a:pt x="4202896" y="194913"/></a:lnTo></a:path><a:path w="10610850" h="1326515"><a:moveTo><a:pt x="3617310" y="202126"/></a:moveTo><a:lnTo><a:pt x="3615860" y="198636"/></a:lnTo></a:path><a:path w="10610850" h="1326515"><a:moveTo><a:pt x="3644449" y="194913"/></a:moveTo><a:lnTo><a:pt x="3629906" y="209417"/></a:lnTo><a:lnTo><a:pt x="3626145" y="208952"/></a:lnTo><a:lnTo><a:pt x="3622639" y="207478"/></a:lnTo><a:lnTo><a:pt x="3619622" y="205151"/></a:lnTo><a:lnTo><a:pt x="3617310" y="202126"/></a:lnTo></a:path><a:path w="10610850" h="1326515"><a:moveTo><a:pt x="3615860" y="198636"/></a:moveTo><a:lnTo><a:pt x="3615363" y="194913"/></a:lnTo><a:lnTo><a:pt x="3615860" y="191113"/></a:lnTo><a:lnTo><a:pt x="3617310" y="187622"/></a:lnTo><a:lnTo><a:pt x="3619622" y="184597"/></a:lnTo><a:lnTo><a:pt x="3622639" y="182270"/></a:lnTo><a:lnTo><a:pt x="3626145" y="180797"/></a:lnTo><a:lnTo><a:pt x="3629906" y="180331"/></a:lnTo><a:lnTo><a:pt x="3633668" y="180797"/></a:lnTo><a:lnTo><a:pt x="3637182" y="182270"/></a:lnTo><a:lnTo><a:pt x="3640191" y="184597"/></a:lnTo><a:lnTo><a:pt x="3642502" y="187622"/></a:lnTo><a:lnTo><a:pt x="3643953" y="191113"/></a:lnTo><a:lnTo><a:pt x="3644449" y="194913"/></a:lnTo></a:path><a:path w="10610850" h="1326515"><a:moveTo><a:pt x="3058863" y="202126"/></a:moveTo><a:lnTo><a:pt x="3057413" y="198636"/></a:lnTo></a:path><a:path w="10610850" h="1326515"><a:moveTo><a:pt x="3086002" y="194913"/></a:moveTo><a:lnTo><a:pt x="3071459" y="209417"/></a:lnTo><a:lnTo><a:pt x="3067697" y="208952"/></a:lnTo><a:lnTo><a:pt x="3064192" y="207478"/></a:lnTo><a:lnTo><a:pt x="3061174" y="205151"/></a:lnTo><a:lnTo><a:pt x="3058863" y="202126"/></a:lnTo></a:path><a:path w="10610850" h="1326515"><a:moveTo><a:pt x="3057413" y="198636"/></a:moveTo><a:lnTo><a:pt x="3056916" y="194913"/></a:lnTo><a:lnTo><a:pt x="3057413" y="191113"/></a:lnTo><a:lnTo><a:pt x="3058863" y="187622"/></a:lnTo><a:lnTo><a:pt x="3061174" y="184597"/></a:lnTo><a:lnTo><a:pt x="3064192" y="182270"/></a:lnTo><a:lnTo><a:pt x="3067697" y="180797"/></a:lnTo><a:lnTo><a:pt x="3071459" y="180331"/></a:lnTo><a:lnTo><a:pt x="3075221" y="180797"/></a:lnTo><a:lnTo><a:pt x="3078734" y="182270"/></a:lnTo><a:lnTo><a:pt x="3081744" y="184597"/></a:lnTo><a:lnTo><a:pt x="3084055" y="187622"/></a:lnTo><a:lnTo><a:pt x="3085506" y="191113"/></a:lnTo><a:lnTo><a:pt x="3086002" y="194913"/></a:lnTo></a:path><a:path w="10610850" h="1326515"><a:moveTo><a:pt x="2500416" y="202126"/></a:moveTo><a:lnTo><a:pt x="2498965" y="198636"/></a:lnTo></a:path><a:path w="10610850" h="1326515"><a:moveTo><a:pt x="2527555" y="194913"/></a:moveTo><a:lnTo><a:pt x="2513012" y="209417"/></a:lnTo><a:lnTo><a:pt x="2509250" y="208952"/></a:lnTo><a:lnTo><a:pt x="2505744" y="207478"/></a:lnTo><a:lnTo><a:pt x="2502727" y="205151"/></a:lnTo><a:lnTo><a:pt x="2500416" y="202126"/></a:lnTo></a:path><a:path w="10610850" h="1326515"><a:moveTo><a:pt x="2498965" y="198636"/></a:moveTo><a:lnTo><a:pt x="2498469" y="194913"/></a:lnTo><a:lnTo><a:pt x="2498965" y="191113"/></a:lnTo><a:lnTo><a:pt x="2500416" y="187622"/></a:lnTo><a:lnTo><a:pt x="2502727" y="184597"/></a:lnTo><a:lnTo><a:pt x="2505744" y="182270"/></a:lnTo><a:lnTo><a:pt x="2509250" y="180797"/></a:lnTo><a:lnTo><a:pt x="2513012" y="180331"/></a:lnTo><a:lnTo><a:pt x="2516774" y="180797"/></a:lnTo><a:lnTo><a:pt x="2520287" y="182270"/></a:lnTo><a:lnTo><a:pt x="2523297" y="184597"/></a:lnTo><a:lnTo><a:pt x="2525608" y="187622"/></a:lnTo><a:lnTo><a:pt x="2527058" y="191113"/></a:lnTo><a:lnTo><a:pt x="2527555" y="194913"/></a:lnTo></a:path><a:path w="10610850" h="1326515"><a:moveTo><a:pt x="1941969" y="202126"/></a:moveTo><a:lnTo><a:pt x="1940518" y="198636"/></a:lnTo></a:path><a:path w="10610850" h="1326515"><a:moveTo><a:pt x="1969108" y="194913"/></a:moveTo><a:lnTo><a:pt x="1954565" y="209417"/></a:lnTo><a:lnTo><a:pt x="1950803" y="208952"/></a:lnTo><a:lnTo><a:pt x="1947297" y="207478"/></a:lnTo><a:lnTo><a:pt x="1944280" y="205151"/></a:lnTo><a:lnTo><a:pt x="1941969" y="202126"/></a:lnTo></a:path><a:path w="10610850" h="1326515"><a:moveTo><a:pt x="1940518" y="198636"/></a:moveTo><a:lnTo><a:pt x="1940022" y="194913"/></a:lnTo><a:lnTo><a:pt x="1940518" y="191113"/></a:lnTo><a:lnTo><a:pt x="1941969" y="187622"/></a:lnTo><a:lnTo><a:pt x="1944280" y="184597"/></a:lnTo><a:lnTo><a:pt x="1947297" y="182270"/></a:lnTo><a:lnTo><a:pt x="1950803" y="180797"/></a:lnTo><a:lnTo><a:pt x="1954565" y="180331"/></a:lnTo><a:lnTo><a:pt x="1958326" y="180797"/></a:lnTo><a:lnTo><a:pt x="1961840" y="182270"/></a:lnTo><a:lnTo><a:pt x="1964849" y="184597"/></a:lnTo><a:lnTo><a:pt x="1967161" y="187622"/></a:lnTo><a:lnTo><a:pt x="1968611" y="191113"/></a:lnTo><a:lnTo><a:pt x="1969108" y="194913"/></a:lnTo></a:path><a:path w="10610850" h="1326515"><a:moveTo><a:pt x="1383521" y="202126"/></a:moveTo><a:lnTo><a:pt x="1382071" y="198636"/></a:lnTo></a:path><a:path w="10610850" h="1326515"><a:moveTo><a:pt x="1410660" y="194913"/></a:moveTo><a:lnTo><a:pt x="1396117" y="209417"/></a:lnTo><a:lnTo><a:pt x="1392356" y="208952"/></a:lnTo><a:lnTo><a:pt x="1388850" y="207478"/></a:lnTo><a:lnTo><a:pt x="1385833" y="205151"/></a:lnTo><a:lnTo><a:pt x="1383521" y="202126"/></a:lnTo></a:path><a:path w="10610850" h="1326515"><a:moveTo><a:pt x="1382071" y="198636"/></a:moveTo><a:lnTo><a:pt x="1381575" y="194913"/></a:lnTo><a:lnTo><a:pt x="1382071" y="191113"/></a:lnTo><a:lnTo><a:pt x="1383521" y="187622"/></a:lnTo><a:lnTo><a:pt x="1385833" y="184597"/></a:lnTo><a:lnTo><a:pt x="1388850" y="182270"/></a:lnTo><a:lnTo><a:pt x="1392356" y="180797"/></a:lnTo><a:lnTo><a:pt x="1396117" y="180331"/></a:lnTo><a:lnTo><a:pt x="1399879" y="180797"/></a:lnTo><a:lnTo><a:pt x="1403393" y="182270"/></a:lnTo><a:lnTo><a:pt x="1406402" y="184597"/></a:lnTo><a:lnTo><a:pt x="1408714" y="187622"/></a:lnTo><a:lnTo><a:pt x="1410164" y="191113"/></a:lnTo><a:lnTo><a:pt x="1410660" y="194913"/></a:lnTo></a:path><a:path w="10610850" h="1326515"><a:moveTo><a:pt x="825074" y="202126"/></a:moveTo><a:lnTo><a:pt x="823624" y="198636"/></a:lnTo></a:path><a:path w="10610850" h="1326515"><a:moveTo><a:pt x="852213" y="194913"/></a:moveTo><a:lnTo><a:pt x="837670" y="209417"/></a:lnTo><a:lnTo><a:pt x="833909" y="208952"/></a:lnTo><a:lnTo><a:pt x="830403" y="207478"/></a:lnTo><a:lnTo><a:pt x="827386" y="205151"/></a:lnTo><a:lnTo><a:pt x="825074" y="202126"/></a:lnTo></a:path><a:path w="10610850" h="1326515"><a:moveTo><a:pt x="823624" y="198636"/></a:moveTo><a:lnTo><a:pt x="823127" y="194913"/></a:lnTo><a:lnTo><a:pt x="823624" y="191113"/></a:lnTo><a:lnTo><a:pt x="825074" y="187622"/></a:lnTo><a:lnTo><a:pt x="827386" y="184597"/></a:lnTo><a:lnTo><a:pt x="830403" y="182270"/></a:lnTo><a:lnTo><a:pt x="833909" y="180797"/></a:lnTo><a:lnTo><a:pt x="837670" y="180331"/></a:lnTo><a:lnTo><a:pt x="841432" y="180797"/></a:lnTo><a:lnTo><a:pt x="844946" y="182270"/></a:lnTo><a:lnTo><a:pt x="847955" y="184597"/></a:lnTo><a:lnTo><a:pt x="850266" y="187622"/></a:lnTo><a:lnTo><a:pt x="851717" y="191113"/></a:lnTo><a:lnTo><a:pt x="852213" y="194913"/></a:lnTo></a:path><a:path w="10610850" h="1326515"><a:moveTo><a:pt x="291819" y="202126"/></a:moveTo><a:lnTo><a:pt x="289508" y="205151"/></a:lnTo></a:path><a:path w="10610850" h="1326515"><a:moveTo><a:pt x="293766" y="194913"/></a:moveTo><a:lnTo><a:pt x="293270" y="198636"/></a:lnTo><a:lnTo><a:pt x="291819" y="202126"/></a:lnTo></a:path><a:path w="10610850" h="1326515"><a:moveTo><a:pt x="289508" y="205151"/></a:moveTo><a:lnTo><a:pt x="286498" y="207478"/></a:lnTo><a:lnTo><a:pt x="282985" y="208952"/></a:lnTo><a:lnTo><a:pt x="279223" y="209417"/></a:lnTo><a:lnTo><a:pt x="275461" y="208952"/></a:lnTo><a:lnTo><a:pt x="264680" y="194913"/></a:lnTo><a:lnTo><a:pt x="265177" y="191113"/></a:lnTo><a:lnTo><a:pt x="279223" y="180331"/></a:lnTo><a:lnTo><a:pt x="282985" y="180797"/></a:lnTo><a:lnTo><a:pt x="286498" y="182270"/></a:lnTo><a:lnTo><a:pt x="289508" y="184597"/></a:lnTo><a:lnTo><a:pt x="291819" y="187622"/></a:lnTo><a:lnTo><a:pt x="293270" y="191113"/></a:lnTo><a:lnTo><a:pt x="293766" y="194913"/></a:lnTo></a:path><a:path w="10610850" h="1326515"><a:moveTo><a:pt x="10052088" y="1326312"/></a:moveTo><a:lnTo><a:pt x="10052088" y="418835"/></a:lnTo><a:lnTo><a:pt x="558447" y="418835"/></a:lnTo><a:lnTo><a:pt x="558447" y="1326312"/></a:lnTo></a:path><a:path w="10610850" h="1326515"><a:moveTo><a:pt x="0" y="1326312"/></a:moveTo><a:lnTo><a:pt x="0" y="418835"/></a:lnTo></a:path><a:path w="10610850" h="1326515"><a:moveTo><a:pt x="10610535" y="0"/></a:moveTo><a:lnTo><a:pt x="10610535" y="418835"/></a:lnTo></a:path><a:path w="10610850" h="1326515"><a:moveTo><a:pt x="10610535" y="418835"/></a:moveTo><a:lnTo><a:pt x="10610535" y="1326312"/></a:lnTo><a:lnTo><a:pt x="10052088" y="1326312"/></a:lnTo></a:path><a:path w="10610850" h="1326515"><a:moveTo><a:pt x="10610535" y="0"/></a:moveTo><a:lnTo><a:pt x="10147955" y="0"/></a:lnTo></a:path><a:path w="10610850" h="1326515"><a:moveTo><a:pt x="6190410" y="0"/></a:moveTo><a:lnTo><a:pt x="5725037" y="0"/></a:lnTo></a:path><a:path w="10610850" h="1326515"><a:moveTo><a:pt x="2700115" y="0"/></a:moveTo><a:lnTo><a:pt x="2234742" y="0"/></a:lnTo></a:path><a:path w="10610850" h="1326515"><a:moveTo><a:pt x="559401" y="0"/></a:moveTo><a:lnTo><a:pt x="0" y="0"/></a:lnTo><a:lnTo><a:pt x="0" y="418835"/></a:lnTo></a:path><a:path w="10610850" h="1326515"><a:moveTo><a:pt x="558447" y="1326312"/></a:moveTo><a:lnTo><a:pt x="0" y="1326312"/></a:lnTo></a:path></a:pathLst></a:custGeom><a:ln w="3878"><a:solidFill><a:srgbClr val="000000"/></a:solidFill></a:ln></p:spPr><p:txBody><a:bodyPr wrap="square" lIns="0" tIns="0" rIns="0" bIns="0" rtlCol="0"/><a:lstStyle/><a:p/></p:txBody></p:sp><p:sp><p:nvSpPr><p:cNvPr id="178" name="object 178"/><p:cNvSpPr/><p:nvPr/></p:nvSpPr><p:spPr><a:xfrm><a:off x="1556113" y="6555627"/><a:ext cx="9589135" cy="3886200"/></a:xfrm><a:custGeom><a:avLst/><a:gdLst/><a:ahLst/><a:cxnLst/><a:rect l="l" t="t" r="r" b="b"/><a:pathLst><a:path w="9589135" h="3886200"><a:moveTo><a:pt x="9588553" y="3885861"/></a:moveTo><a:lnTo><a:pt x="9588553" y="478403"/></a:lnTo><a:lnTo><a:pt x="5631009" y="478403"/></a:lnTo><a:lnTo><a:pt x="5631009" y="3885861"/></a:lnTo></a:path><a:path w="9589135" h="3886200"><a:moveTo><a:pt x="5165636" y="791133"/></a:moveTo><a:lnTo><a:pt x="2140714" y="791133"/></a:lnTo></a:path><a:path w="9589135" h="3886200"><a:moveTo><a:pt x="1675341" y="3885861"/></a:moveTo><a:lnTo><a:pt x="1675341" y="0"/></a:lnTo><a:lnTo><a:pt x="0" y="0"/></a:lnTo><a:lnTo><a:pt x="0" y="3885861"/></a:lnTo></a:path></a:pathLst></a:custGeom><a:ln w="3878"><a:solidFill><a:srgbClr val="E2E2E2"/></a:solidFill></a:ln></p:spPr><p:txBody><a:bodyPr wrap="square" lIns="0" tIns="0" rIns="0" bIns="0" rtlCol="0"/><a:lstStyle/><a:p/></p:txBody></p:sp><p:sp><p:nvSpPr><p:cNvPr id="179" name="object 179"/><p:cNvSpPr/><p:nvPr/></p:nvSpPr><p:spPr><a:xfrm><a:off x="1204097" y="10441489"/><a:ext cx="10269220" cy="1090930"/></a:xfrm><a:custGeom><a:avLst/><a:gdLst/><a:ahLst/><a:cxnLst/><a:rect l="l" t="t" r="r" b="b"/><a:pathLst><a:path w="10269220" h="1090929"><a:moveTo><a:pt x="923788" y="252930"/></a:moveTo><a:lnTo><a:pt x="923788" y="252930"/></a:lnTo><a:lnTo><a:pt x="923788" y="277284"/></a:lnTo><a:lnTo><a:pt x="923788" y="279611"/></a:lnTo></a:path><a:path w="10269220" h="1090929"><a:moveTo><a:pt x="58450" y="281007"/></a:moveTo><a:lnTo><a:pt x="58419" y="280619"/></a:lnTo></a:path><a:path w="10269220" h="1090929"><a:moveTo><a:pt x="923788" y="281550"/></a:moveTo><a:lnTo><a:pt x="58481" y="281550"/></a:lnTo></a:path><a:path w="10269220" h="1090929"><a:moveTo><a:pt x="923788" y="252464"/></a:moveTo><a:lnTo><a:pt x="56573" y="252464"/></a:lnTo></a:path><a:path w="10269220" h="1090929"><a:moveTo><a:pt x="58450" y="281007"/></a:moveTo><a:lnTo><a:pt x="57434" y="281162"/></a:lnTo><a:lnTo><a:pt x="57326" y="280774"/></a:lnTo><a:lnTo><a:pt x="57046" y="279766"/></a:lnTo></a:path><a:path w="10269220" h="1090929"><a:moveTo><a:pt x="57326" y="280774"/></a:moveTo><a:lnTo><a:pt x="58419" y="280619"/></a:lnTo></a:path><a:path w="10269220" h="1090929"><a:moveTo><a:pt x="56573" y="252464"/></a:moveTo><a:lnTo><a:pt x="49957" y="253317"/></a:lnTo></a:path><a:path w="10269220" h="1090929"><a:moveTo><a:pt x="57046" y="279766"/></a:moveTo><a:lnTo><a:pt x="56612" y="279921"/></a:lnTo></a:path><a:path w="10269220" h="1090929"><a:moveTo><a:pt x="49957" y="253317"/></a:moveTo><a:lnTo><a:pt x="42915" y="256265"/></a:lnTo></a:path><a:path w="10269220" h="1090929"><a:moveTo><a:pt x="56612" y="279921"/></a:moveTo><a:lnTo><a:pt x="56240" y="280231"/></a:lnTo></a:path><a:path w="10269220" h="1090929"><a:moveTo><a:pt x="42915" y="256265"/></a:moveTo><a:lnTo><a:pt x="36865" y="260841"/></a:lnTo></a:path><a:path w="10269220" h="1090929"><a:moveTo><a:pt x="56240" y="280231"/></a:moveTo><a:lnTo><a:pt x="55945" y="280619"/></a:lnTo></a:path><a:path w="10269220" h="1090929"><a:moveTo><a:pt x="36865" y="260841"/></a:moveTo><a:lnTo><a:pt x="32219" y="266891"/></a:lnTo></a:path><a:path w="10269220" h="1090929"><a:moveTo><a:pt x="55945" y="280619"/></a:moveTo><a:lnTo><a:pt x="55759" y="281085"/></a:lnTo></a:path><a:path w="10269220" h="1090929"><a:moveTo><a:pt x="32219" y="266891"/></a:moveTo><a:lnTo><a:pt x="29302" y="273949"/></a:lnTo></a:path><a:path w="10269220" h="1090929"><a:moveTo><a:pt x="55759" y="281085"/></a:moveTo><a:lnTo><a:pt x="56759" y="281317"/></a:lnTo><a:lnTo><a:pt x="57178" y="281472"/></a:lnTo><a:lnTo><a:pt x="57039" y="282481"/></a:lnTo><a:lnTo><a:pt x="56620" y="282403"/></a:lnTo><a:lnTo><a:pt x="56759" y="281317"/></a:lnTo></a:path><a:path w="10269220" h="1090929"><a:moveTo><a:pt x="29302" y="273949"/></a:moveTo><a:lnTo><a:pt x="28434" y="280619"/></a:lnTo></a:path><a:path w="10269220" h="1090929"><a:moveTo><a:pt x="57535" y="282481"/></a:moveTo><a:lnTo><a:pt x="57295" y="282481"/></a:lnTo></a:path><a:path w="10269220" h="1090929"><a:moveTo><a:pt x="57295" y="1060661"/></a:moveTo><a:lnTo><a:pt x="57535" y="1060661"/></a:lnTo></a:path><a:path w="10269220" h="1090929"><a:moveTo><a:pt x="57295" y="282481"/></a:moveTo><a:lnTo><a:pt x="57039" y="282481"/></a:lnTo></a:path><a:path w="10269220" h="1090929"><a:moveTo><a:pt x="56620" y="1060739"/></a:moveTo><a:lnTo><a:pt x="57031" y="1060739"/></a:lnTo><a:lnTo><a:pt x="57295" y="1060661"/></a:lnTo></a:path><a:path w="10269220" h="1090929"><a:moveTo><a:pt x="57031" y="1060739"/></a:moveTo><a:lnTo><a:pt x="57178" y="1061747"/></a:lnTo><a:lnTo><a:pt x="56759" y="1061825"/></a:lnTo><a:lnTo><a:pt x="55743" y="1062135"/></a:lnTo></a:path><a:path w="10269220" h="1090929"><a:moveTo><a:pt x="56759" y="1061825"/></a:moveTo><a:lnTo><a:pt x="56620" y="1060739"/></a:lnTo></a:path><a:path w="10269220" h="1090929"><a:moveTo><a:pt x="28434" y="1062600"/></a:moveTo><a:lnTo><a:pt x="29302" y="1069193"/></a:lnTo></a:path><a:path w="10269220" h="1090929"><a:moveTo><a:pt x="55743" y="1062135"/></a:moveTo><a:lnTo><a:pt x="55945" y="1062523"/></a:lnTo></a:path><a:path w="10269220" h="1090929"><a:moveTo><a:pt x="29302" y="1069193"/></a:moveTo><a:lnTo><a:pt x="32219" y="1076251"/></a:lnTo></a:path><a:path w="10269220" h="1090929"><a:moveTo><a:pt x="55945" y="1062523"/></a:moveTo><a:lnTo><a:pt x="56240" y="1062911"/></a:lnTo></a:path><a:path w="10269220" h="1090929"><a:moveTo><a:pt x="32219" y="1076251"/></a:moveTo><a:lnTo><a:pt x="36865" y="1082301"/></a:lnTo></a:path><a:path w="10269220" h="1090929"><a:moveTo><a:pt x="56240" y="1062911"/></a:moveTo><a:lnTo><a:pt x="56612" y="1063221"/></a:lnTo></a:path><a:path w="10269220" h="1090929"><a:moveTo><a:pt x="36865" y="1082301"/></a:moveTo><a:lnTo><a:pt x="42915" y="1086955"/></a:lnTo></a:path><a:path w="10269220" h="1090929"><a:moveTo><a:pt x="56612" y="1063221"/></a:moveTo><a:lnTo><a:pt x="57054" y="1063376"/></a:lnTo></a:path><a:path w="10269220" h="1090929"><a:moveTo><a:pt x="42915" y="1086955"/></a:moveTo><a:lnTo><a:pt x="49957" y="1089825"/></a:lnTo></a:path><a:path w="10269220" h="1090929"><a:moveTo><a:pt x="57054" y="1063376"/></a:moveTo><a:lnTo><a:pt x="57326" y="1062368"/></a:lnTo><a:lnTo><a:pt x="57434" y="1061980"/></a:lnTo><a:lnTo><a:pt x="58450" y="1062135"/></a:lnTo><a:lnTo><a:pt x="58419" y="1062523"/></a:lnTo><a:lnTo><a:pt x="57326" y="1062368"/></a:lnTo></a:path><a:path w="10269220" h="1090929"><a:moveTo><a:pt x="49957" y="1089825"/></a:moveTo><a:lnTo><a:pt x="56573" y="1090755"/></a:lnTo></a:path><a:path w="10269220" h="1090929"><a:moveTo><a:pt x="136059" y="1090213"/></a:moveTo><a:lnTo><a:pt x="136059" y="1090213"/></a:lnTo><a:lnTo><a:pt x="136059" y="1065936"/></a:lnTo><a:lnTo><a:pt x="136059" y="1063609"/></a:lnTo></a:path><a:path w="10269220" h="1090929"><a:moveTo><a:pt x="56573" y="1090755"/></a:moveTo><a:lnTo><a:pt x="136059" y="1090755"/></a:lnTo></a:path><a:path w="10269220" h="1090929"><a:moveTo><a:pt x="10059937" y="1062523"/></a:moveTo><a:lnTo><a:pt x="10059937" y="1062290"/></a:lnTo></a:path><a:path w="10269220" h="1090929"><a:moveTo><a:pt x="10059937" y="1062057"/></a:moveTo><a:lnTo><a:pt x="10059937" y="1061902"/></a:lnTo><a:lnTo><a:pt x="10059937" y="1061747"/></a:lnTo></a:path><a:path w="10269220" h="1090929"><a:moveTo><a:pt x="10138430" y="1047166"/></a:moveTo><a:lnTo><a:pt x="10138430" y="1060661"/></a:lnTo></a:path><a:path w="10269220" h="1090929"><a:moveTo><a:pt x="10167516" y="280619"/></a:moveTo><a:lnTo><a:pt x="10167516" y="418835"/></a:lnTo><a:lnTo><a:pt x="10167516" y="1062600"/></a:lnTo></a:path><a:path w="10269220" h="1090929"><a:moveTo><a:pt x="10059937" y="1062057"/></a:moveTo><a:lnTo><a:pt x="10059937" y="1062135"/></a:lnTo><a:lnTo><a:pt x="10059937" y="1062290"/></a:lnTo></a:path><a:path w="10269220" h="1090929"><a:moveTo><a:pt x="10137499" y="1061670"/></a:moveTo><a:lnTo><a:pt x="10123926" y="1061670"/></a:lnTo><a:lnTo><a:pt x="10059937" y="1061670"/></a:lnTo></a:path><a:path w="10269220" h="1090929"><a:moveTo><a:pt x="10059937" y="1090213"/></a:moveTo><a:lnTo><a:pt x="10059937" y="1090057"/></a:lnTo></a:path><a:path w="10269220" h="1090929"><a:moveTo><a:pt x="0" y="209417"/></a:moveTo><a:lnTo><a:pt x="71838" y="209417"/></a:lnTo></a:path><a:path w="10269220" h="1090929"><a:moveTo><a:pt x="28434" y="280619"/></a:moveTo><a:lnTo><a:pt x="28434" y="418835"/></a:lnTo><a:lnTo><a:pt x="28434" y="1062600"/></a:lnTo></a:path><a:path w="10269220" h="1090929"><a:moveTo><a:pt x="58481" y="1061670"/></a:moveTo><a:lnTo><a:pt x="71838" y="1061670"/></a:lnTo><a:lnTo><a:pt x="136059" y="1061670"/></a:lnTo></a:path><a:path w="10269220" h="1090929"><a:moveTo><a:pt x="10059937" y="1063298"/></a:moveTo><a:lnTo><a:pt x="10059937" y="1062756"/></a:lnTo><a:lnTo><a:pt x="10059937" y="1062523"/></a:lnTo></a:path><a:path w="10269220" h="1090929"><a:moveTo><a:pt x="10138430" y="1047010"/></a:moveTo><a:lnTo><a:pt x="10138430" y="1047166"/></a:lnTo></a:path><a:path w="10269220" h="1090929"><a:moveTo><a:pt x="352015" y="0"/></a:moveTo><a:lnTo><a:pt x="2027357" y="0"/></a:lnTo></a:path><a:path w="10269220" h="1090929"><a:moveTo><a:pt x="57535" y="1045304"/></a:moveTo><a:lnTo><a:pt x="57535" y="1048872"/></a:lnTo><a:lnTo><a:pt x="57535" y="1060661"/></a:lnTo></a:path><a:path w="10269220" h="1090929"><a:moveTo><a:pt x="10138430" y="628330"/></a:moveTo><a:lnTo><a:pt x="10138430" y="1047010"/></a:lnTo></a:path><a:path w="10269220" h="1090929"><a:moveTo><a:pt x="7890137" y="209417"/></a:moveTo><a:lnTo><a:pt x="8448584" y="209417"/></a:lnTo><a:lnTo><a:pt x="9007031" y="209417"/></a:lnTo></a:path><a:path w="10269220" h="1090929"><a:moveTo><a:pt x="57535" y="282481"/></a:moveTo><a:lnTo><a:pt x="57535" y="418835"/></a:lnTo><a:lnTo><a:pt x="57535" y="626469"/></a:lnTo><a:lnTo><a:pt x="57535" y="630037"/></a:lnTo><a:lnTo><a:pt x="57535" y="1045304"/></a:lnTo></a:path><a:path w="10269220" h="1090929"><a:moveTo><a:pt x="10138430" y="282481"/></a:moveTo><a:lnTo><a:pt x="10138430" y="418835"/></a:lnTo></a:path><a:path w="10269220" h="1090929"><a:moveTo><a:pt x="9007031" y="209417"/></a:moveTo><a:lnTo><a:pt x="9565479" y="209417"/></a:lnTo></a:path><a:path w="10269220" h="1090929"><a:moveTo><a:pt x="2492729" y="0"/></a:moveTo><a:lnTo><a:pt x="5517652" y="0"/></a:lnTo></a:path><a:path w="10269220" h="1090929"><a:moveTo><a:pt x="10138430" y="418835"/></a:moveTo><a:lnTo><a:pt x="10138430" y="628175"/></a:lnTo><a:lnTo><a:pt x="10138430" y="628330"/></a:lnTo></a:path><a:path w="10269220" h="1090929"><a:moveTo><a:pt x="6773243" y="209417"/></a:moveTo><a:lnTo><a:pt x="7331690" y="209417"/></a:lnTo><a:lnTo><a:pt x="7890137" y="209417"/></a:lnTo></a:path><a:path w="10269220" h="1090929"><a:moveTo><a:pt x="9565479" y="209417"/></a:moveTo><a:lnTo><a:pt x="10123926" y="209417"/></a:lnTo><a:lnTo><a:pt x="10269200" y="209417"/></a:lnTo></a:path><a:path w="10269220" h="1090929"><a:moveTo><a:pt x="6214757" y="209417"/></a:moveTo><a:lnTo><a:pt x="6773243" y="209417"/></a:lnTo></a:path><a:path w="10269220" h="1090929"><a:moveTo><a:pt x="5983024" y="0"/></a:moveTo><a:lnTo><a:pt x="9940569" y="0"/></a:lnTo></a:path><a:path w="10269220" h="1090929"><a:moveTo><a:pt x="3980968" y="209417"/></a:moveTo><a:lnTo><a:pt x="4539415" y="209417"/></a:lnTo><a:lnTo><a:pt x="5097862" y="209417"/></a:lnTo><a:lnTo><a:pt x="5656310" y="209417"/></a:lnTo><a:lnTo><a:pt x="6214757" y="209417"/></a:lnTo></a:path><a:path w="10269220" h="1090929"><a:moveTo><a:pt x="71838" y="209417"/></a:moveTo><a:lnTo><a:pt x="630285" y="209417"/></a:lnTo></a:path><a:path w="10269220" h="1090929"><a:moveTo><a:pt x="3422521" y="209417"/></a:moveTo><a:lnTo><a:pt x="3980968" y="209417"/></a:lnTo></a:path><a:path w="10269220" h="1090929"><a:moveTo><a:pt x="1747179" y="209417"/></a:moveTo><a:lnTo><a:pt x="2305626" y="209417"/></a:lnTo><a:lnTo><a:pt x="2864074" y="209417"/></a:lnTo><a:lnTo><a:pt x="3422521" y="209417"/></a:lnTo></a:path><a:path w="10269220" h="1090929"><a:moveTo><a:pt x="630285" y="209417"/></a:moveTo><a:lnTo><a:pt x="1188732" y="209417"/></a:lnTo><a:lnTo><a:pt x="1747179" y="209417"/></a:lnTo></a:path><a:path w="10269220" h="1090929"><a:moveTo><a:pt x="9272139" y="254403"/></a:moveTo><a:lnTo><a:pt x="9272139" y="252930"/></a:lnTo><a:lnTo><a:pt x="9272139" y="252464"/></a:lnTo></a:path><a:path w="10269220" h="1090929"><a:moveTo><a:pt x="9272139" y="281550"/></a:moveTo><a:lnTo><a:pt x="9272139" y="281007"/></a:lnTo><a:lnTo><a:pt x="9272139" y="279921"/></a:lnTo></a:path><a:path w="10269220" h="1090929"><a:moveTo><a:pt x="10137499" y="281007"/></a:moveTo><a:lnTo><a:pt x="10137499" y="281550"/></a:lnTo></a:path><a:path w="10269220" h="1090929"><a:moveTo><a:pt x="10059937" y="1090057"/></a:moveTo><a:lnTo><a:pt x="10059937" y="1088739"/></a:lnTo></a:path><a:path w="10269220" h="1090929"><a:moveTo><a:pt x="10137499" y="1062135"/></a:moveTo><a:lnTo><a:pt x="10137499" y="1061670"/></a:lnTo></a:path><a:path w="10269220" h="1090929"><a:moveTo><a:pt x="10059937" y="1090755"/></a:moveTo><a:lnTo><a:pt x="10059937" y="1090213"/></a:lnTo></a:path></a:pathLst></a:custGeom><a:ln w="3878"><a:solidFill><a:srgbClr val="000000"/></a:solidFill></a:ln></p:spPr><p:txBody><a:bodyPr wrap="square" lIns="0" tIns="0" rIns="0" bIns="0" rtlCol="0"/><a:lstStyle/><a:p/></p:txBody></p:sp><p:sp><p:nvSpPr><p:cNvPr id="180" name="object 180"/><p:cNvSpPr/><p:nvPr/></p:nvSpPr><p:spPr><a:xfrm><a:off x="3696827" y="7346760"/><a:ext cx="3025140" cy="3094990"/></a:xfrm><a:custGeom><a:avLst/><a:gdLst/><a:ahLst/><a:cxnLst/><a:rect l="l" t="t" r="r" b="b"/><a:pathLst><a:path w="3025140" h="3094990"><a:moveTo><a:pt x="0" y="3094728"/></a:moveTo><a:lnTo><a:pt x="0" y="0"/></a:lnTo></a:path><a:path w="3025140" h="3094990"><a:moveTo><a:pt x="3024922" y="3094728"/></a:moveTo><a:lnTo><a:pt x="3024922" y="0"/></a:lnTo></a:path></a:pathLst></a:custGeom><a:ln w="3878"><a:solidFill><a:srgbClr val="E2E2E2"/></a:solidFill></a:ln></p:spPr><p:txBody><a:bodyPr wrap="square" lIns="0" tIns="0" rIns="0" bIns="0" rtlCol="0"/><a:lstStyle/><a:p/></p:txBody></p:sp><p:sp><p:nvSpPr><p:cNvPr id="181" name="object 181"/><p:cNvSpPr/><p:nvPr/></p:nvSpPr><p:spPr><a:xfrm><a:off x="521365" y="10693953"/><a:ext cx="11543030" cy="838835"/></a:xfrm><a:custGeom><a:avLst/><a:gdLst/><a:ahLst/><a:cxnLst/><a:rect l="l" t="t" r="r" b="b"/><a:pathLst><a:path w="11543030" h="838834"><a:moveTo><a:pt x="1606519" y="0"/></a:moveTo><a:lnTo><a:pt x="1606519" y="465"/></a:lnTo></a:path><a:path w="11543030" h="838834"><a:moveTo><a:pt x="1606519" y="27146"/></a:moveTo><a:lnTo><a:pt x="1606519" y="28542"/></a:lnTo><a:lnTo><a:pt x="1606519" y="29085"/></a:lnTo></a:path><a:path w="11543030" h="838834"><a:moveTo><a:pt x="741182" y="28542"/></a:moveTo><a:lnTo><a:pt x="741213" y="29085"/></a:lnTo></a:path><a:path w="11543030" h="838834"><a:moveTo><a:pt x="741182" y="809670"/></a:moveTo><a:lnTo><a:pt x="741213" y="809205"/></a:lnTo></a:path><a:path w="11543030" h="838834"><a:moveTo><a:pt x="818791" y="811144"/></a:moveTo><a:lnTo><a:pt x="818791" y="809670"/></a:lnTo><a:lnTo><a:pt x="818791" y="809205"/></a:lnTo></a:path><a:path w="11543030" h="838834"><a:moveTo><a:pt x="818791" y="838291"/></a:moveTo><a:lnTo><a:pt x="818791" y="837748"/></a:lnTo></a:path><a:path w="11543030" h="838834"><a:moveTo><a:pt x="11085881" y="26758"/></a:moveTo><a:lnTo><a:pt x="11542955" y="26758"/></a:lnTo></a:path><a:path w="11543030" h="838834"><a:moveTo><a:pt x="0" y="26758"/></a:moveTo><a:lnTo><a:pt x="475346" y="26758"/></a:lnTo></a:path></a:pathLst></a:custGeom><a:ln w="3878"><a:solidFill><a:srgbClr val="000000"/></a:solidFill></a:ln></p:spPr><p:txBody><a:bodyPr wrap="square" lIns="0" tIns="0" rIns="0" bIns="0" rtlCol="0"/><a:lstStyle/><a:p/></p:txBody></p:sp><p:sp><p:nvSpPr><p:cNvPr id="182" name="object 182"/><p:cNvSpPr/><p:nvPr/></p:nvSpPr><p:spPr><a:xfrm><a:off x="1246880" y="10709078"/><a:ext cx="10110470" cy="808990"/></a:xfrm><a:custGeom><a:avLst/><a:gdLst/><a:ahLst/><a:cxnLst/><a:rect l="l" t="t" r="r" b="b"/><a:pathLst><a:path w="10110470" h="808990"><a:moveTo><a:pt x="10017154" y="808585"/></a:moveTo><a:lnTo><a:pt x="10095647" y="808585"/></a:lnTo><a:lnTo><a:pt x="10099447" y="808662"/></a:lnTo><a:lnTo><a:pt x="10103170" y="807111"/></a:lnTo><a:lnTo><a:pt x="10105885" y="804396"/></a:lnTo><a:lnTo><a:pt x="10108600" y="801759"/></a:lnTo><a:lnTo><a:pt x="10110151" y="798036"/></a:lnTo><a:lnTo><a:pt x="10110151" y="794158"/></a:lnTo><a:lnTo><a:pt x="10110151" y="14581"/></a:lnTo><a:lnTo><a:pt x="10110151" y="6592"/></a:lnTo><a:lnTo><a:pt x="10103636" y="77"/></a:lnTo><a:lnTo><a:pt x="10095647" y="77"/></a:lnTo><a:lnTo><a:pt x="9229356" y="77"/></a:lnTo></a:path><a:path w="10110470" h="808990"><a:moveTo><a:pt x="93043" y="808585"/></a:moveTo><a:lnTo><a:pt x="14527" y="808585"/></a:lnTo><a:lnTo><a:pt x="10680" y="808662"/></a:lnTo><a:lnTo><a:pt x="6988" y="807111"/></a:lnTo><a:lnTo><a:pt x="4258" y="804474"/></a:lnTo><a:lnTo><a:pt x="1535" y="801759"/></a:lnTo><a:lnTo><a:pt x="0" y="798036"/></a:lnTo><a:lnTo><a:pt x="0" y="794236"/></a:lnTo><a:lnTo><a:pt x="0" y="14504"/></a:lnTo><a:lnTo><a:pt x="0" y="6515"/></a:lnTo><a:lnTo><a:pt x="6499" y="0"/></a:lnTo><a:lnTo><a:pt x="14527" y="0"/></a:lnTo><a:lnTo><a:pt x="880772" y="0"/></a:lnTo></a:path></a:pathLst></a:custGeom><a:ln w="23268"><a:solidFill><a:srgbClr val="000000"/></a:solidFill></a:ln></p:spPr><p:txBody><a:bodyPr wrap="square" lIns="0" tIns="0" rIns="0" bIns="0" rtlCol="0"/><a:lstStyle/><a:p/></p:txBody></p:sp></p:grpSp><p:sp><p:nvSpPr><p:cNvPr id="183" name="object 183"/><p:cNvSpPr txBox="1"/><p:nvPr/></p:nvSpPr><p:spPr><a:xfrm><a:off x="8674468" y="9500582"/><a:ext cx="1260475" cy="526415"/></a:xfrm><a:prstGeom prst="rect"><a:avLst/></a:prstGeom><a:solidFill><a:srgbClr val="FFFFFF"/></a:solidFill><a:ln w="7756"><a:solidFill><a:srgbClr val="000000"/></a:solidFill></a:ln></p:spPr><p:txBody><a:bodyPr wrap="square" lIns="0" tIns="0" rIns="0" bIns="0" rtlCol="0" vert="horz"><a:spAutoFit/></a:bodyPr><a:lstStyle/><a:p><a:pPr marL="15240" marR="73025"><a:lnSpc><a:spcPts val="1040"/></a:lnSpc></a:pPr><a:r><a:rPr dirty="0" sz="850"><a:latin typeface="Verdana"/><a:cs typeface="Verdana"/></a:rPr><a:t>9&quot; THICK</a:t></a:r><a:r><a:rPr dirty="0" sz="850" spc="5"><a:latin typeface="Verdana"/><a:cs typeface="Verdana"/></a:rPr><a:t> </a:t></a:r><a:r><a:rPr dirty="0" sz="850"><a:latin typeface="Verdana"/><a:cs typeface="Verdana"/></a:rPr><a:t>SLAB </a:t></a:r><a:r><a:rPr dirty="0" sz="850" spc="-20"><a:latin typeface="Verdana"/><a:cs typeface="Verdana"/></a:rPr><a:t>WITH </a:t></a:r><a:r><a:rPr dirty="0" sz="850"><a:latin typeface="Verdana"/><a:cs typeface="Verdana"/></a:rPr><a:t>#4 BAR</a:t></a:r><a:r><a:rPr dirty="0" sz="850" spc="5"><a:latin typeface="Verdana"/><a:cs typeface="Verdana"/></a:rPr><a:t> </a:t></a:r><a:r><a:rPr dirty="0" sz="850"><a:latin typeface="Verdana"/><a:cs typeface="Verdana"/></a:rPr><a:t>AT</a:t></a:r><a:r><a:rPr dirty="0" sz="850" spc="5"><a:latin typeface="Verdana"/><a:cs typeface="Verdana"/></a:rPr><a:t> </a:t></a:r><a:r><a:rPr dirty="0" sz="850"><a:latin typeface="Verdana"/><a:cs typeface="Verdana"/></a:rPr><a:t>12&quot; </a:t></a:r><a:r><a:rPr dirty="0" sz="850" spc="-20"><a:latin typeface="Verdana"/><a:cs typeface="Verdana"/></a:rPr><a:t>O.C. </a:t></a:r><a:r><a:rPr dirty="0" sz="850"><a:latin typeface="Verdana"/><a:cs typeface="Verdana"/></a:rPr><a:t>EACH WAY AT </a:t></a:r><a:r><a:rPr dirty="0" sz="850" spc="-20"><a:latin typeface="Verdana"/><a:cs typeface="Verdana"/></a:rPr><a:t>MID-</a:t></a:r><a:r><a:rPr dirty="0" sz="850" spc="-10"><a:latin typeface="Verdana"/><a:cs typeface="Verdana"/></a:rPr><a:t>DEPTH</a:t></a:r><a:endParaRPr sz="850"><a:latin typeface="Verdana"/><a:cs typeface="Verdana"/></a:endParaRPr></a:p></p:txBody></p:sp><p:grpSp><p:nvGrpSpPr><p:cNvPr id="184" name="object 184"/><p:cNvGrpSpPr/><p:nvPr/></p:nvGrpSpPr><p:grpSpPr><a:xfrm><a:off x="979013" y="9562227"/><a:ext cx="7696200" cy="2703195"/><a:chOff x="979013" y="9562227"/><a:chExt cx="7696200" cy="2703195"/></a:xfrm></p:grpSpPr><p:sp><p:nvSpPr><p:cNvPr id="185" name="object 185"/><p:cNvSpPr/><p:nvPr/></p:nvSpPr><p:spPr><a:xfrm><a:off x="8274171" y="9566355"/><a:ext cx="396875" cy="741045"/></a:xfrm><a:custGeom><a:avLst/><a:gdLst/><a:ahLst/><a:cxnLst/><a:rect l="l" t="t" r="r" b="b"/><a:pathLst><a:path w="396875" h="741045"><a:moveTo><a:pt x="0" y="740795"/></a:moveTo><a:lnTo><a:pt x="215079" y="0"/></a:lnTo><a:lnTo><a:pt x="396419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86" name="object 186"/><p:cNvSpPr/><p:nvPr/></p:nvSpPr><p:spPr><a:xfrm><a:off x="8241749" y="10301721"/><a:ext cx="51435" cy="117475"/></a:xfrm><a:custGeom><a:avLst/><a:gdLst/><a:ahLst/><a:cxnLst/><a:rect l="l" t="t" r="r" b="b"/><a:pathLst><a:path w="51434" h="117475"><a:moveTo><a:pt x="0" y="117118"/></a:moveTo><a:lnTo><a:pt x="13806" y="0"/></a:lnTo><a:lnTo><a:pt x="51113" y="10781"/></a:lnTo><a:lnTo><a:pt x="0" y="117118"/></a:lnTo><a:close/></a:path></a:pathLst></a:custGeom><a:solidFill><a:srgbClr val="000000"/></a:solidFill></p:spPr><p:txBody><a:bodyPr wrap="square" lIns="0" tIns="0" rIns="0" bIns="0" rtlCol="0"/><a:lstStyle/><a:p/></p:txBody></p:sp><p:sp><p:nvSpPr><p:cNvPr id="187" name="object 187"/><p:cNvSpPr/><p:nvPr/></p:nvSpPr><p:spPr><a:xfrm><a:off x="8241749" y="10301721"/><a:ext cx="51435" cy="117475"/></a:xfrm><a:custGeom><a:avLst/><a:gdLst/><a:ahLst/><a:cxnLst/><a:rect l="l" t="t" r="r" b="b"/><a:pathLst><a:path w="51434" h="117475"><a:moveTo><a:pt x="0" y="117118"/></a:moveTo><a:lnTo><a:pt x="13806" y="0"/></a:lnTo><a:lnTo><a:pt x="51113" y="10781"/></a:lnTo><a:lnTo><a:pt x="0" y="117118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88" name="object 188"/><p:cNvSpPr/><p:nvPr/></p:nvSpPr><p:spPr><a:xfrm><a:off x="996711" y="11790295"/><a:ext cx="558800" cy="370205"/></a:xfrm><a:custGeom><a:avLst/><a:gdLst/><a:ahLst/><a:cxnLst/><a:rect l="l" t="t" r="r" b="b"/><a:pathLst><a:path w="558800" h="370204"><a:moveTo><a:pt x="0" y="0"/></a:moveTo><a:lnTo><a:pt x="0" y="330569"/></a:lnTo></a:path><a:path w="558800" h="370204"><a:moveTo><a:pt x="0" y="330569"/></a:moveTo><a:lnTo><a:pt x="0" y="370126"/></a:lnTo></a:path><a:path w="558800" h="370204"><a:moveTo><a:pt x="558447" y="0"/></a:moveTo><a:lnTo><a:pt x="558447" y="330569"/></a:lnTo></a:path><a:path w="558800" h="370204"><a:moveTo><a:pt x="558447" y="330569"/></a:moveTo><a:lnTo><a:pt x="558447" y="358569"/></a:lnTo></a:path><a:path w="558800" h="370204"><a:moveTo><a:pt x="558447" y="358569"/></a:moveTo><a:lnTo><a:pt x="558447" y="370126"/></a:lnTo></a:path><a:path w="558800" h="370204"><a:moveTo><a:pt x="0" y="330569"/></a:moveTo><a:lnTo><a:pt x="558447" y="330569"/></a:lnTo></a:path></a:pathLst></a:custGeom><a:ln w="3175"><a:solidFill><a:srgbClr val="000000"/></a:solidFill></a:ln></p:spPr><p:txBody><a:bodyPr wrap="square" lIns="0" tIns="0" rIns="0" bIns="0" rtlCol="0"/><a:lstStyle/><a:p/></p:txBody></p:sp><p:sp><p:nvSpPr><p:cNvPr id="189" name="object 189"/><p:cNvSpPr/><p:nvPr/></p:nvSpPr><p:spPr><a:xfrm><a:off x="988180" y="12112333"/><a:ext cx="17145" cy="17145"/></a:xfrm><a:custGeom><a:avLst/><a:gdLst/><a:ahLst/><a:cxnLst/><a:rect l="l" t="t" r="r" b="b"/><a:pathLst><a:path w="17144" h="17145"><a:moveTo><a:pt x="17063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190" name="object 190"/><p:cNvSpPr/><p:nvPr/></p:nvSpPr><p:spPr><a:xfrm><a:off x="979648" y="12120865"/><a:ext cx="17145" cy="0"/></a:xfrm><a:custGeom><a:avLst/><a:gdLst/><a:ahLst/><a:cxnLst/><a:rect l="l" t="t" r="r" b="b"/><a:pathLst><a:path w="17144" h="0"><a:moveTo><a:pt x="17063" y="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91" name="object 191"/><p:cNvSpPr/><p:nvPr/></p:nvSpPr><p:spPr><a:xfrm><a:off x="1546627" y="12112333"/><a:ext cx="17145" cy="17145"/></a:xfrm><a:custGeom><a:avLst/><a:gdLst/><a:ahLst/><a:cxnLst/><a:rect l="l" t="t" r="r" b="b"/><a:pathLst><a:path w="17144" h="17145"><a:moveTo><a:pt x="0" y="17063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92" name="object 192"/><p:cNvSpPr/><p:nvPr/></p:nvSpPr><p:spPr><a:xfrm><a:off x="1555159" y="12120865"/><a:ext cx="17145" cy="0"/></a:xfrm><a:custGeom><a:avLst/><a:gdLst/><a:ahLst/><a:cxnLst/><a:rect l="l" t="t" r="r" b="b"/><a:pathLst><a:path w="17144" h="0"><a:moveTo><a:pt x="0" y="0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193" name="object 193"/><p:cNvSpPr/><p:nvPr/></p:nvSpPr><p:spPr><a:xfrm><a:off x="1111697" y="12148863"/><a:ext cx="328930" cy="112395"/></a:xfrm><a:custGeom><a:avLst/><a:gdLst/><a:ahLst/><a:cxnLst/><a:rect l="l" t="t" r="r" b="b"/><a:pathLst><a:path w="328930" h="112395"><a:moveTo><a:pt x="0" y="0"/></a:moveTo><a:lnTo><a:pt x="328475" y="0"/></a:lnTo><a:lnTo><a:pt x="328475" y="112077"/></a:lnTo><a:lnTo><a:pt x="0" y="112077"/></a:lnTo><a:lnTo><a:pt x="0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194" name="object 194"/><p:cNvSpPr txBox="1"/><p:nvPr/></p:nvSpPr><p:spPr><a:xfrm><a:off x="1111697" y="12148863"/><a:ext cx="328930" cy="112395"/></a:xfrm><a:prstGeom prst="rect"><a:avLst/></a:prstGeom><a:solidFill><a:srgbClr val="FFFFFF"/></a:solidFill></p:spPr><p:txBody><a:bodyPr wrap="square" lIns="0" tIns="3810" rIns="0" bIns="0" rtlCol="0" vert="horz"><a:spAutoFit/></a:bodyPr><a:lstStyle/><a:p><a:pPr marL="49530"><a:lnSpc><a:spcPct val="100000"/></a:lnSpc><a:spcBef><a:spcPts val="30"/></a:spcBef></a:pPr><a:r><a:rPr dirty="0" sz="700"><a:latin typeface="Verdana"/><a:cs typeface="Verdana"/></a:rPr><a:t>1&apos;-</a:t></a:r><a:r><a:rPr dirty="0" sz="700" spc="-25"><a:latin typeface="Verdana"/><a:cs typeface="Verdana"/></a:rPr><a:t>0&quot;</a:t></a:r><a:endParaRPr sz="700"><a:latin typeface="Verdana"/><a:cs typeface="Verdana"/></a:endParaRPr></a:p></p:txBody></p:sp><p:sp><p:nvSpPr><p:cNvPr id="195" name="object 195"/><p:cNvSpPr txBox="1"/><p:nvPr/></p:nvSpPr><p:spPr><a:xfrm><a:off x="2721026" y="11827446"/><a:ext cx="1132205" cy="394970"/></a:xfrm><a:prstGeom prst="rect"><a:avLst/></a:prstGeom><a:solidFill><a:srgbClr val="FFFFFF"/></a:solidFill><a:ln w="7756"><a:solidFill><a:srgbClr val="000000"/></a:solidFill></a:ln></p:spPr><p:txBody><a:bodyPr wrap="square" lIns="0" tIns="0" rIns="0" bIns="0" rtlCol="0" vert="horz"><a:spAutoFit/></a:bodyPr><a:lstStyle/><a:p><a:pPr marL="15240" marR="73025"><a:lnSpc><a:spcPts val="1040"/></a:lnSpc></a:pPr><a:r><a:rPr dirty="0" sz="850"><a:latin typeface="Verdana"/><a:cs typeface="Verdana"/></a:rPr><a:t>#4 BAR AT</a:t></a:r><a:r><a:rPr dirty="0" sz="850" spc="5"><a:latin typeface="Verdana"/><a:cs typeface="Verdana"/></a:rPr><a:t> </a:t></a:r><a:r><a:rPr dirty="0" sz="850"><a:latin typeface="Verdana"/><a:cs typeface="Verdana"/></a:rPr><a:t>9&quot; </a:t></a:r><a:r><a:rPr dirty="0" sz="850" spc="-20"><a:latin typeface="Verdana"/><a:cs typeface="Verdana"/></a:rPr><a:t>O.C. </a:t></a:r><a:r><a:rPr dirty="0" sz="850"><a:latin typeface="Verdana"/><a:cs typeface="Verdana"/></a:rPr><a:t>VERTICAL </a:t></a:r><a:r><a:rPr dirty="0" sz="850" spc="-25"><a:latin typeface="Verdana"/><a:cs typeface="Verdana"/></a:rPr><a:t>AND </a:t></a:r><a:r><a:rPr dirty="0" sz="850" spc="-10"><a:latin typeface="Verdana"/><a:cs typeface="Verdana"/></a:rPr><a:t>HORIZONTAL</a:t></a:r><a:endParaRPr sz="850"><a:latin typeface="Verdana"/><a:cs typeface="Verdana"/></a:endParaRPr></a:p></p:txBody></p:sp><p:grpSp><p:nvGrpSpPr><p:cNvPr id="196" name="object 196"/><p:cNvGrpSpPr/><p:nvPr/></p:nvGrpSpPr><p:grpSpPr><a:xfrm><a:off x="1302205" y="11074861"/><a:ext cx="1419225" cy="822960"/><a:chOff x="1302205" y="11074861"/><a:chExt cx="1419225" cy="822960"/></a:xfrm></p:grpSpPr><p:sp><p:nvSpPr><p:cNvPr id="197" name="object 197"/><p:cNvSpPr/><p:nvPr/></p:nvSpPr><p:spPr><a:xfrm><a:off x="1403936" y="11141409"/><a:ext cx="1313815" cy="751840"/></a:xfrm><a:custGeom><a:avLst/><a:gdLst/><a:ahLst/><a:cxnLst/><a:rect l="l" t="t" r="r" b="b"/><a:pathLst><a:path w="1313814" h="751840"><a:moveTo><a:pt x="0" y="0"/></a:moveTo><a:lnTo><a:pt x="1173654" y="751809"/></a:lnTo><a:lnTo><a:pt x="1313211" y="751809"/></a:lnTo></a:path></a:pathLst></a:custGeom><a:ln w="7756"><a:solidFill><a:srgbClr val="000000"/></a:solidFill></a:ln></p:spPr><p:txBody><a:bodyPr wrap="square" lIns="0" tIns="0" rIns="0" bIns="0" rtlCol="0"/><a:lstStyle/><a:p/></p:txBody></p:sp><p:pic><p:nvPicPr><p:cNvPr id="198" name="object 198"/><p:cNvPicPr/><p:nvPr/></p:nvPicPr><p:blipFill><a:blip r:embed="rId16" cstate="print"/><a:stretch><a:fillRect/></a:stretch></p:blipFill><p:spPr><a:xfrm><a:off x="1302205" y="11074861"/><a:ext cx="116180" cy="86792"/></a:xfrm><a:prstGeom prst="rect"><a:avLst/></a:prstGeom></p:spPr></p:pic></p:grpSp><p:sp><p:nvSpPr><p:cNvPr id="199" name="object 199"/><p:cNvSpPr txBox="1"/><p:nvPr/></p:nvSpPr><p:spPr><a:xfrm><a:off x="2688946" y="12282735"/><a:ext cx="1116330" cy="263525"/></a:xfrm><a:prstGeom prst="rect"><a:avLst/></a:prstGeom><a:solidFill><a:srgbClr val="FFFFFF"/></a:solidFill><a:ln w="7756"><a:solidFill><a:srgbClr val="000000"/></a:solidFill></a:ln></p:spPr><p:txBody><a:bodyPr wrap="square" lIns="0" tIns="0" rIns="0" bIns="0" rtlCol="0" vert="horz"><a:spAutoFit/></a:bodyPr><a:lstStyle/><a:p><a:pPr marL="15240" marR="113030"><a:lnSpc><a:spcPts val="1040"/></a:lnSpc></a:pPr><a:r><a:rPr dirty="0" sz="850"><a:latin typeface="Verdana"/><a:cs typeface="Verdana"/></a:rPr><a:t>STANDARD</a:t></a:r><a:r><a:rPr dirty="0" sz="850" spc="45"><a:latin typeface="Verdana"/><a:cs typeface="Verdana"/></a:rPr><a:t> </a:t></a:r><a:r><a:rPr dirty="0" sz="850" spc="-20"><a:latin typeface="Verdana"/><a:cs typeface="Verdana"/></a:rPr><a:t>HOOK </a:t></a:r><a:r><a:rPr dirty="0" sz="850"><a:latin typeface="Verdana"/><a:cs typeface="Verdana"/></a:rPr><a:t>AT </a:t></a:r><a:r><a:rPr dirty="0" sz="850" spc="-10"><a:latin typeface="Verdana"/><a:cs typeface="Verdana"/></a:rPr><a:t>BOTTOM</a:t></a:r><a:endParaRPr sz="850"><a:latin typeface="Verdana"/><a:cs typeface="Verdana"/></a:endParaRPr></a:p></p:txBody></p:sp><p:grpSp><p:nvGrpSpPr><p:cNvPr id="200" name="object 200"/><p:cNvGrpSpPr/><p:nvPr/></p:nvGrpSpPr><p:grpSpPr><a:xfrm><a:off x="1316345" y="10439551"/><a:ext cx="15525115" cy="1913255"/><a:chOff x="1316345" y="10439551"/><a:chExt cx="15525115" cy="1913255"/></a:xfrm></p:grpSpPr><p:sp><p:nvSpPr><p:cNvPr id="201" name="object 201"/><p:cNvSpPr/><p:nvPr/></p:nvSpPr><p:spPr><a:xfrm><a:off x="1416679" y="11587624"/><a:ext cx="1268730" cy="761365"/></a:xfrm><a:custGeom><a:avLst/><a:gdLst/><a:ahLst/><a:cxnLst/><a:rect l="l" t="t" r="r" b="b"/><a:pathLst><a:path w="1268730" h="761365"><a:moveTo><a:pt x="0" y="0"/></a:moveTo><a:lnTo><a:pt x="1128831" y="760806"/></a:lnTo><a:lnTo><a:pt x="1268388" y="760806"/></a:lnTo></a:path></a:pathLst></a:custGeom><a:ln w="7756"><a:solidFill><a:srgbClr val="000000"/></a:solidFill></a:ln></p:spPr><p:txBody><a:bodyPr wrap="square" lIns="0" tIns="0" rIns="0" bIns="0" rtlCol="0"/><a:lstStyle/><a:p/></p:txBody></p:sp><p:pic><p:nvPicPr><p:cNvPr id="202" name="object 202"/><p:cNvPicPr/><p:nvPr/></p:nvPicPr><p:blipFill><a:blip r:embed="rId17" cstate="print"/><a:stretch><a:fillRect/></a:stretch></p:blipFill><p:spPr><a:xfrm><a:off x="1316345" y="11518749"/><a:ext cx="115071" cy="88886"/></a:xfrm><a:prstGeom prst="rect"><a:avLst/></a:prstGeom></p:spPr></p:pic><p:sp><p:nvSpPr><p:cNvPr id="203" name="object 203"/><p:cNvSpPr/><p:nvPr/></p:nvSpPr><p:spPr><a:xfrm><a:off x="16408958" y="10439556"/><a:ext cx="396240" cy="4445"/></a:xfrm><a:custGeom><a:avLst/><a:gdLst/><a:ahLst/><a:cxnLst/><a:rect l="l" t="t" r="r" b="b"/><a:pathLst><a:path w="396240" h="4445"><a:moveTo><a:pt x="396113" y="0"/></a:moveTo><a:lnTo><a:pt x="81432" y="0"/></a:lnTo><a:lnTo><a:pt x="0" y="0"/></a:lnTo><a:lnTo><a:pt x="0" y="3873"/></a:lnTo><a:lnTo><a:pt x="81432" y="3873"/></a:lnTo><a:lnTo><a:pt x="396113" y="3873"/></a:lnTo><a:lnTo><a:pt x="396113" y="0"/></a:lnTo><a:close/></a:path></a:pathLst></a:custGeom><a:solidFill><a:srgbClr val="000000"/></a:solidFill></p:spPr><p:txBody><a:bodyPr wrap="square" lIns="0" tIns="0" rIns="0" bIns="0" rtlCol="0"/><a:lstStyle/><a:p/></p:txBody></p:sp><p:sp><p:nvSpPr><p:cNvPr id="204" name="object 204"/><p:cNvSpPr/><p:nvPr/></p:nvSpPr><p:spPr><a:xfrm><a:off x="16501494" y="10752746"/><a:ext cx="337820" cy="22860"/></a:xfrm><a:custGeom><a:avLst/><a:gdLst/><a:ahLst/><a:cxnLst/><a:rect l="l" t="t" r="r" b="b"/><a:pathLst><a:path w="337819" h="22859"><a:moveTo><a:pt x="337472" y="0"/></a:moveTo><a:lnTo><a:pt x="0" y="22493"/></a:lnTo></a:path></a:pathLst></a:custGeom><a:ln w="3878"><a:solidFill><a:srgbClr val="000000"/></a:solidFill></a:ln></p:spPr><p:txBody><a:bodyPr wrap="square" lIns="0" tIns="0" rIns="0" bIns="0" rtlCol="0"/><a:lstStyle/><a:p/></p:txBody></p:sp><p:pic><p:nvPicPr><p:cNvPr id="205" name="object 205"/><p:cNvPicPr/><p:nvPr/></p:nvPicPr><p:blipFill><a:blip r:embed="rId18" cstate="print"/><a:stretch><a:fillRect/></a:stretch></p:blipFill><p:spPr><a:xfrm><a:off x="16418270" y="10451340"/><a:ext cx="90747" cy="331267"/></a:xfrm><a:prstGeom prst="rect"><a:avLst/></a:prstGeom></p:spPr></p:pic></p:grpSp><p:sp><p:nvSpPr><p:cNvPr id="206" name="object 206"/><p:cNvSpPr txBox="1"/><p:nvPr/></p:nvSpPr><p:spPr><a:xfrm rot="5280000"><a:off x="16324053" y="10557538"/><a:ext cx="150452" cy="108585"/></a:xfrm><a:prstGeom prst="rect"><a:avLst/></a:prstGeom></p:spPr><p:txBody><a:bodyPr wrap="square" lIns="0" tIns="0" rIns="0" bIns="0" rtlCol="0" vert="horz"><a:spAutoFit/></a:bodyPr><a:lstStyle/><a:p><a:pPr><a:lnSpc><a:spcPts val="855"/></a:lnSpc></a:pPr><a:r><a:rPr dirty="0" sz="850" spc="-25"><a:latin typeface="Arial"/><a:cs typeface="Arial"/></a:rPr><a:t>4°</a:t></a:r><a:endParaRPr sz="850"><a:latin typeface="Arial"/><a:cs typeface="Arial"/></a:endParaRPr></a:p></p:txBody></p:sp><p:grpSp><p:nvGrpSpPr><p:cNvPr id="207" name="object 207"/><p:cNvGrpSpPr/><p:nvPr/></p:nvGrpSpPr><p:grpSpPr><a:xfrm><a:off x="11031101" y="11789660"/><a:ext cx="594360" cy="475615"/><a:chOff x="11031101" y="11789660"/><a:chExt cx="594360" cy="475615"/></a:xfrm></p:grpSpPr><p:sp><p:nvSpPr><p:cNvPr id="208" name="object 208"/><p:cNvSpPr/><p:nvPr/></p:nvSpPr><p:spPr><a:xfrm><a:off x="11048800" y="11790295"/><a:ext cx="558800" cy="370205"/></a:xfrm><a:custGeom><a:avLst/><a:gdLst/><a:ahLst/><a:cxnLst/><a:rect l="l" t="t" r="r" b="b"/><a:pathLst><a:path w="558800" h="370204"><a:moveTo><a:pt x="0" y="0"/></a:moveTo><a:lnTo><a:pt x="0" y="330569"/></a:lnTo></a:path><a:path w="558800" h="370204"><a:moveTo><a:pt x="0" y="330569"/></a:moveTo><a:lnTo><a:pt x="0" y="370126"/></a:lnTo></a:path><a:path w="558800" h="370204"><a:moveTo><a:pt x="558447" y="0"/></a:moveTo><a:lnTo><a:pt x="558447" y="330569"/></a:lnTo></a:path><a:path w="558800" h="370204"><a:moveTo><a:pt x="558447" y="330569"/></a:moveTo><a:lnTo><a:pt x="558447" y="358569"/></a:lnTo></a:path><a:path w="558800" h="370204"><a:moveTo><a:pt x="558447" y="358569"/></a:moveTo><a:lnTo><a:pt x="558447" y="370126"/></a:lnTo></a:path><a:path w="558800" h="370204"><a:moveTo><a:pt x="0" y="330569"/></a:moveTo><a:lnTo><a:pt x="558447" y="330569"/></a:lnTo></a:path></a:pathLst></a:custGeom><a:ln w="3175"><a:solidFill><a:srgbClr val="000000"/></a:solidFill></a:ln></p:spPr><p:txBody><a:bodyPr wrap="square" lIns="0" tIns="0" rIns="0" bIns="0" rtlCol="0"/><a:lstStyle/><a:p/></p:txBody></p:sp><p:sp><p:nvSpPr><p:cNvPr id="209" name="object 209"/><p:cNvSpPr/><p:nvPr/></p:nvSpPr><p:spPr><a:xfrm><a:off x="11040268" y="12112333"/><a:ext cx="17145" cy="17145"/></a:xfrm><a:custGeom><a:avLst/><a:gdLst/><a:ahLst/><a:cxnLst/><a:rect l="l" t="t" r="r" b="b"/><a:pathLst><a:path w="17145" h="17145"><a:moveTo><a:pt x="17063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210" name="object 210"/><p:cNvSpPr/><p:nvPr/></p:nvSpPr><p:spPr><a:xfrm><a:off x="11031736" y="12120864"/><a:ext cx="17145" cy="0"/></a:xfrm><a:custGeom><a:avLst/><a:gdLst/><a:ahLst/><a:cxnLst/><a:rect l="l" t="t" r="r" b="b"/><a:pathLst><a:path w="17145" h="0"><a:moveTo><a:pt x="17063" y="0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11" name="object 211"/><p:cNvSpPr/><p:nvPr/></p:nvSpPr><p:spPr><a:xfrm><a:off x="11598715" y="12112333"/><a:ext cx="17145" cy="17145"/></a:xfrm><a:custGeom><a:avLst/><a:gdLst/><a:ahLst/><a:cxnLst/><a:rect l="l" t="t" r="r" b="b"/><a:pathLst><a:path w="17145" h="17145"><a:moveTo><a:pt x="0" y="17063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12" name="object 212"/><p:cNvSpPr/><p:nvPr/></p:nvSpPr><p:spPr><a:xfrm><a:off x="11607247" y="12120864"/><a:ext cx="17145" cy="0"/></a:xfrm><a:custGeom><a:avLst/><a:gdLst/><a:ahLst/><a:cxnLst/><a:rect l="l" t="t" r="r" b="b"/><a:pathLst><a:path w="17145" h="0"><a:moveTo><a:pt x="0" y="0"/></a:moveTo><a:lnTo><a:pt x="17063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13" name="object 213"/><p:cNvSpPr/><p:nvPr/></p:nvSpPr><p:spPr><a:xfrm><a:off x="11163747" y="12148863"/><a:ext cx="328930" cy="112395"/></a:xfrm><a:custGeom><a:avLst/><a:gdLst/><a:ahLst/><a:cxnLst/><a:rect l="l" t="t" r="r" b="b"/><a:pathLst><a:path w="328929" h="112395"><a:moveTo><a:pt x="0" y="0"/></a:moveTo><a:lnTo><a:pt x="328475" y="0"/></a:lnTo><a:lnTo><a:pt x="328475" y="112077"/></a:lnTo><a:lnTo><a:pt x="0" y="112077"/></a:lnTo><a:lnTo><a:pt x="0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214" name="object 214"/><p:cNvSpPr txBox="1"/><p:nvPr/></p:nvSpPr><p:spPr><a:xfrm><a:off x="11163747" y="12148863"/><a:ext cx="328930" cy="112395"/></a:xfrm><a:prstGeom prst="rect"><a:avLst/></a:prstGeom><a:solidFill><a:srgbClr val="FFFFFF"/></a:solidFill></p:spPr><p:txBody><a:bodyPr wrap="square" lIns="0" tIns="3810" rIns="0" bIns="0" rtlCol="0" vert="horz"><a:spAutoFit/></a:bodyPr><a:lstStyle/><a:p><a:pPr marL="49530"><a:lnSpc><a:spcPct val="100000"/></a:lnSpc><a:spcBef><a:spcPts val="30"/></a:spcBef></a:pPr><a:r><a:rPr dirty="0" sz="700"><a:latin typeface="Verdana"/><a:cs typeface="Verdana"/></a:rPr><a:t>1&apos;-</a:t></a:r><a:r><a:rPr dirty="0" sz="700" spc="-25"><a:latin typeface="Verdana"/><a:cs typeface="Verdana"/></a:rPr><a:t>0&quot;</a:t></a:r><a:endParaRPr sz="700"><a:latin typeface="Verdana"/><a:cs typeface="Verdana"/></a:endParaRPr></a:p></p:txBody></p:sp><p:grpSp><p:nvGrpSpPr><p:cNvPr id="215" name="object 215"/><p:cNvGrpSpPr/><p:nvPr/></p:nvGrpSpPr><p:grpSpPr><a:xfrm><a:off x="632974" y="10410465"/><a:ext cx="341630" cy="1388745"/><a:chOff x="632974" y="10410465"/><a:chExt cx="341630" cy="1388745"/></a:xfrm></p:grpSpPr><p:sp><p:nvSpPr><p:cNvPr id="216" name="object 216"/><p:cNvSpPr/><p:nvPr/></p:nvSpPr><p:spPr><a:xfrm><a:off x="632968" y="10437613"/><a:ext cx="341630" cy="1334135"/></a:xfrm><a:custGeom><a:avLst/><a:gdLst/><a:ahLst/><a:cxnLst/><a:rect l="l" t="t" r="r" b="b"/><a:pathLst><a:path w="341630" h="1334134"><a:moveTo><a:pt x="341274" y="1326311"/></a:moveTo><a:lnTo><a:pt x="50419" y="1326311"/></a:lnTo><a:lnTo><a:pt x="50419" y="723112"/></a:lnTo><a:lnTo><a:pt x="42659" y="723112"/></a:lnTo><a:lnTo><a:pt x="42659" y="1326311"/></a:lnTo><a:lnTo><a:pt x="0" y="1326311"/></a:lnTo><a:lnTo><a:pt x="0" y="1334071"/></a:lnTo><a:lnTo><a:pt x="46532" y="1334071"/></a:lnTo><a:lnTo><a:pt x="341274" y="1334071"/></a:lnTo><a:lnTo><a:pt x="341274" y="1326311"/></a:lnTo><a:close/></a:path><a:path w="341630" h="1334134"><a:moveTo><a:pt x="341287" y="0"/></a:moveTo><a:lnTo><a:pt x="46532" y="0"/></a:lnTo><a:lnTo><a:pt x="0" y="0"/></a:lnTo><a:lnTo><a:pt x="0" y="7759"/></a:lnTo><a:lnTo><a:pt x="42659" y="7759"/></a:lnTo><a:lnTo><a:pt x="42659" y="610958"/></a:lnTo><a:lnTo><a:pt x="50419" y="610958"/></a:lnTo><a:lnTo><a:pt x="50419" y="7759"/></a:lnTo><a:lnTo><a:pt x="341287" y="7759"/></a:lnTo><a:lnTo><a:pt x="341287" y="0"/></a:lnTo><a:close/></a:path></a:pathLst></a:custGeom><a:solidFill><a:srgbClr val="000000"/></a:solidFill></p:spPr><p:txBody><a:bodyPr wrap="square" lIns="0" tIns="0" rIns="0" bIns="0" rtlCol="0"/><a:lstStyle/><a:p/></p:txBody></p:sp><p:sp><p:nvSpPr><p:cNvPr id="217" name="object 217"/><p:cNvSpPr/><p:nvPr/></p:nvSpPr><p:spPr><a:xfrm><a:off x="663999" y="11752289"/><a:ext cx="31115" cy="31115"/></a:xfrm><a:custGeom><a:avLst/><a:gdLst/><a:ahLst/><a:cxnLst/><a:rect l="l" t="t" r="r" b="b"/><a:pathLst><a:path w="31115" h="31115"><a:moveTo><a:pt x="0" y="0"/></a:moveTo><a:lnTo><a:pt x="31024" y="31024"/></a:lnTo></a:path></a:pathLst></a:custGeom><a:ln w="15512"><a:solidFill><a:srgbClr val="000000"/></a:solidFill></a:ln></p:spPr><p:txBody><a:bodyPr wrap="square" lIns="0" tIns="0" rIns="0" bIns="0" rtlCol="0"/><a:lstStyle/><a:p/></p:txBody></p:sp><p:sp><p:nvSpPr><p:cNvPr id="218" name="object 218"/><p:cNvSpPr/><p:nvPr/></p:nvSpPr><p:spPr><a:xfrm><a:off x="675633" y="11767802"/><a:ext cx="8255" cy="31115"/></a:xfrm><a:custGeom><a:avLst/><a:gdLst/><a:ahLst/><a:cxnLst/><a:rect l="l" t="t" r="r" b="b"/><a:pathLst><a:path w="8254" h="31115"><a:moveTo><a:pt x="7756" y="31024"/></a:moveTo><a:lnTo><a:pt x="0" y="31024"/></a:lnTo><a:lnTo><a:pt x="0" y="0"/></a:lnTo><a:lnTo><a:pt x="7756" y="0"/></a:lnTo><a:lnTo><a:pt x="7756" y="31024"/></a:lnTo><a:close/></a:path></a:pathLst></a:custGeom><a:solidFill><a:srgbClr val="000000"/></a:solidFill></p:spPr><p:txBody><a:bodyPr wrap="square" lIns="0" tIns="0" rIns="0" bIns="0" rtlCol="0"/><a:lstStyle/><a:p/></p:txBody></p:sp><p:sp><p:nvSpPr><p:cNvPr id="219" name="object 219"/><p:cNvSpPr/><p:nvPr/></p:nvSpPr><p:spPr><a:xfrm><a:off x="663999" y="10425977"/><a:ext cx="31115" cy="31115"/></a:xfrm><a:custGeom><a:avLst/><a:gdLst/><a:ahLst/><a:cxnLst/><a:rect l="l" t="t" r="r" b="b"/><a:pathLst><a:path w="31115" h="31115"><a:moveTo><a:pt x="31024" y="31024"/></a:moveTo><a:lnTo><a:pt x="0" y="0"/></a:lnTo></a:path></a:pathLst></a:custGeom><a:ln w="15512"><a:solidFill><a:srgbClr val="000000"/></a:solidFill></a:ln></p:spPr><p:txBody><a:bodyPr wrap="square" lIns="0" tIns="0" rIns="0" bIns="0" rtlCol="0"/><a:lstStyle/><a:p/></p:txBody></p:sp><p:sp><p:nvSpPr><p:cNvPr id="220" name="object 220"/><p:cNvSpPr/><p:nvPr/></p:nvSpPr><p:spPr><a:xfrm><a:off x="675633" y="10410465"/><a:ext cx="8255" cy="31115"/></a:xfrm><a:custGeom><a:avLst/><a:gdLst/><a:ahLst/><a:cxnLst/><a:rect l="l" t="t" r="r" b="b"/><a:pathLst><a:path w="8254" h="31115"><a:moveTo><a:pt x="7756" y="31024"/></a:moveTo><a:lnTo><a:pt x="0" y="31024"/></a:lnTo><a:lnTo><a:pt x="0" y="0"/></a:lnTo><a:lnTo><a:pt x="7756" y="0"/></a:lnTo><a:lnTo><a:pt x="7756" y="31024"/></a:lnTo><a:close/></a:path></a:pathLst></a:custGeom><a:solidFill><a:srgbClr val="000000"/></a:solidFill></p:spPr><p:txBody><a:bodyPr wrap="square" lIns="0" tIns="0" rIns="0" bIns="0" rtlCol="0"/><a:lstStyle/><a:p/></p:txBody></p:sp></p:grpSp><p:sp><p:nvSpPr><p:cNvPr id="221" name="object 221"/><p:cNvSpPr txBox="1"/><p:nvPr/></p:nvSpPr><p:spPr><a:xfrm><a:off x="529207" y="11048567"/><a:ext cx="328930" cy="112395"/></a:xfrm><a:prstGeom prst="rect"><a:avLst/></a:prstGeom><a:solidFill><a:srgbClr val="FFFFFF"/></a:solidFill><a:ln w="7756"><a:solidFill><a:srgbClr val="000000"/></a:solidFill></a:ln></p:spPr><p:txBody><a:bodyPr wrap="square" lIns="0" tIns="3810" rIns="0" bIns="0" rtlCol="0" vert="horz"><a:spAutoFit/></a:bodyPr><a:lstStyle/><a:p><a:pPr marL="49530"><a:lnSpc><a:spcPct val="100000"/></a:lnSpc><a:spcBef><a:spcPts val="30"/></a:spcBef></a:pPr><a:r><a:rPr dirty="0" sz="700"><a:latin typeface="Verdana"/><a:cs typeface="Verdana"/></a:rPr><a:t>2&apos;-</a:t></a:r><a:r><a:rPr dirty="0" sz="700" spc="-25"><a:latin typeface="Verdana"/><a:cs typeface="Verdana"/></a:rPr><a:t>4&quot;</a:t></a:r><a:endParaRPr sz="700"><a:latin typeface="Verdana"/><a:cs typeface="Verdana"/></a:endParaRPr></a:p></p:txBody></p:sp><p:grpSp><p:nvGrpSpPr><p:cNvPr id="222" name="object 222"/><p:cNvGrpSpPr/><p:nvPr/></p:nvGrpSpPr><p:grpSpPr><a:xfrm><a:off x="13927828" y="9554489"/><a:ext cx="3413125" cy="864869"/><a:chOff x="13927828" y="9554489"/><a:chExt cx="3413125" cy="864869"/></a:xfrm></p:grpSpPr><p:sp><p:nvSpPr><p:cNvPr id="223" name="object 223"/><p:cNvSpPr/><p:nvPr/></p:nvSpPr><p:spPr><a:xfrm><a:off x="13954964" y="9554493"/><a:ext cx="3358515" cy="864869"/></a:xfrm><a:custGeom><a:avLst/><a:gdLst/><a:ahLst/><a:cxnLst/><a:rect l="l" t="t" r="r" b="b"/><a:pathLst><a:path w="3358515" h="864870"><a:moveTo><a:pt x="3358438" y="0"/></a:moveTo><a:lnTo><a:pt x="3350691" y="0"/></a:lnTo><a:lnTo><a:pt x="3350691" y="42659"/></a:lnTo><a:lnTo><a:pt x="7759" y="42659"/></a:lnTo><a:lnTo><a:pt x="7759" y="0"/></a:lnTo><a:lnTo><a:pt x="0" y="0"/></a:lnTo><a:lnTo><a:pt x="0" y="46545"/></a:lnTo><a:lnTo><a:pt x="0" y="864514"/></a:lnTo><a:lnTo><a:pt x="7759" y="864514"/></a:lnTo><a:lnTo><a:pt x="7759" y="50419"/></a:lnTo><a:lnTo><a:pt x="3350691" y="50419"/></a:lnTo><a:lnTo><a:pt x="3350691" y="864514"/></a:lnTo><a:lnTo><a:pt x="3358438" y="864514"/></a:lnTo><a:lnTo><a:pt x="3358438" y="46545"/></a:lnTo><a:lnTo><a:pt x="3358438" y="0"/></a:lnTo><a:close/></a:path></a:pathLst></a:custGeom><a:solidFill><a:srgbClr val="000000"/></a:solidFill></p:spPr><p:txBody><a:bodyPr wrap="square" lIns="0" tIns="0" rIns="0" bIns="0" rtlCol="0"/><a:lstStyle/><a:p/></p:txBody></p:sp><p:sp><p:nvSpPr><p:cNvPr id="224" name="object 224"/><p:cNvSpPr/><p:nvPr/></p:nvSpPr><p:spPr><a:xfrm><a:off x="13943341" y="9585514"/><a:ext cx="31115" cy="31115"/></a:xfrm><a:custGeom><a:avLst/><a:gdLst/><a:ahLst/><a:cxnLst/><a:rect l="l" t="t" r="r" b="b"/><a:pathLst><a:path w="31115" h="31115"><a:moveTo><a:pt x="31024" y="0"/></a:moveTo><a:lnTo><a:pt x="0" y="31024"/></a:lnTo></a:path></a:pathLst></a:custGeom><a:ln w="15512"><a:solidFill><a:srgbClr val="000000"/></a:solidFill></a:ln></p:spPr><p:txBody><a:bodyPr wrap="square" lIns="0" tIns="0" rIns="0" bIns="0" rtlCol="0"/><a:lstStyle/><a:p/></p:txBody></p:sp><p:sp><p:nvSpPr><p:cNvPr id="225" name="object 225"/><p:cNvSpPr/><p:nvPr/></p:nvSpPr><p:spPr><a:xfrm><a:off x="13927828" y="9597148"/><a:ext cx="31115" cy="8255"/></a:xfrm><a:custGeom><a:avLst/><a:gdLst/><a:ahLst/><a:cxnLst/><a:rect l="l" t="t" r="r" b="b"/><a:pathLst><a:path w="31115" h="8254"><a:moveTo><a:pt x="31024" y="7756"/></a:moveTo><a:lnTo><a:pt x="0" y="7756"/></a:lnTo><a:lnTo><a:pt x="0" y="0"/></a:lnTo><a:lnTo><a:pt x="31024" y="0"/></a:lnTo><a:lnTo><a:pt x="31024" y="7756"/></a:lnTo><a:close/></a:path></a:pathLst></a:custGeom><a:solidFill><a:srgbClr val="000000"/></a:solidFill></p:spPr><p:txBody><a:bodyPr wrap="square" lIns="0" tIns="0" rIns="0" bIns="0" rtlCol="0"/><a:lstStyle/><a:p/></p:txBody></p:sp><p:sp><p:nvSpPr><p:cNvPr id="226" name="object 226"/><p:cNvSpPr/><p:nvPr/></p:nvSpPr><p:spPr><a:xfrm><a:off x="17294024" y="9585514"/><a:ext cx="31115" cy="31115"/></a:xfrm><a:custGeom><a:avLst/><a:gdLst/><a:ahLst/><a:cxnLst/><a:rect l="l" t="t" r="r" b="b"/><a:pathLst><a:path w="31115" h="31115"><a:moveTo><a:pt x="0" y="31024"/></a:moveTo><a:lnTo><a:pt x="31024" y="0"/></a:lnTo></a:path></a:pathLst></a:custGeom><a:ln w="15512"><a:solidFill><a:srgbClr val="000000"/></a:solidFill></a:ln></p:spPr><p:txBody><a:bodyPr wrap="square" lIns="0" tIns="0" rIns="0" bIns="0" rtlCol="0"/><a:lstStyle/><a:p/></p:txBody></p:sp><p:sp><p:nvSpPr><p:cNvPr id="227" name="object 227"/><p:cNvSpPr/><p:nvPr/></p:nvSpPr><p:spPr><a:xfrm><a:off x="17309536" y="9597148"/><a:ext cx="31115" cy="8255"/></a:xfrm><a:custGeom><a:avLst/><a:gdLst/><a:ahLst/><a:cxnLst/><a:rect l="l" t="t" r="r" b="b"/><a:pathLst><a:path w="31115" h="8254"><a:moveTo><a:pt x="31024" y="7756"/></a:moveTo><a:lnTo><a:pt x="0" y="7756"/></a:lnTo><a:lnTo><a:pt x="0" y="0"/></a:lnTo><a:lnTo><a:pt x="31024" y="0"/></a:lnTo><a:lnTo><a:pt x="31024" y="7756"/></a:lnTo><a:close/></a:path></a:pathLst></a:custGeom><a:solidFill><a:srgbClr val="000000"/></a:solidFill></p:spPr><p:txBody><a:bodyPr wrap="square" lIns="0" tIns="0" rIns="0" bIns="0" rtlCol="0"/><a:lstStyle/><a:p/></p:txBody></p:sp></p:grpSp><p:sp><p:nvSpPr><p:cNvPr id="228" name="object 228"/><p:cNvSpPr txBox="1"/><p:nvPr/></p:nvSpPr><p:spPr><a:xfrm><a:off x="15469917" y="9460948"/><a:ext cx="328930" cy="140335"/></a:xfrm><a:prstGeom prst="rect"><a:avLst/></a:prstGeom><a:ln w="7756"><a:solidFill><a:srgbClr val="000000"/></a:solidFill></a:ln></p:spPr><p:txBody><a:bodyPr wrap="square" lIns="0" tIns="3810" rIns="0" bIns="0" rtlCol="0" vert="horz"><a:spAutoFit/></a:bodyPr><a:lstStyle/><a:p><a:pPr marL="49530"><a:lnSpc><a:spcPct val="100000"/></a:lnSpc><a:spcBef><a:spcPts val="30"/></a:spcBef></a:pPr><a:r><a:rPr dirty="0" sz="700"><a:latin typeface="Verdana"/><a:cs typeface="Verdana"/></a:rPr><a:t>6&apos;-</a:t></a:r><a:r><a:rPr dirty="0" sz="700" spc="-25"><a:latin typeface="Verdana"/><a:cs typeface="Verdana"/></a:rPr><a:t>0&quot;</a:t></a:r><a:endParaRPr sz="700"><a:latin typeface="Verdana"/><a:cs typeface="Verdana"/></a:endParaRPr></a:p></p:txBody></p:sp><p:grpSp><p:nvGrpSpPr><p:cNvPr id="229" name="object 229"/><p:cNvGrpSpPr/><p:nvPr/></p:nvGrpSpPr><p:grpSpPr><a:xfrm><a:off x="12862667" y="10675881"/><a:ext cx="5117465" cy="1716405"/><a:chOff x="12862667" y="10675881"/><a:chExt cx="5117465" cy="1716405"/></a:xfrm></p:grpSpPr><p:pic><p:nvPicPr><p:cNvPr id="230" name="object 230"/><p:cNvPicPr/><p:nvPr/></p:nvPicPr><p:blipFill><a:blip r:embed="rId19" cstate="print"/><a:stretch><a:fillRect/></a:stretch></p:blipFill><p:spPr><a:xfrm><a:off x="12862667" y="10675881"/><a:ext cx="5117470" cy="1716371"/></a:xfrm><a:prstGeom prst="rect"><a:avLst/></a:prstGeom></p:spPr></p:pic><p:sp><p:nvSpPr><p:cNvPr id="231" name="object 231"/><p:cNvSpPr/><p:nvPr/></p:nvSpPr><p:spPr><a:xfrm><a:off x="13958852" y="10720712"/><a:ext cx="3350895" cy="226695"/></a:xfrm><a:custGeom><a:avLst/><a:gdLst/><a:ahLst/><a:cxnLst/><a:rect l="l" t="t" r="r" b="b"/><a:pathLst><a:path w="3350894" h="226695"><a:moveTo><a:pt x="0" y="226171"/></a:moveTo><a:lnTo><a:pt x="3350683" y="0"/></a:lnTo></a:path></a:pathLst></a:custGeom><a:ln w="3878"><a:solidFill><a:srgbClr val="0000FF"/></a:solidFill><a:prstDash val="lgDash"/></a:ln></p:spPr><p:txBody><a:bodyPr wrap="square" lIns="0" tIns="0" rIns="0" bIns="0" rtlCol="0"/><a:lstStyle/><a:p/></p:txBody></p:sp></p:grpSp><p:sp><p:nvSpPr><p:cNvPr id="232" name="object 232"/><p:cNvSpPr txBox="1"/><p:nvPr/></p:nvSpPr><p:spPr><a:xfrm rot="21420000"><a:off x="17898365" y="10500462"/><a:ext cx="518292" cy="139700"/></a:xfrm><a:prstGeom prst="rect"><a:avLst/></a:prstGeom></p:spPr><p:txBody><a:bodyPr wrap="square" lIns="0" tIns="0" rIns="0" bIns="0" rtlCol="0" vert="horz"><a:spAutoFit/></a:bodyPr><a:lstStyle/><a:p><a:pPr><a:lnSpc><a:spcPts val="1100"/></a:lnSpc></a:pPr><a:r><a:rPr dirty="0" sz="1100" spc="-10"><a:latin typeface="Verdana"/><a:cs typeface="Verdana"/></a:rPr><a:t>GRADE</a:t></a:r><a:endParaRPr sz="1100"><a:latin typeface="Verdana"/><a:cs typeface="Verdana"/></a:endParaRPr></a:p></p:txBody></p:sp><p:grpSp><p:nvGrpSpPr><p:cNvPr id="233" name="object 233"/><p:cNvGrpSpPr/><p:nvPr/></p:nvGrpSpPr><p:grpSpPr><a:xfrm><a:off x="17331951" y="10410465"/><a:ext cx="434975" cy="341630"/><a:chOff x="17331951" y="10410465"/><a:chExt cx="434975" cy="341630"/></a:xfrm></p:grpSpPr><p:sp><p:nvSpPr><p:cNvPr id="234" name="object 234"/><p:cNvSpPr/><p:nvPr/></p:nvSpPr><p:spPr><a:xfrm><a:off x="17331944" y="10437613"/><a:ext cx="366395" cy="287020"/></a:xfrm><a:custGeom><a:avLst/><a:gdLst/><a:ahLst/><a:cxnLst/><a:rect l="l" t="t" r="r" b="b"/><a:pathLst><a:path w="366394" h="287020"><a:moveTo><a:pt x="319557" y="0"/></a:moveTo><a:lnTo><a:pt x="0" y="0"/></a:lnTo><a:lnTo><a:pt x="0" y="7759"/></a:lnTo><a:lnTo><a:pt x="319557" y="7759"/></a:lnTo><a:lnTo><a:pt x="319557" y="0"/></a:lnTo><a:close/></a:path><a:path w="366394" h="287020"><a:moveTo><a:pt x="366090" y="279234"/></a:moveTo><a:lnTo><a:pt x="319557" y="279234"/></a:lnTo><a:lnTo><a:pt x="0" y="279234"/></a:lnTo><a:lnTo><a:pt x="0" y="286981"/></a:lnTo><a:lnTo><a:pt x="319557" y="286981"/></a:lnTo><a:lnTo><a:pt x="366090" y="286981"/></a:lnTo><a:lnTo><a:pt x="366090" y="279234"/></a:lnTo><a:close/></a:path></a:pathLst></a:custGeom><a:solidFill><a:srgbClr val="000000"/></a:solidFill></p:spPr><p:txBody><a:bodyPr wrap="square" lIns="0" tIns="0" rIns="0" bIns="0" rtlCol="0"/><a:lstStyle/><a:p/></p:txBody></p:sp><p:pic><p:nvPicPr><p:cNvPr id="235" name="object 235"/><p:cNvPicPr/><p:nvPr/></p:nvPicPr><p:blipFill><a:blip r:embed="rId20" cstate="print"/><a:stretch><a:fillRect/></a:stretch></p:blipFill><p:spPr><a:xfrm><a:off x="17556261" y="10410465"/><a:ext cx="210193" cy="341273"/></a:xfrm><a:prstGeom prst="rect"><a:avLst/></a:prstGeom></p:spPr></p:pic></p:grpSp><p:sp><p:nvSpPr><p:cNvPr id="236" name="object 236"/><p:cNvSpPr txBox="1"/><p:nvPr/></p:nvSpPr><p:spPr><a:xfrm><a:off x="17597468" y="10512323"/><a:ext cx="12763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 spc="-25"><a:latin typeface="Verdana"/><a:cs typeface="Verdana"/></a:rPr><a:t>6&quot;</a:t></a:r><a:endParaRPr sz="700"><a:latin typeface="Verdana"/><a:cs typeface="Verdana"/></a:endParaRPr></a:p></p:txBody></p:sp><p:grpSp><p:nvGrpSpPr><p:cNvPr id="237" name="object 237"/><p:cNvGrpSpPr/><p:nvPr/></p:nvGrpSpPr><p:grpSpPr><a:xfrm><a:off x="12824817" y="10410465"/><a:ext cx="1111885" cy="567690"/><a:chOff x="12824817" y="10410465"/><a:chExt cx="1111885" cy="567690"/></a:xfrm></p:grpSpPr><p:sp><p:nvSpPr><p:cNvPr id="238" name="object 238"/><p:cNvSpPr/><p:nvPr/></p:nvSpPr><p:spPr><a:xfrm><a:off x="12993040" y="10437613"/><a:ext cx="943610" cy="513715"/></a:xfrm><a:custGeom><a:avLst/><a:gdLst/><a:ahLst/><a:cxnLst/><a:rect l="l" t="t" r="r" b="b"/><a:pathLst><a:path w="943609" h="513715"><a:moveTo><a:pt x="943317" y="505396"/></a:moveTo><a:lnTo><a:pt x="50419" y="505396"/></a:lnTo><a:lnTo><a:pt x="50419" y="312661"/></a:lnTo><a:lnTo><a:pt x="42659" y="312661"/></a:lnTo><a:lnTo><a:pt x="42659" y="505396"/></a:lnTo><a:lnTo><a:pt x="0" y="505396"/></a:lnTo><a:lnTo><a:pt x="0" y="513156"/></a:lnTo><a:lnTo><a:pt x="46545" y="513156"/></a:lnTo><a:lnTo><a:pt x="943317" y="513156"/></a:lnTo><a:lnTo><a:pt x="943317" y="505396"/></a:lnTo><a:close/></a:path><a:path w="943609" h="513715"><a:moveTo><a:pt x="943317" y="0"/></a:moveTo><a:lnTo><a:pt x="46545" y="0"/></a:lnTo><a:lnTo><a:pt x="0" y="0"/></a:lnTo><a:lnTo><a:pt x="0" y="7759"/></a:lnTo><a:lnTo><a:pt x="42659" y="7759"/></a:lnTo><a:lnTo><a:pt x="42659" y="200583"/></a:lnTo><a:lnTo><a:pt x="50419" y="200583"/></a:lnTo><a:lnTo><a:pt x="50419" y="7759"/></a:lnTo><a:lnTo><a:pt x="943317" y="7759"/></a:lnTo><a:lnTo><a:pt x="943317" y="0"/></a:lnTo><a:close/></a:path></a:pathLst></a:custGeom><a:solidFill><a:srgbClr val="000000"/></a:solidFill></p:spPr><p:txBody><a:bodyPr wrap="square" lIns="0" tIns="0" rIns="0" bIns="0" rtlCol="0"/><a:lstStyle/><a:p/></p:txBody></p:sp><p:sp><p:nvSpPr><p:cNvPr id="239" name="object 239"/><p:cNvSpPr/><p:nvPr/></p:nvSpPr><p:spPr><a:xfrm><a:off x="13024074" y="10931372"/><a:ext cx="31115" cy="31115"/></a:xfrm><a:custGeom><a:avLst/><a:gdLst/><a:ahLst/><a:cxnLst/><a:rect l="l" t="t" r="r" b="b"/><a:pathLst><a:path w="31115" h="31115"><a:moveTo><a:pt x="0" y="0"/></a:moveTo><a:lnTo><a:pt x="31024" y="31024"/></a:lnTo></a:path></a:pathLst></a:custGeom><a:ln w="15512"><a:solidFill><a:srgbClr val="000000"/></a:solidFill></a:ln></p:spPr><p:txBody><a:bodyPr wrap="square" lIns="0" tIns="0" rIns="0" bIns="0" rtlCol="0"/><a:lstStyle/><a:p/></p:txBody></p:sp><p:sp><p:nvSpPr><p:cNvPr id="240" name="object 240"/><p:cNvSpPr/><p:nvPr/></p:nvSpPr><p:spPr><a:xfrm><a:off x="13035708" y="10946884"/><a:ext cx="8255" cy="31115"/></a:xfrm><a:custGeom><a:avLst/><a:gdLst/><a:ahLst/><a:cxnLst/><a:rect l="l" t="t" r="r" b="b"/><a:pathLst><a:path w="8255" h="31115"><a:moveTo><a:pt x="7756" y="31024"/></a:moveTo><a:lnTo><a:pt x="0" y="31024"/></a:lnTo><a:lnTo><a:pt x="0" y="0"/></a:lnTo><a:lnTo><a:pt x="7756" y="0"/></a:lnTo><a:lnTo><a:pt x="7756" y="31024"/></a:lnTo><a:close/></a:path></a:pathLst></a:custGeom><a:solidFill><a:srgbClr val="000000"/></a:solidFill></p:spPr><p:txBody><a:bodyPr wrap="square" lIns="0" tIns="0" rIns="0" bIns="0" rtlCol="0"/><a:lstStyle/><a:p/></p:txBody></p:sp><p:sp><p:nvSpPr><p:cNvPr id="241" name="object 241"/><p:cNvSpPr/><p:nvPr/></p:nvSpPr><p:spPr><a:xfrm><a:off x="13024074" y="10425977"/><a:ext cx="31115" cy="31115"/></a:xfrm><a:custGeom><a:avLst/><a:gdLst/><a:ahLst/><a:cxnLst/><a:rect l="l" t="t" r="r" b="b"/><a:pathLst><a:path w="31115" h="31115"><a:moveTo><a:pt x="31024" y="31024"/></a:moveTo><a:lnTo><a:pt x="0" y="0"/></a:lnTo></a:path></a:pathLst></a:custGeom><a:ln w="15512"><a:solidFill><a:srgbClr val="000000"/></a:solidFill></a:ln></p:spPr><p:txBody><a:bodyPr wrap="square" lIns="0" tIns="0" rIns="0" bIns="0" rtlCol="0"/><a:lstStyle/><a:p/></p:txBody></p:sp><p:sp><p:nvSpPr><p:cNvPr id="242" name="object 242"/><p:cNvSpPr/><p:nvPr/></p:nvSpPr><p:spPr><a:xfrm><a:off x="13035708" y="10410465"/><a:ext cx="8255" cy="31115"/></a:xfrm><a:custGeom><a:avLst/><a:gdLst/><a:ahLst/><a:cxnLst/><a:rect l="l" t="t" r="r" b="b"/><a:pathLst><a:path w="8255" h="31115"><a:moveTo><a:pt x="7756" y="31024"/></a:moveTo><a:lnTo><a:pt x="0" y="31024"/></a:lnTo><a:lnTo><a:pt x="0" y="0"/></a:lnTo><a:lnTo><a:pt x="7756" y="0"/></a:lnTo><a:lnTo><a:pt x="7756" y="31024"/></a:lnTo><a:close/></a:path></a:pathLst></a:custGeom><a:solidFill><a:srgbClr val="000000"/></a:solidFill></p:spPr><p:txBody><a:bodyPr wrap="square" lIns="0" tIns="0" rIns="0" bIns="0" rtlCol="0"/><a:lstStyle/><a:p/></p:txBody></p:sp><p:sp><p:nvSpPr><p:cNvPr id="243" name="object 243"/><p:cNvSpPr/><p:nvPr/></p:nvSpPr><p:spPr><a:xfrm><a:off x="12824817" y="10638186"/><a:ext cx="261620" cy="112395"/></a:xfrm><a:custGeom><a:avLst/><a:gdLst/><a:ahLst/><a:cxnLst/><a:rect l="l" t="t" r="r" b="b"/><a:pathLst><a:path w="261619" h="112395"><a:moveTo><a:pt x="261384" y="112077"/></a:moveTo><a:lnTo><a:pt x="0" y="112077"/></a:lnTo><a:lnTo><a:pt x="0" y="0"/></a:lnTo><a:lnTo><a:pt x="261384" y="0"/></a:lnTo><a:lnTo><a:pt x="261384" y="112077"/></a:lnTo><a:close/></a:path></a:pathLst></a:custGeom><a:solidFill><a:srgbClr val="FFFFFF"/></a:solidFill></p:spPr><p:txBody><a:bodyPr wrap="square" lIns="0" tIns="0" rIns="0" bIns="0" rtlCol="0"/><a:lstStyle/><a:p/></p:txBody></p:sp></p:grpSp><p:sp><p:nvSpPr><p:cNvPr id="244" name="object 244"/><p:cNvSpPr txBox="1"/><p:nvPr/></p:nvSpPr><p:spPr><a:xfrm><a:off x="12824817" y="10638186"/><a:ext cx="226695" cy="97790"/></a:xfrm><a:prstGeom prst="rect"><a:avLst/></a:prstGeom><a:solidFill><a:srgbClr val="FFFFFF"/></a:solidFill><a:ln w="7756"><a:solidFill><a:srgbClr val="000000"/></a:solidFill></a:ln></p:spPr><p:txBody><a:bodyPr wrap="square" lIns="0" tIns="3810" rIns="0" bIns="0" rtlCol="0" vert="horz"><a:spAutoFit/></a:bodyPr><a:lstStyle/><a:p><a:pPr marL="50165"><a:lnSpc><a:spcPts val="735"/></a:lnSpc><a:spcBef><a:spcPts val="30"/></a:spcBef></a:pPr><a:r><a:rPr dirty="0" sz="700" spc="-25"><a:latin typeface="Verdana"/><a:cs typeface="Verdana"/></a:rPr><a:t>11&quot;</a:t></a:r><a:endParaRPr sz="700"><a:latin typeface="Verdana"/><a:cs typeface="Verdana"/></a:endParaRPr></a:p></p:txBody></p:sp><p:grpSp><p:nvGrpSpPr><p:cNvPr id="245" name="object 245"/><p:cNvGrpSpPr/><p:nvPr/></p:nvGrpSpPr><p:grpSpPr><a:xfrm><a:off x="12478502" y="10915860"/><a:ext cx="1457960" cy="883285"/><a:chOff x="12478502" y="10915860"/><a:chExt cx="1457960" cy="883285"/></a:xfrm></p:grpSpPr><p:sp><p:nvSpPr><p:cNvPr id="246" name="object 246"/><p:cNvSpPr/><p:nvPr/></p:nvSpPr><p:spPr><a:xfrm><a:off x="12993040" y="10943009"/><a:ext cx="943610" cy="828675"/></a:xfrm><a:custGeom><a:avLst/><a:gdLst/><a:ahLst/><a:cxnLst/><a:rect l="l" t="t" r="r" b="b"/><a:pathLst><a:path w="943609" h="828675"><a:moveTo><a:pt x="943317" y="820915"/></a:moveTo><a:lnTo><a:pt x="50419" y="820915"/></a:lnTo><a:lnTo><a:pt x="50419" y="470420"/></a:lnTo><a:lnTo><a:pt x="42659" y="470420"/></a:lnTo><a:lnTo><a:pt x="42659" y="820915"/></a:lnTo><a:lnTo><a:pt x="0" y="820915"/></a:lnTo><a:lnTo><a:pt x="0" y="828675"/></a:lnTo><a:lnTo><a:pt x="46545" y="828675"/></a:lnTo><a:lnTo><a:pt x="943317" y="828675"/></a:lnTo><a:lnTo><a:pt x="943317" y="820915"/></a:lnTo><a:close/></a:path><a:path w="943609" h="828675"><a:moveTo><a:pt x="943317" y="0"/></a:moveTo><a:lnTo><a:pt x="46545" y="0"/></a:lnTo><a:lnTo><a:pt x="0" y="0"/></a:lnTo><a:lnTo><a:pt x="0" y="7759"/></a:lnTo><a:lnTo><a:pt x="42659" y="7759"/></a:lnTo><a:lnTo><a:pt x="42659" y="358267"/></a:lnTo><a:lnTo><a:pt x="50419" y="358267"/></a:lnTo><a:lnTo><a:pt x="50419" y="7759"/></a:lnTo><a:lnTo><a:pt x="943317" y="7759"/></a:lnTo><a:lnTo><a:pt x="943317" y="0"/></a:lnTo><a:close/></a:path></a:pathLst></a:custGeom><a:solidFill><a:srgbClr val="000000"/></a:solidFill></p:spPr><p:txBody><a:bodyPr wrap="square" lIns="0" tIns="0" rIns="0" bIns="0" rtlCol="0"/><a:lstStyle/><a:p/></p:txBody></p:sp><p:sp><p:nvSpPr><p:cNvPr id="247" name="object 247"/><p:cNvSpPr/><p:nvPr/></p:nvSpPr><p:spPr><a:xfrm><a:off x="13024074" y="11752289"/><a:ext cx="31115" cy="31115"/></a:xfrm><a:custGeom><a:avLst/><a:gdLst/><a:ahLst/><a:cxnLst/><a:rect l="l" t="t" r="r" b="b"/><a:pathLst><a:path w="31115" h="31115"><a:moveTo><a:pt x="0" y="0"/></a:moveTo><a:lnTo><a:pt x="31024" y="31024"/></a:lnTo></a:path></a:pathLst></a:custGeom><a:ln w="15512"><a:solidFill><a:srgbClr val="000000"/></a:solidFill></a:ln></p:spPr><p:txBody><a:bodyPr wrap="square" lIns="0" tIns="0" rIns="0" bIns="0" rtlCol="0"/><a:lstStyle/><a:p/></p:txBody></p:sp><p:sp><p:nvSpPr><p:cNvPr id="248" name="object 248"/><p:cNvSpPr/><p:nvPr/></p:nvSpPr><p:spPr><a:xfrm><a:off x="13035708" y="11767802"/><a:ext cx="8255" cy="31115"/></a:xfrm><a:custGeom><a:avLst/><a:gdLst/><a:ahLst/><a:cxnLst/><a:rect l="l" t="t" r="r" b="b"/><a:pathLst><a:path w="8255" h="31115"><a:moveTo><a:pt x="7756" y="31024"/></a:moveTo><a:lnTo><a:pt x="0" y="31024"/></a:lnTo><a:lnTo><a:pt x="0" y="0"/></a:lnTo><a:lnTo><a:pt x="7756" y="0"/></a:lnTo><a:lnTo><a:pt x="7756" y="31024"/></a:lnTo><a:close/></a:path></a:pathLst></a:custGeom><a:solidFill><a:srgbClr val="000000"/></a:solidFill></p:spPr><p:txBody><a:bodyPr wrap="square" lIns="0" tIns="0" rIns="0" bIns="0" rtlCol="0"/><a:lstStyle/><a:p/></p:txBody></p:sp><p:sp><p:nvSpPr><p:cNvPr id="249" name="object 249"/><p:cNvSpPr/><p:nvPr/></p:nvSpPr><p:spPr><a:xfrm><a:off x="13024074" y="10931372"/><a:ext cx="31115" cy="31115"/></a:xfrm><a:custGeom><a:avLst/><a:gdLst/><a:ahLst/><a:cxnLst/><a:rect l="l" t="t" r="r" b="b"/><a:pathLst><a:path w="31115" h="31115"><a:moveTo><a:pt x="31024" y="31024"/></a:moveTo><a:lnTo><a:pt x="0" y="0"/></a:lnTo></a:path></a:pathLst></a:custGeom><a:ln w="15512"><a:solidFill><a:srgbClr val="000000"/></a:solidFill></a:ln></p:spPr><p:txBody><a:bodyPr wrap="square" lIns="0" tIns="0" rIns="0" bIns="0" rtlCol="0"/><a:lstStyle/><a:p/></p:txBody></p:sp><p:sp><p:nvSpPr><p:cNvPr id="250" name="object 250"/><p:cNvSpPr/><p:nvPr/></p:nvSpPr><p:spPr><a:xfrm><a:off x="13035708" y="10915860"/><a:ext cx="8255" cy="31115"/></a:xfrm><a:custGeom><a:avLst/><a:gdLst/><a:ahLst/><a:cxnLst/><a:rect l="l" t="t" r="r" b="b"/><a:pathLst><a:path w="8255" h="31115"><a:moveTo><a:pt x="7756" y="31024"/></a:moveTo><a:lnTo><a:pt x="0" y="31024"/></a:lnTo><a:lnTo><a:pt x="0" y="0"/></a:lnTo><a:lnTo><a:pt x="7756" y="0"/></a:lnTo><a:lnTo><a:pt x="7756" y="31024"/></a:lnTo><a:close/></a:path></a:pathLst></a:custGeom><a:solidFill><a:srgbClr val="000000"/></a:solidFill></p:spPr><p:txBody><a:bodyPr wrap="square" lIns="0" tIns="0" rIns="0" bIns="0" rtlCol="0"/><a:lstStyle/><a:p/></p:txBody></p:sp><p:sp><p:nvSpPr><p:cNvPr id="251" name="object 251"/><p:cNvSpPr/><p:nvPr/></p:nvSpPr><p:spPr><a:xfrm><a:off x="12478502" y="11301264"/><a:ext cx="954405" cy="112395"/></a:xfrm><a:custGeom><a:avLst/><a:gdLst/><a:ahLst/><a:cxnLst/><a:rect l="l" t="t" r="r" b="b"/><a:pathLst><a:path w="954405" h="112395"><a:moveTo><a:pt x="954013" y="112154"/></a:moveTo><a:lnTo><a:pt x="0" y="112154"/></a:lnTo><a:lnTo><a:pt x="0" y="0"/></a:lnTo><a:lnTo><a:pt x="954013" y="0"/></a:lnTo><a:lnTo><a:pt x="954013" y="112154"/></a:lnTo><a:close/></a:path></a:pathLst></a:custGeom><a:solidFill><a:srgbClr val="FFFFFF"/></a:solidFill></p:spPr><p:txBody><a:bodyPr wrap="square" lIns="0" tIns="0" rIns="0" bIns="0" rtlCol="0"/><a:lstStyle/><a:p/></p:txBody></p:sp></p:grpSp><p:sp><p:nvSpPr><p:cNvPr id="252" name="object 252"/><p:cNvSpPr txBox="1"/><p:nvPr/></p:nvSpPr><p:spPr><a:xfrm><a:off x="12478502" y="11300799"/><a:ext cx="954405" cy="113030"/></a:xfrm><a:prstGeom prst="rect"><a:avLst/></a:prstGeom><a:ln w="7756"><a:solidFill><a:srgbClr val="000000"/></a:solidFill></a:ln></p:spPr><p:txBody><a:bodyPr wrap="square" lIns="0" tIns="4445" rIns="0" bIns="0" rtlCol="0" vert="horz"><a:spAutoFit/></a:bodyPr><a:lstStyle/><a:p><a:pPr marL="50165"><a:lnSpc><a:spcPct val="100000"/></a:lnSpc><a:spcBef><a:spcPts val="35"/></a:spcBef></a:pPr><a:r><a:rPr dirty="0" sz="700"><a:latin typeface="Verdana"/><a:cs typeface="Verdana"/></a:rPr><a:t>1&apos;-6&quot;</a:t></a:r><a:r><a:rPr dirty="0" sz="700" spc="75"><a:latin typeface="Verdana"/><a:cs typeface="Verdana"/></a:rPr><a:t> </a:t></a:r><a:r><a:rPr dirty="0" sz="700" spc="-10"><a:latin typeface="Verdana"/><a:cs typeface="Verdana"/></a:rPr><a:t>EMBEDMENT</a:t></a:r><a:endParaRPr sz="700"><a:latin typeface="Verdana"/><a:cs typeface="Verdana"/></a:endParaRPr></a:p></p:txBody></p:sp><p:sp><p:nvSpPr><p:cNvPr id="253" name="object 253"/><p:cNvSpPr txBox="1"/><p:nvPr/></p:nvSpPr><p:spPr><a:xfrm><a:off x="9690610" y="11197409"/><a:ext cx="845185" cy="132080"/></a:xfrm><a:prstGeom prst="rect"><a:avLst/></a:prstGeom><a:solidFill><a:srgbClr val="FFFFFF"/></a:solidFill><a:ln w="7756"><a:solidFill><a:srgbClr val="000000"/></a:solidFill></a:ln></p:spPr><p:txBody><a:bodyPr wrap="square" lIns="0" tIns="635" rIns="0" bIns="0" rtlCol="0" vert="horz"><a:spAutoFit/></a:bodyPr><a:lstStyle/><a:p><a:pPr marL="85090"><a:lnSpc><a:spcPct val="100000"/></a:lnSpc><a:spcBef><a:spcPts val="5"/></a:spcBef></a:pPr><a:r><a:rPr dirty="0" sz="850"><a:latin typeface="Verdana"/><a:cs typeface="Verdana"/></a:rPr><a:t>COLD </a:t></a:r><a:r><a:rPr dirty="0" sz="850" spc="-10"><a:latin typeface="Verdana"/><a:cs typeface="Verdana"/></a:rPr><a:t>JOINTS</a:t></a:r><a:endParaRPr sz="850"><a:latin typeface="Verdana"/><a:cs typeface="Verdana"/></a:endParaRPr></a:p></p:txBody></p:sp><p:grpSp><p:nvGrpSpPr><p:cNvPr id="254" name="object 254"/><p:cNvGrpSpPr/><p:nvPr/></p:nvGrpSpPr><p:grpSpPr><a:xfrm><a:off x="1553890" y="6553404"/><a:ext cx="9593580" cy="4720590"/><a:chOff x="1553890" y="6553404"/><a:chExt cx="9593580" cy="4720590"/></a:xfrm></p:grpSpPr><p:sp><p:nvSpPr><p:cNvPr id="255" name="object 255"/><p:cNvSpPr/><p:nvPr/></p:nvSpPr><p:spPr><a:xfrm><a:off x="10539527" y="10968058"/><a:ext cx="410845" cy="301625"/></a:xfrm><a:custGeom><a:avLst/><a:gdLst/><a:ahLst/><a:cxnLst/><a:rect l="l" t="t" r="r" b="b"/><a:pathLst><a:path w="410845" h="301625"><a:moveTo><a:pt x="410613" y="0"/></a:moveTo><a:lnTo><a:pt x="110836" y="301561"/></a:lnTo><a:lnTo><a:pt x="0" y="301561"/></a:lnTo></a:path></a:pathLst></a:custGeom><a:ln w="7756"><a:solidFill><a:srgbClr val="000000"/></a:solidFill></a:ln></p:spPr><p:txBody><a:bodyPr wrap="square" lIns="0" tIns="0" rIns="0" bIns="0" rtlCol="0"/><a:lstStyle/><a:p/></p:txBody></p:sp><p:pic><p:nvPicPr><p:cNvPr id="256" name="object 256"/><p:cNvPicPr/><p:nvPr/></p:nvPicPr><p:blipFill><a:blip r:embed="rId21" cstate="print"/><a:stretch><a:fillRect/></a:stretch></p:blipFill><p:spPr><a:xfrm><a:off x="10932456" y="10881731"/><a:ext cx="103545" cy="103933"/></a:xfrm><a:prstGeom prst="rect"><a:avLst/></a:prstGeom></p:spPr></p:pic><p:sp><p:nvSpPr><p:cNvPr id="257" name="object 257"/><p:cNvSpPr/><p:nvPr/></p:nvSpPr><p:spPr><a:xfrm><a:off x="1556113" y="6555627"/><a:ext cx="9589135" cy="3886200"/></a:xfrm><a:custGeom><a:avLst/><a:gdLst/><a:ahLst/><a:cxnLst/><a:rect l="l" t="t" r="r" b="b"/><a:pathLst><a:path w="9589135" h="3886200"><a:moveTo><a:pt x="0" y="0"/></a:moveTo><a:lnTo><a:pt x="1675341" y="0"/></a:lnTo><a:lnTo><a:pt x="1675341" y="3885861"/></a:lnTo><a:lnTo><a:pt x="0" y="3885861"/></a:lnTo><a:lnTo><a:pt x="0" y="0"/></a:lnTo><a:close/></a:path><a:path w="9589135" h="3886200"><a:moveTo><a:pt x="2140714" y="791133"/></a:moveTo><a:lnTo><a:pt x="5165636" y="791133"/></a:lnTo><a:lnTo><a:pt x="5165636" y="3885861"/></a:lnTo><a:lnTo><a:pt x="2140714" y="3885861"/></a:lnTo><a:lnTo><a:pt x="2140714" y="791133"/></a:lnTo><a:close/></a:path><a:path w="9589135" h="3886200"><a:moveTo><a:pt x="5631009" y="478403"/></a:moveTo><a:lnTo><a:pt x="9588553" y="478403"/></a:lnTo><a:lnTo><a:pt x="9588553" y="3885861"/></a:lnTo><a:lnTo><a:pt x="5631009" y="3885861"/></a:lnTo><a:lnTo><a:pt x="5631009" y="478403"/></a:lnTo><a:close/></a:path></a:pathLst></a:custGeom><a:ln w="3878"><a:solidFill><a:srgbClr val="000000"/></a:solidFill><a:prstDash val="lgDash"/></a:ln></p:spPr><p:txBody><a:bodyPr wrap="square" lIns="0" tIns="0" rIns="0" bIns="0" rtlCol="0"/><a:lstStyle/><a:p/></p:txBody></p:sp><p:sp><p:nvSpPr><p:cNvPr id="258" name="object 258"/><p:cNvSpPr/><p:nvPr/></p:nvSpPr><p:spPr><a:xfrm><a:off x="1904297" y="9534012"/><a:ext cx="1358900" cy="394970"/></a:xfrm><a:custGeom><a:avLst/><a:gdLst/><a:ahLst/><a:cxnLst/><a:rect l="l" t="t" r="r" b="b"/><a:pathLst><a:path w="1358900" h="394970"><a:moveTo><a:pt x="0" y="0"/></a:moveTo><a:lnTo><a:pt x="1358500" y="0"/></a:lnTo><a:lnTo><a:pt x="1358500" y="394403"/></a:lnTo><a:lnTo><a:pt x="0" y="394403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259" name="object 259"/><p:cNvSpPr txBox="1"/><p:nvPr/></p:nvSpPr><p:spPr><a:xfrm><a:off x="1904297" y="9534012"/><a:ext cx="1358900" cy="394970"/></a:xfrm><a:prstGeom prst="rect"><a:avLst/></a:prstGeom><a:solidFill><a:srgbClr val="FFFFFF"/></a:solidFill></p:spPr><p:txBody><a:bodyPr wrap="square" lIns="0" tIns="0" rIns="0" bIns="0" rtlCol="0" vert="horz"><a:spAutoFit/></a:bodyPr><a:lstStyle/><a:p><a:pPr marL="15240" marR="110489"><a:lnSpc><a:spcPts val="1040"/></a:lnSpc></a:pPr><a:r><a:rPr dirty="0" sz="850"><a:latin typeface="Verdana"/><a:cs typeface="Verdana"/></a:rPr><a:t>BEND VERTICAL </a:t></a:r><a:r><a:rPr dirty="0" sz="850" spc="-20"><a:latin typeface="Verdana"/><a:cs typeface="Verdana"/></a:rPr><a:t>BARS </a:t></a:r><a:r><a:rPr dirty="0" sz="850"><a:latin typeface="Verdana"/><a:cs typeface="Verdana"/></a:rPr><a:t>INTO</a:t></a:r><a:r><a:rPr dirty="0" sz="850" spc="-15"><a:latin typeface="Verdana"/><a:cs typeface="Verdana"/></a:rPr><a:t> </a:t></a:r><a:r><a:rPr dirty="0" sz="850"><a:latin typeface="Verdana"/><a:cs typeface="Verdana"/></a:rPr><a:t>SLAB</a:t></a:r><a:r><a:rPr dirty="0" sz="850" spc="-10"><a:latin typeface="Verdana"/><a:cs typeface="Verdana"/></a:rPr><a:t> </a:t></a:r><a:r><a:rPr dirty="0" sz="850"><a:latin typeface="Verdana"/><a:cs typeface="Verdana"/></a:rPr><a:t>BY</a:t></a:r><a:r><a:rPr dirty="0" sz="850" spc="-10"><a:latin typeface="Verdana"/><a:cs typeface="Verdana"/></a:rPr><a:t> </a:t></a:r><a:r><a:rPr dirty="0" sz="850" spc="-25"><a:latin typeface="Verdana"/><a:cs typeface="Verdana"/></a:rPr><a:t>12&quot; </a:t></a:r><a:r><a:rPr dirty="0" sz="850" spc="-10"><a:latin typeface="Verdana"/><a:cs typeface="Verdana"/></a:rPr><a:t>MINIMUM</a:t></a:r><a:endParaRPr sz="850"><a:latin typeface="Verdana"/><a:cs typeface="Verdana"/></a:endParaRPr></a:p></p:txBody></p:sp><p:grpSp><p:nvGrpSpPr><p:cNvPr id="260" name="object 260"/><p:cNvGrpSpPr/><p:nvPr/></p:nvGrpSpPr><p:grpSpPr><a:xfrm><a:off x="1682995" y="9595580"/><a:ext cx="221615" cy="1079500"/><a:chOff x="1682995" y="9595580"/><a:chExt cx="221615" cy="1079500"/></a:xfrm></p:grpSpPr><p:sp><p:nvSpPr><p:cNvPr id="261" name="object 261"/><p:cNvSpPr/><p:nvPr/></p:nvSpPr><p:spPr><a:xfrm><a:off x="1706436" y="9599707"/><a:ext cx="194310" cy="955040"/></a:xfrm><a:custGeom><a:avLst/><a:gdLst/><a:ahLst/><a:cxnLst/><a:rect l="l" t="t" r="r" b="b"/><a:pathLst><a:path w="194310" h="955040"><a:moveTo><a:pt x="0" y="954867"/></a:moveTo><a:lnTo><a:pt x="83340" y="0"/></a:lnTo><a:lnTo><a:pt x="193982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62" name="object 262"/><p:cNvSpPr/><p:nvPr/></p:nvSpPr><p:spPr><a:xfrm><a:off x="1687123" y="10552868"/><a:ext cx="38735" cy="118110"/></a:xfrm><a:custGeom><a:avLst/><a:gdLst/><a:ahLst/><a:cxnLst/><a:rect l="l" t="t" r="r" b="b"/><a:pathLst><a:path w="38735" h="118109"><a:moveTo><a:pt x="9206" y="117584"/></a:moveTo><a:lnTo><a:pt x="0" y="0"/></a:lnTo><a:lnTo><a:pt x="38633" y="3335"/></a:lnTo><a:lnTo><a:pt x="9206" y="117584"/></a:lnTo><a:close/></a:path></a:pathLst></a:custGeom><a:solidFill><a:srgbClr val="000000"/></a:solidFill></p:spPr><p:txBody><a:bodyPr wrap="square" lIns="0" tIns="0" rIns="0" bIns="0" rtlCol="0"/><a:lstStyle/><a:p/></p:txBody></p:sp><p:sp><p:nvSpPr><p:cNvPr id="263" name="object 263"/><p:cNvSpPr/><p:nvPr/></p:nvSpPr><p:spPr><a:xfrm><a:off x="1687123" y="10552868"/><a:ext cx="38735" cy="118110"/></a:xfrm><a:custGeom><a:avLst/><a:gdLst/><a:ahLst/><a:cxnLst/><a:rect l="l" t="t" r="r" b="b"/><a:pathLst><a:path w="38735" h="118109"><a:moveTo><a:pt x="9206" y="117584"/></a:moveTo><a:lnTo><a:pt x="0" y="0"/></a:lnTo><a:lnTo><a:pt x="38633" y="3335"/></a:lnTo><a:lnTo><a:pt x="9206" y="117584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264" name="object 264"/><p:cNvSpPr txBox="1"/><p:nvPr/></p:nvSpPr><p:spPr><a:xfrm><a:off x="4653835" y="9508028"/><a:ext cx="1885314" cy="394970"/></a:xfrm><a:prstGeom prst="rect"><a:avLst/></a:prstGeom><a:solidFill><a:srgbClr val="FFFFFF"/></a:solidFill><a:ln w="7756"><a:solidFill><a:srgbClr val="000000"/></a:solidFill></a:ln></p:spPr><p:txBody><a:bodyPr wrap="square" lIns="0" tIns="0" rIns="0" bIns="0" rtlCol="0" vert="horz"><a:spAutoFit/></a:bodyPr><a:lstStyle/><a:p><a:pPr marL="15240" marR="69215"><a:lnSpc><a:spcPts val="1040"/></a:lnSpc></a:pPr><a:r><a:rPr dirty="0" sz="850"><a:latin typeface="Verdana"/><a:cs typeface="Verdana"/></a:rPr><a:t>GRAVEL BACKFILL UNDER </a:t></a:r><a:r><a:rPr dirty="0" sz="850" spc="-10"><a:latin typeface="Verdana"/><a:cs typeface="Verdana"/></a:rPr><a:t>SLAB, </a:t></a:r><a:r><a:rPr dirty="0" sz="850"><a:latin typeface="Verdana"/><a:cs typeface="Verdana"/></a:rPr><a:t>COMPACT WITH </a:t></a:r><a:r><a:rPr dirty="0" sz="850" spc="-10"><a:latin typeface="Verdana"/><a:cs typeface="Verdana"/></a:rPr><a:t>VIBRATORY </a:t></a:r><a:r><a:rPr dirty="0" sz="850"><a:latin typeface="Verdana"/><a:cs typeface="Verdana"/></a:rPr><a:t>COMPACTOR</a:t></a:r><a:r><a:rPr dirty="0" sz="850" spc="-5"><a:latin typeface="Verdana"/><a:cs typeface="Verdana"/></a:rPr><a:t> </a:t></a:r><a:r><a:rPr dirty="0" sz="850"><a:latin typeface="Verdana"/><a:cs typeface="Verdana"/></a:rPr><a:t>IN 6&quot; </a:t></a:r><a:r><a:rPr dirty="0" sz="850" spc="-10"><a:latin typeface="Verdana"/><a:cs typeface="Verdana"/></a:rPr><a:t>LIFTS</a:t></a:r><a:endParaRPr sz="850"><a:latin typeface="Verdana"/><a:cs typeface="Verdana"/></a:endParaRPr></a:p></p:txBody></p:sp><p:grpSp><p:nvGrpSpPr><p:cNvPr id="265" name="object 265"/><p:cNvGrpSpPr/><p:nvPr/></p:nvGrpSpPr><p:grpSpPr><a:xfrm><a:off x="1221113" y="6537929"/><a:ext cx="3433445" cy="4610735"/><a:chOff x="1221113" y="6537929"/><a:chExt cx="3433445" cy="4610735"/></a:xfrm></p:grpSpPr><p:sp><p:nvSpPr><p:cNvPr id="266" name="object 266"/><p:cNvSpPr/><p:nvPr/></p:nvSpPr><p:spPr><a:xfrm><a:off x="4194574" y="9573723"/><a:ext cx="455930" cy="1524635"/></a:xfrm><a:custGeom><a:avLst/><a:gdLst/><a:ahLst/><a:cxnLst/><a:rect l="l" t="t" r="r" b="b"/><a:pathLst><a:path w="455929" h="1524634"><a:moveTo><a:pt x="0" y="1524250"/></a:moveTo><a:lnTo><a:pt x="314111" y="0"/></a:lnTo><a:lnTo><a:pt x="455382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67" name="object 267"/><p:cNvSpPr/><p:nvPr/></p:nvSpPr><p:spPr><a:xfrm><a:off x="4166613" y="11097509"/><a:ext cx="46990" cy="46990"/></a:xfrm><a:custGeom><a:avLst/><a:gdLst/><a:ahLst/><a:cxnLst/><a:rect l="l" t="t" r="r" b="b"/><a:pathLst><a:path w="46989" h="46990"><a:moveTo><a:pt x="23268" y="46537"/></a:moveTo><a:lnTo><a:pt x="14210" y="44712"/></a:lnTo><a:lnTo><a:pt x="6814" y="39731"/></a:lnTo><a:lnTo><a:pt x="1828" y="32336"/></a:lnTo><a:lnTo><a:pt x="0" y="23268"/></a:lnTo><a:lnTo><a:pt x="1828" y="14201"/></a:lnTo><a:lnTo><a:pt x="6814" y="6806"/></a:lnTo><a:lnTo><a:pt x="14210" y="1825"/></a:lnTo><a:lnTo><a:pt x="23268" y="0"/></a:lnTo><a:lnTo><a:pt x="32326" y="1825"/></a:lnTo><a:lnTo><a:pt x="39722" y="6806"/></a:lnTo><a:lnTo><a:pt x="44708" y="14201"/></a:lnTo><a:lnTo><a:pt x="46537" y="23268"/></a:lnTo><a:lnTo><a:pt x="44708" y="32336"/></a:lnTo><a:lnTo><a:pt x="39722" y="39731"/></a:lnTo><a:lnTo><a:pt x="32326" y="44712"/></a:lnTo><a:lnTo><a:pt x="23268" y="46537"/></a:lnTo><a:close/></a:path></a:pathLst></a:custGeom><a:solidFill><a:srgbClr val="000000"/></a:solidFill></p:spPr><p:txBody><a:bodyPr wrap="square" lIns="0" tIns="0" rIns="0" bIns="0" rtlCol="0"/><a:lstStyle/><a:p/></p:txBody></p:sp><p:sp><p:nvSpPr><p:cNvPr id="268" name="object 268"/><p:cNvSpPr/><p:nvPr/></p:nvSpPr><p:spPr><a:xfrm><a:off x="4166613" y="11097509"/><a:ext cx="46990" cy="46990"/></a:xfrm><a:custGeom><a:avLst/><a:gdLst/><a:ahLst/><a:cxnLst/><a:rect l="l" t="t" r="r" b="b"/><a:pathLst><a:path w="46989" h="46990"><a:moveTo><a:pt x="0" y="23268"/></a:moveTo><a:lnTo><a:pt x="1828" y="14201"/></a:lnTo><a:lnTo><a:pt x="6814" y="6806"/></a:lnTo><a:lnTo><a:pt x="14210" y="1825"/></a:lnTo><a:lnTo><a:pt x="23268" y="0"/></a:lnTo><a:lnTo><a:pt x="32326" y="1825"/></a:lnTo><a:lnTo><a:pt x="39722" y="6806"/></a:lnTo><a:lnTo><a:pt x="44708" y="14201"/></a:lnTo><a:lnTo><a:pt x="46537" y="23268"/></a:lnTo><a:lnTo><a:pt x="44708" y="32336"/></a:lnTo><a:lnTo><a:pt x="39722" y="39731"/></a:lnTo><a:lnTo><a:pt x="32326" y="44712"/></a:lnTo><a:lnTo><a:pt x="23268" y="46537"/></a:lnTo><a:lnTo><a:pt x="14210" y="44712"/></a:lnTo><a:lnTo><a:pt x="6814" y="39731"/></a:lnTo><a:lnTo><a:pt x="1828" y="32336"/></a:lnTo><a:lnTo><a:pt x="0" y="23268"/></a:lnTo></a:path></a:pathLst></a:custGeom><a:ln w="7756"><a:solidFill><a:srgbClr val="000000"/></a:solidFill></a:ln></p:spPr><p:txBody><a:bodyPr wrap="square" lIns="0" tIns="0" rIns="0" bIns="0" rtlCol="0"/><a:lstStyle/><a:p/></p:txBody></p:sp><p:sp><p:nvSpPr><p:cNvPr id="269" name="object 269"/><p:cNvSpPr/><p:nvPr/></p:nvSpPr><p:spPr><a:xfrm><a:off x="1325776" y="6555628"/><a:ext cx="208279" cy="3886200"/></a:xfrm><a:custGeom><a:avLst/><a:gdLst/><a:ahLst/><a:cxnLst/><a:rect l="l" t="t" r="r" b="b"/><a:pathLst><a:path w="208280" h="3886200"><a:moveTo><a:pt x="207874" y="0"/></a:moveTo><a:lnTo><a:pt x="39556" y="0"/></a:lnTo></a:path><a:path w="208280" h="3886200"><a:moveTo><a:pt x="39556" y="0"/></a:moveTo><a:lnTo><a:pt x="0" y="0"/></a:lnTo></a:path><a:path w="208280" h="3886200"><a:moveTo><a:pt x="207874" y="3885861"/></a:moveTo><a:lnTo><a:pt x="39556" y="3885861"/></a:lnTo></a:path><a:path w="208280" h="3886200"><a:moveTo><a:pt x="39556" y="3885861"/></a:moveTo><a:lnTo><a:pt x="0" y="3885861"/></a:lnTo></a:path><a:path w="208280" h="3886200"><a:moveTo><a:pt x="39556" y="0"/></a:moveTo><a:lnTo><a:pt x="39556" y="1749258"/></a:lnTo></a:path><a:path w="208280" h="3886200"><a:moveTo><a:pt x="39556" y="2136681"/></a:moveTo><a:lnTo><a:pt x="39556" y="3885861"/></a:lnTo></a:path><a:path w="208280" h="3886200"><a:moveTo><a:pt x="39556" y="1749258"/></a:moveTo><a:lnTo><a:pt x="39556" y="2136681"/></a:lnTo></a:path></a:pathLst></a:custGeom><a:ln w="3175"><a:solidFill><a:srgbClr val="000000"/></a:solidFill></a:ln></p:spPr><p:txBody><a:bodyPr wrap="square" lIns="0" tIns="0" rIns="0" bIns="0" rtlCol="0"/><a:lstStyle/><a:p/></p:txBody></p:sp><p:sp><p:nvSpPr><p:cNvPr id="270" name="object 270"/><p:cNvSpPr/><p:nvPr/></p:nvSpPr><p:spPr><a:xfrm><a:off x="1356801" y="6547096"/><a:ext cx="17145" cy="17145"/></a:xfrm><a:custGeom><a:avLst/><a:gdLst/><a:ahLst/><a:cxnLst/><a:rect l="l" t="t" r="r" b="b"/><a:pathLst><a:path w="17144" h="17145"><a:moveTo><a:pt x="17063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71" name="object 271"/><p:cNvSpPr/><p:nvPr/></p:nvSpPr><p:spPr><a:xfrm><a:off x="1365333" y="6538564"/><a:ext cx="0" cy="17145"/></a:xfrm><a:custGeom><a:avLst/><a:gdLst/><a:ahLst/><a:cxnLst/><a:rect l="l" t="t" r="r" b="b"/><a:pathLst><a:path w="0" h="17145"><a:moveTo><a:pt x="0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72" name="object 272"/><p:cNvSpPr/><p:nvPr/></p:nvSpPr><p:spPr><a:xfrm><a:off x="1356801" y="10432958"/><a:ext cx="17145" cy="17145"/></a:xfrm><a:custGeom><a:avLst/><a:gdLst/><a:ahLst/><a:cxnLst/><a:rect l="l" t="t" r="r" b="b"/><a:pathLst><a:path w="17144" h="17145"><a:moveTo><a:pt x="0" y="0"/></a:moveTo><a:lnTo><a:pt x="17063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273" name="object 273"/><p:cNvSpPr/><p:nvPr/></p:nvSpPr><p:spPr><a:xfrm><a:off x="1365333" y="10441490"/><a:ext cx="0" cy="17145"/></a:xfrm><a:custGeom><a:avLst/><a:gdLst/><a:ahLst/><a:cxnLst/><a:rect l="l" t="t" r="r" b="b"/><a:pathLst><a:path w="0" h="17145"><a:moveTo><a:pt x="0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274" name="object 274"/><p:cNvSpPr/><p:nvPr/></p:nvSpPr><p:spPr><a:xfrm><a:off x="1225240" y="8304885"/><a:ext cx="112395" cy="387985"/></a:xfrm><a:custGeom><a:avLst/><a:gdLst/><a:ahLst/><a:cxnLst/><a:rect l="l" t="t" r="r" b="b"/><a:pathLst><a:path w="112394" h="387984"><a:moveTo><a:pt x="112077" y="387422"/></a:moveTo><a:lnTo><a:pt x="0" y="387422"/></a:lnTo><a:lnTo><a:pt x="0" y="0"/></a:lnTo><a:lnTo><a:pt x="112077" y="0"/></a:lnTo><a:lnTo><a:pt x="112077" y="387422"/></a:lnTo><a:close/></a:path></a:pathLst></a:custGeom><a:solidFill><a:srgbClr val="FFFFFF"/></a:solidFill></p:spPr><p:txBody><a:bodyPr wrap="square" lIns="0" tIns="0" rIns="0" bIns="0" rtlCol="0"/><a:lstStyle/><a:p/></p:txBody></p:sp><p:sp><p:nvSpPr><p:cNvPr id="275" name="object 275"/><p:cNvSpPr/><p:nvPr/></p:nvSpPr><p:spPr><a:xfrm><a:off x="1225240" y="8304885"/><a:ext cx="112395" cy="387985"/></a:xfrm><a:custGeom><a:avLst/><a:gdLst/><a:ahLst/><a:cxnLst/><a:rect l="l" t="t" r="r" b="b"/><a:pathLst><a:path w="112394" h="387984"><a:moveTo><a:pt x="0" y="387422"/></a:moveTo><a:lnTo><a:pt x="0" y="0"/></a:lnTo><a:lnTo><a:pt x="112077" y="0"/></a:lnTo><a:lnTo><a:pt x="112077" y="387422"/></a:lnTo><a:lnTo><a:pt x="0" y="387422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276" name="object 276"/><p:cNvSpPr txBox="1"/><p:nvPr/></p:nvSpPr><p:spPr><a:xfrm><a:off x="1212079" y="8341665"/><a:ext cx="139065" cy="313055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><a:latin typeface="Verdana"/><a:cs typeface="Verdana"/></a:rPr><a:t>6&apos;-</a:t></a:r><a:r><a:rPr dirty="0" sz="700" spc="-25"><a:latin typeface="Verdana"/><a:cs typeface="Verdana"/></a:rPr><a:t>11&quot;</a:t></a:r><a:endParaRPr sz="700"><a:latin typeface="Verdana"/><a:cs typeface="Verdana"/></a:endParaRPr></a:p></p:txBody></p:sp><p:grpSp><p:nvGrpSpPr><p:cNvPr id="277" name="object 277"/><p:cNvGrpSpPr/><p:nvPr/></p:nvGrpSpPr><p:grpSpPr><a:xfrm><a:off x="6858219" y="7016332"/><a:ext cx="307340" cy="3442970"/><a:chOff x="6858219" y="7016332"/><a:chExt cx="307340" cy="3442970"/></a:xfrm></p:grpSpPr><p:sp><p:nvSpPr><p:cNvPr id="278" name="object 278"/><p:cNvSpPr/><p:nvPr/></p:nvSpPr><p:spPr><a:xfrm><a:off x="6962882" y="7034031"/><a:ext cx="201930" cy="3408045"/></a:xfrm><a:custGeom><a:avLst/><a:gdLst/><a:ahLst/><a:cxnLst/><a:rect l="l" t="t" r="r" b="b"/><a:pathLst><a:path w="201929" h="3408045"><a:moveTo><a:pt x="169543" y="0"/></a:moveTo><a:lnTo><a:pt x="39556" y="0"/></a:lnTo></a:path><a:path w="201929" h="3408045"><a:moveTo><a:pt x="39556" y="0"/></a:moveTo><a:lnTo><a:pt x="0" y="0"/></a:lnTo></a:path><a:path w="201929" h="3408045"><a:moveTo><a:pt x="201785" y="3407458"/></a:moveTo><a:lnTo><a:pt x="39556" y="3407458"/></a:lnTo></a:path><a:path w="201929" h="3408045"><a:moveTo><a:pt x="39556" y="3407458"/></a:moveTo><a:lnTo><a:pt x="0" y="3407458"/></a:lnTo></a:path><a:path w="201929" h="3408045"><a:moveTo><a:pt x="39556" y="0"/></a:moveTo><a:lnTo><a:pt x="39556" y="1539530"/></a:lnTo></a:path><a:path w="201929" h="3408045"><a:moveTo><a:pt x="39556" y="1868005"/></a:moveTo><a:lnTo><a:pt x="39556" y="3407458"/></a:lnTo></a:path><a:path w="201929" h="3408045"><a:moveTo><a:pt x="39556" y="1539530"/></a:moveTo><a:lnTo><a:pt x="39556" y="1868005"/></a:lnTo></a:path></a:pathLst></a:custGeom><a:ln w="3175"><a:solidFill><a:srgbClr val="000000"/></a:solidFill></a:ln></p:spPr><p:txBody><a:bodyPr wrap="square" lIns="0" tIns="0" rIns="0" bIns="0" rtlCol="0"/><a:lstStyle/><a:p/></p:txBody></p:sp><p:sp><p:nvSpPr><p:cNvPr id="279" name="object 279"/><p:cNvSpPr/><p:nvPr/></p:nvSpPr><p:spPr><a:xfrm><a:off x="6993907" y="7025499"/><a:ext cx="17145" cy="17145"/></a:xfrm><a:custGeom><a:avLst/><a:gdLst/><a:ahLst/><a:cxnLst/><a:rect l="l" t="t" r="r" b="b"/><a:pathLst><a:path w="17145" h="17145"><a:moveTo><a:pt x="17063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0" name="object 280"/><p:cNvSpPr/><p:nvPr/></p:nvSpPr><p:spPr><a:xfrm><a:off x="7002439" y="7016967"/><a:ext cx="0" cy="17145"/></a:xfrm><a:custGeom><a:avLst/><a:gdLst/><a:ahLst/><a:cxnLst/><a:rect l="l" t="t" r="r" b="b"/><a:pathLst><a:path w="0" h="17145"><a:moveTo><a:pt x="0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1" name="object 281"/><p:cNvSpPr/><p:nvPr/></p:nvSpPr><p:spPr><a:xfrm><a:off x="6993907" y="10432958"/><a:ext cx="17145" cy="17145"/></a:xfrm><a:custGeom><a:avLst/><a:gdLst/><a:ahLst/><a:cxnLst/><a:rect l="l" t="t" r="r" b="b"/><a:pathLst><a:path w="17145" h="17145"><a:moveTo><a:pt x="0" y="0"/></a:moveTo><a:lnTo><a:pt x="17063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282" name="object 282"/><p:cNvSpPr/><p:nvPr/></p:nvSpPr><p:spPr><a:xfrm><a:off x="7002439" y="10441490"/><a:ext cx="0" cy="17145"/></a:xfrm><a:custGeom><a:avLst/><a:gdLst/><a:ahLst/><a:cxnLst/><a:rect l="l" t="t" r="r" b="b"/><a:pathLst><a:path w="0" h="17145"><a:moveTo><a:pt x="0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283" name="object 283"/><p:cNvSpPr/><p:nvPr/></p:nvSpPr><p:spPr><a:xfrm><a:off x="6862346" y="8573560"/><a:ext cx="112395" cy="328930"/></a:xfrm><a:custGeom><a:avLst/><a:gdLst/><a:ahLst/><a:cxnLst/><a:rect l="l" t="t" r="r" b="b"/><a:pathLst><a:path w="112395" h="328929"><a:moveTo><a:pt x="112077" y="328475"/></a:moveTo><a:lnTo><a:pt x="0" y="328475"/></a:lnTo><a:lnTo><a:pt x="0" y="0"/></a:lnTo><a:lnTo><a:pt x="112077" y="0"/></a:lnTo><a:lnTo><a:pt x="112077" y="328475"/></a:lnTo><a:close/></a:path></a:pathLst></a:custGeom><a:solidFill><a:srgbClr val="FFFFFF"/></a:solidFill></p:spPr><p:txBody><a:bodyPr wrap="square" lIns="0" tIns="0" rIns="0" bIns="0" rtlCol="0"/><a:lstStyle/><a:p/></p:txBody></p:sp><p:sp><p:nvSpPr><p:cNvPr id="284" name="object 284"/><p:cNvSpPr/><p:nvPr/></p:nvSpPr><p:spPr><a:xfrm><a:off x="6862346" y="8573560"/><a:ext cx="112395" cy="328930"/></a:xfrm><a:custGeom><a:avLst/><a:gdLst/><a:ahLst/><a:cxnLst/><a:rect l="l" t="t" r="r" b="b"/><a:pathLst><a:path w="112395" h="328929"><a:moveTo><a:pt x="0" y="328475"/></a:moveTo><a:lnTo><a:pt x="0" y="0"/></a:lnTo><a:lnTo><a:pt x="112077" y="0"/></a:lnTo><a:lnTo><a:pt x="112077" y="328475"/></a:lnTo><a:lnTo><a:pt x="0" y="328475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285" name="object 285"/><p:cNvSpPr txBox="1"/><p:nvPr/></p:nvSpPr><p:spPr><a:xfrm><a:off x="6849185" y="8610596"/><a:ext cx="139065" cy="254000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><a:latin typeface="Verdana"/><a:cs typeface="Verdana"/></a:rPr><a:t>6&apos;-</a:t></a:r><a:r><a:rPr dirty="0" sz="700" spc="-25"><a:latin typeface="Verdana"/><a:cs typeface="Verdana"/></a:rPr><a:t>1&quot;</a:t></a:r><a:endParaRPr sz="700"><a:latin typeface="Verdana"/><a:cs typeface="Verdana"/></a:endParaRPr></a:p></p:txBody></p:sp><p:grpSp><p:nvGrpSpPr><p:cNvPr id="286" name="object 286"/><p:cNvGrpSpPr/><p:nvPr/></p:nvGrpSpPr><p:grpSpPr><a:xfrm><a:off x="3374509" y="7329063"/><a:ext cx="300990" cy="3130550"/><a:chOff x="3374509" y="7329063"/><a:chExt cx="300990" cy="3130550"/></a:xfrm></p:grpSpPr><p:sp><p:nvSpPr><p:cNvPr id="287" name="object 287"/><p:cNvSpPr/><p:nvPr/></p:nvSpPr><p:spPr><a:xfrm><a:off x="3479180" y="7346762"/><a:ext cx="195580" cy="3094990"/></a:xfrm><a:custGeom><a:avLst/><a:gdLst/><a:ahLst/><a:cxnLst/><a:rect l="l" t="t" r="r" b="b"/><a:pathLst><a:path w="195579" h="3094990"><a:moveTo><a:pt x="195185" y="0"/></a:moveTo><a:lnTo><a:pt x="39556" y="0"/></a:lnTo></a:path><a:path w="195579" h="3094990"><a:moveTo><a:pt x="39556" y="0"/></a:moveTo><a:lnTo><a:pt x="0" y="0"/></a:lnTo></a:path><a:path w="195579" h="3094990"><a:moveTo><a:pt x="195185" y="3094728"/></a:moveTo><a:lnTo><a:pt x="39556" y="3094728"/></a:lnTo></a:path><a:path w="195579" h="3094990"><a:moveTo><a:pt x="39556" y="3094728"/></a:moveTo><a:lnTo><a:pt x="0" y="3094728"/></a:lnTo></a:path><a:path w="195579" h="3094990"><a:moveTo><a:pt x="39556" y="0"/></a:moveTo><a:lnTo><a:pt x="39556" y="1383165"/></a:lnTo></a:path><a:path w="195579" h="3094990"><a:moveTo><a:pt x="39556" y="1711640"/></a:moveTo><a:lnTo><a:pt x="39556" y="3094728"/></a:lnTo></a:path><a:path w="195579" h="3094990"><a:moveTo><a:pt x="39556" y="1383165"/></a:moveTo><a:lnTo><a:pt x="39556" y="171164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8" name="object 288"/><p:cNvSpPr/><p:nvPr/></p:nvSpPr><p:spPr><a:xfrm><a:off x="3510197" y="7338230"/><a:ext cx="17145" cy="17145"/></a:xfrm><a:custGeom><a:avLst/><a:gdLst/><a:ahLst/><a:cxnLst/><a:rect l="l" t="t" r="r" b="b"/><a:pathLst><a:path w="17145" h="17145"><a:moveTo><a:pt x="17071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89" name="object 289"/><p:cNvSpPr/><p:nvPr/></p:nvSpPr><p:spPr><a:xfrm><a:off x="3518737" y="7329698"/><a:ext cx="0" cy="17145"/></a:xfrm><a:custGeom><a:avLst/><a:gdLst/><a:ahLst/><a:cxnLst/><a:rect l="l" t="t" r="r" b="b"/><a:pathLst><a:path w="0" h="17145"><a:moveTo><a:pt x="0" y="17063"/></a:moveTo><a:lnTo><a:pt x="0" y="0"/></a:lnTo></a:path></a:pathLst></a:custGeom><a:ln w="3175"><a:solidFill><a:srgbClr val="000000"/></a:solidFill></a:ln></p:spPr><p:txBody><a:bodyPr wrap="square" lIns="0" tIns="0" rIns="0" bIns="0" rtlCol="0"/><a:lstStyle/><a:p/></p:txBody></p:sp><p:sp><p:nvSpPr><p:cNvPr id="290" name="object 290"/><p:cNvSpPr/><p:nvPr/></p:nvSpPr><p:spPr><a:xfrm><a:off x="3510197" y="10432958"/><a:ext cx="17145" cy="17145"/></a:xfrm><a:custGeom><a:avLst/><a:gdLst/><a:ahLst/><a:cxnLst/><a:rect l="l" t="t" r="r" b="b"/><a:pathLst><a:path w="17145" h="17145"><a:moveTo><a:pt x="0" y="0"/></a:moveTo><a:lnTo><a:pt x="17071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291" name="object 291"/><p:cNvSpPr/><p:nvPr/></p:nvSpPr><p:spPr><a:xfrm><a:off x="3518737" y="10441490"/><a:ext cx="0" cy="17145"/></a:xfrm><a:custGeom><a:avLst/><a:gdLst/><a:ahLst/><a:cxnLst/><a:rect l="l" t="t" r="r" b="b"/><a:pathLst><a:path w="0" h="17145"><a:moveTo><a:pt x="0" y="0"/></a:moveTo><a:lnTo><a:pt x="0" y="17063"/></a:lnTo></a:path></a:pathLst></a:custGeom><a:ln w="3175"><a:solidFill><a:srgbClr val="000000"/></a:solidFill></a:ln></p:spPr><p:txBody><a:bodyPr wrap="square" lIns="0" tIns="0" rIns="0" bIns="0" rtlCol="0"/><a:lstStyle/><a:p/></p:txBody></p:sp><p:sp><p:nvSpPr><p:cNvPr id="292" name="object 292"/><p:cNvSpPr/><p:nvPr/></p:nvSpPr><p:spPr><a:xfrm><a:off x="3378636" y="8729925"/><a:ext cx="112395" cy="328930"/></a:xfrm><a:custGeom><a:avLst/><a:gdLst/><a:ahLst/><a:cxnLst/><a:rect l="l" t="t" r="r" b="b"/><a:pathLst><a:path w="112395" h="328929"><a:moveTo><a:pt x="112077" y="328475"/></a:moveTo><a:lnTo><a:pt x="0" y="328475"/></a:lnTo><a:lnTo><a:pt x="0" y="0"/></a:lnTo><a:lnTo><a:pt x="112077" y="0"/></a:lnTo><a:lnTo><a:pt x="112077" y="328475"/></a:lnTo><a:close/></a:path></a:pathLst></a:custGeom><a:solidFill><a:srgbClr val="FFFFFF"/></a:solidFill></p:spPr><p:txBody><a:bodyPr wrap="square" lIns="0" tIns="0" rIns="0" bIns="0" rtlCol="0"/><a:lstStyle/><a:p/></p:txBody></p:sp><p:sp><p:nvSpPr><p:cNvPr id="293" name="object 293"/><p:cNvSpPr/><p:nvPr/></p:nvSpPr><p:spPr><a:xfrm><a:off x="3378636" y="8729925"/><a:ext cx="112395" cy="328930"/></a:xfrm><a:custGeom><a:avLst/><a:gdLst/><a:ahLst/><a:cxnLst/><a:rect l="l" t="t" r="r" b="b"/><a:pathLst><a:path w="112395" h="328929"><a:moveTo><a:pt x="0" y="328475"/></a:moveTo><a:lnTo><a:pt x="0" y="0"/></a:lnTo><a:lnTo><a:pt x="112077" y="0"/></a:lnTo><a:lnTo><a:pt x="112077" y="328475"/></a:lnTo><a:lnTo><a:pt x="0" y="328475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294" name="object 294"/><p:cNvSpPr txBox="1"/><p:nvPr/></p:nvSpPr><p:spPr><a:xfrm><a:off x="3365475" y="8767357"/><a:ext cx="139065" cy="254000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><a:latin typeface="Verdana"/><a:cs typeface="Verdana"/></a:rPr><a:t>5&apos;-</a:t></a:r><a:r><a:rPr dirty="0" sz="700" spc="-25"><a:latin typeface="Verdana"/><a:cs typeface="Verdana"/></a:rPr><a:t>6&quot;</a:t></a:r><a:endParaRPr sz="700"><a:latin typeface="Verdana"/><a:cs typeface="Verdana"/></a:endParaRPr></a:p></p:txBody></p:sp><p:grpSp><p:nvGrpSpPr><p:cNvPr id="295" name="object 295"/><p:cNvGrpSpPr/><p:nvPr/></p:nvGrpSpPr><p:grpSpPr><a:xfrm><a:off x="17331951" y="10689689"/><a:ext cx="1062355" cy="1109345"/><a:chOff x="17331951" y="10689689"/><a:chExt cx="1062355" cy="1109345"/></a:xfrm></p:grpSpPr><p:sp><p:nvSpPr><p:cNvPr id="296" name="object 296"/><p:cNvSpPr/><p:nvPr/></p:nvSpPr><p:spPr><a:xfrm><a:off x="17331944" y="10716848"/><a:ext cx="366395" cy="1055370"/></a:xfrm><a:custGeom><a:avLst/><a:gdLst/><a:ahLst/><a:cxnLst/><a:rect l="l" t="t" r="r" b="b"/><a:pathLst><a:path w="366394" h="1055370"><a:moveTo><a:pt x="366090" y="1047076"/></a:moveTo><a:lnTo><a:pt x="323430" y="1047076"/></a:lnTo><a:lnTo><a:pt x="323430" y="583488"/></a:lnTo><a:lnTo><a:pt x="315683" y="583488"/></a:lnTo><a:lnTo><a:pt x="315683" y="1047076"/></a:lnTo><a:lnTo><a:pt x="0" y="1047076"/></a:lnTo><a:lnTo><a:pt x="0" y="1054836"/></a:lnTo><a:lnTo><a:pt x="319557" y="1054836"/></a:lnTo><a:lnTo><a:pt x="366090" y="1054836"/></a:lnTo><a:lnTo><a:pt x="366090" y="1047076"/></a:lnTo><a:close/></a:path><a:path w="366394" h="1055370"><a:moveTo><a:pt x="366090" y="0"/></a:moveTo><a:lnTo><a:pt x="319557" y="0"/></a:lnTo><a:lnTo><a:pt x="0" y="0"/></a:lnTo><a:lnTo><a:pt x="0" y="7747"/></a:lnTo><a:lnTo><a:pt x="315683" y="7747"/></a:lnTo><a:lnTo><a:pt x="315683" y="471335"/></a:lnTo><a:lnTo><a:pt x="323430" y="471335"/></a:lnTo><a:lnTo><a:pt x="323430" y="7747"/></a:lnTo><a:lnTo><a:pt x="366090" y="7747"/></a:lnTo><a:lnTo><a:pt x="366090" y="0"/></a:lnTo><a:close/></a:path></a:pathLst></a:custGeom><a:solidFill><a:srgbClr val="000000"/></a:solidFill></p:spPr><p:txBody><a:bodyPr wrap="square" lIns="0" tIns="0" rIns="0" bIns="0" rtlCol="0"/><a:lstStyle/><a:p/></p:txBody></p:sp><p:sp><p:nvSpPr><p:cNvPr id="297" name="object 297"/><p:cNvSpPr/><p:nvPr/></p:nvSpPr><p:spPr><a:xfrm><a:off x="17635994" y="10705201"/><a:ext cx="31115" cy="31115"/></a:xfrm><a:custGeom><a:avLst/><a:gdLst/><a:ahLst/><a:cxnLst/><a:rect l="l" t="t" r="r" b="b"/><a:pathLst><a:path w="31115" h="31115"><a:moveTo><a:pt x="31024" y="31024"/></a:moveTo><a:lnTo><a:pt x="0" y="0"/></a:lnTo></a:path></a:pathLst></a:custGeom><a:ln w="15512"><a:solidFill><a:srgbClr val="000000"/></a:solidFill></a:ln></p:spPr><p:txBody><a:bodyPr wrap="square" lIns="0" tIns="0" rIns="0" bIns="0" rtlCol="0"/><a:lstStyle/><a:p/></p:txBody></p:sp><p:sp><p:nvSpPr><p:cNvPr id="298" name="object 298"/><p:cNvSpPr/><p:nvPr/></p:nvSpPr><p:spPr><a:xfrm><a:off x="17647629" y="10689689"/><a:ext cx="8255" cy="31115"/></a:xfrm><a:custGeom><a:avLst/><a:gdLst/><a:ahLst/><a:cxnLst/><a:rect l="l" t="t" r="r" b="b"/><a:pathLst><a:path w="8255" h="31115"><a:moveTo><a:pt x="7756" y="31024"/></a:moveTo><a:lnTo><a:pt x="0" y="31024"/></a:lnTo><a:lnTo><a:pt x="0" y="0"/></a:lnTo><a:lnTo><a:pt x="7756" y="0"/></a:lnTo><a:lnTo><a:pt x="7756" y="31024"/></a:lnTo><a:close/></a:path></a:pathLst></a:custGeom><a:solidFill><a:srgbClr val="000000"/></a:solidFill></p:spPr><p:txBody><a:bodyPr wrap="square" lIns="0" tIns="0" rIns="0" bIns="0" rtlCol="0"/><a:lstStyle/><a:p/></p:txBody></p:sp><p:sp><p:nvSpPr><p:cNvPr id="299" name="object 299"/><p:cNvSpPr/><p:nvPr/></p:nvSpPr><p:spPr><a:xfrm><a:off x="17635994" y="11752290"/><a:ext cx="31115" cy="31115"/></a:xfrm><a:custGeom><a:avLst/><a:gdLst/><a:ahLst/><a:cxnLst/><a:rect l="l" t="t" r="r" b="b"/><a:pathLst><a:path w="31115" h="31115"><a:moveTo><a:pt x="0" y="0"/></a:moveTo><a:lnTo><a:pt x="31024" y="31024"/></a:lnTo></a:path></a:pathLst></a:custGeom><a:ln w="15512"><a:solidFill><a:srgbClr val="000000"/></a:solidFill></a:ln></p:spPr><p:txBody><a:bodyPr wrap="square" lIns="0" tIns="0" rIns="0" bIns="0" rtlCol="0"/><a:lstStyle/><a:p/></p:txBody></p:sp><p:sp><p:nvSpPr><p:cNvPr id="300" name="object 300"/><p:cNvSpPr/><p:nvPr/></p:nvSpPr><p:spPr><a:xfrm><a:off x="17647629" y="11767802"/><a:ext cx="8255" cy="31115"/></a:xfrm><a:custGeom><a:avLst/><a:gdLst/><a:ahLst/><a:cxnLst/><a:rect l="l" t="t" r="r" b="b"/><a:pathLst><a:path w="8255" h="31115"><a:moveTo><a:pt x="7756" y="31024"/></a:moveTo><a:lnTo><a:pt x="0" y="31024"/></a:lnTo><a:lnTo><a:pt x="0" y="0"/></a:lnTo><a:lnTo><a:pt x="7756" y="0"/></a:lnTo><a:lnTo><a:pt x="7756" y="31024"/></a:lnTo><a:close/></a:path></a:pathLst></a:custGeom><a:solidFill><a:srgbClr val="000000"/></a:solidFill></p:spPr><p:txBody><a:bodyPr wrap="square" lIns="0" tIns="0" rIns="0" bIns="0" rtlCol="0"/><a:lstStyle/><a:p/></p:txBody></p:sp><p:sp><p:nvSpPr><p:cNvPr id="301" name="object 301"/><p:cNvSpPr/><p:nvPr/></p:nvSpPr><p:spPr><a:xfrm><a:off x="17380815" y="11188179"/><a:ext cx="1013460" cy="112395"/></a:xfrm><a:custGeom><a:avLst/><a:gdLst/><a:ahLst/><a:cxnLst/><a:rect l="l" t="t" r="r" b="b"/><a:pathLst><a:path w="1013459" h="112395"><a:moveTo><a:pt x="1012961" y="112154"/></a:moveTo><a:lnTo><a:pt x="0" y="112154"/></a:lnTo><a:lnTo><a:pt x="0" y="0"/></a:lnTo><a:lnTo><a:pt x="1012961" y="0"/></a:lnTo><a:lnTo><a:pt x="1012961" y="112154"/></a:lnTo><a:close/></a:path></a:pathLst></a:custGeom><a:solidFill><a:srgbClr val="FFFFFF"/></a:solidFill></p:spPr><p:txBody><a:bodyPr wrap="square" lIns="0" tIns="0" rIns="0" bIns="0" rtlCol="0"/><a:lstStyle/><a:p/></p:txBody></p:sp></p:grpSp><p:sp><p:nvSpPr><p:cNvPr id="302" name="object 302"/><p:cNvSpPr txBox="1"/><p:nvPr/></p:nvSpPr><p:spPr><a:xfrm><a:off x="17380816" y="11188179"/><a:ext cx="1013460" cy="113030"/></a:xfrm><a:prstGeom prst="rect"><a:avLst/></a:prstGeom><a:ln w="7756"><a:solidFill><a:srgbClr val="000000"/></a:solidFill></a:ln></p:spPr><p:txBody><a:bodyPr wrap="square" lIns="0" tIns="3810" rIns="0" bIns="0" rtlCol="0" vert="horz"><a:spAutoFit/></a:bodyPr><a:lstStyle/><a:p><a:pPr marL="49530"><a:lnSpc><a:spcPct val="100000"/></a:lnSpc><a:spcBef><a:spcPts val="30"/></a:spcBef></a:pPr><a:r><a:rPr dirty="0" sz="700"><a:latin typeface="Verdana"/><a:cs typeface="Verdana"/></a:rPr><a:t>1&apos;-10&quot;</a:t></a:r><a:r><a:rPr dirty="0" sz="700" spc="95"><a:latin typeface="Verdana"/><a:cs typeface="Verdana"/></a:rPr><a:t> </a:t></a:r><a:r><a:rPr dirty="0" sz="700" spc="-10"><a:latin typeface="Verdana"/><a:cs typeface="Verdana"/></a:rPr><a:t>EMBEDMENT</a:t></a:r><a:endParaRPr sz="700"><a:latin typeface="Verdana"/><a:cs typeface="Verdana"/></a:endParaRPr></a:p></p:txBody></p:sp><p:pic><p:nvPicPr><p:cNvPr id="303" name="object 303"/><p:cNvPicPr/><p:nvPr/></p:nvPicPr><p:blipFill><a:blip r:embed="rId22" cstate="print"/><a:stretch><a:fillRect/></a:stretch></p:blipFill><p:spPr><a:xfrm><a:off x="11629663" y="10410465"/><a:ext cx="354924" cy="480885"/></a:xfrm><a:prstGeom prst="rect"><a:avLst/></a:prstGeom></p:spPr></p:pic><p:sp><p:nvSpPr><p:cNvPr id="304" name="object 304"/><p:cNvSpPr txBox="1"/><p:nvPr/></p:nvSpPr><p:spPr><a:xfrm><a:off x="11815599" y="10582207"/><a:ext cx="12763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 spc="-25"><a:latin typeface="Verdana"/><a:cs typeface="Verdana"/></a:rPr><a:t>9&quot;</a:t></a:r><a:endParaRPr sz="700"><a:latin typeface="Verdana"/><a:cs typeface="Verdana"/></a:endParaRPr></a:p></p:txBody></p:sp><p:sp><p:nvSpPr><p:cNvPr id="305" name="object 305"/><p:cNvSpPr/><p:nvPr/></p:nvSpPr><p:spPr><a:xfrm><a:off x="17787861" y="10655560"/><a:ext cx="481330" cy="33655"/></a:xfrm><a:custGeom><a:avLst/><a:gdLst/><a:ahLst/><a:cxnLst/><a:rect l="l" t="t" r="r" b="b"/><a:pathLst><a:path w="481330" h="33654"><a:moveTo><a:pt x="0" y="33119"/></a:moveTo><a:lnTo><a:pt x="480729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306" name="object 306"/><p:cNvSpPr txBox="1"/><p:nvPr/></p:nvSpPr><p:spPr><a:xfrm rot="21420000"><a:off x="12289381" y="10882758"/><a:ext cx="518292" cy="139700"/></a:xfrm><a:prstGeom prst="rect"><a:avLst/></a:prstGeom></p:spPr><p:txBody><a:bodyPr wrap="square" lIns="0" tIns="0" rIns="0" bIns="0" rtlCol="0" vert="horz"><a:spAutoFit/></a:bodyPr><a:lstStyle/><a:p><a:pPr><a:lnSpc><a:spcPts val="1100"/></a:lnSpc></a:pPr><a:r><a:rPr dirty="0" sz="1100" spc="-10"><a:latin typeface="Verdana"/><a:cs typeface="Verdana"/></a:rPr><a:t>GRADE</a:t></a:r><a:endParaRPr sz="1100"><a:latin typeface="Verdana"/><a:cs typeface="Verdana"/></a:endParaRPr></a:p></p:txBody></p:sp><p:sp><p:nvSpPr><p:cNvPr id="307" name="object 307"/><p:cNvSpPr/><p:nvPr/></p:nvSpPr><p:spPr><a:xfrm><a:off x="12495799" y="10988689"/><a:ext cx="843915" cy="58419"/></a:xfrm><a:custGeom><a:avLst/><a:gdLst/><a:ahLst/><a:cxnLst/><a:rect l="l" t="t" r="r" b="b"/><a:pathLst><a:path w="843915" h="58420"><a:moveTo><a:pt x="0" y="58171"/></a:moveTo><a:lnTo><a:pt x="843798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308" name="object 308"/><p:cNvSpPr txBox="1"/><p:nvPr/></p:nvSpPr><p:spPr><a:xfrm><a:off x="14465896" y="12424850"/><a:ext cx="160147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GEAR</a:t></a:r><a:r><a:rPr dirty="0" sz="950" spc="45"><a:latin typeface="Calibri"/><a:cs typeface="Calibri"/></a:rPr><a:t> </a:t></a:r><a:r><a:rPr dirty="0" sz="950"><a:latin typeface="Calibri"/><a:cs typeface="Calibri"/></a:rPr><a:t>PAD</a:t></a:r><a:r><a:rPr dirty="0" sz="950" spc="45"><a:latin typeface="Calibri"/><a:cs typeface="Calibri"/></a:rPr><a:t> </a:t></a:r><a:r><a:rPr dirty="0" sz="950"><a:latin typeface="Calibri"/><a:cs typeface="Calibri"/></a:rPr><a:t>DETAILS</a:t></a:r><a:r><a:rPr dirty="0" sz="950" spc="45"><a:latin typeface="Calibri"/><a:cs typeface="Calibri"/></a:rPr><a:t> </a:t></a:r><a:r><a:rPr dirty="0" sz="950"><a:latin typeface="Calibri"/><a:cs typeface="Calibri"/></a:rPr><a:t>-</a:t></a:r><a:r><a:rPr dirty="0" sz="950" spc="45"><a:latin typeface="Calibri"/><a:cs typeface="Calibri"/></a:rPr><a:t> </a:t></a:r><a:r><a:rPr dirty="0" sz="950"><a:latin typeface="Calibri"/><a:cs typeface="Calibri"/></a:rPr><a:t>SIDE</a:t></a:r><a:r><a:rPr dirty="0" sz="950" spc="45"><a:latin typeface="Calibri"/><a:cs typeface="Calibri"/></a:rPr><a:t> </a:t></a:r><a:r><a:rPr dirty="0" sz="950" spc="-20"><a:latin typeface="Calibri"/><a:cs typeface="Calibri"/></a:rPr><a:t>VIEW</a:t></a:r><a:endParaRPr sz="950"><a:latin typeface="Calibri"/><a:cs typeface="Calibri"/></a:endParaRPr></a:p></p:txBody></p:sp><p:sp><p:nvSpPr><p:cNvPr id="309" name="object 309"/><p:cNvSpPr txBox="1"/><p:nvPr/></p:nvSpPr><p:spPr><a:xfrm><a:off x="14156966" y="12463476"/><a:ext cx="8890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50"><a:latin typeface="Calibri"/><a:cs typeface="Calibri"/></a:rPr><a:t>3</a:t></a:r><a:endParaRPr sz="950"><a:latin typeface="Calibri"/><a:cs typeface="Calibri"/></a:endParaRPr></a:p></p:txBody></p:sp><p:grpSp><p:nvGrpSpPr><p:cNvPr id="310" name="object 310"/><p:cNvGrpSpPr/><p:nvPr/></p:nvGrpSpPr><p:grpSpPr><a:xfrm><a:off x="1589206" y="9400915"/><a:ext cx="15678785" cy="3457575"/><a:chOff x="1589206" y="9400915"/><a:chExt cx="15678785" cy="3457575"/></a:xfrm></p:grpSpPr><p:sp><p:nvSpPr><p:cNvPr id="311" name="object 311"/><p:cNvSpPr/><p:nvPr/></p:nvSpPr><p:spPr><a:xfrm><a:off x="13981966" y="12633626"/><a:ext cx="3281679" cy="0"/></a:xfrm><a:custGeom><a:avLst/><a:gdLst/><a:ahLst/><a:cxnLst/><a:rect l="l" t="t" r="r" b="b"/><a:pathLst><a:path w="3281680" h="0"><a:moveTo><a:pt x="0" y="0"/></a:moveTo><a:lnTo><a:pt x="3281342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12" name="object 312"/><p:cNvSpPr/><p:nvPr/></p:nvSpPr><p:spPr><a:xfrm><a:off x="1597143" y="10373776"/><a:ext cx="12818110" cy="2476500"/></a:xfrm><a:custGeom><a:avLst/><a:gdLst/><a:ahLst/><a:cxnLst/><a:rect l="l" t="t" r="r" b="b"/><a:pathLst><a:path w="12818110" h="2476500"><a:moveTo><a:pt x="12384823" y="2259849"/></a:moveTo><a:lnTo><a:pt x="12390542" y="2210195"/></a:lnTo><a:lnTo><a:pt x="12406835" y="2164614"/></a:lnTo><a:lnTo><a:pt x="12432403" y="2124405"/></a:lnTo><a:lnTo><a:pt x="12465947" y="2090870"/></a:lnTo><a:lnTo><a:pt x="12506169" y="2065306"/></a:lnTo><a:lnTo><a:pt x="12551771" y="2049015"/></a:lnTo><a:lnTo><a:pt x="12601454" y="2043296"/></a:lnTo><a:lnTo><a:pt x="12651112" y="2049015"/></a:lnTo><a:lnTo><a:pt x="12696704" y="2065306"/></a:lnTo><a:lnTo><a:pt x="12736928" y="2090870"/></a:lnTo><a:lnTo><a:pt x="12770480" y="2124405"/></a:lnTo><a:lnTo><a:pt x="12796059" y="2164614"/></a:lnTo><a:lnTo><a:pt x="12812361" y="2210195"/></a:lnTo><a:lnTo><a:pt x="12818085" y="2259849"/></a:lnTo><a:lnTo><a:pt x="12812361" y="2309532"/></a:lnTo><a:lnTo><a:pt x="12796059" y="2355134"/></a:lnTo><a:lnTo><a:pt x="12770480" y="2395356"/></a:lnTo><a:lnTo><a:pt x="12736928" y="2428900"/></a:lnTo><a:lnTo><a:pt x="12696704" y="2454468"/></a:lnTo><a:lnTo><a:pt x="12651112" y="2470761"/></a:lnTo><a:lnTo><a:pt x="12601454" y="2476480"/></a:lnTo><a:lnTo><a:pt x="12551771" y="2470761"/></a:lnTo><a:lnTo><a:pt x="12506169" y="2454468"/></a:lnTo><a:lnTo><a:pt x="12465947" y="2428900"/></a:lnTo><a:lnTo><a:pt x="12432403" y="2395356"/></a:lnTo><a:lnTo><a:pt x="12406835" y="2355134"/></a:lnTo><a:lnTo><a:pt x="12390542" y="2309532"/></a:lnTo><a:lnTo><a:pt x="12384823" y="2259849"/></a:lnTo></a:path><a:path w="12818110" h="2476500"><a:moveTo><a:pt x="0" y="0"/></a:moveTo><a:lnTo><a:pt x="0" y="67711"/></a:lnTo><a:lnTo><a:pt x="0" y="263168"/></a:lnTo></a:path></a:pathLst></a:custGeom><a:ln w="15512"><a:solidFill><a:srgbClr val="000000"/></a:solidFill></a:ln></p:spPr><p:txBody><a:bodyPr wrap="square" lIns="0" tIns="0" rIns="0" bIns="0" rtlCol="0"/><a:lstStyle/><a:p/></p:txBody></p:sp><p:sp><p:nvSpPr><p:cNvPr id="313" name="object 313"/><p:cNvSpPr/><p:nvPr/></p:nvSpPr><p:spPr><a:xfrm><a:off x="11655335" y="9400915"/><a:ext cx="2023745" cy="263525"/></a:xfrm><a:custGeom><a:avLst/><a:gdLst/><a:ahLst/><a:cxnLst/><a:rect l="l" t="t" r="r" b="b"/><a:pathLst><a:path w="2023744" h="263525"><a:moveTo><a:pt x="2023595" y="262935"/></a:moveTo><a:lnTo><a:pt x="0" y="262935"/></a:lnTo><a:lnTo><a:pt x="0" y="0"/></a:lnTo><a:lnTo><a:pt x="2023595" y="0"/></a:lnTo><a:lnTo><a:pt x="2023595" y="262935"/></a:lnTo><a:close/></a:path></a:pathLst></a:custGeom><a:solidFill><a:srgbClr val="FFFFFF"/></a:solidFill></p:spPr><p:txBody><a:bodyPr wrap="square" lIns="0" tIns="0" rIns="0" bIns="0" rtlCol="0"/><a:lstStyle/><a:p/></p:txBody></p:sp></p:grpSp><p:sp><p:nvSpPr><p:cNvPr id="314" name="object 314"/><p:cNvSpPr txBox="1"/><p:nvPr/></p:nvSpPr><p:spPr><a:xfrm><a:off x="11655335" y="9400915"/><a:ext cx="2023745" cy="263525"/></a:xfrm><a:prstGeom prst="rect"><a:avLst/></a:prstGeom><a:ln w="7756"><a:solidFill><a:srgbClr val="000000"/></a:solidFill></a:ln></p:spPr><p:txBody><a:bodyPr wrap="square" lIns="0" tIns="0" rIns="0" bIns="0" rtlCol="0" vert="horz"><a:spAutoFit/></a:bodyPr><a:lstStyle/><a:p><a:pPr marL="15240" marR="70485"><a:lnSpc><a:spcPts val="1040"/></a:lnSpc></a:pPr><a:r><a:rPr dirty="0" sz="850"><a:latin typeface="Verdana"/><a:cs typeface="Verdana"/></a:rPr><a:t>3/4&quot; SIMPSON STRONG-BOLT 2</a:t></a:r><a:r><a:rPr dirty="0" sz="850" spc="5"><a:latin typeface="Verdana"/><a:cs typeface="Verdana"/></a:rPr><a:t> </a:t></a:r><a:r><a:rPr dirty="0" sz="850" spc="-25"><a:latin typeface="Verdana"/><a:cs typeface="Verdana"/></a:rPr><a:t>SS </a:t></a:r><a:r><a:rPr dirty="0" sz="850"><a:latin typeface="Verdana"/><a:cs typeface="Verdana"/></a:rPr><a:t>W/ 4&quot;</a:t></a:r><a:r><a:rPr dirty="0" sz="850" spc="5"><a:latin typeface="Verdana"/><a:cs typeface="Verdana"/></a:rPr><a:t> </a:t></a:r><a:r><a:rPr dirty="0" sz="850" spc="-10"><a:latin typeface="Verdana"/><a:cs typeface="Verdana"/></a:rPr><a:t>EMBEDMENT</a:t></a:r><a:endParaRPr sz="850"><a:latin typeface="Verdana"/><a:cs typeface="Verdana"/></a:endParaRPr></a:p></p:txBody></p:sp><p:grpSp><p:nvGrpSpPr><p:cNvPr id="315" name="object 315"/><p:cNvGrpSpPr/><p:nvPr/></p:nvGrpSpPr><p:grpSpPr><a:xfrm><a:off x="11215930" y="546022"/><a:ext cx="2383155" cy="9805035"/><a:chOff x="11215930" y="546022"/><a:chExt cx="2383155" cy="9805035"/></a:xfrm></p:grpSpPr><p:sp><p:nvSpPr><p:cNvPr id="316" name="object 316"/><p:cNvSpPr/><p:nvPr/></p:nvSpPr><p:spPr><a:xfrm><a:off x="11239448" y="9466610"/><a:ext cx="412115" cy="813435"/></a:xfrm><a:custGeom><a:avLst/><a:gdLst/><a:ahLst/><a:cxnLst/><a:rect l="l" t="t" r="r" b="b"/><a:pathLst><a:path w="412115" h="813434"><a:moveTo><a:pt x="0" y="813238"/></a:moveTo><a:lnTo><a:pt x="235013" y="0"/></a:lnTo><a:lnTo><a:pt x="412009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17" name="object 317"/><p:cNvSpPr/><p:nvPr/></p:nvSpPr><p:spPr><a:xfrm><a:off x="11220057" y="10276592"/><a:ext cx="31115" cy="70485"/></a:xfrm><a:custGeom><a:avLst/><a:gdLst/><a:ahLst/><a:cxnLst/><a:rect l="l" t="t" r="r" b="b"/><a:pathLst><a:path w="31115" h="70484"><a:moveTo><a:pt x="0" y="70271"/></a:moveTo><a:lnTo><a:pt x="8221" y="0"/></a:lnTo><a:lnTo><a:pt x="30559" y="6437"/></a:lnTo><a:lnTo><a:pt x="0" y="70271"/></a:lnTo><a:close/></a:path></a:pathLst></a:custGeom><a:solidFill><a:srgbClr val="000000"/></a:solidFill></p:spPr><p:txBody><a:bodyPr wrap="square" lIns="0" tIns="0" rIns="0" bIns="0" rtlCol="0"/><a:lstStyle/><a:p/></p:txBody></p:sp><p:sp><p:nvSpPr><p:cNvPr id="318" name="object 318"/><p:cNvSpPr/><p:nvPr/></p:nvSpPr><p:spPr><a:xfrm><a:off x="11220057" y="10276592"/><a:ext cx="31115" cy="70485"/></a:xfrm><a:custGeom><a:avLst/><a:gdLst/><a:ahLst/><a:cxnLst/><a:rect l="l" t="t" r="r" b="b"/><a:pathLst><a:path w="31115" h="70484"><a:moveTo><a:pt x="0" y="70271"/></a:moveTo><a:lnTo><a:pt x="8221" y="0"/></a:lnTo><a:lnTo><a:pt x="30559" y="6437"/></a:lnTo><a:lnTo><a:pt x="0" y="70271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319" name="object 319"/><p:cNvSpPr/><p:nvPr/></p:nvSpPr><p:spPr><a:xfrm><a:off x="12230761" y="546027"/><a:ext cx="1266825" cy="4145915"/></a:xfrm><a:custGeom><a:avLst/><a:gdLst/><a:ahLst/><a:cxnLst/><a:rect l="l" t="t" r="r" b="b"/><a:pathLst><a:path w="1266825" h="4145915"><a:moveTo><a:pt x="1225486" y="3439083"/></a:moveTo><a:lnTo><a:pt x="1221600" y="3439083"/></a:lnTo><a:lnTo><a:pt x="1221600" y="4097058"/></a:lnTo><a:lnTo><a:pt x="1225486" y="4097058"/></a:lnTo><a:lnTo><a:pt x="1225486" y="3439083"/></a:lnTo><a:close/></a:path><a:path w="1266825" h="4145915"><a:moveTo><a:pt x="1225486" y="48641"/></a:moveTo><a:lnTo><a:pt x="1221600" y="48641"/></a:lnTo><a:lnTo><a:pt x="1221600" y="3176155"/></a:lnTo><a:lnTo><a:pt x="1225486" y="3176155"/></a:lnTo><a:lnTo><a:pt x="1225486" y="48641"/></a:lnTo><a:close/></a:path><a:path w="1266825" h="4145915"><a:moveTo><a:pt x="1266202" y="4141813"/></a:moveTo><a:lnTo><a:pt x="1223543" y="4141813"/></a:lnTo><a:lnTo><a:pt x="0" y="4141813"/></a:lnTo><a:lnTo><a:pt x="0" y="4145699"/></a:lnTo><a:lnTo><a:pt x="1223543" y="4145699"/></a:lnTo><a:lnTo><a:pt x="1266202" y="4145699"/></a:lnTo><a:lnTo><a:pt x="1266202" y="4141813"/></a:lnTo><a:close/></a:path><a:path w="1266825" h="4145915"><a:moveTo><a:pt x="1266202" y="0"/></a:moveTo><a:lnTo><a:pt x="1223543" y="0"/></a:lnTo><a:lnTo><a:pt x="0" y="0"/></a:lnTo><a:lnTo><a:pt x="0" y="3873"/></a:lnTo><a:lnTo><a:pt x="1223543" y="3873"/></a:lnTo><a:lnTo><a:pt x="1266202" y="3873"/></a:lnTo><a:lnTo><a:pt x="1266202" y="0"/></a:lnTo><a:close/></a:path></a:pathLst></a:custGeom><a:solidFill><a:srgbClr val="000000"/></a:solidFill></p:spPr><p:txBody><a:bodyPr wrap="square" lIns="0" tIns="0" rIns="0" bIns="0" rtlCol="0"/><a:lstStyle/><a:p/></p:txBody></p:sp><p:sp><p:nvSpPr><p:cNvPr id="320" name="object 320"/><p:cNvSpPr/><p:nvPr/></p:nvSpPr><p:spPr><a:xfrm><a:off x="13448494" y="4643078"/><a:ext cx="12065" cy="34925"/></a:xfrm><a:custGeom><a:avLst/><a:gdLst/><a:ahLst/><a:cxnLst/><a:rect l="l" t="t" r="r" b="b"/><a:pathLst><a:path w="12065" h="34925"><a:moveTo><a:pt x="5817" y="34902"/></a:moveTo><a:lnTo><a:pt x="0" y="0"/></a:lnTo><a:lnTo><a:pt x="11634" y="0"/></a:lnTo><a:lnTo><a:pt x="5817" y="34902"/></a:lnTo><a:close/></a:path></a:pathLst></a:custGeom><a:solidFill><a:srgbClr val="000000"/></a:solidFill></p:spPr><p:txBody><a:bodyPr wrap="square" lIns="0" tIns="0" rIns="0" bIns="0" rtlCol="0"/><a:lstStyle/><a:p/></p:txBody></p:sp><p:sp><p:nvSpPr><p:cNvPr id="321" name="object 321"/><p:cNvSpPr/><p:nvPr/></p:nvSpPr><p:spPr><a:xfrm><a:off x="13448494" y="4643078"/><a:ext cx="12065" cy="34925"/></a:xfrm><a:custGeom><a:avLst/><a:gdLst/><a:ahLst/><a:cxnLst/><a:rect l="l" t="t" r="r" b="b"/><a:pathLst><a:path w="12065" h="34925"><a:moveTo><a:pt x="5817" y="34902"/></a:moveTo><a:lnTo><a:pt x="0" y="0"/></a:lnTo><a:lnTo><a:pt x="11634" y="0"/></a:lnTo><a:lnTo><a:pt x="5817" y="34902"/></a:lnTo></a:path></a:pathLst></a:custGeom><a:ln w="3878"><a:solidFill><a:srgbClr val="000000"/></a:solidFill></a:ln></p:spPr><p:txBody><a:bodyPr wrap="square" lIns="0" tIns="0" rIns="0" bIns="0" rtlCol="0"/><a:lstStyle/><a:p/></p:txBody></p:sp><p:sp><p:nvSpPr><p:cNvPr id="322" name="object 322"/><p:cNvSpPr/><p:nvPr/></p:nvSpPr><p:spPr><a:xfrm><a:off x="13448494" y="559755"/><a:ext cx="12065" cy="34925"/></a:xfrm><a:custGeom><a:avLst/><a:gdLst/><a:ahLst/><a:cxnLst/><a:rect l="l" t="t" r="r" b="b"/><a:pathLst><a:path w="12065" h="34925"><a:moveTo><a:pt x="11634" y="34902"/></a:moveTo><a:lnTo><a:pt x="0" y="34902"/></a:lnTo><a:lnTo><a:pt x="5817" y="0"/></a:lnTo><a:lnTo><a:pt x="11634" y="34902"/></a:lnTo><a:close/></a:path></a:pathLst></a:custGeom><a:solidFill><a:srgbClr val="000000"/></a:solidFill></p:spPr><p:txBody><a:bodyPr wrap="square" lIns="0" tIns="0" rIns="0" bIns="0" rtlCol="0"/><a:lstStyle/><a:p/></p:txBody></p:sp><p:sp><p:nvSpPr><p:cNvPr id="323" name="object 323"/><p:cNvSpPr/><p:nvPr/></p:nvSpPr><p:spPr><a:xfrm><a:off x="13448494" y="559755"/><a:ext cx="12065" cy="34925"/></a:xfrm><a:custGeom><a:avLst/><a:gdLst/><a:ahLst/><a:cxnLst/><a:rect l="l" t="t" r="r" b="b"/><a:pathLst><a:path w="12065" h="34925"><a:moveTo><a:pt x="5817" y="0"/></a:moveTo><a:lnTo><a:pt x="11634" y="34902"/></a:lnTo><a:lnTo><a:pt x="0" y="34902"/></a:lnTo><a:lnTo><a:pt x="5817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324" name="object 324"/><p:cNvSpPr/><p:nvPr/></p:nvSpPr><p:spPr><a:xfrm><a:off x="13482389" y="2454631"/><a:ext cx="112395" cy="328930"/></a:xfrm><a:custGeom><a:avLst/><a:gdLst/><a:ahLst/><a:cxnLst/><a:rect l="l" t="t" r="r" b="b"/><a:pathLst><a:path w="112394" h="328930"><a:moveTo><a:pt x="0" y="328475"/></a:moveTo><a:lnTo><a:pt x="0" y="0"/></a:lnTo><a:lnTo><a:pt x="112077" y="0"/></a:lnTo><a:lnTo><a:pt x="112077" y="328475"/></a:lnTo><a:lnTo><a:pt x="0" y="328475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325" name="object 325"/><p:cNvSpPr txBox="1"/><p:nvPr/></p:nvSpPr><p:spPr><a:xfrm><a:off x="13469135" y="2492070"/><a:ext cx="139065" cy="254000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><a:latin typeface="Verdana"/><a:cs typeface="Verdana"/></a:rPr><a:t>7&apos;-</a:t></a:r><a:r><a:rPr dirty="0" sz="700" spc="-25"><a:latin typeface="Verdana"/><a:cs typeface="Verdana"/></a:rPr><a:t>5&quot;</a:t></a:r><a:endParaRPr sz="700"><a:latin typeface="Verdana"/><a:cs typeface="Verdana"/></a:endParaRPr></a:p></p:txBody></p:sp><p:grpSp><p:nvGrpSpPr><p:cNvPr id="326" name="object 326"/><p:cNvGrpSpPr/><p:nvPr/></p:nvGrpSpPr><p:grpSpPr><a:xfrm><a:off x="306680" y="2267752"/><a:ext cx="10915015" cy="8377555"/><a:chOff x="306680" y="2267752"/><a:chExt cx="10915015" cy="8377555"/></a:xfrm></p:grpSpPr><p:sp><p:nvSpPr><p:cNvPr id="327" name="object 327"/><p:cNvSpPr/><p:nvPr/></p:nvSpPr><p:spPr><a:xfrm><a:off x="3193961" y="10369511"/><a:ext cx="8020050" cy="267970"/></a:xfrm><a:custGeom><a:avLst/><a:gdLst/><a:ahLst/><a:cxnLst/><a:rect l="l" t="t" r="r" b="b"/><a:pathLst><a:path w="8020050" h="267970"><a:moveTo><a:pt x="0" y="4265"/></a:moveTo><a:lnTo><a:pt x="0" y="71977"/></a:lnTo><a:lnTo><a:pt x="0" y="267434"/></a:lnTo></a:path><a:path w="8020050" h="267970"><a:moveTo><a:pt x="545951" y="4188"/></a:moveTo><a:lnTo><a:pt x="545951" y="71977"/></a:lnTo><a:lnTo><a:pt x="545951" y="267434"/></a:lnTo></a:path><a:path w="8020050" h="267970"><a:moveTo><a:pt x="3459339" y="4188"/></a:moveTo><a:lnTo><a:pt x="3459339" y="71977"/></a:lnTo><a:lnTo><a:pt x="3459339" y="267434"/></a:lnTo></a:path><a:path w="8020050" h="267970"><a:moveTo><a:pt x="3917375" y="4265"/></a:moveTo><a:lnTo><a:pt x="3917375" y="71977"/></a:lnTo><a:lnTo><a:pt x="3917375" y="267434"/></a:lnTo></a:path><a:path w="8020050" h="267970"><a:moveTo><a:pt x="5885381" y="4265"/></a:moveTo><a:lnTo><a:pt x="5885381" y="71977"/></a:lnTo><a:lnTo><a:pt x="5885381" y="267434"/></a:lnTo></a:path><a:path w="8020050" h="267970"><a:moveTo><a:pt x="8019581" y="0"/></a:moveTo><a:lnTo><a:pt x="8019581" y="67789"/></a:lnTo><a:lnTo><a:pt x="8019581" y="263245"/></a:lnTo></a:path></a:pathLst></a:custGeom><a:ln w="15512"><a:solidFill><a:srgbClr val="000000"/></a:solidFill></a:ln></p:spPr><p:txBody><a:bodyPr wrap="square" lIns="0" tIns="0" rIns="0" bIns="0" rtlCol="0"/><a:lstStyle/><a:p/></p:txBody></p:sp><p:sp><p:nvSpPr><p:cNvPr id="328" name="object 328"/><p:cNvSpPr/><p:nvPr/></p:nvSpPr><p:spPr><a:xfrm><a:off x="310808" y="2271879"/><a:ext cx="1167765" cy="526415"/></a:xfrm><a:custGeom><a:avLst/><a:gdLst/><a:ahLst/><a:cxnLst/><a:rect l="l" t="t" r="r" b="b"/><a:pathLst><a:path w="1167765" h="526414"><a:moveTo><a:pt x="1167308" y="525871"/></a:moveTo><a:lnTo><a:pt x="0" y="525871"/></a:lnTo><a:lnTo><a:pt x="0" y="0"/></a:lnTo><a:lnTo><a:pt x="1167308" y="0"/></a:lnTo><a:lnTo><a:pt x="1167308" y="525871"/></a:lnTo><a:close/></a:path></a:pathLst></a:custGeom><a:solidFill><a:srgbClr val="FFFFFF"/></a:solidFill></p:spPr><p:txBody><a:bodyPr wrap="square" lIns="0" tIns="0" rIns="0" bIns="0" rtlCol="0"/><a:lstStyle/><a:p/></p:txBody></p:sp><p:sp><p:nvSpPr><p:cNvPr id="329" name="object 329"/><p:cNvSpPr/><p:nvPr/></p:nvSpPr><p:spPr><a:xfrm><a:off x="310808" y="2271879"/><a:ext cx="1167765" cy="526415"/></a:xfrm><a:custGeom><a:avLst/><a:gdLst/><a:ahLst/><a:cxnLst/><a:rect l="l" t="t" r="r" b="b"/><a:pathLst><a:path w="1167765" h="526414"><a:moveTo><a:pt x="0" y="0"/></a:moveTo><a:lnTo><a:pt x="1167308" y="0"/></a:lnTo><a:lnTo><a:pt x="1167308" y="525871"/></a:lnTo><a:lnTo><a:pt x="0" y="525871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330" name="object 330"/><p:cNvSpPr txBox="1"/><p:nvPr/></p:nvSpPr><p:spPr><a:xfrm><a:off x="383038" y="2259179"/><a:ext cx="1096645" cy="550545"/></a:xfrm><a:prstGeom prst="rect"><a:avLst/></a:prstGeom></p:spPr><p:txBody><a:bodyPr wrap="square" lIns="0" tIns="11430" rIns="0" bIns="0" rtlCol="0" vert="horz"><a:spAutoFit/></a:bodyPr><a:lstStyle/><a:p><a:pPr algn="r" marL="352425" marR="5080" indent="-269240"><a:lnSpc><a:spcPct val="101499"/></a:lnSpc><a:spcBef><a:spcPts val="90"/></a:spcBef></a:pPr><a:r><a:rPr dirty="0" sz="850"><a:latin typeface="Verdana"/><a:cs typeface="Verdana"/></a:rPr><a:t>(4) 3/8&quot; </a:t></a:r><a:r><a:rPr dirty="0" sz="850" spc="-10"><a:latin typeface="Verdana"/><a:cs typeface="Verdana"/></a:rPr><a:t>SIMPSON </a:t></a:r><a:r><a:rPr dirty="0" sz="850"><a:latin typeface="Verdana"/><a:cs typeface="Verdana"/></a:rPr><a:t>STONG-</a:t></a:r><a:r><a:rPr dirty="0" sz="850" spc="-20"><a:latin typeface="Verdana"/><a:cs typeface="Verdana"/></a:rPr><a:t>BOLT </a:t></a:r><a:r><a:rPr dirty="0" sz="850"><a:latin typeface="Verdana"/><a:cs typeface="Verdana"/></a:rPr><a:t>2</a:t></a:r><a:r><a:rPr dirty="0" sz="850" spc="5"><a:latin typeface="Verdana"/><a:cs typeface="Verdana"/></a:rPr><a:t> </a:t></a:r><a:r><a:rPr dirty="0" sz="850"><a:latin typeface="Verdana"/><a:cs typeface="Verdana"/></a:rPr><a:t>SS</a:t></a:r><a:r><a:rPr dirty="0" sz="850" spc="5"><a:latin typeface="Verdana"/><a:cs typeface="Verdana"/></a:rPr><a:t> </a:t></a:r><a:r><a:rPr dirty="0" sz="850"><a:latin typeface="Verdana"/><a:cs typeface="Verdana"/></a:rPr><a:t>W/</a:t></a:r><a:r><a:rPr dirty="0" sz="850" spc="5"><a:latin typeface="Verdana"/><a:cs typeface="Verdana"/></a:rPr><a:t> </a:t></a:r><a:r><a:rPr dirty="0" sz="850" spc="-25"><a:latin typeface="Verdana"/><a:cs typeface="Verdana"/></a:rPr><a:t>2&quot;</a:t></a:r><a:endParaRPr sz="850"><a:latin typeface="Verdana"/><a:cs typeface="Verdana"/></a:endParaRPr></a:p><a:p><a:pPr algn="r" marR="5080"><a:lnSpc><a:spcPct val="100000"/></a:lnSpc><a:spcBef><a:spcPts val="15"/></a:spcBef></a:pPr><a:r><a:rPr dirty="0" sz="850"><a:latin typeface="Verdana"/><a:cs typeface="Verdana"/></a:rPr><a:t>EMBEDMENT </a:t></a:r><a:r><a:rPr dirty="0" sz="850" spc="-10"><a:latin typeface="Verdana"/><a:cs typeface="Verdana"/></a:rPr><a:t>(TYP.)</a:t></a:r><a:endParaRPr sz="850"><a:latin typeface="Verdana"/><a:cs typeface="Verdana"/></a:endParaRPr></a:p></p:txBody></p:sp><p:grpSp><p:nvGrpSpPr><p:cNvPr id="331" name="object 331"/><p:cNvGrpSpPr/><p:nvPr/></p:nvGrpSpPr><p:grpSpPr><a:xfrm><a:off x="1478116" y="2728138"/><a:ext cx="10641965" cy="3034030"/><a:chOff x="1478116" y="2728138"/><a:chExt cx="10641965" cy="3034030"/></a:xfrm></p:grpSpPr><p:pic><p:nvPicPr><p:cNvPr id="332" name="object 332"/><p:cNvPicPr/><p:nvPr/></p:nvPicPr><p:blipFill><a:blip r:embed="rId23" cstate="print"/><a:stretch><a:fillRect/></a:stretch></p:blipFill><p:spPr><a:xfrm><a:off x="1478116" y="2728138"/><a:ext cx="119119" cy="327513"/></a:xfrm><a:prstGeom prst="rect"><a:avLst/></a:prstGeom></p:spPr></p:pic><p:sp><p:nvSpPr><p:cNvPr id="333" name="object 333"/><p:cNvSpPr/><p:nvPr/></p:nvSpPr><p:spPr><a:xfrm><a:off x="9886609" y="5494856"/><a:ext cx="2228850" cy="263525"/></a:xfrm><a:custGeom><a:avLst/><a:gdLst/><a:ahLst/><a:cxnLst/><a:rect l="l" t="t" r="r" b="b"/><a:pathLst><a:path w="2228850" h="263525"><a:moveTo><a:pt x="0" y="0"/></a:moveTo><a:lnTo><a:pt x="2228747" y="0"/></a:lnTo><a:lnTo><a:pt x="2228747" y="262935"/></a:lnTo><a:lnTo><a:pt x="0" y="262935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334" name="object 334"/><p:cNvSpPr txBox="1"/><p:nvPr/></p:nvSpPr><p:spPr><a:xfrm><a:off x="9959228" y="5482157"/><a:ext cx="2161540" cy="287655"/></a:xfrm><a:prstGeom prst="rect"><a:avLst/></a:prstGeom></p:spPr><p:txBody><a:bodyPr wrap="square" lIns="0" tIns="13335" rIns="0" bIns="0" rtlCol="0" vert="horz"><a:spAutoFit/></a:bodyPr><a:lstStyle/><a:p><a:pPr algn="r" marR="5080"><a:lnSpc><a:spcPct val="100000"/></a:lnSpc><a:spcBef><a:spcPts val="105"/></a:spcBef></a:pPr><a:r><a:rPr dirty="0" sz="850"><a:latin typeface="Verdana"/><a:cs typeface="Verdana"/></a:rPr><a:t>(4) 3/4&quot; SIMPSON STRONG-BOLT 2</a:t></a:r><a:r><a:rPr dirty="0" sz="850" spc="5"><a:latin typeface="Verdana"/><a:cs typeface="Verdana"/></a:rPr><a:t> </a:t></a:r><a:r><a:rPr dirty="0" sz="850" spc="-25"><a:latin typeface="Verdana"/><a:cs typeface="Verdana"/></a:rPr><a:t>SS</a:t></a:r><a:endParaRPr sz="850"><a:latin typeface="Verdana"/><a:cs typeface="Verdana"/></a:endParaRPr></a:p><a:p><a:pPr algn="r" marR="6350"><a:lnSpc><a:spcPct val="100000"/></a:lnSpc><a:spcBef><a:spcPts val="15"/></a:spcBef></a:pPr><a:r><a:rPr dirty="0" sz="850"><a:latin typeface="Verdana"/><a:cs typeface="Verdana"/></a:rPr><a:t>W/ 4&quot;</a:t></a:r><a:r><a:rPr dirty="0" sz="850" spc="5"><a:latin typeface="Verdana"/><a:cs typeface="Verdana"/></a:rPr><a:t> </a:t></a:r><a:r><a:rPr dirty="0" sz="850"><a:latin typeface="Verdana"/><a:cs typeface="Verdana"/></a:rPr><a:t>EMBEDMENT </a:t></a:r><a:r><a:rPr dirty="0" sz="850" spc="-10"><a:latin typeface="Verdana"/><a:cs typeface="Verdana"/></a:rPr><a:t>(TYP.)</a:t></a:r><a:endParaRPr sz="850"><a:latin typeface="Verdana"/><a:cs typeface="Verdana"/></a:endParaRPr></a:p></p:txBody></p:sp><p:sp><p:nvSpPr><p:cNvPr id="335" name="object 335"/><p:cNvSpPr/><p:nvPr/></p:nvSpPr><p:spPr><a:xfrm><a:off x="8364829" y="697246"/><a:ext cx="4445" cy="207645"/></a:xfrm><a:custGeom><a:avLst/><a:gdLst/><a:ahLst/><a:cxnLst/><a:rect l="l" t="t" r="r" b="b"/><a:pathLst><a:path w="4445" h="207644"><a:moveTo><a:pt x="3886" y="0"/></a:moveTo><a:lnTo><a:pt x="0" y="0"/></a:lnTo><a:lnTo><a:pt x="0" y="42659"/></a:lnTo><a:lnTo><a:pt x="0" y="207518"/></a:lnTo><a:lnTo><a:pt x="3886" y="207518"/></a:lnTo><a:lnTo><a:pt x="3886" y="42659"/></a:lnTo><a:lnTo><a:pt x="3886" y="0"/></a:lnTo><a:close/></a:path></a:pathLst></a:custGeom><a:solidFill><a:srgbClr val="000000"/></a:solidFill></p:spPr><p:txBody><a:bodyPr wrap="square" lIns="0" tIns="0" rIns="0" bIns="0" rtlCol="0"/><a:lstStyle/><a:p/></p:txBody></p:sp><p:sp><p:nvSpPr><p:cNvPr id="336" name="object 336"/><p:cNvSpPr/><p:nvPr/></p:nvSpPr><p:spPr><a:xfrm><a:off x="11838686" y="697246"/><a:ext cx="4445" cy="208915"/></a:xfrm><a:custGeom><a:avLst/><a:gdLst/><a:ahLst/><a:cxnLst/><a:rect l="l" t="t" r="r" b="b"/><a:pathLst><a:path w="4445" h="208915"><a:moveTo><a:pt x="3873" y="0"/></a:moveTo><a:lnTo><a:pt x="0" y="0"/></a:lnTo><a:lnTo><a:pt x="0" y="42659"/></a:lnTo><a:lnTo><a:pt x="0" y="208381"/></a:lnTo><a:lnTo><a:pt x="3873" y="208381"/></a:lnTo><a:lnTo><a:pt x="3873" y="42659"/></a:lnTo><a:lnTo><a:pt x="3873" y="0"/></a:lnTo><a:close/></a:path></a:pathLst></a:custGeom><a:solidFill><a:srgbClr val="000000"/></a:solidFill></p:spPr><p:txBody><a:bodyPr wrap="square" lIns="0" tIns="0" rIns="0" bIns="0" rtlCol="0"/><a:lstStyle/><a:p/></p:txBody></p:sp><p:grpSp><p:nvGrpSpPr><p:cNvPr id="337" name="object 337"/><p:cNvGrpSpPr/><p:nvPr/></p:nvGrpSpPr><p:grpSpPr><a:xfrm><a:off x="1070092" y="607129"/><a:ext cx="11101705" cy="5023485"/><a:chOff x="1070092" y="607129"/><a:chExt cx="11101705" cy="5023485"/></a:xfrm></p:grpSpPr><p:sp><p:nvSpPr><p:cNvPr id="338" name="object 338"/><p:cNvSpPr/><p:nvPr/></p:nvSpPr><p:spPr><a:xfrm><a:off x="9182268" y="3756224"/><a:ext cx="701040" cy="1870710"/></a:xfrm><a:custGeom><a:avLst/><a:gdLst/><a:ahLst/><a:cxnLst/><a:rect l="l" t="t" r="r" b="b"/><a:pathLst><a:path w="701040" h="1870710"><a:moveTo><a:pt x="0" y="0"/></a:moveTo><a:lnTo><a:pt x="370746" y="1870100"/></a:lnTo><a:lnTo><a:pt x="700463" y="1870100"/></a:lnTo></a:path></a:pathLst></a:custGeom><a:ln w="7756"><a:solidFill><a:srgbClr val="000000"/></a:solidFill></a:ln></p:spPr><p:txBody><a:bodyPr wrap="square" lIns="0" tIns="0" rIns="0" bIns="0" rtlCol="0"/><a:lstStyle/><a:p/></p:txBody></p:sp><p:sp><p:nvSpPr><p:cNvPr id="339" name="object 339"/><p:cNvSpPr/><p:nvPr/></p:nvSpPr><p:spPr><a:xfrm><a:off x="9164195" y="3664949"/><a:ext cx="33655" cy="94615"/></a:xfrm><a:custGeom><a:avLst/><a:gdLst/><a:ahLst/><a:cxnLst/><a:rect l="l" t="t" r="r" b="b"/><a:pathLst><a:path w="33654" h="94614"><a:moveTo><a:pt x="2869" y="94315"/></a:moveTo><a:lnTo><a:pt x="0" y="0"/></a:lnTo><a:lnTo><a:pt x="33274" y="88281"/></a:lnTo><a:lnTo><a:pt x="2869" y="94315"/></a:lnTo><a:close/></a:path></a:pathLst></a:custGeom><a:solidFill><a:srgbClr val="000000"/></a:solidFill></p:spPr><p:txBody><a:bodyPr wrap="square" lIns="0" tIns="0" rIns="0" bIns="0" rtlCol="0"/><a:lstStyle/><a:p/></p:txBody></p:sp><p:sp><p:nvSpPr><p:cNvPr id="340" name="object 340"/><p:cNvSpPr/><p:nvPr/></p:nvSpPr><p:spPr><a:xfrm><a:off x="9164195" y="3664949"/><a:ext cx="33655" cy="94615"/></a:xfrm><a:custGeom><a:avLst/><a:gdLst/><a:ahLst/><a:cxnLst/><a:rect l="l" t="t" r="r" b="b"/><a:pathLst><a:path w="33654" h="94614"><a:moveTo><a:pt x="0" y="0"/></a:moveTo><a:lnTo><a:pt x="33274" y="88281"/></a:lnTo><a:lnTo><a:pt x="2869" y="94315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341" name="object 341"/><p:cNvSpPr/><p:nvPr/></p:nvSpPr><p:spPr><a:xfrm><a:off x="1074219" y="611256"/><a:ext cx="11093450" cy="4034154"/></a:xfrm><a:custGeom><a:avLst/><a:gdLst/><a:ahLst/><a:cxnLst/><a:rect l="l" t="t" r="r" b="b"/><a:pathLst><a:path w="11093450" h="4034154"><a:moveTo><a:pt x="10461282" y="3718221"/></a:moveTo><a:lnTo><a:pt x="10464712" y="3671576"/></a:lnTo><a:lnTo><a:pt x="10474673" y="3627044"/></a:lnTo><a:lnTo><a:pt x="10490675" y="3585116"/></a:lnTo><a:lnTo><a:pt x="10512226" y="3546283"/></a:lnTo><a:lnTo><a:pt x="10538834" y="3511035"/></a:lnTo><a:lnTo><a:pt x="10570010" y="3479863"/></a:lnTo><a:lnTo><a:pt x="10605260" y="3453259"/></a:lnTo><a:lnTo><a:pt x="10644095" y="3431712"/></a:lnTo><a:lnTo><a:pt x="10686023" y="3415713"/></a:lnTo><a:lnTo><a:pt x="10730553" y="3405755"/></a:lnTo><a:lnTo><a:pt x="10777193" y="3402326"/></a:lnTo><a:lnTo><a:pt x="10823833" y="3405755"/></a:lnTo><a:lnTo><a:pt x="10868362" y="3415713"/></a:lnTo><a:lnTo><a:pt x="10910290" y="3431712"/></a:lnTo><a:lnTo><a:pt x="10949125" y="3453259"/></a:lnTo><a:lnTo><a:pt x="10984376" y="3479863"/></a:lnTo><a:lnTo><a:pt x="11015551" y="3511035"/></a:lnTo><a:lnTo><a:pt x="11042160" y="3546283"/></a:lnTo><a:lnTo><a:pt x="11063711" y="3585116"/></a:lnTo><a:lnTo><a:pt x="11079712" y="3627044"/></a:lnTo><a:lnTo><a:pt x="11089674" y="3671576"/></a:lnTo><a:lnTo><a:pt x="11093103" y="3718221"/></a:lnTo><a:lnTo><a:pt x="11089674" y="3764868"/></a:lnTo><a:lnTo><a:pt x="11079712" y="3809401"/></a:lnTo><a:lnTo><a:pt x="11063711" y="3851330"/></a:lnTo><a:lnTo><a:pt x="11042160" y="3890165"/></a:lnTo><a:lnTo><a:pt x="11015551" y="3925413"/></a:lnTo><a:lnTo><a:pt x="10984376" y="3956585"/></a:lnTo><a:lnTo><a:pt x="10949125" y="3983191"/></a:lnTo><a:lnTo><a:pt x="10910290" y="4004738"/></a:lnTo><a:lnTo><a:pt x="10868362" y="4020736"/></a:lnTo><a:lnTo><a:pt x="10823833" y="4030695"/></a:lnTo><a:lnTo><a:pt x="10777193" y="4034124"/></a:lnTo><a:lnTo><a:pt x="10730553" y="4030695"/></a:lnTo><a:lnTo><a:pt x="10686023" y="4020736"/></a:lnTo><a:lnTo><a:pt x="10644095" y="4004738"/></a:lnTo><a:lnTo><a:pt x="10605260" y="3983191"/></a:lnTo><a:lnTo><a:pt x="10570010" y="3956585"/></a:lnTo><a:lnTo><a:pt x="10538834" y="3925413"/></a:lnTo><a:lnTo><a:pt x="10512226" y="3890165"/></a:lnTo><a:lnTo><a:pt x="10490675" y="3851330"/></a:lnTo><a:lnTo><a:pt x="10474673" y="3809401"/></a:lnTo><a:lnTo><a:pt x="10464712" y="3764868"/></a:lnTo><a:lnTo><a:pt x="10461282" y="3718221"/></a:lnTo><a:close/></a:path><a:path w="11093450" h="4034154"><a:moveTo><a:pt x="9726924" y="3718174"/></a:moveTo><a:lnTo><a:pt x="9730352" y="3671529"/></a:lnTo><a:lnTo><a:pt x="9740309" y="3626998"/></a:lnTo><a:lnTo><a:pt x="9756304" y="3585070"/></a:lnTo><a:lnTo><a:pt x="9777848" y="3546236"/></a:lnTo><a:lnTo><a:pt x="9804450" y="3510988"/></a:lnTo><a:lnTo><a:pt x="9835620" y="3479817"/></a:lnTo><a:lnTo><a:pt x="9870868" y="3453212"/></a:lnTo><a:lnTo><a:pt x="9909704" y="3431665"/></a:lnTo><a:lnTo><a:pt x="9951637" y="3415667"/></a:lnTo><a:lnTo><a:pt x="9996177" y="3405708"/></a:lnTo><a:lnTo><a:pt x="10042835" y="3402279"/></a:lnTo><a:lnTo><a:pt x="10089475" y="3405708"/></a:lnTo><a:lnTo><a:pt x="10134004" y="3415667"/></a:lnTo><a:lnTo><a:pt x="10175932" y="3431665"/></a:lnTo><a:lnTo><a:pt x="10214767" y="3453212"/></a:lnTo><a:lnTo><a:pt x="10250018" y="3479817"/></a:lnTo><a:lnTo><a:pt x="10281193" y="3510988"/></a:lnTo><a:lnTo><a:pt x="10307802" y="3546236"/></a:lnTo><a:lnTo><a:pt x="10329353" y="3585070"/></a:lnTo><a:lnTo><a:pt x="10345354" y="3626998"/></a:lnTo><a:lnTo><a:pt x="10355316" y="3671529"/></a:lnTo><a:lnTo><a:pt x="10358745" y="3718174"/></a:lnTo><a:lnTo><a:pt x="10355316" y="3764821"/></a:lnTo><a:lnTo><a:pt x="10345354" y="3809355"/></a:lnTo><a:lnTo><a:pt x="10329353" y="3851284"/></a:lnTo><a:lnTo><a:pt x="10307802" y="3890118"/></a:lnTo><a:lnTo><a:pt x="10281193" y="3925367"/></a:lnTo><a:lnTo><a:pt x="10250018" y="3956539"/></a:lnTo><a:lnTo><a:pt x="10214767" y="3983144"/></a:lnTo><a:lnTo><a:pt x="10175932" y="4004691"/></a:lnTo><a:lnTo><a:pt x="10134004" y="4020689"/></a:lnTo><a:lnTo><a:pt x="10089475" y="4030648"/></a:lnTo><a:lnTo><a:pt x="10042835" y="4034077"/></a:lnTo><a:lnTo><a:pt x="9996177" y="4030648"/></a:lnTo><a:lnTo><a:pt x="9951637" y="4020689"/></a:lnTo><a:lnTo><a:pt x="9909704" y="4004691"/></a:lnTo><a:lnTo><a:pt x="9870868" y="3983144"/></a:lnTo><a:lnTo><a:pt x="9835620" y="3956539"/></a:lnTo><a:lnTo><a:pt x="9804450" y="3925367"/></a:lnTo><a:lnTo><a:pt x="9777848" y="3890118"/></a:lnTo><a:lnTo><a:pt x="9756304" y="3851284"/></a:lnTo><a:lnTo><a:pt x="9740309" y="3809355"/></a:lnTo><a:lnTo><a:pt x="9730352" y="3764821"/></a:lnTo><a:lnTo><a:pt x="9726924" y="3718174"/></a:lnTo><a:close/></a:path><a:path w="11093450" h="4034154"><a:moveTo><a:pt x="10450501" y="316820"/></a:moveTo><a:lnTo><a:pt x="10453931" y="270174"/></a:lnTo><a:lnTo><a:pt x="10463892" y="225642"/></a:lnTo><a:lnTo><a:pt x="10479894" y="183713"/></a:lnTo><a:lnTo><a:pt x="10501444" y="144879"/></a:lnTo><a:lnTo><a:pt x="10528053" y="109631"/></a:lnTo><a:lnTo><a:pt x="10559228" y="78458"/></a:lnTo><a:lnTo><a:pt x="10594479" y="51853"/></a:lnTo><a:lnTo><a:pt x="10633314" y="30306"/></a:lnTo><a:lnTo><a:pt x="10675242" y="14308"/></a:lnTo><a:lnTo><a:pt x="10719772" y="4349"/></a:lnTo><a:lnTo><a:pt x="10766412" y="920"/></a:lnTo><a:lnTo><a:pt x="10813052" y="4349"/></a:lnTo><a:lnTo><a:pt x="10857581" y="14308"/></a:lnTo><a:lnTo><a:pt x="10899509" y="30306"/></a:lnTo><a:lnTo><a:pt x="10938344" y="51853"/></a:lnTo><a:lnTo><a:pt x="10973595" y="78458"/></a:lnTo><a:lnTo><a:pt x="11004770" y="109631"/></a:lnTo><a:lnTo><a:pt x="11031379" y="144879"/></a:lnTo><a:lnTo><a:pt x="11052930" y="183713"/></a:lnTo><a:lnTo><a:pt x="11068931" y="225642"/></a:lnTo><a:lnTo><a:pt x="11078893" y="270174"/></a:lnTo><a:lnTo><a:pt x="11082322" y="316820"/></a:lnTo><a:lnTo><a:pt x="11078893" y="363465"/></a:lnTo><a:lnTo><a:pt x="11068931" y="407997"/></a:lnTo><a:lnTo><a:pt x="11052930" y="449926"/></a:lnTo><a:lnTo><a:pt x="11031379" y="488760"/></a:lnTo><a:lnTo><a:pt x="11004770" y="524009"/></a:lnTo><a:lnTo><a:pt x="10973595" y="555182"/></a:lnTo><a:lnTo><a:pt x="10938344" y="581787"/></a:lnTo><a:lnTo><a:pt x="10899509" y="603335"/></a:lnTo><a:lnTo><a:pt x="10857581" y="619334"/></a:lnTo><a:lnTo><a:pt x="10813052" y="629294"/></a:lnTo><a:lnTo><a:pt x="10766412" y="632723"/></a:lnTo><a:lnTo><a:pt x="10719772" y="629294"/></a:lnTo><a:lnTo><a:pt x="10675242" y="619334"/></a:lnTo><a:lnTo><a:pt x="10633314" y="603335"/></a:lnTo><a:lnTo><a:pt x="10594479" y="581787"/></a:lnTo><a:lnTo><a:pt x="10559228" y="555182"/></a:lnTo><a:lnTo><a:pt x="10528053" y="524009"/></a:lnTo><a:lnTo><a:pt x="10501444" y="488760"/></a:lnTo><a:lnTo><a:pt x="10479894" y="449926"/></a:lnTo><a:lnTo><a:pt x="10463892" y="407997"/></a:lnTo><a:lnTo><a:pt x="10453931" y="363465"/></a:lnTo><a:lnTo><a:pt x="10450501" y="316820"/></a:lnTo><a:close/></a:path><a:path w="11093450" h="4034154"><a:moveTo><a:pt x="6976649" y="315967"/></a:moveTo><a:lnTo><a:pt x="6980079" y="269320"/></a:lnTo><a:lnTo><a:pt x="6990040" y="224787"/></a:lnTo><a:lnTo><a:pt x="7006042" y="182858"/></a:lnTo><a:lnTo><a:pt x="7027593" y="144024"/></a:lnTo><a:lnTo><a:pt x="7054201" y="108775"/></a:lnTo><a:lnTo><a:pt x="7085377" y="77603"/></a:lnTo><a:lnTo><a:pt x="7120627" y="50998"/></a:lnTo><a:lnTo><a:pt x="7159462" y="29451"/></a:lnTo><a:lnTo><a:pt x="7201390" y="13452"/></a:lnTo><a:lnTo><a:pt x="7245920" y="3493"/></a:lnTo><a:lnTo><a:pt x="7292560" y="65"/></a:lnTo><a:lnTo><a:pt x="7339217" y="3493"/></a:lnTo><a:lnTo><a:pt x="7383758" y="13452"/></a:lnTo><a:lnTo><a:pt x="7425691" y="29451"/></a:lnTo><a:lnTo><a:pt x="7464526" y="50998"/></a:lnTo><a:lnTo><a:pt x="7499774" y="77603"/></a:lnTo><a:lnTo><a:pt x="7530945" y="108775"/></a:lnTo><a:lnTo><a:pt x="7557547" y="144024"/></a:lnTo><a:lnTo><a:pt x="7579090" y="182858"/></a:lnTo><a:lnTo><a:pt x="7595086" y="224787"/></a:lnTo><a:lnTo><a:pt x="7605042" y="269320"/></a:lnTo><a:lnTo><a:pt x="7608470" y="315967"/></a:lnTo><a:lnTo><a:pt x="7605042" y="362611"/></a:lnTo><a:lnTo><a:pt x="7595086" y="407143"/></a:lnTo><a:lnTo><a:pt x="7579090" y="449071"/></a:lnTo><a:lnTo><a:pt x="7557547" y="487905"/></a:lnTo><a:lnTo><a:pt x="7530945" y="523153"/></a:lnTo><a:lnTo><a:pt x="7499774" y="554324"/></a:lnTo><a:lnTo><a:pt x="7464526" y="580929"/></a:lnTo><a:lnTo><a:pt x="7425691" y="602476"/></a:lnTo><a:lnTo><a:pt x="7383758" y="618474"/></a:lnTo><a:lnTo><a:pt x="7339217" y="628433"/></a:lnTo><a:lnTo><a:pt x="7292560" y="631862"/></a:lnTo><a:lnTo><a:pt x="7245920" y="628433"/></a:lnTo><a:lnTo><a:pt x="7201390" y="618474"/></a:lnTo><a:lnTo><a:pt x="7159462" y="602476"/></a:lnTo><a:lnTo><a:pt x="7120627" y="580929"/></a:lnTo><a:lnTo><a:pt x="7085377" y="554324"/></a:lnTo><a:lnTo><a:pt x="7054201" y="523153"/></a:lnTo><a:lnTo><a:pt x="7027593" y="487905"/></a:lnTo><a:lnTo><a:pt x="7006042" y="449071"/></a:lnTo><a:lnTo><a:pt x="6990040" y="407143"/></a:lnTo><a:lnTo><a:pt x="6980079" y="362611"/></a:lnTo><a:lnTo><a:pt x="6976649" y="315967"/></a:lnTo><a:close/></a:path><a:path w="11093450" h="4034154"><a:moveTo><a:pt x="3477644" y="315928"/></a:moveTo><a:lnTo><a:pt x="3481073" y="269282"/></a:lnTo><a:lnTo><a:pt x="3491032" y="224749"/></a:lnTo><a:lnTo><a:pt x="3507030" y="182820"/></a:lnTo><a:lnTo><a:pt x="3528577" y="143986"/></a:lnTo><a:lnTo><a:pt x="3555182" y="108738"/></a:lnTo><a:lnTo><a:pt x="3586354" y="77566"/></a:lnTo><a:lnTo><a:pt x="3621603" y="50961"/></a:lnTo><a:lnTo><a:pt x="3660437" y="29414"/></a:lnTo><a:lnTo><a:pt x="3702367" y="13415"/></a:lnTo><a:lnTo><a:pt x="3746900" y="3456"/></a:lnTo><a:lnTo><a:pt x="3793547" y="27"/></a:lnTo><a:lnTo><a:pt x="3840192" y="3456"/></a:lnTo><a:lnTo><a:pt x="3884724" y="13415"/></a:lnTo><a:lnTo><a:pt x="3926652" y="29414"/></a:lnTo><a:lnTo><a:pt x="3965485" y="50961"/></a:lnTo><a:lnTo><a:pt x="4000733" y="77566"/></a:lnTo><a:lnTo><a:pt x="4031904" y="108738"/></a:lnTo><a:lnTo><a:pt x="4058509" y="143986"/></a:lnTo><a:lnTo><a:pt x="4080056" y="182820"/></a:lnTo><a:lnTo><a:pt x="4096054" y="224749"/></a:lnTo><a:lnTo><a:pt x="4106013" y="269282"/></a:lnTo><a:lnTo><a:pt x="4109442" y="315928"/></a:lnTo><a:lnTo><a:pt x="4106013" y="362573"/></a:lnTo><a:lnTo><a:pt x="4096054" y="407105"/></a:lnTo><a:lnTo><a:pt x="4080056" y="449034"/></a:lnTo><a:lnTo><a:pt x="4058509" y="487868"/></a:lnTo><a:lnTo><a:pt x="4031904" y="523117"/></a:lnTo><a:lnTo><a:pt x="4000733" y="554290"/></a:lnTo><a:lnTo><a:pt x="3965485" y="580896"/></a:lnTo><a:lnTo><a:pt x="3926652" y="602443"/></a:lnTo><a:lnTo><a:pt x="3884724" y="618442"/></a:lnTo><a:lnTo><a:pt x="3840192" y="628402"/></a:lnTo><a:lnTo><a:pt x="3793547" y="631831"/></a:lnTo><a:lnTo><a:pt x="3746900" y="628402"/></a:lnTo><a:lnTo><a:pt x="3702367" y="618442"/></a:lnTo><a:lnTo><a:pt x="3660437" y="602443"/></a:lnTo><a:lnTo><a:pt x="3621603" y="580896"/></a:lnTo><a:lnTo><a:pt x="3586354" y="554290"/></a:lnTo><a:lnTo><a:pt x="3555182" y="523117"/></a:lnTo><a:lnTo><a:pt x="3528577" y="487868"/></a:lnTo><a:lnTo><a:pt x="3507030" y="449034"/></a:lnTo><a:lnTo><a:pt x="3491032" y="407105"/></a:lnTo><a:lnTo><a:pt x="3481073" y="362573"/></a:lnTo><a:lnTo><a:pt x="3477644" y="315928"/></a:lnTo><a:close/></a:path><a:path w="11093450" h="4034154"><a:moveTo><a:pt x="0" y="315897"/></a:moveTo><a:lnTo><a:pt x="3428" y="269252"/></a:lnTo><a:lnTo><a:pt x="13387" y="224720"/></a:lnTo><a:lnTo><a:pt x="29385" y="182791"/></a:lnTo><a:lnTo><a:pt x="50932" y="143958"/></a:lnTo><a:lnTo><a:pt x="77537" y="108710"/></a:lnTo><a:lnTo><a:pt x="108709" y="77538"/></a:lnTo><a:lnTo><a:pt x="143956" y="50933"/></a:lnTo><a:lnTo><a:pt x="182790" y="29386"/></a:lnTo><a:lnTo><a:pt x="224718" y="13387"/></a:lnTo><a:lnTo><a:pt x="269250" y="3428"/></a:lnTo><a:lnTo><a:pt x="315894" y="0"/></a:lnTo><a:lnTo><a:pt x="362541" y="3428"/></a:lnTo><a:lnTo><a:pt x="407075" y="13387"/></a:lnTo><a:lnTo><a:pt x="449004" y="29386"/></a:lnTo><a:lnTo><a:pt x="487838" y="50933"/></a:lnTo><a:lnTo><a:pt x="523087" y="77538"/></a:lnTo><a:lnTo><a:pt x="554259" y="108710"/></a:lnTo><a:lnTo><a:pt x="580864" y="143958"/></a:lnTo><a:lnTo><a:pt x="602411" y="182791"/></a:lnTo><a:lnTo><a:pt x="618410" y="224720"/></a:lnTo><a:lnTo><a:pt x="628368" y="269252"/></a:lnTo><a:lnTo><a:pt x="631797" y="315897"/></a:lnTo><a:lnTo><a:pt x="628368" y="362544"/></a:lnTo><a:lnTo><a:pt x="618410" y="407077"/></a:lnTo><a:lnTo><a:pt x="602411" y="449006"/></a:lnTo><a:lnTo><a:pt x="580864" y="487841"/></a:lnTo><a:lnTo><a:pt x="554259" y="523089"/></a:lnTo><a:lnTo><a:pt x="523087" y="554261"/></a:lnTo><a:lnTo><a:pt x="487838" y="580866"/></a:lnTo><a:lnTo><a:pt x="449004" y="602414"/></a:lnTo><a:lnTo><a:pt x="407075" y="618412"/></a:lnTo><a:lnTo><a:pt x="362541" y="628371"/></a:lnTo><a:lnTo><a:pt x="315894" y="631800"/></a:lnTo><a:lnTo><a:pt x="269250" y="628371"/></a:lnTo><a:lnTo><a:pt x="224718" y="618412"/></a:lnTo><a:lnTo><a:pt x="182790" y="602414"/></a:lnTo><a:lnTo><a:pt x="143956" y="580866"/></a:lnTo><a:lnTo><a:pt x="108709" y="554261"/></a:lnTo><a:lnTo><a:pt x="77537" y="523089"/></a:lnTo><a:lnTo><a:pt x="50932" y="487841"/></a:lnTo><a:lnTo><a:pt x="29385" y="449006"/></a:lnTo><a:lnTo><a:pt x="13387" y="407077"/></a:lnTo><a:lnTo><a:pt x="3428" y="362544"/></a:lnTo><a:lnTo><a:pt x="0" y="315897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p:sp><p:nvSpPr><p:cNvPr id="342" name="object 342"/><p:cNvSpPr/><p:nvPr/></p:nvSpPr><p:spPr><a:xfrm><a:off x="8413472" y="737956"/><a:ext cx="3380740" cy="4445"/></a:xfrm><a:custGeom><a:avLst/><a:gdLst/><a:ahLst/><a:cxnLst/><a:rect l="l" t="t" r="r" b="b"/><a:pathLst><a:path w="3380740" h="4445"><a:moveTo><a:pt x="3380467" y="3878"/></a:moveTo><a:lnTo><a:pt x="0" y="3878"/></a:lnTo><a:lnTo><a:pt x="0" y="0"/></a:lnTo><a:lnTo><a:pt x="3380467" y="0"/></a:lnTo><a:lnTo><a:pt x="3380467" y="3878"/></a:lnTo><a:close/></a:path></a:pathLst></a:custGeom><a:solidFill><a:srgbClr val="000000"/></a:solidFill></p:spPr><p:txBody><a:bodyPr wrap="square" lIns="0" tIns="0" rIns="0" bIns="0" rtlCol="0"/><a:lstStyle/><a:p/></p:txBody></p:sp><p:sp><p:nvSpPr><p:cNvPr id="343" name="object 343"/><p:cNvSpPr/><p:nvPr/></p:nvSpPr><p:spPr><a:xfrm><a:off x="8378569" y="734078"/><a:ext cx="34925" cy="12065"/></a:xfrm><a:custGeom><a:avLst/><a:gdLst/><a:ahLst/><a:cxnLst/><a:rect l="l" t="t" r="r" b="b"/><a:pathLst><a:path w="34925" h="12065"><a:moveTo><a:pt x="34902" y="11634"/></a:moveTo><a:lnTo><a:pt x="0" y="5817"/></a:lnTo><a:lnTo><a:pt x="34902" y="0"/></a:lnTo><a:lnTo><a:pt x="34902" y="11634"/></a:lnTo><a:close/></a:path></a:pathLst></a:custGeom><a:solidFill><a:srgbClr val="000000"/></a:solidFill></p:spPr><p:txBody><a:bodyPr wrap="square" lIns="0" tIns="0" rIns="0" bIns="0" rtlCol="0"/><a:lstStyle/><a:p/></p:txBody></p:sp><p:sp><p:nvSpPr><p:cNvPr id="344" name="object 344"/><p:cNvSpPr/><p:nvPr/></p:nvSpPr><p:spPr><a:xfrm><a:off x="8378569" y="734078"/><a:ext cx="34925" cy="12065"/></a:xfrm><a:custGeom><a:avLst/><a:gdLst/><a:ahLst/><a:cxnLst/><a:rect l="l" t="t" r="r" b="b"/><a:pathLst><a:path w="34925" h="12065"><a:moveTo><a:pt x="0" y="5817"/></a:moveTo><a:lnTo><a:pt x="34902" y="0"/></a:lnTo><a:lnTo><a:pt x="34902" y="11634"/></a:lnTo><a:lnTo><a:pt x="0" y="5817"/></a:lnTo></a:path></a:pathLst></a:custGeom><a:ln w="3878"><a:solidFill><a:srgbClr val="000000"/></a:solidFill></a:ln></p:spPr><p:txBody><a:bodyPr wrap="square" lIns="0" tIns="0" rIns="0" bIns="0" rtlCol="0"/><a:lstStyle/><a:p/></p:txBody></p:sp><p:sp><p:nvSpPr><p:cNvPr id="345" name="object 345"/><p:cNvSpPr/><p:nvPr/></p:nvSpPr><p:spPr><a:xfrm><a:off x="11793939" y="734078"/><a:ext cx="34925" cy="12065"/></a:xfrm><a:custGeom><a:avLst/><a:gdLst/><a:ahLst/><a:cxnLst/><a:rect l="l" t="t" r="r" b="b"/><a:pathLst><a:path w="34925" h="12065"><a:moveTo><a:pt x="0" y="11634"/></a:moveTo><a:lnTo><a:pt x="0" y="0"/></a:lnTo><a:lnTo><a:pt x="34902" y="5817"/></a:lnTo><a:lnTo><a:pt x="0" y="11634"/></a:lnTo><a:close/></a:path></a:pathLst></a:custGeom><a:solidFill><a:srgbClr val="000000"/></a:solidFill></p:spPr><p:txBody><a:bodyPr wrap="square" lIns="0" tIns="0" rIns="0" bIns="0" rtlCol="0"/><a:lstStyle/><a:p/></p:txBody></p:sp><p:sp><p:nvSpPr><p:cNvPr id="346" name="object 346"/><p:cNvSpPr/><p:nvPr/></p:nvSpPr><p:spPr><a:xfrm><a:off x="11793939" y="734078"/><a:ext cx="34925" cy="12065"/></a:xfrm><a:custGeom><a:avLst/><a:gdLst/><a:ahLst/><a:cxnLst/><a:rect l="l" t="t" r="r" b="b"/><a:pathLst><a:path w="34925" h="12065"><a:moveTo><a:pt x="34902" y="5817"/></a:moveTo><a:lnTo><a:pt x="0" y="11634"/></a:lnTo><a:lnTo><a:pt x="0" y="0"/></a:lnTo><a:lnTo><a:pt x="34902" y="5817"/></a:lnTo></a:path></a:pathLst></a:custGeom><a:ln w="3878"><a:solidFill><a:srgbClr val="000000"/></a:solidFill></a:ln></p:spPr><p:txBody><a:bodyPr wrap="square" lIns="0" tIns="0" rIns="0" bIns="0" rtlCol="0"/><a:lstStyle/><a:p/></p:txBody></p:sp><p:sp><p:nvSpPr><p:cNvPr id="347" name="object 347"/><p:cNvSpPr/><p:nvPr/></p:nvSpPr><p:spPr><a:xfrm><a:off x="9194290" y="767913"/><a:ext cx="1819275" cy="112395"/></a:xfrm><a:custGeom><a:avLst/><a:gdLst/><a:ahLst/><a:cxnLst/><a:rect l="l" t="t" r="r" b="b"/><a:pathLst><a:path w="1819275" h="112394"><a:moveTo><a:pt x="1818831" y="112074"/></a:moveTo><a:lnTo><a:pt x="0" y="112074"/></a:lnTo><a:lnTo><a:pt x="0" y="0"/></a:lnTo><a:lnTo><a:pt x="1818831" y="0"/></a:lnTo><a:lnTo><a:pt x="1818831" y="112074"/></a:lnTo><a:close/></a:path></a:pathLst></a:custGeom><a:solidFill><a:srgbClr val="FFFFFF"/></a:solidFill></p:spPr><p:txBody><a:bodyPr wrap="square" lIns="0" tIns="0" rIns="0" bIns="0" rtlCol="0"/><a:lstStyle/><a:p/></p:txBody></p:sp><p:sp><p:nvSpPr><p:cNvPr id="348" name="object 348"/><p:cNvSpPr/><p:nvPr/></p:nvSpPr><p:spPr><a:xfrm><a:off x="9194290" y="767913"/><a:ext cx="1819275" cy="112395"/></a:xfrm><a:custGeom><a:avLst/><a:gdLst/><a:ahLst/><a:cxnLst/><a:rect l="l" t="t" r="r" b="b"/><a:pathLst><a:path w="1819275" h="112394"><a:moveTo><a:pt x="0" y="0"/></a:moveTo><a:lnTo><a:pt x="1818831" y="0"/></a:lnTo><a:lnTo><a:pt x="1818831" y="112074"/></a:lnTo><a:lnTo><a:pt x="0" y="112074"/></a:lnTo><a:lnTo><a:pt x="0" y="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349" name="object 349"/><p:cNvSpPr txBox="1"/><p:nvPr/></p:nvSpPr><p:spPr><a:xfrm><a:off x="9232006" y="755213"/><a:ext cx="1751964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6&apos;-3&quot;</a:t></a:r><a:r><a:rPr dirty="0" sz="700" spc="85"><a:latin typeface="Verdana"/><a:cs typeface="Verdana"/></a:rPr><a:t> </a:t></a:r><a:r><a:rPr dirty="0" sz="700"><a:latin typeface="Verdana"/><a:cs typeface="Verdana"/></a:rPr><a:t>OC</a:t></a:r><a:r><a:rPr dirty="0" sz="700" spc="85"><a:latin typeface="Verdana"/><a:cs typeface="Verdana"/></a:rPr><a:t> </a:t></a:r><a:r><a:rPr dirty="0" sz="700"><a:latin typeface="Verdana"/><a:cs typeface="Verdana"/></a:rPr><a:t>MAX</a:t></a:r><a:r><a:rPr dirty="0" sz="700" spc="85"><a:latin typeface="Verdana"/><a:cs typeface="Verdana"/></a:rPr><a:t> </a:t></a:r><a:r><a:rPr dirty="0" sz="700"><a:latin typeface="Verdana"/><a:cs typeface="Verdana"/></a:rPr><a:t>WOOD</a:t></a:r><a:r><a:rPr dirty="0" sz="700" spc="85"><a:latin typeface="Verdana"/><a:cs typeface="Verdana"/></a:rPr><a:t> </a:t></a:r><a:r><a:rPr dirty="0" sz="700"><a:latin typeface="Verdana"/><a:cs typeface="Verdana"/></a:rPr><a:t>POST</a:t></a:r><a:r><a:rPr dirty="0" sz="700" spc="85"><a:latin typeface="Verdana"/><a:cs typeface="Verdana"/></a:rPr><a:t> </a:t></a:r><a:r><a:rPr dirty="0" sz="700" spc="-10"><a:latin typeface="Verdana"/><a:cs typeface="Verdana"/></a:rPr><a:t>SPACING</a:t></a:r><a:endParaRPr sz="700"><a:latin typeface="Verdana"/><a:cs typeface="Verdana"/></a:endParaRPr></a:p></p:txBody></p:sp><p:sp><p:nvSpPr><p:cNvPr id="350" name="object 350"/><p:cNvSpPr/><p:nvPr/></p:nvSpPr><p:spPr><a:xfrm><a:off x="15053487" y="2290418"/><a:ext cx="4445" cy="1163320"/></a:xfrm><a:custGeom><a:avLst/><a:gdLst/><a:ahLst/><a:cxnLst/><a:rect l="l" t="t" r="r" b="b"/><a:pathLst><a:path w="4444" h="1163320"><a:moveTo><a:pt x="3878" y="1163113"/></a:moveTo><a:lnTo><a:pt x="0" y="1163113"/></a:lnTo><a:lnTo><a:pt x="0" y="0"/></a:lnTo><a:lnTo><a:pt x="3878" y="0"/></a:lnTo><a:lnTo><a:pt x="3878" y="1163113"/></a:lnTo><a:close/></a:path></a:pathLst></a:custGeom><a:solidFill><a:srgbClr val="000000"/></a:solidFill></p:spPr><p:txBody><a:bodyPr wrap="square" lIns="0" tIns="0" rIns="0" bIns="0" rtlCol="0"/><a:lstStyle/><a:p/></p:txBody></p:sp><p:grpSp><p:nvGrpSpPr><p:cNvPr id="351" name="object 351"/><p:cNvGrpSpPr/><p:nvPr/></p:nvGrpSpPr><p:grpSpPr><a:xfrm><a:off x="15012767" y="1633518"/><a:ext cx="1017905" cy="2075180"/><a:chOff x="15012767" y="1633518"/><a:chExt cx="1017905" cy="2075180"/></a:xfrm></p:grpSpPr><p:pic><p:nvPicPr><p:cNvPr id="352" name="object 352"/><p:cNvPicPr/><p:nvPr/></p:nvPicPr><p:blipFill><a:blip r:embed="rId24" cstate="print"/><a:stretch><a:fillRect/></a:stretch></p:blipFill><p:spPr><a:xfrm><a:off x="15205277" y="1931614"/><a:ext cx="824826" cy="1776544"/></a:xfrm><a:prstGeom prst="rect"><a:avLst/></a:prstGeom></p:spPr></p:pic><p:sp><p:nvSpPr><p:cNvPr id="353" name="object 353"/><p:cNvSpPr/><p:nvPr/></p:nvSpPr><p:spPr><a:xfrm><a:off x="15464101" y="1931606"/><a:ext cx="323850" cy="1569085"/></a:xfrm><a:custGeom><a:avLst/><a:gdLst/><a:ahLst/><a:cxnLst/><a:rect l="l" t="t" r="r" b="b"/><a:pathLst><a:path w="323850" h="1569085"><a:moveTo><a:pt x="0" y="1568616"/></a:moveTo><a:lnTo><a:pt x="0" y="1568616"/></a:lnTo><a:lnTo><a:pt x="322968" y="1568616"/></a:lnTo><a:lnTo><a:pt x="323589" y="1568616"/></a:lnTo></a:path><a:path w="323850" h="1569085"><a:moveTo><a:pt x="322968" y="312109"/></a:moveTo><a:lnTo><a:pt x="323589" y="312109"/></a:lnTo></a:path><a:path w="323850" h="1569085"><a:moveTo><a:pt x="97340" y="312109"/></a:moveTo><a:lnTo><a:pt x="138215" y="312109"/></a:lnTo><a:lnTo><a:pt x="180719" y="312109"/></a:lnTo><a:lnTo><a:pt x="221982" y="312109"/></a:lnTo></a:path><a:path w="323850" h="1569085"><a:moveTo><a:pt x="323589" y="1568616"/></a:moveTo><a:lnTo><a:pt x="323589" y="312109"/></a:lnTo></a:path><a:path w="323850" h="1569085"><a:moveTo><a:pt x="0" y="1568616"/></a:moveTo><a:lnTo><a:pt x="0" y="312109"/></a:lnTo></a:path><a:path w="323850" h="1569085"><a:moveTo><a:pt x="234625" y="312109"/></a:moveTo><a:lnTo><a:pt x="234625" y="0"/></a:lnTo></a:path><a:path w="323850" h="1569085"><a:moveTo><a:pt x="95013" y="312109"/></a:moveTo><a:lnTo><a:pt x="95013" y="0"/></a:lnTo></a:path><a:path w="323850" h="1569085"><a:moveTo><a:pt x="259135" y="312109"/></a:moveTo><a:lnTo><a:pt x="234625" y="312109"/></a:lnTo></a:path><a:path w="323850" h="1569085"><a:moveTo><a:pt x="95013" y="312109"/></a:moveTo><a:lnTo><a:pt x="97340" y="312109"/></a:lnTo></a:path><a:path w="323850" h="1569085"><a:moveTo><a:pt x="221982" y="312109"/></a:moveTo><a:lnTo><a:pt x="234625" y="312109"/></a:lnTo></a:path><a:path w="323850" h="1569085"><a:moveTo><a:pt x="259135" y="312109"/></a:moveTo><a:lnTo><a:pt x="289616" y="312109"/></a:lnTo><a:lnTo><a:pt x="311411" y="312109"/></a:lnTo><a:lnTo><a:pt x="322968" y="312109"/></a:lnTo></a:path><a:path w="323850" h="1569085"><a:moveTo><a:pt x="95013" y="312109"/></a:moveTo><a:lnTo><a:pt x="60808" y="312109"/></a:lnTo><a:lnTo><a:pt x="31179" y="312109"/></a:lnTo><a:lnTo><a:pt x="10470" y="312109"/></a:lnTo><a:lnTo><a:pt x="0" y="312109"/></a:lnTo></a:path></a:pathLst></a:custGeom><a:ln w="3878"><a:solidFill><a:srgbClr val="000000"/></a:solidFill></a:ln></p:spPr><p:txBody><a:bodyPr wrap="square" lIns="0" tIns="0" rIns="0" bIns="0" rtlCol="0"/><a:lstStyle/><a:p/></p:txBody></p:sp><p:sp><p:nvSpPr><p:cNvPr id="354" name="object 354"/><p:cNvSpPr/><p:nvPr/></p:nvSpPr><p:spPr><a:xfrm><a:off x="15555081" y="1637646"/><a:ext cx="149225" cy="165735"/></a:xfrm><a:custGeom><a:avLst/><a:gdLst/><a:ahLst/><a:cxnLst/><a:rect l="l" t="t" r="r" b="b"/><a:pathLst><a:path w="149225" h="165735"><a:moveTo><a:pt x="0" y="84403"/></a:moveTo><a:lnTo><a:pt x="28853" y="84604"/></a:lnTo><a:lnTo><a:pt x="63445" y="0"/></a:lnTo><a:lnTo><a:pt x="98116" y="165300"/></a:lnTo><a:lnTo><a:pt x="116808" y="84604"/></a:lnTo><a:lnTo><a:pt x="148996" y="85046"/></a:lnTo></a:path></a:pathLst></a:custGeom><a:ln w="7756"><a:solidFill><a:srgbClr val="000000"/></a:solidFill></a:ln></p:spPr><p:txBody><a:bodyPr wrap="square" lIns="0" tIns="0" rIns="0" bIns="0" rtlCol="0"/><a:lstStyle/><a:p/></p:txBody></p:sp><p:sp><p:nvSpPr><p:cNvPr id="355" name="object 355"/><p:cNvSpPr/><p:nvPr/></p:nvSpPr><p:spPr><a:xfrm><a:off x="15561441" y="2244562"/><a:ext cx="137795" cy="820419"/></a:xfrm><a:custGeom><a:avLst/><a:gdLst/><a:ahLst/><a:cxnLst/><a:rect l="l" t="t" r="r" b="b"/><a:pathLst><a:path w="137794" h="820419"><a:moveTo><a:pt x="0" y="0"/></a:moveTo><a:lnTo><a:pt x="137362" y="0"/></a:lnTo><a:lnTo><a:pt x="137362" y="820413"/></a:lnTo><a:lnTo><a:pt x="0" y="820413"/></a:lnTo><a:lnTo><a:pt x="0" y="0"/></a:lnTo><a:close/></a:path></a:pathLst></a:custGeom><a:ln w="4653"><a:solidFill><a:srgbClr val="000000"/></a:solidFill><a:prstDash val="dash"/></a:ln></p:spPr><p:txBody><a:bodyPr wrap="square" lIns="0" tIns="0" rIns="0" bIns="0" rtlCol="0"/><a:lstStyle/><a:p/></p:txBody></p:sp><p:sp><p:nvSpPr><p:cNvPr id="356" name="object 356"/><p:cNvSpPr/><p:nvPr/></p:nvSpPr><p:spPr><a:xfrm><a:off x="15012759" y="2241782"/><a:ext cx="439420" cy="1260475"/></a:xfrm><a:custGeom><a:avLst/><a:gdLst/><a:ahLst/><a:cxnLst/><a:rect l="l" t="t" r="r" b="b"/><a:pathLst><a:path w="439419" h="1260475"><a:moveTo><a:pt x="439318" y="1256512"/></a:moveTo><a:lnTo><a:pt x="42659" y="1256512"/></a:lnTo><a:lnTo><a:pt x="0" y="1256512"/></a:lnTo><a:lnTo><a:pt x="0" y="1260386"/></a:lnTo><a:lnTo><a:pt x="42659" y="1260386"/></a:lnTo><a:lnTo><a:pt x="439318" y="1260386"/></a:lnTo><a:lnTo><a:pt x="439318" y="1256512"/></a:lnTo><a:close/></a:path><a:path w="439419" h="1260475"><a:moveTo><a:pt x="439318" y="0"/></a:moveTo><a:lnTo><a:pt x="42659" y="0"/></a:lnTo><a:lnTo><a:pt x="0" y="0"/></a:lnTo><a:lnTo><a:pt x="0" y="3886"/></a:lnTo><a:lnTo><a:pt x="42659" y="3886"/></a:lnTo><a:lnTo><a:pt x="439318" y="3886"/></a:lnTo><a:lnTo><a:pt x="439318" y="0"/></a:lnTo><a:close/></a:path></a:pathLst></a:custGeom><a:solidFill><a:srgbClr val="000000"/></a:solidFill></p:spPr><p:txBody><a:bodyPr wrap="square" lIns="0" tIns="0" rIns="0" bIns="0" rtlCol="0"/><a:lstStyle/><a:p/></p:txBody></p:sp><p:sp><p:nvSpPr><p:cNvPr id="357" name="object 357"/><p:cNvSpPr/><p:nvPr/></p:nvSpPr><p:spPr><a:xfrm><a:off x="15049609" y="3453531"/><a:ext cx="12065" cy="34925"/></a:xfrm><a:custGeom><a:avLst/><a:gdLst/><a:ahLst/><a:cxnLst/><a:rect l="l" t="t" r="r" b="b"/><a:pathLst><a:path w="12065" h="34925"><a:moveTo><a:pt x="5817" y="34902"/></a:moveTo><a:lnTo><a:pt x="0" y="0"/></a:lnTo><a:lnTo><a:pt x="11634" y="0"/></a:lnTo><a:lnTo><a:pt x="5817" y="34902"/></a:lnTo><a:close/></a:path></a:pathLst></a:custGeom><a:solidFill><a:srgbClr val="000000"/></a:solidFill></p:spPr><p:txBody><a:bodyPr wrap="square" lIns="0" tIns="0" rIns="0" bIns="0" rtlCol="0"/><a:lstStyle/><a:p/></p:txBody></p:sp><p:sp><p:nvSpPr><p:cNvPr id="358" name="object 358"/><p:cNvSpPr/><p:nvPr/></p:nvSpPr><p:spPr><a:xfrm><a:off x="15049609" y="3453531"/><a:ext cx="12065" cy="34925"/></a:xfrm><a:custGeom><a:avLst/><a:gdLst/><a:ahLst/><a:cxnLst/><a:rect l="l" t="t" r="r" b="b"/><a:pathLst><a:path w="12065" h="34925"><a:moveTo><a:pt x="5817" y="34902"/></a:moveTo><a:lnTo><a:pt x="0" y="0"/></a:lnTo><a:lnTo><a:pt x="11634" y="0"/></a:lnTo><a:lnTo><a:pt x="5817" y="34902"/></a:lnTo></a:path></a:pathLst></a:custGeom><a:ln w="3878"><a:solidFill><a:srgbClr val="000000"/></a:solidFill></a:ln></p:spPr><p:txBody><a:bodyPr wrap="square" lIns="0" tIns="0" rIns="0" bIns="0" rtlCol="0"/><a:lstStyle/><a:p/></p:txBody></p:sp><p:sp><p:nvSpPr><p:cNvPr id="359" name="object 359"/><p:cNvSpPr/><p:nvPr/></p:nvSpPr><p:spPr><a:xfrm><a:off x="15049609" y="2255515"/><a:ext cx="12065" cy="34925"/></a:xfrm><a:custGeom><a:avLst/><a:gdLst/><a:ahLst/><a:cxnLst/><a:rect l="l" t="t" r="r" b="b"/><a:pathLst><a:path w="12065" h="34925"><a:moveTo><a:pt x="11634" y="34902"/></a:moveTo><a:lnTo><a:pt x="0" y="34902"/></a:lnTo><a:lnTo><a:pt x="5817" y="0"/></a:lnTo><a:lnTo><a:pt x="11634" y="34902"/></a:lnTo><a:close/></a:path></a:pathLst></a:custGeom><a:solidFill><a:srgbClr val="000000"/></a:solidFill></p:spPr><p:txBody><a:bodyPr wrap="square" lIns="0" tIns="0" rIns="0" bIns="0" rtlCol="0"/><a:lstStyle/><a:p/></p:txBody></p:sp><p:sp><p:nvSpPr><p:cNvPr id="360" name="object 360"/><p:cNvSpPr/><p:nvPr/></p:nvSpPr><p:spPr><a:xfrm><a:off x="15049609" y="2255515"/><a:ext cx="12065" cy="34925"/></a:xfrm><a:custGeom><a:avLst/><a:gdLst/><a:ahLst/><a:cxnLst/><a:rect l="l" t="t" r="r" b="b"/><a:pathLst><a:path w="12065" h="34925"><a:moveTo><a:pt x="5817" y="0"/></a:moveTo><a:lnTo><a:pt x="11634" y="34902"/></a:lnTo><a:lnTo><a:pt x="0" y="34902"/></a:lnTo><a:lnTo><a:pt x="5817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361" name="object 361"/><p:cNvSpPr/><p:nvPr/></p:nvSpPr><p:spPr><a:xfrm><a:off x="15083426" y="2569283"/><a:ext cx="112395" cy="605790"/></a:xfrm><a:custGeom><a:avLst/><a:gdLst/><a:ahLst/><a:cxnLst/><a:rect l="l" t="t" r="r" b="b"/><a:pathLst><a:path w="112394" h="605789"><a:moveTo><a:pt x="0" y="605372"/></a:moveTo><a:lnTo><a:pt x="0" y="0"/></a:lnTo><a:lnTo><a:pt x="112077" y="0"/></a:lnTo><a:lnTo><a:pt x="112077" y="605372"/></a:lnTo><a:lnTo><a:pt x="0" y="605372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362" name="object 362"/><p:cNvSpPr txBox="1"/><p:nvPr/></p:nvSpPr><p:spPr><a:xfrm><a:off x="15070188" y="2604825"/><a:ext cx="139065" cy="532130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><a:latin typeface="Verdana"/><a:cs typeface="Verdana"/></a:rPr><a:t>4&apos;-6&quot;</a:t></a:r><a:r><a:rPr dirty="0" sz="700" spc="75"><a:latin typeface="Verdana"/><a:cs typeface="Verdana"/></a:rPr><a:t> </a:t></a:r><a:r><a:rPr dirty="0" sz="700" spc="-20"><a:latin typeface="Verdana"/><a:cs typeface="Verdana"/></a:rPr><a:t>DEEP</a:t></a:r><a:endParaRPr sz="700"><a:latin typeface="Verdana"/><a:cs typeface="Verdana"/></a:endParaRPr></a:p></p:txBody></p:sp><p:grpSp><p:nvGrpSpPr><p:cNvPr id="363" name="object 363"/><p:cNvGrpSpPr/><p:nvPr/></p:nvGrpSpPr><p:grpSpPr><a:xfrm><a:off x="15721296" y="2242624"/><a:ext cx="521970" cy="824865"/><a:chOff x="15721296" y="2242624"/><a:chExt cx="521970" cy="824865"/></a:xfrm></p:grpSpPr><p:sp><p:nvSpPr><p:cNvPr id="364" name="object 364"/><p:cNvSpPr/><p:nvPr/></p:nvSpPr><p:spPr><a:xfrm><a:off x="15721291" y="2242633"/><a:ext cx="420370" cy="824865"/></a:xfrm><a:custGeom><a:avLst/><a:gdLst/><a:ahLst/><a:cxnLst/><a:rect l="l" t="t" r="r" b="b"/><a:pathLst><a:path w="420369" h="824864"><a:moveTo><a:pt x="379514" y="48641"/></a:moveTo><a:lnTo><a:pt x="375627" y="48641"/></a:lnTo><a:lnTo><a:pt x="375627" y="775652"/></a:lnTo><a:lnTo><a:pt x="379514" y="775652"/></a:lnTo><a:lnTo><a:pt x="379514" y="48641"/></a:lnTo><a:close/></a:path><a:path w="420369" h="824864"><a:moveTo><a:pt x="420230" y="820420"/></a:moveTo><a:lnTo><a:pt x="377571" y="820420"/></a:lnTo><a:lnTo><a:pt x="0" y="820420"/></a:lnTo><a:lnTo><a:pt x="0" y="824293"/></a:lnTo><a:lnTo><a:pt x="377571" y="824293"/></a:lnTo><a:lnTo><a:pt x="420230" y="824293"/></a:lnTo><a:lnTo><a:pt x="420230" y="820420"/></a:lnTo><a:close/></a:path><a:path w="420369" h="824864"><a:moveTo><a:pt x="420230" y="0"/></a:moveTo><a:lnTo><a:pt x="377571" y="0"/></a:lnTo><a:lnTo><a:pt x="0" y="0"/></a:lnTo><a:lnTo><a:pt x="0" y="3873"/></a:lnTo><a:lnTo><a:pt x="377571" y="3873"/></a:lnTo><a:lnTo><a:pt x="420230" y="3873"/></a:lnTo><a:lnTo><a:pt x="420230" y="0"/></a:lnTo><a:close/></a:path></a:pathLst></a:custGeom><a:solidFill><a:srgbClr val="000000"/></a:solidFill></p:spPr><p:txBody><a:bodyPr wrap="square" lIns="0" tIns="0" rIns="0" bIns="0" rtlCol="0"/><a:lstStyle/><a:p/></p:txBody></p:sp><p:sp><p:nvSpPr><p:cNvPr id="365" name="object 365"/><p:cNvSpPr/><p:nvPr/></p:nvSpPr><p:spPr><a:xfrm><a:off x="16093051" y="2256360"/><a:ext cx="12065" cy="34925"/></a:xfrm><a:custGeom><a:avLst/><a:gdLst/><a:ahLst/><a:cxnLst/><a:rect l="l" t="t" r="r" b="b"/><a:pathLst><a:path w="12065" h="34925"><a:moveTo><a:pt x="11634" y="34902"/></a:moveTo><a:lnTo><a:pt x="0" y="34902"/></a:lnTo><a:lnTo><a:pt x="5817" y="0"/></a:lnTo><a:lnTo><a:pt x="11634" y="34902"/></a:lnTo><a:close/></a:path></a:pathLst></a:custGeom><a:solidFill><a:srgbClr val="000000"/></a:solidFill></p:spPr><p:txBody><a:bodyPr wrap="square" lIns="0" tIns="0" rIns="0" bIns="0" rtlCol="0"/><a:lstStyle/><a:p/></p:txBody></p:sp><p:sp><p:nvSpPr><p:cNvPr id="366" name="object 366"/><p:cNvSpPr/><p:nvPr/></p:nvSpPr><p:spPr><a:xfrm><a:off x="16093051" y="2256360"/><a:ext cx="12065" cy="34925"/></a:xfrm><a:custGeom><a:avLst/><a:gdLst/><a:ahLst/><a:cxnLst/><a:rect l="l" t="t" r="r" b="b"/><a:pathLst><a:path w="12065" h="34925"><a:moveTo><a:pt x="5817" y="0"/></a:moveTo><a:lnTo><a:pt x="11634" y="34902"/></a:lnTo><a:lnTo><a:pt x="0" y="34902"/></a:lnTo><a:lnTo><a:pt x="5817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367" name="object 367"/><p:cNvSpPr/><p:nvPr/></p:nvSpPr><p:spPr><a:xfrm><a:off x="16093051" y="3018284"/><a:ext cx="12065" cy="34925"/></a:xfrm><a:custGeom><a:avLst/><a:gdLst/><a:ahLst/><a:cxnLst/><a:rect l="l" t="t" r="r" b="b"/><a:pathLst><a:path w="12065" h="34925"><a:moveTo><a:pt x="5817" y="34902"/></a:moveTo><a:lnTo><a:pt x="0" y="0"/></a:lnTo><a:lnTo><a:pt x="11634" y="0"/></a:lnTo><a:lnTo><a:pt x="5817" y="34902"/></a:lnTo><a:close/></a:path></a:pathLst></a:custGeom><a:solidFill><a:srgbClr val="000000"/></a:solidFill></p:spPr><p:txBody><a:bodyPr wrap="square" lIns="0" tIns="0" rIns="0" bIns="0" rtlCol="0"/><a:lstStyle/><a:p/></p:txBody></p:sp><p:sp><p:nvSpPr><p:cNvPr id="368" name="object 368"/><p:cNvSpPr/><p:nvPr/></p:nvSpPr><p:spPr><a:xfrm><a:off x="16093051" y="3018284"/><a:ext cx="12065" cy="34925"/></a:xfrm><a:custGeom><a:avLst/><a:gdLst/><a:ahLst/><a:cxnLst/><a:rect l="l" t="t" r="r" b="b"/><a:pathLst><a:path w="12065" h="34925"><a:moveTo><a:pt x="5817" y="34902"/></a:moveTo><a:lnTo><a:pt x="0" y="0"/></a:lnTo><a:lnTo><a:pt x="11634" y="0"/></a:lnTo><a:lnTo><a:pt x="5817" y="34902"/></a:lnTo></a:path></a:pathLst></a:custGeom><a:ln w="3878"><a:solidFill><a:srgbClr val="000000"/></a:solidFill></a:ln></p:spPr><p:txBody><a:bodyPr wrap="square" lIns="0" tIns="0" rIns="0" bIns="0" rtlCol="0"/><a:lstStyle/><a:p/></p:txBody></p:sp><p:sp><p:nvSpPr><p:cNvPr id="369" name="object 369"/><p:cNvSpPr/><p:nvPr/></p:nvSpPr><p:spPr><a:xfrm><a:off x="16126868" y="2352086"/><a:ext cx="112395" cy="605790"/></a:xfrm><a:custGeom><a:avLst/><a:gdLst/><a:ahLst/><a:cxnLst/><a:rect l="l" t="t" r="r" b="b"/><a:pathLst><a:path w="112394" h="605789"><a:moveTo><a:pt x="0" y="605372"/></a:moveTo><a:lnTo><a:pt x="0" y="0"/></a:lnTo><a:lnTo><a:pt x="112077" y="0"/></a:lnTo><a:lnTo><a:pt x="112077" y="605372"/></a:lnTo><a:lnTo><a:pt x="0" y="605372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370" name="object 370"/><p:cNvSpPr txBox="1"/><p:nvPr/></p:nvSpPr><p:spPr><a:xfrm><a:off x="16113686" y="2387652"/><a:ext cx="139065" cy="532130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><a:latin typeface="Verdana"/><a:cs typeface="Verdana"/></a:rPr><a:t>3&apos;-0&quot;</a:t></a:r><a:r><a:rPr dirty="0" sz="700" spc="75"><a:latin typeface="Verdana"/><a:cs typeface="Verdana"/></a:rPr><a:t> </a:t></a:r><a:r><a:rPr dirty="0" sz="700" spc="-20"><a:latin typeface="Verdana"/><a:cs typeface="Verdana"/></a:rPr><a:t>DEEP</a:t></a:r><a:endParaRPr sz="700"><a:latin typeface="Verdana"/><a:cs typeface="Verdana"/></a:endParaRPr></a:p></p:txBody></p:sp><p:sp><p:nvSpPr><p:cNvPr id="371" name="object 371"/><p:cNvSpPr/><p:nvPr/></p:nvSpPr><p:spPr><a:xfrm><a:off x="15799711" y="3642425"/><a:ext cx="898525" cy="132080"/></a:xfrm><a:custGeom><a:avLst/><a:gdLst/><a:ahLst/><a:cxnLst/><a:rect l="l" t="t" r="r" b="b"/><a:pathLst><a:path w="898525" h="132079"><a:moveTo><a:pt x="898169" y="131467"/></a:moveTo><a:lnTo><a:pt x="0" y="131467"/></a:lnTo><a:lnTo><a:pt x="0" y="0"/></a:lnTo><a:lnTo><a:pt x="898169" y="0"/></a:lnTo><a:lnTo><a:pt x="898169" y="131467"/></a:lnTo><a:close/></a:path></a:pathLst></a:custGeom><a:solidFill><a:srgbClr val="FFFFFF"/></a:solidFill></p:spPr><p:txBody><a:bodyPr wrap="square" lIns="0" tIns="0" rIns="0" bIns="0" rtlCol="0"/><a:lstStyle/><a:p/></p:txBody></p:sp><p:sp><p:nvSpPr><p:cNvPr id="372" name="object 372"/><p:cNvSpPr txBox="1"/><p:nvPr/></p:nvSpPr><p:spPr><a:xfrm><a:off x="15799711" y="3642425"/><a:ext cx="898525" cy="132080"/></a:xfrm><a:prstGeom prst="rect"><a:avLst/></a:prstGeom><a:ln w="7756"><a:solidFill><a:srgbClr val="000000"/></a:solidFill></a:ln></p:spPr><p:txBody><a:bodyPr wrap="square" lIns="0" tIns="635" rIns="0" bIns="0" rtlCol="0" vert="horz"><a:spAutoFit/></a:bodyPr><a:lstStyle/><a:p><a:pPr marL="15240"><a:lnSpc><a:spcPct val="100000"/></a:lnSpc><a:spcBef><a:spcPts val="5"/></a:spcBef></a:pPr><a:r><a:rPr dirty="0" sz="850"><a:latin typeface="Verdana"/><a:cs typeface="Verdana"/></a:rPr><a:t>14&quot;</a:t></a:r><a:r><a:rPr dirty="0" sz="850" spc="10"><a:latin typeface="Verdana"/><a:cs typeface="Verdana"/></a:rPr><a:t> </a:t></a:r><a:r><a:rPr dirty="0" sz="850" spc="-10"><a:latin typeface="Verdana"/><a:cs typeface="Verdana"/></a:rPr><a:t>DIAMETER</a:t></a:r><a:endParaRPr sz="850"><a:latin typeface="Verdana"/><a:cs typeface="Verdana"/></a:endParaRPr></a:p></p:txBody></p:sp><p:grpSp><p:nvGrpSpPr><p:cNvPr id="373" name="object 373"/><p:cNvGrpSpPr/><p:nvPr/></p:nvGrpSpPr><p:grpSpPr><a:xfrm><a:off x="15605652" y="2712423"/><a:ext cx="2071370" cy="1000125"/><a:chOff x="15605652" y="2712423"/><a:chExt cx="2071370" cy="1000125"/></a:xfrm></p:grpSpPr><p:pic><p:nvPicPr><p:cNvPr id="374" name="object 374"/><p:cNvPicPr/><p:nvPr/></p:nvPicPr><p:blipFill><a:blip r:embed="rId25" cstate="print"/><a:stretch><a:fillRect/></a:stretch></p:blipFill><p:spPr><a:xfrm><a:off x="15605652" y="3518822"/><a:ext cx="194060" cy="193214"/></a:xfrm><a:prstGeom prst="rect"><a:avLst/></a:prstGeom></p:spPr></p:pic><p:sp><p:nvSpPr><p:cNvPr id="375" name="object 375"/><p:cNvSpPr/><p:nvPr/></p:nvSpPr><p:spPr><a:xfrm><a:off x="17347774" y="2716550"/><a:ext cx="325120" cy="325120"/></a:xfrm><a:custGeom><a:avLst/><a:gdLst/><a:ahLst/><a:cxnLst/><a:rect l="l" t="t" r="r" b="b"/><a:pathLst><a:path w="325119" h="325119"><a:moveTo><a:pt x="0" y="162391"/></a:moveTo><a:lnTo><a:pt x="5809" y="119251"/></a:lnTo><a:lnTo><a:pt x="22199" y="80468"/></a:lnTo><a:lnTo><a:pt x="47613" y="47595"/></a:lnTo><a:lnTo><a:pt x="80492" y="22190"/></a:lnTo><a:lnTo><a:pt x="119278" y="5806"/></a:lnTo><a:lnTo><a:pt x="162415" y="0"/></a:lnTo><a:lnTo><a:pt x="205551" y="5806"/></a:lnTo><a:lnTo><a:pt x="244337" y="22190"/></a:lnTo><a:lnTo><a:pt x="277216" y="47595"/></a:lnTo><a:lnTo><a:pt x="302630" y="80468"/></a:lnTo><a:lnTo><a:pt x="319020" y="119251"/></a:lnTo><a:lnTo><a:pt x="324830" y="162391"/></a:lnTo><a:lnTo><a:pt x="319020" y="205535"/></a:lnTo><a:lnTo><a:pt x="302630" y="244320"/></a:lnTo><a:lnTo><a:pt x="277216" y="277194"/></a:lnTo><a:lnTo><a:pt x="244337" y="302600"/></a:lnTo><a:lnTo><a:pt x="205551" y="318984"/></a:lnTo><a:lnTo><a:pt x="162415" y="324791"/></a:lnTo><a:lnTo><a:pt x="119278" y="318984"/></a:lnTo><a:lnTo><a:pt x="80492" y="302600"/></a:lnTo><a:lnTo><a:pt x="47613" y="277194"/></a:lnTo><a:lnTo><a:pt x="22199" y="244320"/></a:lnTo><a:lnTo><a:pt x="5809" y="205535"/></a:lnTo><a:lnTo><a:pt x="0" y="162391"/></a:lnTo><a:close/></a:path><a:path w="325119" h="325119"><a:moveTo><a:pt x="95866" y="92136"/></a:moveTo><a:lnTo><a:pt x="228963" y="92136"/></a:lnTo><a:lnTo><a:pt x="228963" y="232655"/></a:lnTo><a:lnTo><a:pt x="95866" y="232655"/></a:lnTo><a:lnTo><a:pt x="95866" y="92136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376" name="object 376"/><p:cNvSpPr txBox="1"/><p:nvPr/></p:nvSpPr><p:spPr><a:xfrm><a:off x="17518488" y="2455344"/><a:ext cx="791210" cy="132080"/></a:xfrm><a:prstGeom prst="rect"><a:avLst/></a:prstGeom><a:ln w="7756"><a:solidFill><a:srgbClr val="000000"/></a:solidFill></a:ln></p:spPr><p:txBody><a:bodyPr wrap="square" lIns="0" tIns="635" rIns="0" bIns="0" rtlCol="0" vert="horz"><a:spAutoFit/></a:bodyPr><a:lstStyle/><a:p><a:pPr marL="15240"><a:lnSpc><a:spcPct val="100000"/></a:lnSpc><a:spcBef><a:spcPts val="5"/></a:spcBef></a:pPr><a:r><a:rPr dirty="0" sz="850"><a:latin typeface="Verdana"/><a:cs typeface="Verdana"/></a:rPr><a:t>WOOD </a:t></a:r><a:r><a:rPr dirty="0" sz="850" spc="-20"><a:latin typeface="Verdana"/><a:cs typeface="Verdana"/></a:rPr><a:t>POST</a:t></a:r><a:endParaRPr sz="850"><a:latin typeface="Verdana"/><a:cs typeface="Verdana"/></a:endParaRPr></a:p></p:txBody></p:sp><p:grpSp><p:nvGrpSpPr><p:cNvPr id="377" name="object 377"/><p:cNvGrpSpPr/><p:nvPr/></p:nvGrpSpPr><p:grpSpPr><a:xfrm><a:off x="17421069" y="2517200"/><a:ext cx="1084580" cy="802005"/><a:chOff x="17421069" y="2517200"/><a:chExt cx="1084580" cy="802005"/></a:xfrm></p:grpSpPr><p:pic><p:nvPicPr><p:cNvPr id="378" name="object 378"/><p:cNvPicPr/><p:nvPr/></p:nvPicPr><p:blipFill><a:blip r:embed="rId26" cstate="print"/><a:stretch><a:fillRect/></a:stretch></p:blipFill><p:spPr><a:xfrm><a:off x="17421069" y="2517200"/><a:ext cx="97418" cy="295201"/></a:xfrm><a:prstGeom prst="rect"><a:avLst/></a:prstGeom></p:spPr></p:pic><p:sp><p:nvSpPr><p:cNvPr id="379" name="object 379"/><p:cNvSpPr/><p:nvPr/></p:nvSpPr><p:spPr><a:xfrm><a:off x="17602798" y="3183536"/><a:ext cx="898525" cy="132080"/></a:xfrm><a:custGeom><a:avLst/><a:gdLst/><a:ahLst/><a:cxnLst/><a:rect l="l" t="t" r="r" b="b"/><a:pathLst><a:path w="898525" h="132079"><a:moveTo><a:pt x="0" y="0"/></a:moveTo><a:lnTo><a:pt x="898169" y="0"/></a:lnTo><a:lnTo><a:pt x="898169" y="131467"/></a:lnTo><a:lnTo><a:pt x="0" y="131467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380" name="object 380"/><p:cNvSpPr txBox="1"/><p:nvPr/></p:nvSpPr><p:spPr><a:xfrm><a:off x="17606677" y="3170837"/><a:ext cx="894715" cy="156210"/></a:xfrm><a:prstGeom prst="rect"><a:avLst/></a:prstGeom></p:spPr><p:txBody><a:bodyPr wrap="square" lIns="0" tIns="13335" rIns="0" bIns="0" rtlCol="0" vert="horz"><a:spAutoFit/></a:bodyPr><a:lstStyle/><a:p><a:pPr marL="11430"><a:lnSpc><a:spcPct val="100000"/></a:lnSpc><a:spcBef><a:spcPts val="105"/></a:spcBef></a:pPr><a:r><a:rPr dirty="0" sz="850"><a:latin typeface="Verdana"/><a:cs typeface="Verdana"/></a:rPr><a:t>14&quot;</a:t></a:r><a:r><a:rPr dirty="0" sz="850" spc="10"><a:latin typeface="Verdana"/><a:cs typeface="Verdana"/></a:rPr><a:t> </a:t></a:r><a:r><a:rPr dirty="0" sz="850" spc="-10"><a:latin typeface="Verdana"/><a:cs typeface="Verdana"/></a:rPr><a:t>DIAMETER</a:t></a:r><a:endParaRPr sz="850"><a:latin typeface="Verdana"/><a:cs typeface="Verdana"/></a:endParaRPr></a:p></p:txBody></p:sp><p:pic><p:nvPicPr><p:cNvPr id="381" name="object 381"/><p:cNvPicPr/><p:nvPr/></p:nvPicPr><p:blipFill><a:blip r:embed="rId27" cstate="print"/><a:stretch><a:fillRect/></a:stretch></p:blipFill><p:spPr><a:xfrm><a:off x="17490876" y="3061050"/><a:ext cx="111922" cy="192098"/></a:xfrm><a:prstGeom prst="rect"><a:avLst/></a:prstGeom></p:spPr></p:pic><p:sp><p:nvSpPr><p:cNvPr id="382" name="object 382"/><p:cNvSpPr txBox="1"/><p:nvPr/></p:nvSpPr><p:spPr><a:xfrm><a:off x="15325518" y="4085108"/><a:ext cx="84645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PIER</a:t></a:r><a:r><a:rPr dirty="0" sz="950" spc="55"><a:latin typeface="Calibri"/><a:cs typeface="Calibri"/></a:rPr><a:t> </a:t></a:r><a:r><a:rPr dirty="0" sz="950" spc="-10"><a:latin typeface="Calibri"/><a:cs typeface="Calibri"/></a:rPr><a:t>ELEVATION</a:t></a:r><a:endParaRPr sz="950"><a:latin typeface="Calibri"/><a:cs typeface="Calibri"/></a:endParaRPr></a:p></p:txBody></p:sp><p:sp><p:nvSpPr><p:cNvPr id="383" name="object 383"/><p:cNvSpPr txBox="1"/><p:nvPr/></p:nvSpPr><p:spPr><a:xfrm><a:off x="15016588" y="4123788"/><a:ext cx="8890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50"><a:latin typeface="Calibri"/><a:cs typeface="Calibri"/></a:rPr><a:t>4</a:t></a:r><a:endParaRPr sz="950"><a:latin typeface="Calibri"/><a:cs typeface="Calibri"/></a:endParaRPr></a:p></p:txBody></p:sp><p:sp><p:nvSpPr><p:cNvPr id="384" name="object 384"/><p:cNvSpPr txBox="1"/><p:nvPr/></p:nvSpPr><p:spPr><a:xfrm><a:off x="14940965" y="4275034"/><a:ext cx="240029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0"><a:latin typeface="Calibri"/><a:cs typeface="Calibri"/></a:rPr><a:t>S1.2</a:t></a:r><a:endParaRPr sz="950"><a:latin typeface="Calibri"/><a:cs typeface="Calibri"/></a:endParaRPr></a:p></p:txBody></p:sp><p:grpSp><p:nvGrpSpPr><p:cNvPr id="385" name="object 385"/><p:cNvGrpSpPr/><p:nvPr/></p:nvGrpSpPr><p:grpSpPr><a:xfrm><a:off x="14833649" y="4069370"/><a:ext cx="1489710" cy="449580"/><a:chOff x="14833649" y="4069370"/><a:chExt cx="1489710" cy="449580"/></a:xfrm></p:grpSpPr><p:sp><p:nvSpPr><p:cNvPr id="386" name="object 386"/><p:cNvSpPr/><p:nvPr/></p:nvSpPr><p:spPr><a:xfrm><a:off x="14841587" y="4293931"/><a:ext cx="1477645" cy="0"/></a:xfrm><a:custGeom><a:avLst/><a:gdLst/><a:ahLst/><a:cxnLst/><a:rect l="l" t="t" r="r" b="b"/><a:pathLst><a:path w="1477644" h="0"><a:moveTo><a:pt x="0" y="0"/></a:moveTo><a:lnTo><a:pt x="1477247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87" name="object 387"/><p:cNvSpPr/><p:nvPr/></p:nvSpPr><p:spPr><a:xfrm><a:off x="14841587" y="4077308"/><a:ext cx="433705" cy="433705"/></a:xfrm><a:custGeom><a:avLst/><a:gdLst/><a:ahLst/><a:cxnLst/><a:rect l="l" t="t" r="r" b="b"/><a:pathLst><a:path w="433705" h="433704"><a:moveTo><a:pt x="0" y="216623"/></a:moveTo><a:lnTo><a:pt x="5719" y="166955"/></a:lnTo><a:lnTo><a:pt x="22012" y="121360"/></a:lnTo><a:lnTo><a:pt x="47579" y="81138"/></a:lnTo><a:lnTo><a:pt x="81124" y="47591"/></a:lnTo><a:lnTo><a:pt x="121346" y="22018"/></a:lnTo><a:lnTo><a:pt x="166948" y="5721"/></a:lnTo><a:lnTo><a:pt x="216630" y="0"/></a:lnTo><a:lnTo><a:pt x="266289" y="5721"/></a:lnTo><a:lnTo><a:pt x="311881" y="22018"/></a:lnTo><a:lnTo><a:pt x="352105" y="47591"/></a:lnTo><a:lnTo><a:pt x="385657" y="81138"/></a:lnTo><a:lnTo><a:pt x="411236" y="121360"/></a:lnTo><a:lnTo><a:pt x="427538" y="166955"/></a:lnTo><a:lnTo><a:pt x="433261" y="216623"/></a:lnTo><a:lnTo><a:pt x="427538" y="266293"/></a:lnTo><a:lnTo><a:pt x="411236" y="311889"/></a:lnTo><a:lnTo><a:pt x="385657" y="352110"/></a:lnTo><a:lnTo><a:pt x="352105" y="385657"/></a:lnTo><a:lnTo><a:pt x="311881" y="411228"/></a:lnTo><a:lnTo><a:pt x="266289" y="427525"/></a:lnTo><a:lnTo><a:pt x="216630" y="433246"/></a:lnTo><a:lnTo><a:pt x="166948" y="427525"/></a:lnTo><a:lnTo><a:pt x="121346" y="411228"/></a:lnTo><a:lnTo><a:pt x="81124" y="385657"/></a:lnTo><a:lnTo><a:pt x="47579" y="352110"/></a:lnTo><a:lnTo><a:pt x="22012" y="311889"/></a:lnTo><a:lnTo><a:pt x="5719" y="266293"/></a:lnTo><a:lnTo><a:pt x="0" y="216623"/></a:lnTo></a:path></a:pathLst></a:custGeom><a:ln w="15512"><a:solidFill><a:srgbClr val="000000"/></a:solidFill></a:ln></p:spPr><p:txBody><a:bodyPr wrap="square" lIns="0" tIns="0" rIns="0" bIns="0" rtlCol="0"/><a:lstStyle/><a:p/></p:txBody></p:sp></p:grpSp><p:sp><p:nvSpPr><p:cNvPr id="388" name="object 388"/><p:cNvSpPr txBox="1"/><p:nvPr/></p:nvSpPr><p:spPr><a:xfrm><a:off x="15292088" y="4358072"/><a:ext cx="73152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SCALE:</a:t></a:r><a:r><a:rPr dirty="0" sz="700" spc="65"><a:latin typeface="Verdana"/><a:cs typeface="Verdana"/></a:rPr><a:t> </a:t></a:r><a:r><a:rPr dirty="0" sz="700"><a:latin typeface="Verdana"/><a:cs typeface="Verdana"/></a:rPr><a:t>1&quot;</a:t></a:r><a:r><a:rPr dirty="0" sz="700" spc="70"><a:latin typeface="Verdana"/><a:cs typeface="Verdana"/></a:rPr><a:t> </a:t></a:r><a:r><a:rPr dirty="0" sz="700"><a:latin typeface="Verdana"/><a:cs typeface="Verdana"/></a:rPr><a:t>=</a:t></a:r><a:r><a:rPr dirty="0" sz="700" spc="70"><a:latin typeface="Verdana"/><a:cs typeface="Verdana"/></a:rPr><a:t> </a:t></a:r><a:r><a:rPr dirty="0" sz="700" spc="-25"><a:latin typeface="Verdana"/><a:cs typeface="Verdana"/></a:rPr><a:t>2&apos;</a:t></a:r><a:endParaRPr sz="700"><a:latin typeface="Verdana"/><a:cs typeface="Verdana"/></a:endParaRPr></a:p></p:txBody></p:sp><p:sp><p:nvSpPr><p:cNvPr id="389" name="object 389"/><p:cNvSpPr txBox="1"/><p:nvPr/></p:nvSpPr><p:spPr><a:xfrm><a:off x="17564115" y="4100566"/><a:ext cx="845819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PIER</a:t></a:r><a:r><a:rPr dirty="0" sz="950" spc="60"><a:latin typeface="Calibri"/><a:cs typeface="Calibri"/></a:rPr><a:t> </a:t></a:r><a:r><a:rPr dirty="0" sz="950"><a:latin typeface="Calibri"/><a:cs typeface="Calibri"/></a:rPr><a:t>PLAN</a:t></a:r><a:r><a:rPr dirty="0" sz="950" spc="60"><a:latin typeface="Calibri"/><a:cs typeface="Calibri"/></a:rPr><a:t> </a:t></a:r><a:r><a:rPr dirty="0" sz="950" spc="-20"><a:latin typeface="Calibri"/><a:cs typeface="Calibri"/></a:rPr><a:t>VIEW</a:t></a:r><a:endParaRPr sz="950"><a:latin typeface="Calibri"/><a:cs typeface="Calibri"/></a:endParaRPr></a:p></p:txBody></p:sp><p:sp><p:nvSpPr><p:cNvPr id="390" name="object 390"/><p:cNvSpPr txBox="1"/><p:nvPr/></p:nvSpPr><p:spPr><a:xfrm><a:off x="17255185" y="4139246"/><a:ext cx="8890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50"><a:latin typeface="Calibri"/><a:cs typeface="Calibri"/></a:rPr><a:t>5</a:t></a:r><a:endParaRPr sz="950"><a:latin typeface="Calibri"/><a:cs typeface="Calibri"/></a:endParaRPr></a:p></p:txBody></p:sp><p:sp><p:nvSpPr><p:cNvPr id="391" name="object 391"/><p:cNvSpPr txBox="1"/><p:nvPr/></p:nvSpPr><p:spPr><a:xfrm><a:off x="17179563" y="4290492"/><a:ext cx="240029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0"><a:latin typeface="Calibri"/><a:cs typeface="Calibri"/></a:rPr><a:t>S1.2</a:t></a:r><a:endParaRPr sz="950"><a:latin typeface="Calibri"/><a:cs typeface="Calibri"/></a:endParaRPr></a:p></p:txBody></p:sp><p:grpSp><p:nvGrpSpPr><p:cNvPr id="392" name="object 392"/><p:cNvGrpSpPr/><p:nvPr/></p:nvGrpSpPr><p:grpSpPr><a:xfrm><a:off x="17072247" y="4084836"/><a:ext cx="1489710" cy="449580"/><a:chOff x="17072247" y="4084836"/><a:chExt cx="1489710" cy="449580"/></a:xfrm></p:grpSpPr><p:sp><p:nvSpPr><p:cNvPr id="393" name="object 393"/><p:cNvSpPr/><p:nvPr/></p:nvSpPr><p:spPr><a:xfrm><a:off x="17080185" y="4309397"/><a:ext cx="1477645" cy="0"/></a:xfrm><a:custGeom><a:avLst/><a:gdLst/><a:ahLst/><a:cxnLst/><a:rect l="l" t="t" r="r" b="b"/><a:pathLst><a:path w="1477644" h="0"><a:moveTo><a:pt x="0" y="0"/></a:moveTo><a:lnTo><a:pt x="1477247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94" name="object 394"/><p:cNvSpPr/><p:nvPr/></p:nvSpPr><p:spPr><a:xfrm><a:off x="17080185" y="4092774"/><a:ext cx="433705" cy="433705"/></a:xfrm><a:custGeom><a:avLst/><a:gdLst/><a:ahLst/><a:cxnLst/><a:rect l="l" t="t" r="r" b="b"/><a:pathLst><a:path w="433705" h="433704"><a:moveTo><a:pt x="0" y="216615"/></a:moveTo><a:lnTo><a:pt x="5719" y="166948"/></a:lnTo><a:lnTo><a:pt x="22012" y="121354"/></a:lnTo><a:lnTo><a:pt x="47579" y="81134"/></a:lnTo><a:lnTo><a:pt x="81124" y="47588"/></a:lnTo><a:lnTo><a:pt x="121346" y="22017"/></a:lnTo><a:lnTo><a:pt x="166948" y="5721"/></a:lnTo><a:lnTo><a:pt x="216630" y="0"/></a:lnTo><a:lnTo><a:pt x="266289" y="5721"/></a:lnTo><a:lnTo><a:pt x="311881" y="22017"/></a:lnTo><a:lnTo><a:pt x="352105" y="47588"/></a:lnTo><a:lnTo><a:pt x="385657" y="81134"/></a:lnTo><a:lnTo><a:pt x="411236" y="121354"/></a:lnTo><a:lnTo><a:pt x="427538" y="166948"/></a:lnTo><a:lnTo><a:pt x="433261" y="216615"/></a:lnTo><a:lnTo><a:pt x="427538" y="266285"/></a:lnTo><a:lnTo><a:pt x="411236" y="311881"/></a:lnTo><a:lnTo><a:pt x="385657" y="352103"/></a:lnTo><a:lnTo><a:pt x="352105" y="385649"/></a:lnTo><a:lnTo><a:pt x="311881" y="411221"/></a:lnTo><a:lnTo><a:pt x="266289" y="427517"/></a:lnTo><a:lnTo><a:pt x="216630" y="433238"/></a:lnTo><a:lnTo><a:pt x="166948" y="427517"/></a:lnTo><a:lnTo><a:pt x="121346" y="411221"/></a:lnTo><a:lnTo><a:pt x="81124" y="385649"/></a:lnTo><a:lnTo><a:pt x="47579" y="352103"/></a:lnTo><a:lnTo><a:pt x="22012" y="311881"/></a:lnTo><a:lnTo><a:pt x="5719" y="266285"/></a:lnTo><a:lnTo><a:pt x="0" y="216615"/></a:lnTo></a:path></a:pathLst></a:custGeom><a:ln w="15512"><a:solidFill><a:srgbClr val="000000"/></a:solidFill></a:ln></p:spPr><p:txBody><a:bodyPr wrap="square" lIns="0" tIns="0" rIns="0" bIns="0" rtlCol="0"/><a:lstStyle/><a:p/></p:txBody></p:sp></p:grpSp><p:sp><p:nvSpPr><p:cNvPr id="395" name="object 395"/><p:cNvSpPr txBox="1"/><p:nvPr/></p:nvSpPr><p:spPr><a:xfrm><a:off x="17530609" y="4373530"/><a:ext cx="73152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SCALE:</a:t></a:r><a:r><a:rPr dirty="0" sz="700" spc="65"><a:latin typeface="Verdana"/><a:cs typeface="Verdana"/></a:rPr><a:t> </a:t></a:r><a:r><a:rPr dirty="0" sz="700"><a:latin typeface="Verdana"/><a:cs typeface="Verdana"/></a:rPr><a:t>1&quot;</a:t></a:r><a:r><a:rPr dirty="0" sz="700" spc="70"><a:latin typeface="Verdana"/><a:cs typeface="Verdana"/></a:rPr><a:t> </a:t></a:r><a:r><a:rPr dirty="0" sz="700"><a:latin typeface="Verdana"/><a:cs typeface="Verdana"/></a:rPr><a:t>=</a:t></a:r><a:r><a:rPr dirty="0" sz="700" spc="70"><a:latin typeface="Verdana"/><a:cs typeface="Verdana"/></a:rPr><a:t> </a:t></a:r><a:r><a:rPr dirty="0" sz="700" spc="-25"><a:latin typeface="Verdana"/><a:cs typeface="Verdana"/></a:rPr><a:t>2&apos;</a:t></a:r><a:endParaRPr sz="700"><a:latin typeface="Verdana"/><a:cs typeface="Verdana"/></a:endParaRPr></a:p></p:txBody></p:sp><p:sp><p:nvSpPr><p:cNvPr id="396" name="object 396"/><p:cNvSpPr txBox="1"/><p:nvPr/></p:nvSpPr><p:spPr><a:xfrm><a:off x="12598724" y="4933625"/><a:ext cx="1303655" cy="263525"/></a:xfrm><a:prstGeom prst="rect"><a:avLst/></a:prstGeom><a:ln w="7756"><a:solidFill><a:srgbClr val="000000"/></a:solidFill></a:ln></p:spPr><p:txBody><a:bodyPr wrap="square" lIns="0" tIns="0" rIns="0" bIns="0" rtlCol="0" vert="horz"><a:spAutoFit/></a:bodyPr><a:lstStyle/><a:p><a:pPr marL="15240" marR="71755"><a:lnSpc><a:spcPts val="1040"/></a:lnSpc></a:pPr><a:r><a:rPr dirty="0" sz="850"><a:latin typeface="Verdana"/><a:cs typeface="Verdana"/></a:rPr><a:t>14&quot;</a:t></a:r><a:r><a:rPr dirty="0" sz="850" spc="10"><a:latin typeface="Verdana"/><a:cs typeface="Verdana"/></a:rPr><a:t> </a:t></a:r><a:r><a:rPr dirty="0" sz="850"><a:latin typeface="Verdana"/><a:cs typeface="Verdana"/></a:rPr><a:t>DIAMETER</a:t></a:r><a:r><a:rPr dirty="0" sz="850" spc="10"><a:latin typeface="Verdana"/><a:cs typeface="Verdana"/></a:rPr><a:t> </a:t></a:r><a:r><a:rPr dirty="0" sz="850"><a:latin typeface="Verdana"/><a:cs typeface="Verdana"/></a:rPr><a:t>x</a:t></a:r><a:r><a:rPr dirty="0" sz="850" spc="10"><a:latin typeface="Verdana"/><a:cs typeface="Verdana"/></a:rPr><a:t> </a:t></a:r><a:r><a:rPr dirty="0" sz="850"><a:latin typeface="Verdana"/><a:cs typeface="Verdana"/></a:rPr><a:t>4&apos;-</a:t></a:r><a:r><a:rPr dirty="0" sz="850" spc="-25"><a:latin typeface="Verdana"/><a:cs typeface="Verdana"/></a:rPr><a:t>6&quot; </a:t></a:r><a:r><a:rPr dirty="0" sz="850"><a:latin typeface="Verdana"/><a:cs typeface="Verdana"/></a:rPr><a:t>LONG PIER, </a:t></a:r><a:r><a:rPr dirty="0" sz="850" spc="-20"><a:latin typeface="Verdana"/><a:cs typeface="Verdana"/></a:rPr><a:t>TYP.</a:t></a:r><a:endParaRPr sz="850"><a:latin typeface="Verdana"/><a:cs typeface="Verdana"/></a:endParaRPr></a:p></p:txBody></p:sp><p:grpSp><p:nvGrpSpPr><p:cNvPr id="397" name="object 397"/><p:cNvGrpSpPr/><p:nvPr/></p:nvGrpSpPr><p:grpSpPr><a:xfrm><a:off x="12068802" y="3718047"/><a:ext cx="1654175" cy="1285875"/><a:chOff x="12068802" y="3718047"/><a:chExt cx="1654175" cy="1285875"/></a:xfrm></p:grpSpPr><p:sp><p:nvSpPr><p:cNvPr id="398" name="object 398"/><p:cNvSpPr/><p:nvPr/></p:nvSpPr><p:spPr><a:xfrm><a:off x="12094104" y="4673225"/><a:ext cx="501015" cy="326390"/></a:xfrm><a:custGeom><a:avLst/><a:gdLst/><a:ahLst/><a:cxnLst/><a:rect l="l" t="t" r="r" b="b"/><a:pathLst><a:path w="501015" h="326389"><a:moveTo><a:pt x="0" y="0"/></a:moveTo><a:lnTo><a:pt x="76165" y="326133"/></a:lnTo><a:lnTo><a:pt x="500740" y="326133"/></a:lnTo></a:path></a:pathLst></a:custGeom><a:ln w="7756"><a:solidFill><a:srgbClr val="000000"/></a:solidFill></a:ln></p:spPr><p:txBody><a:bodyPr wrap="square" lIns="0" tIns="0" rIns="0" bIns="0" rtlCol="0"/><a:lstStyle/><a:p/></p:txBody></p:sp><p:sp><p:nvSpPr><p:cNvPr id="399" name="object 399"/><p:cNvSpPr/><p:nvPr/></p:nvSpPr><p:spPr><a:xfrm><a:off x="12072930" y="4582679"/><a:ext cx="36830" cy="94615"/></a:xfrm><a:custGeom><a:avLst/><a:gdLst/><a:ahLst/><a:cxnLst/><a:rect l="l" t="t" r="r" b="b"/><a:pathLst><a:path w="36829" h="94614"><a:moveTo><a:pt x="6049" y="94160"/></a:moveTo><a:lnTo><a:pt x="0" y="0"/></a:lnTo><a:lnTo><a:pt x="36299" y="87110"/></a:lnTo><a:lnTo><a:pt x="6049" y="94160"/></a:lnTo><a:close/></a:path></a:pathLst></a:custGeom><a:solidFill><a:srgbClr val="000000"/></a:solidFill></p:spPr><p:txBody><a:bodyPr wrap="square" lIns="0" tIns="0" rIns="0" bIns="0" rtlCol="0"/><a:lstStyle/><a:p/></p:txBody></p:sp><p:sp><p:nvSpPr><p:cNvPr id="400" name="object 400"/><p:cNvSpPr/><p:nvPr/></p:nvSpPr><p:spPr><a:xfrm><a:off x="12072930" y="4582679"/><a:ext cx="36830" cy="94615"/></a:xfrm><a:custGeom><a:avLst/><a:gdLst/><a:ahLst/><a:cxnLst/><a:rect l="l" t="t" r="r" b="b"/><a:pathLst><a:path w="36829" h="94614"><a:moveTo><a:pt x="0" y="0"/></a:moveTo><a:lnTo><a:pt x="36299" y="87110"/></a:lnTo><a:lnTo><a:pt x="6049" y="94160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401" name="object 401"/><p:cNvSpPr/><p:nvPr/></p:nvSpPr><p:spPr><a:xfrm><a:off x="12283744" y="3722174"/><a:ext cx="1435100" cy="263525"/></a:xfrm><a:custGeom><a:avLst/><a:gdLst/><a:ahLst/><a:cxnLst/><a:rect l="l" t="t" r="r" b="b"/><a:pathLst><a:path w="1435100" h="263525"><a:moveTo><a:pt x="1434899" y="262935"/></a:moveTo><a:lnTo><a:pt x="0" y="262935"/></a:lnTo><a:lnTo><a:pt x="0" y="0"/></a:lnTo><a:lnTo><a:pt x="1434899" y="0"/></a:lnTo><a:lnTo><a:pt x="1434899" y="262935"/></a:lnTo><a:close/></a:path></a:pathLst></a:custGeom><a:solidFill><a:srgbClr val="FFFFFF"/></a:solidFill></p:spPr><p:txBody><a:bodyPr wrap="square" lIns="0" tIns="0" rIns="0" bIns="0" rtlCol="0"/><a:lstStyle/><a:p/></p:txBody></p:sp><p:sp><p:nvSpPr><p:cNvPr id="402" name="object 402"/><p:cNvSpPr/><p:nvPr/></p:nvSpPr><p:spPr><a:xfrm><a:off x="12283744" y="3722174"/><a:ext cx="1435100" cy="263525"/></a:xfrm><a:custGeom><a:avLst/><a:gdLst/><a:ahLst/><a:cxnLst/><a:rect l="l" t="t" r="r" b="b"/><a:pathLst><a:path w="1435100" h="263525"><a:moveTo><a:pt x="0" y="0"/></a:moveTo><a:lnTo><a:pt x="1434899" y="0"/></a:lnTo><a:lnTo><a:pt x="1434899" y="262935"/></a:lnTo><a:lnTo><a:pt x="0" y="262935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403" name="object 403"/><p:cNvSpPr txBox="1"/><p:nvPr/></p:nvSpPr><p:spPr><a:xfrm><a:off x="12286557" y="3709474"/><a:ext cx="1364615" cy="287655"/></a:xfrm><a:prstGeom prst="rect"><a:avLst/></a:prstGeom></p:spPr><p:txBody><a:bodyPr wrap="square" lIns="0" tIns="11430" rIns="0" bIns="0" rtlCol="0" vert="horz"><a:spAutoFit/></a:bodyPr><a:lstStyle/><a:p><a:pPr marL="12700" marR="5080"><a:lnSpc><a:spcPct val="101499"/></a:lnSpc><a:spcBef><a:spcPts val="90"/></a:spcBef></a:pPr><a:r><a:rPr dirty="0" sz="850"><a:latin typeface="Verdana"/><a:cs typeface="Verdana"/></a:rPr><a:t>WOOD</a:t></a:r><a:r><a:rPr dirty="0" sz="850" spc="-5"><a:latin typeface="Verdana"/><a:cs typeface="Verdana"/></a:rPr><a:t> </a:t></a:r><a:r><a:rPr dirty="0" sz="850"><a:latin typeface="Verdana"/><a:cs typeface="Verdana"/></a:rPr><a:t>POSTS</a:t></a:r><a:r><a:rPr dirty="0" sz="850" spc="-5"><a:latin typeface="Verdana"/><a:cs typeface="Verdana"/></a:rPr><a:t> </a:t></a:r><a:r><a:rPr dirty="0" sz="850"><a:latin typeface="Verdana"/><a:cs typeface="Verdana"/></a:rPr><a:t>IN </a:t></a:r><a:r><a:rPr dirty="0" sz="850" spc="-10"><a:latin typeface="Verdana"/><a:cs typeface="Verdana"/></a:rPr><a:t>PIERS, </a:t></a:r><a:r><a:rPr dirty="0" sz="850"><a:latin typeface="Verdana"/><a:cs typeface="Verdana"/></a:rPr><a:t>RESTRAINED</a:t></a:r><a:r><a:rPr dirty="0" sz="850" spc="-10"><a:latin typeface="Verdana"/><a:cs typeface="Verdana"/></a:rPr><a:t> </a:t></a:r><a:r><a:rPr dirty="0" sz="850"><a:latin typeface="Verdana"/><a:cs typeface="Verdana"/></a:rPr><a:t>BY</a:t></a:r><a:r><a:rPr dirty="0" sz="850" spc="-5"><a:latin typeface="Verdana"/><a:cs typeface="Verdana"/></a:rPr><a:t> </a:t></a:r><a:r><a:rPr dirty="0" sz="850" spc="-25"><a:latin typeface="Verdana"/><a:cs typeface="Verdana"/></a:rPr><a:t>PAD</a:t></a:r><a:endParaRPr sz="850"><a:latin typeface="Verdana"/><a:cs typeface="Verdana"/></a:endParaRPr></a:p></p:txBody></p:sp><p:grpSp><p:nvGrpSpPr><p:cNvPr id="404" name="object 404"/><p:cNvGrpSpPr/><p:nvPr/></p:nvGrpSpPr><p:grpSpPr><a:xfrm><a:off x="851151" y="291439"/><a:ext cx="11433175" cy="3879215"/><a:chOff x="851151" y="291439"/><a:chExt cx="11433175" cy="3879215"/></a:xfrm></p:grpSpPr><p:sp><p:nvSpPr><p:cNvPr id="405" name="object 405"/><p:cNvSpPr/><p:nvPr/></p:nvSpPr><p:spPr><a:xfrm><a:off x="11943556" y="3787908"/><a:ext cx="336550" cy="311150"/></a:xfrm><a:custGeom><a:avLst/><a:gdLst/><a:ahLst/><a:cxnLst/><a:rect l="l" t="t" r="r" b="b"/><a:pathLst><a:path w="336550" h="311150"><a:moveTo><a:pt x="0" y="311024"/></a:moveTo><a:lnTo><a:pt x="295356" y="0"/></a:lnTo><a:lnTo><a:pt x="336309" y="0"/></a:lnTo></a:path></a:pathLst></a:custGeom><a:ln w="7756"><a:solidFill><a:srgbClr val="000000"/></a:solidFill></a:ln></p:spPr><p:txBody><a:bodyPr wrap="square" lIns="0" tIns="0" rIns="0" bIns="0" rtlCol="0"/><a:lstStyle/><a:p/></p:txBody></p:sp><p:pic><p:nvPicPr><p:cNvPr id="406" name="object 406"/><p:cNvPicPr/><p:nvPr/></p:nvPicPr><p:blipFill><a:blip r:embed="rId28" cstate="print"/><a:stretch><a:fillRect/></a:stretch></p:blipFill><p:spPr><a:xfrm><a:off x="11875689" y="4084273"/><a:ext cx="83069" cy="85931"/></a:xfrm><a:prstGeom prst="rect"><a:avLst/></a:prstGeom></p:spPr></p:pic><p:pic><p:nvPicPr><p:cNvPr id="407" name="object 407"/><p:cNvPicPr/><p:nvPr/></p:nvPicPr><p:blipFill><a:blip r:embed="rId29" cstate="print"/><a:stretch><a:fillRect/></a:stretch></p:blipFill><p:spPr><a:xfrm><a:off x="855029" y="497308"/><a:ext cx="11415219" cy="818416"/></a:xfrm><a:prstGeom prst="rect"><a:avLst/></a:prstGeom></p:spPr></p:pic><p:pic><p:nvPicPr><p:cNvPr id="408" name="object 408"/><p:cNvPicPr/><p:nvPr/></p:nvPicPr><p:blipFill><a:blip r:embed="rId30" cstate="print"/><a:stretch><a:fillRect/></a:stretch></p:blipFill><p:spPr><a:xfrm><a:off x="851151" y="291439"/><a:ext cx="175848" cy="153337"/></a:xfrm><a:prstGeom prst="rect"><a:avLst/></a:prstGeom></p:spPr></p:pic></p:grpSp><p:sp><p:nvSpPr><p:cNvPr id="409" name="object 409"/><p:cNvSpPr txBox="1"/><p:nvPr/></p:nvSpPr><p:spPr><a:xfrm><a:off x="901788" y="325115"/><a:ext cx="74930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grpSp><p:nvGrpSpPr><p:cNvPr id="410" name="object 410"/><p:cNvGrpSpPr/><p:nvPr/></p:nvGrpSpPr><p:grpSpPr><a:xfrm><a:off x="14098060" y="1138424"/><a:ext cx="4443095" cy="3636645"/><a:chOff x="14098060" y="1138424"/><a:chExt cx="4443095" cy="3636645"/></a:xfrm></p:grpSpPr><p:pic><p:nvPicPr><p:cNvPr id="411" name="object 411"/><p:cNvPicPr/><p:nvPr/></p:nvPicPr><p:blipFill><a:blip r:embed="rId31" cstate="print"/><a:stretch><a:fillRect/></a:stretch></p:blipFill><p:spPr><a:xfrm><a:off x="14270342" y="1144079"/><a:ext cx="4270647" cy="3630837"/></a:xfrm><a:prstGeom prst="rect"><a:avLst/></a:prstGeom></p:spPr></p:pic><p:sp><p:nvSpPr><p:cNvPr id="412" name="object 412"/><p:cNvSpPr/><p:nvPr/></p:nvSpPr><p:spPr><a:xfrm><a:off x="14102187" y="1142551"/><a:ext cx="168275" cy="146050"/></a:xfrm><a:custGeom><a:avLst/><a:gdLst/><a:ahLst/><a:cxnLst/><a:rect l="l" t="t" r="r" b="b"/><a:pathLst><a:path w="168275" h="146050"><a:moveTo><a:pt x="84077" y="0"/></a:moveTo><a:lnTo><a:pt x="168154" y="145576"/></a:lnTo><a:lnTo><a:pt x="0" y="145576"/></a:lnTo><a:lnTo><a:pt x="84077" y="0"/></a:lnTo><a:close/></a:path></a:pathLst></a:custGeom><a:ln w="7756"><a:solidFill><a:srgbClr val="FF0000"/></a:solidFill></a:ln></p:spPr><p:txBody><a:bodyPr wrap="square" lIns="0" tIns="0" rIns="0" bIns="0" rtlCol="0"/><a:lstStyle/><a:p/></p:txBody></p:sp></p:grpSp><p:sp><p:nvSpPr><p:cNvPr id="413" name="object 413"/><p:cNvSpPr txBox="1"/><p:nvPr/></p:nvSpPr><p:spPr><a:xfrm><a:off x="14148978" y="1172347"/><a:ext cx="74930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grpSp><p:nvGrpSpPr><p:cNvPr id="414" name="object 414"/><p:cNvGrpSpPr/><p:nvPr/></p:nvGrpSpPr><p:grpSpPr><a:xfrm><a:off x="277538" y="2055394"/><a:ext cx="1284605" cy="769620"/><a:chOff x="277538" y="2055394"/><a:chExt cx="1284605" cy="769620"/></a:xfrm></p:grpSpPr><p:pic><p:nvPicPr><p:cNvPr id="415" name="object 415"/><p:cNvPicPr/><p:nvPr/></p:nvPicPr><p:blipFill><a:blip r:embed="rId32" cstate="print"/><a:stretch><a:fillRect/></a:stretch></p:blipFill><p:spPr><a:xfrm><a:off x="277538" y="2233222"/><a:ext cx="1284167" cy="591302"/></a:xfrm><a:prstGeom prst="rect"><a:avLst/></a:prstGeom></p:spPr></p:pic><p:sp><p:nvSpPr><p:cNvPr id="416" name="object 416"/><p:cNvSpPr/><p:nvPr/></p:nvSpPr><p:spPr><a:xfrm><a:off x="314528" y="2059522"/><a:ext cx="168275" cy="146050"/></a:xfrm><a:custGeom><a:avLst/><a:gdLst/><a:ahLst/><a:cxnLst/><a:rect l="l" t="t" r="r" b="b"/><a:pathLst><a:path w="168275" h="146050"><a:moveTo><a:pt x="84045" y="0"/></a:moveTo><a:lnTo><a:pt x="168092" y="145584"/></a:lnTo><a:lnTo><a:pt x="0" y="145584"/></a:lnTo><a:lnTo><a:pt x="84045" y="0"/></a:lnTo><a:close/></a:path></a:pathLst></a:custGeom><a:ln w="7756"><a:solidFill><a:srgbClr val="FF0000"/></a:solidFill></a:ln></p:spPr><p:txBody><a:bodyPr wrap="square" lIns="0" tIns="0" rIns="0" bIns="0" rtlCol="0"/><a:lstStyle/><a:p/></p:txBody></p:sp></p:grpSp><p:sp><p:nvSpPr><p:cNvPr id="417" name="object 417"/><p:cNvSpPr txBox="1"/><p:nvPr/></p:nvSpPr><p:spPr><a:xfrm><a:off x="361285" y="2089318"/><a:ext cx="74930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grpSp><p:nvGrpSpPr><p:cNvPr id="418" name="object 418"/><p:cNvGrpSpPr/><p:nvPr/></p:nvGrpSpPr><p:grpSpPr><a:xfrm><a:off x="11262638" y="9138911"/><a:ext cx="2557145" cy="768985"/><a:chOff x="11262638" y="9138911"/><a:chExt cx="2557145" cy="768985"/></a:xfrm></p:grpSpPr><p:pic><p:nvPicPr><p:cNvPr id="419" name="object 419"/><p:cNvPicPr/><p:nvPr/></p:nvPicPr><p:blipFill><a:blip r:embed="rId33" cstate="print"/><a:stretch><a:fillRect/></a:stretch></p:blipFill><p:spPr><a:xfrm><a:off x="11262638" y="9310013"/><a:ext cx="2556834" cy="597771"/></a:xfrm><a:prstGeom prst="rect"><a:avLst/></a:prstGeom></p:spPr></p:pic><p:pic><p:nvPicPr><p:cNvPr id="420" name="object 420"/><p:cNvPicPr/><p:nvPr/></p:nvPicPr><p:blipFill><a:blip r:embed="rId34" cstate="print"/><a:stretch><a:fillRect/></a:stretch></p:blipFill><p:spPr><a:xfrm><a:off x="11295757" y="9138911"/><a:ext cx="175833" cy="153340"/></a:xfrm><a:prstGeom prst="rect"><a:avLst/></a:prstGeom></p:spPr></p:pic></p:grpSp><p:sp><p:nvSpPr><p:cNvPr id="421" name="object 421"/><p:cNvSpPr txBox="1"/><p:nvPr/></p:nvSpPr><p:spPr><a:xfrm><a:off x="11346349" y="9172593"/><a:ext cx="74930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grpSp><p:nvGrpSpPr><p:cNvPr id="422" name="object 422"/><p:cNvGrpSpPr/><p:nvPr/></p:nvGrpSpPr><p:grpSpPr><a:xfrm><a:off x="18659332" y="11180871"/><a:ext cx="1109980" cy="781685"/><a:chOff x="18659332" y="11180871"/><a:chExt cx="1109980" cy="781685"/></a:xfrm></p:grpSpPr><p:pic><p:nvPicPr><p:cNvPr id="423" name="object 423"/><p:cNvPicPr/><p:nvPr/></p:nvPicPr><p:blipFill><a:blip r:embed="rId35" cstate="print"/><a:stretch><a:fillRect/></a:stretch></p:blipFill><p:spPr><a:xfrm><a:off x="18709143" y="11370993"/><a:ext cx="1059731" cy="591333"/></a:xfrm><a:prstGeom prst="rect"><a:avLst/></a:prstGeom></p:spPr></p:pic><p:sp><p:nvSpPr><p:cNvPr id="424" name="object 424"/><p:cNvSpPr/><p:nvPr/></p:nvSpPr><p:spPr><a:xfrm><a:off x="18663459" y="11184999"/><a:ext cx="168275" cy="146050"/></a:xfrm><a:custGeom><a:avLst/><a:gdLst/><a:ahLst/><a:cxnLst/><a:rect l="l" t="t" r="r" b="b"/><a:pathLst><a:path w="168275" h="146050"><a:moveTo><a:pt x="83999" y="0"/></a:moveTo><a:lnTo><a:pt x="168077" y="145584"/></a:lnTo><a:lnTo><a:pt x="0" y="145584"/></a:lnTo><a:lnTo><a:pt x="83999" y="0"/></a:lnTo><a:close/></a:path></a:pathLst></a:custGeom><a:ln w="7756"><a:solidFill><a:srgbClr val="FF0000"/></a:solidFill></a:ln></p:spPr><p:txBody><a:bodyPr wrap="square" lIns="0" tIns="0" rIns="0" bIns="0" rtlCol="0"/><a:lstStyle/><a:p/></p:txBody></p:sp></p:grpSp><p:sp><p:nvSpPr><p:cNvPr id="425" name="object 425"/><p:cNvSpPr txBox="1"/><p:nvPr/></p:nvSpPr><p:spPr><a:xfrm><a:off x="18710174" y="11214803"/><a:ext cx="74930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grpSp><p:nvGrpSpPr><p:cNvPr id="426" name="object 426"/><p:cNvGrpSpPr/><p:nvPr/></p:nvGrpSpPr><p:grpSpPr><a:xfrm><a:off x="716691" y="5241297"/><a:ext cx="2537460" cy="711835"/><a:chOff x="716691" y="5241297"/><a:chExt cx="2537460" cy="711835"/></a:xfrm></p:grpSpPr><p:pic><p:nvPicPr><p:cNvPr id="427" name="object 427"/><p:cNvPicPr/><p:nvPr/></p:nvPicPr><p:blipFill><a:blip r:embed="rId36" cstate="print"/><a:stretch><a:fillRect/></a:stretch></p:blipFill><p:spPr><a:xfrm><a:off x="991096" y="5361449"/><a:ext cx="2262447" cy="591302"/></a:xfrm><a:prstGeom prst="rect"><a:avLst/></a:prstGeom></p:spPr></p:pic><p:sp><p:nvSpPr><p:cNvPr id="428" name="object 428"/><p:cNvSpPr/><p:nvPr/></p:nvSpPr><p:spPr><a:xfrm><a:off x="720818" y="5245424"/><a:ext cx="168275" cy="146050"/></a:xfrm><a:custGeom><a:avLst/><a:gdLst/><a:ahLst/><a:cxnLst/><a:rect l="l" t="t" r="r" b="b"/><a:pathLst><a:path w="168275" h="146050"><a:moveTo><a:pt x="84043" y="0"/></a:moveTo><a:lnTo><a:pt x="168089" y="145576"/></a:lnTo><a:lnTo><a:pt x="0" y="145576"/></a:lnTo><a:lnTo><a:pt x="84043" y="0"/></a:lnTo><a:close/></a:path></a:pathLst></a:custGeom><a:ln w="7756"><a:solidFill><a:srgbClr val="FF0000"/></a:solidFill></a:ln></p:spPr><p:txBody><a:bodyPr wrap="square" lIns="0" tIns="0" rIns="0" bIns="0" rtlCol="0"/><a:lstStyle/><a:p/></p:txBody></p:sp></p:grpSp><p:sp><p:nvSpPr><p:cNvPr id="429" name="object 429"/><p:cNvSpPr txBox="1"/><p:nvPr/></p:nvSpPr><p:spPr><a:xfrm><a:off x="767574" y="5275221"/><a:ext cx="74930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grpSp><p:nvGrpSpPr><p:cNvPr id="430" name="object 430"/><p:cNvGrpSpPr/><p:nvPr/></p:nvGrpSpPr><p:grpSpPr><a:xfrm><a:off x="9601879" y="5285733"/><a:ext cx="2536825" cy="711200"/><a:chOff x="9601879" y="5285733"/><a:chExt cx="2536825" cy="711200"/></a:xfrm></p:grpSpPr><p:pic><p:nvPicPr><p:cNvPr id="431" name="object 431"/><p:cNvPicPr/><p:nvPr/></p:nvPicPr><p:blipFill><a:blip r:embed="rId37" cstate="print"/><a:stretch><a:fillRect/></a:stretch></p:blipFill><p:spPr><a:xfrm><a:off x="9876061" y="5405637"/><a:ext cx="2262409" cy="591302"/></a:xfrm><a:prstGeom prst="rect"><a:avLst/></a:prstGeom></p:spPr></p:pic><p:pic><p:nvPicPr><p:cNvPr id="432" name="object 432"/><p:cNvPicPr/><p:nvPr/></p:nvPicPr><p:blipFill><a:blip r:embed="rId38" cstate="print"/><a:stretch><a:fillRect/></a:stretch></p:blipFill><p:spPr><a:xfrm><a:off x="9601879" y="5285733"/><a:ext cx="175833" cy="153332"/></a:xfrm><a:prstGeom prst="rect"><a:avLst/></a:prstGeom></p:spPr></p:pic></p:grpSp><p:sp><p:nvSpPr><p:cNvPr id="433" name="object 433"/><p:cNvSpPr txBox="1"/><p:nvPr/></p:nvSpPr><p:spPr><a:xfrm><a:off x="9652548" y="5319408"/><a:ext cx="74930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grpSp><p:nvGrpSpPr><p:cNvPr id="434" name="object 434"/><p:cNvGrpSpPr/><p:nvPr/></p:nvGrpSpPr><p:grpSpPr><a:xfrm><a:off x="10056083" y="3598284"/><a:ext cx="4097020" cy="1648460"/><a:chOff x="10056083" y="3598284"/><a:chExt cx="4097020" cy="1648460"/></a:xfrm></p:grpSpPr><p:pic><p:nvPicPr><p:cNvPr id="435" name="object 435"/><p:cNvPicPr/><p:nvPr/></p:nvPicPr><p:blipFill><a:blip r:embed="rId39" cstate="print"/><a:stretch><a:fillRect/></a:stretch></p:blipFill><p:spPr><a:xfrm><a:off x="10056083" y="3598284"/><a:ext cx="3924332" cy="1647977"/></a:xfrm><a:prstGeom prst="rect"><a:avLst/></a:prstGeom></p:spPr></p:pic><p:sp><p:nvSpPr><p:cNvPr id="436" name="object 436"/><p:cNvSpPr/><p:nvPr/></p:nvSpPr><p:spPr><a:xfrm><a:off x="13980415" y="5085383"/><a:ext cx="168275" cy="146050"/></a:xfrm><a:custGeom><a:avLst/><a:gdLst/><a:ahLst/><a:cxnLst/><a:rect l="l" t="t" r="r" b="b"/><a:pathLst><a:path w="168275" h="146050"><a:moveTo><a:pt x="84077" y="0"/></a:moveTo><a:lnTo><a:pt x="168077" y="145576"/></a:lnTo><a:lnTo><a:pt x="0" y="145576"/></a:lnTo><a:lnTo><a:pt x="84077" y="0"/></a:lnTo><a:close/></a:path></a:pathLst></a:custGeom><a:ln w="7756"><a:solidFill><a:srgbClr val="FF0000"/></a:solidFill></a:ln></p:spPr><p:txBody><a:bodyPr wrap="square" lIns="0" tIns="0" rIns="0" bIns="0" rtlCol="0"/><a:lstStyle/><a:p/></p:txBody></p:sp></p:grpSp><p:sp><p:nvSpPr><p:cNvPr id="437" name="object 437"/><p:cNvSpPr txBox="1"/><p:nvPr/></p:nvSpPr><p:spPr><a:xfrm><a:off x="14027205" y="5115179"/><a:ext cx="74930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sp><p:nvSpPr><p:cNvPr id="438" name="object 438"/><p:cNvSpPr/><p:nvPr/></p:nvSpPr><p:spPr><a:xfrm><a:off x="15971977" y="1531494"/><a:ext cx="1049655" cy="279400"/></a:xfrm><a:custGeom><a:avLst/><a:gdLst/><a:ahLst/><a:cxnLst/><a:rect l="l" t="t" r="r" b="b"/><a:pathLst><a:path w="1049655" h="279400"><a:moveTo><a:pt x="0" y="0"/></a:moveTo><a:lnTo><a:pt x="1049415" y="0"/></a:lnTo><a:lnTo><a:pt x="1049415" y="279223"/></a:lnTo><a:lnTo><a:pt x="0" y="279223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439" name="object 439"/><p:cNvSpPr txBox="1"/><p:nvPr/></p:nvSpPr><p:spPr><a:xfrm><a:off x="15974790" y="1518407"/><a:ext cx="978535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><a:latin typeface="Verdana"/><a:cs typeface="Verdana"/></a:rPr><a:t>6X6</a:t></a:r><a:r><a:rPr dirty="0" sz="600" spc="10"><a:latin typeface="Verdana"/><a:cs typeface="Verdana"/></a:rPr><a:t> </a:t></a:r><a:r><a:rPr dirty="0" sz="600"><a:latin typeface="Verdana"/><a:cs typeface="Verdana"/></a:rPr><a:t>PTDF</a:t></a:r><a:r><a:rPr dirty="0" sz="600" spc="10"><a:latin typeface="Verdana"/><a:cs typeface="Verdana"/></a:rPr><a:t> </a:t></a:r><a:r><a:rPr dirty="0" sz="600"><a:latin typeface="Verdana"/><a:cs typeface="Verdana"/></a:rPr><a:t>WOOD</a:t></a:r><a:r><a:rPr dirty="0" sz="600" spc="15"><a:latin typeface="Verdana"/><a:cs typeface="Verdana"/></a:rPr><a:t> </a:t></a:r><a:r><a:rPr dirty="0" sz="600" spc="-10"><a:latin typeface="Verdana"/><a:cs typeface="Verdana"/></a:rPr><a:t>POSTS</a:t></a:r><a:endParaRPr sz="600"><a:latin typeface="Verdana"/><a:cs typeface="Verdana"/></a:endParaRPr></a:p></p:txBody></p:sp><p:sp><p:nvSpPr><p:cNvPr id="440" name="object 440"/><p:cNvSpPr txBox="1"/><p:nvPr/></p:nvSpPr><p:spPr><a:xfrm><a:off x="15974790" y="1611481"/><a:ext cx="852805" cy="212090"/></a:xfrm><a:prstGeom prst="rect"><a:avLst/></a:prstGeom></p:spPr><p:txBody><a:bodyPr wrap="square" lIns="0" tIns="12065" rIns="0" bIns="0" rtlCol="0" vert="horz"><a:spAutoFit/></a:bodyPr><a:lstStyle/><a:p><a:pPr marL="12700" marR="5080"><a:lnSpc><a:spcPct val="101800"/></a:lnSpc><a:spcBef><a:spcPts val="95"/></a:spcBef></a:pPr><a:r><a:rPr dirty="0" sz="600"><a:latin typeface="Verdana"/><a:cs typeface="Verdana"/></a:rPr><a:t>RATED</a:t></a:r><a:r><a:rPr dirty="0" sz="600" spc="15"><a:latin typeface="Verdana"/><a:cs typeface="Verdana"/></a:rPr><a:t> </a:t></a:r><a:r><a:rPr dirty="0" sz="600"><a:latin typeface="Verdana"/><a:cs typeface="Verdana"/></a:rPr><a:t>FOR</a:t></a:r><a:r><a:rPr dirty="0" sz="600" spc="15"><a:latin typeface="Verdana"/><a:cs typeface="Verdana"/></a:rPr><a:t> </a:t></a:r><a:r><a:rPr dirty="0" sz="600" spc="-10"><a:latin typeface="Verdana"/><a:cs typeface="Verdana"/></a:rPr><a:t>GROUND CONTACT</a:t></a:r><a:endParaRPr sz="600"><a:latin typeface="Verdana"/><a:cs typeface="Verdana"/></a:endParaRPr></a:p></p:txBody></p:sp><p:grpSp><p:nvGrpSpPr><p:cNvPr id="441" name="object 441"/><p:cNvGrpSpPr/><p:nvPr/></p:nvGrpSpPr><p:grpSpPr><a:xfrm><a:off x="14295456" y="1474702"/><a:ext cx="2177415" cy="838200"/><a:chOff x="14295456" y="1474702"/><a:chExt cx="2177415" cy="838200"/></a:xfrm></p:grpSpPr><p:pic><p:nvPicPr><p:cNvPr id="442" name="object 442"/><p:cNvPicPr/><p:nvPr/></p:nvPicPr><p:blipFill><a:blip r:embed="rId40" cstate="print"/><a:stretch><a:fillRect/></a:stretch></p:blipFill><p:spPr><a:xfrm><a:off x="15711369" y="1574154"/><a:ext cx="260608" cy="272134"/></a:xfrm><a:prstGeom prst="rect"><a:avLst/></a:prstGeom></p:spPr></p:pic><p:sp><p:nvSpPr><p:cNvPr id="443" name="object 443"/><p:cNvSpPr/><p:nvPr/></p:nvSpPr><p:spPr><a:xfrm><a:off x="14299583" y="1478830"/><a:ext cx="2169160" cy="829944"/></a:xfrm><a:custGeom><a:avLst/><a:gdLst/><a:ahLst/><a:cxnLst/><a:rect l="l" t="t" r="r" b="b"/><a:pathLst><a:path w="2169159" h="829944"><a:moveTo><a:pt x="1164595" y="829325"/></a:moveTo><a:lnTo><a:pt x="629028" y="829325"/></a:lnTo><a:lnTo><a:pt x="629028" y="722708"/></a:lnTo><a:lnTo><a:pt x="526181" y="694522"/></a:lnTo><a:lnTo><a:pt x="735443" y="632736"/></a:lnTo><a:lnTo><a:pt x="626081" y="602742"/></a:lnTo><a:lnTo><a:pt x="626081" y="452776"/></a:lnTo></a:path><a:path w="2169159" h="829944"><a:moveTo><a:pt x="1487486" y="824244"/></a:moveTo><a:lnTo><a:pt x="2062298" y="824244"/></a:lnTo></a:path><a:path w="2169159" h="829944"><a:moveTo><a:pt x="2062298" y="824244"/></a:moveTo><a:lnTo><a:pt x="2062298" y="717627"/></a:lnTo><a:lnTo><a:pt x="1959529" y="689441"/></a:lnTo><a:lnTo><a:pt x="2168791" y="627648"/></a:lnTo><a:lnTo><a:pt x="2067262" y="597662"/></a:lnTo><a:lnTo><a:pt x="2067262" y="447696"/></a:lnTo><a:lnTo><a:pt x="1400461" y="452776"/></a:lnTo><a:lnTo><a:pt x="1400461" y="243863"/></a:lnTo></a:path><a:path w="2169159" h="829944"><a:moveTo><a:pt x="0" y="0"/></a:moveTo><a:lnTo><a:pt x="957504" y="0"/></a:lnTo><a:lnTo><a:pt x="957504" y="131467"/></a:lnTo><a:lnTo><a:pt x="0" y="131467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444" name="object 444"/><p:cNvSpPr txBox="1"/><p:nvPr/></p:nvSpPr><p:spPr><a:xfrm><a:off x="14372201" y="1466130"/><a:ext cx="885190" cy="156210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><a:latin typeface="Verdana"/><a:cs typeface="Verdana"/></a:rPr><a:t>CONCRETE </a:t></a:r><a:r><a:rPr dirty="0" sz="850" spc="-25"><a:latin typeface="Verdana"/><a:cs typeface="Verdana"/></a:rPr><a:t>PAD</a:t></a:r><a:endParaRPr sz="850"><a:latin typeface="Verdana"/><a:cs typeface="Verdana"/></a:endParaRPr></a:p></p:txBody></p:sp><p:sp><p:nvSpPr><p:cNvPr id="445" name="object 445"/><p:cNvSpPr/><p:nvPr/></p:nvSpPr><p:spPr><a:xfrm><a:off x="14605178" y="1978308"/><a:ext cx="4445" cy="283210"/></a:xfrm><a:custGeom><a:avLst/><a:gdLst/><a:ahLst/><a:cxnLst/><a:rect l="l" t="t" r="r" b="b"/><a:pathLst><a:path w="4444" h="283210"><a:moveTo><a:pt x="3878" y="283148"/></a:moveTo><a:lnTo><a:pt x="0" y="283148"/></a:lnTo><a:lnTo><a:pt x="0" y="0"/></a:lnTo><a:lnTo><a:pt x="3878" y="0"/></a:lnTo><a:lnTo><a:pt x="3878" y="283148"/></a:lnTo><a:close/></a:path></a:pathLst></a:custGeom><a:solidFill><a:srgbClr val="000000"/></a:solidFill></p:spPr><p:txBody><a:bodyPr wrap="square" lIns="0" tIns="0" rIns="0" bIns="0" rtlCol="0"/><a:lstStyle/><a:p/></p:txBody></p:sp><p:grpSp><p:nvGrpSpPr><p:cNvPr id="446" name="object 446"/><p:cNvGrpSpPr/><p:nvPr/></p:nvGrpSpPr><p:grpSpPr><a:xfrm><a:off x="14462835" y="1540436"/><a:ext cx="924560" cy="794385"/><a:chOff x="14462835" y="1540436"/><a:chExt cx="924560" cy="794385"/></a:xfrm></p:grpSpPr><p:sp><p:nvSpPr><p:cNvPr id="447" name="object 447"/><p:cNvSpPr/><p:nvPr/></p:nvSpPr><p:spPr><a:xfrm><a:off x="15260965" y="1544564"/><a:ext cx="99060" cy="274320"/></a:xfrm><a:custGeom><a:avLst/><a:gdLst/><a:ahLst/><a:cxnLst/><a:rect l="l" t="t" r="r" b="b"/><a:pathLst><a:path w="99059" h="274319"><a:moveTo><a:pt x="98581" y="274189"/></a:moveTo><a:lnTo><a:pt x="27922" y="0"/></a:ln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448" name="object 448"/><p:cNvSpPr/><p:nvPr/></p:nvSpPr><p:spPr><a:xfrm><a:off x="15344500" y="1814767"/><a:ext cx="38735" cy="94615"/></a:xfrm><a:custGeom><a:avLst/><a:gdLst/><a:ahLst/><a:cxnLst/><a:rect l="l" t="t" r="r" b="b"/><a:pathLst><a:path w="38734" h="94614"><a:moveTo><a:pt x="38238" y="93997"/></a:moveTo><a:lnTo><a:pt x="0" y="7732"/></a:lnTo><a:lnTo><a:pt x="30016" y="0"/></a:lnTo><a:lnTo><a:pt x="38238" y="93997"/></a:lnTo><a:close/></a:path></a:pathLst></a:custGeom><a:solidFill><a:srgbClr val="000000"/></a:solidFill></p:spPr><p:txBody><a:bodyPr wrap="square" lIns="0" tIns="0" rIns="0" bIns="0" rtlCol="0"/><a:lstStyle/><a:p/></p:txBody></p:sp><p:sp><p:nvSpPr><p:cNvPr id="449" name="object 449"/><p:cNvSpPr/><p:nvPr/></p:nvSpPr><p:spPr><a:xfrm><a:off x="15344500" y="1814767"/><a:ext cx="38735" cy="94615"/></a:xfrm><a:custGeom><a:avLst/><a:gdLst/><a:ahLst/><a:cxnLst/><a:rect l="l" t="t" r="r" b="b"/><a:pathLst><a:path w="38734" h="94614"><a:moveTo><a:pt x="38238" y="93997"/></a:moveTo><a:lnTo><a:pt x="0" y="7732"/></a:lnTo><a:lnTo><a:pt x="30016" y="0"/></a:lnTo><a:lnTo><a:pt x="38238" y="93997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450" name="object 450"/><p:cNvSpPr/><p:nvPr/></p:nvSpPr><p:spPr><a:xfrm><a:off x="14579105" y="1929679"/><a:ext cx="327025" cy="381000"/></a:xfrm><a:custGeom><a:avLst/><a:gdLst/><a:ahLst/><a:cxnLst/><a:rect l="l" t="t" r="r" b="b"/><a:pathLst><a:path w="327025" h="381000"><a:moveTo><a:pt x="324065" y="0"/></a:moveTo><a:lnTo><a:pt x="28003" y="0"/></a:lnTo><a:lnTo><a:pt x="0" y="0"/></a:lnTo><a:lnTo><a:pt x="0" y="3873"/></a:lnTo><a:lnTo><a:pt x="28003" y="3873"/></a:lnTo><a:lnTo><a:pt x="324065" y="3873"/></a:lnTo><a:lnTo><a:pt x="324065" y="0"/></a:lnTo><a:close/></a:path><a:path w="327025" h="381000"><a:moveTo><a:pt x="327012" y="376542"/></a:moveTo><a:lnTo><a:pt x="28003" y="376542"/></a:lnTo><a:lnTo><a:pt x="0" y="376542"/></a:lnTo><a:lnTo><a:pt x="0" y="380415"/></a:lnTo><a:lnTo><a:pt x="28003" y="380415"/></a:lnTo><a:lnTo><a:pt x="327012" y="380415"/></a:lnTo><a:lnTo><a:pt x="327012" y="376542"/></a:lnTo><a:close/></a:path></a:pathLst></a:custGeom><a:solidFill><a:srgbClr val="000000"/></a:solidFill></p:spPr><p:txBody><a:bodyPr wrap="square" lIns="0" tIns="0" rIns="0" bIns="0" rtlCol="0"/><a:lstStyle/><a:p/></p:txBody></p:sp><p:sp><p:nvSpPr><p:cNvPr id="451" name="object 451"/><p:cNvSpPr/><p:nvPr/></p:nvSpPr><p:spPr><a:xfrm><a:off x="14601300" y="1943405"/><a:ext cx="12065" cy="34925"/></a:xfrm><a:custGeom><a:avLst/><a:gdLst/><a:ahLst/><a:cxnLst/><a:rect l="l" t="t" r="r" b="b"/><a:pathLst><a:path w="12065" h="34925"><a:moveTo><a:pt x="11634" y="34902"/></a:moveTo><a:lnTo><a:pt x="0" y="34902"/></a:lnTo><a:lnTo><a:pt x="5817" y="0"/></a:lnTo><a:lnTo><a:pt x="11634" y="34902"/></a:lnTo><a:close/></a:path></a:pathLst></a:custGeom><a:solidFill><a:srgbClr val="000000"/></a:solidFill></p:spPr><p:txBody><a:bodyPr wrap="square" lIns="0" tIns="0" rIns="0" bIns="0" rtlCol="0"/><a:lstStyle/><a:p/></p:txBody></p:sp><p:sp><p:nvSpPr><p:cNvPr id="452" name="object 452"/><p:cNvSpPr/><p:nvPr/></p:nvSpPr><p:spPr><a:xfrm><a:off x="14601300" y="1943405"/><a:ext cx="12065" cy="34925"/></a:xfrm><a:custGeom><a:avLst/><a:gdLst/><a:ahLst/><a:cxnLst/><a:rect l="l" t="t" r="r" b="b"/><a:pathLst><a:path w="12065" h="34925"><a:moveTo><a:pt x="5817" y="0"/></a:moveTo><a:lnTo><a:pt x="11634" y="34902"/></a:lnTo><a:lnTo><a:pt x="0" y="34902"/></a:lnTo><a:lnTo><a:pt x="5817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453" name="object 453"/><p:cNvSpPr/><p:nvPr/></p:nvSpPr><p:spPr><a:xfrm><a:off x="14601300" y="2261456"/><a:ext cx="12065" cy="34925"/></a:xfrm><a:custGeom><a:avLst/><a:gdLst/><a:ahLst/><a:cxnLst/><a:rect l="l" t="t" r="r" b="b"/><a:pathLst><a:path w="12065" h="34925"><a:moveTo><a:pt x="5817" y="34902"/></a:moveTo><a:lnTo><a:pt x="0" y="0"/></a:lnTo><a:lnTo><a:pt x="11634" y="0"/></a:lnTo><a:lnTo><a:pt x="5817" y="34902"/></a:lnTo><a:close/></a:path></a:pathLst></a:custGeom><a:solidFill><a:srgbClr val="000000"/></a:solidFill></p:spPr><p:txBody><a:bodyPr wrap="square" lIns="0" tIns="0" rIns="0" bIns="0" rtlCol="0"/><a:lstStyle/><a:p/></p:txBody></p:sp><p:sp><p:nvSpPr><p:cNvPr id="454" name="object 454"/><p:cNvSpPr/><p:nvPr/></p:nvSpPr><p:spPr><a:xfrm><a:off x="14601300" y="2261456"/><a:ext cx="12065" cy="34925"/></a:xfrm><a:custGeom><a:avLst/><a:gdLst/><a:ahLst/><a:cxnLst/><a:rect l="l" t="t" r="r" b="b"/><a:pathLst><a:path w="12065" h="34925"><a:moveTo><a:pt x="5817" y="34902"/></a:moveTo><a:lnTo><a:pt x="0" y="0"/></a:lnTo><a:lnTo><a:pt x="11634" y="0"/></a:lnTo><a:lnTo><a:pt x="5817" y="34902"/></a:lnTo></a:path></a:pathLst></a:custGeom><a:ln w="3878"><a:solidFill><a:srgbClr val="000000"/></a:solidFill></a:ln></p:spPr><p:txBody><a:bodyPr wrap="square" lIns="0" tIns="0" rIns="0" bIns="0" rtlCol="0"/><a:lstStyle/><a:p/></p:txBody></p:sp><p:sp><p:nvSpPr><p:cNvPr id="455" name="object 455"/><p:cNvSpPr/><p:nvPr/></p:nvSpPr><p:spPr><a:xfrm><a:off x="14466962" y="1909106"/><a:ext cx="112395" cy="421640"/></a:xfrm><a:custGeom><a:avLst/><a:gdLst/><a:ahLst/><a:cxnLst/><a:rect l="l" t="t" r="r" b="b"/><a:pathLst><a:path w="112394" h="421639"><a:moveTo><a:pt x="0" y="421550"/></a:moveTo><a:lnTo><a:pt x="0" y="0"/></a:lnTo><a:lnTo><a:pt x="112154" y="0"/></a:lnTo><a:lnTo><a:pt x="112154" y="421550"/></a:lnTo><a:lnTo><a:pt x="0" y="421550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456" name="object 456"/><p:cNvSpPr txBox="1"/><p:nvPr/></p:nvSpPr><p:spPr><a:xfrm><a:off x="14453832" y="1945574"/><a:ext cx="139065" cy="347980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><a:latin typeface="Verdana"/><a:cs typeface="Verdana"/></a:rPr><a:t>6&quot;</a:t></a:r><a:r><a:rPr dirty="0" sz="700" spc="30"><a:latin typeface="Verdana"/><a:cs typeface="Verdana"/></a:rPr><a:t> </a:t></a:r><a:r><a:rPr dirty="0" sz="700" spc="-25"><a:latin typeface="Verdana"/><a:cs typeface="Verdana"/></a:rPr><a:t>MIN</a:t></a:r><a:endParaRPr sz="700"><a:latin typeface="Verdana"/><a:cs typeface="Verdana"/></a:endParaRPr></a:p></p:txBody></p:sp><p:grpSp><p:nvGrpSpPr><p:cNvPr id="457" name="object 457"/><p:cNvGrpSpPr/><p:nvPr/></p:nvGrpSpPr><p:grpSpPr><a:xfrm><a:off x="14921537" y="1717922"/><a:ext cx="4726305" cy="5840730"/><a:chOff x="14921537" y="1717922"/><a:chExt cx="4726305" cy="5840730"/></a:xfrm></p:grpSpPr><p:sp><p:nvSpPr><p:cNvPr id="458" name="object 458"/><p:cNvSpPr/><p:nvPr/></p:nvSpPr><p:spPr><a:xfrm><a:off x="14925664" y="1722049"/><a:ext cx="633730" cy="210185"/></a:xfrm><a:custGeom><a:avLst/><a:gdLst/><a:ahLst/><a:cxnLst/><a:rect l="l" t="t" r="r" b="b"/><a:pathLst><a:path w="633730" h="210185"><a:moveTo><a:pt x="0" y="209557"/></a:moveTo><a:lnTo><a:pt x="633217" y="209557"/></a:lnTo><a:lnTo><a:pt x="633217" y="0"/></a:lnTo></a:path></a:pathLst></a:custGeom><a:ln w="7756"><a:solidFill><a:srgbClr val="000000"/></a:solidFill></a:ln></p:spPr><p:txBody><a:bodyPr wrap="square" lIns="0" tIns="0" rIns="0" bIns="0" rtlCol="0"/><a:lstStyle/><a:p/></p:txBody></p:sp><p:pic><p:nvPicPr><p:cNvPr id="459" name="object 459"/><p:cNvPicPr/><p:nvPr/></p:nvPicPr><p:blipFill><a:blip r:embed="rId41" cstate="print"/><a:stretch><a:fillRect/></a:stretch></p:blipFill><p:spPr><a:xfrm><a:off x="18776624" y="6552835"/><a:ext cx="871177" cy="1005204"/></a:xfrm><a:prstGeom prst="rect"><a:avLst/></a:prstGeom></p:spPr></p:pic></p:grpSp><p:sp><p:nvSpPr><p:cNvPr id="460" name="object 460"/><p:cNvSpPr txBox="1"/><p:nvPr/></p:nvSpPr><p:spPr><a:xfrm><a:off x="18760512" y="7415292"/><a:ext cx="901065" cy="129539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650"><a:latin typeface="Arial"/><a:cs typeface="Arial"/></a:endParaRPr><a:r><a:rPr dirty="0" sz="650"><a:solidFill><a:srgbClr val="FF0000"/><a:t>{{ISSUE_DATE}}, 1:10:52 PM</a:t></a:r></a:p></p:txBody></p:sp><p:sp><p:nvSpPr><p:cNvPr id="461" name="object 461"/><p:cNvSpPr txBox="1"/><p:nvPr/></p:nvSpPr><p:spPr><a:xfrm><a:off x="16077060" y="6807051"/><a:ext cx="181610" cy="156210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25"><a:solidFill><a:srgbClr val="C00000"/></a:solidFill><a:latin typeface="Arial"/><a:cs typeface="Arial"/></a:rPr><a:t>By:</a:t></a:r><a:endParaRPr sz="850"><a:latin typeface="Arial"/><a:cs typeface="Arial"/></a:endParaRPr></a:p></p:txBody></p:sp><p:sp><p:nvSpPr><p:cNvPr id="462" name="object 462"/><p:cNvSpPr txBox="1"/><p:nvPr/></p:nvSpPr><p:spPr><a:xfrm><a:off x="16412130" y="6956624"/><a:ext cx="1778000" cy="1348105"/></a:xfrm><a:prstGeom prst="rect"><a:avLst/></a:prstGeom></p:spPr><p:txBody><a:bodyPr wrap="square" lIns="0" tIns="82550" rIns="0" bIns="0" rtlCol="0" vert="horz"><a:spAutoFit/></a:bodyPr><a:lstStyle/><a:p><a:pPr marL="15240"><a:lnSpc><a:spcPct val="100000"/></a:lnSpc><a:spcBef><a:spcPts val="650"/></a:spcBef></a:pPr><a:r><a:rPr dirty="0" sz="850"><a:solidFill><a:srgbClr val="C00000"/></a:solidFill><a:latin typeface="Arial"/><a:cs typeface="Arial"/></a:rPr><a:t>BUILDING</a:t></a:r><a:r><a:rPr dirty="0" sz="850" spc="-10"><a:solidFill><a:srgbClr val="C00000"/></a:solidFill><a:latin typeface="Arial"/><a:cs typeface="Arial"/></a:rPr><a:t> </a:t></a:r><a:r><a:rPr dirty="0" sz="850" spc="-20"><a:solidFill><a:srgbClr val="C00000"/></a:solidFill><a:latin typeface="Arial"/><a:cs typeface="Arial"/></a:rPr><a:t>CODE</a:t></a:r><a:endParaRPr sz="850"><a:latin typeface="Arial"/><a:cs typeface="Arial"/></a:endParaRPr></a:p><a:p><a:pPr marL="12700" marR="5080"><a:lnSpc><a:spcPct val="107300"/></a:lnSpc><a:spcBef><a:spcPts val="440"/></a:spcBef></a:pPr><a:r><a:rPr dirty="0" sz="700"><a:solidFill><a:srgbClr val="C00000"/></a:solidFill><a:latin typeface="Arial"/><a:cs typeface="Arial"/></a:rPr><a:t>Subject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to</a:t></a:r><a:r><a:rPr dirty="0" sz="700" spc="85"><a:solidFill><a:srgbClr val="C00000"/></a:solidFill><a:latin typeface="Arial"/><a:cs typeface="Arial"/></a:rPr><a:t> </a:t></a:r><a:r><a:rPr dirty="0" sz="700"><a:solidFill><a:srgbClr val="C00000"/></a:solidFill><a:latin typeface="Arial"/><a:cs typeface="Arial"/></a:rPr><a:t>CBC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Sections</a:t></a:r><a:r><a:rPr dirty="0" sz="700" spc="85"><a:solidFill><a:srgbClr val="C00000"/></a:solidFill><a:latin typeface="Arial"/><a:cs typeface="Arial"/></a:rPr><a:t> </a:t></a:r><a:r><a:rPr dirty="0" sz="700"><a:solidFill><a:srgbClr val="C00000"/></a:solidFill><a:latin typeface="Arial"/><a:cs typeface="Arial"/></a:rPr><a:t>105.4,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107.3</a:t></a:r><a:r><a:rPr dirty="0" sz="700" spc="85"><a:solidFill><a:srgbClr val="C00000"/></a:solidFill><a:latin typeface="Arial"/><a:cs typeface="Arial"/></a:rPr><a:t> </a:t></a:r><a:r><a:rPr dirty="0" sz="700" spc="-25"><a:solidFill><a:srgbClr val="C00000"/></a:solidFill><a:latin typeface="Arial"/><a:cs typeface="Arial"/></a:rPr><a:t>and</a:t></a:r><a:r><a:rPr dirty="0" sz="700" spc="500"><a:solidFill><a:srgbClr val="C00000"/></a:solidFill><a:latin typeface="Arial"/><a:cs typeface="Arial"/></a:rPr><a:t> </a:t></a:r><a:r><a:rPr dirty="0" sz="700"><a:solidFill><a:srgbClr val="C00000"/></a:solidFill><a:latin typeface="Arial"/><a:cs typeface="Arial"/></a:rPr><a:t>CRC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R105.4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and</a:t></a:r><a:r><a:rPr dirty="0" sz="700" spc="80"><a:solidFill><a:srgbClr val="C00000"/></a:solidFill><a:latin typeface="Arial"/><a:cs typeface="Arial"/></a:rPr><a:t> </a:t></a:r><a:r><a:rPr dirty="0" sz="700" spc="-10"><a:solidFill><a:srgbClr val="C00000"/></a:solidFill><a:latin typeface="Arial"/><a:cs typeface="Arial"/></a:rPr><a:t>R106.3</a:t></a:r><a:endParaRPr sz="700"><a:latin typeface="Arial"/><a:cs typeface="Arial"/></a:endParaRPr></a:p><a:p><a:pPr marL="15240" marR="187960"><a:lnSpc><a:spcPct val="124300"/></a:lnSpc><a:spcBef><a:spcPts val="254"/></a:spcBef></a:pPr><a:r><a:rPr dirty="0" sz="850"><a:solidFill><a:srgbClr val="C00000"/></a:solidFill><a:latin typeface="Arial"/><a:cs typeface="Arial"/></a:rPr><a:t>SURVEY</a:t></a:r><a:r><a:rPr dirty="0" sz="850" spc="10"><a:solidFill><a:srgbClr val="C00000"/></a:solidFill><a:latin typeface="Arial"/><a:cs typeface="Arial"/></a:rPr><a:t> </a:t></a:r><a:r><a:rPr dirty="0" sz="850"><a:solidFill><a:srgbClr val="C00000"/></a:solidFill><a:latin typeface="Arial"/><a:cs typeface="Arial"/></a:rPr><a:t>(REVIEW</a:t></a:r><a:r><a:rPr dirty="0" sz="850" spc="30"><a:solidFill><a:srgbClr val="C00000"/></a:solidFill><a:latin typeface="Arial"/><a:cs typeface="Arial"/></a:rPr><a:t> </a:t></a:r><a:r><a:rPr dirty="0" sz="850" spc="-20"><a:solidFill><a:srgbClr val="C00000"/></a:solidFill><a:latin typeface="Arial"/><a:cs typeface="Arial"/></a:rPr><a:t>ONLY) </a:t></a:r><a:r><a:rPr dirty="0" sz="850"><a:solidFill><a:srgbClr val="C00000"/></a:solidFill><a:latin typeface="Arial"/><a:cs typeface="Arial"/></a:rPr><a:t>PLOT</a:t></a:r><a:r><a:rPr dirty="0" sz="850" spc="15"><a:solidFill><a:srgbClr val="C00000"/></a:solidFill><a:latin typeface="Arial"/><a:cs typeface="Arial"/></a:rPr><a:t> </a:t></a:r><a:r><a:rPr dirty="0" sz="850"><a:solidFill><a:srgbClr val="C00000"/></a:solidFill><a:latin typeface="Arial"/><a:cs typeface="Arial"/></a:rPr><a:t>PLAN</a:t></a:r><a:r><a:rPr dirty="0" sz="850" spc="15"><a:solidFill><a:srgbClr val="C00000"/></a:solidFill><a:latin typeface="Arial"/><a:cs typeface="Arial"/></a:rPr><a:t> </a:t></a:r><a:r><a:rPr dirty="0" sz="850" spc="-10"><a:solidFill><a:srgbClr val="C00000"/></a:solidFill><a:latin typeface="Arial"/><a:cs typeface="Arial"/></a:rPr><a:t>REVIEW </a:t></a:r><a:r><a:rPr dirty="0" sz="850"><a:solidFill><a:srgbClr val="C00000"/></a:solidFill><a:latin typeface="Arial"/><a:cs typeface="Arial"/></a:rPr><a:t>PARKING/DRIVEWAY</a:t></a:r><a:r><a:rPr dirty="0" sz="850" spc="90"><a:solidFill><a:srgbClr val="C00000"/></a:solidFill><a:latin typeface="Arial"/><a:cs typeface="Arial"/></a:rPr><a:t> </a:t></a:r><a:r><a:rPr dirty="0" sz="850" spc="-10"><a:solidFill><a:srgbClr val="C00000"/></a:solidFill><a:latin typeface="Arial"/><a:cs typeface="Arial"/></a:rPr><a:t>LAYOUT</a:t></a:r><a:endParaRPr sz="850"><a:latin typeface="Arial"/><a:cs typeface="Arial"/></a:endParaRPr></a:p><a:p><a:pPr marL="15240" marR="49530"><a:lnSpc><a:spcPct val="124300"/></a:lnSpc></a:pPr><a:r><a:rPr dirty="0" sz="850"><a:solidFill><a:srgbClr val="C00000"/></a:solidFill><a:latin typeface="Arial"/><a:cs typeface="Arial"/></a:rPr><a:t>GRADING</a:t></a:r><a:r><a:rPr dirty="0" sz="850" spc="-10"><a:solidFill><a:srgbClr val="C00000"/></a:solidFill><a:latin typeface="Arial"/><a:cs typeface="Arial"/></a:rPr><a:t> </a:t></a:r><a:r><a:rPr dirty="0" sz="850"><a:solidFill><a:srgbClr val="C00000"/></a:solidFill><a:latin typeface="Arial"/><a:cs typeface="Arial"/></a:rPr><a:t>&amp;</a:t></a:r><a:r><a:rPr dirty="0" sz="850" spc="-10"><a:solidFill><a:srgbClr val="C00000"/></a:solidFill><a:latin typeface="Arial"/><a:cs typeface="Arial"/></a:rPr><a:t> </a:t></a:r><a:r><a:rPr dirty="0" sz="850"><a:solidFill><a:srgbClr val="C00000"/></a:solidFill><a:latin typeface="Arial"/><a:cs typeface="Arial"/></a:rPr><a:t>EROSION</a:t></a:r><a:r><a:rPr dirty="0" sz="850" spc="-5"><a:solidFill><a:srgbClr val="C00000"/></a:solidFill><a:latin typeface="Arial"/><a:cs typeface="Arial"/></a:rPr><a:t> </a:t></a:r><a:r><a:rPr dirty="0" sz="850" spc="-10"><a:solidFill><a:srgbClr val="C00000"/></a:solidFill><a:latin typeface="Arial"/><a:cs typeface="Arial"/></a:rPr><a:t>CONTROL </a:t></a:r><a:r><a:rPr dirty="0" sz="850"><a:solidFill><a:srgbClr val="C00000"/></a:solidFill><a:latin typeface="Arial"/><a:cs typeface="Arial"/></a:rPr><a:t>SOILS</a:t></a:r><a:r><a:rPr dirty="0" sz="850" spc="5"><a:solidFill><a:srgbClr val="C00000"/></a:solidFill><a:latin typeface="Arial"/><a:cs typeface="Arial"/></a:rPr><a:t> </a:t></a:r><a:r><a:rPr dirty="0" sz="850"><a:solidFill><a:srgbClr val="C00000"/></a:solidFill><a:latin typeface="Arial"/><a:cs typeface="Arial"/></a:rPr><a:t>REPORT</a:t></a:r><a:r><a:rPr dirty="0" sz="850" spc="5"><a:solidFill><a:srgbClr val="C00000"/></a:solidFill><a:latin typeface="Arial"/><a:cs typeface="Arial"/></a:rPr><a:t> </a:t></a:r><a:r><a:rPr dirty="0" sz="850"><a:solidFill><a:srgbClr val="C00000"/></a:solidFill><a:latin typeface="Arial"/><a:cs typeface="Arial"/></a:rPr><a:t>ON</a:t></a:r><a:r><a:rPr dirty="0" sz="850" spc="5"><a:solidFill><a:srgbClr val="C00000"/></a:solidFill><a:latin typeface="Arial"/><a:cs typeface="Arial"/></a:rPr><a:t> </a:t></a:r><a:r><a:rPr dirty="0" sz="850" spc="-20"><a:solidFill><a:srgbClr val="C00000"/></a:solidFill><a:latin typeface="Arial"/><a:cs typeface="Arial"/></a:rPr><a:t>FILE</a:t></a:r><a:endParaRPr sz="850"><a:latin typeface="Arial"/><a:cs typeface="Arial"/></a:endParaRPr></a:p></p:txBody></p:sp><p:sp><p:nvSpPr><p:cNvPr id="463" name="object 463"/><p:cNvSpPr txBox="1"/><p:nvPr/></p:nvSpPr><p:spPr><a:xfrm><a:off x="16077114" y="8866920"/><a:ext cx="285750" cy="156210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10"><a:solidFill><a:srgbClr val="C00000"/></a:solidFill><a:latin typeface="Arial"/><a:cs typeface="Arial"/></a:rPr><a:t>Date:</a:t></a:r><a:endParaRPr sz="850"><a:latin typeface="Arial"/><a:cs typeface="Arial"/></a:endParaRPr></a:p></p:txBody></p:sp><p:sp><p:nvSpPr><p:cNvPr id="464" name="object 464"/><p:cNvSpPr txBox="1"/><p:nvPr/></p:nvSpPr><p:spPr><a:xfrm><a:off x="16105914" y="8443303"/><a:ext cx="2171700" cy="173990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b="1"><a:solidFill><a:srgbClr val="C00000"/></a:solidFill><a:latin typeface="Arial"/><a:cs typeface="Arial"/></a:rPr><a:t>ELEC/MECH/PLUMB</a:t></a:r><a:r><a:rPr dirty="0" sz="950" spc="114" b="1"><a:solidFill><a:srgbClr val="C00000"/></a:solidFill><a:latin typeface="Arial"/><a:cs typeface="Arial"/></a:rPr><a:t> </a:t></a:r><a:r><a:rPr dirty="0" sz="950" b="1"><a:solidFill><a:srgbClr val="C00000"/></a:solidFill><a:latin typeface="Arial"/><a:cs typeface="Arial"/></a:rPr><a:t>NOT</a:t></a:r><a:r><a:rPr dirty="0" sz="950" spc="114" b="1"><a:solidFill><a:srgbClr val="C00000"/></a:solidFill><a:latin typeface="Arial"/><a:cs typeface="Arial"/></a:rPr><a:t> </a:t></a:r><a:r><a:rPr dirty="0" sz="950" spc="-10" b="1"><a:solidFill><a:srgbClr val="C00000"/></a:solidFill><a:latin typeface="Arial"/><a:cs typeface="Arial"/></a:rPr><a:t>CHECKED</a:t></a:r><a:endParaRPr sz="950"><a:latin typeface="Arial"/><a:cs typeface="Arial"/></a:endParaRPr></a:p></p:txBody></p:sp><p:sp><p:nvSpPr><p:cNvPr id="465" name="object 465"/><p:cNvSpPr txBox="1"/><p:nvPr/></p:nvSpPr><p:spPr><a:xfrm><a:off x="16025730" y="5435538"/><a:ext cx="2319655" cy="716280"/></a:xfrm><a:prstGeom prst="rect"><a:avLst/></a:prstGeom></p:spPr><p:txBody><a:bodyPr wrap="square" lIns="0" tIns="57785" rIns="0" bIns="0" rtlCol="0" vert="horz"><a:spAutoFit/></a:bodyPr><a:lstStyle/><a:p><a:pPr algn="ctr"><a:lnSpc><a:spcPct val="100000"/></a:lnSpc><a:spcBef><a:spcPts val="455"/></a:spcBef></a:pPr><a:endParaRPr sz="1200"><a:latin typeface="Arial"/><a:cs typeface="Arial"/></a:endParaRPr><a:r><a:rPr dirty="0" sz="1200" b="1"><a:solidFill><a:srgbClr val="C00000"/><a:t>SUBMITTED FOR REVIEW</a:t></a:r></a:p><a:p><a:pPr algn="ctr" marL="8890"><a:lnSpc><a:spcPts val="1605"/></a:lnSpc><a:spcBef><a:spcPts val="425"/></a:spcBef></a:pPr><a:r><a:rPr dirty="0" sz="1450" b="1"><a:solidFill><a:srgbClr val="C00000"/></a:solidFill><a:latin typeface="Arial"/><a:cs typeface="Arial"/></a:rPr><a:t>CITY</a:t></a:r><a:r><a:rPr dirty="0" sz="1450" spc="5" b="1"><a:solidFill><a:srgbClr val="C00000"/></a:solidFill><a:latin typeface="Arial"/><a:cs typeface="Arial"/></a:rPr><a:t> </a:t></a:r><a:r><a:rPr dirty="0" sz="1450" b="1"><a:solidFill><a:srgbClr val="C00000"/></a:solidFill><a:latin typeface="Arial"/><a:cs typeface="Arial"/></a:rPr><a:t>OF</a:t></a:r><a:r><a:rPr dirty="0" sz="1450" spc="5" b="1"><a:solidFill><a:srgbClr val="C00000"/></a:solidFill><a:latin typeface="Arial"/><a:cs typeface="Arial"/></a:rPr><a:t> </a:t></a:r><a:r><a:rPr dirty="0" sz="1450" spc="-10" b="1"><a:solidFill><a:srgbClr val="C00000"/></a:solidFill><a:latin typeface="Arial"/><a:cs typeface="Arial"/></a:rPr><a:t></a:t></a:r><a:endParaRPr sz="1450"><a:latin typeface="Arial"/><a:cs typeface="Arial"/></a:endParaRPr></a:p><a:p><a:pPr algn="ctr" marL="9525"><a:lnSpc><a:spcPts val="1605"/></a:lnSpc></a:pPr><a:r><a:rPr dirty="0" sz="1450"><a:solidFill><a:srgbClr val="C00000"/></a:solidFill><a:latin typeface="Arial"/><a:cs typeface="Arial"/></a:rPr><a:t>BUILDING</a:t></a:r><a:r><a:rPr dirty="0" sz="1450" spc="5"><a:solidFill><a:srgbClr val="C00000"/></a:solidFill><a:latin typeface="Arial"/><a:cs typeface="Arial"/></a:rPr><a:t> </a:t></a:r><a:r><a:rPr dirty="0" sz="1450" spc="-10"><a:solidFill><a:srgbClr val="C00000"/></a:solidFill><a:latin typeface="Arial"/><a:cs typeface="Arial"/></a:rPr><a:t>SERVICES</a:t></a:r><a:endParaRPr sz="1450"><a:latin typeface="Arial"/><a:cs typeface="Arial"/></a:endParaRPr></a:p></p:txBody></p:sp><p:sp><p:nvSpPr><p:cNvPr id="466" name="object 466"/><p:cNvSpPr txBox="1"/><p:nvPr/></p:nvSpPr><p:spPr><a:xfrm><a:off x="16104641" y="6092405"/><a:ext cx="2170430" cy="732155"/></a:xfrm><a:prstGeom prst="rect"><a:avLst/></a:prstGeom></p:spPr><p:txBody><a:bodyPr wrap="square" lIns="0" tIns="38735" rIns="0" bIns="0" rtlCol="0" vert="horz"><a:spAutoFit/></a:bodyPr><a:lstStyle/><a:p><a:pPr algn="ctr"><a:lnSpc><a:spcPct val="100000"/></a:lnSpc><a:spcBef><a:spcPts val="305"/></a:spcBef></a:pPr><a:r><a:rPr dirty="0" sz="1200" b="1"><a:solidFill><a:srgbClr val="C00000"/></a:solidFill><a:latin typeface="Arial"/><a:cs typeface="Arial"/></a:rPr><a:t>PLAN</a:t></a:r><a:r><a:rPr dirty="0" sz="1200" spc="60" b="1"><a:solidFill><a:srgbClr val="C00000"/></a:solidFill><a:latin typeface="Arial"/><a:cs typeface="Arial"/></a:rPr><a:t> </a:t></a:r><a:r><a:rPr dirty="0" sz="1200" b="1"><a:solidFill><a:srgbClr val="C00000"/></a:solidFill><a:latin typeface="Arial"/><a:cs typeface="Arial"/></a:rPr><a:t>CHECK</a:t></a:r><a:r><a:rPr dirty="0" sz="1200" spc="65" b="1"><a:solidFill><a:srgbClr val="C00000"/></a:solidFill><a:latin typeface="Arial"/><a:cs typeface="Arial"/></a:rPr><a:t> </a:t></a:r><a:r><a:rPr dirty="0" sz="1200" spc="-10" b="1"><a:solidFill><a:srgbClr val="C00000"/></a:solidFill><a:latin typeface="Arial"/><a:cs typeface="Arial"/></a:rPr><a:t>SECTION</a:t></a:r><a:endParaRPr sz="1200"><a:latin typeface="Arial"/><a:cs typeface="Arial"/></a:endParaRPr></a:p><a:p><a:pPr algn="ctr" marL="12065" marR="5080"><a:lnSpc><a:spcPct val="102699"/></a:lnSpc><a:spcBef><a:spcPts val="114"/></a:spcBef></a:pPr><a:endParaRPr sz="850"><a:latin typeface="Arial"/><a:cs typeface="Arial"/></a:endParaRPr><a:r><a:rPr dirty="0" sz="850"><a:solidFill><a:srgbClr val="C00000"/><a:t></a:t></a:r></a:p><a:p><a:pPr marL="196850"><a:lnSpc><a:spcPct val="100000"/></a:lnSpc><a:spcBef><a:spcPts val="385"/></a:spcBef></a:pPr><a:endParaRPr sz="1100"><a:latin typeface="Arial"/><a:cs typeface="Arial"/></a:endParaRPr><a:r><a:rPr dirty="0" sz="1100" b="1"><a:solidFill><a:srgbClr val="C00000"/><a:t></a:t></a:r></a:p></p:txBody></p:sp><p:grpSp><p:nvGrpSpPr><p:cNvPr id="467" name="object 467"/><p:cNvGrpSpPr/><p:nvPr/></p:nvGrpSpPr><p:grpSpPr><a:xfrm><a:off x="16070215" y="6655458"/><a:ext cx="2237740" cy="2381885"/><a:chOff x="16070215" y="6655458"/><a:chExt cx="2237740" cy="2381885"/></a:xfrm></p:grpSpPr><p:sp><p:nvSpPr><p:cNvPr id="468" name="object 468"/><p:cNvSpPr/><p:nvPr/></p:nvSpPr><p:spPr><a:xfrm><a:off x="16070213" y="7656504"/><a:ext cx="2237740" cy="1380490"/></a:xfrm><a:custGeom><a:avLst/><a:gdLst/><a:ahLst/><a:cxnLst/><a:rect l="l" t="t" r="r" b="b"/><a:pathLst><a:path w="2237740" h="1380490"><a:moveTo><a:pt x="338785" y="644067"/></a:moveTo><a:lnTo><a:pt x="0" y="644067"/></a:lnTo><a:lnTo><a:pt x="0" y="666407"/></a:lnTo><a:lnTo><a:pt x="338785" y="666407"/></a:lnTo><a:lnTo><a:pt x="338785" y="644067"/></a:lnTo><a:close/></a:path><a:path w="2237740" h="1380490"><a:moveTo><a:pt x="338785" y="483057"/></a:moveTo><a:lnTo><a:pt x="0" y="483057"/></a:lnTo><a:lnTo><a:pt x="0" y="505383"/></a:lnTo><a:lnTo><a:pt x="338785" y="505383"/></a:lnTo><a:lnTo><a:pt x="338785" y="483057"/></a:lnTo><a:close/></a:path><a:path w="2237740" h="1380490"><a:moveTo><a:pt x="338785" y="322033"/></a:moveTo><a:lnTo><a:pt x="0" y="322033"/></a:lnTo><a:lnTo><a:pt x="0" y="344373"/></a:lnTo><a:lnTo><a:pt x="338785" y="344373"/></a:lnTo><a:lnTo><a:pt x="338785" y="322033"/></a:lnTo><a:close/></a:path><a:path w="2237740" h="1380490"><a:moveTo><a:pt x="338785" y="161010"/></a:moveTo><a:lnTo><a:pt x="0" y="161010"/></a:lnTo><a:lnTo><a:pt x="0" y="183349"/></a:lnTo><a:lnTo><a:pt x="338785" y="183349"/></a:lnTo><a:lnTo><a:pt x="338785" y="161010"/></a:lnTo><a:close/></a:path><a:path w="2237740" h="1380490"><a:moveTo><a:pt x="338785" y="0"/></a:moveTo><a:lnTo><a:pt x="0" y="0"/></a:lnTo><a:lnTo><a:pt x="0" y="22326"/></a:lnTo><a:lnTo><a:pt x="338785" y="22326"/></a:lnTo><a:lnTo><a:pt x="338785" y="0"/></a:lnTo><a:close/></a:path><a:path w="2237740" h="1380490"><a:moveTo><a:pt x="2237511" y="1357947"/></a:moveTo><a:lnTo><a:pt x="337858" y="1357947"/></a:lnTo><a:lnTo><a:pt x="337858" y="1380286"/></a:lnTo><a:lnTo><a:pt x="2237511" y="1380286"/></a:lnTo><a:lnTo><a:pt x="2237511" y="1357947"/></a:lnTo><a:close/></a:path></a:pathLst></a:custGeom><a:solidFill><a:srgbClr val="C00000"/></a:solidFill></p:spPr><p:txBody><a:bodyPr wrap="square" lIns="0" tIns="0" rIns="0" bIns="0" rtlCol="0"/><a:lstStyle/><a:p/></p:txBody></p:sp><p:pic><p:nvPicPr><p:cNvPr id="469" name="object 469"/><p:cNvPicPr/><p:nvPr/></p:nvPicPr><p:blipFill><a:blip r:embed="rId42" cstate="print"/><a:stretch><a:fillRect/></a:stretch></p:blipFill><p:spPr><a:xfrm><a:off x="16070215" y="6655458"/><a:ext cx="2237515" cy="675897"/></a:xfrm><a:prstGeom prst="rect"><a:avLst/></a:prstGeom></p:spPr></p:pic></p:grpSp><p:sp><p:nvSpPr><p:cNvPr id="470" name="object 470"/><p:cNvSpPr txBox="1"/><p:nvPr/></p:nvSpPr><p:spPr><a:xfrm><a:off x="17471745" y="6801982"/><a:ext cx="429259" cy="193040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endParaRPr sz="1100"><a:latin typeface="Arial"/><a:cs typeface="Arial"/></a:endParaRPr><a:r><a:rPr dirty="0" sz="1100" spc="-10"><a:solidFill><a:srgbClr val="FF0000"/><a:t></a:t></a:r></a:p></p:txBody></p:sp><p:sp><p:nvSpPr><p:cNvPr id="475" name="object 475"/><p:cNvSpPr txBox="1"/><p:nvPr/></p:nvSpPr><p:spPr><a:xfrm><a:off x="4507208" y="12645747"/><a:ext cx="240029" cy="149860"/></a:xfrm><a:prstGeom prst="rect"><a:avLst/></a:prstGeom></p:spPr><p:txBody><a:bodyPr wrap="square" lIns="0" tIns="0" rIns="0" bIns="0" rtlCol="0" vert="horz"><a:spAutoFit/></a:bodyPr><a:lstStyle/><a:p><a:pPr marL="12700"><a:lnSpc><a:spcPts val="1025"/></a:lnSpc></a:pPr><a:r><a:rPr dirty="0" sz="950" spc="-20"><a:latin typeface="Calibri"/><a:cs typeface="Calibri"/></a:rPr><a:t>S1.2</a:t></a:r><a:endParaRPr sz="950"><a:latin typeface="Calibri"/><a:cs typeface="Calibri"/></a:endParaRPr></a:p></p:txBody></p:sp><p:sp><p:nvSpPr><p:cNvPr id="476" name="object 476"/><p:cNvSpPr txBox="1"/><p:nvPr/></p:nvSpPr><p:spPr><a:xfrm><a:off x="14081345" y="12645747"/><a:ext cx="240029" cy="149860"/></a:xfrm><a:prstGeom prst="rect"><a:avLst/></a:prstGeom></p:spPr><p:txBody><a:bodyPr wrap="square" lIns="0" tIns="0" rIns="0" bIns="0" rtlCol="0" vert="horz"><a:spAutoFit/></a:bodyPr><a:lstStyle/><a:p><a:pPr marL="12700"><a:lnSpc><a:spcPts val="1025"/></a:lnSpc></a:pPr><a:r><a:rPr dirty="0" sz="950" spc="-20"><a:latin typeface="Calibri"/><a:cs typeface="Calibri"/></a:rPr><a:t>S1.2</a:t></a:r><a:endParaRPr sz="950"><a:latin typeface="Calibri"/><a:cs typeface="Calibri"/></a:endParaRPr></a:p></p:txBody></p:sp><p:sp><p:nvSpPr><p:cNvPr id="477" name="object 477"/><p:cNvSpPr txBox="1"/><p:nvPr/></p:nvSpPr><p:spPr><a:xfrm><a:off x="4858324" y="12697291"/><a:ext cx="731520" cy="139065"/></a:xfrm><a:prstGeom prst="rect"><a:avLst/></a:prstGeom></p:spPr><p:txBody><a:bodyPr wrap="square" lIns="0" tIns="17145" rIns="0" bIns="0" rtlCol="0" vert="horz"><a:spAutoFit/></a:bodyPr><a:lstStyle/><a:p><a:pPr marL="12700"><a:lnSpc><a:spcPct val="100000"/></a:lnSpc><a:spcBef><a:spcPts val="135"/></a:spcBef></a:pPr><a:r><a:rPr dirty="0" sz="700"><a:latin typeface="Verdana"/><a:cs typeface="Verdana"/></a:rPr><a:t>SCALE:</a:t></a:r><a:r><a:rPr dirty="0" sz="700" spc="65"><a:latin typeface="Verdana"/><a:cs typeface="Verdana"/></a:rPr><a:t> </a:t></a:r><a:r><a:rPr dirty="0" sz="700"><a:latin typeface="Verdana"/><a:cs typeface="Verdana"/></a:rPr><a:t>1&quot;</a:t></a:r><a:r><a:rPr dirty="0" sz="700" spc="70"><a:latin typeface="Verdana"/><a:cs typeface="Verdana"/></a:rPr><a:t> </a:t></a:r><a:r><a:rPr dirty="0" sz="700"><a:latin typeface="Verdana"/><a:cs typeface="Verdana"/></a:rPr><a:t>=</a:t></a:r><a:r><a:rPr dirty="0" sz="700" spc="70"><a:latin typeface="Verdana"/><a:cs typeface="Verdana"/></a:rPr><a:t> </a:t></a:r><a:r><a:rPr dirty="0" sz="700" spc="-25"><a:latin typeface="Verdana"/><a:cs typeface="Verdana"/></a:rPr><a:t>1&apos;</a:t></a:r><a:endParaRPr sz="700"><a:latin typeface="Verdana"/><a:cs typeface="Verdana"/></a:endParaRPr></a:p></p:txBody></p:sp><p:sp><p:nvSpPr><p:cNvPr id="478" name="object 478"/><p:cNvSpPr txBox="1"/><p:nvPr/></p:nvSpPr><p:spPr><a:xfrm><a:off x="14432467" y="12697291"/><a:ext cx="731520" cy="139065"/></a:xfrm><a:prstGeom prst="rect"><a:avLst/></a:prstGeom></p:spPr><p:txBody><a:bodyPr wrap="square" lIns="0" tIns="17145" rIns="0" bIns="0" rtlCol="0" vert="horz"><a:spAutoFit/></a:bodyPr><a:lstStyle/><a:p><a:pPr marL="12700"><a:lnSpc><a:spcPct val="100000"/></a:lnSpc><a:spcBef><a:spcPts val="135"/></a:spcBef></a:pPr><a:r><a:rPr dirty="0" sz="700"><a:latin typeface="Verdana"/><a:cs typeface="Verdana"/></a:rPr><a:t>SCALE:</a:t></a:r><a:r><a:rPr dirty="0" sz="700" spc="65"><a:latin typeface="Verdana"/><a:cs typeface="Verdana"/></a:rPr><a:t> </a:t></a:r><a:r><a:rPr dirty="0" sz="700"><a:latin typeface="Verdana"/><a:cs typeface="Verdana"/></a:rPr><a:t>1&quot;</a:t></a:r><a:r><a:rPr dirty="0" sz="700" spc="70"><a:latin typeface="Verdana"/><a:cs typeface="Verdana"/></a:rPr><a:t> </a:t></a:r><a:r><a:rPr dirty="0" sz="700"><a:latin typeface="Verdana"/><a:cs typeface="Verdana"/></a:rPr><a:t>=</a:t></a:r><a:r><a:rPr dirty="0" sz="700" spc="70"><a:latin typeface="Verdana"/><a:cs typeface="Verdana"/></a:rPr><a:t> </a:t></a:r><a:r><a:rPr dirty="0" sz="700" spc="-25"><a:latin typeface="Verdana"/><a:cs typeface="Verdana"/></a:rPr><a:t>1&apos;</a:t></a:r><a:endParaRPr sz="700"><a:latin typeface="Verdana"/><a:cs typeface="Verdana"/></a:endParaRPr></a:p></p:txBody></p:sp><p:sp><p:nvSpPr><p:cNvPr id="479" name="object 479"/><p:cNvSpPr txBox="1"/><p:nvPr/></p:nvSpPr><p:spPr><a:xfrm><a:off x="19268078" y="12694577"/><a:ext cx="480695" cy="139065"/></a:xfrm><a:prstGeom prst="rect"><a:avLst/></a:prstGeom></p:spPr><p:txBody><a:bodyPr wrap="square" lIns="0" tIns="17145" rIns="0" bIns="0" rtlCol="0" vert="horz"><a:spAutoFit/></a:bodyPr><a:lstStyle/><a:p><a:pPr marL="12700"><a:lnSpc><a:spcPct val="100000"/></a:lnSpc><a:spcBef><a:spcPts val="135"/></a:spcBef></a:pPr><a:endParaRPr sz="700"><a:latin typeface="Verdana"/><a:cs typeface="Verdana"/></a:endParaRPr><a:r><a:rPr dirty="0" sz="700" spc="-10"><a:latin typeface="Verdana"/><a:t>{{CHECKED_BY}}</a:t></a:r></a:p></p:txBody></p:sp><p:sp><p:nvSpPr><p:cNvPr id="480" name="object 480"/><p:cNvSpPr txBox="1"/><p:nvPr/></p:nvSpPr><p:spPr><a:xfrm><a:off x="18642849" y="12708725"/><a:ext cx="513080" cy="110489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r><a:rPr dirty="0" sz="550"><a:latin typeface="Verdana"/><a:cs typeface="Verdana"/></a:rPr><a:t>CHECKED</a:t></a:r><a:r><a:rPr dirty="0" sz="550" spc="-30"><a:latin typeface="Verdana"/><a:cs typeface="Verdana"/></a:rPr><a:t> </a:t></a:r><a:r><a:rPr dirty="0" sz="550" spc="-25"><a:latin typeface="Verdana"/><a:cs typeface="Verdana"/></a:rPr><a:t>BY:</a:t></a:r><a:endParaRPr sz="550"><a:latin typeface="Verdana"/><a:cs typeface="Verdana"/></a:endParaRPr></a:p></p:txBody></p:sp><p:sp><p:nvSpPr><p:cNvPr id="481" name="object 481"/><p:cNvSpPr txBox="1"/><p:nvPr/></p:nvSpPr><p:spPr><a:xfrm><a:off x="17918031" y="12833602"/><a:ext cx="231775" cy="64769"/></a:xfrm><a:prstGeom prst="rect"><a:avLst/></a:prstGeom></p:spPr><p:txBody><a:bodyPr wrap="square" lIns="0" tIns="3810" rIns="0" bIns="0" rtlCol="0" vert="horz"><a:spAutoFit/></a:bodyPr><a:lstStyle/><a:p><a:pPr marL="12700"><a:lnSpc><a:spcPct val="100000"/></a:lnSpc><a:spcBef><a:spcPts val="30"/></a:spcBef></a:pPr><a:endParaRPr sz="300"><a:latin typeface="Calibri"/><a:cs typeface="Calibri"/></a:endParaRPr><a:r><a:rPr dirty="0" sz="300"><a:latin typeface="Calibri"/><a:t>{{SE_EXP}}</a:t></a:r></a:p></p:txBody></p:sp><p:sp><p:nvSpPr><p:cNvPr id="482" name="object 482"/><p:cNvSpPr txBox="1"/><p:nvPr/></p:nvSpPr><p:spPr><a:xfrm><a:off x="18628495" y="12928603"/><a:ext cx="492759" cy="147955"/></a:xfrm><a:prstGeom prst="rect"><a:avLst/></a:prstGeom></p:spPr><p:txBody><a:bodyPr wrap="square" lIns="0" tIns="12065" rIns="0" bIns="0" rtlCol="0" vert="horz"><a:spAutoFit/></a:bodyPr><a:lstStyle/><a:p><a:pPr marL="12700"><a:lnSpc><a:spcPct val="100000"/></a:lnSpc><a:spcBef><a:spcPts val="95"/></a:spcBef></a:pPr><a:r><a:rPr dirty="0" sz="800"><a:latin typeface="Verdana"/><a:cs typeface="Verdana"/></a:rPr><a:t>JOB</a:t></a:r><a:r><a:rPr dirty="0" sz="800" spc="-25"><a:latin typeface="Verdana"/><a:cs typeface="Verdana"/></a:rPr><a:t> </a:t></a:r><a:r><a:rPr dirty="0" sz="800" spc="-20"><a:latin typeface="Verdana"/><a:cs typeface="Verdana"/></a:rPr><a:t>NO.:</a:t></a:r><a:endParaRPr sz="800"><a:latin typeface="Verdana"/><a:cs typeface="Verdana"/></a:endParaRPr></a:p></p:txBody></p:sp><p:sp><p:nvSpPr><p:cNvPr id="483" name="object 483"/><p:cNvSpPr txBox="1"/><p:nvPr/></p:nvSpPr><p:spPr><a:xfrm><a:off x="19378215" y="12942703"/><a:ext cx="258445" cy="120014"/></a:xfrm><a:prstGeom prst="rect"><a:avLst/></a:prstGeom></p:spPr><p:txBody><a:bodyPr wrap="square" lIns="0" tIns="14605" rIns="0" bIns="0" rtlCol="0" vert="horz"><a:spAutoFit/></a:bodyPr><a:lstStyle/><a:p><a:pPr marL="12700"><a:lnSpc><a:spcPct val="100000"/></a:lnSpc><a:spcBef><a:spcPts val="115"/></a:spcBef></a:pPr><a:endParaRPr sz="600"><a:latin typeface="Verdana"/><a:cs typeface="Verdana"/></a:endParaRPr><a:r><a:rPr dirty="0" sz="600"><a:latin typeface="Verdana"/><a:t>{{JOB_NO}}</a:t></a:r></a:p></p:txBody></p:sp><p:sp><p:nvSpPr><p:cNvPr id="471" name="object 471"/><p:cNvSpPr txBox="1"/><p:nvPr/></p:nvSpPr><p:spPr><a:xfrm><a:off x="16854423" y="8799676"/><a:ext cx="62357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endParaRPr sz="950"><a:latin typeface="Calibri"/><a:cs typeface="Calibri"/></a:endParaRPr><a:r><a:rPr dirty="0" sz="950" spc="-10"><a:solidFill><a:srgbClr val="FF0000"/><a:t>{{ISSUE_DATE}}</a:t></a:r></a:p></p:txBody></p:sp><p:sp><p:nvSpPr><p:cNvPr id="472" name="object 472"/><p:cNvSpPr txBox="1"/><p:nvPr/></p:nvSpPr><p:spPr><a:xfrm><a:off x="16240914" y="5021221"/><a:ext cx="1723389" cy="47244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2900"><a:latin typeface="Arial"/><a:cs typeface="Arial"/></a:endParaRPr><a:r><a:rPr dirty="0" sz="2900" spc="-10"><a:solidFill><a:srgbClr val="FF0000"/><a:t>{{JOB_NO}}</a:t></a:r></a:p></p:txBody></p:sp><p:sp><p:nvSpPr><p:cNvPr id="473" name="object 473"/><p:cNvSpPr txBox="1"/><p:nvPr/></p:nvSpPr><p:spPr><a:xfrm><a:off x="12825722" y="7330883"/><a:ext cx="1257935" cy="654050"/></a:xfrm><a:prstGeom prst="rect"><a:avLst/></a:prstGeom></p:spPr><p:txBody><a:bodyPr wrap="square" lIns="0" tIns="19050" rIns="0" bIns="0" rtlCol="0" vert="horz"><a:spAutoFit/></a:bodyPr><a:lstStyle/><a:p><a:pPr marL="12700" marR="5080"><a:lnSpc><a:spcPts val="700"/></a:lnSpc><a:spcBef><a:spcPts val="150"/></a:spcBef></a:pPr><a:endParaRPr sz="600"><a:latin typeface="Arial"/><a:cs typeface="Arial"/></a:endParaRPr><a:r><a:rPr dirty="0" sz="600" b="1"><a:solidFill><a:srgbClr val="FF0000"/><a:t>SUBMITTED FOR REVIEW SUBJECT TO FIELD INSPECTION</a:t></a:r></a:p><a:p><a:pPr marL="12700" marR="185420"><a:lnSpc><a:spcPts val="700"/></a:lnSpc><a:spcBef><a:spcPts val="5"/></a:spcBef></a:pPr><a:endParaRPr sz="600"><a:latin typeface="Arial"/><a:cs typeface="Arial"/></a:endParaRPr><a:r><a:rPr dirty="0" sz="600" b="1"><a:solidFill><a:srgbClr val="FF0000"/><a:t> </a:t></a:r></a:p><a:p><a:pPr marL="12700" marR="301625"><a:lnSpc><a:spcPts val="700"/></a:lnSpc><a:spcBef><a:spcPts val="5"/></a:spcBef></a:pPr><a:endParaRPr sz="600"><a:latin typeface="Arial"/><a:cs typeface="Arial"/></a:endParaRPr><a:r><a:rPr dirty="0" sz="600" b="1"><a:solidFill><a:srgbClr val="FF0000"/><a:t> </a:t></a:r></a:p></p:txBody></p:sp><p:sp><p:nvSpPr><p:cNvPr id="474" name="object 474"/><p:cNvSpPr txBox="1"/><p:nvPr/></p:nvSpPr><p:spPr><a:xfrm><a:off x="12825722" y="8044454"/><a:ext cx="1727835" cy="475615"/></a:xfrm><a:prstGeom prst="rect"><a:avLst/></a:prstGeom></p:spPr><p:txBody><a:bodyPr wrap="square" lIns="0" tIns="13970" rIns="0" bIns="0" rtlCol="0" vert="horz"><a:spAutoFit/></a:bodyPr><a:lstStyle/><a:p><a:pPr marL="12700"><a:lnSpc><a:spcPts val="710"/></a:lnSpc><a:spcBef><a:spcPts val="110"/></a:spcBef></a:pPr><a:r><a:rPr dirty="0" sz="600" b="1"><a:solidFill><a:srgbClr val="FF0000"/></a:solidFill><a:latin typeface="Arial"/><a:cs typeface="Arial"/></a:rPr><a:t>OFD</a:t></a:r><a:r><a:rPr dirty="0" sz="600" spc="25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NOTES:</a:t></a:r><a:endParaRPr sz="600"><a:latin typeface="Arial"/><a:cs typeface="Arial"/></a:endParaRPr></a:p><a:p><a:pPr marL="12700"><a:lnSpc><a:spcPts val="700"/></a:lnSpc></a:pPr><a:r><a:rPr dirty="0" sz="600" spc="-25" b="1"><a:solidFill><a:srgbClr val="FF0000"/></a:solidFill><a:latin typeface="Arial"/><a:cs typeface="Arial"/></a:rPr><a:t>1.</a:t></a:r><a:endParaRPr sz="600"><a:latin typeface="Arial"/><a:cs typeface="Arial"/></a:endParaRPr></a:p><a:p><a:pPr algn="just" marL="12700" marR="5080"><a:lnSpc><a:spcPts val="700"/></a:lnSpc><a:spcBef><a:spcPts val="30"/></a:spcBef></a:pPr><a:r><a:rPr dirty="0" sz="600" b="1"><a:solidFill><a:srgbClr val="FF0000"/></a:solidFill><a:latin typeface="Arial"/><a:cs typeface="Arial"/></a:rPr><a:t>Provide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required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minimum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5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feet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setback</a:t></a:r><a:r><a:rPr dirty="0" sz="600" spc="20" b="1"><a:solidFill><a:srgbClr val="FF0000"/></a:solidFill><a:latin typeface="Arial"/><a:cs typeface="Arial"/></a:rPr><a:t> </a:t></a:r><a:r><a:rPr dirty="0" sz="600" spc="-20" b="1"><a:solidFill><a:srgbClr val="FF0000"/></a:solidFill><a:latin typeface="Arial"/><a:cs typeface="Arial"/></a:rPr><a:t>with</a:t></a:r><a:r><a:rPr dirty="0" sz="600" spc="50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non-combustible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vegetation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or</a:t></a:r><a:r><a:rPr dirty="0" sz="600" spc="3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structure.</a:t></a:r><a:r><a:rPr dirty="0" sz="600" spc="229" b="1"><a:solidFill><a:srgbClr val="FF0000"/></a:solidFill><a:latin typeface="Arial"/><a:cs typeface="Arial"/></a:rPr><a:t> </a:t></a:r><a:r><a:rPr dirty="0" sz="600" spc="-20" b="1"><a:solidFill><a:srgbClr val="FF0000"/></a:solidFill><a:latin typeface="Arial"/><a:cs typeface="Arial"/></a:rPr><a:t>Ref.</a:t></a:r><a:r><a:rPr dirty="0" sz="600" spc="50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CA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Wildland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Urban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Interface</a:t></a:r><a:r><a:rPr dirty="0" sz="600" spc="25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Code.</a:t></a:r><a:endParaRPr sz="600"><a:latin typeface="Arial"/><a:cs typeface="Arial"/></a:endParaRPr></a:p></p:txBody></p:sp></p:spTree></p:cSld><p:clrMapOvr><a:masterClrMapping/></p:clrMapOvr></p:sld >

</file>

<file path=ppt/slides/slide9.xml><?xml version="1.0" encoding="UTF-8" standalone="yes"?>
<p:sld  showMasterSp="0"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pic><p:nvPicPr><p:cNvPr id="2" name="object 2"/><p:cNvPicPr/><p:nvPr/></p:nvPicPr><p:blipFill><a:blip r:embed="rId2" cstate="print"/><a:stretch><a:fillRect/></a:stretch></p:blipFill><p:spPr><a:xfrm><a:off x="18597145" y="4687256"/><a:ext cx="645316" cy="1715712"/></a:xfrm><a:prstGeom prst="rect"><a:avLst/></a:prstGeom></p:spPr></p:pic><p:sp><p:nvSpPr><p:cNvPr id="3" name="object 3"/><p:cNvSpPr/><p:nvPr/></p:nvSpPr><p:spPr><a:xfrm><a:off x="18608003" y="4488751"/><a:ext cx="95885" cy="110489"/></a:xfrm><a:custGeom><a:avLst/><a:gdLst/><a:ahLst/><a:cxnLst/><a:rect l="l" t="t" r="r" b="b"/><a:pathLst><a:path w="95884" h="110489"><a:moveTo><a:pt x="0" y="54789"/></a:moveTo><a:lnTo><a:pt x="95789" y="0"/></a:lnTo><a:lnTo><a:pt x="95401" y="110378"/></a:lnTo><a:lnTo><a:pt x="0" y="54789"/></a:lnTo><a:close/></a:path></a:pathLst></a:custGeom><a:ln w="7756"><a:solidFill><a:srgbClr val="000000"/></a:solidFill></a:ln></p:spPr><p:txBody><a:bodyPr wrap="square" lIns="0" tIns="0" rIns="0" bIns="0" rtlCol="0"/><a:lstStyle/><a:p/></p:txBody></p:sp><p:grpSp><p:nvGrpSpPr><p:cNvPr id="4" name="object 4"/><p:cNvGrpSpPr/><p:nvPr/></p:nvGrpSpPr><p:grpSpPr><a:xfrm><a:off x="17635529" y="12210370"/><a:ext cx="809625" cy="810260"/><a:chOff x="17635529" y="12210370"/><a:chExt cx="809625" cy="810260"/></a:xfrm></p:grpSpPr><p:pic><p:nvPicPr><p:cNvPr id="5" name="object 5"/><p:cNvPicPr/><p:nvPr/></p:nvPicPr><p:blipFill><a:blip r:embed="rId3" cstate="print"/><a:stretch><a:fillRect/></a:stretch></p:blipFill><p:spPr><a:xfrm><a:off x="17647044" y="12214248"/><a:ext cx="794200" cy="801914"/></a:xfrm><a:prstGeom prst="rect"><a:avLst/></a:prstGeom></p:spPr></p:pic><p:sp><p:nvSpPr><p:cNvPr id="6" name="object 6"/><p:cNvSpPr/><p:nvPr/></p:nvSpPr><p:spPr><a:xfrm><a:off x="17639407" y="12214248"/><a:ext cx="802005" cy="802005"/></a:xfrm><a:custGeom><a:avLst/><a:gdLst/><a:ahLst/><a:cxnLst/><a:rect l="l" t="t" r="r" b="b"/><a:pathLst><a:path w="802005" h="802005"><a:moveTo><a:pt x="0" y="400918"/></a:moveTo><a:lnTo><a:pt x="2700" y="354202"/></a:lnTo><a:lnTo><a:pt x="10599" y="309059"/></a:lnTo><a:lnTo><a:pt x="23396" y="265790"/></a:lnTo><a:lnTo><a:pt x="40787" y="224698"/></a:lnTo><a:lnTo><a:pt x="62470" y="186085"/></a:lnTo><a:lnTo><a:pt x="88144" y="150254"/></a:lnTo><a:lnTo><a:pt x="117506" y="117506"/></a:lnTo><a:lnTo><a:pt x="150254" y="88144"/></a:lnTo><a:lnTo><a:pt x="186085" y="62470"/></a:lnTo><a:lnTo><a:pt x="224698" y="40787"/></a:lnTo><a:lnTo><a:pt x="265790" y="23396"/></a:lnTo><a:lnTo><a:pt x="309059" y="10599"/></a:lnTo><a:lnTo><a:pt x="354202" y="2700"/></a:lnTo><a:lnTo><a:pt x="400918" y="0"/></a:lnTo><a:lnTo><a:pt x="447634" y="2700"/></a:lnTo><a:lnTo><a:pt x="492778" y="10599"/></a:lnTo><a:lnTo><a:pt x="536046" y="23396"/></a:lnTo><a:lnTo><a:pt x="577138" y="40787"/></a:lnTo><a:lnTo><a:pt x="615751" y="62470"/></a:lnTo><a:lnTo><a:pt x="651582" y="88144"/></a:lnTo><a:lnTo><a:pt x="684330" y="117506"/></a:lnTo><a:lnTo><a:pt x="713692" y="150254"/></a:lnTo><a:lnTo><a:pt x="739366" y="186085"/></a:lnTo><a:lnTo><a:pt x="761049" y="224698"/></a:lnTo><a:lnTo><a:pt x="778440" y="265790"/></a:lnTo><a:lnTo><a:pt x="791237" y="309059"/></a:lnTo><a:lnTo><a:pt x="799136" y="354202"/></a:lnTo><a:lnTo><a:pt x="801837" y="400918"/></a:lnTo><a:lnTo><a:pt x="799136" y="447650"/></a:lnTo><a:lnTo><a:pt x="791237" y="492806"/></a:lnTo><a:lnTo><a:pt x="778440" y="536086"/></a:lnTo><a:lnTo><a:pt x="761049" y="577188"/></a:lnTo><a:lnTo><a:pt x="739366" y="615808"/></a:lnTo><a:lnTo><a:pt x="713692" y="651645"/></a:lnTo><a:lnTo><a:pt x="684330" y="684398"/></a:lnTo><a:lnTo><a:pt x="651582" y="713763"/></a:lnTo><a:lnTo><a:pt x="615751" y="739440"/></a:lnTo><a:lnTo><a:pt x="577138" y="761125"/></a:lnTo><a:lnTo><a:pt x="536046" y="778517"/></a:lnTo><a:lnTo><a:pt x="492778" y="791314"/></a:lnTo><a:lnTo><a:pt x="447634" y="799214"/></a:lnTo><a:lnTo><a:pt x="400918" y="801914"/></a:lnTo><a:lnTo><a:pt x="354202" y="799214"/></a:lnTo><a:lnTo><a:pt x="309059" y="791314"/></a:lnTo><a:lnTo><a:pt x="265790" y="778517"/></a:lnTo><a:lnTo><a:pt x="224698" y="761125"/></a:lnTo><a:lnTo><a:pt x="186085" y="739440"/></a:lnTo><a:lnTo><a:pt x="150254" y="713763"/></a:lnTo><a:lnTo><a:pt x="117506" y="684398"/></a:lnTo><a:lnTo><a:pt x="88144" y="651645"/></a:lnTo><a:lnTo><a:pt x="62470" y="615808"/></a:lnTo><a:lnTo><a:pt x="40787" y="577188"/></a:lnTo><a:lnTo><a:pt x="23396" y="536086"/></a:lnTo><a:lnTo><a:pt x="10599" y="492806"/></a:lnTo><a:lnTo><a:pt x="2700" y="447650"/></a:lnTo><a:lnTo><a:pt x="0" y="400918"/></a:lnTo><a:close/></a:path></a:pathLst></a:custGeom><a:ln w="7756"><a:solidFill><a:srgbClr val="000000"/></a:solidFill></a:ln></p:spPr><p:txBody><a:bodyPr wrap="square" lIns="0" tIns="0" rIns="0" bIns="0" rtlCol="0"/><a:lstStyle/><a:p/></p:txBody></p:sp><p:pic><p:nvPicPr><p:cNvPr id="7" name="object 7"/><p:cNvPicPr/><p:nvPr/></p:nvPicPr><p:blipFill><a:blip r:embed="rId4" cstate="print"/><a:stretch><a:fillRect/></a:stretch></p:blipFill><p:spPr><a:xfrm><a:off x="17725036" y="12562424"/><a:ext cx="697748" cy="225938"/></a:xfrm><a:prstGeom prst="rect"><a:avLst/></a:prstGeom></p:spPr></p:pic></p:grpSp><p:grpSp><p:nvGrpSpPr><p:cNvPr id="8" name="object 8"/><p:cNvGrpSpPr/><p:nvPr/></p:nvGrpSpPr><p:grpSpPr><a:xfrm><a:off x="8569062" y="570569"/><a:ext cx="7819390" cy="4121785"/><a:chOff x="8569062" y="570569"/><a:chExt cx="7819390" cy="4121785"/></a:xfrm></p:grpSpPr><p:sp><p:nvSpPr><p:cNvPr id="9" name="object 9"/><p:cNvSpPr/><p:nvPr/></p:nvSpPr><p:spPr><a:xfrm><a:off x="12481295" y="574447"/><a:ext cx="1873250" cy="2679700"/></a:xfrm><a:custGeom><a:avLst/><a:gdLst/><a:ahLst/><a:cxnLst/><a:rect l="l" t="t" r="r" b="b"/><a:pathLst><a:path w="1873250" h="2679700"><a:moveTo><a:pt x="0" y="0"/></a:moveTo><a:lnTo><a:pt x="1873047" y="0"/></a:lnTo><a:lnTo><a:pt x="1873047" y="2679616"/></a:lnTo><a:lnTo><a:pt x="0" y="2679616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pic><p:nvPicPr><p:cNvPr id="10" name="object 10"/><p:cNvPicPr/><p:nvPr/></p:nvPicPr><p:blipFill><a:blip r:embed="rId5" cstate="print"/><a:stretch><a:fillRect/></a:stretch></p:blipFill><p:spPr><a:xfrm><a:off x="9981933" y="3254064"/><a:ext cx="6044182" cy="364541"/></a:xfrm><a:prstGeom prst="rect"><a:avLst/></a:prstGeom></p:spPr></p:pic><p:sp><p:nvSpPr><p:cNvPr id="11" name="object 11"/><p:cNvSpPr/><p:nvPr/></p:nvSpPr><p:spPr><a:xfrm><a:off x="9981933" y="3254064"/><a:ext cx="6044565" cy="365125"/></a:xfrm><a:custGeom><a:avLst/><a:gdLst/><a:ahLst/><a:cxnLst/><a:rect l="l" t="t" r="r" b="b"/><a:pathLst><a:path w="6044565" h="365125"><a:moveTo><a:pt x="6044182" y="0"/></a:moveTo><a:lnTo><a:pt x="0" y="0"/></a:lnTo><a:lnTo><a:pt x="0" y="364541"/></a:lnTo><a:lnTo><a:pt x="6044182" y="364541"/></a:lnTo><a:lnTo><a:pt x="6044182" y="0"/></a:lnTo><a:close/></a:path></a:pathLst></a:custGeom><a:ln w="7756"><a:solidFill><a:srgbClr val="000000"/></a:solidFill></a:ln></p:spPr><p:txBody><a:bodyPr wrap="square" lIns="0" tIns="0" rIns="0" bIns="0" rtlCol="0"/><a:lstStyle/><a:p/></p:txBody></p:sp><p:pic><p:nvPicPr><p:cNvPr id="12" name="object 12"/><p:cNvPicPr/><p:nvPr/></p:nvPicPr><p:blipFill><a:blip r:embed="rId6" cstate="print"/><a:stretch><a:fillRect/></a:stretch></p:blipFill><p:spPr><a:xfrm><a:off x="9593347" y="3436620"/><a:ext cx="388586" cy="181610"/></a:xfrm><a:prstGeom prst="rect"><a:avLst/></a:prstGeom></p:spPr></p:pic><p:pic><p:nvPicPr><p:cNvPr id="13" name="object 13"/><p:cNvPicPr/><p:nvPr/></p:nvPicPr><p:blipFill><a:blip r:embed="rId7" cstate="print"/><a:stretch><a:fillRect/></a:stretch></p:blipFill><p:spPr><a:xfrm><a:off x="9593347" y="3436620"/><a:ext cx="6790950" cy="1250950"/></a:xfrm><a:prstGeom prst="rect"><a:avLst/></a:prstGeom></p:spPr></p:pic><p:sp><p:nvSpPr><p:cNvPr id="14" name="object 14"/><p:cNvSpPr/><p:nvPr/></p:nvSpPr><p:spPr><a:xfrm><a:off x="9593347" y="2701534"/><a:ext cx="6791325" cy="1986914"/></a:xfrm><a:custGeom><a:avLst/><a:gdLst/><a:ahLst/><a:cxnLst/><a:rect l="l" t="t" r="r" b="b"/><a:pathLst><a:path w="6791325" h="1986914"><a:moveTo><a:pt x="6790950" y="1986319"/></a:moveTo><a:lnTo><a:pt x="6790950" y="734800"/></a:lnTo><a:lnTo><a:pt x="6432768" y="734800"/></a:lnTo><a:lnTo><a:pt x="6432768" y="917071"/></a:lnTo><a:lnTo><a:pt x="388586" y="917071"/></a:lnTo><a:lnTo><a:pt x="388586" y="734800"/></a:lnTo><a:lnTo><a:pt x="0" y="734800"/></a:lnTo><a:lnTo><a:pt x="0" y="1986319"/></a:lnTo></a:path><a:path w="6791325" h="1986914"><a:moveTo><a:pt x="1701557" y="512646"/></a:moveTo><a:lnTo><a:pt x="960916" y="0"/></a:lnTo><a:lnTo><a:pt x="849227" y="0"/></a:lnTo><a:lnTo><a:pt x="81323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5" name="object 15"/><p:cNvSpPr/><p:nvPr/></p:nvSpPr><p:spPr><a:xfrm><a:off x="11290484" y="3207775"/><a:ext cx="43180" cy="33020"/></a:xfrm><a:custGeom><a:avLst/><a:gdLst/><a:ahLst/><a:cxnLst/><a:rect l="l" t="t" r="r" b="b"/><a:pathLst><a:path w="43179" h="33019"><a:moveTo><a:pt x="42659" y="32863"/></a:moveTo><a:lnTo><a:pt x="0" y="12758"/></a:lnTo><a:lnTo><a:pt x="8764" y="0"/></a:lnTo><a:lnTo><a:pt x="42659" y="32863"/></a:lnTo><a:close/></a:path></a:pathLst></a:custGeom><a:solidFill><a:srgbClr val="000000"/></a:solidFill></p:spPr><p:txBody><a:bodyPr wrap="square" lIns="0" tIns="0" rIns="0" bIns="0" rtlCol="0"/><a:lstStyle/><a:p/></p:txBody></p:sp><p:sp><p:nvSpPr><p:cNvPr id="16" name="object 16"/><p:cNvSpPr/><p:nvPr/></p:nvSpPr><p:spPr><a:xfrm><a:off x="11290484" y="3207775"/><a:ext cx="43180" cy="33020"/></a:xfrm><a:custGeom><a:avLst/><a:gdLst/><a:ahLst/><a:cxnLst/><a:rect l="l" t="t" r="r" b="b"/><a:pathLst><a:path w="43179" h="33019"><a:moveTo><a:pt x="42659" y="32863"/></a:moveTo><a:lnTo><a:pt x="0" y="12758"/></a:lnTo><a:lnTo><a:pt x="8764" y="0"/></a:lnTo><a:lnTo><a:pt x="42659" y="32863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7" name="object 17"/><p:cNvSpPr/><p:nvPr/></p:nvSpPr><p:spPr><a:xfrm><a:off x="13665358" y="3046306"/><a:ext cx="67945" cy="1626235"/></a:xfrm><a:custGeom><a:avLst/><a:gdLst/><a:ahLst/><a:cxnLst/><a:rect l="l" t="t" r="r" b="b"/><a:pathLst><a:path w="67944" h="1626235"><a:moveTo><a:pt x="67711" y="1625802"/></a:moveTo><a:lnTo><a:pt x="0" y="1625802"/></a:lnTo><a:lnTo><a:pt x="0" y="0"/></a:lnTo><a:lnTo><a:pt x="67711" y="0"/></a:lnTo><a:lnTo><a:pt x="67711" y="1625802"/></a:lnTo><a:close/></a:path></a:pathLst></a:custGeom><a:solidFill><a:srgbClr val="FFFFFF"/></a:solidFill></p:spPr><p:txBody><a:bodyPr wrap="square" lIns="0" tIns="0" rIns="0" bIns="0" rtlCol="0"/><a:lstStyle/><a:p/></p:txBody></p:sp><p:sp><p:nvSpPr><p:cNvPr id="18" name="object 18"/><p:cNvSpPr/><p:nvPr/></p:nvSpPr><p:spPr><a:xfrm><a:off x="10931759" y="813789"/><a:ext cx="2801620" cy="3858895"/></a:xfrm><a:custGeom><a:avLst/><a:gdLst/><a:ahLst/><a:cxnLst/><a:rect l="l" t="t" r="r" b="b"/><a:pathLst><a:path w="2801619" h="3858895"><a:moveTo><a:pt x="2733599" y="2232516"/></a:moveTo><a:lnTo><a:pt x="2733599" y="3858319"/></a:lnTo><a:lnTo><a:pt x="2801310" y="3858319"/></a:lnTo><a:lnTo><a:pt x="2801310" y="2232516"/></a:lnTo><a:lnTo><a:pt x="2733599" y="2232516"/></a:lnTo><a:close/></a:path><a:path w="2801619" h="3858895"><a:moveTo><a:pt x="1487253" y="498080"/></a:moveTo><a:lnTo><a:pt x="523854" y="0"/></a:lnTo><a:lnTo><a:pt x="35988" y="0"/></a:ln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19" name="object 19"/><p:cNvSpPr/><p:nvPr/></p:nvSpPr><p:spPr><a:xfrm><a:off x="12415444" y="1304951"/><a:ext cx="45085" cy="28575"/></a:xfrm><a:custGeom><a:avLst/><a:gdLst/><a:ahLst/><a:cxnLst/><a:rect l="l" t="t" r="r" b="b"/><a:pathLst><a:path w="45084" h="28575"><a:moveTo><a:pt x="44908" y="28263"/></a:moveTo><a:lnTo><a:pt x="0" y="13782"/></a:lnTo><a:lnTo><a:pt x="7135" y="0"/></a:lnTo><a:lnTo><a:pt x="44908" y="28263"/></a:lnTo><a:close/></a:path></a:pathLst></a:custGeom><a:solidFill><a:srgbClr val="000000"/></a:solidFill></p:spPr><p:txBody><a:bodyPr wrap="square" lIns="0" tIns="0" rIns="0" bIns="0" rtlCol="0"/><a:lstStyle/><a:p/></p:txBody></p:sp><p:sp><p:nvSpPr><p:cNvPr id="20" name="object 20"/><p:cNvSpPr/><p:nvPr/></p:nvSpPr><p:spPr><a:xfrm><a:off x="12415444" y="1304951"/><a:ext cx="45085" cy="28575"/></a:xfrm><a:custGeom><a:avLst/><a:gdLst/><a:ahLst/><a:cxnLst/><a:rect l="l" t="t" r="r" b="b"/><a:pathLst><a:path w="45084" h="28575"><a:moveTo><a:pt x="44908" y="28263"/></a:moveTo><a:lnTo><a:pt x="0" y="13782"/></a:lnTo><a:lnTo><a:pt x="7135" y="0"/></a:lnTo><a:lnTo><a:pt x="44908" y="28263"/></a:lnTo><a:close/></a:path></a:pathLst></a:custGeom><a:ln w="7756"><a:solidFill><a:srgbClr val="000000"/></a:solidFill></a:ln></p:spPr><p:txBody><a:bodyPr wrap="square" lIns="0" tIns="0" rIns="0" bIns="0" rtlCol="0"/><a:lstStyle/><a:p/></p:txBody></p:sp><p:pic><p:nvPicPr><p:cNvPr id="21" name="object 21"/><p:cNvPicPr/><p:nvPr/></p:nvPicPr><p:blipFill><a:blip r:embed="rId8" cstate="print"/><a:stretch><a:fillRect/></a:stretch></p:blipFill><p:spPr><a:xfrm><a:off x="14074498" y="2793531"/><a:ext cx="117816" cy="117840"/></a:xfrm><a:prstGeom prst="rect"><a:avLst/></a:prstGeom></p:spPr></p:pic><p:sp><p:nvSpPr><p:cNvPr id="22" name="object 22"/><p:cNvSpPr/><p:nvPr/></p:nvSpPr><p:spPr><a:xfrm><a:off x="14159971" y="1579280"/><a:ext cx="621665" cy="1153795"/></a:xfrm><a:custGeom><a:avLst/><a:gdLst/><a:ahLst/><a:cxnLst/><a:rect l="l" t="t" r="r" b="b"/><a:pathLst><a:path w="621665" h="1153795"><a:moveTo><a:pt x="0" y="1153232"/></a:moveTo><a:lnTo><a:pt x="471189" y="0"/></a:lnTo><a:lnTo><a:pt x="621117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3" name="object 23"/><p:cNvSpPr/><p:nvPr/></p:nvSpPr><p:spPr><a:xfrm><a:off x="14142365" y="2729558"/><a:ext cx="24765" cy="46355"/></a:xfrm><a:custGeom><a:avLst/><a:gdLst/><a:ahLst/><a:cxnLst/><a:rect l="l" t="t" r="r" b="b"/><a:pathLst><a:path w="24765" h="46355"><a:moveTo><a:pt x="0" y="46009"/></a:moveTo><a:lnTo><a:pt x="10393" y="0"/></a:lnTo><a:lnTo><a:pt x="24742" y="5863"/></a:lnTo><a:lnTo><a:pt x="0" y="46009"/></a:lnTo><a:close/></a:path></a:pathLst></a:custGeom><a:solidFill><a:srgbClr val="000000"/></a:solidFill></p:spPr><p:txBody><a:bodyPr wrap="square" lIns="0" tIns="0" rIns="0" bIns="0" rtlCol="0"/><a:lstStyle/><a:p/></p:txBody></p:sp><p:sp><p:nvSpPr><p:cNvPr id="24" name="object 24"/><p:cNvSpPr/><p:nvPr/></p:nvSpPr><p:spPr><a:xfrm><a:off x="13662628" y="2729558"/><a:ext cx="504825" cy="433705"/></a:xfrm><a:custGeom><a:avLst/><a:gdLst/><a:ahLst/><a:cxnLst/><a:rect l="l" t="t" r="r" b="b"/><a:pathLst><a:path w="504825" h="433705"><a:moveTo><a:pt x="479737" y="46009"/></a:moveTo><a:lnTo><a:pt x="490130" y="0"/></a:lnTo><a:lnTo><a:pt x="504479" y="5863"/></a:lnTo><a:lnTo><a:pt x="479737" y="46009"/></a:lnTo><a:close/></a:path><a:path w="504825" h="433705"><a:moveTo><a:pt x="415748" y="122897"/></a:moveTo><a:lnTo><a:pt x="377751" y="107577"/></a:lnTo><a:lnTo><a:pt x="339332" y="91244"/></a:lnTo><a:lnTo><a:pt x="300928" y="74596"/></a:lnTo><a:lnTo><a:pt x="262974" y="58333"/></a:lnTo><a:lnTo><a:pt x="225907" y="43152"/></a:lnTo><a:lnTo><a:pt x="190163" y="29754"/></a:lnTo><a:lnTo><a:pt x="124390" y="11097"/></a:lnTo><a:lnTo><a:pt x="95233" y="7238"/></a:lnTo><a:lnTo><a:pt x="69145" y="7955"/></a:lnTo><a:lnTo><a:pt x="27919" y="25917"/></a:lnTo><a:lnTo><a:pt x="4202" y="70575"/></a:lnTo><a:lnTo><a:pt x="0" y="104662"/></a:lnTo><a:lnTo><a:pt x="1484" y="147519"/></a:lnTo><a:lnTo><a:pt x="9090" y="199846"/></a:lnTo><a:lnTo><a:pt x="36547" y="316748"/></a:lnTo><a:lnTo><a:pt x="36547" y="433230"/></a:lnTo></a:path></a:pathLst></a:custGeom><a:ln w="7756"><a:solidFill><a:srgbClr val="000000"/></a:solidFill></a:ln></p:spPr><p:txBody><a:bodyPr wrap="square" lIns="0" tIns="0" rIns="0" bIns="0" rtlCol="0"/><a:lstStyle/><a:p/></p:txBody></p:sp><p:sp><p:nvSpPr><p:cNvPr id="25" name="object 25"/><p:cNvSpPr/><p:nvPr/></p:nvSpPr><p:spPr><a:xfrm><a:off x="8695566" y="1274229"/><a:ext cx="2847340" cy="169545"/></a:xfrm><a:custGeom><a:avLst/><a:gdLst/><a:ahLst/><a:cxnLst/><a:rect l="l" t="t" r="r" b="b"/><a:pathLst><a:path w="2847340" h="169544"><a:moveTo><a:pt x="2846917" y="169085"/></a:moveTo><a:lnTo><a:pt x="0" y="169085"/></a:lnTo><a:lnTo><a:pt x="0" y="0"/></a:lnTo><a:lnTo><a:pt x="2846917" y="0"/></a:lnTo><a:lnTo><a:pt x="2846917" y="169085"/></a:lnTo><a:close/></a:path></a:pathLst></a:custGeom><a:solidFill><a:srgbClr val="FFFFFF"/></a:solidFill></p:spPr><p:txBody><a:bodyPr wrap="square" lIns="0" tIns="0" rIns="0" bIns="0" rtlCol="0"/><a:lstStyle/><a:p/></p:txBody></p:sp><p:sp><p:nvSpPr><p:cNvPr id="26" name="object 26"/><p:cNvSpPr/><p:nvPr/></p:nvSpPr><p:spPr><a:xfrm><a:off x="11510372" y="1358771"/><a:ext cx="2146300" cy="1342390"/></a:xfrm><a:custGeom><a:avLst/><a:gdLst/><a:ahLst/><a:cxnLst/><a:rect l="l" t="t" r="r" b="b"/><a:pathLst><a:path w="2146300" h="1342389"><a:moveTo><a:pt x="2146298" y="1342297"/></a:moveTo><a:lnTo><a:pt x="264021" y="0"/></a:lnTo><a:lnTo><a:pt x="35988" y="0"/></a:ln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27" name="object 27"/><p:cNvSpPr/><p:nvPr/></p:nvSpPr><p:spPr><a:xfrm><a:off x="13652094" y="2694717"/><a:ext cx="42545" cy="33655"/></a:xfrm><a:custGeom><a:avLst/><a:gdLst/><a:ahLst/><a:cxnLst/><a:rect l="l" t="t" r="r" b="b"/><a:pathLst><a:path w="42544" h="33655"><a:moveTo><a:pt x="42426" y="33328"/></a:moveTo><a:lnTo><a:pt x="0" y="12627"/></a:lnTo><a:lnTo><a:pt x="8997" y="0"/></a:lnTo><a:lnTo><a:pt x="42426" y="33328"/></a:lnTo><a:close/></a:path></a:pathLst></a:custGeom><a:solidFill><a:srgbClr val="000000"/></a:solidFill></p:spPr><p:txBody><a:bodyPr wrap="square" lIns="0" tIns="0" rIns="0" bIns="0" rtlCol="0"/><a:lstStyle/><a:p/></p:txBody></p:sp><p:sp><p:nvSpPr><p:cNvPr id="28" name="object 28"/><p:cNvSpPr/><p:nvPr/></p:nvSpPr><p:spPr><a:xfrm><a:off x="13652094" y="2694717"/><a:ext cx="42545" cy="33655"/></a:xfrm><a:custGeom><a:avLst/><a:gdLst/><a:ahLst/><a:cxnLst/><a:rect l="l" t="t" r="r" b="b"/><a:pathLst><a:path w="42544" h="33655"><a:moveTo><a:pt x="42426" y="33328"/></a:moveTo><a:lnTo><a:pt x="0" y="12627"/></a:lnTo><a:lnTo><a:pt x="8997" y="0"/></a:lnTo><a:lnTo><a:pt x="42426" y="33328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9" name="object 29"/><p:cNvSpPr/><p:nvPr/></p:nvSpPr><p:spPr><a:xfrm><a:off x="13636350" y="3089934"/><a:ext cx="125730" cy="40640"/></a:xfrm><a:custGeom><a:avLst/><a:gdLst/><a:ahLst/><a:cxnLst/><a:rect l="l" t="t" r="r" b="b"/><a:pathLst><a:path w="125730" h="40639"><a:moveTo><a:pt x="125650" y="40471"/></a:moveTo><a:lnTo><a:pt x="0" y="40471"/></a:lnTo><a:lnTo><a:pt x="0" y="0"/></a:lnTo><a:lnTo><a:pt x="125650" y="0"/></a:lnTo><a:lnTo><a:pt x="125650" y="40471"/></a:lnTo><a:close/></a:path></a:pathLst></a:custGeom><a:solidFill><a:srgbClr val="FFFFFF"/></a:solidFill></p:spPr><p:txBody><a:bodyPr wrap="square" lIns="0" tIns="0" rIns="0" bIns="0" rtlCol="0"/><a:lstStyle/><a:p/></p:txBody></p:sp><p:sp><p:nvSpPr><p:cNvPr id="30" name="object 30"/><p:cNvSpPr/><p:nvPr/></p:nvSpPr><p:spPr><a:xfrm><a:off x="13636350" y="3089934"/><a:ext cx="125730" cy="40640"/></a:xfrm><a:custGeom><a:avLst/><a:gdLst/><a:ahLst/><a:cxnLst/><a:rect l="l" t="t" r="r" b="b"/><a:pathLst><a:path w="125730" h="40639"><a:moveTo><a:pt x="0" y="0"/></a:moveTo><a:lnTo><a:pt x="125650" y="0"/></a:lnTo><a:lnTo><a:pt x="125650" y="40471"/></a:lnTo><a:lnTo><a:pt x="0" y="40471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31" name="object 31"/><p:cNvSpPr/><p:nvPr/></p:nvSpPr><p:spPr><a:xfrm><a:off x="11406982" y="1910379"/><a:ext cx="2214880" cy="1170305"/></a:xfrm><a:custGeom><a:avLst/><a:gdLst/><a:ahLst/><a:cxnLst/><a:rect l="l" t="t" r="r" b="b"/><a:pathLst><a:path w="2214880" h="1170305"><a:moveTo><a:pt x="2214715" y="1170137"/></a:moveTo><a:lnTo><a:pt x="394403" y="0"/></a:lnTo><a:lnTo><a:pt x="35988" y="0"/></a:ln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2" name="object 32"/><p:cNvSpPr/><p:nvPr/></p:nvSpPr><p:spPr><a:xfrm><a:off x="13620837" y="2150634"/><a:ext cx="2158365" cy="1066165"/></a:xfrm><a:custGeom><a:avLst/><a:gdLst/><a:ahLst/><a:cxnLst/><a:rect l="l" t="t" r="r" b="b"/><a:pathLst><a:path w="2158365" h="1066164"><a:moveTo><a:pt x="0" y="939300"/></a:moveTo><a:lnTo><a:pt x="0" y="930729"/></a:lnTo><a:lnTo><a:pt x="6980" y="923788"/></a:lnTo><a:lnTo><a:pt x="15512" y="923788"/></a:lnTo><a:lnTo><a:pt x="24121" y="923788"/></a:lnTo><a:lnTo><a:pt x="31024" y="930729"/></a:lnTo><a:lnTo><a:pt x="31024" y="939300"/></a:lnTo><a:lnTo><a:pt x="31024" y="947863"/></a:lnTo><a:lnTo><a:pt x="24121" y="954812"/></a:lnTo><a:lnTo><a:pt x="15512" y="954812"/></a:lnTo><a:lnTo><a:pt x="6980" y="954812"/></a:lnTo><a:lnTo><a:pt x="0" y="947863"/></a:lnTo><a:lnTo><a:pt x="0" y="939300"/></a:lnTo></a:path><a:path w="2158365" h="1066164"><a:moveTo><a:pt x="171179" y="1065633"/></a:moveTo><a:lnTo><a:pt x="1834188" y="0"/></a:lnTo><a:lnTo><a:pt x="215801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3" name="object 33"/><p:cNvSpPr/><p:nvPr/></p:nvSpPr><p:spPr><a:xfrm><a:off x="13752926" y="3209698"/><a:ext cx="43815" cy="31750"/></a:xfrm><a:custGeom><a:avLst/><a:gdLst/><a:ahLst/><a:cxnLst/><a:rect l="l" t="t" r="r" b="b"/><a:pathLst><a:path w="43815" h="31750"><a:moveTo><a:pt x="0" y="31645"/></a:moveTo><a:lnTo><a:pt x="34980" y="0"/></a:lnTo><a:lnTo><a:pt x="43357" y="13061"/></a:lnTo><a:lnTo><a:pt x="0" y="31645"/></a:lnTo><a:close/></a:path></a:pathLst></a:custGeom><a:solidFill><a:srgbClr val="000000"/></a:solidFill></p:spPr><p:txBody><a:bodyPr wrap="square" lIns="0" tIns="0" rIns="0" bIns="0" rtlCol="0"/><a:lstStyle/><a:p/></p:txBody></p:sp><p:sp><p:nvSpPr><p:cNvPr id="34" name="object 34"/><p:cNvSpPr/><p:nvPr/></p:nvSpPr><p:spPr><a:xfrm><a:off x="8572940" y="3107944"/><a:ext cx="5223510" cy="297815"/></a:xfrm><a:custGeom><a:avLst/><a:gdLst/><a:ahLst/><a:cxnLst/><a:rect l="l" t="t" r="r" b="b"/><a:pathLst><a:path w="5223509" h="297814"><a:moveTo><a:pt x="5179985" y="133399"/></a:moveTo><a:lnTo><a:pt x="5214966" y="101753"/></a:lnTo><a:lnTo><a:pt x="5223342" y="114815"/></a:lnTo><a:lnTo><a:pt x="5179985" y="133399"/></a:lnTo><a:close/></a:path><a:path w="5223509" h="297814"><a:moveTo><a:pt x="957659" y="297287"/></a:moveTo><a:lnTo><a:pt x="357638" y="0"/></a:lnTo><a:lnTo><a:pt x="35988" y="0"/></a:ln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5" name="object 35"/><p:cNvSpPr/><p:nvPr/></p:nvSpPr><p:spPr><a:xfrm><a:off x="9527109" y="3398252"/><a:ext cx="45720" cy="27940"/></a:xfrm><a:custGeom><a:avLst/><a:gdLst/><a:ahLst/><a:cxnLst/><a:rect l="l" t="t" r="r" b="b"/><a:pathLst><a:path w="45720" h="27939"><a:moveTo><a:pt x="45141" y="27612"/></a:moveTo><a:lnTo><a:pt x="0" y="13899"/></a:lnTo><a:lnTo><a:pt x="6825" y="0"/></a:lnTo><a:lnTo><a:pt x="45141" y="27612"/></a:lnTo><a:close/></a:path></a:pathLst></a:custGeom><a:solidFill><a:srgbClr val="000000"/></a:solidFill></p:spPr><p:txBody><a:bodyPr wrap="square" lIns="0" tIns="0" rIns="0" bIns="0" rtlCol="0"/><a:lstStyle/><a:p/></p:txBody></p:sp><p:sp><p:nvSpPr><p:cNvPr id="36" name="object 36"/><p:cNvSpPr/><p:nvPr/></p:nvSpPr><p:spPr><a:xfrm><a:off x="9527109" y="3398252"/><a:ext cx="45720" cy="27940"/></a:xfrm><a:custGeom><a:avLst/><a:gdLst/><a:ahLst/><a:cxnLst/><a:rect l="l" t="t" r="r" b="b"/><a:pathLst><a:path w="45720" h="27939"><a:moveTo><a:pt x="45141" y="27612"/></a:moveTo><a:lnTo><a:pt x="0" y="13899"/></a:lnTo><a:lnTo><a:pt x="6825" y="0"/></a:lnTo><a:lnTo><a:pt x="45141" y="27612"/></a:lnTo><a:close/></a:path></a:pathLst></a:custGeom><a:ln w="7756"><a:solidFill><a:srgbClr val="000000"/></a:solidFill></a:ln></p:spPr><p:txBody><a:bodyPr wrap="square" lIns="0" tIns="0" rIns="0" bIns="0" rtlCol="0"/><a:lstStyle/><a:p/></p:txBody></p:sp></p:grpSp><p:grpSp><p:nvGrpSpPr><p:cNvPr id="37" name="object 37"/><p:cNvGrpSpPr/><p:nvPr/></p:nvGrpSpPr><p:grpSpPr><a:xfrm><a:off x="8401217" y="5897372"/><a:ext cx="3289300" cy="448945"/><a:chOff x="8401217" y="5897372"/><a:chExt cx="3289300" cy="448945"/></a:xfrm></p:grpSpPr><p:sp><p:nvSpPr><p:cNvPr id="38" name="object 38"/><p:cNvSpPr/><p:nvPr/></p:nvSpPr><p:spPr><a:xfrm><a:off x="8408973" y="6121744"/><a:ext cx="3281679" cy="0"/></a:xfrm><a:custGeom><a:avLst/><a:gdLst/><a:ahLst/><a:cxnLst/><a:rect l="l" t="t" r="r" b="b"/><a:pathLst><a:path w="3281679" h="0"><a:moveTo><a:pt x="0" y="0"/></a:moveTo><a:lnTo><a:pt x="3281342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9" name="object 39"/><p:cNvSpPr/><p:nvPr/></p:nvSpPr><p:spPr><a:xfrm><a:off x="8408973" y="5905129"/><a:ext cx="433705" cy="433705"/></a:xfrm><a:custGeom><a:avLst/><a:gdLst/><a:ahLst/><a:cxnLst/><a:rect l="l" t="t" r="r" b="b"/><a:pathLst><a:path w="433704" h="433704"><a:moveTo><a:pt x="0" y="216623"/></a:moveTo><a:lnTo><a:pt x="5719" y="166952"/></a:lnTo><a:lnTo><a:pt x="22012" y="121357"/></a:lnTo><a:lnTo><a:pt x="47579" y="81135"/></a:lnTo><a:lnTo><a:pt x="81124" y="47589"/></a:lnTo><a:lnTo><a:pt x="121346" y="22017"/></a:lnTo><a:lnTo><a:pt x="166948" y="5721"/></a:lnTo><a:lnTo><a:pt x="216630" y="0"/></a:lnTo><a:lnTo><a:pt x="266289" y="5721"/></a:lnTo><a:lnTo><a:pt x="311881" y="22017"/></a:lnTo><a:lnTo><a:pt x="352105" y="47589"/></a:lnTo><a:lnTo><a:pt x="385657" y="81135"/></a:lnTo><a:lnTo><a:pt x="411236" y="121357"/></a:lnTo><a:lnTo><a:pt x="427538" y="166952"/></a:lnTo><a:lnTo><a:pt x="433261" y="216623"/></a:lnTo><a:lnTo><a:pt x="427538" y="266291"/></a:lnTo><a:lnTo><a:pt x="411236" y="311886"/></a:lnTo><a:lnTo><a:pt x="385657" y="352107"/></a:lnTo><a:lnTo><a:pt x="352105" y="385654"/></a:lnTo><a:lnTo><a:pt x="311881" y="411227"/></a:lnTo><a:lnTo><a:pt x="266289" y="427524"/></a:lnTo><a:lnTo><a:pt x="216630" y="433246"/></a:lnTo><a:lnTo><a:pt x="166948" y="427524"/></a:lnTo><a:lnTo><a:pt x="121346" y="411227"/></a:lnTo><a:lnTo><a:pt x="81124" y="385654"/></a:lnTo><a:lnTo><a:pt x="47579" y="352107"/></a:lnTo><a:lnTo><a:pt x="22012" y="311886"/></a:lnTo><a:lnTo><a:pt x="5719" y="266291"/></a:lnTo><a:lnTo><a:pt x="0" y="216623"/></a:lnTo></a:path></a:pathLst></a:custGeom><a:ln w="15512"><a:solidFill><a:srgbClr val="000000"/></a:solidFill></a:ln></p:spPr><p:txBody><a:bodyPr wrap="square" lIns="0" tIns="0" rIns="0" bIns="0" rtlCol="0"/><a:lstStyle/><a:p/></p:txBody></p:sp></p:grpSp><p:grpSp><p:nvGrpSpPr><p:cNvPr id="40" name="object 40"/><p:cNvGrpSpPr/><p:nvPr/></p:nvGrpSpPr><p:grpSpPr><a:xfrm><a:off x="6809775" y="11694117"/><a:ext cx="3289300" cy="448945"/><a:chOff x="6809775" y="11694117"/><a:chExt cx="3289300" cy="448945"/></a:xfrm></p:grpSpPr><p:sp><p:nvSpPr><p:cNvPr id="41" name="object 41"/><p:cNvSpPr/><p:nvPr/></p:nvSpPr><p:spPr><a:xfrm><a:off x="6817531" y="11918504"/><a:ext cx="3281679" cy="0"/></a:xfrm><a:custGeom><a:avLst/><a:gdLst/><a:ahLst/><a:cxnLst/><a:rect l="l" t="t" r="r" b="b"/><a:pathLst><a:path w="3281679" h="0"><a:moveTo><a:pt x="0" y="0"/></a:moveTo><a:lnTo><a:pt x="328136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42" name="object 42"/><p:cNvSpPr/><p:nvPr/></p:nvSpPr><p:spPr><a:xfrm><a:off x="6817531" y="11701873"/><a:ext cx="433705" cy="433705"/></a:xfrm><a:custGeom><a:avLst/><a:gdLst/><a:ahLst/><a:cxnLst/><a:rect l="l" t="t" r="r" b="b"/><a:pathLst><a:path w="433704" h="433704"><a:moveTo><a:pt x="0" y="216630"/></a:moveTo><a:lnTo><a:pt x="5721" y="166972"/></a:lnTo><a:lnTo><a:pt x="22017" y="121380"/></a:lnTo><a:lnTo><a:pt x="47589" y="81156"/></a:lnTo><a:lnTo><a:pt x="81135" y="47604"/></a:lnTo><a:lnTo><a:pt x="121357" y="22025"/></a:lnTo><a:lnTo><a:pt x="166952" y="5723"/></a:lnTo><a:lnTo><a:pt x="216623" y="0"/></a:lnTo><a:lnTo><a:pt x="266293" y="5723"/></a:lnTo><a:lnTo><a:pt x="311889" y="22025"/></a:lnTo><a:lnTo><a:pt x="352110" y="47604"/></a:lnTo><a:lnTo><a:pt x="385657" y="81156"/></a:lnTo><a:lnTo><a:pt x="411228" y="121380"/></a:lnTo><a:lnTo><a:pt x="427525" y="166972"/></a:lnTo><a:lnTo><a:pt x="433246" y="216630"/></a:lnTo><a:lnTo><a:pt x="427525" y="266313"/></a:lnTo><a:lnTo><a:pt x="411228" y="311915"/></a:lnTo><a:lnTo><a:pt x="385657" y="352137"/></a:lnTo><a:lnTo><a:pt x="352110" y="385682"/></a:lnTo><a:lnTo><a:pt x="311889" y="411249"/></a:lnTo><a:lnTo><a:pt x="266293" y="427542"/></a:lnTo><a:lnTo><a:pt x="216623" y="433261"/></a:lnTo><a:lnTo><a:pt x="166952" y="427542"/></a:lnTo><a:lnTo><a:pt x="121357" y="411249"/></a:lnTo><a:lnTo><a:pt x="81135" y="385682"/></a:lnTo><a:lnTo><a:pt x="47589" y="352137"/></a:lnTo><a:lnTo><a:pt x="22017" y="311915"/></a:lnTo><a:lnTo><a:pt x="5721" y="266313"/></a:lnTo><a:lnTo><a:pt x="0" y="216630"/></a:lnTo></a:path></a:pathLst></a:custGeom><a:ln w="15512"><a:solidFill><a:srgbClr val="000000"/></a:solidFill></a:ln></p:spPr><p:txBody><a:bodyPr wrap="square" lIns="0" tIns="0" rIns="0" bIns="0" rtlCol="0"/><a:lstStyle/><a:p/></p:txBody></p:sp></p:grpSp><p:graphicFrame><p:nvGraphicFramePr><p:cNvPr id="43" name="object 43"/><p:cNvGraphicFramePr><a:graphicFrameLocks noGrp="1"/></p:cNvGraphicFramePr><p:nvPr/></p:nvGraphicFramePr><p:xfrm><a:off x="276875" y="272755"/><a:ext cx="19626580" cy="12836525"/></p:xfrm><a:graphic><a:graphicData uri="http://schemas.openxmlformats.org/drawingml/2006/table"><a:tbl><a:tblPr firstRow="1" bandRow="1"><a:tableStyleId>{2D5ABB26-0587-4C30-8999-92F81FD0307C}</a:tableStyleId></a:tblPr><a:tblGrid><a:gridCol w="18315940"/><a:gridCol w="111759"/><a:gridCol w="111759"/><a:gridCol w="111759"/><a:gridCol w="111759"/><a:gridCol w="129540"/><a:gridCol w="93980"/><a:gridCol w="111759"/><a:gridCol w="111759"/><a:gridCol w="111759"/><a:gridCol w="111759"/><a:gridCol w="100965"/></a:tblGrid><a:tr h="296545"><a:tc rowSpan="11"><a:txBody><a:bodyPr/><a:lstStyle/><a:p><a:pPr marL="8425815" marR="7130415" indent="577850"><a:lnSpc><a:spcPct val="325100"/></a:lnSpc><a:spcBef><a:spcPts val="585"/></a:spcBef></a:pPr><a:endParaRPr sz="1100"><a:latin typeface="Verdana"/><a:cs typeface="Verdana"/></a:endParaRPr><a:r><a:rPr dirty="0" sz="1100"><a:latin typeface="Verdana"/><a:t>XFMR/ {{BAT_MFR}} GROUNDING ELECTRODE CONDUCTOR</a:t></a:r></a:p><a:p><a:pPr marL="14515465" marR="2247900"><a:lnSpc><a:spcPct val="100899"/></a:lnSpc><a:spcBef><a:spcPts val="405"/></a:spcBef></a:pPr><a:endParaRPr sz="1100"><a:latin typeface="Verdana"/><a:cs typeface="Verdana"/></a:endParaRPr><a:r><a:rPr dirty="0" sz="1100"><a:latin typeface="Verdana"/><a:t>XFMR/ {{BAT_MFR}} GROUND TERMINAL</a:t></a:r></a:p><a:p><a:pPr marL="791210"><a:lnSpc><a:spcPts val="1275"/></a:lnSpc><a:tabLst><a:tab pos="9649460" algn="l"/></a:tabLst></a:pPr><a:r><a:rPr dirty="0" baseline="-17676" sz="1650" spc="-15"><a:latin typeface="Verdana"/><a:cs typeface="Verdana"/></a:rPr><a:t>NOTES:</a:t></a:r><a:r><a:rPr dirty="0" baseline="-17676" sz="1650"><a:latin typeface="Verdana"/><a:cs typeface="Verdana"/></a:rPr><a:t>	</a:t></a:r><a:r><a:rPr dirty="0" sz="1100"><a:latin typeface="Verdana"/><a:cs typeface="Verdana"/></a:rPr><a:t>GROUNDING </a:t></a:r><a:r><a:rPr dirty="0" sz="1100" spc="-10"><a:latin typeface="Verdana"/><a:cs typeface="Verdana"/></a:rPr><a:t>CLAMP</a:t></a:r><a:endParaRPr sz="1100"><a:latin typeface="Verdana"/><a:cs typeface="Verdana"/></a:endParaRPr></a:p><a:p><a:pPr marL="1054735" indent="-263525"><a:lnSpc><a:spcPct val="100000"/></a:lnSpc><a:spcBef><a:spcPts val="375"/></a:spcBef><a:buAutoNum type="arabicPeriod"/><a:tabLst><a:tab pos="1054735" algn="l"/><a:tab pos="15513050" algn="l"/></a:tabLst></a:pPr><a:r><a:rPr dirty="0" sz="1100"><a:latin typeface="Verdana"/><a:cs typeface="Verdana"/></a:rPr><a:t>SIZE</a:t></a:r><a:r><a:rPr dirty="0" sz="1100" spc="-5"><a:latin typeface="Verdana"/><a:cs typeface="Verdana"/></a:rPr><a:t> </a:t></a:r><a:r><a:rPr dirty="0" sz="1100"><a:latin typeface="Verdana"/><a:cs typeface="Verdana"/></a:rPr><a:t>OF CONDUCTORS</a:t></a:r><a:r><a:rPr dirty="0" sz="1100" spc="-5"><a:latin typeface="Verdana"/><a:cs typeface="Verdana"/></a:rPr><a:t> </a:t></a:r><a:r><a:rPr dirty="0" sz="1100"><a:latin typeface="Verdana"/><a:cs typeface="Verdana"/></a:rPr><a:t>SHALL COMPLY</a:t></a:r><a:r><a:rPr dirty="0" sz="1100" spc="-5"><a:latin typeface="Verdana"/><a:cs typeface="Verdana"/></a:rPr><a:t> </a:t></a:r><a:r><a:rPr dirty="0" sz="1100"><a:latin typeface="Verdana"/><a:cs typeface="Verdana"/></a:rPr><a:t>WITH CEC </a:t></a:r><a:r><a:rPr dirty="0" sz="1100" spc="-10"><a:latin typeface="Verdana"/><a:cs typeface="Verdana"/></a:rPr><a:t>250.94</a:t></a:r><a:r><a:rPr dirty="0" sz="1100"><a:latin typeface="Verdana"/><a:cs typeface="Verdana"/></a:rPr><a:t>	</a:t></a:r><a:r><a:rPr dirty="0" baseline="-10101" sz="1650"><a:latin typeface="Verdana"/><a:cs typeface="Verdana"/></a:rPr><a:t>5/8&quot;Ø x </a:t></a:r><a:r><a:rPr dirty="0" baseline="-10101" sz="1650" spc="-15"><a:latin typeface="Verdana"/><a:cs typeface="Verdana"/></a:rPr><a:t>8&apos;-</a:t></a:r><a:r><a:rPr dirty="0" baseline="-10101" sz="1650"><a:latin typeface="Verdana"/><a:cs typeface="Verdana"/></a:rPr><a:t>0&quot; LONG COPPER </a:t></a:r><a:r><a:rPr dirty="0" baseline="-10101" sz="1650" spc="-30"><a:latin typeface="Verdana"/><a:cs typeface="Verdana"/></a:rPr><a:t>CLAD</a:t></a:r><a:endParaRPr baseline="-10101" sz="1650"><a:latin typeface="Verdana"/><a:cs typeface="Verdana"/></a:endParaRPr></a:p><a:p><a:pPr marL="15513050"><a:lnSpc><a:spcPts val="1225"/></a:lnSpc><a:spcBef><a:spcPts val="210"/></a:spcBef></a:pPr><a:r><a:rPr dirty="0" sz="1100"><a:latin typeface="Verdana"/><a:cs typeface="Verdana"/></a:rPr><a:t>GROUND ROD OR OTHER </a:t></a:r><a:r><a:rPr dirty="0" sz="1100" spc="-10"><a:latin typeface="Verdana"/><a:cs typeface="Verdana"/></a:rPr><a:t>ELECTRODE</a:t></a:r><a:endParaRPr sz="1100"><a:latin typeface="Verdana"/><a:cs typeface="Verdana"/></a:endParaRPr></a:p><a:p><a:pPr marL="1054735" indent="-263525"><a:lnSpc><a:spcPts val="1225"/></a:lnSpc><a:buAutoNum type="arabicPeriod" startAt ="2"/><a:tabLst><a:tab pos="1054735" algn="l"/><a:tab pos="15513050" algn="l"/></a:tabLst></a:pPr><a:r><a:rPr dirty="0" sz="1100"><a:latin typeface="Verdana"/><a:cs typeface="Verdana"/></a:rPr><a:t>BOND</a:t></a:r><a:r><a:rPr dirty="0" sz="1100" spc="-10"><a:latin typeface="Verdana"/><a:cs typeface="Verdana"/></a:rPr><a:t> </a:t></a:r><a:r><a:rPr dirty="0" sz="1100"><a:latin typeface="Verdana"/><a:cs typeface="Verdana"/></a:rPr><a:t>TO</a:t></a:r><a:r><a:rPr dirty="0" sz="1100" spc="-5"><a:latin typeface="Verdana"/><a:cs typeface="Verdana"/></a:rPr><a:t> </a:t></a:r><a:r><a:rPr dirty="0" sz="1100"><a:latin typeface="Verdana"/><a:cs typeface="Verdana"/></a:rPr><a:t>SEPARATE</a:t></a:r><a:r><a:rPr dirty="0" sz="1100" spc="-5"><a:latin typeface="Verdana"/><a:cs typeface="Verdana"/></a:rPr><a:t> </a:t></a:r><a:r><a:rPr dirty="0" sz="1100"><a:latin typeface="Verdana"/><a:cs typeface="Verdana"/></a:rPr><a:t>CONDUCTORS</a:t></a:r><a:r><a:rPr dirty="0" sz="1100" spc="-10"><a:latin typeface="Verdana"/><a:cs typeface="Verdana"/></a:rPr><a:t> </a:t></a:r><a:r><a:rPr dirty="0" sz="1100"><a:latin typeface="Verdana"/><a:cs typeface="Verdana"/></a:rPr><a:t>FROM</a:t></a:r><a:r><a:rPr dirty="0" sz="1100" spc="-5"><a:latin typeface="Verdana"/><a:cs typeface="Verdana"/></a:rPr><a:t> </a:t></a:r><a:r><a:rPr dirty="0" sz="1100"><a:latin typeface="Verdana"/><a:cs typeface="Verdana"/></a:rPr><a:t>INVERTER</a:t></a:r><a:r><a:rPr dirty="0" sz="1100" spc="-5"><a:latin typeface="Verdana"/><a:cs typeface="Verdana"/></a:rPr><a:t> </a:t></a:r><a:r><a:rPr dirty="0" sz="1100"><a:latin typeface="Verdana"/><a:cs typeface="Verdana"/></a:rPr><a:t>TO</a:t></a:r><a:r><a:rPr dirty="0" sz="1100" spc="-5"><a:latin typeface="Verdana"/><a:cs typeface="Verdana"/></a:rPr><a:t> </a:t></a:r><a:r><a:rPr dirty="0" sz="1100"><a:latin typeface="Verdana"/><a:cs typeface="Verdana"/></a:rPr><a:t>METAL</a:t></a:r><a:r><a:rPr dirty="0" sz="1100" spc="-10"><a:latin typeface="Verdana"/><a:cs typeface="Verdana"/></a:rPr><a:t> </a:t></a:r><a:r><a:rPr dirty="0" sz="1100"><a:latin typeface="Verdana"/><a:cs typeface="Verdana"/></a:rPr><a:t>BUILDING</a:t></a:r><a:r><a:rPr dirty="0" sz="1100" spc="-5"><a:latin typeface="Verdana"/><a:cs typeface="Verdana"/></a:rPr><a:t> </a:t></a:r><a:r><a:rPr dirty="0" sz="1100" spc="-10"><a:latin typeface="Verdana"/><a:cs typeface="Verdana"/></a:rPr><a:t>FRAME</a:t></a:r><a:r><a:rPr dirty="0" sz="1100"><a:latin typeface="Verdana"/><a:cs typeface="Verdana"/></a:rPr><a:t>	</a:t></a:r><a:r><a:rPr dirty="0" baseline="-10101" sz="1650"><a:latin typeface="Verdana"/><a:cs typeface="Verdana"/></a:rPr><a:t>AS</a:t></a:r><a:r><a:rPr dirty="0" baseline="-10101" sz="1650" spc="-22"><a:latin typeface="Verdana"/><a:cs typeface="Verdana"/></a:rPr><a:t> </a:t></a:r><a:r><a:rPr dirty="0" baseline="-10101" sz="1650"><a:latin typeface="Verdana"/><a:cs typeface="Verdana"/></a:rPr><a:t>SPECIFIED</a:t></a:r><a:r><a:rPr dirty="0" baseline="-10101" sz="1650" spc="-22"><a:latin typeface="Verdana"/><a:cs typeface="Verdana"/></a:rPr><a:t> </a:t></a:r><a:r><a:rPr dirty="0" baseline="-10101" sz="1650"><a:latin typeface="Verdana"/><a:cs typeface="Verdana"/></a:rPr><a:t>BY</a:t></a:r><a:r><a:rPr dirty="0" baseline="-10101" sz="1650" spc="-22"><a:latin typeface="Verdana"/><a:cs typeface="Verdana"/></a:rPr><a:t> </a:t></a:r><a:r><a:rPr dirty="0" baseline="-10101" sz="1650"><a:latin typeface="Verdana"/><a:cs typeface="Verdana"/></a:rPr><a:t>CEC</a:t></a:r><a:r><a:rPr dirty="0" baseline="-10101" sz="1650" spc="-22"><a:latin typeface="Verdana"/><a:cs typeface="Verdana"/></a:rPr><a:t> </a:t></a:r><a:r><a:rPr dirty="0" baseline="-10101" sz="1650" spc="-15"><a:latin typeface="Verdana"/><a:cs typeface="Verdana"/></a:rPr><a:t>250.52</a:t></a:r><a:endParaRPr baseline="-10101" sz="1650"><a:latin typeface="Verdana"/><a:cs typeface="Verdana"/></a:endParaRPr></a:p><a:p><a:pPr marL="1054735"><a:lnSpc><a:spcPct val="100000"/></a:lnSpc><a:spcBef><a:spcPts val="10"/></a:spcBef><a:tabLst><a:tab pos="7960359" algn="l"/></a:tabLst></a:pPr><a:r><a:rPr dirty="0" sz="1100"><a:latin typeface="Verdana"/><a:cs typeface="Verdana"/></a:rPr><a:t>IF</a:t></a:r><a:r><a:rPr dirty="0" sz="1100" spc="-5"><a:latin typeface="Verdana"/><a:cs typeface="Verdana"/></a:rPr><a:t> </a:t></a:r><a:r><a:rPr dirty="0" sz="1100"><a:latin typeface="Verdana"/><a:cs typeface="Verdana"/></a:rPr><a:t>POSSIBLE</a:t></a:r><a:r><a:rPr dirty="0" sz="1100" spc="-5"><a:latin typeface="Verdana"/><a:cs typeface="Verdana"/></a:rPr><a:t> </a:t></a:r><a:r><a:rPr dirty="0" sz="1100"><a:latin typeface="Verdana"/><a:cs typeface="Verdana"/></a:rPr><a:t>(CEC</a:t></a:r><a:r><a:rPr dirty="0" sz="1100" spc="-5"><a:latin typeface="Verdana"/><a:cs typeface="Verdana"/></a:rPr><a:t> </a:t></a:r><a:r><a:rPr dirty="0" sz="1100" spc="-10"><a:latin typeface="Verdana"/><a:cs typeface="Verdana"/></a:rPr><a:t>250.68)</a:t></a:r><a:r><a:rPr dirty="0" sz="1100"><a:latin typeface="Verdana"/><a:cs typeface="Verdana"/></a:rPr><a:t>	</a:t></a:r><a:r><a:rPr dirty="0" baseline="-27777" sz="1650"><a:latin typeface="Verdana"/><a:cs typeface="Verdana"/></a:rPr><a:t>CONCRETE FOUNDATION </a:t></a:r><a:r><a:rPr dirty="0" baseline="-27777" sz="1650" spc="-37"><a:latin typeface="Verdana"/><a:cs typeface="Verdana"/></a:rPr><a:t>PAD</a:t></a:r><a:endParaRPr baseline="-27777" sz="1650"><a:latin typeface="Verdana"/><a:cs typeface="Verdana"/></a:endParaRPr></a:p><a:p><a:pPr marL="15513050"><a:lnSpc><a:spcPts val="1225"/></a:lnSpc><a:spcBef><a:spcPts val="210"/></a:spcBef></a:pPr><a:r><a:rPr dirty="0" sz="1100"><a:latin typeface="Verdana"/><a:cs typeface="Verdana"/></a:rPr><a:t>INSTALLED</a:t></a:r><a:r><a:rPr dirty="0" sz="1100" spc="-25"><a:latin typeface="Verdana"/><a:cs typeface="Verdana"/></a:rPr><a:t> </a:t></a:r><a:r><a:rPr dirty="0" sz="1100"><a:latin typeface="Verdana"/><a:cs typeface="Verdana"/></a:rPr><a:t>WITHIN</a:t></a:r><a:r><a:rPr dirty="0" sz="1100" spc="-20"><a:latin typeface="Verdana"/><a:cs typeface="Verdana"/></a:rPr><a:t> </a:t></a:r><a:r><a:rPr dirty="0" sz="1100"><a:latin typeface="Verdana"/><a:cs typeface="Verdana"/></a:rPr><a:t>STUB-UP</a:t></a:r><a:r><a:rPr dirty="0" sz="1100" spc="-20"><a:latin typeface="Verdana"/><a:cs typeface="Verdana"/></a:rPr><a:t> AREA</a:t></a:r><a:endParaRPr sz="1100"><a:latin typeface="Verdana"/><a:cs typeface="Verdana"/></a:endParaRPr></a:p><a:p><a:pPr marL="1054735" indent="-263525"><a:lnSpc><a:spcPts val="1225"/></a:lnSpc><a:buAutoNum type="arabicPeriod" startAt ="3"/><a:tabLst><a:tab pos="1054735" algn="l"/><a:tab pos="15513050" algn="l"/></a:tabLst></a:pPr><a:r><a:rPr dirty="0" sz="1100"><a:latin typeface="Verdana"/><a:cs typeface="Verdana"/></a:rPr><a:t>GROUND</a:t></a:r><a:r><a:rPr dirty="0" sz="1100" spc="-10"><a:latin typeface="Verdana"/><a:cs typeface="Verdana"/></a:rPr><a:t> </a:t></a:r><a:r><a:rPr dirty="0" sz="1100"><a:latin typeface="Verdana"/><a:cs typeface="Verdana"/></a:rPr><a:t>TO</a:t></a:r><a:r><a:rPr dirty="0" sz="1100" spc="-10"><a:latin typeface="Verdana"/><a:cs typeface="Verdana"/></a:rPr><a:t> </a:t></a:r><a:r><a:rPr dirty="0" sz="1100"><a:latin typeface="Verdana"/><a:cs typeface="Verdana"/></a:rPr><a:t>METAL</a:t></a:r><a:r><a:rPr dirty="0" sz="1100" spc="-10"><a:latin typeface="Verdana"/><a:cs typeface="Verdana"/></a:rPr><a:t> </a:t></a:r><a:r><a:rPr dirty="0" sz="1100"><a:latin typeface="Verdana"/><a:cs typeface="Verdana"/></a:rPr><a:t>WATER</a:t></a:r><a:r><a:rPr dirty="0" sz="1100" spc="-5"><a:latin typeface="Verdana"/><a:cs typeface="Verdana"/></a:rPr><a:t> </a:t></a:r><a:r><a:rPr dirty="0" sz="1100"><a:latin typeface="Verdana"/><a:cs typeface="Verdana"/></a:rPr><a:t>PIPE</a:t></a:r><a:r><a:rPr dirty="0" sz="1100" spc="-10"><a:latin typeface="Verdana"/><a:cs typeface="Verdana"/></a:rPr><a:t> </a:t></a:r><a:r><a:rPr dirty="0" sz="1100"><a:latin typeface="Verdana"/><a:cs typeface="Verdana"/></a:rPr><a:t>EMBEDDED</a:t></a:r><a:r><a:rPr dirty="0" sz="1100" spc="-10"><a:latin typeface="Verdana"/><a:cs typeface="Verdana"/></a:rPr><a:t> </a:t></a:r><a:r><a:rPr dirty="0" sz="1100"><a:latin typeface="Verdana"/><a:cs typeface="Verdana"/></a:rPr><a:t>AT</a:t></a:r><a:r><a:rPr dirty="0" sz="1100" spc="-10"><a:latin typeface="Verdana"/><a:cs typeface="Verdana"/></a:rPr><a:t> </a:t></a:r><a:r><a:rPr dirty="0" sz="1100"><a:latin typeface="Verdana"/><a:cs typeface="Verdana"/></a:rPr><a:t>LEAST</a:t></a:r><a:r><a:rPr dirty="0" sz="1100" spc="-5"><a:latin typeface="Verdana"/><a:cs typeface="Verdana"/></a:rPr><a:t> </a:t></a:r><a:r><a:rPr dirty="0" sz="1100" spc="-10"><a:latin typeface="Verdana"/><a:cs typeface="Verdana"/></a:rPr><a:t>10&apos;-</a:t></a:r><a:r><a:rPr dirty="0" sz="1100"><a:latin typeface="Verdana"/><a:cs typeface="Verdana"/></a:rPr><a:t>0&quot;</a:t></a:r><a:r><a:rPr dirty="0" sz="1100" spc="-10"><a:latin typeface="Verdana"/><a:cs typeface="Verdana"/></a:rPr><a:t> </a:t></a:r><a:r><a:rPr dirty="0" sz="1100"><a:latin typeface="Verdana"/><a:cs typeface="Verdana"/></a:rPr><a:t>INTO</a:t></a:r><a:r><a:rPr dirty="0" sz="1100" spc="-10"><a:latin typeface="Verdana"/><a:cs typeface="Verdana"/></a:rPr><a:t> </a:t></a:r><a:r><a:rPr dirty="0" sz="1100"><a:latin typeface="Verdana"/><a:cs typeface="Verdana"/></a:rPr><a:t>THE</a:t></a:r><a:r><a:rPr dirty="0" sz="1100" spc="-10"><a:latin typeface="Verdana"/><a:cs typeface="Verdana"/></a:rPr><a:t> </a:t></a:r><a:r><a:rPr dirty="0" sz="1100"><a:latin typeface="Verdana"/><a:cs typeface="Verdana"/></a:rPr><a:t>SOIL</a:t></a:r><a:r><a:rPr dirty="0" sz="1100" spc="-5"><a:latin typeface="Verdana"/><a:cs typeface="Verdana"/></a:rPr><a:t> </a:t></a:r><a:r><a:rPr dirty="0" sz="1100" spc="-25"><a:latin typeface="Verdana"/><a:cs typeface="Verdana"/></a:rPr><a:t>IF</a:t></a:r><a:r><a:rPr dirty="0" sz="1100"><a:latin typeface="Verdana"/><a:cs typeface="Verdana"/></a:rPr><a:t>	</a:t></a:r><a:r><a:rPr dirty="0" baseline="-10101" sz="1650"><a:latin typeface="Verdana"/><a:cs typeface="Verdana"/></a:rPr><a:t>SEE</a:t></a:r><a:r><a:rPr dirty="0" baseline="-10101" sz="1650" spc="-37"><a:latin typeface="Verdana"/><a:cs typeface="Verdana"/></a:rPr><a:t> </a:t></a:r><a:r><a:rPr dirty="0" baseline="-10101" sz="1650"><a:latin typeface="Verdana"/><a:cs typeface="Verdana"/></a:rPr><a:t>SHEETS</a:t></a:r><a:r><a:rPr dirty="0" baseline="-10101" sz="1650" spc="-30"><a:latin typeface="Verdana"/><a:cs typeface="Verdana"/></a:rPr><a:t> </a:t></a:r><a:r><a:rPr dirty="0" baseline="-10101" sz="1650"><a:latin typeface="Verdana"/><a:cs typeface="Verdana"/></a:rPr><a:t>S1.1</a:t></a:r><a:r><a:rPr dirty="0" baseline="-10101" sz="1650" spc="-37"><a:latin typeface="Verdana"/><a:cs typeface="Verdana"/></a:rPr><a:t> </a:t></a:r><a:r><a:rPr dirty="0" baseline="-10101" sz="1650"><a:latin typeface="Verdana"/><a:cs typeface="Verdana"/></a:rPr><a:t>FOR</a:t></a:r><a:r><a:rPr dirty="0" baseline="-10101" sz="1650" spc="-30"><a:latin typeface="Verdana"/><a:cs typeface="Verdana"/></a:rPr><a:t> </a:t></a:r><a:r><a:rPr dirty="0" baseline="-10101" sz="1650" spc="-15"><a:latin typeface="Verdana"/><a:cs typeface="Verdana"/></a:rPr><a:t>LOCATION</a:t></a:r><a:endParaRPr baseline="-10101" sz="1650"><a:latin typeface="Verdana"/><a:cs typeface="Verdana"/></a:endParaRPr></a:p><a:p><a:pPr marL="1054735"><a:lnSpc><a:spcPct val="100000"/></a:lnSpc><a:spcBef><a:spcPts val="10"/></a:spcBef><a:tabLst><a:tab pos="7739380" algn="l"/></a:tabLst></a:pPr><a:r><a:rPr dirty="0" sz="1100"><a:latin typeface="Verdana"/><a:cs typeface="Verdana"/></a:rPr><a:t>AVAILABLE (CEC </a:t></a:r><a:r><a:rPr dirty="0" sz="1100" spc="-10"><a:latin typeface="Verdana"/><a:cs typeface="Verdana"/></a:rPr><a:t>250.68)</a:t></a:r><a:r><a:rPr dirty="0" sz="1100"><a:latin typeface="Verdana"/><a:cs typeface="Verdana"/></a:rPr><a:t>	</a:t></a:r><a:r><a:rPr dirty="0" baseline="12626" sz="1650" spc="-15"><a:latin typeface="Verdana"/><a:cs typeface="Verdana"/></a:rPr><a:t>GRADE</a:t></a:r><a:endParaRPr baseline="12626" sz="1650"><a:latin typeface="Verdana"/><a:cs typeface="Verdana"/></a:endParaRPr></a:p><a:p><a:pPr><a:lnSpc><a:spcPct val="100000"/></a:lnSpc><a:spcBef><a:spcPts val="65"/></a:spcBef></a:pPr><a:endParaRPr sz="1100"><a:latin typeface="Times New Roman"/><a:cs typeface="Times New Roman"/></a:endParaRPr></a:p><a:p><a:pPr marL="1054735" marR="11268075" indent="-264160"><a:lnSpc><a:spcPct val="100899"/></a:lnSpc><a:spcBef><a:spcPts val="5"/></a:spcBef><a:buAutoNum type="arabicPeriod" startAt ="4"/><a:tabLst><a:tab pos="1054735" algn="l"/></a:tabLst></a:pPr><a:r><a:rPr dirty="0" sz="1100"><a:latin typeface="Verdana"/><a:cs typeface="Verdana"/></a:rPr><a:t>CHECK</a:t></a:r><a:r><a:rPr dirty="0" sz="1100" spc="-10"><a:latin typeface="Verdana"/><a:cs typeface="Verdana"/></a:rPr><a:t> </a:t></a:r><a:r><a:rPr dirty="0" sz="1100"><a:latin typeface="Verdana"/><a:cs typeface="Verdana"/></a:rPr><a:t>RESISTANCE</a:t></a:r><a:r><a:rPr dirty="0" sz="1100" spc="-10"><a:latin typeface="Verdana"/><a:cs typeface="Verdana"/></a:rPr><a:t> </a:t></a:r><a:r><a:rPr dirty="0" sz="1100"><a:latin typeface="Verdana"/><a:cs typeface="Verdana"/></a:rPr><a:t>TO</a:t></a:r><a:r><a:rPr dirty="0" sz="1100" spc="-10"><a:latin typeface="Verdana"/><a:cs typeface="Verdana"/></a:rPr><a:t> </a:t></a:r><a:r><a:rPr dirty="0" sz="1100"><a:latin typeface="Verdana"/><a:cs typeface="Verdana"/></a:rPr><a:t>GROUND.</a:t></a:r><a:r><a:rPr dirty="0" sz="1100" spc="-5"><a:latin typeface="Verdana"/><a:cs typeface="Verdana"/></a:rPr><a:t> </a:t></a:r><a:r><a:rPr dirty="0" sz="1100"><a:latin typeface="Verdana"/><a:cs typeface="Verdana"/></a:rPr><a:t>IF</a:t></a:r><a:r><a:rPr dirty="0" sz="1100" spc="-10"><a:latin typeface="Verdana"/><a:cs typeface="Verdana"/></a:rPr><a:t> </a:t></a:r><a:r><a:rPr dirty="0" sz="1100"><a:latin typeface="Verdana"/><a:cs typeface="Verdana"/></a:rPr><a:t>RESISTANCE</a:t></a:r><a:r><a:rPr dirty="0" sz="1100" spc="-10"><a:latin typeface="Verdana"/><a:cs typeface="Verdana"/></a:rPr><a:t> </a:t></a:r><a:r><a:rPr dirty="0" sz="1100"><a:latin typeface="Verdana"/><a:cs typeface="Verdana"/></a:rPr><a:t>EXCEEDS</a:t></a:r><a:r><a:rPr dirty="0" sz="1100" spc="-5"><a:latin typeface="Verdana"/><a:cs typeface="Verdana"/></a:rPr><a:t> </a:t></a:r><a:r><a:rPr dirty="0" sz="1100"><a:latin typeface="Verdana"/><a:cs typeface="Verdana"/></a:rPr><a:t>25</a:t></a:r><a:r><a:rPr dirty="0" sz="1100" spc="-10"><a:latin typeface="Verdana"/><a:cs typeface="Verdana"/></a:rPr><a:t> </a:t></a:r><a:r><a:rPr dirty="0" sz="1100"><a:latin typeface="Verdana"/><a:cs typeface="Verdana"/></a:rPr><a:t>OHMS,</a:t></a:r><a:r><a:rPr dirty="0" sz="1100" spc="-10"><a:latin typeface="Verdana"/><a:cs typeface="Verdana"/></a:rPr><a:t> INSTALL </a:t></a:r><a:r><a:rPr dirty="0" sz="1100"><a:latin typeface="Verdana"/><a:cs typeface="Verdana"/></a:rPr><a:t>ADDITIONAL</a:t></a:r><a:r><a:rPr dirty="0" sz="1100" spc="-10"><a:latin typeface="Verdana"/><a:cs typeface="Verdana"/></a:rPr><a:t> </a:t></a:r><a:r><a:rPr dirty="0" sz="1100"><a:latin typeface="Verdana"/><a:cs typeface="Verdana"/></a:rPr><a:t>GROUND</a:t></a:r><a:r><a:rPr dirty="0" sz="1100" spc="-5"><a:latin typeface="Verdana"/><a:cs typeface="Verdana"/></a:rPr><a:t> </a:t></a:r><a:r><a:rPr dirty="0" sz="1100"><a:latin typeface="Verdana"/><a:cs typeface="Verdana"/></a:rPr><a:t>RODS</a:t></a:r><a:r><a:rPr dirty="0" sz="1100" spc="-10"><a:latin typeface="Verdana"/><a:cs typeface="Verdana"/></a:rPr><a:t> </a:t></a:r><a:r><a:rPr dirty="0" sz="1100"><a:latin typeface="Verdana"/><a:cs typeface="Verdana"/></a:rPr><a:t>WITH</a:t></a:r><a:r><a:rPr dirty="0" sz="1100" spc="-5"><a:latin typeface="Verdana"/><a:cs typeface="Verdana"/></a:rPr><a:t> </a:t></a:r><a:r><a:rPr dirty="0" sz="1100"><a:latin typeface="Verdana"/><a:cs typeface="Verdana"/></a:rPr><a:t>CONDUCTORS</a:t></a:r><a:r><a:rPr dirty="0" sz="1100" spc="-10"><a:latin typeface="Verdana"/><a:cs typeface="Verdana"/></a:rPr><a:t> </a:t></a:r><a:r><a:rPr dirty="0" sz="1100"><a:latin typeface="Verdana"/><a:cs typeface="Verdana"/></a:rPr><a:t>AS</a:t></a:r><a:r><a:rPr dirty="0" sz="1100" spc="-5"><a:latin typeface="Verdana"/><a:cs typeface="Verdana"/></a:rPr><a:t> </a:t></a:r><a:r><a:rPr dirty="0" sz="1100"><a:latin typeface="Verdana"/><a:cs typeface="Verdana"/></a:rPr><a:t>SHOWN</a:t></a:r><a:r><a:rPr dirty="0" sz="1100" spc="-10"><a:latin typeface="Verdana"/><a:cs typeface="Verdana"/></a:rPr><a:t> </a:t></a:r><a:r><a:rPr dirty="0" sz="1100"><a:latin typeface="Verdana"/><a:cs typeface="Verdana"/></a:rPr><a:t>SEPARATED</a:t></a:r><a:r><a:rPr dirty="0" sz="1100" spc="-5"><a:latin typeface="Verdana"/><a:cs typeface="Verdana"/></a:rPr><a:t> </a:t></a:r><a:r><a:rPr dirty="0" sz="1100"><a:latin typeface="Verdana"/><a:cs typeface="Verdana"/></a:rPr><a:t>AT</a:t></a:r><a:r><a:rPr dirty="0" sz="1100" spc="-10"><a:latin typeface="Verdana"/><a:cs typeface="Verdana"/></a:rPr><a:t> LEAST 6&apos;-</a:t></a:r><a:r><a:rPr dirty="0" sz="1100"><a:latin typeface="Verdana"/><a:cs typeface="Verdana"/></a:rPr><a:t>0&quot;</a:t></a:r><a:r><a:rPr dirty="0" sz="1100" spc="-10"><a:latin typeface="Verdana"/><a:cs typeface="Verdana"/></a:rPr><a:t> </a:t></a:r><a:r><a:rPr dirty="0" sz="1100"><a:latin typeface="Verdana"/><a:cs typeface="Verdana"/></a:rPr><a:t>UNTIL</a:t></a:r><a:r><a:rPr dirty="0" sz="1100" spc="-10"><a:latin typeface="Verdana"/><a:cs typeface="Verdana"/></a:rPr><a:t> </a:t></a:r><a:r><a:rPr dirty="0" sz="1100"><a:latin typeface="Verdana"/><a:cs typeface="Verdana"/></a:rPr><a:t>RESISTANCE</a:t></a:r><a:r><a:rPr dirty="0" sz="1100" spc="-10"><a:latin typeface="Verdana"/><a:cs typeface="Verdana"/></a:rPr><a:t> </a:t></a:r><a:r><a:rPr dirty="0" sz="1100"><a:latin typeface="Verdana"/><a:cs typeface="Verdana"/></a:rPr><a:t>IS</a:t></a:r><a:r><a:rPr dirty="0" sz="1100" spc="-5"><a:latin typeface="Verdana"/><a:cs typeface="Verdana"/></a:rPr><a:t> </a:t></a:r><a:r><a:rPr dirty="0" sz="1100"><a:latin typeface="Verdana"/><a:cs typeface="Verdana"/></a:rPr><a:t>REDUCED</a:t></a:r><a:r><a:rPr dirty="0" sz="1100" spc="-10"><a:latin typeface="Verdana"/><a:cs typeface="Verdana"/></a:rPr><a:t> </a:t></a:r><a:r><a:rPr dirty="0" sz="1100"><a:latin typeface="Verdana"/><a:cs typeface="Verdana"/></a:rPr><a:t>TO</a:t></a:r><a:r><a:rPr dirty="0" sz="1100" spc="-10"><a:latin typeface="Verdana"/><a:cs typeface="Verdana"/></a:rPr><a:t> </a:t></a:r><a:r><a:rPr dirty="0" sz="1100"><a:latin typeface="Verdana"/><a:cs typeface="Verdana"/></a:rPr><a:t>25</a:t></a:r><a:r><a:rPr dirty="0" sz="1100" spc="-5"><a:latin typeface="Verdana"/><a:cs typeface="Verdana"/></a:rPr><a:t> </a:t></a:r><a:r><a:rPr dirty="0" sz="1100"><a:latin typeface="Verdana"/><a:cs typeface="Verdana"/></a:rPr><a:t>OHMS</a:t></a:r><a:r><a:rPr dirty="0" sz="1100" spc="-10"><a:latin typeface="Verdana"/><a:cs typeface="Verdana"/></a:rPr><a:t> </a:t></a:r><a:r><a:rPr dirty="0" sz="1100"><a:latin typeface="Verdana"/><a:cs typeface="Verdana"/></a:rPr><a:t>OR</a:t></a:r><a:r><a:rPr dirty="0" sz="1100" spc="-10"><a:latin typeface="Verdana"/><a:cs typeface="Verdana"/></a:rPr><a:t> </a:t></a:r><a:r><a:rPr dirty="0" sz="1100"><a:latin typeface="Verdana"/><a:cs typeface="Verdana"/></a:rPr><a:t>LESS</a:t></a:r><a:r><a:rPr dirty="0" sz="1100" spc="-5"><a:latin typeface="Verdana"/><a:cs typeface="Verdana"/></a:rPr><a:t> </a:t></a:r><a:r><a:rPr dirty="0" sz="1100"><a:latin typeface="Verdana"/><a:cs typeface="Verdana"/></a:rPr><a:t>(CEC</a:t></a:r><a:r><a:rPr dirty="0" sz="1100" spc="-10"><a:latin typeface="Verdana"/><a:cs typeface="Verdana"/></a:rPr><a:t> 250.52). </a:t></a:r><a:r><a:rPr dirty="0" sz="1100"><a:latin typeface="Verdana"/><a:cs typeface="Verdana"/></a:rPr><a:t>PROVIDE THIRD PARTY GROUND RESISTANCE </a:t></a:r><a:r><a:rPr dirty="0" sz="1100" spc="-10"><a:latin typeface="Verdana"/><a:cs typeface="Verdana"/></a:rPr><a:t>TEST.</a:t></a:r><a:endParaRPr sz="1100"><a:latin typeface="Verdana"/><a:cs typeface="Verdana"/></a:endParaRPr></a:p><a:p><a:pPr><a:lnSpc><a:spcPct val="100000"/></a:lnSpc><a:spcBef><a:spcPts val="75"/></a:spcBef><a:buFont typeface="Verdana"/><a:buAutoNum type="arabicPeriod" startAt ="4"/></a:pPr><a:endParaRPr sz="1100"><a:latin typeface="Times New Roman"/><a:cs typeface="Times New Roman"/></a:endParaRPr></a:p><a:p><a:pPr marL="1054735" indent="-263525"><a:lnSpc><a:spcPct val="100000"/></a:lnSpc><a:buAutoNum type="arabicPeriod" startAt ="4"/><a:tabLst><a:tab pos="1054735" algn="l"/></a:tabLst></a:pPr><a:r><a:rPr dirty="0" sz="1100"><a:latin typeface="Verdana"/><a:cs typeface="Verdana"/></a:rPr><a:t>PROVIDE</a:t></a:r><a:r><a:rPr dirty="0" sz="1100" spc="-10"><a:latin typeface="Verdana"/><a:cs typeface="Verdana"/></a:rPr><a:t> </a:t></a:r><a:r><a:rPr dirty="0" sz="1100"><a:latin typeface="Verdana"/><a:cs typeface="Verdana"/></a:rPr><a:t>GAS</a:t></a:r><a:r><a:rPr dirty="0" sz="1100" spc="-5"><a:latin typeface="Verdana"/><a:cs typeface="Verdana"/></a:rPr><a:t> </a:t></a:r><a:r><a:rPr dirty="0" sz="1100"><a:latin typeface="Verdana"/><a:cs typeface="Verdana"/></a:rPr><a:t>AND</a:t></a:r><a:r><a:rPr dirty="0" sz="1100" spc="-10"><a:latin typeface="Verdana"/><a:cs typeface="Verdana"/></a:rPr><a:t> </a:t></a:r><a:r><a:rPr dirty="0" sz="1100"><a:latin typeface="Verdana"/><a:cs typeface="Verdana"/></a:rPr><a:t>WATER</a:t></a:r><a:r><a:rPr dirty="0" sz="1100" spc="-5"><a:latin typeface="Verdana"/><a:cs typeface="Verdana"/></a:rPr><a:t> </a:t></a:r><a:r><a:rPr dirty="0" sz="1100"><a:latin typeface="Verdana"/><a:cs typeface="Verdana"/></a:rPr><a:t>BOND</a:t></a:r><a:r><a:rPr dirty="0" sz="1100" spc="-5"><a:latin typeface="Verdana"/><a:cs typeface="Verdana"/></a:rPr><a:t> </a:t></a:r><a:r><a:rPr dirty="0" sz="1100"><a:latin typeface="Verdana"/><a:cs typeface="Verdana"/></a:rPr><a:t>(IF</a:t></a:r><a:r><a:rPr dirty="0" sz="1100" spc="-10"><a:latin typeface="Verdana"/><a:cs typeface="Verdana"/></a:rPr><a:t> APPLICABLE).</a:t></a:r><a:endParaRPr sz="1100"><a:latin typeface="Verdana"/><a:cs typeface="Verdana"/></a:endParaRPr></a:p><a:p><a:pPr><a:lnSpc><a:spcPct val="100000"/></a:lnSpc></a:pPr><a:endParaRPr sz="1100"><a:latin typeface="Times New Roman"/><a:cs typeface="Times New Roman"/></a:endParaRPr></a:p><a:p><a:pPr><a:lnSpc><a:spcPct val="100000"/></a:lnSpc></a:pPr><a:endParaRPr sz="1100"><a:latin typeface="Times New Roman"/><a:cs typeface="Times New Roman"/></a:endParaRPr></a:p><a:p><a:pPr><a:lnSpc><a:spcPct val="100000"/></a:lnSpc></a:pPr><a:endParaRPr sz="1100"><a:latin typeface="Times New Roman"/><a:cs typeface="Times New Roman"/></a:endParaRPr></a:p><a:p><a:pPr><a:lnSpc><a:spcPct val="100000"/></a:lnSpc></a:pPr><a:endParaRPr sz="1100"><a:latin typeface="Times New Roman"/><a:cs typeface="Times New Roman"/></a:endParaRPr></a:p><a:p><a:pPr><a:lnSpc><a:spcPct val="100000"/></a:lnSpc></a:pPr><a:endParaRPr sz="1100"><a:latin typeface="Times New Roman"/><a:cs typeface="Times New Roman"/></a:endParaRPr></a:p><a:p><a:pPr><a:lnSpc><a:spcPct val="100000"/></a:lnSpc></a:pPr><a:endParaRPr sz="1100"><a:latin typeface="Times New Roman"/><a:cs typeface="Times New Roman"/></a:endParaRPr></a:p><a:p><a:pPr><a:lnSpc><a:spcPct val="100000"/></a:lnSpc></a:pPr><a:endParaRPr sz="1100"><a:latin typeface="Times New Roman"/><a:cs typeface="Times New Roman"/></a:endParaRPr></a:p><a:p><a:pPr><a:lnSpc><a:spcPct val="100000"/></a:lnSpc><a:spcBef><a:spcPts val="1100"/></a:spcBef></a:pPr><a:endParaRPr sz="1100"><a:latin typeface="Times New Roman"/><a:cs typeface="Times New Roman"/></a:endParaRPr></a:p><a:p><a:pPr marL="8235950" marR="6850380" indent="75565"><a:lnSpc><a:spcPct val="167100"/></a:lnSpc><a:tabLst><a:tab pos="8587105" algn="l"/><a:tab pos="8620760" algn="l"/></a:tabLst></a:pPr><a:r><a:rPr dirty="0" baseline="-17543" sz="1425" spc="-75"><a:latin typeface="Calibri"/><a:cs typeface="Calibri"/></a:rPr><a:t>1</a:t></a:r><a:r><a:rPr dirty="0" baseline="-17543" sz="1425"><a:latin typeface="Calibri"/><a:cs typeface="Calibri"/></a:rPr><a:t>		</a:t></a:r><a:r><a:rPr dirty="0" sz="950"><a:latin typeface="Calibri"/><a:cs typeface="Calibri"/></a:rPr><a:t>GROUNDING</a:t></a:r><a:r><a:rPr dirty="0" sz="950" spc="80"><a:latin typeface="Calibri"/><a:cs typeface="Calibri"/></a:rPr><a:t> </a:t></a:r><a:r><a:rPr dirty="0" sz="950"><a:latin typeface="Calibri"/><a:cs typeface="Calibri"/></a:rPr><a:t>ELECTRODE</a:t></a:r><a:r><a:rPr dirty="0" sz="950" spc="85"><a:latin typeface="Calibri"/><a:cs typeface="Calibri"/></a:rPr><a:t> </a:t></a:r><a:r><a:rPr dirty="0" sz="950"><a:latin typeface="Calibri"/><a:cs typeface="Calibri"/></a:rPr><a:t>DETAIL:</a:t></a:r><a:r><a:rPr dirty="0" sz="950" spc="85"><a:latin typeface="Calibri"/><a:cs typeface="Calibri"/></a:rPr><a:t> </a:t></a:r><a:r><a:rPr dirty="0" sz="950"><a:latin typeface="Calibri"/><a:cs typeface="Calibri"/></a:rPr><a:t>XFMR/</a:t></a:r><a:r><a:rPr dirty="0" sz="950" spc="80"><a:latin typeface="Calibri"/><a:cs typeface="Calibri"/></a:rPr><a:t> </a:t></a:r><a:r><a:rPr dirty="0" sz="950"><a:latin typeface="Calibri"/><a:cs typeface="Calibri"/></a:rPr><a:t>BESS/</a:t></a:r><a:r><a:rPr dirty="0" sz="950" spc="85"><a:latin typeface="Calibri"/><a:cs typeface="Calibri"/></a:rPr><a:t> </a:t></a:r><a:r><a:rPr dirty="0" sz="950" spc="-10"><a:latin typeface="Calibri"/><a:cs typeface="Calibri"/></a:rPr><a:t>INVERER </a:t></a:r><a:r><a:rPr dirty="0" baseline="23391" sz="1425" spc="-30"><a:latin typeface="Calibri"/><a:cs typeface="Calibri"/></a:rPr><a:t>S2.0</a:t></a:r><a:r><a:rPr dirty="0" baseline="23391" sz="1425"><a:latin typeface="Calibri"/><a:cs typeface="Calibri"/></a:rPr><a:t>	</a:t></a:r><a:r><a:rPr dirty="0" sz="700"><a:latin typeface="Verdana"/><a:cs typeface="Verdana"/></a:rPr><a:t>SCALE:</a:t></a:r><a:r><a:rPr dirty="0" sz="700" spc="135"><a:latin typeface="Verdana"/><a:cs typeface="Verdana"/></a:rPr><a:t> </a:t></a:r><a:r><a:rPr dirty="0" sz="700" spc="-25"><a:latin typeface="Verdana"/><a:cs typeface="Verdana"/></a:rPr><a:t>NTS</a:t></a:r><a:endParaRPr sz="700"><a:latin typeface="Verdana"/><a:cs typeface="Verdana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/a:pPr><a:endParaRPr sz="950"><a:latin typeface="Times New Roman"/><a:cs typeface="Times New Roman"/></a:endParaRPr></a:p><a:p><a:pPr><a:lnSpc><a:spcPct val="100000"/></a:lnSpc><a:spcBef><a:spcPts val="465"/></a:spcBef></a:pPr><a:endParaRPr sz="950"><a:latin typeface="Times New Roman"/><a:cs typeface="Times New Roman"/></a:endParaRPr></a:p><a:p><a:pPr marL="14165580" marR="2910840"><a:lnSpc><a:spcPts val="700"/></a:lnSpc></a:pPr><a:endParaRPr sz="600"><a:latin typeface="Arial"/><a:cs typeface="Arial"/></a:endParaRPr><a:r><a:rPr dirty="0" sz="600" b="1"><a:solidFill><a:srgbClr val="FF0000"/><a:t>SUBMITTED FOR REVIEW SUBJECT TO FIELD INSPECTION</a:t></a:r></a:p><a:p><a:pPr marL="14165580" marR="3090545"><a:lnSpc><a:spcPts val="700"/></a:lnSpc><a:spcBef><a:spcPts val="5"/></a:spcBef></a:pPr><a:endParaRPr sz="600"><a:latin typeface="Arial"/><a:cs typeface="Arial"/></a:endParaRPr><a:r><a:rPr dirty="0" sz="600" b="1"><a:solidFill><a:srgbClr val="FF0000"/><a:t> </a:t></a:r></a:p><a:p><a:pPr marL="14165580"><a:lnSpc><a:spcPts val="540"/></a:lnSpc></a:pPr><a:endParaRPr sz="600"><a:latin typeface="Arial"/><a:cs typeface="Arial"/></a:endParaRPr><a:r><a:rPr dirty="0" sz="600" b="1"><a:solidFill><a:srgbClr val="FF0000"/><a:t></a:t></a:r></a:p><a:p><a:pPr marL="6720205"><a:lnSpc><a:spcPts val="994"/></a:lnSpc><a:tabLst><a:tab pos="7028815" algn="l"/><a:tab pos="14165580" algn="l"/></a:tabLst></a:pPr><a:endParaRPr baseline="9259" sz="900"><a:latin typeface="Arial"/><a:cs typeface="Arial"/></a:endParaRPr><a:r><a:rPr dirty="0" baseline="-17543" sz="1425" spc="-75"><a:latin typeface="Calibri"/><a:t>2	DIAGRAM OF GROUNDING POINTS	</a:t></a:r></a:p><a:p><a:pPr marL="6644640"><a:lnSpc><a:spcPts val="1095"/></a:lnSpc><a:spcBef><a:spcPts val="185"/></a:spcBef><a:tabLst><a:tab pos="6995795" algn="l"/><a:tab pos="14165580" algn="l"/></a:tabLst></a:pPr><a:r><a:rPr dirty="0" baseline="-8771" sz="1425" spc="-30"><a:latin typeface="Calibri"/><a:cs typeface="Calibri"/></a:rPr><a:t>S2.0</a:t></a:r><a:r><a:rPr dirty="0" baseline="-8771" sz="1425"><a:latin typeface="Calibri"/><a:cs typeface="Calibri"/></a:rPr><a:t>	</a:t></a:r><a:r><a:rPr dirty="0" baseline="-47619" sz="1050"><a:latin typeface="Verdana"/><a:cs typeface="Verdana"/></a:rPr><a:t>SCALE:</a:t></a:r><a:r><a:rPr dirty="0" baseline="-47619" sz="1050" spc="202"><a:latin typeface="Verdana"/><a:cs typeface="Verdana"/></a:rPr><a:t> </a:t></a:r><a:r><a:rPr dirty="0" baseline="-47619" sz="1050" spc="-37"><a:latin typeface="Verdana"/><a:cs typeface="Verdana"/></a:rPr><a:t>NTS</a:t></a:r><a:r><a:rPr dirty="0" baseline="-47619" sz="1050"><a:latin typeface="Verdana"/><a:cs typeface="Verdana"/></a:rPr><a:t>	</a:t></a:r><a:r><a:rPr dirty="0" sz="600" b="1"><a:solidFill><a:srgbClr val="FF0000"/></a:solidFill><a:latin typeface="Arial"/><a:cs typeface="Arial"/></a:rPr><a:t>OFD</a:t></a:r><a:r><a:rPr dirty="0" sz="600" spc="25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NOTES:</a:t></a:r><a:endParaRPr sz="600"><a:latin typeface="Arial"/><a:cs typeface="Arial"/></a:endParaRPr></a:p><a:p><a:pPr marL="14165580"><a:lnSpc><a:spcPts val="665"/></a:lnSpc></a:pPr><a:r><a:rPr dirty="0" sz="600" spc="-25" b="1"><a:solidFill><a:srgbClr val="FF0000"/></a:solidFill><a:latin typeface="Arial"/><a:cs typeface="Arial"/></a:rPr><a:t>1.</a:t></a:r><a:endParaRPr sz="600"><a:latin typeface="Arial"/><a:cs typeface="Arial"/></a:endParaRPr></a:p><a:p><a:pPr algn="just" marL="14165580" marR="2440305"><a:lnSpc><a:spcPts val="700"/></a:lnSpc><a:spcBef><a:spcPts val="35"/></a:spcBef></a:pPr><a:r><a:rPr dirty="0" sz="600" b="1"><a:solidFill><a:srgbClr val="FF0000"/></a:solidFill><a:latin typeface="Arial"/><a:cs typeface="Arial"/></a:rPr><a:t>Provide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required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minimum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5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feet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setback</a:t></a:r><a:r><a:rPr dirty="0" sz="600" spc="20" b="1"><a:solidFill><a:srgbClr val="FF0000"/></a:solidFill><a:latin typeface="Arial"/><a:cs typeface="Arial"/></a:rPr><a:t> </a:t></a:r><a:r><a:rPr dirty="0" sz="600" spc="-20" b="1"><a:solidFill><a:srgbClr val="FF0000"/></a:solidFill><a:latin typeface="Arial"/><a:cs typeface="Arial"/></a:rPr><a:t>with</a:t></a:r><a:r><a:rPr dirty="0" sz="600" spc="50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non-combustible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vegetation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or</a:t></a:r><a:r><a:rPr dirty="0" sz="600" spc="3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structure.</a:t></a:r><a:r><a:rPr dirty="0" sz="600" spc="229" b="1"><a:solidFill><a:srgbClr val="FF0000"/></a:solidFill><a:latin typeface="Arial"/><a:cs typeface="Arial"/></a:rPr><a:t> </a:t></a:r><a:r><a:rPr dirty="0" sz="600" spc="-20" b="1"><a:solidFill><a:srgbClr val="FF0000"/></a:solidFill><a:latin typeface="Arial"/><a:cs typeface="Arial"/></a:rPr><a:t>Ref.</a:t></a:r><a:r><a:rPr dirty="0" sz="600" spc="50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CA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Wildland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Urban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Interface</a:t></a:r><a:r><a:rPr dirty="0" sz="600" spc="25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Code.</a:t></a:r><a:endParaRPr sz="600"><a:latin typeface="Arial"/><a:cs typeface="Arial"/></a:endParaRPr></a:p><a:p><a:pPr><a:lnSpc><a:spcPct val="100000"/></a:lnSpc></a:pPr><a:endParaRPr sz="600"><a:latin typeface="Times New Roman"/><a:cs typeface="Times New Roman"/></a:endParaRPr></a:p><a:p><a:pPr><a:lnSpc><a:spcPct val="100000"/></a:lnSpc></a:pPr><a:endParaRPr sz="600"><a:latin typeface="Times New Roman"/><a:cs typeface="Times New Roman"/></a:endParaRPr></a:p><a:p><a:pPr><a:lnSpc><a:spcPct val="100000"/></a:lnSpc></a:pPr><a:endParaRPr sz="600"><a:latin typeface="Times New Roman"/><a:cs typeface="Times New Roman"/></a:endParaRPr></a:p><a:p><a:pPr><a:lnSpc><a:spcPct val="100000"/></a:lnSpc></a:pPr><a:endParaRPr sz="600"><a:latin typeface="Times New Roman"/><a:cs typeface="Times New Roman"/></a:endParaRPr></a:p><a:p><a:pPr><a:lnSpc><a:spcPct val="100000"/></a:lnSpc><a:spcBef><a:spcPts val="75"/></a:spcBef></a:pPr><a:endParaRPr sz="600"><a:latin typeface="Times New Roman"/><a:cs typeface="Times New Roman"/></a:endParaRPr></a:p><a:p><a:pPr algn="r" marR="455930"><a:lnSpc><a:spcPct val="100000"/></a:lnSpc><a:spcBef><a:spcPts val="5"/></a:spcBef></a:pPr><a:endParaRPr sz="300"><a:latin typeface="Calibri"/><a:cs typeface="Calibri"/></a:endParaRPr><a:r><a:rPr dirty="0" sz="300"><a:latin typeface="Calibri"/><a:t>{{SE_EXP}}</a:t></a:r></a:p></a:txBody><a:tcPr marL="0" marR="0" marB="0" marT="7429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><a:txBody><a:bodyPr/><a:lstStyle/><a:p><a:pPr marL="98425"><a:lnSpc><a:spcPts val="700"/></a:lnSpc><a:spcBef><a:spcPts val="80"/></a:spcBef></a:pPr><a:r><a:rPr dirty="0" sz="600" spc="-25"><a:latin typeface="Verdana"/><a:cs typeface="Verdana"/></a:rPr><a:t>ER</a:t></a:r><a:endParaRPr sz="600"><a:latin typeface="Verdana"/><a:cs typeface="Verdana"/></a:endParaRPr></a:p></a:txBody><a:tcPr marL="0" marR="0" marB="0" marT="10160" vert="vert27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marL="90170"><a:lnSpc><a:spcPts val="655"/></a:lnSpc><a:spcBef><a:spcPts val="40"/></a:spcBef></a:pPr><a:r><a:rPr dirty="0" sz="600" spc="-25" b="1"><a:latin typeface="Verdana"/><a:cs typeface="Verdana"/></a:rPr><a:t>BY</a:t></a:r><a:endParaRPr sz="600"><a:latin typeface="Verdana"/><a:cs typeface="Verdana"/></a:endParaRPr></a:p></a:txBody><a:tcPr marL="0" marR="0" marB="0" marT="5080" vert="vert270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3300729"><a:tc vMerge="1"><a:txBody><a:bodyPr/><a:lstStyle/><a:p><a:pPr/></a:p></a:txBody><a:tcPr marL="0" marR="0" marB="0" marT="7429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><a:txBody><a:bodyPr/><a:lstStyle/><a:p><a:pPr marL="17145"><a:lnSpc><a:spcPts val="700"/></a:lnSpc><a:spcBef><a:spcPts val="80"/></a:spcBef></a:pPr><a:r><a:rPr dirty="0" sz="600"><a:latin typeface="Verdana"/><a:cs typeface="Verdana"/></a:rPr><a:t>UPDATED</a:t></a:r><a:r><a:rPr dirty="0" sz="600" spc="15"><a:latin typeface="Verdana"/><a:cs typeface="Verdana"/></a:rPr><a:t> </a:t></a:r><a:r><a:rPr dirty="0" sz="600"><a:latin typeface="Verdana"/><a:cs typeface="Verdana"/></a:rPr><a:t>WITH</a:t></a:r><a:r><a:rPr dirty="0" sz="600" spc="20"><a:latin typeface="Verdana"/><a:cs typeface="Verdana"/></a:rPr><a:t> </a:t></a:r><a:r><a:rPr dirty="0" sz="600"><a:latin typeface="Verdana"/><a:cs typeface="Verdana"/></a:rPr><a:t>LATEST</a:t></a:r><a:r><a:rPr dirty="0" sz="600" spc="20"><a:latin typeface="Verdana"/><a:cs typeface="Verdana"/></a:rPr><a:t> </a:t></a:r><a:r><a:rPr dirty="0" sz="600"><a:latin typeface="Verdana"/><a:cs typeface="Verdana"/></a:rPr><a:t>AHJ</a:t></a:r><a:r><a:rPr dirty="0" sz="600" spc="20"><a:latin typeface="Verdana"/><a:cs typeface="Verdana"/></a:rPr><a:t> </a:t></a:r><a:r><a:rPr dirty="0" sz="600" spc="-10"><a:latin typeface="Verdana"/><a:cs typeface="Verdana"/></a:rPr><a:t>COMMENTS</a:t></a:r><a:endParaRPr sz="600"><a:latin typeface="Verdana"/><a:cs typeface="Verdana"/></a:endParaRPr></a:p></a:txBody><a:tcPr marL="0" marR="0" marB="0" marT="10160" vert="vert27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490220"><a:tc vMerge="1"><a:txBody><a:bodyPr/><a:lstStyle/><a:p><a:pPr/></a:p></a:txBody><a:tcPr marL="0" marR="0" marB="0" marT="7429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><a:txBody><a:bodyPr/><a:lstStyle/><a:p><a:pPr marL="60325"><a:lnSpc><a:spcPct val="100000"/></a:lnSpc><a:spcBef><a:spcPts val="110"/></a:spcBef></a:pPr><a:endParaRPr sz="550"><a:latin typeface="Verdana"/><a:cs typeface="Verdana"/></a:endParaRPr><a:r><a:rPr dirty="0" sz="550" spc="-10"><a:latin typeface="Verdana"/><a:t>{{ISSUE_DATE}}</a:t></a:r></a:p></a:txBody><a:tcPr marL="0" marR="0" marB="0" marT="13970" vert="vert27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marL="16510"><a:lnSpc><a:spcPts val="620"/></a:lnSpc><a:spcBef><a:spcPts val="75"/></a:spcBef></a:pPr><a:r><a:rPr dirty="0" sz="600" b="1"><a:latin typeface="Verdana"/><a:cs typeface="Verdana"/></a:rPr><a:t>REV.</a:t></a:r><a:r><a:rPr dirty="0" sz="600" spc="15" b="1"><a:latin typeface="Verdana"/><a:cs typeface="Verdana"/></a:rPr><a:t> </a:t></a:r><a:r><a:rPr dirty="0" sz="600" spc="-20" b="1"><a:latin typeface="Verdana"/><a:cs typeface="Verdana"/></a:rPr><a:t>DATE</a:t></a:r><a:endParaRPr sz="600"><a:latin typeface="Verdana"/><a:cs typeface="Verdana"/></a:endParaRPr></a:p></a:txBody><a:tcPr marL="0" marR="0" marB="0" marT="9525" vert="vert270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324485"><a:tc vMerge="1"><a:txBody><a:bodyPr/><a:lstStyle/><a:p><a:pPr/></a:p></a:txBody><a:tcPr marL="0" marR="0" marB="0" marT="7429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><a:txBody><a:bodyPr/><a:lstStyle/><a:p><a:pPr algn="ctr"><a:lnSpc><a:spcPts val="700"/></a:lnSpc><a:spcBef><a:spcPts val="80"/></a:spcBef></a:pPr><a:r><a:rPr dirty="0" sz="600" spc="-50"><a:latin typeface="Verdana"/><a:cs typeface="Verdana"/></a:rPr><a:t>1</a:t></a:r><a:endParaRPr sz="600"><a:latin typeface="Verdana"/><a:cs typeface="Verdana"/></a:endParaRPr></a:p></a:txBody><a:tcPr marL="0" marR="0" marB="0" marT="10160" vert="vert27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><a:txBody><a:bodyPr/><a:lstStyle/><a:p><a:pPr marL="15240"><a:lnSpc><a:spcPts val="690"/></a:lnSpc><a:spcBef><a:spcPts val="5"/></a:spcBef></a:pPr><a:r><a:rPr dirty="0" sz="600" b="1"><a:latin typeface="Verdana"/><a:cs typeface="Verdana"/></a:rPr><a:t>REV.</a:t></a:r><a:r><a:rPr dirty="0" sz="600" spc="15" b="1"><a:latin typeface="Verdana"/><a:cs typeface="Verdana"/></a:rPr><a:t> </a:t></a:r><a:r><a:rPr dirty="0" sz="600" spc="-50" b="1"><a:latin typeface="Verdana"/><a:cs typeface="Verdana"/></a:rPr><a:t>#</a:t></a:r><a:endParaRPr sz="600"><a:latin typeface="Verdana"/><a:cs typeface="Verdana"/></a:endParaRPr></a:p></a:txBody><a:tcPr marL="0" marR="0" marB="0" marT="635" vert="vert270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/a:tr><a:tr h="1707514"><a:tc vMerge="1"><a:txBody><a:bodyPr/><a:lstStyle/><a:p><a:pPr/></a:p></a:txBody><a:tcPr marL="0" marR="0" marB="0" marT="7429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 gridSpan="6"><a:txBody><a:bodyPr/><a:lstStyle/><a:p><a:pPr><a:lnSpc><a:spcPct val="100000"/></a:lnSpc></a:pPr><a:endParaRPr sz="900"><a:latin typeface="Times New Roman"/><a:cs typeface="Times New Roman"/></a:endParaRPr></a:p></a:txBody><a:tcPr marL="0" marR="0" marB="0" marT="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gridSpan="5"><a:txBody><a:bodyPr/><a:lstStyle/><a:p><a:pPr algn="ctr" marL="3175"><a:lnSpc><a:spcPts val="1065"/></a:lnSpc></a:pPr><a:endParaRPr sz="1100"><a:latin typeface="Verdana"/><a:cs typeface="Verdana"/></a:endParaRPr><a:r><a:rPr dirty="0" sz="1100"><a:latin typeface="Verdana"/><a:t>1107 17TH AVE N</a:t></a:r></a:p><a:p><a:pPr algn="ctr" marL="4445"><a:lnSpc><a:spcPct val="100000"/></a:lnSpc><a:spcBef><a:spcPts val="10"/></a:spcBef></a:pPr><a:endParaRPr sz="1100"><a:latin typeface="Verdana"/><a:cs typeface="Verdana"/></a:endParaRPr><a:r><a:rPr dirty="0" sz="1100"><a:latin typeface="Verdana"/><a:t>CLINTON, IOWA 52732</a:t></a:r></a:p><a:p><a:pPr algn="ctr" marL="5080"><a:lnSpc><a:spcPct val="100000"/></a:lnSpc><a:spcBef><a:spcPts val="10"/></a:spcBef></a:pPr><a:endParaRPr sz="1100"><a:latin typeface="Verdana"/><a:cs typeface="Verdana"/></a:endParaRPr><a:r><a:rPr dirty="0" sz="1100"><a:latin typeface="Verdana"/><a:t>PH: {{GC_PHONE}}</a:t></a:r></a:p></a:txBody><a:tcPr marL="0" marR="0" marB="0" marT="0" vert="vert270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/a:tr><a:tr h="4704715"><a:tc vMerge="1"><a:txBody><a:bodyPr/><a:lstStyle/><a:p><a:pPr/></a:p></a:txBody><a:tcPr marL="0" marR="0" marB="0" marT="7429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 gridSpan="11"><a:txBody><a:bodyPr/><a:lstStyle/><a:p><a:pPr marL="103505"><a:lnSpc><a:spcPct val="100000"/></a:lnSpc><a:spcBef><a:spcPts val="259"/></a:spcBef></a:pPr><a:endParaRPr sz="1700"><a:latin typeface="Arial"/><a:cs typeface="Arial"/></a:endParaRPr><a:r><a:rPr dirty="0" sz="1700" b="1"><a:latin typeface="Arial"/><a:t>{{PROJECT_NAME}}</a:t></a:r></a:p><a:p><a:pPr marL="103505"><a:lnSpc><a:spcPct val="100000"/></a:lnSpc><a:spcBef><a:spcPts val="560"/></a:spcBef></a:pPr><a:endParaRPr sz="1350"><a:latin typeface="Arial"/><a:cs typeface="Arial"/></a:endParaRPr><a:r><a:rPr dirty="0" sz="1350"><a:latin typeface="Arial"/><a:t>{{SITE_ADDR}}</a:t></a:r></a:p><a:p><a:pPr marL="102235" marR="2962910" indent="635"><a:lnSpc><a:spcPct val="127600"/></a:lnSpc><a:spcBef><a:spcPts val="110"/></a:spcBef></a:pPr><a:endParaRPr sz="1350"><a:latin typeface="Arial"/><a:cs typeface="Arial"/></a:endParaRPr><a:r><a:rPr dirty="0" sz="1350"><a:latin typeface="Arial"/><a:t>{{CITY_STATE}} APN: {{APN}}</a:t></a:r></a:p></a:txBody><a:tcPr marL="0" marR="0" marB="0" marT="33019" vert="vert270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/a:tr><a:tr h="1040765"><a:tc vMerge="1"><a:txBody><a:bodyPr/><a:lstStyle/><a:p><a:pPr/></a:p></a:txBody><a:tcPr marL="0" marR="0" marB="0" marT="7429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 gridSpan="11"><a:txBody><a:bodyPr/><a:lstStyle/><a:p><a:pPr><a:lnSpc><a:spcPct val="100000"/></a:lnSpc><a:spcBef><a:spcPts val="509"/></a:spcBef></a:pPr><a:endParaRPr sz="1800"><a:latin typeface="Times New Roman"/><a:cs typeface="Times New Roman"/></a:endParaRPr></a:p><a:p><a:pPr algn="ctr"><a:lnSpc><a:spcPct val="100000"/></a:lnSpc></a:pPr><a:r><a:rPr dirty="0" sz="1800" spc="-20" b="1"><a:latin typeface="Verdana"/><a:cs typeface="Verdana"/></a:rPr><a:t>S2.0</a:t></a:r><a:endParaRPr sz="1800"><a:latin typeface="Verdana"/><a:cs typeface="Verdana"/></a:endParaRPr></a:p><a:p><a:pPr algn="ctr" marL="4445"><a:lnSpc><a:spcPct val="100000"/></a:lnSpc><a:spcBef><a:spcPts val="60"/></a:spcBef></a:pPr><a:r><a:rPr dirty="0" sz="700"><a:latin typeface="Verdana"/><a:cs typeface="Verdana"/></a:rPr><a:t>GROUNDING</a:t></a:r><a:r><a:rPr dirty="0" sz="700" spc="190"><a:latin typeface="Verdana"/><a:cs typeface="Verdana"/></a:rPr><a:t> </a:t></a:r><a:r><a:rPr dirty="0" sz="700" spc="-10"><a:latin typeface="Verdana"/><a:cs typeface="Verdana"/></a:rPr><a:t>DETAIL</a:t></a:r><a:endParaRPr sz="700"><a:latin typeface="Verdana"/><a:cs typeface="Verdana"/></a:endParaRPr></a:p></a:txBody><a:tcPr marL="0" marR="0" marB="0" marT="64769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/a:tr><a:tr h="247015"><a:tc vMerge="1"><a:txBody><a:bodyPr/><a:lstStyle/><a:p><a:pPr/></a:p></a:txBody><a:tcPr marL="0" marR="0" marB="0" marT="7429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 gridSpan="5"><a:txBody><a:bodyPr/><a:lstStyle/><a:p><a:pPr marL="187325" marR="55244" indent="-128270"><a:lnSpc><a:spcPct val="100000"/></a:lnSpc><a:spcBef><a:spcPts val="310"/></a:spcBef></a:pPr><a:r><a:rPr dirty="0" sz="550"><a:latin typeface="Verdana"/><a:cs typeface="Verdana"/></a:rPr><a:t>FIRST</a:t></a:r><a:r><a:rPr dirty="0" sz="550" spc="-20"><a:latin typeface="Verdana"/><a:cs typeface="Verdana"/></a:rPr><a:t> </a:t></a:r><a:r><a:rPr dirty="0" sz="550" spc="-10"><a:latin typeface="Verdana"/><a:cs typeface="Verdana"/></a:rPr><a:t>ISSUE</a:t></a:r><a:r><a:rPr dirty="0" sz="550" spc="500"><a:latin typeface="Verdana"/><a:cs typeface="Verdana"/></a:rPr><a:t> </a:t></a:r><a:r><a:rPr dirty="0" sz="550" spc="-10"><a:latin typeface="Verdana"/><a:cs typeface="Verdana"/></a:rPr><a:t>DATE:</a:t></a:r><a:endParaRPr sz="550"><a:latin typeface="Verdana"/><a:cs typeface="Verdana"/></a:endParaRPr></a:p></a:txBody><a:tcPr marL="0" marR="0" marB="0" marT="3937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gridSpan="6"><a:txBody><a:bodyPr/><a:lstStyle/><a:p><a:pPr marL="51435"><a:lnSpc><a:spcPct val="100000"/></a:lnSpc><a:spcBef><a:spcPts val="565"/></a:spcBef></a:pPr><a:endParaRPr sz="700"><a:latin typeface="Verdana"/><a:cs typeface="Verdana"/></a:endParaRPr><a:r><a:rPr dirty="0" sz="700" spc="-10"><a:latin typeface="Verdana"/><a:t>{{ISSUE_DATE}}</a:t></a:r></a:p></a:txBody><a:tcPr marL="0" marR="0" marB="0" marT="71755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/a:tr><a:tr h="247015"><a:tc vMerge="1"><a:txBody><a:bodyPr/><a:lstStyle/><a:p><a:pPr/></a:p></a:txBody><a:tcPr marL="0" marR="0" marB="0" marT="7429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 gridSpan="5"><a:txBody><a:bodyPr/><a:lstStyle/><a:p><a:pPr><a:lnSpc><a:spcPct val="100000"/></a:lnSpc><a:spcBef><a:spcPts val="10"/></a:spcBef></a:pPr><a:endParaRPr sz="550"><a:latin typeface="Times New Roman"/><a:cs typeface="Times New Roman"/></a:endParaRPr></a:p><a:p><a:pPr marL="34925"><a:lnSpc><a:spcPct val="100000"/></a:lnSpc></a:pPr><a:r><a:rPr dirty="0" sz="550"><a:latin typeface="Verdana"/><a:cs typeface="Verdana"/></a:rPr><a:t>DESIGNED</a:t></a:r><a:r><a:rPr dirty="0" sz="550" spc="-30"><a:latin typeface="Verdana"/><a:cs typeface="Verdana"/></a:rPr><a:t> </a:t></a:r><a:r><a:rPr dirty="0" sz="550" spc="-25"><a:latin typeface="Verdana"/><a:cs typeface="Verdana"/></a:rPr><a:t>BY:</a:t></a:r><a:endParaRPr sz="550"><a:latin typeface="Verdana"/><a:cs typeface="Verdana"/></a:endParaRPr></a:p></a:txBody><a:tcPr marL="0" marR="0" marB="0" marT="127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gridSpan="6"><a:txBody><a:bodyPr/><a:lstStyle/><a:p><a:pPr marL="232410"><a:lnSpc><a:spcPct val="100000"/></a:lnSpc><a:spcBef><a:spcPts val="565"/></a:spcBef></a:pPr><a:endParaRPr sz="700"><a:latin typeface="Verdana"/><a:cs typeface="Verdana"/></a:endParaRPr><a:r><a:rPr dirty="0" sz="700" spc="-20"><a:latin typeface="Verdana"/><a:t>{{DESIGNED_BY}}</a:t></a:r></a:p></a:txBody><a:tcPr marL="0" marR="0" marB="0" marT="71755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/a:tr><a:tr h="247015"><a:tc vMerge="1"><a:txBody><a:bodyPr/><a:lstStyle/><a:p><a:pPr/></a:p></a:txBody><a:tcPr marL="0" marR="0" marB="0" marT="7429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 gridSpan="5"><a:txBody><a:bodyPr/><a:lstStyle/><a:p><a:pPr><a:lnSpc><a:spcPct val="100000"/></a:lnSpc><a:spcBef><a:spcPts val="10"/></a:spcBef></a:pPr><a:endParaRPr sz="550"><a:latin typeface="Times New Roman"/><a:cs typeface="Times New Roman"/></a:endParaRPr></a:p><a:p><a:pPr marL="54610"><a:lnSpc><a:spcPct val="100000"/></a:lnSpc></a:pPr><a:r><a:rPr dirty="0" sz="550"><a:latin typeface="Verdana"/><a:cs typeface="Verdana"/></a:rPr><a:t>CHECKED</a:t></a:r><a:r><a:rPr dirty="0" sz="550" spc="-30"><a:latin typeface="Verdana"/><a:cs typeface="Verdana"/></a:rPr><a:t> </a:t></a:r><a:r><a:rPr dirty="0" sz="550" spc="-25"><a:latin typeface="Verdana"/><a:cs typeface="Verdana"/></a:rPr><a:t>BY:</a:t></a:r><a:endParaRPr sz="550"><a:latin typeface="Verdana"/><a:cs typeface="Verdana"/></a:endParaRPr></a:p></a:txBody><a:tcPr marL="0" marR="0" marB="0" marT="127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gridSpan="6"><a:txBody><a:bodyPr/><a:lstStyle/><a:p><a:pPr marL="103505"><a:lnSpc><a:spcPct val="100000"/></a:lnSpc><a:spcBef><a:spcPts val="565"/></a:spcBef></a:pPr><a:endParaRPr sz="700"><a:latin typeface="Verdana"/><a:cs typeface="Verdana"/></a:endParaRPr><a:r><a:rPr dirty="0" sz="700" spc="-10"><a:latin typeface="Verdana"/><a:t>{{CHECKED_BY}}</a:t></a:r></a:p></a:txBody><a:tcPr marL="0" marR="0" marB="0" marT="71755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/a:tr><a:tr h="230504"><a:tc vMerge="1"><a:txBody><a:bodyPr/><a:lstStyle/><a:p><a:pPr/></a:p></a:txBody><a:tcPr marL="0" marR="0" marB="0" marT="74295"><a:lnL w="19050"><a:solidFill><a:srgbClr val="000000"/></a:solidFill><a:prstDash val="solid"/></a:lnL><a:lnR w="9525"><a:solidFill><a:srgbClr val="000000"/></a:solidFill><a:prstDash val="solid"/></a:lnR><a:lnT w="3175"><a:solidFill><a:srgbClr val="000000"/></a:solidFill><a:prstDash val="solid"/></a:lnT><a:lnB w="3175"><a:solidFill><a:srgbClr val="000000"/></a:solidFill><a:prstDash val="solid"/></a:lnB></a:tcPr></a:tc><a:tc gridSpan="5"><a:txBody><a:bodyPr/><a:lstStyle/><a:p><a:pPr marL="40005"><a:lnSpc><a:spcPct val="100000"/></a:lnSpc><a:spcBef><a:spcPts val="420"/></a:spcBef></a:pPr><a:r><a:rPr dirty="0" sz="800"><a:latin typeface="Verdana"/><a:cs typeface="Verdana"/></a:rPr><a:t>JOB</a:t></a:r><a:r><a:rPr dirty="0" sz="800" spc="-25"><a:latin typeface="Verdana"/><a:cs typeface="Verdana"/></a:rPr><a:t> </a:t></a:r><a:r><a:rPr dirty="0" sz="800" spc="-20"><a:latin typeface="Verdana"/><a:cs typeface="Verdana"/></a:rPr><a:t>NO.:</a:t></a:r><a:endParaRPr sz="800"><a:latin typeface="Verdana"/><a:cs typeface="Verdana"/></a:endParaRPr></a:p></a:txBody><a:tcPr marL="0" marR="0" marB="0" marT="53340"><a:lnL w="9525"><a:solidFill><a:srgbClr val="000000"/></a:solidFill><a:prstDash val="solid"/></a:lnL><a:lnR w="9525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gridSpan="6"><a:txBody><a:bodyPr/><a:lstStyle/><a:p><a:pPr marL="213360"><a:lnSpc><a:spcPct val="100000"/></a:lnSpc><a:spcBef><a:spcPts val="545"/></a:spcBef></a:pPr><a:endParaRPr sz="600"><a:latin typeface="Verdana"/><a:cs typeface="Verdana"/></a:endParaRPr><a:r><a:rPr dirty="0" sz="600"><a:latin typeface="Verdana"/><a:t>{{JOB_NO}}</a:t></a:r></a:p></a:txBody><a:tcPr marL="0" marR="0" marB="0" marT="69215"><a:lnL w="9525"><a:solidFill><a:srgbClr val="000000"/></a:solidFill><a:prstDash val="solid"/></a:lnL><a:lnR w="19050"><a:solidFill><a:srgbClr val="000000"/></a:solidFill><a:prstDash val="solid"/></a:lnR><a:lnT w="9525"><a:solidFill><a:srgbClr val="000000"/></a:solidFill><a:prstDash val="solid"/></a:lnT><a:lnB w="9525"><a:solidFill><a:srgbClr val="000000"/></a:solidFill><a:prstDash val="solid"/></a:lnB></a:tcPr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a:tc hMerge="1"><a:txBody><a:bodyPr/><a:lstStyle/><a:p><a:pPr/></a:p></a:txBody><a:tcPr marL="0" marR="0" marB="0" marT="0"/></a:tc></a:tr></a:tbl></a:graphicData></a:graphic></p:graphicFrame><p:pic><p:nvPicPr><p:cNvPr id="44" name="object 44"/><p:cNvPicPr/><p:nvPr/></p:nvPicPr><p:blipFill><a:blip r:embed="rId9" cstate="print"/><a:stretch><a:fillRect/></a:stretch></p:blipFill><p:spPr><a:xfrm><a:off x="5360785" y="6895696"/><a:ext cx="6945933" cy="4399090"/></a:xfrm><a:prstGeom prst="rect"><a:avLst/></a:prstGeom></p:spPr></p:pic></p:spTree></p:cSld><p:clrMapOvr><a:masterClrMapping/></p:clrMapOvr></p:sld >

</file>

<file path=ppt/slides/slide10.xml><?xml version="1.0" encoding="UTF-8" standalone="yes"?>
<p:sld  showMasterSp="0"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object 2"/><p:cNvSpPr/><p:nvPr/></p:nvSpPr><p:spPr><a:xfrm><a:off x="19195071" y="12887565"/><a:ext cx="624205" cy="230504"/></a:xfrm><a:custGeom><a:avLst/><a:gdLst/><a:ahLst/><a:cxnLst/><a:rect l="l" t="t" r="r" b="b"/><a:pathLst><a:path w="624205" h="230505"><a:moveTo><a:pt x="0" y="0"/></a:moveTo><a:lnTo><a:pt x="623987" y="0"/></a:lnTo><a:lnTo><a:pt x="623987" y="230359"/></a:lnTo><a:lnTo><a:pt x="0" y="230359"/></a:lnTo><a:lnTo><a:pt x="0" y="0"/></a:lnTo><a:close/></a:path></a:pathLst></a:custGeom><a:ln w="7756"><a:solidFill><a:srgbClr val="05FF12"/></a:solidFill></a:ln></p:spPr><p:txBody><a:bodyPr wrap="square" lIns="0" tIns="0" rIns="0" bIns="0" rtlCol="0"/><a:lstStyle/><a:p/></p:txBody></p:sp><p:sp><p:nvSpPr><p:cNvPr id="3" name="object 3"/><p:cNvSpPr txBox="1"/><p:nvPr/></p:nvSpPr><p:spPr><a:xfrm><a:off x="19378215" y="12943120"/><a:ext cx="258445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endParaRPr sz="600"><a:latin typeface="Verdana"/><a:cs typeface="Verdana"/></a:endParaRPr><a:r><a:rPr dirty="0" sz="600"><a:latin typeface="Verdana"/><a:t>{{JOB_NO}}</a:t></a:r></a:p></p:txBody></p:sp><p:grpSp><p:nvGrpSpPr><p:cNvPr id="4" name="object 4"/><p:cNvGrpSpPr/><p:nvPr/></p:nvGrpSpPr><p:grpSpPr><a:xfrm><a:off x="276693" y="269432"/><a:ext cx="19550380" cy="12856845"/><a:chOff x="276693" y="269432"/><a:chExt cx="19550380" cy="12856845"/></a:xfrm></p:grpSpPr><p:sp><p:nvSpPr><p:cNvPr id="5" name="object 5"/><p:cNvSpPr/><p:nvPr/></p:nvSpPr><p:spPr><a:xfrm><a:off x="19195070" y="12887565"/><a:ext cx="624205" cy="230504"/></a:xfrm><a:custGeom><a:avLst/><a:gdLst/><a:ahLst/><a:cxnLst/><a:rect l="l" t="t" r="r" b="b"/><a:pathLst><a:path w="624205" h="230505"><a:moveTo><a:pt x="0" y="0"/></a:moveTo><a:lnTo><a:pt x="623987" y="0"/></a:lnTo><a:lnTo><a:pt x="623987" y="230359"/></a:lnTo><a:lnTo><a:pt x="0" y="230359"/></a:lnTo><a:lnTo><a:pt x="0" y="0"/></a:lnTo><a:close/></a:path></a:pathLst></a:custGeom><a:ln w="7756"><a:solidFill><a:srgbClr val="05FF12"/></a:solidFill></a:ln></p:spPr><p:txBody><a:bodyPr wrap="square" lIns="0" tIns="0" rIns="0" bIns="0" rtlCol="0"/><a:lstStyle/><a:p/></p:txBody></p:sp><p:sp><p:nvSpPr><p:cNvPr id="6" name="object 6"/><p:cNvSpPr/><p:nvPr/></p:nvSpPr><p:spPr><a:xfrm><a:off x="284631" y="277369"/><a:ext cx="19534505" cy="12840970"/></a:xfrm><a:custGeom><a:avLst/><a:gdLst/><a:ahLst/><a:cxnLst/><a:rect l="l" t="t" r="r" b="b"/><a:pathLst><a:path w="19534505" h="12840969"><a:moveTo><a:pt x="0" y="264"/></a:moveTo><a:lnTo><a:pt x="19534272" y="0"/></a:lnTo><a:lnTo><a:pt x="19534427" y="12840554"/></a:lnTo><a:lnTo><a:pt x="172" y="12840787"/></a:lnTo><a:lnTo><a:pt x="0" y="264"/></a:lnTo><a:close/></a:path></a:pathLst></a:custGeom><a:ln w="15512"><a:solidFill><a:srgbClr val="000000"/></a:solidFill></a:ln></p:spPr><p:txBody><a:bodyPr wrap="square" lIns="0" tIns="0" rIns="0" bIns="0" rtlCol="0"/><a:lstStyle/><a:p/></p:txBody></p:sp><p:sp><p:nvSpPr><p:cNvPr id="7" name="object 7"/><p:cNvSpPr/><p:nvPr/></p:nvSpPr><p:spPr><a:xfrm><a:off x="18600713" y="275725"/><a:ext cx="1219200" cy="12842240"/></a:xfrm><a:custGeom><a:avLst/><a:gdLst/><a:ahLst/><a:cxnLst/><a:rect l="l" t="t" r="r" b="b"/><a:pathLst><a:path w="1219200" h="12842240"><a:moveTo><a:pt x="0" y="1675"/></a:moveTo><a:lnTo><a:pt x="1218190" y="1675"/></a:lnTo><a:lnTo><a:pt x="1218190" y="12842199"/></a:lnTo><a:lnTo><a:pt x="0" y="12842199"/></a:lnTo><a:lnTo><a:pt x="0" y="1675"/></a:lnTo><a:close/></a:path><a:path w="1219200" h="12842240"><a:moveTo><a:pt x="232" y="12611762"/></a:moveTo><a:lnTo><a:pt x="594358" y="12611762"/></a:lnTo><a:lnTo><a:pt x="594358" y="12842121"/></a:lnTo><a:lnTo><a:pt x="232" y="12842121"/></a:lnTo><a:lnTo><a:pt x="232" y="12611762"/></a:lnTo><a:close/></a:path><a:path w="1219200" h="12842240"><a:moveTo><a:pt x="155" y="10828454"/></a:moveTo><a:lnTo><a:pt x="1218345" y="10828454"/></a:lnTo><a:lnTo><a:pt x="1218345" y="11869492"/></a:lnTo><a:lnTo><a:pt x="155" y="11869492"/></a:lnTo><a:lnTo><a:pt x="155" y="10828454"/></a:lnTo><a:close/></a:path><a:path w="1219200" h="12842240"><a:moveTo><a:pt x="77" y="6123373"/></a:moveTo><a:lnTo><a:pt x="1218268" y="6123373"/></a:lnTo><a:lnTo><a:pt x="1218268" y="10828454"/></a:lnTo><a:lnTo><a:pt x="77" y="10828454"/></a:lnTo><a:lnTo><a:pt x="77" y="6123373"/></a:lnTo><a:close/></a:path><a:path w="1219200" h="12842240"><a:moveTo><a:pt x="1117127" y="1609"/></a:moveTo><a:lnTo><a:pt x="1218190" y="1612"/></a:lnTo><a:lnTo><a:pt x="1218268" y="4415386"/></a:lnTo><a:lnTo><a:pt x="1117127" y="4415378"/></a:lnTo><a:lnTo><a:pt x="1117127" y="1609"/></a:lnTo><a:close/></a:path><a:path w="1219200" h="12842240"><a:moveTo><a:pt x="232" y="1"/></a:moveTo><a:lnTo><a:pt x="111922" y="0"/></a:lnTo><a:lnTo><a:pt x="111922" y="4415440"/></a:lnTo><a:lnTo><a:pt x="232" y="4415440"/></a:lnTo><a:lnTo><a:pt x="232" y="1"/></a:lnTo><a:close/></a:path><a:path w="1219200" h="12842240"><a:moveTo><a:pt x="853" y="3599874"/></a:moveTo><a:lnTo><a:pt x="1218811" y="3599874"/></a:lnTo><a:lnTo><a:pt x="1218811" y="4090524"/></a:lnTo><a:lnTo><a:pt x="853" y="4090524"/></a:lnTo><a:lnTo><a:pt x="853" y="3599874"/></a:lnTo><a:close/></a:path><a:path w="1219200" h="12842240"><a:moveTo><a:pt x="232" y="1686"/></a:moveTo><a:lnTo><a:pt x="1218190" y="1669"/></a:lnTo><a:lnTo><a:pt x="1218190" y="298704"/></a:lnTo><a:lnTo><a:pt x="232" y="298721"/></a:lnTo><a:lnTo><a:pt x="232" y="1686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8" name="object 8"/><p:cNvSpPr txBox="1"/><p:nvPr/></p:nvSpPr><p:spPr><a:xfrm><a:off x="18628495" y="12929151"/><a:ext cx="492759" cy="146685"/></a:xfrm><a:prstGeom prst="rect"><a:avLst/></a:prstGeom></p:spPr><p:txBody><a:bodyPr wrap="square" lIns="0" tIns="11430" rIns="0" bIns="0" rtlCol="0" vert="horz"><a:spAutoFit/></a:bodyPr><a:lstStyle/><a:p><a:pPr marL="12700"><a:lnSpc><a:spcPct val="100000"/></a:lnSpc><a:spcBef><a:spcPts val="90"/></a:spcBef></a:pPr><a:r><a:rPr dirty="0" sz="800"><a:latin typeface="Verdana"/><a:cs typeface="Verdana"/></a:rPr><a:t>JOB</a:t></a:r><a:r><a:rPr dirty="0" sz="800" spc="-25"><a:latin typeface="Verdana"/><a:cs typeface="Verdana"/></a:rPr><a:t> </a:t></a:r><a:r><a:rPr dirty="0" sz="800" spc="-20"><a:latin typeface="Verdana"/><a:cs typeface="Verdana"/></a:rPr><a:t>NO.:</a:t></a:r><a:endParaRPr sz="800"><a:latin typeface="Verdana"/><a:cs typeface="Verdana"/></a:endParaRPr></a:p></p:txBody></p:sp><p:sp><p:nvSpPr><p:cNvPr id="9" name="object 9"/><p:cNvSpPr/><p:nvPr/></p:nvSpPr><p:spPr><a:xfrm><a:off x="19238506" y="4691111"/><a:ext cx="582295" cy="1708150"/></a:xfrm><a:custGeom><a:avLst/><a:gdLst/><a:ahLst/><a:cxnLst/><a:rect l="l" t="t" r="r" b="b"/><a:pathLst><a:path w="582294" h="1708150"><a:moveTo><a:pt x="77" y="1707971"/></a:moveTo><a:lnTo><a:pt x="0" y="7"/></a:lnTo><a:lnTo><a:pt x="582026" y="0"/></a:lnTo><a:lnTo><a:pt x="582103" y="1707956"/></a:lnTo><a:lnTo><a:pt x="77" y="1707971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0" name="object 10"/><p:cNvSpPr txBox="1"/><p:nvPr/></p:nvSpPr><p:spPr><a:xfrm><a:off x="19225483" y="4808349"/><a:ext cx="533400" cy="1468755"/></a:xfrm><a:prstGeom prst="rect"><a:avLst/></a:prstGeom></p:spPr><p:txBody><a:bodyPr wrap="square" lIns="0" tIns="13335" rIns="0" bIns="0" rtlCol="0" vert="vert270"><a:spAutoFit/></a:bodyPr><a:lstStyle/><a:p><a:pPr algn="ctr"><a:lnSpc><a:spcPct val="100000"/></a:lnSpc><a:spcBef><a:spcPts val="105"/></a:spcBef></a:pPr><a:endParaRPr sz="1100"><a:latin typeface="Verdana"/><a:cs typeface="Verdana"/></a:endParaRPr><a:r><a:rPr dirty="0" sz="1100"><a:latin typeface="Verdana"/><a:t>1107 17TH AVE N</a:t></a:r></a:p><a:p><a:pPr algn="ctr"><a:lnSpc><a:spcPct val="100000"/></a:lnSpc><a:spcBef><a:spcPts val="10"/></a:spcBef></a:pPr><a:endParaRPr sz="1100"><a:latin typeface="Verdana"/><a:cs typeface="Verdana"/></a:endParaRPr><a:r><a:rPr dirty="0" sz="1100"><a:latin typeface="Verdana"/><a:t>CLINTON, IOWA 52732</a:t></a:r></a:p><a:p><a:pPr algn="ctr"><a:lnSpc><a:spcPct val="100000"/></a:lnSpc><a:spcBef><a:spcPts val="10"/></a:spcBef></a:pPr><a:endParaRPr sz="1100"><a:latin typeface="Verdana"/><a:cs typeface="Verdana"/></a:endParaRPr><a:r><a:rPr dirty="0" sz="1100"><a:latin typeface="Verdana"/><a:t>PH: {{GC_PHONE}}</a:t></a:r></a:p></p:txBody></p:sp><p:sp><p:nvSpPr><p:cNvPr id="11" name="object 11"/><p:cNvSpPr txBox="1"/><p:nvPr/></p:nvSpPr><p:spPr><a:xfrm><a:off x="19704355" y="3878686"/><a:ext cx="128905" cy="809625"/></a:xfrm><a:prstGeom prst="rect"><a:avLst/></a:prstGeom></p:spPr><p:txBody><a:bodyPr wrap="square" lIns="0" tIns="22860" rIns="0" bIns="0" rtlCol="0" vert="vert270"><a:spAutoFit/></a:bodyPr><a:lstStyle/><a:p><a:pPr marL="12700"><a:lnSpc><a:spcPct val="100000"/></a:lnSpc><a:spcBef><a:spcPts val="180"/></a:spcBef></a:pPr><a:r><a:rPr dirty="0" baseline="4629" sz="900" b="1"><a:latin typeface="Verdana"/><a:cs typeface="Verdana"/></a:rPr><a:t>REV.</a:t></a:r><a:r><a:rPr dirty="0" baseline="4629" sz="900" spc="7" b="1"><a:latin typeface="Verdana"/><a:cs typeface="Verdana"/></a:rPr><a:t> </a:t></a:r><a:r><a:rPr dirty="0" baseline="4629" sz="900" b="1"><a:latin typeface="Verdana"/><a:cs typeface="Verdana"/></a:rPr><a:t>#</a:t></a:r><a:r><a:rPr dirty="0" baseline="4629" sz="900" spc="82" b="1"><a:latin typeface="Verdana"/><a:cs typeface="Verdana"/></a:rPr><a:t> </a:t></a:r><a:r><a:rPr dirty="0" sz="600" b="1"><a:latin typeface="Verdana"/><a:cs typeface="Verdana"/></a:rPr><a:t>REV.</a:t></a:r><a:r><a:rPr dirty="0" sz="600" spc="10" b="1"><a:latin typeface="Verdana"/><a:cs typeface="Verdana"/></a:rPr><a:t> </a:t></a:r><a:r><a:rPr dirty="0" sz="600" spc="-20" b="1"><a:latin typeface="Verdana"/><a:cs typeface="Verdana"/></a:rPr><a:t>DATE</a:t></a:r><a:endParaRPr sz="600"><a:latin typeface="Verdana"/><a:cs typeface="Verdana"/></a:endParaRPr></a:p></p:txBody></p:sp><p:sp><p:nvSpPr><p:cNvPr id="12" name="object 12"/><p:cNvSpPr txBox="1"/><p:nvPr/></p:nvSpPr><p:spPr><a:xfrm><a:off x="19708311" y="355156"/><a:ext cx="120014" cy="142240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25" b="1"><a:latin typeface="Verdana"/><a:cs typeface="Verdana"/></a:rPr><a:t>BY</a:t></a:r><a:endParaRPr sz="600"><a:latin typeface="Verdana"/><a:cs typeface="Verdana"/></a:endParaRPr></a:p></p:txBody></p:sp><p:grpSp><p:nvGrpSpPr><p:cNvPr id="13" name="object 13"/><p:cNvGrpSpPr/><p:nvPr/></p:nvGrpSpPr><p:grpSpPr><a:xfrm><a:off x="18596740" y="4687007"/><a:ext cx="646430" cy="7710170"/><a:chOff x="18596740" y="4687007"/><a:chExt cx="646430" cy="7710170"/></a:xfrm></p:grpSpPr><p:pic><p:nvPicPr><p:cNvPr id="14" name="object 14"/><p:cNvPicPr/><p:nvPr/></p:nvPicPr><p:blipFill><a:blip r:embed="rId2" cstate="print"/><a:stretch><a:fillRect/></a:stretch></p:blipFill><p:spPr><a:xfrm><a:off x="18597145" y="4687256"/><a:ext cx="645316" cy="1715712"/></a:xfrm><a:prstGeom prst="rect"><a:avLst/></a:prstGeom></p:spPr></p:pic><p:sp><p:nvSpPr><p:cNvPr id="15" name="object 15"/><p:cNvSpPr/><p:nvPr/></p:nvSpPr><p:spPr><a:xfrm><a:off x="18600868" y="4691134"/><a:ext cx="638175" cy="7701915"/></a:xfrm><a:custGeom><a:avLst/><a:gdLst/><a:ahLst/><a:cxnLst/><a:rect l="l" t="t" r="r" b="b"/><a:pathLst><a:path w="638175" h="7701915"><a:moveTo><a:pt x="155" y="1707956"/></a:moveTo><a:lnTo><a:pt x="155" y="7"/></a:lnTo><a:lnTo><a:pt x="637638" y="0"/></a:lnTo><a:lnTo><a:pt x="637715" y="1707948"/></a:lnTo><a:lnTo><a:pt x="155" y="1707956"/></a:lnTo><a:close/></a:path><a:path w="638175" h="7701915"><a:moveTo><a:pt x="0" y="7454083"/></a:moveTo><a:lnTo><a:pt x="594125" y="7454083"/></a:lnTo><a:lnTo><a:pt x="594125" y="7701506"/></a:lnTo><a:lnTo><a:pt x="0" y="7701506"/></a:lnTo><a:lnTo><a:pt x="0" y="7454083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16" name="object 16"/><p:cNvSpPr txBox="1"/><p:nvPr/></p:nvSpPr><p:spPr><a:xfrm><a:off x="18647889" y="12172080"/><a:ext cx="479425" cy="193675"/></a:xfrm><a:prstGeom prst="rect"><a:avLst/></a:prstGeom></p:spPr><p:txBody><a:bodyPr wrap="square" lIns="0" tIns="12700" rIns="0" bIns="0" rtlCol="0" vert="horz"><a:spAutoFit/></a:bodyPr><a:lstStyle/><a:p><a:pPr marL="140335" marR="5080" indent="-128270"><a:lnSpc><a:spcPct val="100000"/></a:lnSpc><a:spcBef><a:spcPts val="100"/></a:spcBef></a:pPr><a:r><a:rPr dirty="0" sz="550"><a:latin typeface="Verdana"/><a:cs typeface="Verdana"/></a:rPr><a:t>FIRST</a:t></a:r><a:r><a:rPr dirty="0" sz="550" spc="-20"><a:latin typeface="Verdana"/><a:cs typeface="Verdana"/></a:rPr><a:t> </a:t></a:r><a:r><a:rPr dirty="0" sz="550" spc="-10"><a:latin typeface="Verdana"/><a:cs typeface="Verdana"/></a:rPr><a:t>ISSUE</a:t></a:r><a:r><a:rPr dirty="0" sz="550" spc="500"><a:latin typeface="Verdana"/><a:cs typeface="Verdana"/></a:rPr><a:t> </a:t></a:r><a:r><a:rPr dirty="0" sz="550" spc="-10"><a:latin typeface="Verdana"/><a:cs typeface="Verdana"/></a:rPr><a:t>DATE:</a:t></a:r><a:endParaRPr sz="550"><a:latin typeface="Verdana"/><a:cs typeface="Verdana"/></a:endParaRPr></a:p></p:txBody></p:sp><p:sp><p:nvSpPr><p:cNvPr id="17" name="object 17"/><p:cNvSpPr/><p:nvPr/></p:nvSpPr><p:spPr><a:xfrm><a:off x="18600867" y="12392641"/><a:ext cx="594360" cy="247650"/></a:xfrm><a:custGeom><a:avLst/><a:gdLst/><a:ahLst/><a:cxnLst/><a:rect l="l" t="t" r="r" b="b"/><a:pathLst><a:path w="594359" h="247650"><a:moveTo><a:pt x="0" y="77"/></a:moveTo><a:lnTo><a:pt x="594125" y="0"/></a:lnTo><a:lnTo><a:pt x="594203" y="247500"/></a:lnTo><a:lnTo><a:pt x="0" y="247500"/></a:lnTo><a:lnTo><a:pt x="0" y="77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18" name="object 18"/><p:cNvSpPr txBox="1"/><p:nvPr/></p:nvSpPr><p:spPr><a:xfrm><a:off x="18623458" y="12461619"/><a:ext cx="551815" cy="109220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r><a:rPr dirty="0" sz="550"><a:latin typeface="Verdana"/><a:cs typeface="Verdana"/></a:rPr><a:t>DESIGNED</a:t></a:r><a:r><a:rPr dirty="0" sz="550" spc="-30"><a:latin typeface="Verdana"/><a:cs typeface="Verdana"/></a:rPr><a:t> </a:t></a:r><a:r><a:rPr dirty="0" sz="550" spc="-25"><a:latin typeface="Verdana"/><a:cs typeface="Verdana"/></a:rPr><a:t>BY:</a:t></a:r><a:endParaRPr sz="550"><a:latin typeface="Verdana"/><a:cs typeface="Verdana"/></a:endParaRPr></a:p></p:txBody></p:sp><p:sp><p:nvSpPr><p:cNvPr id="19" name="object 19"/><p:cNvSpPr/><p:nvPr/></p:nvSpPr><p:spPr><a:xfrm><a:off x="18600867" y="12640142"/><a:ext cx="594360" cy="247650"/></a:xfrm><a:custGeom><a:avLst/><a:gdLst/><a:ahLst/><a:cxnLst/><a:rect l="l" t="t" r="r" b="b"/><a:pathLst><a:path w="594359" h="247650"><a:moveTo><a:pt x="0" y="0"/></a:moveTo><a:lnTo><a:pt x="594203" y="0"/></a:lnTo><a:lnTo><a:pt x="594203" y="247423"/></a:lnTo><a:lnTo><a:pt x="77" y="247423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0" name="object 20"/><p:cNvSpPr txBox="1"/><p:nvPr/></p:nvSpPr><p:spPr><a:xfrm><a:off x="18642849" y="12709106"/><a:ext cx="513080" cy="109220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r><a:rPr dirty="0" sz="550"><a:latin typeface="Verdana"/><a:cs typeface="Verdana"/></a:rPr><a:t>CHECKED</a:t></a:r><a:r><a:rPr dirty="0" sz="550" spc="-30"><a:latin typeface="Verdana"/><a:cs typeface="Verdana"/></a:rPr><a:t> </a:t></a:r><a:r><a:rPr dirty="0" sz="550" spc="-25"><a:latin typeface="Verdana"/><a:cs typeface="Verdana"/></a:rPr><a:t>BY:</a:t></a:r><a:endParaRPr sz="550"><a:latin typeface="Verdana"/><a:cs typeface="Verdana"/></a:endParaRPr></a:p></p:txBody></p:sp><p:sp><p:nvSpPr><p:cNvPr id="21" name="object 21"/><p:cNvSpPr/><p:nvPr/></p:nvSpPr><p:spPr><a:xfrm><a:off x="18712634" y="275674"/><a:ext cx="1106805" cy="12842875"/></a:xfrm><a:custGeom><a:avLst/><a:gdLst/><a:ahLst/><a:cxnLst/><a:rect l="l" t="t" r="r" b="b"/><a:pathLst><a:path w="1106805" h="12842875"><a:moveTo><a:pt x="0" y="50"/></a:moveTo><a:lnTo><a:pt x="111689" y="48"/></a:lnTo><a:lnTo><a:pt x="111689" y="4415491"/></a:lnTo><a:lnTo><a:pt x="0" y="4415491"/></a:lnTo><a:lnTo><a:pt x="0" y="50"/></a:lnTo><a:close/></a:path><a:path w="1106805" h="12842875"><a:moveTo><a:pt x="111689" y="48"/></a:moveTo><a:lnTo><a:pt x="223378" y="47"/></a:lnTo><a:lnTo><a:pt x="223378" y="4415483"/></a:lnTo><a:lnTo><a:pt x="111689" y="4415491"/></a:lnTo><a:lnTo><a:pt x="111689" y="48"/></a:lnTo><a:close/></a:path><a:path w="1106805" h="12842875"><a:moveTo><a:pt x="223301" y="48"/></a:moveTo><a:lnTo><a:pt x="334990" y="47"/></a:lnTo><a:lnTo><a:pt x="335068" y="4415483"/></a:lnTo><a:lnTo><a:pt x="223378" y="4415491"/></a:lnTo><a:lnTo><a:pt x="223301" y="48"/></a:lnTo><a:close/></a:path><a:path w="1106805" h="12842875"><a:moveTo><a:pt x="334990" y="48"/></a:moveTo><a:lnTo><a:pt x="446680" y="47"/></a:lnTo><a:lnTo><a:pt x="446757" y="4415483"/></a:lnTo><a:lnTo><a:pt x="335068" y="4415491"/></a:lnTo><a:lnTo><a:pt x="334990" y="48"/></a:lnTo><a:close/></a:path><a:path w="1106805" h="12842875"><a:moveTo><a:pt x="446680" y="27"/></a:moveTo><a:lnTo><a:pt x="558369" y="25"/></a:lnTo><a:lnTo><a:pt x="558447" y="4415468"/></a:lnTo><a:lnTo><a:pt x="446757" y="4415468"/></a:lnTo><a:lnTo><a:pt x="446680" y="27"/></a:lnTo><a:close/></a:path><a:path w="1106805" h="12842875"><a:moveTo><a:pt x="558369" y="28"/></a:moveTo><a:lnTo><a:pt x="670059" y="27"/></a:lnTo><a:lnTo><a:pt x="670136" y="4415468"/></a:lnTo><a:lnTo><a:pt x="558447" y="4415468"/></a:lnTo><a:lnTo><a:pt x="558369" y="28"/></a:lnTo><a:close/></a:path><a:path w="1106805" h="12842875"><a:moveTo><a:pt x="670059" y="18"/></a:moveTo><a:lnTo><a:pt x="781748" y="17"/></a:lnTo><a:lnTo><a:pt x="781826" y="4415460"/></a:lnTo><a:lnTo><a:pt x="670136" y="4415460"/></a:lnTo><a:lnTo><a:pt x="670059" y="18"/></a:lnTo><a:close/></a:path><a:path w="1106805" h="12842875"><a:moveTo><a:pt x="781748" y="1"/></a:moveTo><a:lnTo><a:pt x="893437" y="0"/></a:lnTo><a:lnTo><a:pt x="893515" y="4415437"/></a:lnTo><a:lnTo><a:pt x="781826" y="4415444"/></a:lnTo><a:lnTo><a:pt x="781748" y="1"/></a:lnTo><a:close/></a:path><a:path w="1106805" h="12842875"><a:moveTo><a:pt x="893437" y="3"/></a:moveTo><a:lnTo><a:pt x="1005127" y="2"/></a:lnTo><a:lnTo><a:pt x="1005204" y="4415444"/></a:lnTo><a:lnTo><a:pt x="893515" y="4415444"/></a:lnTo><a:lnTo><a:pt x="893437" y="3"/></a:lnTo><a:close/></a:path><a:path w="1106805" h="12842875"><a:moveTo><a:pt x="482436" y="12842250"/></a:moveTo><a:lnTo><a:pt x="482436" y="12611890"/></a:lnTo><a:lnTo><a:pt x="1106423" y="12611813"/></a:lnTo><a:lnTo><a:pt x="1106423" y="12842250"/></a:lnTo><a:lnTo><a:pt x="482436" y="12842250"/></a:lnTo><a:close/></a:path><a:path w="1106805" h="12842875"><a:moveTo><a:pt x="482436" y="12611813"/></a:moveTo><a:lnTo><a:pt x="482436" y="12364467"/></a:lnTo><a:lnTo><a:pt x="1106423" y="12364467"/></a:lnTo><a:lnTo><a:pt x="1106423" y="12611813"/></a:lnTo><a:lnTo><a:pt x="482436" y="12611813"/></a:lnTo><a:close/></a:path><a:path w="1106805" h="12842875"><a:moveTo><a:pt x="482436" y="12364467"/></a:moveTo><a:lnTo><a:pt x="482436" y="12117044"/></a:lnTo><a:lnTo><a:pt x="1106423" y="12117044"/></a:lnTo><a:lnTo><a:pt x="1106423" y="12364467"/></a:lnTo><a:lnTo><a:pt x="482436" y="12364467"/></a:lnTo><a:close/></a:path><a:path w="1106805" h="12842875"><a:moveTo><a:pt x="482358" y="12116967"/></a:moveTo><a:lnTo><a:pt x="482358" y="11869543"/></a:lnTo><a:lnTo><a:pt x="1106423" y="11869543"/></a:lnTo><a:lnTo><a:pt x="1106423" y="12116967"/></a:lnTo><a:lnTo><a:pt x="482358" y="12116967"/></a:lnTo><a:close/></a:path><a:path w="1106805" h="12842875"><a:moveTo><a:pt x="482358" y="12116967"/></a:moveTo><a:lnTo><a:pt x="1106423" y="12116967"/></a:lnTo><a:lnTo><a:pt x="1106423" y="12364467"/></a:lnTo><a:lnTo><a:pt x="482358" y="12364467"/></a:lnTo><a:lnTo><a:pt x="482358" y="12116967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2" name="object 22"/><p:cNvSpPr txBox="1"/><p:nvPr/></p:nvSpPr><p:spPr><a:xfrm><a:off x="19397141" y="12447653"/><a:ext cx="220979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700"><a:latin typeface="Verdana"/><a:cs typeface="Verdana"/></a:endParaRPr><a:r><a:rPr dirty="0" sz="700" spc="-20"><a:latin typeface="Verdana"/><a:t>{{DESIGNED_BY}}</a:t></a:r></a:p></p:txBody></p:sp><p:sp><p:nvSpPr><p:cNvPr id="23" name="object 23"/><p:cNvSpPr/><p:nvPr/></p:nvSpPr><p:spPr><a:xfrm><a:off x="19195071" y="12640142"/><a:ext cx="624205" cy="247650"/></a:xfrm><a:custGeom><a:avLst/><a:gdLst/><a:ahLst/><a:cxnLst/><a:rect l="l" t="t" r="r" b="b"/><a:pathLst><a:path w="624205" h="247650"><a:moveTo><a:pt x="0" y="0"/></a:moveTo><a:lnTo><a:pt x="624064" y="0"/></a:lnTo><a:lnTo><a:pt x="624064" y="247423"/></a:lnTo><a:lnTo><a:pt x="0" y="247423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4" name="object 24"/><p:cNvSpPr txBox="1"/><p:nvPr/></p:nvSpPr><p:spPr><a:xfrm><a:off x="19268078" y="12695077"/><a:ext cx="48069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700"><a:latin typeface="Verdana"/><a:cs typeface="Verdana"/></a:endParaRPr><a:r><a:rPr dirty="0" sz="700" spc="-10"><a:latin typeface="Verdana"/><a:t>{{CHECKED_BY}}</a:t></a:r></a:p></p:txBody></p:sp><p:sp><p:nvSpPr><p:cNvPr id="25" name="object 25"/><p:cNvSpPr/><p:nvPr/></p:nvSpPr><p:spPr><a:xfrm><a:off x="18600945" y="275699"/><a:ext cx="111760" cy="4089400"/></a:xfrm><a:custGeom><a:avLst/><a:gdLst/><a:ahLst/><a:cxnLst/><a:rect l="l" t="t" r="r" b="b"/><a:pathLst><a:path w="111759" h="4089400"><a:moveTo><a:pt x="0" y="4088906"/></a:moveTo><a:lnTo><a:pt x="0" y="3598193"/></a:lnTo><a:lnTo><a:pt x="111689" y="3598193"/></a:lnTo><a:lnTo><a:pt x="111689" y="4088906"/></a:lnTo><a:lnTo><a:pt x="0" y="4088906"/></a:lnTo><a:close/></a:path><a:path w="111759" h="4089400"><a:moveTo><a:pt x="0" y="297041"/></a:moveTo><a:lnTo><a:pt x="0" y="0"/></a:lnTo><a:lnTo><a:pt x="111689" y="0"/></a:lnTo><a:lnTo><a:pt x="111689" y="297041"/></a:lnTo><a:lnTo><a:pt x="0" y="297041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6" name="object 26"/><p:cNvSpPr txBox="1"/><p:nvPr/></p:nvSpPr><p:spPr><a:xfrm><a:off x="18596770" y="360140"/><a:ext cx="120014" cy="128905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25"><a:latin typeface="Verdana"/><a:cs typeface="Verdana"/></a:rPr><a:t>ER</a:t></a:r><a:endParaRPr sz="600"><a:latin typeface="Verdana"/><a:cs typeface="Verdana"/></a:endParaRPr></a:p></p:txBody></p:sp><p:sp><p:nvSpPr><p:cNvPr id="27" name="object 27"/><p:cNvSpPr/><p:nvPr/></p:nvSpPr><p:spPr><a:xfrm><a:off x="18600945" y="572741"/><a:ext cx="111760" cy="3301365"/></a:xfrm><a:custGeom><a:avLst/><a:gdLst/><a:ahLst/><a:cxnLst/><a:rect l="l" t="t" r="r" b="b"/><a:pathLst><a:path w="111759" h="3301365"><a:moveTo><a:pt x="0" y="3301152"/></a:moveTo><a:lnTo><a:pt x="0" y="0"/></a:lnTo><a:lnTo><a:pt x="111689" y="0"/></a:lnTo><a:lnTo><a:pt x="111689" y="3301152"/></a:lnTo><a:lnTo><a:pt x="0" y="3301152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28" name="object 28"/><p:cNvSpPr txBox="1"/><p:nvPr/></p:nvSpPr><p:spPr><a:xfrm><a:off x="18596703" y="2253808"/><a:ext cx="120014" cy="2065020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endParaRPr sz="600"><a:latin typeface="Verdana"/><a:cs typeface="Verdana"/></a:endParaRPr><a:r><a:rPr dirty="0" sz="550"><a:latin typeface="Verdana"/><a:t>{{ISSUE_DATE}} UPDATED WITH LATEST AHJ COMMENTS</a:t></a:r></a:p></p:txBody></p:sp><p:sp><p:nvSpPr><p:cNvPr id="29" name="object 29"/><p:cNvSpPr/><p:nvPr/></p:nvSpPr><p:spPr><a:xfrm><a:off x="18600945" y="4366250"/><a:ext cx="111760" cy="325120"/></a:xfrm><a:custGeom><a:avLst/><a:gdLst/><a:ahLst/><a:cxnLst/><a:rect l="l" t="t" r="r" b="b"/><a:pathLst><a:path w="111759" h="325120"><a:moveTo><a:pt x="7058" y="177291"/></a:moveTo><a:lnTo><a:pt x="102847" y="122501"/></a:lnTo><a:lnTo><a:pt x="102459" y="232880"/></a:lnTo><a:lnTo><a:pt x="7058" y="177291"/></a:lnTo><a:close/></a:path><a:path w="111759" h="325120"><a:moveTo><a:pt x="0" y="324822"/></a:moveTo><a:lnTo><a:pt x="0" y="0"/></a:lnTo><a:lnTo><a:pt x="111689" y="0"/></a:lnTo><a:lnTo><a:pt x="111689" y="324822"/></a:lnTo><a:lnTo><a:pt x="0" y="324822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30" name="object 30"/><p:cNvSpPr txBox="1"/><p:nvPr/></p:nvSpPr><p:spPr><a:xfrm><a:off x="18596779" y="4491429"/><a:ext cx="120014" cy="74930"/></a:xfrm><a:prstGeom prst="rect"><a:avLst/></a:prstGeom></p:spPr><p:txBody><a:bodyPr wrap="square" lIns="0" tIns="14605" rIns="0" bIns="0" rtlCol="0" vert="vert270"><a:spAutoFit/></a:bodyPr><a:lstStyle/><a:p><a:pPr marL="12700"><a:lnSpc><a:spcPct val="100000"/></a:lnSpc><a:spcBef><a:spcPts val="115"/></a:spcBef></a:pPr><a:r><a:rPr dirty="0" sz="600" spc="-50"><a:latin typeface="Verdana"/><a:cs typeface="Verdana"/></a:rPr><a:t>1</a:t></a:r><a:endParaRPr sz="600"><a:latin typeface="Verdana"/><a:cs typeface="Verdana"/></a:endParaRPr></a:p></p:txBody></p:sp><p:sp><p:nvSpPr><p:cNvPr id="31" name="object 31"/><p:cNvSpPr/><p:nvPr/></p:nvSpPr><p:spPr><a:xfrm><a:off x="19194994" y="12145218"/><a:ext cx="624205" cy="247650"/></a:xfrm><a:custGeom><a:avLst/><a:gdLst/><a:ahLst/><a:cxnLst/><a:rect l="l" t="t" r="r" b="b"/><a:pathLst><a:path w="624205" h="247650"><a:moveTo><a:pt x="0" y="0"/></a:moveTo><a:lnTo><a:pt x="624064" y="0"/></a:lnTo><a:lnTo><a:pt x="624064" y="247423"/></a:lnTo><a:lnTo><a:pt x="0" y="247423"/></a:lnTo><a:lnTo><a:pt x="0" y="0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32" name="object 32"/><p:cNvSpPr txBox="1"/><p:nvPr/></p:nvSpPr><p:spPr><a:xfrm><a:off x="19216033" y="12200230"/><a:ext cx="58356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700"><a:latin typeface="Verdana"/><a:cs typeface="Verdana"/></a:endParaRPr><a:r><a:rPr dirty="0" sz="700" spc="-10"><a:latin typeface="Verdana"/><a:t>{{ISSUE_DATE}}</a:t></a:r></a:p></p:txBody></p:sp><p:sp><p:nvSpPr><p:cNvPr id="33" name="object 33"/><p:cNvSpPr txBox="1"/><p:nvPr/></p:nvSpPr><p:spPr><a:xfrm><a:off x="18640167" y="7910196"/><a:ext cx="1083945" cy="3103880"/></a:xfrm><a:prstGeom prst="rect"><a:avLst/></a:prstGeom></p:spPr><p:txBody><a:bodyPr wrap="square" lIns="0" tIns="0" rIns="0" bIns="0" rtlCol="0" vert="vert270"><a:spAutoFit/></a:bodyPr><a:lstStyle/><a:p><a:pPr marL="13335"><a:lnSpc><a:spcPts val="1989"/></a:lnSpc></a:pPr><a:endParaRPr sz="1700"><a:latin typeface="Arial"/><a:cs typeface="Arial"/></a:endParaRPr><a:r><a:rPr dirty="0" sz="1700" b="1"><a:latin typeface="Arial"/><a:t>{{PROJECT_NAME}}</a:t></a:r></a:p><a:p><a:pPr marL="13335"><a:lnSpc><a:spcPct val="100000"/></a:lnSpc><a:spcBef><a:spcPts val="560"/></a:spcBef></a:pPr><a:endParaRPr sz="1350"><a:latin typeface="Arial"/><a:cs typeface="Arial"/></a:endParaRPr><a:r><a:rPr dirty="0" sz="1350"><a:latin typeface="Arial"/><a:t>{{SITE_ADDR}}</a:t></a:r></a:p><a:p><a:pPr marL="12700" marR="1452245" indent="635"><a:lnSpc><a:spcPct val="127600"/></a:lnSpc><a:spcBef><a:spcPts val="110"/></a:spcBef></a:pPr><a:endParaRPr sz="1350"><a:latin typeface="Arial"/><a:cs typeface="Arial"/></a:endParaRPr><a:r><a:rPr dirty="0" sz="1350"><a:latin typeface="Arial"/><a:t>{{CITY_STATE}} APN: {{APN}}</a:t></a:r></a:p></p:txBody></p:sp><p:grpSp><p:nvGrpSpPr><p:cNvPr id="34" name="object 34"/><p:cNvGrpSpPr/><p:nvPr/></p:nvGrpSpPr><p:grpSpPr><a:xfrm><a:off x="17635280" y="12210121"/><a:ext cx="810260" cy="810260"/><a:chOff x="17635280" y="12210121"/><a:chExt cx="810260" cy="810260"/></a:xfrm></p:grpSpPr><p:pic><p:nvPicPr><p:cNvPr id="35" name="object 35"/><p:cNvPicPr/><p:nvPr/></p:nvPicPr><p:blipFill><a:blip r:embed="rId3" cstate="print"/><a:stretch><a:fillRect/></a:stretch></p:blipFill><p:spPr><a:xfrm><a:off x="17647044" y="12214248"/><a:ext cx="794200" cy="801914"/></a:xfrm><a:prstGeom prst="rect"><a:avLst/></a:prstGeom></p:spPr></p:pic><p:sp><p:nvSpPr><p:cNvPr id="36" name="object 36"/><p:cNvSpPr/><p:nvPr/></p:nvSpPr><p:spPr><a:xfrm><a:off x="17639407" y="12214248"/><a:ext cx="802005" cy="802005"/></a:xfrm><a:custGeom><a:avLst/><a:gdLst/><a:ahLst/><a:cxnLst/><a:rect l="l" t="t" r="r" b="b"/><a:pathLst><a:path w="802005" h="802005"><a:moveTo><a:pt x="0" y="400918"/></a:moveTo><a:lnTo><a:pt x="2700" y="354202"/></a:lnTo><a:lnTo><a:pt x="10599" y="309059"/></a:lnTo><a:lnTo><a:pt x="23396" y="265790"/></a:lnTo><a:lnTo><a:pt x="40787" y="224698"/></a:lnTo><a:lnTo><a:pt x="62470" y="186085"/></a:lnTo><a:lnTo><a:pt x="88144" y="150254"/></a:lnTo><a:lnTo><a:pt x="117506" y="117506"/></a:lnTo><a:lnTo><a:pt x="150254" y="88144"/></a:lnTo><a:lnTo><a:pt x="186085" y="62470"/></a:lnTo><a:lnTo><a:pt x="224698" y="40787"/></a:lnTo><a:lnTo><a:pt x="265790" y="23396"/></a:lnTo><a:lnTo><a:pt x="309059" y="10599"/></a:lnTo><a:lnTo><a:pt x="354202" y="2700"/></a:lnTo><a:lnTo><a:pt x="400918" y="0"/></a:lnTo><a:lnTo><a:pt x="447634" y="2700"/></a:lnTo><a:lnTo><a:pt x="492778" y="10599"/></a:lnTo><a:lnTo><a:pt x="536046" y="23396"/></a:lnTo><a:lnTo><a:pt x="577138" y="40787"/></a:lnTo><a:lnTo><a:pt x="615751" y="62470"/></a:lnTo><a:lnTo><a:pt x="651582" y="88144"/></a:lnTo><a:lnTo><a:pt x="684330" y="117506"/></a:lnTo><a:lnTo><a:pt x="713692" y="150254"/></a:lnTo><a:lnTo><a:pt x="739366" y="186085"/></a:lnTo><a:lnTo><a:pt x="761049" y="224698"/></a:lnTo><a:lnTo><a:pt x="778440" y="265790"/></a:lnTo><a:lnTo><a:pt x="791237" y="309059"/></a:lnTo><a:lnTo><a:pt x="799136" y="354202"/></a:lnTo><a:lnTo><a:pt x="801837" y="400918"/></a:lnTo><a:lnTo><a:pt x="799136" y="447650"/></a:lnTo><a:lnTo><a:pt x="791237" y="492806"/></a:lnTo><a:lnTo><a:pt x="778440" y="536086"/></a:lnTo><a:lnTo><a:pt x="761049" y="577188"/></a:lnTo><a:lnTo><a:pt x="739366" y="615808"/></a:lnTo><a:lnTo><a:pt x="713692" y="651645"/></a:lnTo><a:lnTo><a:pt x="684330" y="684398"/></a:lnTo><a:lnTo><a:pt x="651582" y="713763"/></a:lnTo><a:lnTo><a:pt x="615751" y="739440"/></a:lnTo><a:lnTo><a:pt x="577138" y="761125"/></a:lnTo><a:lnTo><a:pt x="536046" y="778517"/></a:lnTo><a:lnTo><a:pt x="492778" y="791314"/></a:lnTo><a:lnTo><a:pt x="447634" y="799214"/></a:lnTo><a:lnTo><a:pt x="400918" y="801914"/></a:lnTo><a:lnTo><a:pt x="354202" y="799214"/></a:lnTo><a:lnTo><a:pt x="309059" y="791314"/></a:lnTo><a:lnTo><a:pt x="265790" y="778517"/></a:lnTo><a:lnTo><a:pt x="224698" y="761125"/></a:lnTo><a:lnTo><a:pt x="186085" y="739440"/></a:lnTo><a:lnTo><a:pt x="150254" y="713763"/></a:lnTo><a:lnTo><a:pt x="117506" y="684398"/></a:lnTo><a:lnTo><a:pt x="88144" y="651645"/></a:lnTo><a:lnTo><a:pt x="62470" y="615808"/></a:lnTo><a:lnTo><a:pt x="40787" y="577188"/></a:lnTo><a:lnTo><a:pt x="23396" y="536086"/></a:lnTo><a:lnTo><a:pt x="10599" y="492806"/></a:lnTo><a:lnTo><a:pt x="2700" y="447650"/></a:lnTo><a:lnTo><a:pt x="0" y="400918"/></a:lnTo><a:close/></a:path></a:pathLst></a:custGeom><a:ln w="7756"><a:solidFill><a:srgbClr val="000000"/></a:solidFill></a:ln></p:spPr><p:txBody><a:bodyPr wrap="square" lIns="0" tIns="0" rIns="0" bIns="0" rtlCol="0"/><a:lstStyle/><a:p/></p:txBody></p:sp></p:grpSp><p:sp><p:nvSpPr><p:cNvPr id="37" name="object 37"/><p:cNvSpPr txBox="1"/><p:nvPr/></p:nvSpPr><p:spPr><a:xfrm><a:off x="17918031" y="12823907"/><a:ext cx="231775" cy="72390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endParaRPr sz="300"><a:latin typeface="Calibri"/><a:cs typeface="Calibri"/></a:endParaRPr><a:r><a:rPr dirty="0" sz="300"><a:latin typeface="Calibri"/><a:t>{{SE_EXP}}</a:t></a:r></a:p></p:txBody></p:sp><p:pic><p:nvPicPr><p:cNvPr id="38" name="object 38"/><p:cNvPicPr/><p:nvPr/></p:nvPicPr><p:blipFill><a:blip r:embed="rId4" cstate="print"/><a:stretch><a:fillRect/></a:stretch></p:blipFill><p:spPr><a:xfrm><a:off x="17725035" y="12562424"/><a:ext cx="697748" cy="225938"/></a:xfrm><a:prstGeom prst="rect"><a:avLst/></a:prstGeom></p:spPr></p:pic><p:sp><p:nvSpPr><p:cNvPr id="39" name="object 39"/><p:cNvSpPr txBox="1"/><p:nvPr/></p:nvSpPr><p:spPr><a:xfrm><a:off x="18738384" y="11415534"/><a:ext cx="1030605" cy="419100"/></a:xfrm><a:prstGeom prst="rect"><a:avLst/></a:prstGeom></p:spPr><p:txBody><a:bodyPr wrap="square" lIns="0" tIns="16510" rIns="0" bIns="0" rtlCol="0" vert="horz"><a:spAutoFit/></a:bodyPr><a:lstStyle/><a:p><a:pPr algn="ctr" marR="79375"><a:lnSpc><a:spcPct val="100000"/></a:lnSpc><a:spcBef><a:spcPts val="130"/></a:spcBef></a:pPr><a:r><a:rPr dirty="0" sz="1800" spc="-20" b="1"><a:latin typeface="Verdana"/><a:cs typeface="Verdana"/></a:rPr><a:t>S3.0</a:t></a:r><a:endParaRPr sz="1800"><a:latin typeface="Verdana"/><a:cs typeface="Verdana"/></a:endParaRPr></a:p><a:p><a:pPr algn="ctr" marR="76200"><a:lnSpc><a:spcPct val="100000"/></a:lnSpc><a:spcBef><a:spcPts val="60"/></a:spcBef></a:pPr><a:r><a:rPr dirty="0" sz="700"><a:latin typeface="Verdana"/><a:cs typeface="Verdana"/></a:rPr><a:t>FENCING</a:t></a:r><a:r><a:rPr dirty="0" sz="700" spc="135"><a:latin typeface="Verdana"/><a:cs typeface="Verdana"/></a:rPr><a:t> </a:t></a:r><a:r><a:rPr dirty="0" sz="700" spc="-10"><a:latin typeface="Verdana"/><a:cs typeface="Verdana"/></a:rPr><a:t>DETAIL</a:t></a:r><a:endParaRPr sz="700"><a:latin typeface="Verdana"/><a:cs typeface="Verdana"/></a:endParaRPr></a:p></p:txBody></p:sp><p:sp><p:nvSpPr><p:cNvPr id="40" name="object 40"/><p:cNvSpPr/><p:nvPr/></p:nvSpPr><p:spPr><a:xfrm><a:off x="5546210" y="2290255"/><a:ext cx="4445" cy="143510"/></a:xfrm><a:custGeom><a:avLst/><a:gdLst/><a:ahLst/><a:cxnLst/><a:rect l="l" t="t" r="r" b="b"/><a:pathLst><a:path w="4445" h="143510"><a:moveTo><a:pt x="3878" y="142939"/></a:moveTo><a:lnTo><a:pt x="0" y="142939"/></a:lnTo><a:lnTo><a:pt x="0" y="0"/></a:lnTo><a:lnTo><a:pt x="3878" y="0"/></a:lnTo><a:lnTo><a:pt x="3878" y="142939"/></a:lnTo><a:close/></a:path></a:pathLst></a:custGeom><a:solidFill><a:srgbClr val="000000"/></a:solidFill></p:spPr><p:txBody><a:bodyPr wrap="square" lIns="0" tIns="0" rIns="0" bIns="0" rtlCol="0"/><a:lstStyle/><a:p/></p:txBody></p:sp><p:grpSp><p:nvGrpSpPr><p:cNvPr id="41" name="object 41"/><p:cNvGrpSpPr/><p:nvPr/></p:nvGrpSpPr><p:grpSpPr><a:xfrm><a:off x="5418651" y="3591895"/><a:ext cx="65405" cy="803275"/><a:chOff x="5418651" y="3591895"/><a:chExt cx="65405" cy="803275"/></a:xfrm></p:grpSpPr><p:sp><p:nvSpPr><p:cNvPr id="42" name="object 42"/><p:cNvSpPr/><p:nvPr/></p:nvSpPr><p:spPr><a:xfrm><a:off x="5468516" y="3593834"/><a:ext cx="12065" cy="1270"/></a:xfrm><a:custGeom><a:avLst/><a:gdLst/><a:ahLst/><a:cxnLst/><a:rect l="l" t="t" r="r" b="b"/><a:pathLst><a:path w="12064" h="1270"><a:moveTo><a:pt x="9858" y="744"/></a:moveTo><a:lnTo><a:pt x="9144" y="1178"/></a:lnTo><a:lnTo><a:pt x="0" y="0"/></a:lnTo></a:path><a:path w="12064" h="1270"><a:moveTo><a:pt x="9858" y="744"/></a:moveTo><a:lnTo><a:pt x="11913" y="1016"/></a:lnTo></a:path></a:pathLst></a:custGeom><a:ln w="3878"><a:solidFill><a:srgbClr val="000000"/></a:solidFill></a:ln></p:spPr><p:txBody><a:bodyPr wrap="square" lIns="0" tIns="0" rIns="0" bIns="0" rtlCol="0"/><a:lstStyle/><a:p/></p:txBody></p:sp><p:sp><p:nvSpPr><p:cNvPr id="43" name="object 43"/><p:cNvSpPr/><p:nvPr/></p:nvSpPr><p:spPr><a:xfrm><a:off x="5418645" y="3593837"/><a:ext cx="65405" cy="801370"/></a:xfrm><a:custGeom><a:avLst/><a:gdLst/><a:ahLst/><a:cxnLst/><a:rect l="l" t="t" r="r" b="b"/><a:pathLst><a:path w="65404" h="801370"><a:moveTo><a:pt x="5194" y="29222"/></a:moveTo><a:lnTo><a:pt x="3873" y="29222"/></a:lnTo><a:lnTo><a:pt x="3873" y="29070"/></a:lnTo><a:lnTo><a:pt x="0" y="29070"/></a:lnTo><a:lnTo><a:pt x="0" y="800912"/></a:lnTo><a:lnTo><a:pt x="1320" y="800912"/></a:lnTo><a:lnTo><a:pt x="1320" y="801077"/></a:lnTo><a:lnTo><a:pt x="5194" y="801077"/></a:lnTo><a:lnTo><a:pt x="5194" y="29222"/></a:lnTo><a:close/></a:path><a:path w="65404" h="801370"><a:moveTo><a:pt x="29654" y="14401"/></a:moveTo><a:lnTo><a:pt x="28346" y="14401"/></a:lnTo><a:lnTo><a:pt x="28346" y="14224"/></a:lnTo><a:lnTo><a:pt x="24472" y="14224"/></a:lnTo><a:lnTo><a:pt x="24472" y="786079"/></a:lnTo><a:lnTo><a:pt x="25781" y="786079"/></a:lnTo><a:lnTo><a:pt x="25781" y="786244"/></a:lnTo><a:lnTo><a:pt x="29654" y="786244"/></a:lnTo><a:lnTo><a:pt x="29654" y="14401"/></a:lnTo><a:close/></a:path><a:path w="65404" h="801370"><a:moveTo><a:pt x="51803" y="0"/></a:moveTo><a:lnTo><a:pt x="47929" y="0"/></a:lnTo><a:lnTo><a:pt x="47929" y="771855"/></a:lnTo><a:lnTo><a:pt x="51803" y="771855"/></a:lnTo><a:lnTo><a:pt x="51803" y="0"/></a:lnTo><a:close/></a:path><a:path w="65404" h="801370"><a:moveTo><a:pt x="65112" y="165"/></a:moveTo><a:lnTo><a:pt x="61239" y="165"/></a:lnTo><a:lnTo><a:pt x="61239" y="749"/></a:lnTo><a:lnTo><a:pt x="57785" y="749"/></a:lnTo><a:lnTo><a:pt x="57785" y="1181"/></a:lnTo><a:lnTo><a:pt x="57073" y="1181"/></a:lnTo><a:lnTo><a:pt x="57073" y="773036"/></a:lnTo><a:lnTo><a:pt x="60947" y="773036"/></a:lnTo><a:lnTo><a:pt x="60947" y="772858"/></a:lnTo><a:lnTo><a:pt x="63715" y="772858"/></a:lnTo><a:lnTo><a:pt x="63715" y="772020"/></a:lnTo><a:lnTo><a:pt x="65112" y="772020"/></a:lnTo><a:lnTo><a:pt x="65112" y="165"/></a:lnTo><a:close/></a:path></a:pathLst></a:custGeom><a:solidFill><a:srgbClr val="000000"/></a:solidFill></p:spPr><p:txBody><a:bodyPr wrap="square" lIns="0" tIns="0" rIns="0" bIns="0" rtlCol="0"/><a:lstStyle/><a:p/></p:txBody></p:sp></p:grpSp><p:sp><p:nvSpPr><p:cNvPr id="44" name="object 44"/><p:cNvSpPr/><p:nvPr/></p:nvSpPr><p:spPr><a:xfrm><a:off x="4614309" y="4111716"/><a:ext cx="1905" cy="772160"/></a:xfrm><a:custGeom><a:avLst/><a:gdLst/><a:ahLst/><a:cxnLst/><a:rect l="l" t="t" r="r" b="b"/><a:pathLst><a:path w="1904" h="772160"><a:moveTo><a:pt x="1310" y="772014"/></a:moveTo><a:lnTo><a:pt x="1310" y="170"/></a:lnTo><a:lnTo><a:pt x="0" y="0"/></a:lnTo><a:lnTo><a:pt x="0" y="771851"/></a:lnTo></a:path></a:pathLst></a:custGeom><a:ln w="3878"><a:solidFill><a:srgbClr val="000000"/></a:solidFill></a:ln></p:spPr><p:txBody><a:bodyPr wrap="square" lIns="0" tIns="0" rIns="0" bIns="0" rtlCol="0"/><a:lstStyle/><a:p/></p:txBody></p:sp><p:sp><p:nvSpPr><p:cNvPr id="45" name="object 45"/><p:cNvSpPr/><p:nvPr/></p:nvSpPr><p:spPr><a:xfrm><a:off x="4694532" y="4048247"/><a:ext cx="26034" cy="787400"/></a:xfrm><a:custGeom><a:avLst/><a:gdLst/><a:ahLst/><a:cxnLst/><a:rect l="l" t="t" r="r" b="b"/><a:pathLst><a:path w="26035" h="787400"><a:moveTo><a:pt x="25781" y="772014"/></a:moveTo><a:lnTo><a:pt x="25781" y="170"/></a:lnTo><a:lnTo><a:pt x="24463" y="0"/></a:lnTo><a:lnTo><a:pt x="24463" y="771843"/></a:lnTo></a:path><a:path w="26035" h="787400"><a:moveTo><a:pt x="1310" y="786852"/></a:moveTo><a:lnTo><a:pt x="1310" y="15000"/></a:lnTo><a:lnTo><a:pt x="0" y="14829"/></a:lnTo><a:lnTo><a:pt x="0" y="786681"/></a:lnTo></a:path></a:pathLst></a:custGeom><a:ln w="3878"><a:solidFill><a:srgbClr val="000000"/></a:solidFill></a:ln></p:spPr><p:txBody><a:bodyPr wrap="square" lIns="0" tIns="0" rIns="0" bIns="0" rtlCol="0"/><a:lstStyle/><a:p/></p:txBody></p:sp><p:grpSp><p:nvGrpSpPr><p:cNvPr id="46" name="object 46"/><p:cNvGrpSpPr/><p:nvPr/></p:nvGrpSpPr><p:grpSpPr><a:xfrm><a:off x="4451917" y="4177993"/><a:ext cx="65405" cy="803275"/><a:chOff x="4451917" y="4177993"/><a:chExt cx="65405" cy="803275"/></a:xfrm></p:grpSpPr><p:sp><p:nvSpPr><p:cNvPr id="47" name="object 47"/><p:cNvSpPr/><p:nvPr/></p:nvSpPr><p:spPr><a:xfrm><a:off x="4501782" y="4179932"/><a:ext cx="12065" cy="1270"/></a:xfrm><a:custGeom><a:avLst/><a:gdLst/><a:ahLst/><a:cxnLst/><a:rect l="l" t="t" r="r" b="b"/><a:pathLst><a:path w="12064" h="1270"><a:moveTo><a:pt x="9858" y="744"/></a:moveTo><a:lnTo><a:pt x="9144" y="1178"/></a:lnTo><a:lnTo><a:pt x="0" y="0"/></a:lnTo></a:path><a:path w="12064" h="1270"><a:moveTo><a:pt x="9858" y="744"/></a:moveTo><a:lnTo><a:pt x="11913" y="1008"/></a:lnTo></a:path></a:pathLst></a:custGeom><a:ln w="3878"><a:solidFill><a:srgbClr val="000000"/></a:solidFill></a:ln></p:spPr><p:txBody><a:bodyPr wrap="square" lIns="0" tIns="0" rIns="0" bIns="0" rtlCol="0"/><a:lstStyle/><a:p/></p:txBody></p:sp><p:sp><p:nvSpPr><p:cNvPr id="48" name="object 48"/><p:cNvSpPr/><p:nvPr/></p:nvSpPr><p:spPr><a:xfrm><a:off x="4451909" y="4179942"/><a:ext cx="65405" cy="801370"/></a:xfrm><a:custGeom><a:avLst/><a:gdLst/><a:ahLst/><a:cxnLst/><a:rect l="l" t="t" r="r" b="b"/><a:pathLst><a:path w="65404" h="801370"><a:moveTo><a:pt x="5194" y="29222"/></a:moveTo><a:lnTo><a:pt x="3886" y="29222"/></a:lnTo><a:lnTo><a:pt x="3886" y="29044"/></a:lnTo><a:lnTo><a:pt x="0" y="29044"/></a:lnTo><a:lnTo><a:pt x="0" y="800900"/></a:lnTo><a:lnTo><a:pt x="1320" y="800900"/></a:lnTo><a:lnTo><a:pt x="1320" y="801077"/></a:lnTo><a:lnTo><a:pt x="5194" y="801077"/></a:lnTo><a:lnTo><a:pt x="5194" y="29222"/></a:lnTo><a:close/></a:path><a:path w="65404" h="801370"><a:moveTo><a:pt x="29667" y="14389"/></a:moveTo><a:lnTo><a:pt x="28346" y="14389"/></a:lnTo><a:lnTo><a:pt x="28346" y="14224"/></a:lnTo><a:lnTo><a:pt x="24472" y="14224"/></a:lnTo><a:lnTo><a:pt x="24472" y="786066"/></a:lnTo><a:lnTo><a:pt x="25781" y="786066"/></a:lnTo><a:lnTo><a:pt x="25781" y="786231"/></a:lnTo><a:lnTo><a:pt x="29667" y="786231"/></a:lnTo><a:lnTo><a:pt x="29667" y="14389"/></a:lnTo><a:close/></a:path><a:path w="65404" h="801370"><a:moveTo><a:pt x="51803" y="0"/></a:moveTo><a:lnTo><a:pt x="47929" y="0"/></a:lnTo><a:lnTo><a:pt x="47929" y="771842"/></a:lnTo><a:lnTo><a:pt x="51803" y="771842"/></a:lnTo><a:lnTo><a:pt x="51803" y="0"/></a:lnTo><a:close/></a:path><a:path w="65404" h="801370"><a:moveTo><a:pt x="65112" y="165"/></a:moveTo><a:lnTo><a:pt x="61239" y="165"/></a:lnTo><a:lnTo><a:pt x="61239" y="736"/></a:lnTo><a:lnTo><a:pt x="57785" y="736"/></a:lnTo><a:lnTo><a:pt x="57785" y="1181"/></a:lnTo><a:lnTo><a:pt x="57073" y="1181"/></a:lnTo><a:lnTo><a:pt x="57073" y="773023"/></a:lnTo><a:lnTo><a:pt x="60947" y="773023"/></a:lnTo><a:lnTo><a:pt x="60947" y="772858"/></a:lnTo><a:lnTo><a:pt x="63715" y="772858"/></a:lnTo><a:lnTo><a:pt x="63715" y="772007"/></a:lnTo><a:lnTo><a:pt x="65112" y="772007"/></a:lnTo><a:lnTo><a:pt x="65112" y="165"/></a:lnTo><a:close/></a:path></a:pathLst></a:custGeom><a:solidFill><a:srgbClr val="000000"/></a:solidFill></p:spPr><p:txBody><a:bodyPr wrap="square" lIns="0" tIns="0" rIns="0" bIns="0" rtlCol="0"/><a:lstStyle/><a:p/></p:txBody></p:sp></p:grpSp><p:sp><p:nvSpPr><p:cNvPr id="49" name="object 49"/><p:cNvSpPr/><p:nvPr/></p:nvSpPr><p:spPr><a:xfrm><a:off x="5258796" y="3720981"/><a:ext cx="1905" cy="772160"/></a:xfrm><a:custGeom><a:avLst/><a:gdLst/><a:ahLst/><a:cxnLst/><a:rect l="l" t="t" r="r" b="b"/><a:pathLst><a:path w="1904" h="772160"><a:moveTo><a:pt x="1310" y="772022"/></a:moveTo><a:lnTo><a:pt x="1310" y="170"/></a:lnTo><a:lnTo><a:pt x="0" y="0"/></a:lnTo><a:lnTo><a:pt x="0" y="771851"/></a:lnTo></a:path></a:pathLst></a:custGeom><a:ln w="3878"><a:solidFill><a:srgbClr val="000000"/></a:solidFill></a:ln></p:spPr><p:txBody><a:bodyPr wrap="square" lIns="0" tIns="0" rIns="0" bIns="0" rtlCol="0"/><a:lstStyle/><a:p/></p:txBody></p:sp><p:sp><p:nvSpPr><p:cNvPr id="50" name="object 50"/><p:cNvSpPr/><p:nvPr/></p:nvSpPr><p:spPr><a:xfrm><a:off x="5339019" y="3657512"/><a:ext cx="26034" cy="787400"/></a:xfrm><a:custGeom><a:avLst/><a:gdLst/><a:ahLst/><a:cxnLst/><a:rect l="l" t="t" r="r" b="b"/><a:pathLst><a:path w="26035" h="787400"><a:moveTo><a:pt x="25781" y="772022"/></a:moveTo><a:lnTo><a:pt x="25781" y="170"/></a:lnTo><a:lnTo><a:pt x="24470" y="0"/></a:lnTo><a:lnTo><a:pt x="24470" y="771851"/></a:lnTo></a:path><a:path w="26035" h="787400"><a:moveTo><a:pt x="1310" y="786852"/></a:moveTo><a:lnTo><a:pt x="1310" y="15008"/></a:lnTo><a:lnTo><a:pt x="0" y="14837"/></a:lnTo><a:lnTo><a:pt x="0" y="786681"/></a:lnTo></a:path></a:pathLst></a:custGeom><a:ln w="3878"><a:solidFill><a:srgbClr val="000000"/></a:solidFill></a:ln></p:spPr><p:txBody><a:bodyPr wrap="square" lIns="0" tIns="0" rIns="0" bIns="0" rtlCol="0"/><a:lstStyle/><a:p/></p:txBody></p:sp><p:grpSp><p:nvGrpSpPr><p:cNvPr id="51" name="object 51"/><p:cNvGrpSpPr/><p:nvPr/></p:nvGrpSpPr><p:grpSpPr><a:xfrm><a:off x="5096412" y="3787266"/><a:ext cx="65405" cy="803275"/><a:chOff x="5096412" y="3787266"/><a:chExt cx="65405" cy="803275"/></a:xfrm></p:grpSpPr><p:sp><p:nvSpPr><p:cNvPr id="52" name="object 52"/><p:cNvSpPr/><p:nvPr/></p:nvSpPr><p:spPr><a:xfrm><a:off x="5146277" y="3789205"/><a:ext cx="12065" cy="1270"/></a:xfrm><a:custGeom><a:avLst/><a:gdLst/><a:ahLst/><a:cxnLst/><a:rect l="l" t="t" r="r" b="b"/><a:pathLst><a:path w="12064" h="1270"><a:moveTo><a:pt x="9858" y="744"/></a:moveTo><a:lnTo><a:pt x="9136" y="1178"/></a:lnTo><a:lnTo><a:pt x="0" y="0"/></a:lnTo></a:path><a:path w="12064" h="1270"><a:moveTo><a:pt x="9858" y="744"/></a:moveTo><a:lnTo><a:pt x="11905" y="1008"/></a:lnTo></a:path></a:pathLst></a:custGeom><a:ln w="3878"><a:solidFill><a:srgbClr val="000000"/></a:solidFill></a:ln></p:spPr><p:txBody><a:bodyPr wrap="square" lIns="0" tIns="0" rIns="0" bIns="0" rtlCol="0"/><a:lstStyle/><a:p/></p:txBody></p:sp><p:sp><p:nvSpPr><p:cNvPr id="53" name="object 53"/><p:cNvSpPr/><p:nvPr/></p:nvSpPr><p:spPr><a:xfrm><a:off x="5096408" y="3789213"/><a:ext cx="65405" cy="801370"/></a:xfrm><a:custGeom><a:avLst/><a:gdLst/><a:ahLst/><a:cxnLst/><a:rect l="l" t="t" r="r" b="b"/><a:pathLst><a:path w="65404" h="801370"><a:moveTo><a:pt x="5181" y="29222"/></a:moveTo><a:lnTo><a:pt x="3873" y="29222"/></a:lnTo><a:lnTo><a:pt x="3873" y="29057"/></a:lnTo><a:lnTo><a:pt x="0" y="29057"/></a:lnTo><a:lnTo><a:pt x="0" y="800900"/></a:lnTo><a:lnTo><a:pt x="1308" y="800900"/></a:lnTo><a:lnTo><a:pt x="1308" y="801065"/></a:lnTo><a:lnTo><a:pt x="5181" y="801065"/></a:lnTo><a:lnTo><a:pt x="5181" y="29222"/></a:lnTo><a:close/></a:path><a:path w="65404" h="801370"><a:moveTo><a:pt x="29654" y="14389"/></a:moveTo><a:lnTo><a:pt x="28333" y="14389"/></a:lnTo><a:lnTo><a:pt x="28333" y="14211"/></a:lnTo><a:lnTo><a:pt x="24460" y="14211"/></a:lnTo><a:lnTo><a:pt x="24460" y="786066"/></a:lnTo><a:lnTo><a:pt x="25781" y="786066"/></a:lnTo><a:lnTo><a:pt x="25781" y="786231"/></a:lnTo><a:lnTo><a:pt x="29654" y="786231"/></a:lnTo><a:lnTo><a:pt x="29654" y="14389"/></a:lnTo><a:close/></a:path><a:path w="65404" h="801370"><a:moveTo><a:pt x="51803" y="0"/></a:moveTo><a:lnTo><a:pt x="47917" y="0"/></a:lnTo><a:lnTo><a:pt x="47917" y="771842"/></a:lnTo><a:lnTo><a:pt x="51803" y="771842"/></a:lnTo><a:lnTo><a:pt x="51803" y="0"/></a:lnTo><a:close/></a:path><a:path w="65404" h="801370"><a:moveTo><a:pt x="65112" y="152"/></a:moveTo><a:lnTo><a:pt x="61226" y="152"/></a:lnTo><a:lnTo><a:pt x="61226" y="736"/></a:lnTo><a:lnTo><a:pt x="57785" y="736"/></a:lnTo><a:lnTo><a:pt x="57785" y="1181"/></a:lnTo><a:lnTo><a:pt x="57061" y="1181"/></a:lnTo><a:lnTo><a:pt x="57061" y="773023"/></a:lnTo><a:lnTo><a:pt x="60934" y="773023"/></a:lnTo><a:lnTo><a:pt x="60934" y="772845"/></a:lnTo><a:lnTo><a:pt x="63703" y="772845"/></a:lnTo><a:lnTo><a:pt x="63703" y="772007"/></a:lnTo><a:lnTo><a:pt x="65112" y="772007"/></a:lnTo><a:lnTo><a:pt x="65112" y="152"/></a:lnTo><a:close/></a:path></a:pathLst></a:custGeom><a:solidFill><a:srgbClr val="000000"/></a:solidFill></p:spPr><p:txBody><a:bodyPr wrap="square" lIns="0" tIns="0" rIns="0" bIns="0" rtlCol="0"/><a:lstStyle/><a:p/></p:txBody></p:sp></p:grpSp><p:sp><p:nvSpPr><p:cNvPr id="54" name="object 54"/><p:cNvSpPr/><p:nvPr/></p:nvSpPr><p:spPr><a:xfrm><a:off x="4936549" y="3916352"/><a:ext cx="1905" cy="772160"/></a:xfrm><a:custGeom><a:avLst/><a:gdLst/><a:ahLst/><a:cxnLst/><a:rect l="l" t="t" r="r" b="b"/><a:pathLst><a:path w="1904" h="772160"><a:moveTo><a:pt x="1318" y="772014"/></a:moveTo><a:lnTo><a:pt x="1318" y="170"/></a:lnTo><a:lnTo><a:pt x="0" y="0"/></a:lnTo><a:lnTo><a:pt x="0" y="771843"/></a:lnTo></a:path></a:pathLst></a:custGeom><a:ln w="3878"><a:solidFill><a:srgbClr val="000000"/></a:solidFill></a:ln></p:spPr><p:txBody><a:bodyPr wrap="square" lIns="0" tIns="0" rIns="0" bIns="0" rtlCol="0"/><a:lstStyle/><a:p/></p:txBody></p:sp><p:sp><p:nvSpPr><p:cNvPr id="55" name="object 55"/><p:cNvSpPr/><p:nvPr/></p:nvSpPr><p:spPr><a:xfrm><a:off x="5016771" y="3852883"/><a:ext cx="26034" cy="787400"/></a:xfrm><a:custGeom><a:avLst/><a:gdLst/><a:ahLst/><a:cxnLst/><a:rect l="l" t="t" r="r" b="b"/><a:pathLst><a:path w="26035" h="787400"><a:moveTo><a:pt x="25781" y="772014"/></a:moveTo><a:lnTo><a:pt x="25781" y="162"/></a:lnTo><a:lnTo><a:pt x="24470" y="0"/></a:lnTo><a:lnTo><a:pt x="24470" y="771843"/></a:lnTo></a:path><a:path w="26035" h="787400"><a:moveTo><a:pt x="1318" y="786852"/></a:moveTo><a:lnTo><a:pt x="1318" y="15000"/></a:lnTo><a:lnTo><a:pt x="0" y="14829"/></a:lnTo><a:lnTo><a:pt x="0" y="786681"/></a:lnTo></a:path></a:pathLst></a:custGeom><a:ln w="3878"><a:solidFill><a:srgbClr val="000000"/></a:solidFill></a:ln></p:spPr><p:txBody><a:bodyPr wrap="square" lIns="0" tIns="0" rIns="0" bIns="0" rtlCol="0"/><a:lstStyle/><a:p/></p:txBody></p:sp><p:grpSp><p:nvGrpSpPr><p:cNvPr id="56" name="object 56"/><p:cNvGrpSpPr/><p:nvPr/></p:nvGrpSpPr><p:grpSpPr><a:xfrm><a:off x="4774165" y="3982629"/><a:ext cx="65405" cy="803275"/><a:chOff x="4774165" y="3982629"/><a:chExt cx="65405" cy="803275"/></a:xfrm></p:grpSpPr><p:sp><p:nvSpPr><p:cNvPr id="57" name="object 57"/><p:cNvSpPr/><p:nvPr/></p:nvSpPr><p:spPr><a:xfrm><a:off x="4824029" y="3984568"/><a:ext cx="12065" cy="1270"/></a:xfrm><a:custGeom><a:avLst/><a:gdLst/><a:ahLst/><a:cxnLst/><a:rect l="l" t="t" r="r" b="b"/><a:pathLst><a:path w="12064" h="1270"><a:moveTo><a:pt x="9858" y="744"/></a:moveTo><a:lnTo><a:pt x="9144" y="1178"/></a:lnTo><a:lnTo><a:pt x="0" y="0"/></a:lnTo></a:path><a:path w="12064" h="1270"><a:moveTo><a:pt x="9858" y="744"/></a:moveTo><a:lnTo><a:pt x="11905" y="1008"/></a:lnTo></a:path></a:pathLst></a:custGeom><a:ln w="3878"><a:solidFill><a:srgbClr val="000000"/></a:solidFill></a:ln></p:spPr><p:txBody><a:bodyPr wrap="square" lIns="0" tIns="0" rIns="0" bIns="0" rtlCol="0"/><a:lstStyle/><a:p/></p:txBody></p:sp><p:sp><p:nvSpPr><p:cNvPr id="58" name="object 58"/><p:cNvSpPr/><p:nvPr/></p:nvSpPr><p:spPr><a:xfrm><a:off x="4774158" y="3984578"/><a:ext cx="65405" cy="801370"/></a:xfrm><a:custGeom><a:avLst/><a:gdLst/><a:ahLst/><a:cxnLst/><a:rect l="l" t="t" r="r" b="b"/><a:pathLst><a:path w="65404" h="801370"><a:moveTo><a:pt x="5194" y="29222"/></a:moveTo><a:lnTo><a:pt x="3873" y="29222"/></a:lnTo><a:lnTo><a:pt x="3873" y="29057"/></a:lnTo><a:lnTo><a:pt x="0" y="29057"/></a:lnTo><a:lnTo><a:pt x="0" y="800900"/></a:lnTo><a:lnTo><a:pt x="1308" y="800900"/></a:lnTo><a:lnTo><a:pt x="1308" y="801077"/></a:lnTo><a:lnTo><a:pt x="5194" y="801077"/></a:lnTo><a:lnTo><a:pt x="5194" y="29222"/></a:lnTo><a:close/></a:path><a:path w="65404" h="801370"><a:moveTo><a:pt x="29654" y="14389"/></a:moveTo><a:lnTo><a:pt x="28346" y="14389"/></a:lnTo><a:lnTo><a:pt x="28346" y="14224"/></a:lnTo><a:lnTo><a:pt x="24472" y="14224"/></a:lnTo><a:lnTo><a:pt x="24472" y="786066"/></a:lnTo><a:lnTo><a:pt x="25781" y="786066"/></a:lnTo><a:lnTo><a:pt x="25781" y="786231"/></a:lnTo><a:lnTo><a:pt x="29654" y="786231"/></a:lnTo><a:lnTo><a:pt x="29654" y="14389"/></a:lnTo><a:close/></a:path><a:path w="65404" h="801370"><a:moveTo><a:pt x="51803" y="0"/></a:moveTo><a:lnTo><a:pt x="47929" y="0"/></a:lnTo><a:lnTo><a:pt x="47929" y="771842"/></a:lnTo><a:lnTo><a:pt x="51803" y="771842"/></a:lnTo><a:lnTo><a:pt x="51803" y="0"/></a:lnTo><a:close/></a:path><a:path w="65404" h="801370"><a:moveTo><a:pt x="65112" y="152"/></a:moveTo><a:lnTo><a:pt x="61239" y="152"/></a:lnTo><a:lnTo><a:pt x="61239" y="736"/></a:lnTo><a:lnTo><a:pt x="57785" y="736"/></a:lnTo><a:lnTo><a:pt x="57785" y="1181"/></a:lnTo><a:lnTo><a:pt x="57073" y="1181"/></a:lnTo><a:lnTo><a:pt x="57073" y="773023"/></a:lnTo><a:lnTo><a:pt x="60947" y="773023"/></a:lnTo><a:lnTo><a:pt x="60947" y="772858"/></a:lnTo><a:lnTo><a:pt x="63715" y="772858"/></a:lnTo><a:lnTo><a:pt x="63715" y="772007"/></a:lnTo><a:lnTo><a:pt x="65112" y="772007"/></a:lnTo><a:lnTo><a:pt x="65112" y="152"/></a:lnTo><a:close/></a:path></a:pathLst></a:custGeom><a:solidFill><a:srgbClr val="000000"/></a:solidFill></p:spPr><p:txBody><a:bodyPr wrap="square" lIns="0" tIns="0" rIns="0" bIns="0" rtlCol="0"/><a:lstStyle/><a:p/></p:txBody></p:sp></p:grpSp><p:sp><p:nvSpPr><p:cNvPr id="59" name="object 59"/><p:cNvSpPr/><p:nvPr/></p:nvSpPr><p:spPr><a:xfrm><a:off x="4292062" y="4307079"/><a:ext cx="1905" cy="772160"/></a:xfrm><a:custGeom><a:avLst/><a:gdLst/><a:ahLst/><a:cxnLst/><a:rect l="l" t="t" r="r" b="b"/><a:pathLst><a:path w="1904" h="772160"><a:moveTo><a:pt x="1310" y="772022"/></a:moveTo><a:lnTo><a:pt x="1310" y="170"/></a:lnTo><a:lnTo><a:pt x="0" y="0"/></a:lnTo><a:lnTo><a:pt x="0" y="771851"/></a:lnTo></a:path></a:pathLst></a:custGeom><a:ln w="3878"><a:solidFill><a:srgbClr val="000000"/></a:solidFill></a:ln></p:spPr><p:txBody><a:bodyPr wrap="square" lIns="0" tIns="0" rIns="0" bIns="0" rtlCol="0"/><a:lstStyle/><a:p/></p:txBody></p:sp><p:sp><p:nvSpPr><p:cNvPr id="60" name="object 60"/><p:cNvSpPr/><p:nvPr/></p:nvSpPr><p:spPr><a:xfrm><a:off x="4372284" y="4243610"/><a:ext cx="26034" cy="787400"/></a:xfrm><a:custGeom><a:avLst/><a:gdLst/><a:ahLst/><a:cxnLst/><a:rect l="l" t="t" r="r" b="b"/><a:pathLst><a:path w="26035" h="787400"><a:moveTo><a:pt x="25781" y="772022"/></a:moveTo><a:lnTo><a:pt x="25781" y="170"/></a:lnTo><a:lnTo><a:pt x="24470" y="0"/></a:lnTo><a:lnTo><a:pt x="24470" y="771851"/></a:lnTo></a:path><a:path w="26035" h="787400"><a:moveTo><a:pt x="1310" y="786852"/></a:moveTo><a:lnTo><a:pt x="1310" y="15000"/></a:lnTo><a:lnTo><a:pt x="0" y="14837"/></a:lnTo><a:lnTo><a:pt x="0" y="786681"/></a:lnTo></a:path></a:pathLst></a:custGeom><a:ln w="3878"><a:solidFill><a:srgbClr val="000000"/></a:solidFill></a:ln></p:spPr><p:txBody><a:bodyPr wrap="square" lIns="0" tIns="0" rIns="0" bIns="0" rtlCol="0"/><a:lstStyle/><a:p/></p:txBody></p:sp><p:grpSp><p:nvGrpSpPr><p:cNvPr id="61" name="object 61"/><p:cNvGrpSpPr/><p:nvPr/></p:nvGrpSpPr><p:grpSpPr><a:xfrm><a:off x="4129678" y="4373356"/><a:ext cx="65405" cy="803275"/><a:chOff x="4129678" y="4373356"/><a:chExt cx="65405" cy="803275"/></a:xfrm></p:grpSpPr><p:sp><p:nvSpPr><p:cNvPr id="62" name="object 62"/><p:cNvSpPr/><p:nvPr/></p:nvSpPr><p:spPr><a:xfrm><a:off x="4179542" y="4375295"/><a:ext cx="12065" cy="1270"/></a:xfrm><a:custGeom><a:avLst/><a:gdLst/><a:ahLst/><a:cxnLst/><a:rect l="l" t="t" r="r" b="b"/><a:pathLst><a:path w="12064" h="1270"><a:moveTo><a:pt x="9858" y="752"/></a:moveTo><a:lnTo><a:pt x="9136" y="1178"/></a:lnTo><a:lnTo><a:pt x="0" y="0"/></a:lnTo></a:path><a:path w="12064" h="1270"><a:moveTo><a:pt x="9858" y="752"/></a:moveTo><a:lnTo><a:pt x="11905" y="1016"/></a:lnTo></a:path></a:pathLst></a:custGeom><a:ln w="3878"><a:solidFill><a:srgbClr val="000000"/></a:solidFill></a:ln></p:spPr><p:txBody><a:bodyPr wrap="square" lIns="0" tIns="0" rIns="0" bIns="0" rtlCol="0"/><a:lstStyle/><a:p/></p:txBody></p:sp><p:sp><p:nvSpPr><p:cNvPr id="63" name="object 63"/><p:cNvSpPr/><p:nvPr/></p:nvSpPr><p:spPr><a:xfrm><a:off x="4129671" y="4375306"/><a:ext cx="65405" cy="801370"/></a:xfrm><a:custGeom><a:avLst/><a:gdLst/><a:ahLst/><a:cxnLst/><a:rect l="l" t="t" r="r" b="b"/><a:pathLst><a:path w="65404" h="801370"><a:moveTo><a:pt x="5194" y="29222"/></a:moveTo><a:lnTo><a:pt x="3873" y="29222"/></a:lnTo><a:lnTo><a:pt x="3873" y="29057"/></a:lnTo><a:lnTo><a:pt x="0" y="29057"/></a:lnTo><a:lnTo><a:pt x="0" y="800900"/></a:lnTo><a:lnTo><a:pt x="1308" y="800900"/></a:lnTo><a:lnTo><a:pt x="1308" y="801077"/></a:lnTo><a:lnTo><a:pt x="5194" y="801077"/></a:lnTo><a:lnTo><a:pt x="5194" y="29222"/></a:lnTo><a:close/></a:path><a:path w="65404" h="801370"><a:moveTo><a:pt x="29654" y="14389"/></a:moveTo><a:lnTo><a:pt x="28346" y="14389"/></a:lnTo><a:lnTo><a:pt x="28346" y="14224"/></a:lnTo><a:lnTo><a:pt x="24460" y="14224"/></a:lnTo><a:lnTo><a:pt x="24460" y="786066"/></a:lnTo><a:lnTo><a:pt x="25781" y="786066"/></a:lnTo><a:lnTo><a:pt x="25781" y="786244"/></a:lnTo><a:lnTo><a:pt x="29654" y="786244"/></a:lnTo><a:lnTo><a:pt x="29654" y="14389"/></a:lnTo><a:close/></a:path><a:path w="65404" h="801370"><a:moveTo><a:pt x="51803" y="0"/></a:moveTo><a:lnTo><a:pt x="47929" y="0"/></a:lnTo><a:lnTo><a:pt x="47929" y="771842"/></a:lnTo><a:lnTo><a:pt x="51803" y="771842"/></a:lnTo><a:lnTo><a:pt x="51803" y="0"/></a:lnTo><a:close/></a:path><a:path w="65404" h="801370"><a:moveTo><a:pt x="65112" y="152"/></a:moveTo><a:lnTo><a:pt x="61239" y="152"/></a:lnTo><a:lnTo><a:pt x="61239" y="749"/></a:lnTo><a:lnTo><a:pt x="57785" y="749"/></a:lnTo><a:lnTo><a:pt x="57785" y="1168"/></a:lnTo><a:lnTo><a:pt x="57061" y="1168"/></a:lnTo><a:lnTo><a:pt x="57061" y="773023"/></a:lnTo><a:lnTo><a:pt x="60934" y="773023"/></a:lnTo><a:lnTo><a:pt x="60934" y="772858"/></a:lnTo><a:lnTo><a:pt x="63715" y="772858"/></a:lnTo><a:lnTo><a:pt x="63715" y="772007"/></a:lnTo><a:lnTo><a:pt x="65112" y="772007"/></a:lnTo><a:lnTo><a:pt x="65112" y="152"/></a:lnTo><a:close/></a:path></a:pathLst></a:custGeom><a:solidFill><a:srgbClr val="000000"/></a:solidFill></p:spPr><p:txBody><a:bodyPr wrap="square" lIns="0" tIns="0" rIns="0" bIns="0" rtlCol="0"/><a:lstStyle/><a:p/></p:txBody></p:sp></p:grpSp><p:sp><p:nvSpPr><p:cNvPr id="64" name="object 64"/><p:cNvSpPr/><p:nvPr/></p:nvSpPr><p:spPr><a:xfrm><a:off x="4050037" y="4438974"/><a:ext cx="26034" cy="787400"/></a:xfrm><a:custGeom><a:avLst/><a:gdLst/><a:ahLst/><a:cxnLst/><a:rect l="l" t="t" r="r" b="b"/><a:pathLst><a:path w="26035" h="787400"><a:moveTo><a:pt x="25781" y="772022"/></a:moveTo><a:lnTo><a:pt x="25781" y="170"/></a:lnTo><a:lnTo><a:pt x="24470" y="0"/></a:lnTo><a:lnTo><a:pt x="24470" y="771851"/></a:lnTo></a:path><a:path w="26035" h="787400"><a:moveTo><a:pt x="1318" y="786852"/></a:moveTo><a:lnTo><a:pt x="1318" y="15008"/></a:lnTo><a:lnTo><a:pt x="0" y="14837"/></a:lnTo><a:lnTo><a:pt x="0" y="786689"/></a:lnTo></a:path></a:pathLst></a:custGeom><a:ln w="3878"><a:solidFill><a:srgbClr val="000000"/></a:solidFill></a:ln></p:spPr><p:txBody><a:bodyPr wrap="square" lIns="0" tIns="0" rIns="0" bIns="0" rtlCol="0"/><a:lstStyle/><a:p/></p:txBody></p:sp><p:grpSp><p:nvGrpSpPr><p:cNvPr id="65" name="object 65"/><p:cNvGrpSpPr/><p:nvPr/></p:nvGrpSpPr><p:grpSpPr><a:xfrm><a:off x="3807430" y="4568727"/><a:ext cx="65405" cy="803275"/><a:chOff x="3807430" y="4568727"/><a:chExt cx="65405" cy="803275"/></a:xfrm></p:grpSpPr><p:sp><p:nvSpPr><p:cNvPr id="66" name="object 66"/><p:cNvSpPr/><p:nvPr/></p:nvSpPr><p:spPr><a:xfrm><a:off x="3857295" y="4570666"/><a:ext cx="12065" cy="1270"/></a:xfrm><a:custGeom><a:avLst/><a:gdLst/><a:ahLst/><a:cxnLst/><a:rect l="l" t="t" r="r" b="b"/><a:pathLst><a:path w="12064" h="1270"><a:moveTo><a:pt x="9858" y="744"/></a:moveTo><a:lnTo><a:pt x="9144" y="1178"/></a:lnTo><a:lnTo><a:pt x="0" y="0"/></a:lnTo></a:path><a:path w="12064" h="1270"><a:moveTo><a:pt x="9858" y="744"/></a:moveTo><a:lnTo><a:pt x="11905" y="1008"/></a:lnTo></a:path></a:pathLst></a:custGeom><a:ln w="3878"><a:solidFill><a:srgbClr val="000000"/></a:solidFill></a:ln></p:spPr><p:txBody><a:bodyPr wrap="square" lIns="0" tIns="0" rIns="0" bIns="0" rtlCol="0"/><a:lstStyle/><a:p/></p:txBody></p:sp><p:sp><p:nvSpPr><p:cNvPr id="67" name="object 67"/><p:cNvSpPr/><p:nvPr/></p:nvSpPr><p:spPr><a:xfrm><a:off x="3807421" y="4570670"/><a:ext cx="65405" cy="801370"/></a:xfrm><a:custGeom><a:avLst/><a:gdLst/><a:ahLst/><a:cxnLst/><a:rect l="l" t="t" r="r" b="b"/><a:pathLst><a:path w="65404" h="801370"><a:moveTo><a:pt x="5194" y="29222"/></a:moveTo><a:lnTo><a:pt x="3886" y="29222"/></a:lnTo><a:lnTo><a:pt x="3886" y="29057"/></a:lnTo><a:lnTo><a:pt x="0" y="29057"/></a:lnTo><a:lnTo><a:pt x="0" y="800912"/></a:lnTo><a:lnTo><a:pt x="1308" y="800912"/></a:lnTo><a:lnTo><a:pt x="1308" y="801077"/></a:lnTo><a:lnTo><a:pt x="5194" y="801077"/></a:lnTo><a:lnTo><a:pt x="5194" y="29222"/></a:lnTo><a:close/></a:path><a:path w="65404" h="801370"><a:moveTo><a:pt x="29667" y="14389"/></a:moveTo><a:lnTo><a:pt x="28346" y="14389"/></a:lnTo><a:lnTo><a:pt x="28346" y="14224"/></a:lnTo><a:lnTo><a:pt x="24460" y="14224"/></a:lnTo><a:lnTo><a:pt x="24460" y="786066"/></a:lnTo><a:lnTo><a:pt x="25781" y="786066"/></a:lnTo><a:lnTo><a:pt x="25781" y="786244"/></a:lnTo><a:lnTo><a:pt x="29667" y="786244"/></a:lnTo><a:lnTo><a:pt x="29667" y="14389"/></a:lnTo><a:close/></a:path><a:path w="65404" h="801370"><a:moveTo><a:pt x="51803" y="0"/></a:moveTo><a:lnTo><a:pt x="47929" y="0"/></a:lnTo><a:lnTo><a:pt x="47929" y="771842"/></a:lnTo><a:lnTo><a:pt x="51803" y="771842"/></a:lnTo><a:lnTo><a:pt x="51803" y="0"/></a:lnTo><a:close/></a:path><a:path w="65404" h="801370"><a:moveTo><a:pt x="65112" y="152"/></a:moveTo><a:lnTo><a:pt x="61239" y="152"/></a:lnTo><a:lnTo><a:pt x="61239" y="749"/></a:lnTo><a:lnTo><a:pt x="57785" y="749"/></a:lnTo><a:lnTo><a:pt x="57785" y="1181"/></a:lnTo><a:lnTo><a:pt x="57073" y="1181"/></a:lnTo><a:lnTo><a:pt x="57073" y="773023"/></a:lnTo><a:lnTo><a:pt x="60947" y="773023"/></a:lnTo><a:lnTo><a:pt x="60947" y="772858"/></a:lnTo><a:lnTo><a:pt x="63715" y="772858"/></a:lnTo><a:lnTo><a:pt x="63715" y="772007"/></a:lnTo><a:lnTo><a:pt x="65112" y="772007"/></a:lnTo><a:lnTo><a:pt x="65112" y="152"/></a:lnTo><a:close/></a:path></a:pathLst></a:custGeom><a:solidFill><a:srgbClr val="000000"/></a:solidFill></p:spPr><p:txBody><a:bodyPr wrap="square" lIns="0" tIns="0" rIns="0" bIns="0" rtlCol="0"/><a:lstStyle/><a:p/></p:txBody></p:sp></p:grpSp><p:sp><p:nvSpPr><p:cNvPr id="68" name="object 68"/><p:cNvSpPr/><p:nvPr/></p:nvSpPr><p:spPr><a:xfrm><a:off x="3647567" y="4697814"/><a:ext cx="1905" cy="772160"/></a:xfrm><a:custGeom><a:avLst/><a:gdLst/><a:ahLst/><a:cxnLst/><a:rect l="l" t="t" r="r" b="b"/><a:pathLst><a:path w="1904" h="772160"><a:moveTo><a:pt x="1318" y="772014"/></a:moveTo><a:lnTo><a:pt x="1318" y="170"/></a:lnTo><a:lnTo><a:pt x="0" y="0"/></a:lnTo><a:lnTo><a:pt x="0" y="771843"/></a:lnTo></a:path></a:pathLst></a:custGeom><a:ln w="3878"><a:solidFill><a:srgbClr val="000000"/></a:solidFill></a:ln></p:spPr><p:txBody><a:bodyPr wrap="square" lIns="0" tIns="0" rIns="0" bIns="0" rtlCol="0"/><a:lstStyle/><a:p/></p:txBody></p:sp><p:sp><p:nvSpPr><p:cNvPr id="69" name="object 69"/><p:cNvSpPr/><p:nvPr/></p:nvSpPr><p:spPr><a:xfrm><a:off x="3727798" y="4634345"/><a:ext cx="26034" cy="787400"/></a:xfrm><a:custGeom><a:avLst/><a:gdLst/><a:ahLst/><a:cxnLst/><a:rect l="l" t="t" r="r" b="b"/><a:pathLst><a:path w="26035" h="787400"><a:moveTo><a:pt x="25781" y="772014"/></a:moveTo><a:lnTo><a:pt x="25781" y="162"/></a:lnTo><a:lnTo><a:pt x="24463" y="0"/></a:lnTo><a:lnTo><a:pt x="24463" y="771843"/></a:lnTo></a:path><a:path w="26035" h="787400"><a:moveTo><a:pt x="1310" y="786852"/></a:moveTo><a:lnTo><a:pt x="1310" y="15000"/></a:lnTo><a:lnTo><a:pt x="0" y="14829"/></a:lnTo><a:lnTo><a:pt x="0" y="786681"/></a:lnTo></a:path></a:pathLst></a:custGeom><a:ln w="3878"><a:solidFill><a:srgbClr val="000000"/></a:solidFill></a:ln></p:spPr><p:txBody><a:bodyPr wrap="square" lIns="0" tIns="0" rIns="0" bIns="0" rtlCol="0"/><a:lstStyle/><a:p/></p:txBody></p:sp><p:grpSp><p:nvGrpSpPr><p:cNvPr id="70" name="object 70"/><p:cNvGrpSpPr/><p:nvPr/></p:nvGrpSpPr><p:grpSpPr><a:xfrm><a:off x="5560450" y="1543937"/><a:ext cx="1668780" cy="2755900"/><a:chOff x="5560450" y="1543937"/><a:chExt cx="1668780" cy="2755900"/></a:xfrm></p:grpSpPr><p:sp><p:nvSpPr><p:cNvPr id="71" name="object 71"/><p:cNvSpPr/><p:nvPr/></p:nvSpPr><p:spPr><a:xfrm><a:off x="5562389" y="1543937"/><a:ext cx="549275" cy="802640"/></a:xfrm><a:custGeom><a:avLst/><a:gdLst/><a:ahLst/><a:cxnLst/><a:rect l="l" t="t" r="r" b="b"/><a:pathLst><a:path w="549275" h="802639"><a:moveTo><a:pt x="0" y="347563"/></a:moveTo><a:lnTo><a:pt x="124" y="0"/></a:lnTo></a:path><a:path w="549275" h="802639"><a:moveTo><a:pt x="549139" y="802193"/></a:moveTo><a:lnTo><a:pt x="549256" y="475890"/></a:lnTo></a:path></a:pathLst></a:custGeom><a:ln w="3878"><a:solidFill><a:srgbClr val="000000"/></a:solidFill></a:ln></p:spPr><p:txBody><a:bodyPr wrap="square" lIns="0" tIns="0" rIns="0" bIns="0" rtlCol="0"/><a:lstStyle/><a:p/></p:txBody></p:sp><p:sp><p:nvSpPr><p:cNvPr id="72" name="object 72"/><p:cNvSpPr/><p:nvPr/></p:nvSpPr><p:spPr><a:xfrm><a:off x="5596242" y="1657683"/><a:ext cx="1076325" cy="1071880"/></a:xfrm><a:custGeom><a:avLst/><a:gdLst/><a:ahLst/><a:cxnLst/><a:rect l="l" t="t" r="r" b="b"/><a:pathLst><a:path w="1076325" h="1071880"><a:moveTo><a:pt x="3886" y="45720"/></a:moveTo><a:lnTo><a:pt x="0" y="45720"/></a:lnTo><a:lnTo><a:pt x="0" y="218071"/></a:lnTo><a:lnTo><a:pt x="3886" y="218071"/></a:lnTo><a:lnTo><a:pt x="3886" y="45720"/></a:lnTo><a:close/></a:path><a:path w="1076325" h="1071880"><a:moveTo><a:pt x="24333" y="63449"/></a:moveTo><a:lnTo><a:pt x="22999" y="63449"/></a:lnTo><a:lnTo><a:pt x="22999" y="62293"/></a:lnTo><a:lnTo><a:pt x="19126" y="62293"/></a:lnTo><a:lnTo><a:pt x="19126" y="234530"/></a:lnTo><a:lnTo><a:pt x="20459" y="234530"/></a:lnTo><a:lnTo><a:pt x="20459" y="235673"/></a:lnTo><a:lnTo><a:pt x="24333" y="235673"/></a:lnTo><a:lnTo><a:pt x="24333" y="63449"/></a:lnTo><a:close/></a:path><a:path w="1076325" h="1071880"><a:moveTo><a:pt x="42418" y="79108"/></a:moveTo><a:lnTo><a:pt x="38531" y="79108"/></a:lnTo><a:lnTo><a:pt x="38531" y="251231"/></a:lnTo><a:lnTo><a:pt x="42418" y="251231"/></a:lnTo><a:lnTo><a:pt x="42418" y="79108"/></a:lnTo><a:close/></a:path><a:path w="1076325" h="1071880"><a:moveTo><a:pt x="54381" y="89484"/></a:moveTo><a:lnTo><a:pt x="52298" y="89484"/></a:lnTo><a:lnTo><a:pt x="52298" y="87680"/></a:lnTo><a:lnTo><a:pt x="51701" y="87680"/></a:lnTo><a:lnTo><a:pt x="51701" y="87160"/></a:lnTo><a:lnTo><a:pt x="47828" y="87160"/></a:lnTo><a:lnTo><a:pt x="47828" y="259219"/></a:lnTo><a:lnTo><a:pt x="48425" y="259219"/></a:lnTo><a:lnTo><a:pt x="48425" y="259727"/></a:lnTo><a:lnTo><a:pt x="50507" y="259727"/></a:lnTo><a:lnTo><a:pt x="50507" y="261518"/></a:lnTo><a:lnTo><a:pt x="54381" y="261518"/></a:lnTo><a:lnTo><a:pt x="54381" y="89484"/></a:lnTo><a:close/></a:path><a:path w="1076325" h="1071880"><a:moveTo><a:pt x="70954" y="103847"/></a:moveTo><a:lnTo><a:pt x="69621" y="103847"/></a:lnTo><a:lnTo><a:pt x="69621" y="102692"/></a:lnTo><a:lnTo><a:pt x="65747" y="102692"/></a:lnTo><a:lnTo><a:pt x="65747" y="274637"/></a:lnTo><a:lnTo><a:pt x="67081" y="274637"/></a:lnTo><a:lnTo><a:pt x="67081" y="275780"/></a:lnTo><a:lnTo><a:pt x="70954" y="275780"/></a:lnTo><a:lnTo><a:pt x="70954" y="103847"/></a:lnTo><a:close/></a:path><a:path w="1076325" h="1071880"><a:moveTo><a:pt x="91414" y="121577"/></a:moveTo><a:lnTo><a:pt x="90081" y="121577"/></a:lnTo><a:lnTo><a:pt x="90081" y="120421"/></a:lnTo><a:lnTo><a:pt x="86194" y="120421"/></a:lnTo><a:lnTo><a:pt x="86194" y="292239"/></a:lnTo><a:lnTo><a:pt x="87528" y="292239"/></a:lnTo><a:lnTo><a:pt x="87528" y="293382"/></a:lnTo><a:lnTo><a:pt x="91414" y="293382"/></a:lnTo><a:lnTo><a:pt x="91414" y="121577"/></a:lnTo><a:close/></a:path><a:path w="1076325" h="1071880"><a:moveTo><a:pt x="109486" y="137236"/></a:moveTo><a:lnTo><a:pt x="105600" y="137236"/></a:lnTo><a:lnTo><a:pt x="105600" y="308940"/></a:lnTo><a:lnTo><a:pt x="109486" y="308940"/></a:lnTo><a:lnTo><a:pt x="109486" y="137236"/></a:lnTo><a:close/></a:path><a:path w="1076325" h="1071880"><a:moveTo><a:pt x="121450" y="147612"/></a:moveTo><a:lnTo><a:pt x="119367" y="147612"/></a:lnTo><a:lnTo><a:pt x="119367" y="145808"/></a:lnTo><a:lnTo><a:pt x="118770" y="145808"/></a:lnTo><a:lnTo><a:pt x="118770" y="145288"/></a:lnTo><a:lnTo><a:pt x="114896" y="145288"/></a:lnTo><a:lnTo><a:pt x="114896" y="316928"/></a:lnTo><a:lnTo><a:pt x="115493" y="316928"/></a:lnTo><a:lnTo><a:pt x="115493" y="317436"/></a:lnTo><a:lnTo><a:pt x="117576" y="317436"/></a:lnTo><a:lnTo><a:pt x="117576" y="319227"/></a:lnTo><a:lnTo><a:pt x="121450" y="319227"/></a:lnTo><a:lnTo><a:pt x="121450" y="147612"/></a:lnTo><a:close/></a:path><a:path w="1076325" h="1071880"><a:moveTo><a:pt x="138023" y="161975"/></a:moveTo><a:lnTo><a:pt x="136690" y="161975"/></a:lnTo><a:lnTo><a:pt x="136690" y="160820"/></a:lnTo><a:lnTo><a:pt x="132816" y="160820"/></a:lnTo><a:lnTo><a:pt x="132816" y="332346"/></a:lnTo><a:lnTo><a:pt x="134150" y="332346"/></a:lnTo><a:lnTo><a:pt x="134150" y="333489"/></a:lnTo><a:lnTo><a:pt x="138023" y="333489"/></a:lnTo><a:lnTo><a:pt x="138023" y="161975"/></a:lnTo><a:close/></a:path><a:path w="1076325" h="1071880"><a:moveTo><a:pt x="158483" y="179705"/></a:moveTo><a:lnTo><a:pt x="157149" y="179705"/></a:lnTo><a:lnTo><a:pt x="157149" y="178549"/></a:lnTo><a:lnTo><a:pt x="153276" y="178549"/></a:lnTo><a:lnTo><a:pt x="153276" y="349935"/></a:lnTo><a:lnTo><a:pt x="154609" y="349935"/></a:lnTo><a:lnTo><a:pt x="154609" y="351091"/></a:lnTo><a:lnTo><a:pt x="158483" y="351091"/></a:lnTo><a:lnTo><a:pt x="158483" y="179705"/></a:lnTo><a:close/></a:path><a:path w="1076325" h="1071880"><a:moveTo><a:pt x="158483" y="0"/></a:moveTo><a:lnTo><a:pt x="157149" y="0"/></a:lnTo><a:lnTo><a:pt x="154609" y="0"/></a:lnTo><a:lnTo><a:pt x="153276" y="0"/></a:lnTo><a:lnTo><a:pt x="153276" y="94615"/></a:lnTo><a:lnTo><a:pt x="154609" y="94615"/></a:lnTo><a:lnTo><a:pt x="154609" y="95770"/></a:lnTo><a:lnTo><a:pt x="158483" y="95770"/></a:lnTo><a:lnTo><a:pt x="158483" y="0"/></a:lnTo><a:close/></a:path><a:path w="1076325" h="1071880"><a:moveTo><a:pt x="176555" y="195364"/></a:moveTo><a:lnTo><a:pt x="172681" y="195364"/></a:lnTo><a:lnTo><a:pt x="172681" y="366636"/></a:lnTo><a:lnTo><a:pt x="176555" y="366636"/></a:lnTo><a:lnTo><a:pt x="176555" y="195364"/></a:lnTo><a:close/></a:path><a:path w="1076325" h="1071880"><a:moveTo><a:pt x="176555" y="16814"/></a:moveTo><a:lnTo><a:pt x="172681" y="16814"/></a:lnTo><a:lnTo><a:pt x="172681" y="111442"/></a:lnTo><a:lnTo><a:pt x="176555" y="111442"/></a:lnTo><a:lnTo><a:pt x="176555" y="16814"/></a:lnTo><a:close/></a:path><a:path w="1076325" h="1071880"><a:moveTo><a:pt x="188531" y="205740"/></a:moveTo><a:lnTo><a:pt x="186436" y="205740"/></a:lnTo><a:lnTo><a:pt x="186436" y="203936"/></a:lnTo><a:lnTo><a:pt x="185839" y="203936"/></a:lnTo><a:lnTo><a:pt x="185839" y="203415"/></a:lnTo><a:lnTo><a:pt x="181965" y="203415"/></a:lnTo><a:lnTo><a:pt x="181965" y="374624"/></a:lnTo><a:lnTo><a:pt x="182562" y="374624"/></a:lnTo><a:lnTo><a:pt x="182562" y="375145"/></a:lnTo><a:lnTo><a:pt x="184645" y="375145"/></a:lnTo><a:lnTo><a:pt x="184645" y="376936"/></a:lnTo><a:lnTo><a:pt x="188531" y="376936"/></a:lnTo><a:lnTo><a:pt x="188531" y="205740"/></a:lnTo><a:close/></a:path><a:path w="1076325" h="1071880"><a:moveTo><a:pt x="189293" y="18008"/></a:moveTo><a:lnTo><a:pt x="188531" y="18008"/></a:lnTo><a:lnTo><a:pt x="188531" y="17348"/></a:lnTo><a:lnTo><a:pt x="186436" y="17348"/></a:lnTo><a:lnTo><a:pt x="185839" y="17348"/></a:lnTo><a:lnTo><a:pt x="185839" y="16827"/></a:lnTo><a:lnTo><a:pt x="181965" y="16827"/></a:lnTo><a:lnTo><a:pt x="181965" y="119481"/></a:lnTo><a:lnTo><a:pt x="182562" y="119481"/></a:lnTo><a:lnTo><a:pt x="182562" y="120002"/></a:lnTo><a:lnTo><a:pt x="184645" y="120002"/></a:lnTo><a:lnTo><a:pt x="184645" y="121805"/></a:lnTo><a:lnTo><a:pt x="188531" y="121805"/></a:lnTo><a:lnTo><a:pt x="188531" y="24650"/></a:lnTo><a:lnTo><a:pt x="189293" y="24650"/></a:lnTo><a:lnTo><a:pt x="189293" y="18008"/></a:lnTo><a:close/></a:path><a:path w="1076325" h="1071880"><a:moveTo><a:pt x="205105" y="220103"/></a:moveTo><a:lnTo><a:pt x="203771" y="220103"/></a:lnTo><a:lnTo><a:pt x="203771" y="218948"/></a:lnTo><a:lnTo><a:pt x="199885" y="218948"/></a:lnTo><a:lnTo><a:pt x="199885" y="390042"/></a:lnTo><a:lnTo><a:pt x="201218" y="390042"/></a:lnTo><a:lnTo><a:pt x="201218" y="391198"/></a:lnTo><a:lnTo><a:pt x="205105" y="391198"/></a:lnTo><a:lnTo><a:pt x="205105" y="220103"/></a:lnTo><a:close/></a:path><a:path w="1076325" h="1071880"><a:moveTo><a:pt x="205105" y="40398"/></a:moveTo><a:lnTo><a:pt x="203771" y="40398"/></a:lnTo><a:lnTo><a:pt x="201218" y="40398"/></a:lnTo><a:lnTo><a:pt x="199885" y="40398"/></a:lnTo><a:lnTo><a:pt x="199885" y="135013"/></a:lnTo><a:lnTo><a:pt x="201218" y="135013"/></a:lnTo><a:lnTo><a:pt x="201218" y="136169"/></a:lnTo><a:lnTo><a:pt x="205105" y="136169"/></a:lnTo><a:lnTo><a:pt x="205105" y="40398"/></a:lnTo><a:close/></a:path><a:path w="1076325" h="1071880"><a:moveTo><a:pt x="225552" y="237832"/></a:moveTo><a:lnTo><a:pt x="224218" y="237832"/></a:lnTo><a:lnTo><a:pt x="224218" y="236677"/></a:lnTo><a:lnTo><a:pt x="220345" y="236677"/></a:lnTo><a:lnTo><a:pt x="220345" y="407644"/></a:lnTo><a:lnTo><a:pt x="221678" y="407644"/></a:lnTo><a:lnTo><a:pt x="221678" y="408800"/></a:lnTo><a:lnTo><a:pt x="225552" y="408800"/></a:lnTo><a:lnTo><a:pt x="225552" y="237832"/></a:lnTo><a:close/></a:path><a:path w="1076325" h="1071880"><a:moveTo><a:pt x="225552" y="58115"/></a:moveTo><a:lnTo><a:pt x="224218" y="58115"/></a:lnTo><a:lnTo><a:pt x="221678" y="58115"/></a:lnTo><a:lnTo><a:pt x="220345" y="58115"/></a:lnTo><a:lnTo><a:pt x="220345" y="152742"/></a:lnTo><a:lnTo><a:pt x="221678" y="152742"/></a:lnTo><a:lnTo><a:pt x="221678" y="153898"/></a:lnTo><a:lnTo><a:pt x="225552" y="153898"/></a:lnTo><a:lnTo><a:pt x="225552" y="58115"/></a:lnTo><a:close/></a:path><a:path w="1076325" h="1071880"><a:moveTo><a:pt x="243636" y="253492"/></a:moveTo><a:lnTo><a:pt x="239763" y="253492"/></a:lnTo><a:lnTo><a:pt x="239763" y="424345"/></a:lnTo><a:lnTo><a:pt x="243636" y="424345"/></a:lnTo><a:lnTo><a:pt x="243636" y="253492"/></a:lnTo><a:close/></a:path><a:path w="1076325" h="1071880"><a:moveTo><a:pt x="243636" y="74942"/></a:moveTo><a:lnTo><a:pt x="239763" y="74942"/></a:lnTo><a:lnTo><a:pt x="239763" y="169557"/></a:lnTo><a:lnTo><a:pt x="243636" y="169557"/></a:lnTo><a:lnTo><a:pt x="243636" y="74942"/></a:lnTo><a:close/></a:path><a:path w="1076325" h="1071880"><a:moveTo><a:pt x="255600" y="263867"/></a:moveTo><a:lnTo><a:pt x="253517" y="263867"/></a:lnTo><a:lnTo><a:pt x="253517" y="262064"/></a:lnTo><a:lnTo><a:pt x="252920" y="262064"/></a:lnTo><a:lnTo><a:pt x="252920" y="261543"/></a:lnTo><a:lnTo><a:pt x="249047" y="261543"/></a:lnTo><a:lnTo><a:pt x="249047" y="432333"/></a:lnTo><a:lnTo><a:pt x="249643" y="432333"/></a:lnTo><a:lnTo><a:pt x="249643" y="432841"/></a:lnTo><a:lnTo><a:pt x="251726" y="432841"/></a:lnTo><a:lnTo><a:pt x="251726" y="434644"/></a:lnTo><a:lnTo><a:pt x="255600" y="434644"/></a:lnTo><a:lnTo><a:pt x="255600" y="263867"/></a:lnTo><a:close/></a:path><a:path w="1076325" h="1071880"><a:moveTo><a:pt x="256362" y="76136"/></a:moveTo><a:lnTo><a:pt x="255600" y="76136"/></a:lnTo><a:lnTo><a:pt x="255600" y="75463"/></a:lnTo><a:lnTo><a:pt x="253517" y="75463"/></a:lnTo><a:lnTo><a:pt x="252920" y="75463"/></a:lnTo><a:lnTo><a:pt x="252920" y="74942"/></a:lnTo><a:lnTo><a:pt x="249047" y="74942"/></a:lnTo><a:lnTo><a:pt x="249047" y="177609"/></a:lnTo><a:lnTo><a:pt x="249643" y="177609"/></a:lnTo><a:lnTo><a:pt x="249643" y="178130"/></a:lnTo><a:lnTo><a:pt x="251726" y="178130"/></a:lnTo><a:lnTo><a:pt x="251726" y="179933"/></a:lnTo><a:lnTo><a:pt x="255600" y="179933"/></a:lnTo><a:lnTo><a:pt x="255600" y="82765"/></a:lnTo><a:lnTo><a:pt x="256362" y="82765"/></a:lnTo><a:lnTo><a:pt x="256362" y="76136"/></a:lnTo><a:close/></a:path><a:path w="1076325" h="1071880"><a:moveTo><a:pt x="273304" y="279209"/></a:moveTo><a:lnTo><a:pt x="271970" y="279209"/></a:lnTo><a:lnTo><a:pt x="271970" y="278053"/></a:lnTo><a:lnTo><a:pt x="268097" y="278053"/></a:lnTo><a:lnTo><a:pt x="268097" y="582345"/></a:lnTo><a:lnTo><a:pt x="271970" y="582345"/></a:lnTo><a:lnTo><a:pt x="271970" y="581533"/></a:lnTo><a:lnTo><a:pt x="273304" y="581533"/></a:lnTo><a:lnTo><a:pt x="273304" y="279209"/></a:lnTo><a:close/></a:path><a:path w="1076325" h="1071880"><a:moveTo><a:pt x="292417" y="117221"/></a:moveTo><a:lnTo><a:pt x="291820" y="117221"/></a:lnTo><a:lnTo><a:pt x="291820" y="115277"/></a:lnTo><a:lnTo><a:pt x="290487" y="115277"/></a:lnTo><a:lnTo><a:pt x="290487" y="117221"/></a:lnTo><a:lnTo><a:pt x="288544" y="117221"/></a:lnTo><a:lnTo><a:pt x="288544" y="211848"/></a:lnTo><a:lnTo><a:pt x="292417" y="211848"/></a:lnTo><a:lnTo><a:pt x="292417" y="117221"/></a:lnTo><a:close/></a:path><a:path w="1076325" h="1071880"><a:moveTo><a:pt x="293763" y="296938"/></a:moveTo><a:lnTo><a:pt x="292417" y="296938"/></a:lnTo><a:lnTo><a:pt x="292417" y="295783"/></a:lnTo><a:lnTo><a:pt x="288544" y="295783"/></a:lnTo><a:lnTo><a:pt x="288544" y="569925"/></a:lnTo><a:lnTo><a:pt x="292417" y="569925"/></a:lnTo><a:lnTo><a:pt x="292417" y="569112"/></a:lnTo><a:lnTo><a:pt x="293763" y="569112"/></a:lnTo><a:lnTo><a:pt x="293763" y="296938"/></a:lnTo><a:close/></a:path><a:path w="1076325" h="1071880"><a:moveTo><a:pt x="311835" y="312597"/></a:moveTo><a:lnTo><a:pt x="307962" y="312597"/></a:lnTo><a:lnTo><a:pt x="307962" y="558139"/></a:lnTo><a:lnTo><a:pt x="311835" y="558139"/></a:lnTo><a:lnTo><a:pt x="311835" y="312597"/></a:lnTo><a:close/></a:path><a:path w="1076325" h="1071880"><a:moveTo><a:pt x="323799" y="322973"/></a:moveTo><a:lnTo><a:pt x="321716" y="322973"/></a:lnTo><a:lnTo><a:pt x="321716" y="321170"/></a:lnTo><a:lnTo><a:pt x="321119" y="321170"/></a:lnTo><a:lnTo><a:pt x="321119" y="320649"/></a:lnTo><a:lnTo><a:pt x="317246" y="320649"/></a:lnTo><a:lnTo><a:pt x="317246" y="552500"/></a:lnTo><a:lnTo><a:pt x="321119" y="552500"/></a:lnTo><a:lnTo><a:pt x="321119" y="552132"/></a:lnTo><a:lnTo><a:pt x="321716" y="552132"/></a:lnTo><a:lnTo><a:pt x="321716" y="550875"/></a:lnTo><a:lnTo><a:pt x="323799" y="550875"/></a:lnTo><a:lnTo><a:pt x="323799" y="322973"/></a:lnTo><a:close/></a:path><a:path w="1076325" h="1071880"><a:moveTo><a:pt x="445973" y="428853"/></a:moveTo><a:lnTo><a:pt x="442099" y="428853"/></a:lnTo><a:lnTo><a:pt x="442099" y="627164"/></a:lnTo><a:lnTo><a:pt x="445973" y="627164"/></a:lnTo><a:lnTo><a:pt x="445973" y="428853"/></a:lnTo><a:close/></a:path><a:path w="1076325" h="1071880"><a:moveTo><a:pt x="445973" y="250266"/></a:moveTo><a:lnTo><a:pt x="442099" y="250266"/></a:lnTo><a:lnTo><a:pt x="442099" y="344919"/></a:lnTo><a:lnTo><a:pt x="445973" y="344919"/></a:lnTo><a:lnTo><a:pt x="445973" y="250266"/></a:lnTo><a:close/></a:path><a:path w="1076325" h="1071880"><a:moveTo><a:pt x="457949" y="439216"/></a:moveTo><a:lnTo><a:pt x="455866" y="439216"/></a:lnTo><a:lnTo><a:pt x="455866" y="437426"/></a:lnTo><a:lnTo><a:pt x="455269" y="437426"/></a:lnTo><a:lnTo><a:pt x="455269" y="436905"/></a:lnTo><a:lnTo><a:pt x="451383" y="436905"/></a:lnTo><a:lnTo><a:pt x="451383" y="635152"/></a:lnTo><a:lnTo><a:pt x="451993" y="635152"/></a:lnTo><a:lnTo><a:pt x="451993" y="635673"/></a:lnTo><a:lnTo><a:pt x="454063" y="635673"/></a:lnTo><a:lnTo><a:pt x="454063" y="637463"/></a:lnTo><a:lnTo><a:pt x="457949" y="637463"/></a:lnTo><a:lnTo><a:pt x="457949" y="439216"/></a:lnTo><a:close/></a:path><a:path w="1076325" h="1071880"><a:moveTo><a:pt x="458711" y="251447"/></a:moveTo><a:lnTo><a:pt x="457949" y="251447"/></a:lnTo><a:lnTo><a:pt x="457949" y="250799"/></a:lnTo><a:lnTo><a:pt x="455866" y="250799"/></a:lnTo><a:lnTo><a:pt x="455269" y="250799"/></a:lnTo><a:lnTo><a:pt x="455269" y="250278"/></a:lnTo><a:lnTo><a:pt x="451383" y="250278"/></a:lnTo><a:lnTo><a:pt x="451383" y="352971"/></a:lnTo><a:lnTo><a:pt x="451993" y="352971"/></a:lnTo><a:lnTo><a:pt x="451993" y="353491"/></a:lnTo><a:lnTo><a:pt x="454063" y="353491"/></a:lnTo><a:lnTo><a:pt x="454063" y="355295"/></a:lnTo><a:lnTo><a:pt x="457949" y="355295"/></a:lnTo><a:lnTo><a:pt x="457949" y="258089"/></a:lnTo><a:lnTo><a:pt x="458711" y="258089"/></a:lnTo><a:lnTo><a:pt x="458711" y="251447"/></a:lnTo><a:close/></a:path><a:path w="1076325" h="1071880"><a:moveTo><a:pt x="474522" y="453593"/></a:moveTo><a:lnTo><a:pt x="473189" y="453593"/></a:lnTo><a:lnTo><a:pt x="473189" y="452437"/></a:lnTo><a:lnTo><a:pt x="469315" y="452437"/></a:lnTo><a:lnTo><a:pt x="469315" y="650570"/></a:lnTo><a:lnTo><a:pt x="470649" y="650570"/></a:lnTo><a:lnTo><a:pt x="470649" y="651725"/></a:lnTo><a:lnTo><a:pt x="474522" y="651725"/></a:lnTo><a:lnTo><a:pt x="474522" y="453593"/></a:lnTo><a:close/></a:path><a:path w="1076325" h="1071880"><a:moveTo><a:pt x="474522" y="273837"/></a:moveTo><a:lnTo><a:pt x="473189" y="273837"/></a:lnTo><a:lnTo><a:pt x="470649" y="273837"/></a:lnTo><a:lnTo><a:pt x="469315" y="273837"/></a:lnTo><a:lnTo><a:pt x="469315" y="368503"/></a:lnTo><a:lnTo><a:pt x="470649" y="368503"/></a:lnTo><a:lnTo><a:pt x="470649" y="369658"/></a:lnTo><a:lnTo><a:pt x="474522" y="369658"/></a:lnTo><a:lnTo><a:pt x="474522" y="273837"/></a:lnTo><a:close/></a:path><a:path w="1076325" h="1071880"><a:moveTo><a:pt x="1076274" y="846543"/></a:moveTo><a:lnTo><a:pt x="1072324" y="846543"/></a:lnTo><a:lnTo><a:pt x="1072324" y="1071359"/></a:lnTo><a:lnTo><a:pt x="1076274" y="1071359"/></a:lnTo><a:lnTo><a:pt x="1076274" y="846543"/></a:lnTo><a:close/></a:path></a:pathLst></a:custGeom><a:solidFill><a:srgbClr val="000000"/></a:solidFill></p:spPr><p:txBody><a:bodyPr wrap="square" lIns="0" tIns="0" rIns="0" bIns="0" rtlCol="0"/><a:lstStyle/><a:p/></p:txBody></p:sp><p:sp><p:nvSpPr><p:cNvPr id="73" name="object 73"/><p:cNvSpPr/><p:nvPr/></p:nvSpPr><p:spPr><a:xfrm><a:off x="5886132" y="1774904"/><a:ext cx="708025" cy="884555"/></a:xfrm><a:custGeom><a:avLst/><a:gdLst/><a:ahLst/><a:cxnLst/><a:rect l="l" t="t" r="r" b="b"/><a:pathLst><a:path w="708025" h="884555"><a:moveTo><a:pt x="3873" y="179717"/></a:moveTo><a:lnTo><a:pt x="0" y="179717"/></a:lnTo><a:lnTo><a:pt x="0" y="451891"/></a:lnTo><a:lnTo><a:pt x="3873" y="451891"/></a:lnTo><a:lnTo><a:pt x="3873" y="179717"/></a:lnTo><a:close/></a:path><a:path w="708025" h="884555"><a:moveTo><a:pt x="3873" y="0"/></a:moveTo><a:lnTo><a:pt x="0" y="0"/></a:lnTo><a:lnTo><a:pt x="0" y="95783"/></a:lnTo><a:lnTo><a:pt x="3873" y="95783"/></a:lnTo><a:lnTo><a:pt x="3873" y="0"/></a:lnTo><a:close/></a:path><a:path w="708025" h="884555"><a:moveTo><a:pt x="50482" y="220116"/></a:moveTo><a:lnTo><a:pt x="49149" y="220116"/></a:lnTo><a:lnTo><a:pt x="49149" y="218960"/></a:lnTo><a:lnTo><a:pt x="45275" y="218960"/></a:lnTo><a:lnTo><a:pt x="45275" y="424395"/></a:lnTo><a:lnTo><a:pt x="49149" y="424395"/></a:lnTo><a:lnTo><a:pt x="49149" y="423583"/></a:lnTo><a:lnTo><a:pt x="50482" y="423583"/></a:lnTo><a:lnTo><a:pt x="50482" y="220116"/></a:lnTo><a:close/></a:path><a:path w="708025" h="884555"><a:moveTo><a:pt x="70942" y="237845"/></a:moveTo><a:lnTo><a:pt x="69608" y="237845"/></a:lnTo><a:lnTo><a:pt x="69608" y="236677"/></a:lnTo><a:lnTo><a:pt x="65735" y="236677"/></a:lnTo><a:lnTo><a:pt x="65735" y="435533"/></a:lnTo><a:lnTo><a:pt x="67068" y="435533"/></a:lnTo><a:lnTo><a:pt x="67068" y="436689"/></a:lnTo><a:lnTo><a:pt x="70942" y="436689"/></a:lnTo><a:lnTo><a:pt x="70942" y="237845"/></a:lnTo><a:close/></a:path><a:path w="708025" h="884555"><a:moveTo><a:pt x="89027" y="253504"/></a:moveTo><a:lnTo><a:pt x="85140" y="253504"/></a:lnTo><a:lnTo><a:pt x="85140" y="452234"/></a:lnTo><a:lnTo><a:pt x="89027" y="452234"/></a:lnTo><a:lnTo><a:pt x="89027" y="253504"/></a:lnTo><a:close/></a:path><a:path w="708025" h="884555"><a:moveTo><a:pt x="100977" y="263880"/></a:moveTo><a:lnTo><a:pt x="98907" y="263880"/></a:lnTo><a:lnTo><a:pt x="98907" y="262077"/></a:lnTo><a:lnTo><a:pt x="98310" y="262077"/></a:lnTo><a:lnTo><a:pt x="98310" y="261556"/></a:lnTo><a:lnTo><a:pt x="94424" y="261556"/></a:lnTo><a:lnTo><a:pt x="94424" y="460222"/></a:lnTo><a:lnTo><a:pt x="95021" y="460222"/></a:lnTo><a:lnTo><a:pt x="95021" y="460743"/></a:lnTo><a:lnTo><a:pt x="97104" y="460743"/></a:lnTo><a:lnTo><a:pt x="97104" y="462534"/></a:lnTo><a:lnTo><a:pt x="100977" y="462534"/></a:lnTo><a:lnTo><a:pt x="100977" y="263880"/></a:lnTo><a:close/></a:path><a:path w="708025" h="884555"><a:moveTo><a:pt x="117551" y="278244"/></a:moveTo><a:lnTo><a:pt x="116217" y="278244"/></a:lnTo><a:lnTo><a:pt x="116217" y="277088"/></a:lnTo><a:lnTo><a:pt x="112344" y="277088"/></a:lnTo><a:lnTo><a:pt x="112344" y="475640"/></a:lnTo><a:lnTo><a:pt x="113677" y="475640"/></a:lnTo><a:lnTo><a:pt x="113677" y="476796"/></a:lnTo><a:lnTo><a:pt x="117551" y="476796"/></a:lnTo><a:lnTo><a:pt x="117551" y="278244"/></a:lnTo><a:close/></a:path><a:path w="708025" h="884555"><a:moveTo><a:pt x="117551" y="98501"/></a:moveTo><a:lnTo><a:pt x="116217" y="98501"/></a:lnTo><a:lnTo><a:pt x="113677" y="98501"/></a:lnTo><a:lnTo><a:pt x="112344" y="98501"/></a:lnTo><a:lnTo><a:pt x="112344" y="193141"/></a:lnTo><a:lnTo><a:pt x="113677" y="193141"/></a:lnTo><a:lnTo><a:pt x="113677" y="194310"/></a:lnTo><a:lnTo><a:pt x="117551" y="194310"/></a:lnTo><a:lnTo><a:pt x="117551" y="98501"/></a:lnTo><a:close/></a:path><a:path w="708025" h="884555"><a:moveTo><a:pt x="138010" y="295973"/></a:moveTo><a:lnTo><a:pt x="136677" y="295973"/></a:lnTo><a:lnTo><a:pt x="136677" y="294817"/></a:lnTo><a:lnTo><a:pt x="132803" y="294817"/></a:lnTo><a:lnTo><a:pt x="132803" y="493242"/></a:lnTo><a:lnTo><a:pt x="134137" y="493242"/></a:lnTo><a:lnTo><a:pt x="134137" y="494385"/></a:lnTo><a:lnTo><a:pt x="138010" y="494385"/></a:lnTo><a:lnTo><a:pt x="138010" y="295973"/></a:lnTo><a:close/></a:path><a:path w="708025" h="884555"><a:moveTo><a:pt x="138010" y="116230"/></a:moveTo><a:lnTo><a:pt x="136677" y="116230"/></a:lnTo><a:lnTo><a:pt x="134137" y="116230"/></a:lnTo><a:lnTo><a:pt x="132803" y="116230"/></a:lnTo><a:lnTo><a:pt x="132803" y="210883"/></a:lnTo><a:lnTo><a:pt x="134137" y="210883"/></a:lnTo><a:lnTo><a:pt x="134137" y="212039"/></a:lnTo><a:lnTo><a:pt x="138010" y="212039"/></a:lnTo><a:lnTo><a:pt x="138010" y="116230"/></a:lnTo><a:close/></a:path><a:path w="708025" h="884555"><a:moveTo><a:pt x="273291" y="413207"/></a:moveTo><a:lnTo><a:pt x="271957" y="413207"/></a:lnTo><a:lnTo><a:pt x="271957" y="412038"/></a:lnTo><a:lnTo><a:pt x="268084" y="412038"/></a:lnTo><a:lnTo><a:pt x="268084" y="609625"/></a:lnTo><a:lnTo><a:pt x="269417" y="609625"/></a:lnTo><a:lnTo><a:pt x="269417" y="610768"/></a:lnTo><a:lnTo><a:pt x="273291" y="610768"/></a:lnTo><a:lnTo><a:pt x="273291" y="413207"/></a:lnTo><a:close/></a:path><a:path w="708025" h="884555"><a:moveTo><a:pt x="291363" y="428866"/></a:moveTo><a:lnTo><a:pt x="287489" y="428866"/></a:lnTo><a:lnTo><a:pt x="287489" y="626325"/></a:lnTo><a:lnTo><a:pt x="291363" y="626325"/></a:lnTo><a:lnTo><a:pt x="291363" y="428866"/></a:lnTo><a:close/></a:path><a:path w="708025" h="884555"><a:moveTo><a:pt x="303326" y="439242"/></a:moveTo><a:lnTo><a:pt x="301244" y="439242"/></a:lnTo><a:lnTo><a:pt x="301244" y="437426"/></a:lnTo><a:lnTo><a:pt x="300647" y="437426"/></a:lnTo><a:lnTo><a:pt x="300647" y="436918"/></a:lnTo><a:lnTo><a:pt x="296773" y="436918"/></a:lnTo><a:lnTo><a:pt x="296773" y="634314"/></a:lnTo><a:lnTo><a:pt x="297370" y="634314"/></a:lnTo><a:lnTo><a:pt x="297370" y="634822"/></a:lnTo><a:lnTo><a:pt x="299453" y="634822"/></a:lnTo><a:lnTo><a:pt x="299453" y="636612"/></a:lnTo><a:lnTo><a:pt x="303326" y="636612"/></a:lnTo><a:lnTo><a:pt x="303326" y="439242"/></a:lnTo><a:close/></a:path><a:path w="708025" h="884555"><a:moveTo><a:pt x="319913" y="453605"/></a:moveTo><a:lnTo><a:pt x="318579" y="453605"/></a:lnTo><a:lnTo><a:pt x="318579" y="452450"/></a:lnTo><a:lnTo><a:pt x="314693" y="452450"/></a:lnTo><a:lnTo><a:pt x="314693" y="649732"/></a:lnTo><a:lnTo><a:pt x="316026" y="649732"/></a:lnTo><a:lnTo><a:pt x="316026" y="650875"/></a:lnTo><a:lnTo><a:pt x="319913" y="650875"/></a:lnTo><a:lnTo><a:pt x="319913" y="453605"/></a:lnTo><a:close/></a:path><a:path w="708025" h="884555"><a:moveTo><a:pt x="340360" y="471335"/></a:moveTo><a:lnTo><a:pt x="339026" y="471335"/></a:lnTo><a:lnTo><a:pt x="339026" y="470179"/></a:lnTo><a:lnTo><a:pt x="335153" y="470179"/></a:lnTo><a:lnTo><a:pt x="335153" y="667334"/></a:lnTo><a:lnTo><a:pt x="336486" y="667334"/></a:lnTo><a:lnTo><a:pt x="336486" y="668477"/></a:lnTo><a:lnTo><a:pt x="340360" y="668477"/></a:lnTo><a:lnTo><a:pt x="340360" y="471335"/></a:lnTo><a:close/></a:path><a:path w="708025" h="884555"><a:moveTo><a:pt x="358444" y="486994"/></a:moveTo><a:lnTo><a:pt x="354558" y="486994"/></a:lnTo><a:lnTo><a:pt x="354558" y="684034"/></a:lnTo><a:lnTo><a:pt x="358444" y="684034"/></a:lnTo><a:lnTo><a:pt x="358444" y="486994"/></a:lnTo><a:close/></a:path><a:path w="708025" h="884555"><a:moveTo><a:pt x="370408" y="497357"/></a:moveTo><a:lnTo><a:pt x="368325" y="497357"/></a:lnTo><a:lnTo><a:pt x="368325" y="495566"/></a:lnTo><a:lnTo><a:pt x="367728" y="495566"/></a:lnTo><a:lnTo><a:pt x="367728" y="495046"/></a:lnTo><a:lnTo><a:pt x="363842" y="495046"/></a:lnTo><a:lnTo><a:pt x="363842" y="692023"/></a:lnTo><a:lnTo><a:pt x="364439" y="692023"/></a:lnTo><a:lnTo><a:pt x="364439" y="692531"/></a:lnTo><a:lnTo><a:pt x="366534" y="692531"/></a:lnTo><a:lnTo><a:pt x="366534" y="694321"/></a:lnTo><a:lnTo><a:pt x="370408" y="694321"/></a:lnTo><a:lnTo><a:pt x="370408" y="497357"/></a:lnTo><a:close/></a:path><a:path w="708025" h="884555"><a:moveTo><a:pt x="386981" y="511721"/></a:moveTo><a:lnTo><a:pt x="385648" y="511721"/></a:lnTo><a:lnTo><a:pt x="385648" y="510565"/></a:lnTo><a:lnTo><a:pt x="381762" y="510565"/></a:lnTo><a:lnTo><a:pt x="381762" y="707440"/></a:lnTo><a:lnTo><a:pt x="383095" y="707440"/></a:lnTo><a:lnTo><a:pt x="383095" y="708583"/></a:lnTo><a:lnTo><a:pt x="386981" y="708583"/></a:lnTo><a:lnTo><a:pt x="386981" y="511721"/></a:lnTo><a:close/></a:path><a:path w="708025" h="884555"><a:moveTo><a:pt x="386981" y="331939"/></a:moveTo><a:lnTo><a:pt x="385648" y="331939"/></a:lnTo><a:lnTo><a:pt x="383095" y="331939"/></a:lnTo><a:lnTo><a:pt x="381762" y="331939"/></a:lnTo><a:lnTo><a:pt x="381762" y="426643"/></a:lnTo><a:lnTo><a:pt x="383095" y="426643"/></a:lnTo><a:lnTo><a:pt x="383095" y="427799"/></a:lnTo><a:lnTo><a:pt x="386981" y="427799"/></a:lnTo><a:lnTo><a:pt x="386981" y="331939"/></a:lnTo><a:close/></a:path><a:path w="708025" h="884555"><a:moveTo><a:pt x="407441" y="529463"/></a:moveTo><a:lnTo><a:pt x="406107" y="529463"/></a:lnTo><a:lnTo><a:pt x="406107" y="528307"/></a:lnTo><a:lnTo><a:pt x="402221" y="528307"/></a:lnTo><a:lnTo><a:pt x="402221" y="725043"/></a:lnTo><a:lnTo><a:pt x="403555" y="725043"/></a:lnTo><a:lnTo><a:pt x="403555" y="726186"/></a:lnTo><a:lnTo><a:pt x="407441" y="726186"/></a:lnTo><a:lnTo><a:pt x="407441" y="529463"/></a:lnTo><a:close/></a:path><a:path w="708025" h="884555"><a:moveTo><a:pt x="407441" y="349669"/></a:moveTo><a:lnTo><a:pt x="406107" y="349669"/></a:lnTo><a:lnTo><a:pt x="403555" y="349669"/></a:lnTo><a:lnTo><a:pt x="402221" y="349669"/></a:lnTo><a:lnTo><a:pt x="402221" y="444360"/></a:lnTo><a:lnTo><a:pt x="403555" y="444360"/></a:lnTo><a:lnTo><a:pt x="403555" y="445528"/></a:lnTo><a:lnTo><a:pt x="407441" y="445528"/></a:lnTo><a:lnTo><a:pt x="407441" y="349669"/></a:lnTo><a:close/></a:path><a:path w="708025" h="884555"><a:moveTo><a:pt x="425513" y="545122"/></a:moveTo><a:lnTo><a:pt x="421627" y="545122"/></a:lnTo><a:lnTo><a:pt x="421627" y="741730"/></a:lnTo><a:lnTo><a:pt x="425513" y="741730"/></a:lnTo><a:lnTo><a:pt x="425513" y="545122"/></a:lnTo><a:close/></a:path><a:path w="708025" h="884555"><a:moveTo><a:pt x="425513" y="366483"/></a:moveTo><a:lnTo><a:pt x="421627" y="366483"/></a:lnTo><a:lnTo><a:pt x="421627" y="461187"/></a:lnTo><a:lnTo><a:pt x="425513" y="461187"/></a:lnTo><a:lnTo><a:pt x="425513" y="366483"/></a:lnTo><a:close/></a:path><a:path w="708025" h="884555"><a:moveTo><a:pt x="437476" y="555498"/></a:moveTo><a:lnTo><a:pt x="435394" y="555498"/></a:lnTo><a:lnTo><a:pt x="435394" y="553681"/></a:lnTo><a:lnTo><a:pt x="434797" y="553681"/></a:lnTo><a:lnTo><a:pt x="434797" y="553173"/></a:lnTo><a:lnTo><a:pt x="430923" y="553173"/></a:lnTo><a:lnTo><a:pt x="430923" y="749731"/></a:lnTo><a:lnTo><a:pt x="431520" y="749731"/></a:lnTo><a:lnTo><a:pt x="431520" y="750239"/></a:lnTo><a:lnTo><a:pt x="433603" y="750239"/></a:lnTo><a:lnTo><a:pt x="433603" y="752030"/></a:lnTo><a:lnTo><a:pt x="437476" y="752030"/></a:lnTo><a:lnTo><a:pt x="437476" y="555498"/></a:lnTo><a:close/></a:path><a:path w="708025" h="884555"><a:moveTo><a:pt x="438238" y="367677"/></a:moveTo><a:lnTo><a:pt x="437476" y="367677"/></a:lnTo><a:lnTo><a:pt x="437476" y="367017"/></a:lnTo><a:lnTo><a:pt x="435394" y="367017"/></a:lnTo><a:lnTo><a:pt x="434797" y="367017"/></a:lnTo><a:lnTo><a:pt x="434797" y="366496"/></a:lnTo><a:lnTo><a:pt x="430923" y="366496"/></a:lnTo><a:lnTo><a:pt x="430923" y="469239"/></a:lnTo><a:lnTo><a:pt x="431520" y="469239"/></a:lnTo><a:lnTo><a:pt x="431520" y="469760"/></a:lnTo><a:lnTo><a:pt x="433603" y="469760"/></a:lnTo><a:lnTo><a:pt x="433603" y="471551"/></a:lnTo><a:lnTo><a:pt x="437476" y="471551"/></a:lnTo><a:lnTo><a:pt x="437476" y="374307"/></a:lnTo><a:lnTo><a:pt x="438238" y="374307"/></a:lnTo><a:lnTo><a:pt x="438238" y="367677"/></a:lnTo><a:close/></a:path><a:path w="708025" h="884555"><a:moveTo><a:pt x="454050" y="569861"/></a:moveTo><a:lnTo><a:pt x="452716" y="569861"/></a:lnTo><a:lnTo><a:pt x="452716" y="568706"/></a:lnTo><a:lnTo><a:pt x="448843" y="568706"/></a:lnTo><a:lnTo><a:pt x="448843" y="765149"/></a:lnTo><a:lnTo><a:pt x="450176" y="765149"/></a:lnTo><a:lnTo><a:pt x="450176" y="766292"/></a:lnTo><a:lnTo><a:pt x="454050" y="766292"/></a:lnTo><a:lnTo><a:pt x="454050" y="569861"/></a:lnTo><a:close/></a:path><a:path w="708025" h="884555"><a:moveTo><a:pt x="454050" y="390067"/></a:moveTo><a:lnTo><a:pt x="452716" y="390067"/></a:lnTo><a:lnTo><a:pt x="450176" y="390067"/></a:lnTo><a:lnTo><a:pt x="448843" y="390067"/></a:lnTo><a:lnTo><a:pt x="448843" y="484771"/></a:lnTo><a:lnTo><a:pt x="450176" y="484771"/></a:lnTo><a:lnTo><a:pt x="450176" y="485927"/></a:lnTo><a:lnTo><a:pt x="454050" y="485927"/></a:lnTo><a:lnTo><a:pt x="454050" y="390067"/></a:lnTo><a:close/></a:path><a:path w="708025" h="884555"><a:moveTo><a:pt x="474510" y="587578"/></a:moveTo><a:lnTo><a:pt x="473176" y="587578"/></a:lnTo><a:lnTo><a:pt x="473176" y="586422"/></a:lnTo><a:lnTo><a:pt x="469303" y="586422"/></a:lnTo><a:lnTo><a:pt x="469303" y="782739"/></a:lnTo><a:lnTo><a:pt x="470636" y="782739"/></a:lnTo><a:lnTo><a:pt x="470636" y="783894"/></a:lnTo><a:lnTo><a:pt x="474510" y="783894"/></a:lnTo><a:lnTo><a:pt x="474510" y="587578"/></a:lnTo><a:close/></a:path><a:path w="708025" h="884555"><a:moveTo><a:pt x="474510" y="407784"/></a:moveTo><a:lnTo><a:pt x="473176" y="407784"/></a:lnTo><a:lnTo><a:pt x="470636" y="407784"/></a:lnTo><a:lnTo><a:pt x="469303" y="407784"/></a:lnTo><a:lnTo><a:pt x="469303" y="502500"/></a:lnTo><a:lnTo><a:pt x="470636" y="502500"/></a:lnTo><a:lnTo><a:pt x="470636" y="503656"/></a:lnTo><a:lnTo><a:pt x="474510" y="503656"/></a:lnTo><a:lnTo><a:pt x="474510" y="407784"/></a:lnTo><a:close/></a:path><a:path w="708025" h="884555"><a:moveTo><a:pt x="492582" y="603250"/></a:moveTo><a:lnTo><a:pt x="488708" y="603250"/></a:lnTo><a:lnTo><a:pt x="488708" y="799439"/></a:lnTo><a:lnTo><a:pt x="492582" y="799439"/></a:lnTo><a:lnTo><a:pt x="492582" y="603250"/></a:lnTo><a:close/></a:path><a:path w="708025" h="884555"><a:moveTo><a:pt x="492582" y="424599"/></a:moveTo><a:lnTo><a:pt x="488708" y="424599"/></a:lnTo><a:lnTo><a:pt x="488708" y="519315"/></a:lnTo><a:lnTo><a:pt x="492582" y="519315"/></a:lnTo><a:lnTo><a:pt x="492582" y="424599"/></a:lnTo><a:close/></a:path><a:path w="708025" h="884555"><a:moveTo><a:pt x="504558" y="613625"/></a:moveTo><a:lnTo><a:pt x="502462" y="613625"/></a:lnTo><a:lnTo><a:pt x="502462" y="611809"/></a:lnTo><a:lnTo><a:pt x="501865" y="611809"/></a:lnTo><a:lnTo><a:pt x="501865" y="611289"/></a:lnTo><a:lnTo><a:pt x="497992" y="611289"/></a:lnTo><a:lnTo><a:pt x="497992" y="807427"/></a:lnTo><a:lnTo><a:pt x="498589" y="807427"/></a:lnTo><a:lnTo><a:pt x="498589" y="807948"/></a:lnTo><a:lnTo><a:pt x="500672" y="807948"/></a:lnTo><a:lnTo><a:pt x="500672" y="809739"/></a:lnTo><a:lnTo><a:pt x="504558" y="809739"/></a:lnTo><a:lnTo><a:pt x="504558" y="613625"/></a:lnTo><a:close/></a:path><a:path w="708025" h="884555"><a:moveTo><a:pt x="505320" y="425792"/></a:moveTo><a:lnTo><a:pt x="504558" y="425792"/></a:lnTo><a:lnTo><a:pt x="504558" y="425132"/></a:lnTo><a:lnTo><a:pt x="502462" y="425132"/></a:lnTo><a:lnTo><a:pt x="501865" y="425132"/></a:lnTo><a:lnTo><a:pt x="501865" y="424611"/></a:lnTo><a:lnTo><a:pt x="497992" y="424611"/></a:lnTo><a:lnTo><a:pt x="497992" y="527367"/></a:lnTo><a:lnTo><a:pt x="498589" y="527367"/></a:lnTo><a:lnTo><a:pt x="498589" y="527888"/></a:lnTo><a:lnTo><a:pt x="500672" y="527888"/></a:lnTo><a:lnTo><a:pt x="500672" y="529691"/></a:lnTo><a:lnTo><a:pt x="504558" y="529691"/></a:lnTo><a:lnTo><a:pt x="504558" y="432422"/></a:lnTo><a:lnTo><a:pt x="505320" y="432422"/></a:lnTo><a:lnTo><a:pt x="505320" y="425792"/></a:lnTo><a:close/></a:path><a:path w="708025" h="884555"><a:moveTo><a:pt x="704811" y="787171"/></a:moveTo><a:lnTo><a:pt x="704215" y="787171"/></a:lnTo><a:lnTo><a:pt x="704215" y="786650"/></a:lnTo><a:lnTo><a:pt x="700341" y="786650"/></a:lnTo><a:lnTo><a:pt x="700341" y="883526"/></a:lnTo><a:lnTo><a:pt x="700938" y="883526"/></a:lnTo><a:lnTo><a:pt x="700938" y="884034"/></a:lnTo><a:lnTo><a:pt x="704811" y="884034"/></a:lnTo><a:lnTo><a:pt x="704811" y="787171"/></a:lnTo><a:close/></a:path><a:path w="708025" h="884555"><a:moveTo><a:pt x="707669" y="601116"/></a:moveTo><a:lnTo><a:pt x="704811" y="601116"/></a:lnTo><a:lnTo><a:pt x="704811" y="600456"/></a:lnTo><a:lnTo><a:pt x="704215" y="600456"/></a:lnTo><a:lnTo><a:pt x="704215" y="599935"/></a:lnTo><a:lnTo><a:pt x="700341" y="599935"/></a:lnTo><a:lnTo><a:pt x="700341" y="702729"/></a:lnTo><a:lnTo><a:pt x="700938" y="702729"/></a:lnTo><a:lnTo><a:pt x="700938" y="703237"/></a:lnTo><a:lnTo><a:pt x="704811" y="703237"/></a:lnTo><a:lnTo><a:pt x="704811" y="607745"/></a:lnTo><a:lnTo><a:pt x="707669" y="607745"/></a:lnTo><a:lnTo><a:pt x="707669" y="601116"/></a:lnTo><a:close/></a:path></a:pathLst></a:custGeom><a:solidFill><a:srgbClr val="000000"/></a:solidFill></p:spPr><p:txBody><a:bodyPr wrap="square" lIns="0" tIns="0" rIns="0" bIns="0" rtlCol="0"/><a:lstStyle/><a:p/></p:txBody></p:sp><p:sp><p:nvSpPr><p:cNvPr id="74" name="object 74"/><p:cNvSpPr/><p:nvPr/></p:nvSpPr><p:spPr><a:xfrm><a:off x="6403175" y="2297967"/><a:ext cx="527685" cy="652780"/></a:xfrm><a:custGeom><a:avLst/><a:gdLst/><a:ahLst/><a:cxnLst/><a:rect l="l" t="t" r="r" b="b"/><a:pathLst><a:path w="527684" h="652780"><a:moveTo><a:pt x="5207" y="105905"/></a:moveTo><a:lnTo><a:pt x="3873" y="105905"/></a:lnTo><a:lnTo><a:pt x="3873" y="104749"/></a:lnTo><a:lnTo><a:pt x="0" y="104749"/></a:lnTo><a:lnTo><a:pt x="0" y="294474"/></a:lnTo><a:lnTo><a:pt x="3873" y="294474"/></a:lnTo><a:lnTo><a:pt x="3873" y="293662"/></a:lnTo><a:lnTo><a:pt x="5207" y="293662"/></a:lnTo><a:lnTo><a:pt x="5207" y="105905"/></a:lnTo><a:close/></a:path><a:path w="527684" h="652780"><a:moveTo><a:pt x="25666" y="123634"/></a:moveTo><a:lnTo><a:pt x="24333" y="123634"/></a:lnTo><a:lnTo><a:pt x="24333" y="122478"/></a:lnTo><a:lnTo><a:pt x="20459" y="122478"/></a:lnTo><a:lnTo><a:pt x="20459" y="282054"/></a:lnTo><a:lnTo><a:pt x="24333" y="282054"/></a:lnTo><a:lnTo><a:pt x="24333" y="281241"/></a:lnTo><a:lnTo><a:pt x="25666" y="281241"/></a:lnTo><a:lnTo><a:pt x="25666" y="123634"/></a:lnTo><a:close/></a:path><a:path w="527684" h="652780"><a:moveTo><a:pt x="43738" y="139293"/></a:moveTo><a:lnTo><a:pt x="39865" y="139293"/></a:lnTo><a:lnTo><a:pt x="39865" y="270268"/></a:lnTo><a:lnTo><a:pt x="43738" y="270268"/></a:lnTo><a:lnTo><a:pt x="43738" y="139293"/></a:lnTo><a:close/></a:path><a:path w="527684" h="652780"><a:moveTo><a:pt x="55714" y="149656"/></a:moveTo><a:lnTo><a:pt x="53632" y="149656"/></a:lnTo><a:lnTo><a:pt x="53632" y="147866"/></a:lnTo><a:lnTo><a:pt x="53022" y="147866"/></a:lnTo><a:lnTo><a:pt x="53022" y="147345"/></a:lnTo><a:lnTo><a:pt x="49149" y="147345"/></a:lnTo><a:lnTo><a:pt x="49149" y="264629"/></a:lnTo><a:lnTo><a:pt x="53022" y="264629"/></a:lnTo><a:lnTo><a:pt x="53022" y="264261"/></a:lnTo><a:lnTo><a:pt x="53632" y="264261"/></a:lnTo><a:lnTo><a:pt x="53632" y="263004"/></a:lnTo><a:lnTo><a:pt x="55714" y="263004"/></a:lnTo><a:lnTo><a:pt x="55714" y="149656"/></a:lnTo><a:close/></a:path><a:path w="527684" h="652780"><a:moveTo><a:pt x="72288" y="164020"/></a:moveTo><a:lnTo><a:pt x="70954" y="164020"/></a:lnTo><a:lnTo><a:pt x="70954" y="162864"/></a:lnTo><a:lnTo><a:pt x="67068" y="162864"/></a:lnTo><a:lnTo><a:pt x="67068" y="260464"/></a:lnTo><a:lnTo><a:pt x="68402" y="260464"/></a:lnTo><a:lnTo><a:pt x="68402" y="261607"/></a:lnTo><a:lnTo><a:pt x="72288" y="261607"/></a:lnTo><a:lnTo><a:pt x="72288" y="164020"/></a:lnTo><a:close/></a:path><a:path w="527684" h="652780"><a:moveTo><a:pt x="92748" y="181749"/></a:moveTo><a:lnTo><a:pt x="91401" y="181749"/></a:lnTo><a:lnTo><a:pt x="91401" y="180594"/></a:lnTo><a:lnTo><a:pt x="87528" y="180594"/></a:lnTo><a:lnTo><a:pt x="87528" y="278066"/></a:lnTo><a:lnTo><a:pt x="88861" y="278066"/></a:lnTo><a:lnTo><a:pt x="88861" y="279209"/></a:lnTo><a:lnTo><a:pt x="92748" y="279209"/></a:lnTo><a:lnTo><a:pt x="92748" y="181749"/></a:lnTo><a:close/></a:path><a:path w="527684" h="652780"><a:moveTo><a:pt x="92748" y="1930"/></a:moveTo><a:lnTo><a:pt x="91401" y="1930"/></a:lnTo><a:lnTo><a:pt x="90805" y="1930"/></a:lnTo><a:lnTo><a:pt x="90805" y="0"/></a:lnTo><a:lnTo><a:pt x="89471" y="0"/></a:lnTo><a:lnTo><a:pt x="89471" y="1930"/></a:lnTo><a:lnTo><a:pt x="88861" y="1930"/></a:lnTo><a:lnTo><a:pt x="87528" y="1930"/></a:lnTo><a:lnTo><a:pt x="87528" y="96659"/></a:lnTo><a:lnTo><a:pt x="88861" y="96659"/></a:lnTo><a:lnTo><a:pt x="88861" y="97828"/></a:lnTo><a:lnTo><a:pt x="92748" y="97828"/></a:lnTo><a:lnTo><a:pt x="92748" y="1930"/></a:lnTo><a:close/></a:path><a:path w="527684" h="652780"><a:moveTo><a:pt x="110820" y="197421"/></a:moveTo><a:lnTo><a:pt x="106934" y="197421"/></a:lnTo><a:lnTo><a:pt x="106934" y="294767"/></a:lnTo><a:lnTo><a:pt x="110820" y="294767"/></a:lnTo><a:lnTo><a:pt x="110820" y="197421"/></a:lnTo><a:close/></a:path><a:path w="527684" h="652780"><a:moveTo><a:pt x="122783" y="207797"/></a:moveTo><a:lnTo><a:pt x="120700" y="207797"/></a:lnTo><a:lnTo><a:pt x="120700" y="205981"/></a:lnTo><a:lnTo><a:pt x="120103" y="205981"/></a:lnTo><a:lnTo><a:pt x="120103" y="205460"/></a:lnTo><a:lnTo><a:pt x="116230" y="205460"/></a:lnTo><a:lnTo><a:pt x="116230" y="302755"/></a:lnTo><a:lnTo><a:pt x="116827" y="302755"/></a:lnTo><a:lnTo><a:pt x="116827" y="303263"/></a:lnTo><a:lnTo><a:pt x="118910" y="303263"/></a:lnTo><a:lnTo><a:pt x="118910" y="305054"/></a:lnTo><a:lnTo><a:pt x="122783" y="305054"/></a:lnTo><a:lnTo><a:pt x="122783" y="207797"/></a:lnTo><a:close/></a:path><a:path w="527684" h="652780"><a:moveTo><a:pt x="139357" y="222161"/></a:moveTo><a:lnTo><a:pt x="138023" y="222161"/></a:lnTo><a:lnTo><a:pt x="138023" y="221005"/></a:lnTo><a:lnTo><a:pt x="134150" y="221005"/></a:lnTo><a:lnTo><a:pt x="134150" y="318173"/></a:lnTo><a:lnTo><a:pt x="135483" y="318173"/></a:lnTo><a:lnTo><a:pt x="135483" y="319316"/></a:lnTo><a:lnTo><a:pt x="139357" y="319316"/></a:lnTo><a:lnTo><a:pt x="139357" y="222161"/></a:lnTo><a:close/></a:path><a:path w="527684" h="652780"><a:moveTo><a:pt x="139357" y="42316"/></a:moveTo><a:lnTo><a:pt x="138023" y="42316"/></a:lnTo><a:lnTo><a:pt x="135483" y="42316"/></a:lnTo><a:lnTo><a:pt x="134150" y="42316"/></a:lnTo><a:lnTo><a:pt x="134150" y="137058"/></a:lnTo><a:lnTo><a:pt x="135483" y="137058"/></a:lnTo><a:lnTo><a:pt x="135483" y="138214"/></a:lnTo><a:lnTo><a:pt x="139357" y="138214"/></a:lnTo><a:lnTo><a:pt x="139357" y="42316"/></a:lnTo><a:close/></a:path><a:path w="527684" h="652780"><a:moveTo><a:pt x="159816" y="239877"/></a:moveTo><a:lnTo><a:pt x="158483" y="239877"/></a:lnTo><a:lnTo><a:pt x="158483" y="238721"/></a:lnTo><a:lnTo><a:pt x="154597" y="238721"/></a:lnTo><a:lnTo><a:pt x="154597" y="335775"/></a:lnTo><a:lnTo><a:pt x="155930" y="335775"/></a:lnTo><a:lnTo><a:pt x="155930" y="336918"/></a:lnTo><a:lnTo><a:pt x="159816" y="336918"/></a:lnTo><a:lnTo><a:pt x="159816" y="239877"/></a:lnTo><a:close/></a:path><a:path w="527684" h="652780"><a:moveTo><a:pt x="159816" y="60058"/></a:moveTo><a:lnTo><a:pt x="158483" y="60058"/></a:lnTo><a:lnTo><a:pt x="154597" y="60045"/></a:lnTo><a:lnTo><a:pt x="154597" y="154800"/></a:lnTo><a:lnTo><a:pt x="155930" y="154800"/></a:lnTo><a:lnTo><a:pt x="155930" y="155956"/></a:lnTo><a:lnTo><a:pt x="159816" y="155956"/></a:lnTo><a:lnTo><a:pt x="159816" y="60058"/></a:lnTo><a:close/></a:path><a:path w="527684" h="652780"><a:moveTo><a:pt x="177888" y="255549"/></a:moveTo><a:lnTo><a:pt x="174002" y="255549"/></a:lnTo><a:lnTo><a:pt x="174002" y="352463"/></a:lnTo><a:lnTo><a:pt x="177888" y="352463"/></a:lnTo><a:lnTo><a:pt x="177888" y="255549"/></a:lnTo><a:close/></a:path><a:path w="527684" h="652780"><a:moveTo><a:pt x="177888" y="76873"/></a:moveTo><a:lnTo><a:pt x="174002" y="76873"/></a:lnTo><a:lnTo><a:pt x="174002" y="171615"/></a:lnTo><a:lnTo><a:pt x="177888" y="171615"/></a:lnTo><a:lnTo><a:pt x="177888" y="76873"/></a:lnTo><a:close/></a:path><a:path w="527684" h="652780"><a:moveTo><a:pt x="189852" y="265912"/></a:moveTo><a:lnTo><a:pt x="185978" y="265912"/></a:lnTo><a:lnTo><a:pt x="185978" y="362762"/></a:lnTo><a:lnTo><a:pt x="189852" y="362762"/></a:lnTo><a:lnTo><a:pt x="189852" y="265912"/></a:lnTo><a:close/></a:path><a:path w="527684" h="652780"><a:moveTo><a:pt x="189852" y="77393"/></a:moveTo><a:lnTo><a:pt x="187172" y="77393"/></a:lnTo><a:lnTo><a:pt x="187172" y="76873"/></a:lnTo><a:lnTo><a:pt x="183299" y="76873"/></a:lnTo><a:lnTo><a:pt x="183299" y="179666"/></a:lnTo><a:lnTo><a:pt x="185978" y="179666"/></a:lnTo><a:lnTo><a:pt x="185978" y="181991"/></a:lnTo><a:lnTo><a:pt x="189852" y="181991"/></a:lnTo><a:lnTo><a:pt x="189852" y="77393"/></a:lnTo><a:close/></a:path><a:path w="527684" h="652780"><a:moveTo><a:pt x="206425" y="280276"/></a:moveTo><a:lnTo><a:pt x="205092" y="280276"/></a:lnTo><a:lnTo><a:pt x="205092" y="279120"/></a:lnTo><a:lnTo><a:pt x="201218" y="279120"/></a:lnTo><a:lnTo><a:pt x="201218" y="375869"/></a:lnTo><a:lnTo><a:pt x="202552" y="375869"/></a:lnTo><a:lnTo><a:pt x="202552" y="377024"/></a:lnTo><a:lnTo><a:pt x="206425" y="377024"/></a:lnTo><a:lnTo><a:pt x="206425" y="280276"/></a:lnTo><a:close/></a:path><a:path w="527684" h="652780"><a:moveTo><a:pt x="206425" y="100444"/></a:moveTo><a:lnTo><a:pt x="205092" y="100444"/></a:lnTo><a:lnTo><a:pt x="202552" y="100444"/></a:lnTo><a:lnTo><a:pt x="201218" y="100444"/></a:lnTo><a:lnTo><a:pt x="201218" y="195186"/></a:lnTo><a:lnTo><a:pt x="202552" y="195186"/></a:lnTo><a:lnTo><a:pt x="202552" y="196342"/></a:lnTo><a:lnTo><a:pt x="206425" y="196342"/></a:lnTo><a:lnTo><a:pt x="206425" y="100444"/></a:lnTo><a:close/></a:path><a:path w="527684" h="652780"><a:moveTo><a:pt x="226885" y="298018"/></a:moveTo><a:lnTo><a:pt x="225552" y="298018"/></a:lnTo><a:lnTo><a:pt x="225552" y="296862"/></a:lnTo><a:lnTo><a:pt x="221678" y="296862"/></a:lnTo><a:lnTo><a:pt x="221678" y="393471"/></a:lnTo><a:lnTo><a:pt x="223012" y="393471"/></a:lnTo><a:lnTo><a:pt x="223012" y="394627"/></a:lnTo><a:lnTo><a:pt x="226885" y="394627"/></a:lnTo><a:lnTo><a:pt x="226885" y="298018"/></a:lnTo><a:close/></a:path><a:path w="527684" h="652780"><a:moveTo><a:pt x="226885" y="118160"/></a:moveTo><a:lnTo><a:pt x="225552" y="118160"/></a:lnTo><a:lnTo><a:pt x="223012" y="118160"/></a:lnTo><a:lnTo><a:pt x="221678" y="118160"/></a:lnTo><a:lnTo><a:pt x="221678" y="212915"/></a:lnTo><a:lnTo><a:pt x="223012" y="212915"/></a:lnTo><a:lnTo><a:pt x="223012" y="214071"/></a:lnTo><a:lnTo><a:pt x="226885" y="214071"/></a:lnTo><a:lnTo><a:pt x="226885" y="118160"/></a:lnTo><a:close/></a:path><a:path w="527684" h="652780"><a:moveTo><a:pt x="313156" y="372783"/></a:moveTo><a:lnTo><a:pt x="309283" y="372783"/></a:lnTo><a:lnTo><a:pt x="309283" y="468845"/></a:lnTo><a:lnTo><a:pt x="313156" y="468845"/></a:lnTo><a:lnTo><a:pt x="313156" y="372783"/></a:lnTo><a:close/></a:path><a:path w="527684" h="652780"><a:moveTo><a:pt x="325132" y="383159"/></a:moveTo><a:lnTo><a:pt x="323049" y="383159"/></a:lnTo><a:lnTo><a:pt x="323049" y="381342"/></a:lnTo><a:lnTo><a:pt x="322440" y="381342"/></a:lnTo><a:lnTo><a:pt x="322440" y="380822"/></a:lnTo><a:lnTo><a:pt x="318566" y="380822"/></a:lnTo><a:lnTo><a:pt x="318566" y="476834"/></a:lnTo><a:lnTo><a:pt x="319176" y="476834"/></a:lnTo><a:lnTo><a:pt x="319176" y="477354"/></a:lnTo><a:lnTo><a:pt x="321246" y="477354"/></a:lnTo><a:lnTo><a:pt x="321246" y="479145"/></a:lnTo><a:lnTo><a:pt x="325132" y="479145"/></a:lnTo><a:lnTo><a:pt x="325132" y="383159"/></a:lnTo><a:close/></a:path><a:path w="527684" h="652780"><a:moveTo><a:pt x="390118" y="439470"/></a:moveTo><a:lnTo><a:pt x="386245" y="439470"/></a:lnTo><a:lnTo><a:pt x="386245" y="535063"/></a:lnTo><a:lnTo><a:pt x="390118" y="535063"/></a:lnTo><a:lnTo><a:pt x="390118" y="439470"/></a:lnTo><a:close/></a:path><a:path w="527684" h="652780"><a:moveTo><a:pt x="447319" y="489038"/></a:moveTo><a:lnTo><a:pt x="443433" y="489038"/></a:lnTo><a:lnTo><a:pt x="443433" y="584250"/></a:lnTo><a:lnTo><a:pt x="447319" y="584250"/></a:lnTo><a:lnTo><a:pt x="447319" y="489038"/></a:lnTo><a:close/></a:path><a:path w="527684" h="652780"><a:moveTo><a:pt x="447319" y="310311"/></a:moveTo><a:lnTo><a:pt x="443433" y="310311"/></a:lnTo><a:lnTo><a:pt x="443433" y="405104"/></a:lnTo><a:lnTo><a:pt x="447319" y="405104"/></a:lnTo><a:lnTo><a:pt x="447319" y="310311"/></a:lnTo><a:close/></a:path><a:path w="527684" h="652780"><a:moveTo><a:pt x="459270" y="499402"/></a:moveTo><a:lnTo><a:pt x="457200" y="499402"/></a:lnTo><a:lnTo><a:pt x="457200" y="497598"/></a:lnTo><a:lnTo><a:pt x="456603" y="497598"/></a:lnTo><a:lnTo><a:pt x="456603" y="497078"/></a:lnTo><a:lnTo><a:pt x="452716" y="497078"/></a:lnTo><a:lnTo><a:pt x="452716" y="592239"/></a:lnTo><a:lnTo><a:pt x="453313" y="592239"/></a:lnTo><a:lnTo><a:pt x="453313" y="592759"/></a:lnTo><a:lnTo><a:pt x="455396" y="592759"/></a:lnTo><a:lnTo><a:pt x="455396" y="594550"/></a:lnTo><a:lnTo><a:pt x="459270" y="594550"/></a:lnTo><a:lnTo><a:pt x="459270" y="499402"/></a:lnTo><a:close/></a:path><a:path w="527684" h="652780"><a:moveTo><a:pt x="460044" y="311505"/></a:moveTo><a:lnTo><a:pt x="459270" y="311505"/></a:lnTo><a:lnTo><a:pt x="459270" y="310832"/></a:lnTo><a:lnTo><a:pt x="457200" y="310832"/></a:lnTo><a:lnTo><a:pt x="456603" y="310832"/></a:lnTo><a:lnTo><a:pt x="456603" y="310311"/></a:lnTo><a:lnTo><a:pt x="452716" y="310311"/></a:lnTo><a:lnTo><a:pt x="452716" y="413143"/></a:lnTo><a:lnTo><a:pt x="453313" y="413143"/></a:lnTo><a:lnTo><a:pt x="453313" y="413664"/></a:lnTo><a:lnTo><a:pt x="455396" y="413664"/></a:lnTo><a:lnTo><a:pt x="455396" y="415467"/></a:lnTo><a:lnTo><a:pt x="459270" y="415467"/></a:lnTo><a:lnTo><a:pt x="459270" y="318135"/></a:lnTo><a:lnTo><a:pt x="460044" y="318135"/></a:lnTo><a:lnTo><a:pt x="460044" y="311505"/></a:lnTo><a:close/></a:path><a:path w="527684" h="652780"><a:moveTo><a:pt x="475843" y="513765"/></a:moveTo><a:lnTo><a:pt x="474510" y="513765"/></a:lnTo><a:lnTo><a:pt x="474510" y="512610"/></a:lnTo><a:lnTo><a:pt x="470636" y="512610"/></a:lnTo><a:lnTo><a:pt x="470636" y="607669"/></a:lnTo><a:lnTo><a:pt x="471970" y="607669"/></a:lnTo><a:lnTo><a:pt x="471970" y="608812"/></a:lnTo><a:lnTo><a:pt x="475843" y="608812"/></a:lnTo><a:lnTo><a:pt x="475843" y="513765"/></a:lnTo><a:close/></a:path><a:path w="527684" h="652780"><a:moveTo><a:pt x="475843" y="333883"/></a:moveTo><a:lnTo><a:pt x="474510" y="333883"/></a:lnTo><a:lnTo><a:pt x="471970" y="333883"/></a:lnTo><a:lnTo><a:pt x="470636" y="333883"/></a:lnTo><a:lnTo><a:pt x="470636" y="428675"/></a:lnTo><a:lnTo><a:pt x="471970" y="428675"/></a:lnTo><a:lnTo><a:pt x="471970" y="429831"/></a:lnTo><a:lnTo><a:pt x="475843" y="429831"/></a:lnTo><a:lnTo><a:pt x="475843" y="333883"/></a:lnTo><a:close/></a:path><a:path w="527684" h="652780"><a:moveTo><a:pt x="496316" y="531495"/></a:moveTo><a:lnTo><a:pt x="494969" y="531495"/></a:lnTo><a:lnTo><a:pt x="494969" y="530339"/></a:lnTo><a:lnTo><a:pt x="491096" y="530339"/></a:lnTo><a:lnTo><a:pt x="491096" y="625259"/></a:lnTo><a:lnTo><a:pt x="492429" y="625259"/></a:lnTo><a:lnTo><a:pt x="492429" y="626414"/></a:lnTo><a:lnTo><a:pt x="496316" y="626414"/></a:lnTo><a:lnTo><a:pt x="496316" y="531495"/></a:lnTo><a:close/></a:path><a:path w="527684" h="652780"><a:moveTo><a:pt x="496316" y="351612"/></a:moveTo><a:lnTo><a:pt x="494969" y="351612"/></a:lnTo><a:lnTo><a:pt x="492429" y="351612"/></a:lnTo><a:lnTo><a:pt x="491096" y="351612"/></a:lnTo><a:lnTo><a:pt x="491096" y="446405"/></a:lnTo><a:lnTo><a:pt x="492429" y="446405"/></a:lnTo><a:lnTo><a:pt x="492429" y="447560"/></a:lnTo><a:lnTo><a:pt x="496316" y="447560"/></a:lnTo><a:lnTo><a:pt x="496316" y="351612"/></a:lnTo><a:close/></a:path><a:path w="527684" h="652780"><a:moveTo><a:pt x="514375" y="547154"/></a:moveTo><a:lnTo><a:pt x="510501" y="547154"/></a:lnTo><a:lnTo><a:pt x="510501" y="641959"/></a:lnTo><a:lnTo><a:pt x="514375" y="641959"/></a:lnTo><a:lnTo><a:pt x="514375" y="547154"/></a:lnTo><a:close/></a:path><a:path w="527684" h="652780"><a:moveTo><a:pt x="514375" y="368427"/></a:moveTo><a:lnTo><a:pt x="510501" y="368427"/></a:lnTo><a:lnTo><a:pt x="510501" y="463232"/></a:lnTo><a:lnTo><a:pt x="514375" y="463232"/></a:lnTo><a:lnTo><a:pt x="514375" y="368427"/></a:lnTo><a:close/></a:path><a:path w="527684" h="652780"><a:moveTo><a:pt x="526351" y="557530"/></a:moveTo><a:lnTo><a:pt x="524268" y="557530"/></a:lnTo><a:lnTo><a:pt x="524268" y="555726"/></a:lnTo><a:lnTo><a:pt x="523671" y="555726"/></a:lnTo><a:lnTo><a:pt x="523671" y="555205"/></a:lnTo><a:lnTo><a:pt x="519785" y="555205"/></a:lnTo><a:lnTo><a:pt x="519785" y="649947"/></a:lnTo><a:lnTo><a:pt x="520395" y="649947"/></a:lnTo><a:lnTo><a:pt x="520395" y="650468"/></a:lnTo><a:lnTo><a:pt x="522465" y="650468"/></a:lnTo><a:lnTo><a:pt x="522465" y="652259"/></a:lnTo><a:lnTo><a:pt x="526351" y="652259"/></a:lnTo><a:lnTo><a:pt x="526351" y="557530"/></a:lnTo><a:close/></a:path><a:path w="527684" h="652780"><a:moveTo><a:pt x="527113" y="369620"/></a:moveTo><a:lnTo><a:pt x="526351" y="369620"/></a:lnTo><a:lnTo><a:pt x="526351" y="368947"/></a:lnTo><a:lnTo><a:pt x="524268" y="368947"/></a:lnTo><a:lnTo><a:pt x="523671" y="368947"/></a:lnTo><a:lnTo><a:pt x="523671" y="368427"/></a:lnTo><a:lnTo><a:pt x="519785" y="368427"/></a:lnTo><a:lnTo><a:pt x="519785" y="471284"/></a:lnTo><a:lnTo><a:pt x="520395" y="471284"/></a:lnTo><a:lnTo><a:pt x="520395" y="471792"/></a:lnTo><a:lnTo><a:pt x="522465" y="471792"/></a:lnTo><a:lnTo><a:pt x="522465" y="473595"/></a:lnTo><a:lnTo><a:pt x="526351" y="473595"/></a:lnTo><a:lnTo><a:pt x="526351" y="376237"/></a:lnTo><a:lnTo><a:pt x="527113" y="376237"/></a:lnTo><a:lnTo><a:pt x="527113" y="369620"/></a:lnTo><a:close/></a:path></a:pathLst></a:custGeom><a:solidFill><a:srgbClr val="000000"/></a:solidFill></p:spPr><p:txBody><a:bodyPr wrap="square" lIns="0" tIns="0" rIns="0" bIns="0" rtlCol="0"/><a:lstStyle/><a:p/></p:txBody></p:sp><p:sp><p:nvSpPr><p:cNvPr id="75" name="object 75"/><p:cNvSpPr/><p:nvPr/></p:nvSpPr><p:spPr><a:xfrm><a:off x="6739674" y="2573734"/><a:ext cx="427990" cy="482600"/></a:xfrm><a:custGeom><a:avLst/><a:gdLst/><a:ahLst/><a:cxnLst/><a:rect l="l" t="t" r="r" b="b"/><a:pathLst><a:path w="427990" h="482600"><a:moveTo><a:pt x="5207" y="121754"/></a:moveTo><a:lnTo><a:pt x="3873" y="121754"/></a:lnTo><a:lnTo><a:pt x="3873" y="120599"/></a:lnTo><a:lnTo><a:pt x="0" y="120599"/></a:lnTo><a:lnTo><a:pt x="0" y="216484"/></a:lnTo><a:lnTo><a:pt x="1333" y="216484"/></a:lnTo><a:lnTo><a:pt x="1333" y="217627"/></a:lnTo><a:lnTo><a:pt x="5207" y="217627"/></a:lnTo><a:lnTo><a:pt x="5207" y="121754"/></a:lnTo><a:close/></a:path><a:path w="427990" h="482600"><a:moveTo><a:pt x="25666" y="139471"/></a:moveTo><a:lnTo><a:pt x="24333" y="139471"/></a:lnTo><a:lnTo><a:pt x="24333" y="138315"/></a:lnTo><a:lnTo><a:pt x="20459" y="138315"/></a:lnTo><a:lnTo><a:pt x="20459" y="234086"/></a:lnTo><a:lnTo><a:pt x="21793" y="234086"/></a:lnTo><a:lnTo><a:pt x="21793" y="235242"/></a:lnTo><a:lnTo><a:pt x="25666" y="235242"/></a:lnTo><a:lnTo><a:pt x="25666" y="139471"/></a:lnTo><a:close/></a:path><a:path w="427990" h="482600"><a:moveTo><a:pt x="43738" y="155143"/></a:moveTo><a:lnTo><a:pt x="39865" y="155143"/></a:lnTo><a:lnTo><a:pt x="39865" y="250786"/></a:lnTo><a:lnTo><a:pt x="43738" y="250786"/></a:lnTo><a:lnTo><a:pt x="43738" y="155143"/></a:lnTo><a:close/></a:path><a:path w="427990" h="482600"><a:moveTo><a:pt x="55702" y="165506"/></a:moveTo><a:lnTo><a:pt x="53619" y="165506"/></a:lnTo><a:lnTo><a:pt x="53619" y="163703"/></a:lnTo><a:lnTo><a:pt x="53022" y="163703"/></a:lnTo><a:lnTo><a:pt x="53022" y="163182"/></a:lnTo><a:lnTo><a:pt x="49149" y="163182"/></a:lnTo><a:lnTo><a:pt x="49149" y="258775"/></a:lnTo><a:lnTo><a:pt x="49745" y="258775"/></a:lnTo><a:lnTo><a:pt x="49745" y="259295"/></a:lnTo><a:lnTo><a:pt x="51828" y="259295"/></a:lnTo><a:lnTo><a:pt x="51828" y="261086"/></a:lnTo><a:lnTo><a:pt x="55702" y="261086"/></a:lnTo><a:lnTo><a:pt x="55702" y="165506"/></a:lnTo><a:close/></a:path><a:path w="427990" h="482600"><a:moveTo><a:pt x="72275" y="179870"/></a:moveTo><a:lnTo><a:pt x="70942" y="179870"/></a:lnTo><a:lnTo><a:pt x="70942" y="178714"/></a:lnTo><a:lnTo><a:pt x="67068" y="178714"/></a:lnTo><a:lnTo><a:pt x="67068" y="274193"/></a:lnTo><a:lnTo><a:pt x="68402" y="274193"/></a:lnTo><a:lnTo><a:pt x="68402" y="275336"/></a:lnTo><a:lnTo><a:pt x="72275" y="275336"/></a:lnTo><a:lnTo><a:pt x="72275" y="179870"/></a:lnTo><a:close/></a:path><a:path w="427990" h="482600"><a:moveTo><a:pt x="72275" y="0"/></a:moveTo><a:lnTo><a:pt x="70942" y="0"/></a:lnTo><a:lnTo><a:pt x="68402" y="0"/></a:lnTo><a:lnTo><a:pt x="67068" y="0"/></a:lnTo><a:lnTo><a:pt x="67068" y="94780"/></a:lnTo><a:lnTo><a:pt x="68402" y="94780"/></a:lnTo><a:lnTo><a:pt x="68402" y="95935"/></a:lnTo><a:lnTo><a:pt x="72275" y="95935"/></a:lnTo><a:lnTo><a:pt x="72275" y="0"/></a:lnTo><a:close/></a:path><a:path w="427990" h="482600"><a:moveTo><a:pt x="92735" y="197599"/></a:moveTo><a:lnTo><a:pt x="91401" y="197599"/></a:lnTo><a:lnTo><a:pt x="91401" y="196443"/></a:lnTo><a:lnTo><a:pt x="87528" y="196443"/></a:lnTo><a:lnTo><a:pt x="87528" y="291795"/></a:lnTo><a:lnTo><a:pt x="88861" y="291795"/></a:lnTo><a:lnTo><a:pt x="88861" y="292938"/></a:lnTo><a:lnTo><a:pt x="92735" y="292938"/></a:lnTo><a:lnTo><a:pt x="92735" y="197599"/></a:lnTo><a:close/></a:path><a:path w="427990" h="482600"><a:moveTo><a:pt x="92735" y="17729"/></a:moveTo><a:lnTo><a:pt x="91401" y="17729"/></a:lnTo><a:lnTo><a:pt x="88861" y="17729"/></a:lnTo><a:lnTo><a:pt x="87528" y="17729"/></a:lnTo><a:lnTo><a:pt x="87528" y="112509"/></a:lnTo><a:lnTo><a:pt x="88861" y="112509"/></a:lnTo><a:lnTo><a:pt x="88861" y="113665"/></a:lnTo><a:lnTo><a:pt x="92735" y="113665"/></a:lnTo><a:lnTo><a:pt x="92735" y="17729"/></a:lnTo><a:close/></a:path><a:path w="427990" h="482600"><a:moveTo><a:pt x="207556" y="297103"/></a:moveTo><a:lnTo><a:pt x="206222" y="297103"/></a:lnTo><a:lnTo><a:pt x="206222" y="295948"/></a:lnTo><a:lnTo><a:pt x="202349" y="295948"/></a:lnTo><a:lnTo><a:pt x="202349" y="390575"/></a:lnTo><a:lnTo><a:pt x="203682" y="390575"/></a:lnTo><a:lnTo><a:pt x="203682" y="391718"/></a:lnTo><a:lnTo><a:pt x="207556" y="391718"/></a:lnTo><a:lnTo><a:pt x="207556" y="297103"/></a:lnTo><a:close/></a:path><a:path w="427990" h="482600"><a:moveTo><a:pt x="228015" y="314833"/></a:moveTo><a:lnTo><a:pt x="226682" y="314833"/></a:lnTo><a:lnTo><a:pt x="226682" y="313677"/></a:lnTo><a:lnTo><a:pt x="222796" y="313677"/></a:lnTo><a:lnTo><a:pt x="222796" y="408165"/></a:lnTo><a:lnTo><a:pt x="224129" y="408165"/></a:lnTo><a:lnTo><a:pt x="224129" y="409321"/></a:lnTo><a:lnTo><a:pt x="228015" y="409321"/></a:lnTo><a:lnTo><a:pt x="228015" y="314833"/></a:lnTo><a:close/></a:path><a:path w="427990" h="482600"><a:moveTo><a:pt x="246087" y="330504"/></a:moveTo><a:lnTo><a:pt x="242201" y="330504"/></a:lnTo><a:lnTo><a:pt x="242201" y="424865"/></a:lnTo><a:lnTo><a:pt x="246087" y="424865"/></a:lnTo><a:lnTo><a:pt x="246087" y="330504"/></a:lnTo><a:close/></a:path><a:path w="427990" h="482600"><a:moveTo><a:pt x="258051" y="340868"/></a:moveTo><a:lnTo><a:pt x="255968" y="340868"/></a:lnTo><a:lnTo><a:pt x="255968" y="339064"/></a:lnTo><a:lnTo><a:pt x="255371" y="339064"/></a:lnTo><a:lnTo><a:pt x="255371" y="338543"/></a:lnTo><a:lnTo><a:pt x="251498" y="338543"/></a:lnTo><a:lnTo><a:pt x="251498" y="432854"/></a:lnTo><a:lnTo><a:pt x="252095" y="432854"/></a:lnTo><a:lnTo><a:pt x="252095" y="433374"/></a:lnTo><a:lnTo><a:pt x="254177" y="433374"/></a:lnTo><a:lnTo><a:pt x="254177" y="435165"/></a:lnTo><a:lnTo><a:pt x="258051" y="435165"/></a:lnTo><a:lnTo><a:pt x="258051" y="340868"/></a:lnTo><a:close/></a:path><a:path w="427990" h="482600"><a:moveTo><a:pt x="274624" y="355231"/></a:moveTo><a:lnTo><a:pt x="273291" y="355231"/></a:lnTo><a:lnTo><a:pt x="273291" y="354076"/></a:lnTo><a:lnTo><a:pt x="269417" y="354076"/></a:lnTo><a:lnTo><a:pt x="269417" y="448284"/></a:lnTo><a:lnTo><a:pt x="270751" y="448284"/></a:lnTo><a:lnTo><a:pt x="270751" y="449427"/></a:lnTo><a:lnTo><a:pt x="274624" y="449427"/></a:lnTo><a:lnTo><a:pt x="274624" y="355231"/></a:lnTo><a:close/></a:path><a:path w="427990" h="482600"><a:moveTo><a:pt x="295084" y="372960"/></a:moveTo><a:lnTo><a:pt x="293751" y="372960"/></a:lnTo><a:lnTo><a:pt x="293751" y="371805"/></a:lnTo><a:lnTo><a:pt x="289877" y="371805"/></a:lnTo><a:lnTo><a:pt x="289877" y="465874"/></a:lnTo><a:lnTo><a:pt x="291211" y="465874"/></a:lnTo><a:lnTo><a:pt x="291211" y="467029"/></a:lnTo><a:lnTo><a:pt x="295084" y="467029"/></a:lnTo><a:lnTo><a:pt x="295084" y="372960"/></a:lnTo><a:close/></a:path><a:path w="427990" h="482600"><a:moveTo><a:pt x="313156" y="388620"/></a:moveTo><a:lnTo><a:pt x="309283" y="388620"/></a:lnTo><a:lnTo><a:pt x="309283" y="482574"/></a:lnTo><a:lnTo><a:pt x="313156" y="482574"/></a:lnTo><a:lnTo><a:pt x="313156" y="388620"/></a:lnTo><a:close/></a:path><a:path w="427990" h="482600"><a:moveTo><a:pt x="341706" y="233438"/></a:moveTo><a:lnTo><a:pt x="340372" y="233438"/></a:lnTo><a:lnTo><a:pt x="337820" y="233438"/></a:lnTo><a:lnTo><a:pt x="336486" y="233438"/></a:lnTo><a:lnTo><a:pt x="336486" y="328269"/></a:lnTo><a:lnTo><a:pt x="337820" y="328269"/></a:lnTo><a:lnTo><a:pt x="337820" y="329425"/></a:lnTo><a:lnTo><a:pt x="341706" y="329425"/></a:lnTo><a:lnTo><a:pt x="341706" y="233438"/></a:lnTo><a:close/></a:path><a:path w="427990" h="482600"><a:moveTo><a:pt x="362153" y="251167"/></a:moveTo><a:lnTo><a:pt x="360819" y="251167"/></a:lnTo><a:lnTo><a:pt x="358279" y="251167"/></a:lnTo><a:lnTo><a:pt x="356946" y="251167"/></a:lnTo><a:lnTo><a:pt x="356946" y="345998"/></a:lnTo><a:lnTo><a:pt x="358279" y="345998"/></a:lnTo><a:lnTo><a:pt x="358279" y="347154"/></a:lnTo><a:lnTo><a:pt x="362153" y="347154"/></a:lnTo><a:lnTo><a:pt x="362153" y="251167"/></a:lnTo><a:close/></a:path><a:path w="427990" h="482600"><a:moveTo><a:pt x="380238" y="267982"/></a:moveTo><a:lnTo><a:pt x="376351" y="267982"/></a:lnTo><a:lnTo><a:pt x="376351" y="362826"/></a:lnTo><a:lnTo><a:pt x="380238" y="362826"/></a:lnTo><a:lnTo><a:pt x="380238" y="267982"/></a:lnTo><a:close/></a:path><a:path w="427990" h="482600"><a:moveTo><a:pt x="392963" y="269176"/></a:moveTo><a:lnTo><a:pt x="392201" y="269176"/></a:lnTo><a:lnTo><a:pt x="392201" y="268516"/></a:lnTo><a:lnTo><a:pt x="390118" y="268516"/></a:lnTo><a:lnTo><a:pt x="389521" y="268503"/></a:lnTo><a:lnTo><a:pt x="389521" y="267982"/></a:lnTo><a:lnTo><a:pt x="385635" y="267982"/></a:lnTo><a:lnTo><a:pt x="385635" y="370865"/></a:lnTo><a:lnTo><a:pt x="386232" y="370865"/></a:lnTo><a:lnTo><a:pt x="386232" y="371386"/></a:lnTo><a:lnTo><a:pt x="388327" y="371386"/></a:lnTo><a:lnTo><a:pt x="388327" y="373189"/></a:lnTo><a:lnTo><a:pt x="392201" y="373189"/></a:lnTo><a:lnTo><a:pt x="392201" y="275805"/></a:lnTo><a:lnTo><a:pt x="392963" y="275805"/></a:lnTo><a:lnTo><a:pt x="392963" y="269176"/></a:lnTo><a:close/></a:path><a:path w="427990" h="482600"><a:moveTo><a:pt x="408774" y="291553"/></a:moveTo><a:lnTo><a:pt x="407441" y="291553"/></a:lnTo><a:lnTo><a:pt x="404901" y="291553"/></a:lnTo><a:lnTo><a:pt x="403555" y="291553"/></a:lnTo><a:lnTo><a:pt x="403555" y="386397"/></a:lnTo><a:lnTo><a:pt x="404901" y="386397"/></a:lnTo><a:lnTo><a:pt x="404901" y="387553"/></a:lnTo><a:lnTo><a:pt x="408774" y="387553"/></a:lnTo><a:lnTo><a:pt x="408774" y="291553"/></a:lnTo><a:close/></a:path><a:path w="427990" h="482600"><a:moveTo><a:pt x="427901" y="309283"/></a:moveTo><a:lnTo><a:pt x="424014" y="309283"/></a:lnTo><a:lnTo><a:pt x="424014" y="404126"/></a:lnTo><a:lnTo><a:pt x="427901" y="404126"/></a:lnTo><a:lnTo><a:pt x="427901" y="309283"/></a:lnTo><a:close/></a:path></a:pathLst></a:custGeom><a:solidFill><a:srgbClr val="000000"/></a:solidFill></p:spPr><p:txBody><a:bodyPr wrap="square" lIns="0" tIns="0" rIns="0" bIns="0" rtlCol="0"/><a:lstStyle/><a:p/></p:txBody></p:sp><p:sp><p:nvSpPr><p:cNvPr id="76" name="object 76"/><p:cNvSpPr/><p:nvPr/></p:nvSpPr><p:spPr><a:xfrm><a:off x="7007992" y="2993953"/><a:ext cx="219075" cy="786765"/></a:xfrm><a:custGeom><a:avLst/><a:gdLst/><a:ahLst/><a:cxnLst/><a:rect l="l" t="t" r="r" b="b"/><a:pathLst><a:path w="219075" h="786764"><a:moveTo><a:pt x="219019" y="771812"/></a:moveTo><a:lnTo><a:pt x="219019" y="170"/></a:lnTo><a:lnTo><a:pt x="217709" y="0"/></a:lnTo><a:lnTo><a:pt x="217709" y="771642"/></a:lnTo></a:path><a:path w="219075" h="786764"><a:moveTo><a:pt x="194494" y="786596"/></a:moveTo><a:lnTo><a:pt x="194494" y="14953"/></a:lnTo><a:lnTo><a:pt x="193183" y="14783"/></a:lnTo><a:lnTo><a:pt x="193183" y="786425"/></a:lnTo></a:path><a:path w="219075" h="786764"><a:moveTo><a:pt x="9858" y="132026"/></a:moveTo><a:lnTo><a:pt x="9136" y="132460"/></a:lnTo><a:lnTo><a:pt x="0" y="131258"/></a:lnTo></a:path></a:pathLst></a:custGeom><a:ln w="3878"><a:solidFill><a:srgbClr val="000000"/></a:solidFill></a:ln></p:spPr><p:txBody><a:bodyPr wrap="square" lIns="0" tIns="0" rIns="0" bIns="0" rtlCol="0"/><a:lstStyle/><a:p/></p:txBody></p:sp><p:sp><p:nvSpPr><p:cNvPr id="77" name="object 77"/><p:cNvSpPr/><p:nvPr/></p:nvSpPr><p:spPr><a:xfrm><a:off x="6958012" y="3125219"/><a:ext cx="65405" cy="801370"/></a:xfrm><a:custGeom><a:avLst/><a:gdLst/><a:ahLst/><a:cxnLst/><a:rect l="l" t="t" r="r" b="b"/><a:pathLst><a:path w="65404" h="801370"><a:moveTo><a:pt x="5194" y="29133"/></a:moveTo><a:lnTo><a:pt x="3873" y="29133"/></a:lnTo><a:lnTo><a:pt x="3873" y="28956"/></a:lnTo><a:lnTo><a:pt x="0" y="28956"/></a:lnTo><a:lnTo><a:pt x="0" y="800595"/></a:lnTo><a:lnTo><a:pt x="1308" y="800595"/></a:lnTo><a:lnTo><a:pt x="1308" y="800773"/></a:lnTo><a:lnTo><a:pt x="5194" y="800773"/></a:lnTo><a:lnTo><a:pt x="5194" y="29133"/></a:lnTo><a:close/></a:path><a:path w="65404" h="801370"><a:moveTo><a:pt x="29718" y="14351"/></a:moveTo><a:lnTo><a:pt x="28409" y="14351"/></a:lnTo><a:lnTo><a:pt x="28409" y="14173"/></a:lnTo><a:lnTo><a:pt x="24523" y="14173"/></a:lnTo><a:lnTo><a:pt x="24523" y="785812"/></a:lnTo><a:lnTo><a:pt x="25831" y="785812"/></a:lnTo><a:lnTo><a:pt x="25831" y="785990"/></a:lnTo><a:lnTo><a:pt x="29718" y="785990"/></a:lnTo><a:lnTo><a:pt x="29718" y="14351"/></a:lnTo><a:close/></a:path><a:path w="65404" h="801370"><a:moveTo><a:pt x="51917" y="0"/></a:moveTo><a:lnTo><a:pt x="48031" y="0"/></a:lnTo><a:lnTo><a:pt x="48031" y="771639"/></a:lnTo><a:lnTo><a:pt x="51917" y="771639"/></a:lnTo><a:lnTo><a:pt x="51917" y="0"/></a:lnTo><a:close/></a:path><a:path w="65404" h="801370"><a:moveTo><a:pt x="65227" y="177"/></a:moveTo><a:lnTo><a:pt x="61341" y="177"/></a:lnTo><a:lnTo><a:pt x="61341" y="762"/></a:lnTo><a:lnTo><a:pt x="57886" y="762"/></a:lnTo><a:lnTo><a:pt x="57886" y="1193"/></a:lnTo><a:lnTo><a:pt x="57175" y="1193"/></a:lnTo><a:lnTo><a:pt x="57175" y="772845"/></a:lnTo><a:lnTo><a:pt x="61048" y="772845"/></a:lnTo><a:lnTo><a:pt x="61048" y="772668"/></a:lnTo><a:lnTo><a:pt x="63817" y="772668"/></a:lnTo><a:lnTo><a:pt x="63817" y="771829"/></a:lnTo><a:lnTo><a:pt x="65227" y="771829"/></a:lnTo><a:lnTo><a:pt x="65227" y="177"/></a:lnTo><a:close/></a:path></a:pathLst></a:custGeom><a:solidFill><a:srgbClr val="000000"/></a:solidFill></p:spPr><p:txBody><a:bodyPr wrap="square" lIns="0" tIns="0" rIns="0" bIns="0" rtlCol="0"/><a:lstStyle/><a:p/></p:txBody></p:sp><p:sp><p:nvSpPr><p:cNvPr id="78" name="object 78"/><p:cNvSpPr/><p:nvPr/></p:nvSpPr><p:spPr><a:xfrm><a:off x="6685016" y="3188680"/><a:ext cx="219075" cy="835660"/></a:xfrm><a:custGeom><a:avLst/><a:gdLst/><a:ahLst/><a:cxnLst/><a:rect l="l" t="t" r="r" b="b"/><a:pathLst><a:path w="219075" h="835660"><a:moveTo><a:pt x="114086" y="835080"/></a:moveTo><a:lnTo><a:pt x="114086" y="63438"/></a:lnTo><a:lnTo><a:pt x="112775" y="63267"/></a:lnTo><a:lnTo><a:pt x="112775" y="834909"/></a:lnTo></a:path><a:path w="219075" h="835660"><a:moveTo><a:pt x="219019" y="771820"/></a:moveTo><a:lnTo><a:pt x="219019" y="178"/></a:lnTo><a:lnTo><a:pt x="217709" y="0"/></a:lnTo><a:lnTo><a:pt x="217709" y="771642"/></a:lnTo></a:path><a:path w="219075" h="835660"><a:moveTo><a:pt x="194494" y="786603"/></a:moveTo><a:lnTo><a:pt x="194494" y="14961"/></a:lnTo><a:lnTo><a:pt x="193183" y="14791"/></a:lnTo><a:lnTo><a:pt x="193183" y="786433"/></a:lnTo></a:path><a:path w="219075" h="835660"><a:moveTo><a:pt x="9858" y="132026"/></a:moveTo><a:lnTo><a:pt x="9136" y="132460"/></a:lnTo><a:lnTo><a:pt x="0" y="131266"/></a:lnTo></a:path><a:path w="219075" h="835660"><a:moveTo><a:pt x="9858" y="132026"/></a:moveTo><a:lnTo><a:pt x="11905" y="132297"/></a:lnTo></a:path></a:pathLst></a:custGeom><a:ln w="3878"><a:solidFill><a:srgbClr val="000000"/></a:solidFill></a:ln></p:spPr><p:txBody><a:bodyPr wrap="square" lIns="0" tIns="0" rIns="0" bIns="0" rtlCol="0"/><a:lstStyle/><a:p/></p:txBody></p:sp><p:sp><p:nvSpPr><p:cNvPr id="79" name="object 79"/><p:cNvSpPr/><p:nvPr/></p:nvSpPr><p:spPr><a:xfrm><a:off x="6635038" y="3319948"/><a:ext cx="65405" cy="801370"/></a:xfrm><a:custGeom><a:avLst/><a:gdLst/><a:ahLst/><a:cxnLst/><a:rect l="l" t="t" r="r" b="b"/><a:pathLst><a:path w="65404" h="801370"><a:moveTo><a:pt x="5181" y="29133"/></a:moveTo><a:lnTo><a:pt x="3873" y="29133"/></a:lnTo><a:lnTo><a:pt x="3873" y="28968"/></a:lnTo><a:lnTo><a:pt x="0" y="28968"/></a:lnTo><a:lnTo><a:pt x="0" y="800608"/></a:lnTo><a:lnTo><a:pt x="1308" y="800608"/></a:lnTo><a:lnTo><a:pt x="1308" y="800773"/></a:lnTo><a:lnTo><a:pt x="5181" y="800773"/></a:lnTo><a:lnTo><a:pt x="5181" y="29133"/></a:lnTo><a:close/></a:path><a:path w="65404" h="801370"><a:moveTo><a:pt x="29718" y="14351"/></a:moveTo><a:lnTo><a:pt x="28397" y="14351"/></a:lnTo><a:lnTo><a:pt x="28397" y="14173"/></a:lnTo><a:lnTo><a:pt x="24523" y="14173"/></a:lnTo><a:lnTo><a:pt x="24523" y="785812"/></a:lnTo><a:lnTo><a:pt x="25831" y="785812"/></a:lnTo><a:lnTo><a:pt x="25831" y="785990"/></a:lnTo><a:lnTo><a:pt x="29718" y="785990"/></a:lnTo><a:lnTo><a:pt x="29718" y="14351"/></a:lnTo><a:close/></a:path><a:path w="65404" h="801370"><a:moveTo><a:pt x="51904" y="0"/></a:moveTo><a:lnTo><a:pt x="48031" y="0"/></a:lnTo><a:lnTo><a:pt x="48031" y="771652"/></a:lnTo><a:lnTo><a:pt x="51904" y="771652"/></a:lnTo><a:lnTo><a:pt x="51904" y="0"/></a:lnTo><a:close/></a:path><a:path w="65404" h="801370"><a:moveTo><a:pt x="65214" y="190"/></a:moveTo><a:lnTo><a:pt x="61341" y="190"/></a:lnTo><a:lnTo><a:pt x="61341" y="762"/></a:lnTo><a:lnTo><a:pt x="57886" y="762"/></a:lnTo><a:lnTo><a:pt x="57886" y="1193"/></a:lnTo><a:lnTo><a:pt x="57162" y="1193"/></a:lnTo><a:lnTo><a:pt x="57162" y="772845"/></a:lnTo><a:lnTo><a:pt x="61048" y="772845"/></a:lnTo><a:lnTo><a:pt x="61048" y="772680"/></a:lnTo><a:lnTo><a:pt x="63817" y="772680"/></a:lnTo><a:lnTo><a:pt x="63817" y="771829"/></a:lnTo><a:lnTo><a:pt x="65214" y="771829"/></a:lnTo><a:lnTo><a:pt x="65214" y="190"/></a:lnTo><a:close/></a:path></a:pathLst></a:custGeom><a:solidFill><a:srgbClr val="000000"/></a:solidFill></p:spPr><p:txBody><a:bodyPr wrap="square" lIns="0" tIns="0" rIns="0" bIns="0" rtlCol="0"/><a:lstStyle/><a:p/></p:txBody></p:sp><p:sp><p:nvSpPr><p:cNvPr id="80" name="object 80"/><p:cNvSpPr/><p:nvPr/></p:nvSpPr><p:spPr><a:xfrm><a:off x="5581043" y="3071414"/><a:ext cx="750570" cy="1226820"/></a:xfrm><a:custGeom><a:avLst/><a:gdLst/><a:ahLst/><a:cxnLst/><a:rect l="l" t="t" r="r" b="b"/><a:pathLst><a:path w="750570" h="1226820"><a:moveTo><a:pt x="1310" y="1226225"/></a:moveTo><a:lnTo><a:pt x="1310" y="454374"/></a:lnTo><a:lnTo><a:pt x="0" y="454203"/></a:lnTo><a:lnTo><a:pt x="0" y="1226055"/></a:lnTo></a:path><a:path w="750570" h="1226820"><a:moveTo><a:pt x="106004" y="1162749"/></a:moveTo><a:lnTo><a:pt x="106004" y="390905"/></a:lnTo><a:lnTo><a:pt x="104685" y="390734"/></a:lnTo><a:lnTo><a:pt x="104685" y="1162586"/></a:lnTo></a:path><a:path w="750570" h="1226820"><a:moveTo><a:pt x="81533" y="1177586"/></a:moveTo><a:lnTo><a:pt x="81533" y="405735"/></a:lnTo><a:lnTo><a:pt x="80222" y="405572"/></a:lnTo><a:lnTo><a:pt x="80222" y="1177416"/></a:lnTo></a:path><a:path w="750570" h="1226820"><a:moveTo><a:pt x="750490" y="772022"/></a:moveTo><a:lnTo><a:pt x="750490" y="170"/></a:lnTo><a:lnTo><a:pt x="749180" y="0"/></a:lnTo><a:lnTo><a:pt x="749180" y="771851"/></a:lnTo></a:path><a:path w="750570" h="1226820"><a:moveTo><a:pt x="726027" y="786852"/></a:moveTo><a:lnTo><a:pt x="726027" y="15008"/></a:lnTo><a:lnTo><a:pt x="724709" y="14837"/></a:lnTo><a:lnTo><a:pt x="724709" y="786689"/></a:lnTo></a:path><a:path w="750570" h="1226820"><a:moveTo><a:pt x="541825" y="132437"/></a:moveTo><a:lnTo><a:pt x="541104" y="132871"/></a:lnTo><a:lnTo><a:pt x="531967" y="131692"/></a:lnTo></a:path><a:path w="750570" h="1226820"><a:moveTo><a:pt x="541825" y="132437"/></a:moveTo><a:lnTo><a:pt x="543873" y="132701"/></a:lnTo></a:path></a:pathLst></a:custGeom><a:ln w="3878"><a:solidFill><a:srgbClr val="000000"/></a:solidFill></a:ln></p:spPr><p:txBody><a:bodyPr wrap="square" lIns="0" tIns="0" rIns="0" bIns="0" rtlCol="0"/><a:lstStyle/><a:p/></p:txBody></p:sp><p:sp><p:nvSpPr><p:cNvPr id="81" name="object 81"/><p:cNvSpPr/><p:nvPr/></p:nvSpPr><p:spPr><a:xfrm><a:off x="6063145" y="3203108"/><a:ext cx="65405" cy="801370"/></a:xfrm><a:custGeom><a:avLst/><a:gdLst/><a:ahLst/><a:cxnLst/><a:rect l="l" t="t" r="r" b="b"/><a:pathLst><a:path w="65404" h="801370"><a:moveTo><a:pt x="5181" y="29235"/></a:moveTo><a:lnTo><a:pt x="3873" y="29235"/></a:lnTo><a:lnTo><a:pt x="3873" y="29057"/></a:lnTo><a:lnTo><a:pt x="0" y="29057"/></a:lnTo><a:lnTo><a:pt x="0" y="800912"/></a:lnTo><a:lnTo><a:pt x="1308" y="800912"/></a:lnTo><a:lnTo><a:pt x="1308" y="801077"/></a:lnTo><a:lnTo><a:pt x="5181" y="801077"/></a:lnTo><a:lnTo><a:pt x="5181" y="29235"/></a:lnTo><a:close/></a:path><a:path w="65404" h="801370"><a:moveTo><a:pt x="29654" y="14389"/></a:moveTo><a:lnTo><a:pt x="28333" y="14389"/></a:lnTo><a:lnTo><a:pt x="28333" y="14224"/></a:lnTo><a:lnTo><a:pt x="24460" y="14224"/></a:lnTo><a:lnTo><a:pt x="24460" y="786079"/></a:lnTo><a:lnTo><a:pt x="25781" y="786079"/></a:lnTo><a:lnTo><a:pt x="25781" y="786244"/></a:lnTo><a:lnTo><a:pt x="29654" y="786244"/></a:lnTo><a:lnTo><a:pt x="29654" y="14389"/></a:lnTo><a:close/></a:path><a:path w="65404" h="801370"><a:moveTo><a:pt x="51803" y="0"/></a:moveTo><a:lnTo><a:pt x="47917" y="0"/></a:lnTo><a:lnTo><a:pt x="47917" y="771855"/></a:lnTo><a:lnTo><a:pt x="51803" y="771855"/></a:lnTo><a:lnTo><a:pt x="51803" y="0"/></a:lnTo><a:close/></a:path><a:path w="65404" h="801370"><a:moveTo><a:pt x="65112" y="165"/></a:moveTo><a:lnTo><a:pt x="61226" y="165"/></a:lnTo><a:lnTo><a:pt x="61226" y="749"/></a:lnTo><a:lnTo><a:pt x="57785" y="749"/></a:lnTo><a:lnTo><a:pt x="57785" y="1181"/></a:lnTo><a:lnTo><a:pt x="57061" y="1181"/></a:lnTo><a:lnTo><a:pt x="57061" y="773023"/></a:lnTo><a:lnTo><a:pt x="60934" y="773023"/></a:lnTo><a:lnTo><a:pt x="60934" y="772858"/></a:lnTo><a:lnTo><a:pt x="63703" y="772858"/></a:lnTo><a:lnTo><a:pt x="63703" y="772007"/></a:lnTo><a:lnTo><a:pt x="65112" y="772007"/></a:lnTo><a:lnTo><a:pt x="65112" y="165"/></a:lnTo><a:close/></a:path></a:pathLst></a:custGeom><a:solidFill><a:srgbClr val="000000"/></a:solidFill></p:spPr><p:txBody><a:bodyPr wrap="square" lIns="0" tIns="0" rIns="0" bIns="0" rtlCol="0"/><a:lstStyle/><a:p/></p:txBody></p:sp><p:sp><p:nvSpPr><p:cNvPr id="82" name="object 82"/><p:cNvSpPr/><p:nvPr/></p:nvSpPr><p:spPr><a:xfrm><a:off x="5790763" y="3266785"/><a:ext cx="219075" cy="835660"/></a:xfrm><a:custGeom><a:avLst/><a:gdLst/><a:ahLst/><a:cxnLst/><a:rect l="l" t="t" r="r" b="b"/><a:pathLst><a:path w="219075" h="835660"><a:moveTo><a:pt x="113837" y="835483"/></a:moveTo><a:lnTo><a:pt x="113837" y="63639"/></a:lnTo><a:lnTo><a:pt x="112519" y="63469"/></a:lnTo><a:lnTo><a:pt x="112519" y="835320"/></a:lnTo></a:path><a:path w="219075" h="835660"><a:moveTo><a:pt x="218523" y="772014"/></a:moveTo><a:lnTo><a:pt x="218523" y="170"/></a:lnTo><a:lnTo><a:pt x="217212" y="0"/></a:lnTo><a:lnTo><a:pt x="217212" y="771843"/></a:lnTo></a:path><a:path w="219075" h="835660"><a:moveTo><a:pt x="194060" y="786852"/></a:moveTo><a:lnTo><a:pt x="194060" y="15000"/></a:lnTo><a:lnTo><a:pt x="192741" y="14829"/></a:lnTo><a:lnTo><a:pt x="192741" y="786681"/></a:lnTo></a:path><a:path w="219075" h="835660"><a:moveTo><a:pt x="9858" y="132429"/></a:moveTo><a:lnTo><a:pt x="9144" y="132863"/></a:lnTo><a:lnTo><a:pt x="0" y="131684"/></a:lnTo></a:path><a:path w="219075" h="835660"><a:moveTo><a:pt x="9858" y="132429"/></a:moveTo><a:lnTo><a:pt x="11905" y="132693"/></a:lnTo></a:path></a:pathLst></a:custGeom><a:ln w="3878"><a:solidFill><a:srgbClr val="000000"/></a:solidFill></a:ln></p:spPr><p:txBody><a:bodyPr wrap="square" lIns="0" tIns="0" rIns="0" bIns="0" rtlCol="0"/><a:lstStyle/><a:p/></p:txBody></p:sp><p:sp><p:nvSpPr><p:cNvPr id="83" name="object 83"/><p:cNvSpPr/><p:nvPr/></p:nvSpPr><p:spPr><a:xfrm><a:off x="5740895" y="3398472"/><a:ext cx="65405" cy="801370"/></a:xfrm><a:custGeom><a:avLst/><a:gdLst/><a:ahLst/><a:cxnLst/><a:rect l="l" t="t" r="r" b="b"/><a:pathLst><a:path w="65404" h="801370"><a:moveTo><a:pt x="5181" y="29222"/></a:moveTo><a:lnTo><a:pt x="3873" y="29222"/></a:lnTo><a:lnTo><a:pt x="3873" y="29057"/></a:lnTo><a:lnTo><a:pt x="0" y="29057"/></a:lnTo><a:lnTo><a:pt x="0" y="800912"/></a:lnTo><a:lnTo><a:pt x="1308" y="800912"/></a:lnTo><a:lnTo><a:pt x="1308" y="801077"/></a:lnTo><a:lnTo><a:pt x="5181" y="801077"/></a:lnTo><a:lnTo><a:pt x="5181" y="29222"/></a:lnTo><a:close/></a:path><a:path w="65404" h="801370"><a:moveTo><a:pt x="29654" y="14401"/></a:moveTo><a:lnTo><a:pt x="28346" y="14401"/></a:lnTo><a:lnTo><a:pt x="28346" y="14224"/></a:lnTo><a:lnTo><a:pt x="24472" y="14224"/></a:lnTo><a:lnTo><a:pt x="24472" y="786066"/></a:lnTo><a:lnTo><a:pt x="25781" y="786066"/></a:lnTo><a:lnTo><a:pt x="25781" y="786244"/></a:lnTo><a:lnTo><a:pt x="29654" y="786244"/></a:lnTo><a:lnTo><a:pt x="29654" y="14401"/></a:lnTo><a:close/></a:path><a:path w="65404" h="801370"><a:moveTo><a:pt x="51803" y="0"/></a:moveTo><a:lnTo><a:pt x="47917" y="0"/></a:lnTo><a:lnTo><a:pt x="47917" y="771855"/></a:lnTo><a:lnTo><a:pt x="51803" y="771855"/></a:lnTo><a:lnTo><a:pt x="51803" y="0"/></a:lnTo><a:close/></a:path><a:path w="65404" h="801370"><a:moveTo><a:pt x="65112" y="165"/></a:moveTo><a:lnTo><a:pt x="61226" y="165"/></a:lnTo><a:lnTo><a:pt x="61226" y="749"/></a:lnTo><a:lnTo><a:pt x="57785" y="749"/></a:lnTo><a:lnTo><a:pt x="57785" y="1181"/></a:lnTo><a:lnTo><a:pt x="57073" y="1181"/></a:lnTo><a:lnTo><a:pt x="57073" y="773036"/></a:lnTo><a:lnTo><a:pt x="60947" y="773036"/></a:lnTo><a:lnTo><a:pt x="60947" y="772858"/></a:lnTo><a:lnTo><a:pt x="63703" y="772858"/></a:lnTo><a:lnTo><a:pt x="63703" y="772007"/></a:lnTo><a:lnTo><a:pt x="65112" y="772007"/></a:lnTo><a:lnTo><a:pt x="65112" y="165"/></a:lnTo><a:close/></a:path></a:pathLst></a:custGeom><a:solidFill><a:srgbClr val="000000"/></a:solidFill></p:spPr><p:txBody><a:bodyPr wrap="square" lIns="0" tIns="0" rIns="0" bIns="0" rtlCol="0"/><a:lstStyle/><a:p/></p:txBody></p:sp><p:sp><p:nvSpPr><p:cNvPr id="84" name="object 84"/><p:cNvSpPr/><p:nvPr/></p:nvSpPr><p:spPr><a:xfrm><a:off x="6390094" y="3170600"/><a:ext cx="164465" cy="896619"/></a:xfrm><a:custGeom><a:avLst/><a:gdLst/><a:ahLst/><a:cxnLst/><a:rect l="l" t="t" r="r" b="b"/><a:pathLst><a:path w="164465" h="896620"><a:moveTo><a:pt x="68161" y="814983"/></a:moveTo><a:lnTo><a:pt x="68161" y="43341"/></a:lnTo><a:lnTo><a:pt x="63949" y="39719"/></a:lnTo></a:path><a:path w="164465" h="896620"><a:moveTo><a:pt x="69495" y="814976"/></a:moveTo><a:lnTo><a:pt x="69495" y="43333"/></a:lnTo><a:lnTo><a:pt x="68161" y="43341"/></a:lnTo></a:path><a:path w="164465" h="896620"><a:moveTo><a:pt x="152331" y="895865"/></a:moveTo><a:lnTo><a:pt x="152331" y="124223"/></a:lnTo><a:lnTo><a:pt x="151160" y="123207"/></a:lnTo></a:path><a:path w="164465" h="896620"><a:moveTo><a:pt x="154418" y="895857"/></a:moveTo><a:lnTo><a:pt x="154418" y="124215"/></a:lnTo><a:lnTo><a:pt x="152331" y="124223"/></a:lnTo></a:path><a:path w="164465" h="896620"><a:moveTo><a:pt x="155015" y="896369"/></a:moveTo><a:lnTo><a:pt x="155015" y="124727"/></a:lnTo><a:lnTo><a:pt x="154418" y="124215"/></a:lnTo></a:path><a:path w="164465" h="896620"><a:moveTo><a:pt x="164307" y="896299"/></a:moveTo><a:lnTo><a:pt x="164307" y="124704"/></a:lnTo><a:lnTo><a:pt x="155015" y="124727"/></a:lnTo></a:path><a:path w="164465" h="896620"><a:moveTo><a:pt x="0" y="781190"/></a:moveTo><a:lnTo><a:pt x="0" y="9547"/></a:lnTo><a:lnTo><a:pt x="15923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85" name="object 85"/><p:cNvSpPr/><p:nvPr/></p:nvSpPr><p:spPr><a:xfrm><a:off x="6387376" y="3188135"/><a:ext cx="5080" cy="772160"/></a:xfrm><a:custGeom><a:avLst/><a:gdLst/><a:ahLst/><a:cxnLst/><a:rect l="l" t="t" r="r" b="b"/><a:pathLst><a:path w="5079" h="772160"><a:moveTo><a:pt x="4610" y="0"/></a:moveTo><a:lnTo><a:pt x="736" y="0"/></a:lnTo><a:lnTo><a:pt x="736" y="431"/></a:lnTo><a:lnTo><a:pt x="0" y="431"/></a:lnTo><a:lnTo><a:pt x="0" y="1943"/></a:lnTo><a:lnTo><a:pt x="736" y="1943"/></a:lnTo><a:lnTo><a:pt x="736" y="771639"/></a:lnTo><a:lnTo><a:pt x="4610" y="771639"/></a:lnTo><a:lnTo><a:pt x="4610" y="0"/></a:lnTo><a:close/></a:path></a:pathLst></a:custGeom><a:solidFill><a:srgbClr val="000000"/></a:solidFill></p:spPr><p:txBody><a:bodyPr wrap="square" lIns="0" tIns="0" rIns="0" bIns="0" rtlCol="0"/><a:lstStyle/><a:p/></p:txBody></p:sp><p:sp><p:nvSpPr><p:cNvPr id="86" name="object 86"/><p:cNvSpPr/><p:nvPr/></p:nvSpPr><p:spPr><a:xfrm><a:off x="6385541" y="3190068"/><a:ext cx="3810" cy="774065"/></a:xfrm><a:custGeom><a:avLst/><a:gdLst/><a:ahLst/><a:cxnLst/><a:rect l="l" t="t" r="r" b="b"/><a:pathLst><a:path w="3810" h="774064"><a:moveTo><a:pt x="3785" y="0"/></a:moveTo><a:lnTo><a:pt x="0" y="2272"/></a:lnTo><a:lnTo><a:pt x="0" y="773914"/></a:lnTo></a:path></a:pathLst></a:custGeom><a:ln w="3878"><a:solidFill><a:srgbClr val="000000"/></a:solidFill></a:ln></p:spPr><p:txBody><a:bodyPr wrap="square" lIns="0" tIns="0" rIns="0" bIns="0" rtlCol="0"/><a:lstStyle/><a:p/></p:txBody></p:sp><p:sp><p:nvSpPr><p:cNvPr id="87" name="object 87"/><p:cNvSpPr/><p:nvPr/></p:nvSpPr><p:spPr><a:xfrm><a:off x="5857976" y="2100939"/><a:ext cx="534670" cy="1863725"/></a:xfrm><a:custGeom><a:avLst/><a:gdLst/><a:ahLst/><a:cxnLst/><a:rect l="l" t="t" r="r" b="b"/><a:pathLst><a:path w="534670" h="1863725"><a:moveTo><a:pt x="3886" y="0"/></a:moveTo><a:lnTo><a:pt x="0" y="0"/></a:lnTo><a:lnTo><a:pt x="0" y="142951"/></a:lnTo><a:lnTo><a:pt x="3886" y="142951"/></a:lnTo><a:lnTo><a:pt x="3886" y="0"/></a:lnTo><a:close/></a:path><a:path w="534670" h="1863725"><a:moveTo><a:pt x="517588" y="1717294"/></a:moveTo><a:lnTo><a:pt x="513715" y="1717294"/></a:lnTo><a:lnTo><a:pt x="513715" y="1725269"/></a:lnTo><a:lnTo><a:pt x="511632" y="1725269"/></a:lnTo><a:lnTo><a:pt x="511632" y="1863242"/></a:lnTo><a:lnTo><a:pt x="515518" y="1863242"/></a:lnTo><a:lnTo><a:pt x="515518" y="1861997"/></a:lnTo><a:lnTo><a:pt x="517588" y="1861997"/></a:lnTo><a:lnTo><a:pt x="517588" y="1717294"/></a:lnTo><a:close/></a:path><a:path w="534670" h="1863725"><a:moveTo><a:pt x="527443" y="1091133"/></a:moveTo><a:lnTo><a:pt x="523557" y="1091133"/></a:lnTo><a:lnTo><a:pt x="523557" y="1091565"/></a:lnTo><a:lnTo><a:pt x="522846" y="1091565"/></a:lnTo><a:lnTo><a:pt x="522846" y="1863204"/></a:lnTo><a:lnTo><a:pt x="526732" y="1863204"/></a:lnTo><a:lnTo><a:pt x="526732" y="1862772"/></a:lnTo><a:lnTo><a:pt x="527443" y="1862772"/></a:lnTo><a:lnTo><a:pt x="527443" y="1091133"/></a:lnTo><a:close/></a:path><a:path w="534670" h="1863725"><a:moveTo><a:pt x="533285" y="1089139"/></a:moveTo><a:lnTo><a:pt x="529399" y="1089139"/></a:lnTo><a:lnTo><a:pt x="529399" y="1859267"/></a:lnTo><a:lnTo><a:pt x="533285" y="1859267"/></a:lnTo><a:lnTo><a:pt x="533285" y="1089139"/></a:lnTo><a:close/></a:path><a:path w="534670" h="1863725"><a:moveTo><a:pt x="534047" y="1079220"/></a:moveTo><a:lnTo><a:pt x="530136" y="1079220"/></a:lnTo><a:lnTo><a:pt x="530136" y="1087196"/></a:lnTo><a:lnTo><a:pt x="534047" y="1087196"/></a:lnTo><a:lnTo><a:pt x="534047" y="1079220"/></a:lnTo><a:close/></a:path></a:pathLst></a:custGeom><a:solidFill><a:srgbClr val="000000"/></a:solidFill></p:spPr><p:txBody><a:bodyPr wrap="square" lIns="0" tIns="0" rIns="0" bIns="0" rtlCol="0"/><a:lstStyle/><a:p/></p:txBody></p:sp></p:grpSp><p:sp><p:nvSpPr><p:cNvPr id="88" name="object 88"/><p:cNvSpPr/><p:nvPr/></p:nvSpPr><p:spPr><a:xfrm><a:off x="2876041" y="3673218"/><a:ext cx="0" cy="772160"/></a:xfrm><a:custGeom><a:avLst/><a:gdLst/><a:ahLst/><a:cxnLst/><a:rect l="l" t="t" r="r" b="b"/><a:pathLst><a:path w="0" h="772160"><a:moveTo><a:pt x="0" y="0"/></a:moveTo><a:lnTo><a:pt x="0" y="90251"/></a:lnTo><a:lnTo><a:pt x="0" y="771867"/></a:lnTo></a:path></a:pathLst></a:custGeom><a:ln w="3878"><a:solidFill><a:srgbClr val="000000"/></a:solidFill></a:ln></p:spPr><p:txBody><a:bodyPr wrap="square" lIns="0" tIns="0" rIns="0" bIns="0" rtlCol="0"/><a:lstStyle/><a:p/></p:txBody></p:sp><p:sp><p:nvSpPr><p:cNvPr id="89" name="object 89"/><p:cNvSpPr/><p:nvPr/></p:nvSpPr><p:spPr><a:xfrm><a:off x="2901474" y="3038194"/><a:ext cx="46990" cy="398780"/></a:xfrm><a:custGeom><a:avLst/><a:gdLst/><a:ahLst/><a:cxnLst/><a:rect l="l" t="t" r="r" b="b"/><a:pathLst><a:path w="46989" h="398779"><a:moveTo><a:pt x="46211" y="0"/></a:moveTo><a:lnTo><a:pt x="46459" y="4390"/></a:lnTo></a:path><a:path w="46989" h="398779"><a:moveTo><a:pt x="0" y="395349"/></a:moveTo><a:lnTo><a:pt x="23" y="323209"/></a:lnTo><a:lnTo><a:pt x="116" y="1372"/></a:lnTo></a:path><a:path w="46989" h="398779"><a:moveTo><a:pt x="46351" y="398366"/></a:moveTo><a:lnTo><a:pt x="46374" y="312885"/></a:lnTo><a:lnTo><a:pt x="46459" y="4390"/></a:lnTo></a:path></a:pathLst></a:custGeom><a:ln w="3878"><a:solidFill><a:srgbClr val="000000"/></a:solidFill></a:ln></p:spPr><p:txBody><a:bodyPr wrap="square" lIns="0" tIns="0" rIns="0" bIns="0" rtlCol="0"/><a:lstStyle/><a:p/></p:txBody></p:sp><p:sp><p:nvSpPr><p:cNvPr id="90" name="object 90"/><p:cNvSpPr/><p:nvPr/></p:nvSpPr><p:spPr><a:xfrm><a:off x="1831893" y="3636221"/><a:ext cx="46990" cy="398780"/></a:xfrm><a:custGeom><a:avLst/><a:gdLst/><a:ahLst/><a:cxnLst/><a:rect l="l" t="t" r="r" b="b"/><a:pathLst><a:path w="46989" h="398779"><a:moveTo><a:pt x="46211" y="0"/></a:moveTo><a:lnTo><a:pt x="46467" y="4382"/></a:lnTo></a:path><a:path w="46989" h="398779"><a:moveTo><a:pt x="0" y="395349"/></a:moveTo><a:lnTo><a:pt x="23" y="323209"/></a:lnTo><a:lnTo><a:pt x="116" y="1365"/></a:lnTo></a:path><a:path w="46989" h="398779"><a:moveTo><a:pt x="46351" y="398359"/></a:moveTo><a:lnTo><a:pt x="46374" y="312877"/></a:lnTo><a:lnTo><a:pt x="46467" y="4382"/></a:lnTo></a:path></a:pathLst></a:custGeom><a:ln w="3878"><a:solidFill><a:srgbClr val="000000"/></a:solidFill></a:ln></p:spPr><p:txBody><a:bodyPr wrap="square" lIns="0" tIns="0" rIns="0" bIns="0" rtlCol="0"/><a:lstStyle/><a:p/></p:txBody></p:sp><p:sp><p:nvSpPr><p:cNvPr id="91" name="object 91"/><p:cNvSpPr/><p:nvPr/></p:nvSpPr><p:spPr><a:xfrm><a:off x="2366683" y="3337429"/><a:ext cx="46990" cy="398780"/></a:xfrm><a:custGeom><a:avLst/><a:gdLst/><a:ahLst/><a:cxnLst/><a:rect l="l" t="t" r="r" b="b"/><a:pathLst><a:path w="46989" h="398779"><a:moveTo><a:pt x="46211" y="0"/></a:moveTo><a:lnTo><a:pt x="46467" y="4390"/></a:lnTo></a:path><a:path w="46989" h="398779"><a:moveTo><a:pt x="0" y="395349"/></a:moveTo><a:lnTo><a:pt x="23" y="323216"/></a:lnTo><a:lnTo><a:pt x="116" y="1372"/></a:lnTo></a:path><a:path w="46989" h="398779"><a:moveTo><a:pt x="46351" y="398366"/></a:moveTo><a:lnTo><a:pt x="46374" y="312885"/></a:lnTo><a:lnTo><a:pt x="46467" y="4390"/></a:lnTo></a:path></a:pathLst></a:custGeom><a:ln w="3878"><a:solidFill><a:srgbClr val="000000"/></a:solidFill></a:ln></p:spPr><p:txBody><a:bodyPr wrap="square" lIns="0" tIns="0" rIns="0" bIns="0" rtlCol="0"/><a:lstStyle/><a:p/></p:txBody></p:sp><p:sp><p:nvSpPr><p:cNvPr id="92" name="object 92"/><p:cNvSpPr/><p:nvPr/></p:nvSpPr><p:spPr><a:xfrm><a:off x="11474615" y="4857660"/><a:ext cx="2540" cy="508634"/></a:xfrm><a:custGeom><a:avLst/><a:gdLst/><a:ahLst/><a:cxnLst/><a:rect l="l" t="t" r="r" b="b"/><a:pathLst><a:path w="2540" h="508635"><a:moveTo><a:pt x="0" y="0"/></a:moveTo><a:lnTo><a:pt x="387" y="100551"/></a:lnTo><a:lnTo><a:pt x="1473" y="360943"/></a:lnTo></a:path><a:path w="2540" h="508635"><a:moveTo><a:pt x="1473" y="360943"/></a:moveTo><a:lnTo><a:pt x="2016" y="508629"/></a:lnTo></a:path></a:pathLst></a:custGeom><a:ln w="3878"><a:solidFill><a:srgbClr val="000000"/></a:solidFill></a:ln></p:spPr><p:txBody><a:bodyPr wrap="square" lIns="0" tIns="0" rIns="0" bIns="0" rtlCol="0"/><a:lstStyle/><a:p/></p:txBody></p:sp><p:grpSp><p:nvGrpSpPr><p:cNvPr id="93" name="object 93"/><p:cNvGrpSpPr/><p:nvPr/></p:nvGrpSpPr><p:grpSpPr><a:xfrm><a:off x="1543773" y="519591"/><a:ext cx="16222344" cy="11222355"/><a:chOff x="1543773" y="519591"/><a:chExt cx="16222344" cy="11222355"/></a:xfrm></p:grpSpPr><p:pic><p:nvPicPr><p:cNvPr id="94" name="object 94"/><p:cNvPicPr/><p:nvPr/></p:nvPicPr><p:blipFill><a:blip r:embed="rId5" cstate="print"/><a:stretch><a:fillRect/></a:stretch></p:blipFill><p:spPr><a:xfrm><a:off x="1543773" y="519591"/><a:ext cx="6225988" cy="5128799"/></a:xfrm><a:prstGeom prst="rect"><a:avLst/></a:prstGeom></p:spPr></p:pic><p:sp><p:nvSpPr><p:cNvPr id="95" name="object 95"/><p:cNvSpPr/><p:nvPr/></p:nvSpPr><p:spPr><a:xfrm><a:off x="2876041" y="2061555"/><a:ext cx="2984500" cy="2681605"/></a:xfrm><a:custGeom><a:avLst/><a:gdLst/><a:ahLst/><a:cxnLst/><a:rect l="l" t="t" r="r" b="b"/><a:pathLst><a:path w="2984500" h="2681604"><a:moveTo><a:pt x="696275" y="2681570"/></a:moveTo><a:lnTo><a:pt x="696275" y="2680693"/></a:lnTo></a:path><a:path w="2984500" h="2681604"><a:moveTo><a:pt x="2406286" y="0"/></a:moveTo><a:lnTo><a:pt x="2672107" y="228699"/></a:lnTo><a:lnTo><a:pt x="2983884" y="39378"/></a:lnTo></a:path><a:path w="2984500" h="2681604"><a:moveTo><a:pt x="0" y="1611663"/></a:moveTo><a:lnTo><a:pt x="716642" y="2228219"/></a:lnTo><a:lnTo><a:pt x="2836733" y="940859"/></a:lnTo></a:path></a:pathLst></a:custGeom><a:ln w="3878"><a:solidFill><a:srgbClr val="000000"/></a:solidFill></a:ln></p:spPr><p:txBody><a:bodyPr wrap="square" lIns="0" tIns="0" rIns="0" bIns="0" rtlCol="0"/><a:lstStyle/><a:p/></p:txBody></p:sp><p:sp><p:nvSpPr><p:cNvPr id="96" name="object 96"/><p:cNvSpPr/><p:nvPr/></p:nvSpPr><p:spPr><a:xfrm><a:off x="3590745" y="4289775"/><a:ext cx="4445" cy="441325"/></a:xfrm><a:custGeom><a:avLst/><a:gdLst/><a:ahLst/><a:cxnLst/><a:rect l="l" t="t" r="r" b="b"/><a:pathLst><a:path w="4445" h="441325"><a:moveTo><a:pt x="3878" y="440956"/></a:moveTo><a:lnTo><a:pt x="0" y="440956"/></a:lnTo><a:lnTo><a:pt x="0" y="0"/></a:lnTo><a:lnTo><a:pt x="3878" y="0"/></a:lnTo><a:lnTo><a:pt x="3878" y="440956"/></a:lnTo><a:close/></a:path></a:pathLst></a:custGeom><a:solidFill><a:srgbClr val="000000"/></a:solidFill></p:spPr><p:txBody><a:bodyPr wrap="square" lIns="0" tIns="0" rIns="0" bIns="0" rtlCol="0"/><a:lstStyle/><a:p/></p:txBody></p:sp><p:sp><p:nvSpPr><p:cNvPr id="97" name="object 97"/><p:cNvSpPr/><p:nvPr/></p:nvSpPr><p:spPr><a:xfrm><a:off x="5391691" y="2528200"/><a:ext cx="1304925" cy="791845"/></a:xfrm><a:custGeom><a:avLst/><a:gdLst/><a:ahLst/><a:cxnLst/><a:rect l="l" t="t" r="r" b="b"/><a:pathLst><a:path w="1304925" h="791845"><a:moveTo><a:pt x="1304610" y="791699"/></a:moveTo><a:lnTo><a:pt x="688425" y="261578"/></a:lnTo></a:path><a:path w="1304925" h="791845"><a:moveTo><a:pt x="688425" y="295852"/></a:moveTo><a:lnTo><a:pt x="486438" y="418501"/></a:ln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98" name="object 98"/><p:cNvSpPr/><p:nvPr/></p:nvSpPr><p:spPr><a:xfrm><a:off x="5876190" y="2946702"/><a:ext cx="4445" cy="403225"/></a:xfrm><a:custGeom><a:avLst/><a:gdLst/><a:ahLst/><a:cxnLst/><a:rect l="l" t="t" r="r" b="b"/><a:pathLst><a:path w="4445" h="403225"><a:moveTo><a:pt x="3878" y="403059"/></a:moveTo><a:lnTo><a:pt x="0" y="403059"/></a:lnTo><a:lnTo><a:pt x="0" y="0"/></a:lnTo><a:lnTo><a:pt x="3878" y="0"/></a:lnTo><a:lnTo><a:pt x="3878" y="403059"/></a:lnTo><a:close/></a:path></a:pathLst></a:custGeom><a:solidFill><a:srgbClr val="000000"/></a:solidFill></p:spPr><p:txBody><a:bodyPr wrap="square" lIns="0" tIns="0" rIns="0" bIns="0" rtlCol="0"/><a:lstStyle/><a:p/></p:txBody></p:sp><p:pic><p:nvPicPr><p:cNvPr id="99" name="object 99"/><p:cNvPicPr/><p:nvPr/></p:nvPicPr><p:blipFill><a:blip r:embed="rId6" cstate="print"/><a:stretch><a:fillRect/></a:stretch></p:blipFill><p:spPr><a:xfrm><a:off x="3325840" y="3126615"/><a:ext cx="266030" cy="121283"/></a:xfrm><a:prstGeom prst="rect"><a:avLst/></a:prstGeom></p:spPr></p:pic><p:sp><p:nvSpPr><p:cNvPr id="100" name="object 100"/><p:cNvSpPr/><p:nvPr/></p:nvSpPr><p:spPr><a:xfrm><a:off x="3436373" y="2741224"/><a:ext cx="46355" cy="18415"/></a:xfrm><a:custGeom><a:avLst/><a:gdLst/><a:ahLst/><a:cxnLst/><a:rect l="l" t="t" r="r" b="b"/><a:pathLst><a:path w="46354" h="18414"><a:moveTo><a:pt x="5320" y="12285"/></a:moveTo><a:lnTo><a:pt x="2070" y="8578"/></a:lnTo><a:lnTo><a:pt x="255" y="4390"/></a:lnTo><a:lnTo><a:pt x="0" y="0"/></a:lnTo></a:path><a:path w="46354" h="18414"><a:moveTo><a:pt x="15171" y="17296"/></a:moveTo><a:lnTo><a:pt x="9788" y="15264"/></a:lnTo></a:path><a:path w="46354" h="18414"><a:moveTo><a:pt x="45024" y="7298"/></a:moveTo><a:lnTo><a:pt x="42209" y="11192"/></a:lnTo></a:path><a:path w="46354" h="18414"><a:moveTo><a:pt x="21096" y="18258"/></a:moveTo><a:lnTo><a:pt x="15171" y="17296"/></a:lnTo></a:path><a:path w="46354" h="18414"><a:moveTo><a:pt x="9788" y="15264"/></a:moveTo><a:lnTo><a:pt x="5320" y="12285"/></a:lnTo></a:path><a:path w="46354" h="18414"><a:moveTo><a:pt x="42209" y="11192"/></a:moveTo><a:lnTo><a:pt x="38090" y="14418"/></a:lnTo></a:path><a:path w="46354" h="18414"><a:moveTo><a:pt x="27162" y="18079"/></a:moveTo><a:lnTo><a:pt x="21096" y="18258"/></a:lnTo></a:path><a:path w="46354" h="18414"><a:moveTo><a:pt x="46351" y="3017"/></a:moveTo><a:lnTo><a:pt x="45024" y="7298"/></a:lnTo></a:path><a:path w="46354" h="18414"><a:moveTo><a:pt x="38090" y="14418"/></a:moveTo><a:lnTo><a:pt x="32963" y="16768"/></a:lnTo></a:path><a:path w="46354" h="18414"><a:moveTo><a:pt x="32963" y="16768"/></a:moveTo><a:lnTo><a:pt x="27162" y="18079"/></a:lnTo></a:path></a:pathLst></a:custGeom><a:ln w="3878"><a:solidFill><a:srgbClr val="000000"/></a:solidFill></a:ln></p:spPr><p:txBody><a:bodyPr wrap="square" lIns="0" tIns="0" rIns="0" bIns="0" rtlCol="0"/><a:lstStyle/><a:p/></p:txBody></p:sp><p:pic><p:nvPicPr><p:cNvPr id="101" name="object 101"/><p:cNvPicPr/><p:nvPr/></p:nvPicPr><p:blipFill><a:blip r:embed="rId7" cstate="print"/><a:stretch><a:fillRect/></a:stretch></p:blipFill><p:spPr><a:xfrm><a:off x="2791049" y="3424958"/><a:ext cx="266030" cy="120756"/></a:xfrm><a:prstGeom prst="rect"><a:avLst/></a:prstGeom></p:spPr></p:pic><p:sp><p:nvSpPr><p:cNvPr id="102" name="object 102"/><p:cNvSpPr/><p:nvPr/></p:nvSpPr><p:spPr><a:xfrm><a:off x="2901590" y="3039567"/><a:ext cx="46355" cy="18415"/></a:xfrm><a:custGeom><a:avLst/><a:gdLst/><a:ahLst/><a:cxnLst/><a:rect l="l" t="t" r="r" b="b"/><a:pathLst><a:path w="46355" h="18414"><a:moveTo><a:pt x="5313" y="12285"/></a:moveTo><a:lnTo><a:pt x="2063" y="8570"/></a:lnTo><a:lnTo><a:pt x="248" y="4382"/></a:lnTo><a:lnTo><a:pt x="0" y="0"/></a:lnTo></a:path><a:path w="46355" h="18414"><a:moveTo><a:pt x="15163" y="17296"/></a:moveTo><a:lnTo><a:pt x="9780" y="15256"/></a:lnTo></a:path><a:path w="46355" h="18414"><a:moveTo><a:pt x="45017" y="7298"/></a:moveTo><a:lnTo><a:pt x="42201" y="11184"/></a:lnTo></a:path><a:path w="46355" h="18414"><a:moveTo><a:pt x="21089" y="18258"/></a:moveTo><a:lnTo><a:pt x="15163" y="17296"/></a:lnTo></a:path><a:path w="46355" h="18414"><a:moveTo><a:pt x="9780" y="15256"/></a:moveTo><a:lnTo><a:pt x="5313" y="12285"/></a:lnTo></a:path><a:path w="46355" h="18414"><a:moveTo><a:pt x="42201" y="11184"/></a:moveTo><a:lnTo><a:pt x="38082" y="14418"/></a:lnTo></a:path><a:path w="46355" h="18414"><a:moveTo><a:pt x="27162" y="18079"/></a:moveTo><a:lnTo><a:pt x="21089" y="18258"/></a:lnTo></a:path><a:path w="46355" h="18414"><a:moveTo><a:pt x="46343" y="3017"/></a:moveTo><a:lnTo><a:pt x="45017" y="7298"/></a:lnTo></a:path><a:path w="46355" h="18414"><a:moveTo><a:pt x="38082" y="14418"/></a:moveTo><a:lnTo><a:pt x="32956" y="16768"/></a:lnTo></a:path><a:path w="46355" h="18414"><a:moveTo><a:pt x="32956" y="16768"/></a:moveTo><a:lnTo><a:pt x="27162" y="18079"/></a:lnTo></a:path></a:pathLst></a:custGeom><a:ln w="3878"><a:solidFill><a:srgbClr val="000000"/></a:solidFill></a:ln></p:spPr><p:txBody><a:bodyPr wrap="square" lIns="0" tIns="0" rIns="0" bIns="0" rtlCol="0"/><a:lstStyle/><a:p/></p:txBody></p:sp><p:pic><p:nvPicPr><p:cNvPr id="103" name="object 103"/><p:cNvPicPr/><p:nvPr/></p:nvPicPr><p:blipFill><a:blip r:embed="rId8" cstate="print"/><a:stretch><a:fillRect/></a:stretch></p:blipFill><p:spPr><a:xfrm><a:off x="3860630" y="2827380"/><a:ext cx="266030" cy="129319"/></a:xfrm><a:prstGeom prst="rect"><a:avLst/></a:prstGeom></p:spPr></p:pic><p:sp><p:nvSpPr><p:cNvPr id="104" name="object 104"/><p:cNvSpPr/><p:nvPr/></p:nvSpPr><p:spPr><a:xfrm><a:off x="3971164" y="2441990"/><a:ext cx="46355" cy="18415"/></a:xfrm><a:custGeom><a:avLst/><a:gdLst/><a:ahLst/><a:cxnLst/><a:rect l="l" t="t" r="r" b="b"/><a:pathLst><a:path w="46354" h="18414"><a:moveTo><a:pt x="5320" y="12285"/></a:moveTo><a:lnTo><a:pt x="2063" y="8578"/></a:lnTo><a:lnTo><a:pt x="255" y="4390"/></a:lnTo><a:lnTo><a:pt x="0" y="0"/></a:lnTo></a:path><a:path w="46354" h="18414"><a:moveTo><a:pt x="15171" y="17296"/></a:moveTo><a:lnTo><a:pt x="9788" y="15256"/></a:lnTo></a:path><a:path w="46354" h="18414"><a:moveTo><a:pt x="45024" y="7298"/></a:moveTo><a:lnTo><a:pt x="42209" y="11192"/></a:lnTo></a:path><a:path w="46354" h="18414"><a:moveTo><a:pt x="21096" y="18258"/></a:moveTo><a:lnTo><a:pt x="15171" y="17296"/></a:lnTo></a:path><a:path w="46354" h="18414"><a:moveTo><a:pt x="9788" y="15256"/></a:moveTo><a:lnTo><a:pt x="5320" y="12285"/></a:lnTo></a:path><a:path w="46354" h="18414"><a:moveTo><a:pt x="42209" y="11192"/></a:moveTo><a:lnTo><a:pt x="38090" y="14418"/></a:lnTo></a:path><a:path w="46354" h="18414"><a:moveTo><a:pt x="27162" y="18079"/></a:moveTo><a:lnTo><a:pt x="21096" y="18258"/></a:lnTo></a:path><a:path w="46354" h="18414"><a:moveTo><a:pt x="46351" y="3017"/></a:moveTo><a:lnTo><a:pt x="45024" y="7298"/></a:lnTo></a:path><a:path w="46354" h="18414"><a:moveTo><a:pt x="38090" y="14418"/></a:moveTo><a:lnTo><a:pt x="32963" y="16768"/></a:lnTo></a:path><a:path w="46354" h="18414"><a:moveTo><a:pt x="32963" y="16768"/></a:moveTo><a:lnTo><a:pt x="27162" y="18079"/></a:lnTo></a:path></a:pathLst></a:custGeom><a:ln w="3878"><a:solidFill><a:srgbClr val="000000"/></a:solidFill></a:ln></p:spPr><p:txBody><a:bodyPr wrap="square" lIns="0" tIns="0" rIns="0" bIns="0" rtlCol="0"/><a:lstStyle/><a:p/></p:txBody></p:sp><p:pic><p:nvPicPr><p:cNvPr id="105" name="object 105"/><p:cNvPicPr/><p:nvPr/></p:nvPicPr><p:blipFill><a:blip r:embed="rId9" cstate="print"/><a:stretch><a:fillRect/></a:stretch></p:blipFill><p:spPr><a:xfrm><a:off x="1721467" y="4022977"/><a:ext cx="266030" cy="107563"/></a:xfrm><a:prstGeom prst="rect"><a:avLst/></a:prstGeom></p:spPr></p:pic><p:sp><p:nvSpPr><p:cNvPr id="106" name="object 106"/><p:cNvSpPr/><p:nvPr/></p:nvSpPr><p:spPr><a:xfrm><a:off x="1832009" y="3637586"/><a:ext cx="46355" cy="18415"/></a:xfrm><a:custGeom><a:avLst/><a:gdLst/><a:ahLst/><a:cxnLst/><a:rect l="l" t="t" r="r" b="b"/><a:pathLst><a:path w="46355" h="18414"><a:moveTo><a:pt x="5313" y="12285"/></a:moveTo><a:lnTo><a:pt x="2063" y="8578"/></a:lnTo><a:lnTo><a:pt x="248" y="4390"/></a:lnTo><a:lnTo><a:pt x="0" y="0"/></a:lnTo></a:path><a:path w="46355" h="18414"><a:moveTo><a:pt x="15163" y="17296"/></a:moveTo><a:lnTo><a:pt x="9780" y="15264"/></a:lnTo></a:path><a:path w="46355" h="18414"><a:moveTo><a:pt x="45017" y="7298"/></a:moveTo><a:lnTo><a:pt x="42201" y="11192"/></a:lnTo></a:path><a:path w="46355" h="18414"><a:moveTo><a:pt x="21089" y="18258"/></a:moveTo><a:lnTo><a:pt x="15163" y="17296"/></a:lnTo></a:path><a:path w="46355" h="18414"><a:moveTo><a:pt x="9780" y="15264"/></a:moveTo><a:lnTo><a:pt x="5313" y="12285"/></a:lnTo></a:path><a:path w="46355" h="18414"><a:moveTo><a:pt x="42201" y="11192"/></a:moveTo><a:lnTo><a:pt x="38090" y="14418"/></a:lnTo></a:path><a:path w="46355" h="18414"><a:moveTo><a:pt x="27162" y="18079"/></a:moveTo><a:lnTo><a:pt x="21089" y="18258"/></a:lnTo></a:path><a:path w="46355" h="18414"><a:moveTo><a:pt x="46351" y="3017"/></a:moveTo><a:lnTo><a:pt x="45017" y="7298"/></a:lnTo></a:path><a:path w="46355" h="18414"><a:moveTo><a:pt x="38090" y="14418"/></a:moveTo><a:lnTo><a:pt x="32956" y="16768"/></a:lnTo></a:path><a:path w="46355" h="18414"><a:moveTo><a:pt x="32956" y="16768"/></a:moveTo><a:lnTo><a:pt x="27162" y="18079"/></a:lnTo></a:path></a:pathLst></a:custGeom><a:ln w="3878"><a:solidFill><a:srgbClr val="000000"/></a:solidFill></a:ln></p:spPr><p:txBody><a:bodyPr wrap="square" lIns="0" tIns="0" rIns="0" bIns="0" rtlCol="0"/><a:lstStyle/><a:p/></p:txBody></p:sp><p:pic><p:nvPicPr><p:cNvPr id="107" name="object 107"/><p:cNvPicPr/><p:nvPr/></p:nvPicPr><p:blipFill><a:blip r:embed="rId10" cstate="print"/><a:stretch><a:fillRect/></a:stretch></p:blipFill><p:spPr><a:xfrm><a:off x="4930204" y="2230253"/><a:ext cx="266038" cy="121283"/></a:xfrm><a:prstGeom prst="rect"><a:avLst/></a:prstGeom></p:spPr></p:pic><p:sp><p:nvSpPr><p:cNvPr id="108" name="object 108"/><p:cNvSpPr/><p:nvPr/></p:nvSpPr><p:spPr><a:xfrm><a:off x="5040746" y="1844862"/><a:ext cx="46355" cy="18415"/></a:xfrm><a:custGeom><a:avLst/><a:gdLst/><a:ahLst/><a:cxnLst/><a:rect l="l" t="t" r="r" b="b"/><a:pathLst><a:path w="46354" h="18414"><a:moveTo><a:pt x="5320" y="12285"/></a:moveTo><a:lnTo><a:pt x="2063" y="8578"/></a:lnTo><a:lnTo><a:pt x="255" y="4390"/></a:lnTo><a:lnTo><a:pt x="0" y="0"/></a:lnTo></a:path><a:path w="46354" h="18414"><a:moveTo><a:pt x="15171" y="17296"/></a:moveTo><a:lnTo><a:pt x="9788" y="15256"/></a:lnTo></a:path><a:path w="46354" h="18414"><a:moveTo><a:pt x="45024" y="7298"/></a:moveTo><a:lnTo><a:pt x="42209" y="11192"/></a:lnTo></a:path><a:path w="46354" h="18414"><a:moveTo><a:pt x="21096" y="18258"/></a:moveTo><a:lnTo><a:pt x="15171" y="17296"/></a:lnTo></a:path><a:path w="46354" h="18414"><a:moveTo><a:pt x="9788" y="15256"/></a:moveTo><a:lnTo><a:pt x="5320" y="12285"/></a:lnTo></a:path><a:path w="46354" h="18414"><a:moveTo><a:pt x="42209" y="11192"/></a:moveTo><a:lnTo><a:pt x="38090" y="14418"/></a:lnTo></a:path><a:path w="46354" h="18414"><a:moveTo><a:pt x="27162" y="18079"/></a:moveTo><a:lnTo><a:pt x="21096" y="18258"/></a:lnTo></a:path><a:path w="46354" h="18414"><a:moveTo><a:pt x="46351" y="3017"/></a:moveTo><a:lnTo><a:pt x="45024" y="7298"/></a:lnTo></a:path><a:path w="46354" h="18414"><a:moveTo><a:pt x="38090" y="14418"/></a:moveTo><a:lnTo><a:pt x="32963" y="16768"/></a:lnTo></a:path><a:path w="46354" h="18414"><a:moveTo><a:pt x="32963" y="16768"/></a:moveTo><a:lnTo><a:pt x="27162" y="18079"/></a:lnTo></a:path></a:pathLst></a:custGeom><a:ln w="3878"><a:solidFill><a:srgbClr val="000000"/></a:solidFill></a:ln></p:spPr><p:txBody><a:bodyPr wrap="square" lIns="0" tIns="0" rIns="0" bIns="0" rtlCol="0"/><a:lstStyle/><a:p/></p:txBody></p:sp><p:pic><p:nvPicPr><p:cNvPr id="109" name="object 109"/><p:cNvPicPr/><p:nvPr/></p:nvPicPr><p:blipFill><a:blip r:embed="rId11" cstate="print"/><a:stretch><a:fillRect/></a:stretch></p:blipFill><p:spPr><a:xfrm><a:off x="4395413" y="2529038"/><a:ext cx="266038" cy="129327"/></a:xfrm><a:prstGeom prst="rect"><a:avLst/></a:prstGeom></p:spPr></p:pic><p:sp><p:nvSpPr><p:cNvPr id="110" name="object 110"/><p:cNvSpPr/><p:nvPr/></p:nvSpPr><p:spPr><a:xfrm><a:off x="4505955" y="2143647"/><a:ext cx="46355" cy="18415"/></a:xfrm><a:custGeom><a:avLst/><a:gdLst/><a:ahLst/><a:cxnLst/><a:rect l="l" t="t" r="r" b="b"/><a:pathLst><a:path w="46354" h="18414"><a:moveTo><a:pt x="5320" y="12285"/></a:moveTo><a:lnTo><a:pt x="2063" y="8578"/></a:lnTo><a:lnTo><a:pt x="255" y="4390"/></a:lnTo><a:lnTo><a:pt x="0" y="0"/></a:lnTo></a:path><a:path w="46354" h="18414"><a:moveTo><a:pt x="15171" y="17296"/></a:moveTo><a:lnTo><a:pt x="9788" y="15264"/></a:lnTo></a:path><a:path w="46354" h="18414"><a:moveTo><a:pt x="45024" y="7306"/></a:moveTo><a:lnTo><a:pt x="42209" y="11192"/></a:lnTo></a:path><a:path w="46354" h="18414"><a:moveTo><a:pt x="21096" y="18258"/></a:moveTo><a:lnTo><a:pt x="15171" y="17296"/></a:lnTo></a:path><a:path w="46354" h="18414"><a:moveTo><a:pt x="9788" y="15264"/></a:moveTo><a:lnTo><a:pt x="5320" y="12285"/></a:lnTo></a:path><a:path w="46354" h="18414"><a:moveTo><a:pt x="42209" y="11192"/></a:moveTo><a:lnTo><a:pt x="38090" y="14418"/></a:lnTo></a:path><a:path w="46354" h="18414"><a:moveTo><a:pt x="27162" y="18079"/></a:moveTo><a:lnTo><a:pt x="21096" y="18258"/></a:lnTo></a:path><a:path w="46354" h="18414"><a:moveTo><a:pt x="46351" y="3017"/></a:moveTo><a:lnTo><a:pt x="45024" y="7306"/></a:lnTo></a:path><a:path w="46354" h="18414"><a:moveTo><a:pt x="38090" y="14418"/></a:moveTo><a:lnTo><a:pt x="32963" y="16768"/></a:lnTo></a:path><a:path w="46354" h="18414"><a:moveTo><a:pt x="32963" y="16768"/></a:moveTo><a:lnTo><a:pt x="27162" y="18079"/></a:lnTo></a:path></a:pathLst></a:custGeom><a:ln w="3878"><a:solidFill><a:srgbClr val="000000"/></a:solidFill></a:ln></p:spPr><p:txBody><a:bodyPr wrap="square" lIns="0" tIns="0" rIns="0" bIns="0" rtlCol="0"/><a:lstStyle/><a:p/></p:txBody></p:sp><p:pic><p:nvPicPr><p:cNvPr id="111" name="object 111"/><p:cNvPicPr/><p:nvPr/></p:nvPicPr><p:blipFill><a:blip r:embed="rId12" cstate="print"/><a:stretch><a:fillRect/></a:stretch></p:blipFill><p:spPr><a:xfrm><a:off x="2256258" y="3724192"/><a:ext cx="266030" cy="113938"/></a:xfrm><a:prstGeom prst="rect"><a:avLst/></a:prstGeom></p:spPr></p:pic><p:sp><p:nvSpPr><p:cNvPr id="112" name="object 112"/><p:cNvSpPr/><p:nvPr/></p:nvSpPr><p:spPr><a:xfrm><a:off x="2366800" y="3338802"/><a:ext cx="46355" cy="18415"/></a:xfrm><a:custGeom><a:avLst/><a:gdLst/><a:ahLst/><a:cxnLst/><a:rect l="l" t="t" r="r" b="b"/><a:pathLst><a:path w="46355" h="18414"><a:moveTo><a:pt x="5313" y="12285"/></a:moveTo><a:lnTo><a:pt x="2063" y="8578"/></a:lnTo><a:lnTo><a:pt x="248" y="4382"/></a:lnTo><a:lnTo><a:pt x="0" y="0"/></a:lnTo></a:path><a:path w="46355" h="18414"><a:moveTo><a:pt x="15163" y="17296"/></a:moveTo><a:lnTo><a:pt x="9780" y="15256"/></a:lnTo></a:path><a:path w="46355" h="18414"><a:moveTo><a:pt x="45017" y="7298"/></a:moveTo><a:lnTo><a:pt x="42201" y="11184"/></a:lnTo></a:path><a:path w="46355" h="18414"><a:moveTo><a:pt x="21089" y="18258"/></a:moveTo><a:lnTo><a:pt x="15163" y="17296"/></a:lnTo></a:path><a:path w="46355" h="18414"><a:moveTo><a:pt x="9780" y="15256"/></a:moveTo><a:lnTo><a:pt x="5313" y="12285"/></a:lnTo></a:path><a:path w="46355" h="18414"><a:moveTo><a:pt x="42201" y="11184"/></a:moveTo><a:lnTo><a:pt x="38090" y="14418"/></a:lnTo></a:path><a:path w="46355" h="18414"><a:moveTo><a:pt x="27162" y="18079"/></a:moveTo><a:lnTo><a:pt x="21089" y="18258"/></a:lnTo></a:path><a:path w="46355" h="18414"><a:moveTo><a:pt x="46351" y="3017"/></a:moveTo><a:lnTo><a:pt x="45017" y="7298"/></a:lnTo></a:path><a:path w="46355" h="18414"><a:moveTo><a:pt x="38090" y="14418"/></a:moveTo><a:lnTo><a:pt x="32956" y="16768"/></a:lnTo></a:path><a:path w="46355" h="18414"><a:moveTo><a:pt x="32956" y="16768"/></a:moveTo><a:lnTo><a:pt x="27162" y="18079"/></a:lnTo></a:path></a:pathLst></a:custGeom><a:ln w="3878"><a:solidFill><a:srgbClr val="000000"/></a:solidFill></a:ln></p:spPr><p:txBody><a:bodyPr wrap="square" lIns="0" tIns="0" rIns="0" bIns="0" rtlCol="0"/><a:lstStyle/><a:p/></p:txBody></p:sp><p:pic><p:nvPicPr><p:cNvPr id="113" name="object 113"/><p:cNvPicPr/><p:nvPr/></p:nvPicPr><p:blipFill><a:blip r:embed="rId13" cstate="print"/><a:stretch><a:fillRect/></a:stretch></p:blipFill><p:spPr><a:xfrm><a:off x="6427913" y="4024862"/><a:ext cx="199970" cy="256846"/></a:xfrm><a:prstGeom prst="rect"><a:avLst/></a:prstGeom></p:spPr></p:pic><p:sp><p:nvSpPr><p:cNvPr id="114" name="object 114"/><p:cNvSpPr/><p:nvPr/></p:nvSpPr><p:spPr><a:xfrm><a:off x="5532769" y="1518163"/><a:ext cx="1733550" cy="1837055"/></a:xfrm><a:custGeom><a:avLst/><a:gdLst/><a:ahLst/><a:cxnLst/><a:rect l="l" t="t" r="r" b="b"/><a:pathLst><a:path w="1733550" h="1837054"><a:moveTo><a:pt x="0" y="0"/></a:moveTo><a:lnTo><a:pt x="29745" y="25773"/></a:lnTo><a:lnTo><a:pt x="65020" y="4506"/></a:lnTo></a:path><a:path w="1733550" h="1837054"><a:moveTo><a:pt x="549131" y="475890"/></a:moveTo><a:lnTo><a:pt x="578877" y="501663"/></a:lnTo><a:lnTo><a:pt x="614160" y="480404"/></a:lnTo></a:path><a:path w="1733550" h="1837054"><a:moveTo><a:pt x="1108075" y="960280"/></a:moveTo><a:lnTo><a:pt x="1137820" y="986062"/></a:lnTo><a:lnTo><a:pt x="1173103" y="964795"/></a:lnTo></a:path><a:path w="1733550" h="1837054"><a:moveTo><a:pt x="1668190" y="1445687"/></a:moveTo><a:lnTo><a:pt x="1697927" y="1471461"/></a:lnTo><a:lnTo><a:pt x="1733210" y="1450202"/></a:lnTo></a:path><a:path w="1733550" h="1837054"><a:moveTo><a:pt x="1092392" y="1836538"/></a:moveTo><a:lnTo><a:pt x="1127675" y="1815279"/></a:lnTo></a:path></a:pathLst></a:custGeom><a:ln w="3878"><a:solidFill><a:srgbClr val="000000"/></a:solidFill></a:ln></p:spPr><p:txBody><a:bodyPr wrap="square" lIns="0" tIns="0" rIns="0" bIns="0" rtlCol="0"/><a:lstStyle/><a:p/></p:txBody></p:sp><p:sp><p:nvSpPr><p:cNvPr id="115" name="object 115"/><p:cNvSpPr/><p:nvPr/></p:nvSpPr><p:spPr><a:xfrm><a:off x="6623191" y="3354702"/><a:ext cx="4445" cy="88265"/></a:xfrm><a:custGeom><a:avLst/><a:gdLst/><a:ahLst/><a:cxnLst/><a:rect l="l" t="t" r="r" b="b"/><a:pathLst><a:path w="4445" h="88264"><a:moveTo><a:pt x="3909" y="87699"/></a:moveTo><a:lnTo><a:pt x="0" y="87699"/></a:lnTo><a:lnTo><a:pt x="0" y="0"/></a:lnTo><a:lnTo><a:pt x="3909" y="0"/></a:lnTo><a:lnTo><a:pt x="3909" y="87699"/></a:lnTo><a:close/></a:path></a:pathLst></a:custGeom><a:solidFill><a:srgbClr val="000000"/></a:solidFill></p:spPr><p:txBody><a:bodyPr wrap="square" lIns="0" tIns="0" rIns="0" bIns="0" rtlCol="0"/><a:lstStyle/><a:p/></p:txBody></p:sp><p:sp><p:nvSpPr><p:cNvPr id="116" name="object 116"/><p:cNvSpPr/><p:nvPr/></p:nvSpPr><p:spPr><a:xfrm><a:off x="6379499" y="3141848"/><a:ext cx="65405" cy="26034"/></a:xfrm><a:custGeom><a:avLst/><a:gdLst/><a:ahLst/><a:cxnLst/><a:rect l="l" t="t" r="r" b="b"/><a:pathLst><a:path w="65404" h="26035"><a:moveTo><a:pt x="0" y="0"/></a:moveTo><a:lnTo><a:pt x="29745" y="25773"/></a:lnTo><a:lnTo><a:pt x="65028" y="4506"/></a:lnTo></a:path></a:pathLst></a:custGeom><a:ln w="3878"><a:solidFill><a:srgbClr val="000000"/></a:solidFill></a:ln></p:spPr><p:txBody><a:bodyPr wrap="square" lIns="0" tIns="0" rIns="0" bIns="0" rtlCol="0"/><a:lstStyle/><a:p/></p:txBody></p:sp><p:sp><p:nvSpPr><p:cNvPr id="117" name="object 117"/><p:cNvSpPr/><p:nvPr/></p:nvSpPr><p:spPr><a:xfrm><a:off x="6407297" y="3167622"/><a:ext cx="4445" cy="10795"/></a:xfrm><a:custGeom><a:avLst/><a:gdLst/><a:ahLst/><a:cxnLst/><a:rect l="l" t="t" r="r" b="b"/><a:pathLst><a:path w="4445" h="10794"><a:moveTo><a:pt x="3885" y="10439"/></a:moveTo><a:lnTo><a:pt x="0" y="10439"/></a:lnTo><a:lnTo><a:pt x="0" y="0"/></a:lnTo><a:lnTo><a:pt x="3885" y="0"/></a:lnTo><a:lnTo><a:pt x="3885" y="10439"/></a:lnTo><a:close/></a:path></a:pathLst></a:custGeom><a:solidFill><a:srgbClr val="000000"/></a:solidFill></p:spPr><p:txBody><a:bodyPr wrap="square" lIns="0" tIns="0" rIns="0" bIns="0" rtlCol="0"/><a:lstStyle/><a:p/></p:txBody></p:sp><p:sp><p:nvSpPr><p:cNvPr id="118" name="object 118"/><p:cNvSpPr/><p:nvPr/></p:nvSpPr><p:spPr><a:xfrm><a:off x="6304511" y="3041809"/><a:ext cx="65405" cy="26034"/></a:xfrm><a:custGeom><a:avLst/><a:gdLst/><a:ahLst/><a:cxnLst/><a:rect l="l" t="t" r="r" b="b"/><a:pathLst><a:path w="65404" h="26035"><a:moveTo><a:pt x="0" y="0"/></a:moveTo><a:lnTo><a:pt x="29745" y="25781"/></a:lnTo><a:lnTo><a:pt x="65028" y="4514"/></a:lnTo></a:path></a:pathLst></a:custGeom><a:ln w="3878"><a:solidFill><a:srgbClr val="000000"/></a:solidFill></a:ln></p:spPr><p:txBody><a:bodyPr wrap="square" lIns="0" tIns="0" rIns="0" bIns="0" rtlCol="0"/><a:lstStyle/><a:p/></p:txBody></p:sp><p:sp><p:nvSpPr><p:cNvPr id="119" name="object 119"/><p:cNvSpPr/><p:nvPr/></p:nvSpPr><p:spPr><a:xfrm><a:off x="6332317" y="3067590"/><a:ext cx="4445" cy="1270"/></a:xfrm><a:custGeom><a:avLst/><a:gdLst/><a:ahLst/><a:cxnLst/><a:rect l="l" t="t" r="r" b="b"/><a:pathLst><a:path w="4445" h="1269"><a:moveTo><a:pt x="3878" y="1070"/></a:moveTo><a:lnTo><a:pt x="0" y="1070"/></a:lnTo><a:lnTo><a:pt x="0" y="0"/></a:lnTo><a:lnTo><a:pt x="3878" y="0"/></a:lnTo><a:lnTo><a:pt x="3878" y="1070"/></a:lnTo><a:close/></a:path></a:pathLst></a:custGeom><a:solidFill><a:srgbClr val="000000"/></a:solidFill></p:spPr><p:txBody><a:bodyPr wrap="square" lIns="0" tIns="0" rIns="0" bIns="0" rtlCol="0"/><a:lstStyle/><a:p/></p:txBody></p:sp><p:sp><p:nvSpPr><p:cNvPr id="120" name="object 120"/><p:cNvSpPr/><p:nvPr/></p:nvSpPr><p:spPr><a:xfrm><a:off x="5600116" y="3467997"/><a:ext cx="65405" cy="26034"/></a:xfrm><a:custGeom><a:avLst/><a:gdLst/><a:ahLst/><a:cxnLst/><a:rect l="l" t="t" r="r" b="b"/><a:pathLst><a:path w="65404" h="26035"><a:moveTo><a:pt x="0" y="0"/></a:moveTo><a:lnTo><a:pt x="29737" y="25773"/></a:lnTo><a:lnTo><a:pt x="65020" y="4506"/></a:lnTo></a:path></a:pathLst></a:custGeom><a:ln w="3878"><a:solidFill><a:srgbClr val="000000"/></a:solidFill></a:ln></p:spPr><p:txBody><a:bodyPr wrap="square" lIns="0" tIns="0" rIns="0" bIns="0" rtlCol="0"/><a:lstStyle/><a:p/></p:txBody></p:sp><p:sp><p:nvSpPr><p:cNvPr id="121" name="object 121"/><p:cNvSpPr/><p:nvPr/></p:nvSpPr><p:spPr><a:xfrm><a:off x="5627914" y="3493771"/><a:ext cx="4445" cy="2540"/></a:xfrm><a:custGeom><a:avLst/><a:gdLst/><a:ahLst/><a:cxnLst/><a:rect l="l" t="t" r="r" b="b"/><a:pathLst><a:path w="4445" h="2539"><a:moveTo><a:pt x="3878" y="1915"/></a:moveTo><a:lnTo><a:pt x="0" y="1915"/></a:lnTo><a:lnTo><a:pt x="0" y="0"/></a:lnTo><a:lnTo><a:pt x="3878" y="0"/></a:lnTo><a:lnTo><a:pt x="3878" y="1915"/></a:lnTo><a:close/></a:path></a:pathLst></a:custGeom><a:solidFill><a:srgbClr val="000000"/></a:solidFill></p:spPr><p:txBody><a:bodyPr wrap="square" lIns="0" tIns="0" rIns="0" bIns="0" rtlCol="0"/><a:lstStyle/><a:p/></p:txBody></p:sp><p:sp><p:nvSpPr><p:cNvPr id="122" name="object 122"/><p:cNvSpPr/><p:nvPr/></p:nvSpPr><p:spPr><a:xfrm><a:off x="4887374" y="3900631"/><a:ext cx="65405" cy="26034"/></a:xfrm><a:custGeom><a:avLst/><a:gdLst/><a:ahLst/><a:cxnLst/><a:rect l="l" t="t" r="r" b="b"/><a:pathLst><a:path w="65404" h="26035"><a:moveTo><a:pt x="0" y="0"/></a:moveTo><a:lnTo><a:pt x="29737" y="25773"/></a:lnTo><a:lnTo><a:pt x="65020" y="4514"/></a:lnTo></a:path></a:pathLst></a:custGeom><a:ln w="3878"><a:solidFill><a:srgbClr val="000000"/></a:solidFill></a:ln></p:spPr><p:txBody><a:bodyPr wrap="square" lIns="0" tIns="0" rIns="0" bIns="0" rtlCol="0"/><a:lstStyle/><a:p/></p:txBody></p:sp><p:sp><p:nvSpPr><p:cNvPr id="123" name="object 123"/><p:cNvSpPr/><p:nvPr/></p:nvSpPr><p:spPr><a:xfrm><a:off x="4915173" y="3926405"/><a:ext cx="4445" cy="8890"/></a:xfrm><a:custGeom><a:avLst/><a:gdLst/><a:ahLst/><a:cxnLst/><a:rect l="l" t="t" r="r" b="b"/><a:pathLst><a:path w="4445" h="8889"><a:moveTo><a:pt x="3878" y="8686"/></a:moveTo><a:lnTo><a:pt x="0" y="8686"/></a:lnTo><a:lnTo><a:pt x="0" y="0"/></a:lnTo><a:lnTo><a:pt x="3878" y="0"/></a:lnTo><a:lnTo><a:pt x="3878" y="8686"/></a:lnTo><a:close/></a:path></a:pathLst></a:custGeom><a:solidFill><a:srgbClr val="000000"/></a:solidFill></p:spPr><p:txBody><a:bodyPr wrap="square" lIns="0" tIns="0" rIns="0" bIns="0" rtlCol="0"/><a:lstStyle/><a:p/></p:txBody></p:sp><p:sp><p:nvSpPr><p:cNvPr id="124" name="object 124"/><p:cNvSpPr/><p:nvPr/></p:nvSpPr><p:spPr><a:xfrm><a:off x="2056109" y="1496345"/><a:ext cx="5713730" cy="4152265"/></a:xfrm><a:custGeom><a:avLst/><a:gdLst/><a:ahLst/><a:cxnLst/><a:rect l="l" t="t" r="r" b="b"/><a:pathLst><a:path w="5713730" h="4152265"><a:moveTo><a:pt x="2145189" y="2820654"/></a:moveTo><a:lnTo><a:pt x="2174934" y="2846428"/></a:lnTo></a:path><a:path w="5713730" h="4152265"><a:moveTo><a:pt x="2203368" y="2829287"/></a:moveTo><a:lnTo><a:pt x="2210209" y="2825161"/></a:lnTo></a:path><a:path w="5713730" h="4152265"><a:moveTo><a:pt x="1451908" y="3240963"/></a:moveTo><a:lnTo><a:pt x="1481645" y="3266737"/></a:lnTo><a:lnTo><a:pt x="1492993" y="3259896"/></a:lnTo></a:path><a:path w="5713730" h="4152265"><a:moveTo><a:pt x="1510956" y="3249076"/></a:moveTo><a:lnTo><a:pt x="1516207" y="3245904"/></a:lnTo></a:path><a:path w="5713730" h="4152265"><a:moveTo><a:pt x="5603963" y="1864507"/></a:moveTo><a:lnTo><a:pt x="5713674" y="1804560"/></a:lnTo></a:path><a:path w="5713730" h="4152265"><a:moveTo><a:pt x="4188090" y="2638313"/></a:moveTo><a:lnTo><a:pt x="4374549" y="2536412"/></a:lnTo></a:path><a:path w="5713730" h="4152265"><a:moveTo><a:pt x="5213329" y="2077997"/></a:moveTo><a:lnTo><a:pt x="5603963" y="1864507"/></a:lnTo></a:path><a:path w="5713730" h="4152265"><a:moveTo><a:pt x="5713674" y="2831521"/></a:moveTo><a:lnTo><a:pt x="4702583" y="2703473"/></a:lnTo></a:path><a:path w="5713730" h="4152265"><a:moveTo><a:pt x="4486735" y="2676133"/></a:moveTo><a:lnTo><a:pt x="4188090" y="2638313"/></a:lnTo><a:lnTo><a:pt x="4779330" y="4001258"/></a:lnTo></a:path><a:path w="5713730" h="4152265"><a:moveTo><a:pt x="5713674" y="1997146"/></a:moveTo><a:lnTo><a:pt x="5603963" y="1864507"/></a:lnTo></a:path><a:path w="5713730" h="4152265"><a:moveTo><a:pt x="5713674" y="1872000"/></a:moveTo><a:lnTo><a:pt x="5603963" y="1864507"/></a:lnTo></a:path><a:path w="5713730" h="4152265"><a:moveTo><a:pt x="4188090" y="2638313"/></a:moveTo><a:lnTo><a:pt x="2506923" y="3557106"/></a:lnTo><a:lnTo><a:pt x="2440701" y="4152047"/></a:lnTo></a:path><a:path w="5713730" h="4152265"><a:moveTo><a:pt x="4779330" y="4001258"/></a:moveTo><a:lnTo><a:pt x="2506923" y="3557106"/></a:lnTo></a:path><a:path w="5713730" h="4152265"><a:moveTo><a:pt x="1418331" y="4152047"/></a:moveTo><a:lnTo><a:pt x="2506923" y="3557106"/></a:lnTo></a:path><a:path w="5713730" h="4152265"><a:moveTo><a:pt x="0" y="2764065"/></a:moveTo><a:lnTo><a:pt x="1480141" y="4039876"/></a:lnTo><a:lnTo><a:pt x="1480141" y="4088120"/></a:lnTo></a:path><a:path w="5713730" h="4152265"><a:moveTo><a:pt x="1480141" y="4039876"/></a:moveTo><a:lnTo><a:pt x="1493629" y="4031701"/></a:lnTo></a:path><a:path w="5713730" h="4152265"><a:moveTo><a:pt x="3634203" y="106826"/></a:moveTo><a:lnTo><a:pt x="3634436" y="105880"/></a:lnTo></a:path><a:path w="5713730" h="4152265"><a:moveTo><a:pt x="3594127" y="72109"/></a:moveTo><a:lnTo><a:pt x="3595787" y="65501"/></a:lnTo></a:path><a:path w="5713730" h="4152265"><a:moveTo><a:pt x="3662257" y="123098"/></a:moveTo><a:lnTo><a:pt x="3662630" y="121617"/></a:lnTo></a:path><a:path w="5713730" h="4152265"><a:moveTo><a:pt x="3595189" y="64989"/></a:moveTo><a:lnTo><a:pt x="3595562" y="63507"/></a:lnTo></a:path><a:path w="5713730" h="4152265"><a:moveTo><a:pt x="3661203" y="130226"/></a:moveTo><a:lnTo><a:pt x="3662855" y="123618"/></a:lnTo></a:path><a:path w="5713730" h="4152265"><a:moveTo><a:pt x="3701271" y="164943"/></a:moveTo><a:lnTo><a:pt x="3701512" y="163997"/></a:lnTo></a:path><a:path w="5713730" h="4152265"><a:moveTo><a:pt x="3680818" y="147220"/></a:moveTo><a:lnTo><a:pt x="3681051" y="146266"/></a:lnTo></a:path><a:path w="5713730" h="4152265"><a:moveTo><a:pt x="3613742" y="89103"/></a:moveTo><a:lnTo><a:pt x="3613983" y="88157"/></a:lnTo></a:path><a:path w="5713730" h="4152265"><a:moveTo><a:pt x="3546667" y="30986"/></a:moveTo><a:lnTo><a:pt x="3546907" y="30039"/></a:lnTo></a:path><a:path w="5713730" h="4152265"><a:moveTo><a:pt x="3567128" y="48709"/></a:moveTo><a:lnTo><a:pt x="3567368" y="47762"/></a:lnTo></a:path><a:path w="5713730" h="4152265"><a:moveTo><a:pt x="3528432" y="5615"/></a:moveTo><a:lnTo><a:pt x="3528796" y="4134"/></a:lnTo></a:path><a:path w="5713730" h="4152265"><a:moveTo><a:pt x="3527129" y="13712"/></a:moveTo><a:lnTo><a:pt x="3529029" y="6135"/></a:lnTo></a:path><a:path w="5713730" h="4152265"><a:moveTo><a:pt x="3525011" y="11882"/></a:moveTo><a:lnTo><a:pt x="3525011" y="2381"/></a:lnTo><a:lnTo><a:pt x="3522933" y="2381"/></a:lnTo><a:lnTo><a:pt x="3522933" y="10075"/></a:lnTo></a:path><a:path w="5713730" h="4152265"><a:moveTo><a:pt x="3522933" y="2381"/></a:moveTo><a:lnTo><a:pt x="3522328" y="1861"/></a:lnTo><a:lnTo><a:pt x="3522328" y="9555"/></a:lnTo></a:path><a:path w="5713730" h="4152265"><a:moveTo><a:pt x="3511702" y="690"/></a:moveTo><a:lnTo><a:pt x="351091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25" name="object 125"/><p:cNvSpPr/><p:nvPr/></p:nvSpPr><p:spPr><a:xfrm><a:off x="5569548" y="1496267"/><a:ext cx="8890" cy="4445"/></a:xfrm><a:custGeom><a:avLst/><a:gdLst/><a:ahLst/><a:cxnLst/><a:rect l="l" t="t" r="r" b="b"/><a:pathLst><a:path w="8889" h="4444"><a:moveTo><a:pt x="8888" y="3870"/></a:moveTo><a:lnTo><a:pt x="0" y="3870"/></a:lnTo><a:lnTo><a:pt x="0" y="0"/></a:lnTo><a:lnTo><a:pt x="8888" y="0"/></a:lnTo><a:lnTo><a:pt x="8888" y="3870"/></a:lnTo><a:close/></a:path></a:pathLst></a:custGeom><a:solidFill><a:srgbClr val="000000"/></a:solidFill></p:spPr><p:txBody><a:bodyPr wrap="square" lIns="0" tIns="0" rIns="0" bIns="0" rtlCol="0"/><a:lstStyle/><a:p/></p:txBody></p:sp><p:sp><p:nvSpPr><p:cNvPr id="126" name="object 126"/><p:cNvSpPr/><p:nvPr/></p:nvSpPr><p:spPr><a:xfrm><a:off x="5784388" y="1676079"/><a:ext cx="67310" cy="68580"/></a:xfrm><a:custGeom><a:avLst/><a:gdLst/><a:ahLst/><a:cxnLst/><a:rect l="l" t="t" r="r" b="b"/><a:pathLst><a:path w="67310" h="68580"><a:moveTo><a:pt x="40068" y="43326"/></a:moveTo><a:lnTo><a:pt x="40309" y="42379"/></a:lnTo></a:path><a:path w="67310" h="68580"><a:moveTo><a:pt x="66757" y="67975"/></a:moveTo><a:lnTo><a:pt x="65625" y="66998"/></a:lnTo></a:path><a:path w="67310" h="68580"><a:moveTo><a:pt x="0" y="8609"/></a:moveTo><a:lnTo><a:pt x="1652" y="2001"/></a:lnTo></a:path><a:path w="67310" h="68580"><a:moveTo><a:pt x="19607" y="25603"/></a:moveTo><a:lnTo><a:pt x="19848" y="24649"/></a:lnTo></a:path><a:path w="67310" h="68580"><a:moveTo><a:pt x="1054" y="1481"/></a:moveTo><a:lnTo><a:pt x="1427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27" name="object 127"/><p:cNvSpPr/><p:nvPr/></p:nvSpPr><p:spPr><a:xfrm><a:off x="5597779" y="1521793"/><a:ext cx="48260" cy="38735"/></a:xfrm><a:custGeom><a:avLst/><a:gdLst/><a:ahLst/><a:cxnLst/><a:rect l="l" t="t" r="r" b="b"/><a:pathLst><a:path w="48260" h="38734"><a:moveTo><a:pt x="406" y="0"/></a:moveTo><a:lnTo><a:pt x="0" y="0"/></a:lnTo><a:lnTo><a:pt x="0" y="3873"/></a:lnTo><a:lnTo><a:pt x="406" y="3873"/></a:lnTo><a:lnTo><a:pt x="406" y="0"/></a:lnTo><a:close/></a:path><a:path w="48260" h="38734"><a:moveTo><a:pt x="48221" y="34556"/></a:moveTo><a:lnTo><a:pt x="38938" y="34556"/></a:lnTo><a:lnTo><a:pt x="38938" y="38417"/></a:lnTo><a:lnTo><a:pt x="48221" y="38417"/></a:lnTo><a:lnTo><a:pt x="48221" y="34556"/></a:lnTo><a:close/></a:path></a:pathLst></a:custGeom><a:solidFill><a:srgbClr val="000000"/></a:solidFill></p:spPr><p:txBody><a:bodyPr wrap="square" lIns="0" tIns="0" rIns="0" bIns="0" rtlCol="0"/><a:lstStyle/><a:p/></p:txBody></p:sp><p:sp><p:nvSpPr><p:cNvPr id="128" name="object 128"/><p:cNvSpPr/><p:nvPr/></p:nvSpPr><p:spPr><a:xfrm><a:off x="5583091" y="1502239"/><a:ext cx="200025" cy="173355"/></a:xfrm><a:custGeom><a:avLst/><a:gdLst/><a:ahLst/><a:cxnLst/><a:rect l="l" t="t" r="r" b="b"/><a:pathLst><a:path w="200025" h="173355"><a:moveTo><a:pt x="67130" y="57884"/></a:moveTo><a:lnTo><a:pt x="66369" y="57217"/></a:lnTo></a:path><a:path w="200025" h="173355"><a:moveTo><a:pt x="85558" y="82533"/></a:moveTo><a:lnTo><a:pt x="82177" y="79601"/></a:lnTo></a:path><a:path w="200025" h="173355"><a:moveTo><a:pt x="134430" y="118002"/></a:moveTo><a:lnTo><a:pt x="133833" y="117483"/></a:lnTo></a:path><a:path w="200025" h="173355"><a:moveTo><a:pt x="199745" y="172785"/></a:moveTo><a:lnTo><a:pt x="197659" y="172785"/></a:lnTo><a:lnTo><a:pt x="197062" y="172265"/></a:lnTo><a:lnTo><a:pt x="187777" y="172257"/></a:lnTo><a:lnTo><a:pt x="172847" y="159328"/></a:lnTo></a:path><a:path w="200025" h="173355"><a:moveTo><a:pt x="604" y="519"/></a:moveTo><a:lnTo><a:pt x="0" y="0"/></a:lnTo></a:path><a:path w="200025" h="173355"><a:moveTo><a:pt x="66369" y="57217"/></a:moveTo><a:lnTo><a:pt x="65602" y="56558"/></a:lnTo></a:path><a:path w="200025" h="173355"><a:moveTo><a:pt x="101296" y="97324"/></a:moveTo><a:lnTo><a:pt x="85318" y="83480"/></a:lnTo></a:path><a:path w="200025" h="173355"><a:moveTo><a:pt x="106011" y="100256"/></a:moveTo><a:lnTo><a:pt x="102630" y="97324"/></a:lnTo></a:path></a:pathLst></a:custGeom><a:ln w="3878"><a:solidFill><a:srgbClr val="000000"/></a:solidFill></a:ln></p:spPr><p:txBody><a:bodyPr wrap="square" lIns="0" tIns="0" rIns="0" bIns="0" rtlCol="0"/><a:lstStyle/><a:p/></p:txBody></p:sp><p:sp><p:nvSpPr><p:cNvPr id="129" name="object 129"/><p:cNvSpPr/><p:nvPr/></p:nvSpPr><p:spPr><a:xfrm><a:off x="5617311" y="1539516"/><a:ext cx="1905" cy="4445"/></a:xfrm><a:custGeom><a:avLst/><a:gdLst/><a:ahLst/><a:cxnLst/><a:rect l="l" t="t" r="r" b="b"/><a:pathLst><a:path w="1904" h="4444"><a:moveTo><a:pt x="1334" y="3878"/></a:moveTo><a:lnTo><a:pt x="0" y="3878"/></a:lnTo><a:lnTo><a:pt x="0" y="0"/></a:lnTo><a:lnTo><a:pt x="1334" y="0"/></a:lnTo><a:lnTo><a:pt x="1334" y="3878"/></a:lnTo><a:close/></a:path></a:pathLst></a:custGeom><a:solidFill><a:srgbClr val="000000"/></a:solidFill></p:spPr><p:txBody><a:bodyPr wrap="square" lIns="0" tIns="0" rIns="0" bIns="0" rtlCol="0"/><a:lstStyle/><a:p/></p:txBody></p:sp><p:sp><p:nvSpPr><p:cNvPr id="130" name="object 130"/><p:cNvSpPr/><p:nvPr/></p:nvSpPr><p:spPr><a:xfrm><a:off x="5688862" y="1603450"/><a:ext cx="15240" cy="13335"/></a:xfrm><a:custGeom><a:avLst/><a:gdLst/><a:ahLst/><a:cxnLst/><a:rect l="l" t="t" r="r" b="b"/><a:pathLst><a:path w="15239" h="13334"><a:moveTo><a:pt x="14930" y="12937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31" name="object 131"/><p:cNvSpPr/><p:nvPr/></p:nvSpPr><p:spPr><a:xfrm><a:off x="5646607" y="1556859"/><a:ext cx="2540" cy="4445"/></a:xfrm><a:custGeom><a:avLst/><a:gdLst/><a:ahLst/><a:cxnLst/><a:rect l="l" t="t" r="r" b="b"/><a:pathLst><a:path w="2539" h="4444"><a:moveTo><a:pt x="2086" y="3870"/></a:moveTo><a:lnTo><a:pt x="0" y="3870"/></a:lnTo><a:lnTo><a:pt x="0" y="0"/></a:lnTo><a:lnTo><a:pt x="2086" y="0"/></a:lnTo><a:lnTo><a:pt x="2086" y="3870"/></a:lnTo><a:close/></a:path></a:pathLst></a:custGeom><a:solidFill><a:srgbClr val="000000"/></a:solidFill></p:spPr><p:txBody><a:bodyPr wrap="square" lIns="0" tIns="0" rIns="0" bIns="0" rtlCol="0"/><a:lstStyle/><a:p/></p:txBody></p:sp><p:sp><p:nvSpPr><p:cNvPr id="132" name="object 132"/><p:cNvSpPr/><p:nvPr/></p:nvSpPr><p:spPr><a:xfrm><a:off x="5598192" y="1523724"/><a:ext cx="119380" cy="94615"/></a:xfrm><a:custGeom><a:avLst/><a:gdLst/><a:ahLst/><a:cxnLst/><a:rect l="l" t="t" r="r" b="b"/><a:pathLst><a:path w="119379" h="94615"><a:moveTo><a:pt x="119104" y="94517"/></a:moveTo><a:lnTo><a:pt x="118336" y="93850"/></a:lnTo></a:path><a:path w="119379" h="94615"><a:moveTo><a:pt x="3381" y="2931"/></a:moveTo><a:lnTo><a:pt x="0" y="0"/></a:lnTo></a:path><a:path w="119379" h="94615"><a:moveTo><a:pt x="38532" y="34546"/></a:moveTo><a:lnTo><a:pt x="23602" y="21608"/></a:lnTo></a:path></a:pathLst></a:custGeom><a:ln w="3878"><a:solidFill><a:srgbClr val="000000"/></a:solidFill></a:ln></p:spPr><p:txBody><a:bodyPr wrap="square" lIns="0" tIns="0" rIns="0" bIns="0" rtlCol="0"/><a:lstStyle/><a:p/></p:txBody></p:sp><p:sp><p:nvSpPr><p:cNvPr id="133" name="object 133"/><p:cNvSpPr/><p:nvPr/></p:nvSpPr><p:spPr><a:xfrm><a:off x="5684380" y="1597625"/><a:ext cx="29209" cy="20955"/></a:xfrm><a:custGeom><a:avLst/><a:gdLst/><a:ahLst/><a:cxnLst/><a:rect l="l" t="t" r="r" b="b"/><a:pathLst><a:path w="29210" h="20955"><a:moveTo><a:pt x="1333" y="0"/></a:moveTo><a:lnTo><a:pt x="0" y="0"/></a:lnTo><a:lnTo><a:pt x="0" y="3886"/></a:lnTo><a:lnTo><a:pt x="1333" y="3886"/></a:lnTo><a:lnTo><a:pt x="1333" y="0"/></a:lnTo><a:close/></a:path><a:path w="29210" h="20955"><a:moveTo><a:pt x="28702" y="16827"/></a:moveTo><a:lnTo><a:pt x="19405" y="16827"/></a:lnTo><a:lnTo><a:pt x="19405" y="20701"/></a:lnTo><a:lnTo><a:pt x="28702" y="20701"/></a:lnTo><a:lnTo><a:pt x="28702" y="16827"/></a:lnTo><a:close/></a:path></a:pathLst></a:custGeom><a:solidFill><a:srgbClr val="000000"/></a:solidFill></p:spPr><p:txBody><a:bodyPr wrap="square" lIns="0" tIns="0" rIns="0" bIns="0" rtlCol="0"/><a:lstStyle/><a:p/></p:txBody></p:sp><p:sp><p:nvSpPr><p:cNvPr id="134" name="object 134"/><p:cNvSpPr/><p:nvPr/></p:nvSpPr><p:spPr><a:xfrm><a:off x="5581121" y="1498726"/><a:ext cx="150495" cy="141605"/></a:xfrm><a:custGeom><a:avLst/><a:gdLst/><a:ahLst/><a:cxnLst/><a:rect l="l" t="t" r="r" b="b"/><a:pathLst><a:path w="150495" h="141605"><a:moveTo><a:pt x="149881" y="141232"/></a:moveTo><a:lnTo><a:pt x="134748" y="128117"/></a:lnTo></a:path><a:path w="150495" h="141605"><a:moveTo><a:pt x="2342" y="2032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35" name="object 135"/><p:cNvSpPr/><p:nvPr/></p:nvSpPr><p:spPr><a:xfrm><a:off x="5731002" y="1638020"/><a:ext cx="1905" cy="4445"/></a:xfrm><a:custGeom><a:avLst/><a:gdLst/><a:ahLst/><a:cxnLst/><a:rect l="l" t="t" r="r" b="b"/><a:pathLst><a:path w="1904" h="4444"><a:moveTo><a:pt x="1334" y="3878"/></a:moveTo><a:lnTo><a:pt x="0" y="3878"/></a:lnTo><a:lnTo><a:pt x="0" y="0"/></a:lnTo><a:lnTo><a:pt x="1334" y="0"/></a:lnTo><a:lnTo><a:pt x="1334" y="3878"/></a:lnTo><a:close/></a:path></a:pathLst></a:custGeom><a:solidFill><a:srgbClr val="000000"/></a:solidFill></p:spPr><p:txBody><a:bodyPr wrap="square" lIns="0" tIns="0" rIns="0" bIns="0" rtlCol="0"/><a:lstStyle/><a:p/></p:txBody></p:sp><p:sp><p:nvSpPr><p:cNvPr id="136" name="object 136"/><p:cNvSpPr/><p:nvPr/></p:nvSpPr><p:spPr><a:xfrm><a:off x="5601333" y="1527610"/><a:ext cx="134620" cy="115570"/></a:xfrm><a:custGeom><a:avLst/><a:gdLst/><a:ahLst/><a:cxnLst/><a:rect l="l" t="t" r="r" b="b"/><a:pathLst><a:path w="134620" h="115569"><a:moveTo><a:pt x="112348" y="89297"/></a:moveTo><a:lnTo><a:pt x="111751" y="88777"/></a:lnTo></a:path><a:path w="134620" h="115569"><a:moveTo><a:pt x="20701" y="16768"/></a:moveTo><a:lnTo><a:pt x="17311" y="13844"/></a:lnTo></a:path><a:path w="134620" h="115569"><a:moveTo><a:pt x="115195" y="89964"/></a:moveTo><a:lnTo><a:pt x="114427" y="89305"/></a:lnTo></a:path><a:path w="134620" h="115569"><a:moveTo><a:pt x="134384" y="115280"/></a:moveTo><a:lnTo><a:pt x="131002" y="112348"/></a:lnTo></a:path><a:path w="134620" h="115569"><a:moveTo><a:pt x="15977" y="13844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37" name="object 137"/><p:cNvSpPr/><p:nvPr/></p:nvSpPr><p:spPr><a:xfrm><a:off x="5663934" y="1579902"/><a:ext cx="1905" cy="4445"/></a:xfrm><a:custGeom><a:avLst/><a:gdLst/><a:ahLst/><a:cxnLst/><a:rect l="l" t="t" r="r" b="b"/><a:pathLst><a:path w="1904" h="4444"><a:moveTo><a:pt x="1334" y="3878"/></a:moveTo><a:lnTo><a:pt x="0" y="3878"/></a:lnTo><a:lnTo><a:pt x="0" y="0"/></a:lnTo><a:lnTo><a:pt x="1334" y="0"/></a:lnTo><a:lnTo><a:pt x="1334" y="3878"/></a:lnTo><a:close/></a:path></a:pathLst></a:custGeom><a:solidFill><a:srgbClr val="000000"/></a:solidFill></p:spPr><p:txBody><a:bodyPr wrap="square" lIns="0" tIns="0" rIns="0" bIns="0" rtlCol="0"/><a:lstStyle/><a:p/></p:txBody></p:sp><p:sp><p:nvSpPr><p:cNvPr id="138" name="object 138"/><p:cNvSpPr/><p:nvPr/></p:nvSpPr><p:spPr><a:xfrm><a:off x="5646009" y="1558278"/><a:ext cx="106045" cy="99695"/></a:xfrm><a:custGeom><a:avLst/><a:gdLst/><a:ahLst/><a:cxnLst/><a:rect l="l" t="t" r="r" b="b"/><a:pathLst><a:path w="106045" h="99694"><a:moveTo><a:pt x="105453" y="99403"/></a:moveTo><a:lnTo><a:pt x="89475" y="85558"/></a:lnTo></a:path><a:path w="106045" h="99694"><a:moveTo><a:pt x="17924" y="23563"/></a:moveTo><a:lnTo><a:pt x="2784" y="10447"/></a:lnTo></a:path><a:path w="106045" h="99694"><a:moveTo><a:pt x="597" y="511"/></a:moveTo><a:lnTo><a:pt x="0" y="0"/></a:lnTo></a:path><a:path w="106045" h="99694"><a:moveTo><a:pt x="4444" y="3847"/></a:moveTo><a:lnTo><a:pt x="3847" y="3327"/></a:lnTo></a:path></a:pathLst></a:custGeom><a:ln w="3878"><a:solidFill><a:srgbClr val="000000"/></a:solidFill></a:ln></p:spPr><p:txBody><a:bodyPr wrap="square" lIns="0" tIns="0" rIns="0" bIns="0" rtlCol="0"/><a:lstStyle/><a:p/></p:txBody></p:sp><p:sp><p:nvSpPr><p:cNvPr id="139" name="object 139"/><p:cNvSpPr/><p:nvPr/></p:nvSpPr><p:spPr><a:xfrm><a:off x="5713682" y="1614976"/><a:ext cx="2540" cy="4445"/></a:xfrm><a:custGeom><a:avLst/><a:gdLst/><a:ahLst/><a:cxnLst/><a:rect l="l" t="t" r="r" b="b"/><a:pathLst><a:path w="2539" h="4444"><a:moveTo><a:pt x="2078" y="3870"/></a:moveTo><a:lnTo><a:pt x="0" y="3870"/></a:lnTo><a:lnTo><a:pt x="0" y="0"/></a:lnTo><a:lnTo><a:pt x="2078" y="0"/></a:lnTo><a:lnTo><a:pt x="2078" y="3870"/></a:lnTo><a:close/></a:path></a:pathLst></a:custGeom><a:solidFill><a:srgbClr val="000000"/></a:solidFill></p:spPr><p:txBody><a:bodyPr wrap="square" lIns="0" tIns="0" rIns="0" bIns="0" rtlCol="0"/><a:lstStyle/><a:p/></p:txBody></p:sp><p:sp><p:nvSpPr><p:cNvPr id="140" name="object 140"/><p:cNvSpPr/><p:nvPr/></p:nvSpPr><p:spPr><a:xfrm><a:off x="5751463" y="1657682"/><a:ext cx="100330" cy="79375"/></a:xfrm><a:custGeom><a:avLst/><a:gdLst/><a:ahLst/><a:cxnLst/><a:rect l="l" t="t" r="r" b="b"/><a:pathLst><a:path w="100329" h="79375"><a:moveTo><a:pt x="4715" y="2931"/></a:moveTo><a:lnTo><a:pt x="1334" y="0"/></a:lnTo><a:lnTo><a:pt x="0" y="0"/></a:lnTo></a:path><a:path w="100329" h="79375"><a:moveTo><a:pt x="32909" y="18676"/></a:moveTo><a:lnTo><a:pt x="32141" y="18009"/></a:lnTo><a:lnTo><a:pt x="31373" y="17342"/></a:lnTo></a:path><a:path w="100329" h="79375"><a:moveTo><a:pt x="33134" y="20678"/></a:moveTo><a:lnTo><a:pt x="32537" y="20158"/></a:lnTo></a:path><a:path w="100329" h="79375"><a:moveTo><a:pt x="51330" y="43326"/></a:moveTo><a:lnTo><a:pt x="47948" y="40394"/></a:lnTo><a:lnTo><a:pt x="46614" y="40394"/></a:lnTo><a:lnTo><a:pt x="31482" y="27278"/></a:lnTo></a:path><a:path w="100329" h="79375"><a:moveTo><a:pt x="71783" y="61049"/></a:moveTo><a:lnTo><a:pt x="68402" y="58117"/></a:lnTo><a:lnTo><a:pt x="67067" y="58117"/></a:lnTo><a:lnTo><a:pt x="51090" y="44272"/></a:lnTo></a:path><a:path w="100329" h="79375"><a:moveTo><a:pt x="99977" y="76794"/></a:moveTo><a:lnTo><a:pt x="99209" y="76127"/></a:lnTo><a:lnTo><a:pt x="98449" y="75460"/></a:lnTo><a:lnTo><a:pt x="96363" y="75460"/></a:lnTo><a:lnTo><a:pt x="95765" y="74940"/></a:lnTo><a:lnTo><a:pt x="86481" y="74932"/></a:lnTo><a:lnTo><a:pt x="71551" y="61995"/></a:lnTo></a:path><a:path w="100329" h="79375"><a:moveTo><a:pt x="100210" y="78787"/></a:moveTo><a:lnTo><a:pt x="99605" y="78275"/></a:lnTo></a:path></a:pathLst></a:custGeom><a:ln w="3878"><a:solidFill><a:srgbClr val="000000"/></a:solidFill></a:ln></p:spPr><p:txBody><a:bodyPr wrap="square" lIns="0" tIns="0" rIns="0" bIns="0" rtlCol="0"/><a:lstStyle/><a:p/></p:txBody></p:sp><p:sp><p:nvSpPr><p:cNvPr id="141" name="object 141"/><p:cNvSpPr/><p:nvPr/></p:nvSpPr><p:spPr><a:xfrm><a:off x="5596242" y="1523724"/><a:ext cx="526415" cy="466725"/></a:xfrm><a:custGeom><a:avLst/><a:gdLst/><a:ahLst/><a:cxnLst/><a:rect l="l" t="t" r="r" b="b"/><a:pathLst><a:path w="526414" h="466725"><a:moveTo><a:pt x="3886" y="0"/></a:moveTo><a:lnTo><a:pt x="0" y="0"/></a:lnTo><a:lnTo><a:pt x="0" y="95745"/></a:lnTo><a:lnTo><a:pt x="3886" y="95745"/></a:lnTo><a:lnTo><a:pt x="3886" y="0"/></a:lnTo><a:close/></a:path><a:path w="526414" h="466725"><a:moveTo><a:pt x="24333" y="17741"/></a:moveTo><a:lnTo><a:pt x="22999" y="17741"/></a:lnTo><a:lnTo><a:pt x="20459" y="17741"/></a:lnTo><a:lnTo><a:pt x="19126" y="17741"/></a:lnTo><a:lnTo><a:pt x="19126" y="112318"/></a:lnTo><a:lnTo><a:pt x="20459" y="112318"/></a:lnTo><a:lnTo><a:pt x="20459" y="113474"/></a:lnTo><a:lnTo><a:pt x="24333" y="113474"/></a:lnTo><a:lnTo><a:pt x="24333" y="17741"/></a:lnTo><a:close/></a:path><a:path w="526414" h="466725"><a:moveTo><a:pt x="42418" y="34556"/></a:moveTo><a:lnTo><a:pt x="38531" y="34556"/></a:lnTo><a:lnTo><a:pt x="38531" y="129133"/></a:lnTo><a:lnTo><a:pt x="42418" y="129133"/></a:lnTo><a:lnTo><a:pt x="42418" y="34556"/></a:lnTo><a:close/></a:path><a:path w="526414" h="466725"><a:moveTo><a:pt x="55156" y="35737"/></a:moveTo><a:lnTo><a:pt x="54381" y="35737"/></a:lnTo><a:lnTo><a:pt x="54381" y="35077"/></a:lnTo><a:lnTo><a:pt x="52298" y="35077"/></a:lnTo><a:lnTo><a:pt x="51701" y="35077"/></a:lnTo><a:lnTo><a:pt x="51701" y="34556"/></a:lnTo><a:lnTo><a:pt x="47828" y="34556"/></a:lnTo><a:lnTo><a:pt x="47828" y="137185"/></a:lnTo><a:lnTo><a:pt x="48425" y="137185"/></a:lnTo><a:lnTo><a:pt x="48425" y="137706"/></a:lnTo><a:lnTo><a:pt x="50507" y="137706"/></a:lnTo><a:lnTo><a:pt x="50507" y="139509"/></a:lnTo><a:lnTo><a:pt x="54381" y="139509"/></a:lnTo><a:lnTo><a:pt x="54381" y="42367"/></a:lnTo><a:lnTo><a:pt x="55156" y="42367"/></a:lnTo><a:lnTo><a:pt x="55156" y="35737"/></a:lnTo><a:close/></a:path><a:path w="526414" h="466725"><a:moveTo><a:pt x="70954" y="58127"/></a:moveTo><a:lnTo><a:pt x="69621" y="58127"/></a:lnTo><a:lnTo><a:pt x="67081" y="58127"/></a:lnTo><a:lnTo><a:pt x="65747" y="58127"/></a:lnTo><a:lnTo><a:pt x="65747" y="152717"/></a:lnTo><a:lnTo><a:pt x="67081" y="152717"/></a:lnTo><a:lnTo><a:pt x="67081" y="153873"/></a:lnTo><a:lnTo><a:pt x="70954" y="153873"/></a:lnTo><a:lnTo><a:pt x="70954" y="58127"/></a:lnTo><a:close/></a:path><a:path w="526414" h="466725"><a:moveTo><a:pt x="91414" y="75844"/></a:moveTo><a:lnTo><a:pt x="90081" y="75844"/></a:lnTo><a:lnTo><a:pt x="87528" y="75844"/></a:lnTo><a:lnTo><a:pt x="86194" y="75844"/></a:lnTo><a:lnTo><a:pt x="86194" y="170446"/></a:lnTo><a:lnTo><a:pt x="87528" y="170446"/></a:lnTo><a:lnTo><a:pt x="87528" y="171602"/></a:lnTo><a:lnTo><a:pt x="91414" y="171602"/></a:lnTo><a:lnTo><a:pt x="91414" y="75844"/></a:lnTo><a:close/></a:path><a:path w="526414" h="466725"><a:moveTo><a:pt x="109486" y="92671"/></a:moveTo><a:lnTo><a:pt x="105600" y="92671"/></a:lnTo><a:lnTo><a:pt x="105600" y="187261"/></a:lnTo><a:lnTo><a:pt x="109486" y="187261"/></a:lnTo><a:lnTo><a:pt x="109486" y="92671"/></a:lnTo><a:close/></a:path><a:path w="526414" h="466725"><a:moveTo><a:pt x="122224" y="93853"/></a:moveTo><a:lnTo><a:pt x="121450" y="93853"/></a:lnTo><a:lnTo><a:pt x="121450" y="93192"/></a:lnTo><a:lnTo><a:pt x="119367" y="93192"/></a:lnTo><a:lnTo><a:pt x="118770" y="93192"/></a:lnTo><a:lnTo><a:pt x="118770" y="92671"/></a:lnTo><a:lnTo><a:pt x="114896" y="92671"/></a:lnTo><a:lnTo><a:pt x="114896" y="195313"/></a:lnTo><a:lnTo><a:pt x="115493" y="195313"/></a:lnTo><a:lnTo><a:pt x="115493" y="195834"/></a:lnTo><a:lnTo><a:pt x="117576" y="195834"/></a:lnTo><a:lnTo><a:pt x="117576" y="197637"/></a:lnTo><a:lnTo><a:pt x="121450" y="197637"/></a:lnTo><a:lnTo><a:pt x="121450" y="100482"/></a:lnTo><a:lnTo><a:pt x="122224" y="100482"/></a:lnTo><a:lnTo><a:pt x="122224" y="93853"/></a:lnTo><a:close/></a:path><a:path w="526414" h="466725"><a:moveTo><a:pt x="138023" y="116243"/></a:moveTo><a:lnTo><a:pt x="136690" y="116243"/></a:lnTo><a:lnTo><a:pt x="134150" y="116243"/></a:lnTo><a:lnTo><a:pt x="132816" y="116243"/></a:lnTo><a:lnTo><a:pt x="132816" y="210845"/></a:lnTo><a:lnTo><a:pt x="134150" y="210845"/></a:lnTo><a:lnTo><a:pt x="134150" y="212001"/></a:lnTo><a:lnTo><a:pt x="138023" y="212001"/></a:lnTo><a:lnTo><a:pt x="138023" y="116243"/></a:lnTo><a:close/></a:path><a:path w="526414" h="466725"><a:moveTo><a:pt x="494969" y="425526"/></a:moveTo><a:lnTo><a:pt x="493636" y="425526"/></a:lnTo><a:lnTo><a:pt x="489762" y="425513"/></a:lnTo><a:lnTo><a:pt x="489762" y="466686"/></a:lnTo><a:lnTo><a:pt x="493636" y="466686"/></a:lnTo><a:lnTo><a:pt x="493636" y="465886"/></a:lnTo><a:lnTo><a:pt x="494969" y="465886"/></a:lnTo><a:lnTo><a:pt x="494969" y="425526"/></a:lnTo><a:close/></a:path><a:path w="526414" h="466725"><a:moveTo><a:pt x="513054" y="442341"/></a:moveTo><a:lnTo><a:pt x="509181" y="442341"/></a:lnTo><a:lnTo><a:pt x="509181" y="454990"/></a:lnTo><a:lnTo><a:pt x="513054" y="454990"/></a:lnTo><a:lnTo><a:pt x="513054" y="442341"/></a:lnTo><a:close/></a:path><a:path w="526414" h="466725"><a:moveTo><a:pt x="525792" y="443534"/></a:moveTo><a:lnTo><a:pt x="525018" y="443534"/></a:lnTo><a:lnTo><a:pt x="525018" y="442874"/></a:lnTo><a:lnTo><a:pt x="522935" y="442874"/></a:lnTo><a:lnTo><a:pt x="522338" y="442861"/></a:lnTo><a:lnTo><a:pt x="522338" y="442353"/></a:lnTo><a:lnTo><a:pt x="518464" y="442353"/></a:lnTo><a:lnTo><a:pt x="518464" y="449389"/></a:lnTo><a:lnTo><a:pt x="521144" y="449389"/></a:lnTo><a:lnTo><a:pt x="521144" y="450926"/></a:lnTo><a:lnTo><a:pt x="525018" y="450926"/></a:lnTo><a:lnTo><a:pt x="525018" y="450164"/></a:lnTo><a:lnTo><a:pt x="525792" y="450164"/></a:lnTo><a:lnTo><a:pt x="525792" y="443534"/></a:lnTo><a:close/></a:path></a:pathLst></a:custGeom><a:solidFill><a:srgbClr val="000000"/></a:solidFill></p:spPr><p:txBody><a:bodyPr wrap="square" lIns="0" tIns="0" rIns="0" bIns="0" rtlCol="0"/><a:lstStyle/><a:p/></p:txBody></p:sp><p:sp><p:nvSpPr><p:cNvPr id="142" name="object 142"/><p:cNvSpPr/><p:nvPr/></p:nvSpPr><p:spPr><a:xfrm><a:off x="5852588" y="1733925"/><a:ext cx="241935" cy="219075"/></a:xfrm><a:custGeom><a:avLst/><a:gdLst/><a:ahLst/><a:cxnLst/><a:rect l="l" t="t" r="r" b="b"/><a:pathLst><a:path w="241935" h="219075"><a:moveTo><a:pt x="107144" y="102692"/></a:moveTo><a:lnTo><a:pt x="107376" y="101738"/></a:lnTo></a:path><a:path w="241935" h="219075"><a:moveTo><a:pt x="67067" y="67967"/></a:moveTo><a:lnTo><a:pt x="68727" y="61367"/></a:lnTo></a:path><a:path w="241935" h="219075"><a:moveTo><a:pt x="135198" y="118964"/></a:moveTo><a:lnTo><a:pt x="135570" y="117483"/></a:lnTo></a:path><a:path w="241935" h="219075"><a:moveTo><a:pt x="68130" y="60847"/></a:moveTo><a:lnTo><a:pt x="68502" y="59366"/></a:lnTo></a:path><a:path w="241935" h="219075"><a:moveTo><a:pt x="134143" y="126084"/></a:moveTo><a:lnTo><a:pt x="135803" y="119484"/></a:lnTo></a:path><a:path w="241935" h="219075"><a:moveTo><a:pt x="174212" y="160801"/></a:moveTo><a:lnTo><a:pt x="174452" y="159855"/></a:lnTo></a:path><a:path w="241935" h="219075"><a:moveTo><a:pt x="153759" y="143078"/></a:moveTo><a:lnTo><a:pt x="153991" y="142132"/></a:lnTo></a:path><a:path w="241935" h="219075"><a:moveTo><a:pt x="86683" y="84961"/></a:moveTo><a:lnTo><a:pt x="86923" y="84015"/></a:lnTo></a:path><a:path w="241935" h="219075"><a:moveTo><a:pt x="19607" y="26852"/></a:moveTo><a:lnTo><a:pt x="19848" y="25897"/></a:lnTo></a:path><a:path w="241935" h="219075"><a:moveTo><a:pt x="40068" y="44574"/></a:moveTo><a:lnTo><a:pt x="40309" y="43620"/></a:lnTo></a:path><a:path w="241935" h="219075"><a:moveTo><a:pt x="1372" y="1481"/></a:moveTo><a:lnTo><a:pt x="1745" y="0"/></a:lnTo></a:path><a:path w="241935" h="219075"><a:moveTo><a:pt x="0" y="9858"/></a:moveTo><a:lnTo><a:pt x="1970" y="1993"/></a:lnTo></a:path><a:path w="241935" h="219075"><a:moveTo><a:pt x="241287" y="218919"/></a:moveTo><a:lnTo><a:pt x="241528" y="217972"/></a:lnTo></a:path><a:path w="241935" h="219075"><a:moveTo><a:pt x="201219" y="184202"/></a:moveTo><a:lnTo><a:pt x="202871" y="177601"/></a:lnTo></a:path><a:path w="241935" h="219075"><a:moveTo><a:pt x="220827" y="201196"/></a:moveTo><a:lnTo><a:pt x="221067" y="200249"/></a:lnTo></a:path><a:path w="241935" h="219075"><a:moveTo><a:pt x="202274" y="177082"/></a:moveTo><a:lnTo><a:pt x="202646" y="175600"/></a:lnTo></a:path></a:pathLst></a:custGeom><a:ln w="3878"><a:solidFill><a:srgbClr val="000000"/></a:solidFill></a:ln></p:spPr><p:txBody><a:bodyPr wrap="square" lIns="0" tIns="0" rIns="0" bIns="0" rtlCol="0"/><a:lstStyle/><a:p/></p:txBody></p:sp><p:sp><p:nvSpPr><p:cNvPr id="143" name="object 143"/><p:cNvSpPr/><p:nvPr/></p:nvSpPr><p:spPr><a:xfrm><a:off x="5866270" y="1755232"/><a:ext cx="49530" cy="38735"/></a:xfrm><a:custGeom><a:avLst/><a:gdLst/><a:ahLst/><a:cxnLst/><a:rect l="l" t="t" r="r" b="b"/><a:pathLst><a:path w="49529" h="38735"><a:moveTo><a:pt x="1333" y="0"/></a:moveTo><a:lnTo><a:pt x="0" y="0"/></a:lnTo><a:lnTo><a:pt x="0" y="3886"/></a:lnTo><a:lnTo><a:pt x="1333" y="3886"/></a:lnTo><a:lnTo><a:pt x="1333" y="0"/></a:lnTo><a:close/></a:path><a:path w="49529" h="38735"><a:moveTo><a:pt x="49149" y="34556"/></a:moveTo><a:lnTo><a:pt x="39865" y="34556"/></a:lnTo><a:lnTo><a:pt x="39865" y="38417"/></a:lnTo><a:lnTo><a:pt x="49149" y="38417"/></a:lnTo><a:lnTo><a:pt x="49149" y="34556"/></a:lnTo><a:close/></a:path></a:pathLst></a:custGeom><a:solidFill><a:srgbClr val="000000"/></a:solidFill></p:spPr><p:txBody><a:bodyPr wrap="square" lIns="0" tIns="0" rIns="0" bIns="0" rtlCol="0"/><a:lstStyle/><a:p/></p:txBody></p:sp><p:sp><p:nvSpPr><p:cNvPr id="144" name="object 144"/><p:cNvSpPr/><p:nvPr/></p:nvSpPr><p:spPr><a:xfrm><a:off x="5918112" y="1792236"/><a:ext cx="134620" cy="116839"/></a:xfrm><a:custGeom><a:avLst/><a:gdLst/><a:ahLst/><a:cxnLst/><a:rect l="l" t="t" r="r" b="b"/><a:pathLst><a:path w="134620" h="116839"><a:moveTo><a:pt x="1535" y="1334"/></a:moveTo><a:lnTo><a:pt x="767" y="667"/></a:lnTo></a:path><a:path w="134620" h="116839"><a:moveTo><a:pt x="19956" y="25975"/></a:moveTo><a:lnTo><a:pt x="16575" y="23051"/></a:lnTo></a:path><a:path w="134620" h="116839"><a:moveTo><a:pt x="68836" y="61444"/></a:moveTo><a:lnTo><a:pt x="68231" y="60925"/></a:lnTo></a:path><a:path w="134620" h="116839"><a:moveTo><a:pt x="134143" y="116234"/></a:moveTo><a:lnTo><a:pt x="132065" y="116234"/></a:lnTo><a:lnTo><a:pt x="131460" y="115714"/></a:lnTo><a:lnTo><a:pt x="122175" y="115707"/></a:lnTo><a:lnTo><a:pt x="107245" y="102769"/></a:lnTo></a:path><a:path w="134620" h="116839"><a:moveTo><a:pt x="767" y="667"/></a:moveTo><a:lnTo><a:pt x="0" y="0"/></a:lnTo></a:path><a:path w="134620" h="116839"><a:moveTo><a:pt x="35694" y="40774"/></a:moveTo><a:lnTo><a:pt x="19716" y="26929"/></a:lnTo></a:path><a:path w="134620" h="116839"><a:moveTo><a:pt x="40409" y="43706"/></a:moveTo><a:lnTo><a:pt x="37028" y="40774"/></a:lnTo></a:path><a:path w="134620" h="116839"><a:moveTo><a:pt x="55107" y="57589"/></a:moveTo><a:lnTo><a:pt x="40177" y="44652"/></a:lnTo></a:path></a:pathLst></a:custGeom><a:ln w="3878"><a:solidFill><a:srgbClr val="000000"/></a:solidFill></a:ln></p:spPr><p:txBody><a:bodyPr wrap="square" lIns="0" tIns="0" rIns="0" bIns="0" rtlCol="0"/><a:lstStyle/><a:p/></p:txBody></p:sp><p:sp><p:nvSpPr><p:cNvPr id="145" name="object 145"/><p:cNvSpPr/><p:nvPr/></p:nvSpPr><p:spPr><a:xfrm><a:off x="5916026" y="1790297"/><a:ext cx="2540" cy="4445"/></a:xfrm><a:custGeom><a:avLst/><a:gdLst/><a:ahLst/><a:cxnLst/><a:rect l="l" t="t" r="r" b="b"/><a:pathLst><a:path w="2539" h="4444"><a:moveTo><a:pt x="2086" y="3878"/></a:moveTo><a:lnTo><a:pt x="0" y="3878"/></a:lnTo><a:lnTo><a:pt x="0" y="0"/></a:lnTo><a:lnTo><a:pt x="2086" y="0"/></a:lnTo><a:lnTo><a:pt x="2086" y="3878"/></a:lnTo><a:close/></a:path></a:pathLst></a:custGeom><a:solidFill><a:srgbClr val="000000"/></a:solidFill></p:spPr><p:txBody><a:bodyPr wrap="square" lIns="0" tIns="0" rIns="0" bIns="0" rtlCol="0"/><a:lstStyle/><a:p/></p:txBody></p:sp><p:sp><p:nvSpPr><p:cNvPr id="146" name="object 146"/><p:cNvSpPr/><p:nvPr/></p:nvSpPr><p:spPr><a:xfrm><a:off x="5867612" y="1757170"/><a:ext cx="119380" cy="94615"/></a:xfrm><a:custGeom><a:avLst/><a:gdLst/><a:ahLst/><a:cxnLst/><a:rect l="l" t="t" r="r" b="b"/><a:pathLst><a:path w="119379" h="94614"><a:moveTo><a:pt x="119104" y="94509"/></a:moveTo><a:lnTo><a:pt x="118336" y="93850"/></a:lnTo></a:path><a:path w="119379" h="94614"><a:moveTo><a:pt x="3381" y="2931"/></a:moveTo><a:lnTo><a:pt x="0" y="0"/></a:lnTo></a:path><a:path w="119379" h="94614"><a:moveTo><a:pt x="38532" y="34538"/></a:moveTo><a:lnTo><a:pt x="23602" y="21601"/></a:lnTo></a:path></a:pathLst></a:custGeom><a:ln w="3878"><a:solidFill><a:srgbClr val="000000"/></a:solidFill></a:ln></p:spPr><p:txBody><a:bodyPr wrap="square" lIns="0" tIns="0" rIns="0" bIns="0" rtlCol="0"/><a:lstStyle/><a:p/></p:txBody></p:sp><p:sp><p:nvSpPr><p:cNvPr id="147" name="object 147"/><p:cNvSpPr/><p:nvPr/></p:nvSpPr><p:spPr><a:xfrm><a:off x="5953798" y="1831076"/><a:ext cx="29209" cy="20955"/></a:xfrm><a:custGeom><a:avLst/><a:gdLst/><a:ahLst/><a:cxnLst/><a:rect l="l" t="t" r="r" b="b"/><a:pathLst><a:path w="29210" h="20955"><a:moveTo><a:pt x="1333" y="0"/></a:moveTo><a:lnTo><a:pt x="0" y="0"/></a:lnTo><a:lnTo><a:pt x="0" y="3873"/></a:lnTo><a:lnTo><a:pt x="1333" y="3873"/></a:lnTo><a:lnTo><a:pt x="1333" y="0"/></a:lnTo><a:close/></a:path><a:path w="29210" h="20955"><a:moveTo><a:pt x="28702" y="16827"/></a:moveTo><a:lnTo><a:pt x="19418" y="16827"/></a:lnTo><a:lnTo><a:pt x="19418" y="20688"/></a:lnTo><a:lnTo><a:pt x="28702" y="20688"/></a:lnTo><a:lnTo><a:pt x="28702" y="16827"/></a:lnTo><a:close/></a:path></a:pathLst></a:custGeom><a:solidFill><a:srgbClr val="000000"/></a:solidFill></p:spPr><p:txBody><a:bodyPr wrap="square" lIns="0" tIns="0" rIns="0" bIns="0" rtlCol="0"/><a:lstStyle/><a:p/></p:txBody></p:sp><p:sp><p:nvSpPr><p:cNvPr id="148" name="object 148"/><p:cNvSpPr/><p:nvPr/></p:nvSpPr><p:spPr><a:xfrm><a:off x="5870761" y="1761049"/><a:ext cx="134620" cy="115570"/></a:xfrm><a:custGeom><a:avLst/><a:gdLst/><a:ahLst/><a:cxnLst/><a:rect l="l" t="t" r="r" b="b"/><a:pathLst><a:path w="134620" h="115569"><a:moveTo><a:pt x="130994" y="112348"/></a:moveTo><a:lnTo><a:pt x="129660" y="112348"/></a:lnTo><a:lnTo><a:pt x="114528" y="99240"/></a:lnTo></a:path><a:path w="134620" h="115569"><a:moveTo><a:pt x="112340" y="89305"/></a:moveTo><a:lnTo><a:pt x="111743" y="88785"/></a:lnTo></a:path><a:path w="134620" h="115569"><a:moveTo><a:pt x="20693" y="16776"/></a:moveTo><a:lnTo><a:pt x="17311" y="13844"/></a:lnTo></a:path><a:path w="134620" h="115569"><a:moveTo><a:pt x="115187" y="89972"/></a:moveTo><a:lnTo><a:pt x="114419" y="89305"/></a:lnTo></a:path><a:path w="134620" h="115569"><a:moveTo><a:pt x="134376" y="115280"/></a:moveTo><a:lnTo><a:pt x="130994" y="112348"/></a:lnTo></a:path><a:path w="134620" h="115569"><a:moveTo><a:pt x="15970" y="13844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49" name="object 149"/><p:cNvSpPr/><p:nvPr/></p:nvSpPr><p:spPr><a:xfrm><a:off x="5933353" y="1813349"/><a:ext cx="1905" cy="4445"/></a:xfrm><a:custGeom><a:avLst/><a:gdLst/><a:ahLst/><a:cxnLst/><a:rect l="l" t="t" r="r" b="b"/><a:pathLst><a:path w="1904" h="4444"><a:moveTo><a:pt x="1334" y="3870"/></a:moveTo><a:lnTo><a:pt x="0" y="3870"/></a:lnTo><a:lnTo><a:pt x="0" y="0"/></a:lnTo><a:lnTo><a:pt x="1334" y="0"/></a:lnTo><a:lnTo><a:pt x="1334" y="3870"/></a:lnTo><a:close/></a:path></a:pathLst></a:custGeom><a:solidFill><a:srgbClr val="000000"/></a:solidFill></p:spPr><p:txBody><a:bodyPr wrap="square" lIns="0" tIns="0" rIns="0" bIns="0" rtlCol="0"/><a:lstStyle/><a:p/></p:txBody></p:sp><p:sp><p:nvSpPr><p:cNvPr id="150" name="object 150"/><p:cNvSpPr/><p:nvPr/></p:nvSpPr><p:spPr><a:xfrm><a:off x="5851146" y="1744055"/><a:ext cx="170180" cy="147320"/></a:xfrm><a:custGeom><a:avLst/><a:gdLst/><a:ahLst/><a:cxnLst/><a:rect l="l" t="t" r="r" b="b"/><a:pathLst><a:path w="170179" h="147319"><a:moveTo><a:pt x="169736" y="147073"/></a:moveTo><a:lnTo><a:pt x="153759" y="133228"/></a:lnTo></a:path><a:path w="170179" h="147319"><a:moveTo><a:pt x="82208" y="71225"/></a:moveTo><a:lnTo><a:pt x="67067" y="58117"/></a:lnTo></a:path><a:path w="170179" h="147319"><a:moveTo><a:pt x="15132" y="13115"/></a:moveTo><a:lnTo><a:pt x="0" y="0"/></a:lnTo></a:path><a:path w="170179" h="147319"><a:moveTo><a:pt x="64880" y="48181"/></a:moveTo><a:lnTo><a:pt x="64283" y="47661"/></a:lnTo></a:path><a:path w="170179" h="147319"><a:moveTo><a:pt x="68727" y="51508"/></a:moveTo><a:lnTo><a:pt x="68130" y="50989"/></a:lnTo></a:path></a:pathLst></a:custGeom><a:ln w="3878"><a:solidFill><a:srgbClr val="000000"/></a:solidFill></a:ln></p:spPr><p:txBody><a:bodyPr wrap="square" lIns="0" tIns="0" rIns="0" bIns="0" rtlCol="0"/><a:lstStyle/><a:p/></p:txBody></p:sp><p:sp><p:nvSpPr><p:cNvPr id="151" name="object 151"/><p:cNvSpPr/><p:nvPr/></p:nvSpPr><p:spPr><a:xfrm><a:off x="5983102" y="1848415"/><a:ext cx="2540" cy="4445"/></a:xfrm><a:custGeom><a:avLst/><a:gdLst/><a:ahLst/><a:cxnLst/><a:rect l="l" t="t" r="r" b="b"/><a:pathLst><a:path w="2539" h="4444"><a:moveTo><a:pt x="2078" y="3878"/></a:moveTo><a:lnTo><a:pt x="0" y="3878"/></a:lnTo><a:lnTo><a:pt x="0" y="0"/></a:lnTo><a:lnTo><a:pt x="2078" y="0"/></a:lnTo><a:lnTo><a:pt x="2078" y="3878"/></a:lnTo><a:close/></a:path></a:pathLst></a:custGeom><a:solidFill><a:srgbClr val="000000"/></a:solidFill></p:spPr><p:txBody><a:bodyPr wrap="square" lIns="0" tIns="0" rIns="0" bIns="0" rtlCol="0"/><a:lstStyle/><a:p/></p:txBody></p:sp><p:sp><p:nvSpPr><p:cNvPr id="152" name="object 152"/><p:cNvSpPr/><p:nvPr/></p:nvSpPr><p:spPr><a:xfrm><a:off x="6020883" y="1891128"/><a:ext cx="100330" cy="79375"/></a:xfrm><a:custGeom><a:avLst/><a:gdLst/><a:ahLst/><a:cxnLst/><a:rect l="l" t="t" r="r" b="b"/><a:pathLst><a:path w="100329" h="79375"><a:moveTo><a:pt x="4715" y="2931"/></a:moveTo><a:lnTo><a:pt x="1334" y="0"/></a:lnTo><a:lnTo><a:pt x="0" y="0"/></a:lnTo></a:path><a:path w="100329" h="79375"><a:moveTo><a:pt x="32909" y="18669"/></a:moveTo><a:lnTo><a:pt x="32141" y="18002"/></a:lnTo><a:lnTo><a:pt x="31373" y="17342"/></a:lnTo></a:path><a:path w="100329" h="79375"><a:moveTo><a:pt x="33134" y="20670"/></a:moveTo><a:lnTo><a:pt x="32537" y="20150"/></a:lnTo></a:path><a:path w="100329" h="79375"><a:moveTo><a:pt x="51330" y="43318"/></a:moveTo><a:lnTo><a:pt x="47948" y="40386"/></a:lnTo><a:lnTo><a:pt x="46614" y="40386"/></a:lnTo><a:lnTo><a:pt x="31482" y="27270"/></a:lnTo></a:path><a:path w="100329" h="79375"><a:moveTo><a:pt x="71791" y="61041"/></a:moveTo><a:lnTo><a:pt x="68402" y="58117"/></a:lnTo><a:lnTo><a:pt x="67067" y="58109"/></a:lnTo><a:lnTo><a:pt x="51090" y="44272"/></a:lnTo></a:path><a:path w="100329" h="79375"><a:moveTo><a:pt x="99985" y="76786"/></a:moveTo><a:lnTo><a:pt x="99217" y="76119"/></a:lnTo><a:lnTo><a:pt x="98449" y="75460"/></a:lnTo><a:lnTo><a:pt x="96363" y="75452"/></a:lnTo><a:lnTo><a:pt x="95765" y="74940"/></a:lnTo><a:lnTo><a:pt x="86481" y="74932"/></a:lnTo><a:lnTo><a:pt x="71551" y="61995"/></a:lnTo></a:path><a:path w="100329" h="79375"><a:moveTo><a:pt x="100210" y="78787"/></a:moveTo><a:lnTo><a:pt x="99613" y="78267"/></a:lnTo></a:path></a:pathLst></a:custGeom><a:ln w="3878"><a:solidFill><a:srgbClr val="000000"/></a:solidFill></a:ln></p:spPr><p:txBody><a:bodyPr wrap="square" lIns="0" tIns="0" rIns="0" bIns="0" rtlCol="0"/><a:lstStyle/><a:p/></p:txBody></p:sp><p:sp><p:nvSpPr><p:cNvPr id="153" name="object 153"/><p:cNvSpPr/><p:nvPr/></p:nvSpPr><p:spPr><a:xfrm><a:off x="5864339" y="1757175"/><a:ext cx="123825" cy="198120"/></a:xfrm><a:custGeom><a:avLst/><a:gdLst/><a:ahLst/><a:cxnLst/><a:rect l="l" t="t" r="r" b="b"/><a:pathLst><a:path w="123825" h="198119"><a:moveTo><a:pt x="5207" y="0"/></a:moveTo><a:lnTo><a:pt x="3873" y="0"/></a:lnTo><a:lnTo><a:pt x="1333" y="0"/></a:lnTo><a:lnTo><a:pt x="0" y="0"/></a:lnTo><a:lnTo><a:pt x="0" y="94627"/></a:lnTo><a:lnTo><a:pt x="1333" y="94627"/></a:lnTo><a:lnTo><a:pt x="1333" y="95783"/></a:lnTo><a:lnTo><a:pt x="5207" y="95783"/></a:lnTo><a:lnTo><a:pt x="5207" y="0"/></a:lnTo><a:close/></a:path><a:path w="123825" h="198119"><a:moveTo><a:pt x="43738" y="34544"/></a:moveTo><a:lnTo><a:pt x="39865" y="34544"/></a:lnTo><a:lnTo><a:pt x="39865" y="129171"/></a:lnTo><a:lnTo><a:pt x="43738" y="129171"/></a:lnTo><a:lnTo><a:pt x="43738" y="34544"/></a:lnTo><a:close/></a:path><a:path w="123825" h="198119"><a:moveTo><a:pt x="56476" y="35737"/></a:moveTo><a:lnTo><a:pt x="55702" y="35737"/></a:lnTo><a:lnTo><a:pt x="55702" y="35064"/></a:lnTo><a:lnTo><a:pt x="53619" y="35064"/></a:lnTo><a:lnTo><a:pt x="53022" y="35064"/></a:lnTo><a:lnTo><a:pt x="53022" y="34544"/></a:lnTo><a:lnTo><a:pt x="49149" y="34544"/></a:lnTo><a:lnTo><a:pt x="49149" y="137223"/></a:lnTo><a:lnTo><a:pt x="49745" y="137223"/></a:lnTo><a:lnTo><a:pt x="49745" y="137744"/></a:lnTo><a:lnTo><a:pt x="51828" y="137744"/></a:lnTo><a:lnTo><a:pt x="51828" y="139547"/></a:lnTo><a:lnTo><a:pt x="55702" y="139547"/></a:lnTo><a:lnTo><a:pt x="55702" y="42367"/></a:lnTo><a:lnTo><a:pt x="56476" y="42367"/></a:lnTo><a:lnTo><a:pt x="56476" y="35737"/></a:lnTo><a:close/></a:path><a:path w="123825" h="198119"><a:moveTo><a:pt x="72275" y="58115"/></a:moveTo><a:lnTo><a:pt x="70942" y="58115"/></a:lnTo><a:lnTo><a:pt x="68402" y="58115"/></a:lnTo><a:lnTo><a:pt x="67068" y="58115"/></a:lnTo><a:lnTo><a:pt x="67068" y="152755"/></a:lnTo><a:lnTo><a:pt x="68402" y="152755"/></a:lnTo><a:lnTo><a:pt x="68402" y="153911"/></a:lnTo><a:lnTo><a:pt x="72275" y="153911"/></a:lnTo><a:lnTo><a:pt x="72275" y="58115"/></a:lnTo><a:close/></a:path><a:path w="123825" h="198119"><a:moveTo><a:pt x="92735" y="75844"/></a:moveTo><a:lnTo><a:pt x="91401" y="75844"/></a:lnTo><a:lnTo><a:pt x="88861" y="75844"/></a:lnTo><a:lnTo><a:pt x="87528" y="75844"/></a:lnTo><a:lnTo><a:pt x="87528" y="170484"/></a:lnTo><a:lnTo><a:pt x="88861" y="170484"/></a:lnTo><a:lnTo><a:pt x="88861" y="171640"/></a:lnTo><a:lnTo><a:pt x="92735" y="171640"/></a:lnTo><a:lnTo><a:pt x="92735" y="75844"/></a:lnTo><a:close/></a:path><a:path w="123825" h="198119"><a:moveTo><a:pt x="110820" y="92659"/></a:moveTo><a:lnTo><a:pt x="106934" y="92659"/></a:lnTo><a:lnTo><a:pt x="106934" y="187299"/></a:lnTo><a:lnTo><a:pt x="110820" y="187299"/></a:lnTo><a:lnTo><a:pt x="110820" y="92659"/></a:lnTo><a:close/></a:path><a:path w="123825" h="198119"><a:moveTo><a:pt x="123545" y="93853"/></a:moveTo><a:lnTo><a:pt x="122770" y="93853"/></a:lnTo><a:lnTo><a:pt x="122770" y="93179"/></a:lnTo><a:lnTo><a:pt x="120700" y="93179"/></a:lnTo><a:lnTo><a:pt x="120103" y="93179"/></a:lnTo><a:lnTo><a:pt x="120103" y="92659"/></a:lnTo><a:lnTo><a:pt x="116217" y="92659"/></a:lnTo><a:lnTo><a:pt x="116217" y="195351"/></a:lnTo><a:lnTo><a:pt x="116814" y="195351"/></a:lnTo><a:lnTo><a:pt x="116814" y="195872"/></a:lnTo><a:lnTo><a:pt x="118897" y="195872"/></a:lnTo><a:lnTo><a:pt x="118897" y="197675"/></a:lnTo><a:lnTo><a:pt x="122770" y="197675"/></a:lnTo><a:lnTo><a:pt x="122770" y="100469"/></a:lnTo><a:lnTo><a:pt x="123545" y="100469"/></a:lnTo><a:lnTo><a:pt x="123545" y="93853"/></a:lnTo><a:close/></a:path></a:pathLst></a:custGeom><a:solidFill><a:srgbClr val="000000"/></a:solidFill></p:spPr><p:txBody><a:bodyPr wrap="square" lIns="0" tIns="0" rIns="0" bIns="0" rtlCol="0"/><a:lstStyle/><a:p/></p:txBody></p:sp><p:sp><p:nvSpPr><p:cNvPr id="154" name="object 154"/><p:cNvSpPr/><p:nvPr/></p:nvSpPr><p:spPr><a:xfrm><a:off x="6122062" y="1967364"/><a:ext cx="267970" cy="243840"/></a:xfrm><a:custGeom><a:avLst/><a:gdLst/><a:ahLst/><a:cxnLst/><a:rect l="l" t="t" r="r" b="b"/><a:pathLst><a:path w="267970" h="243839"><a:moveTo><a:pt x="107090" y="102692"/></a:moveTo><a:lnTo><a:pt x="107322" y="101745"/></a:lnTo></a:path><a:path w="267970" h="243839"><a:moveTo><a:pt x="67021" y="67975"/></a:moveTo><a:lnTo><a:pt x="68673" y="61367"/></a:lnTo></a:path><a:path w="267970" h="243839"><a:moveTo><a:pt x="135151" y="118964"/></a:moveTo><a:lnTo><a:pt x="135516" y="117483"/></a:lnTo></a:path><a:path w="267970" h="243839"><a:moveTo><a:pt x="68076" y="60847"/></a:moveTo><a:lnTo><a:pt x="68448" y="59366"/></a:lnTo></a:path><a:path w="267970" h="243839"><a:moveTo><a:pt x="134089" y="126092"/></a:moveTo><a:lnTo><a:pt x="135749" y="119484"/></a:lnTo></a:path><a:path w="267970" h="243839"><a:moveTo><a:pt x="174165" y="160809"/></a:moveTo><a:lnTo><a:pt x="174398" y="159863"/></a:lnTo></a:path><a:path w="267970" h="243839"><a:moveTo><a:pt x="153704" y="143086"/></a:moveTo><a:lnTo><a:pt x="153945" y="142132"/></a:lnTo></a:path><a:path w="267970" h="243839"><a:moveTo><a:pt x="86629" y="84969"/></a:moveTo><a:lnTo><a:pt x="86869" y="84015"/></a:lnTo></a:path><a:path w="267970" h="243839"><a:moveTo><a:pt x="19607" y="26650"/></a:moveTo><a:lnTo><a:pt x="19793" y="25905"/></a:lnTo></a:path><a:path w="267970" h="243839"><a:moveTo><a:pt x="40014" y="44574"/></a:moveTo><a:lnTo><a:pt x="40254" y="43628"/></a:lnTo></a:path><a:path w="267970" h="243839"><a:moveTo><a:pt x="1318" y="1481"/></a:moveTo><a:lnTo><a:pt x="1690" y="0"/></a:lnTo></a:path><a:path w="267970" h="243839"><a:moveTo><a:pt x="0" y="9648"/></a:moveTo><a:lnTo><a:pt x="1915" y="2001"/></a:lnTo></a:path><a:path w="267970" h="243839"><a:moveTo><a:pt x="241233" y="218926"/></a:moveTo><a:lnTo><a:pt x="241474" y="217972"/></a:lnTo></a:path><a:path w="267970" h="243839"><a:moveTo><a:pt x="267922" y="243576"/></a:moveTo><a:lnTo><a:pt x="266790" y="242598"/></a:lnTo></a:path><a:path w="267970" h="243839"><a:moveTo><a:pt x="201165" y="184202"/></a:moveTo><a:lnTo><a:pt x="202817" y="177601"/></a:lnTo></a:path><a:path w="267970" h="243839"><a:moveTo><a:pt x="220780" y="201196"/></a:moveTo><a:lnTo><a:pt x="221013" y="200249"/></a:lnTo></a:path><a:path w="267970" h="243839"><a:moveTo><a:pt x="202219" y="177082"/></a:moveTo><a:lnTo><a:pt x="202592" y="175600"/></a:lnTo></a:path></a:pathLst></a:custGeom><a:ln w="3878"><a:solidFill><a:srgbClr val="000000"/></a:solidFill></a:ln></p:spPr><p:txBody><a:bodyPr wrap="square" lIns="0" tIns="0" rIns="0" bIns="0" rtlCol="0"/><a:lstStyle/><a:p/></p:txBody></p:sp><p:sp><p:nvSpPr><p:cNvPr id="155" name="object 155"/><p:cNvSpPr/><p:nvPr/></p:nvSpPr><p:spPr><a:xfrm><a:off x="6175565" y="2023224"/><a:ext cx="9525" cy="4445"/></a:xfrm><a:custGeom><a:avLst/><a:gdLst/><a:ahLst/><a:cxnLst/><a:rect l="l" t="t" r="r" b="b"/><a:pathLst><a:path w="9525" h="4444"><a:moveTo><a:pt x="9284" y="3870"/></a:moveTo><a:lnTo><a:pt x="0" y="3870"/></a:lnTo><a:lnTo><a:pt x="0" y="0"/></a:lnTo><a:lnTo><a:pt x="9284" y="0"/></a:lnTo><a:lnTo><a:pt x="9284" y="3870"/></a:lnTo><a:close/></a:path></a:pathLst></a:custGeom><a:solidFill><a:srgbClr val="000000"/></a:solidFill></p:spPr><p:txBody><a:bodyPr wrap="square" lIns="0" tIns="0" rIns="0" bIns="0" rtlCol="0"/><a:lstStyle/><a:p/></p:txBody></p:sp><p:sp><p:nvSpPr><p:cNvPr id="156" name="object 156"/><p:cNvSpPr/><p:nvPr/></p:nvSpPr><p:spPr><a:xfrm><a:off x="6187532" y="2025683"/><a:ext cx="134620" cy="116839"/></a:xfrm><a:custGeom><a:avLst/><a:gdLst/><a:ahLst/><a:cxnLst/><a:rect l="l" t="t" r="r" b="b"/><a:pathLst><a:path w="134620" h="116839"><a:moveTo><a:pt x="1535" y="1326"/></a:moveTo><a:lnTo><a:pt x="767" y="659"/></a:lnTo></a:path><a:path w="134620" h="116839"><a:moveTo><a:pt x="19956" y="25975"/></a:moveTo><a:lnTo><a:pt x="16575" y="23043"/></a:lnTo></a:path><a:path w="134620" h="116839"><a:moveTo><a:pt x="68836" y="61444"/></a:moveTo><a:lnTo><a:pt x="68231" y="60925"/></a:lnTo></a:path><a:path w="134620" h="116839"><a:moveTo><a:pt x="134143" y="116226"/></a:moveTo><a:lnTo><a:pt x="132065" y="116226"/></a:lnTo><a:lnTo><a:pt x="131467" y="115707"/></a:lnTo><a:lnTo><a:pt x="122175" y="115699"/></a:lnTo><a:lnTo><a:pt x="107245" y="102762"/></a:lnTo></a:path><a:path w="134620" h="116839"><a:moveTo><a:pt x="767" y="659"/></a:moveTo><a:lnTo><a:pt x="0" y="0"/></a:lnTo></a:path><a:path w="134620" h="116839"><a:moveTo><a:pt x="35694" y="40766"/></a:moveTo><a:lnTo><a:pt x="19716" y="26921"/></a:lnTo></a:path><a:path w="134620" h="116839"><a:moveTo><a:pt x="40409" y="43698"/></a:moveTo><a:lnTo><a:pt x="37028" y="40766"/></a:lnTo></a:path></a:pathLst></a:custGeom><a:ln w="3878"><a:solidFill><a:srgbClr val="000000"/></a:solidFill></a:ln></p:spPr><p:txBody><a:bodyPr wrap="square" lIns="0" tIns="0" rIns="0" bIns="0" rtlCol="0"/><a:lstStyle/><a:p/></p:txBody></p:sp><p:sp><p:nvSpPr><p:cNvPr id="157" name="object 157"/><p:cNvSpPr/><p:nvPr/></p:nvSpPr><p:spPr><a:xfrm><a:off x="6156158" y="2006393"/><a:ext cx="1905" cy="4445"/></a:xfrm><a:custGeom><a:avLst/><a:gdLst/><a:ahLst/><a:cxnLst/><a:rect l="l" t="t" r="r" b="b"/><a:pathLst><a:path w="1904" h="4444"><a:moveTo><a:pt x="1334" y="3878"/></a:moveTo><a:lnTo><a:pt x="0" y="3878"/></a:lnTo><a:lnTo><a:pt x="0" y="0"/></a:lnTo><a:lnTo><a:pt x="1334" y="0"/></a:lnTo><a:lnTo><a:pt x="1334" y="3878"/></a:lnTo><a:close/></a:path></a:pathLst></a:custGeom><a:solidFill><a:srgbClr val="000000"/></a:solidFill></p:spPr><p:txBody><a:bodyPr wrap="square" lIns="0" tIns="0" rIns="0" bIns="0" rtlCol="0"/><a:lstStyle/><a:p/></p:txBody></p:sp><p:sp><p:nvSpPr><p:cNvPr id="158" name="object 158"/><p:cNvSpPr/><p:nvPr/></p:nvSpPr><p:spPr><a:xfrm><a:off x="6227709" y="2070335"/><a:ext cx="15240" cy="13335"/></a:xfrm><a:custGeom><a:avLst/><a:gdLst/><a:ahLst/><a:cxnLst/><a:rect l="l" t="t" r="r" b="b"/><a:pathLst><a:path w="15239" h="13335"><a:moveTo><a:pt x="14930" y="12929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59" name="object 159"/><p:cNvSpPr/><p:nvPr/></p:nvSpPr><p:spPr><a:xfrm><a:off x="6185446" y="2023744"/><a:ext cx="2540" cy="4445"/></a:xfrm><a:custGeom><a:avLst/><a:gdLst/><a:ahLst/><a:cxnLst/><a:rect l="l" t="t" r="r" b="b"/><a:pathLst><a:path w="2539" h="4444"><a:moveTo><a:pt x="2086" y="3870"/></a:moveTo><a:lnTo><a:pt x="0" y="3870"/></a:lnTo><a:lnTo><a:pt x="0" y="0"/></a:lnTo><a:lnTo><a:pt x="2086" y="0"/></a:lnTo><a:lnTo><a:pt x="2086" y="3870"/></a:lnTo><a:close/></a:path></a:pathLst></a:custGeom><a:solidFill><a:srgbClr val="000000"/></a:solidFill></p:spPr><p:txBody><a:bodyPr wrap="square" lIns="0" tIns="0" rIns="0" bIns="0" rtlCol="0"/><a:lstStyle/><a:p/></p:txBody></p:sp><p:sp><p:nvSpPr><p:cNvPr id="160" name="object 160"/><p:cNvSpPr/><p:nvPr/></p:nvSpPr><p:spPr><a:xfrm><a:off x="6160634" y="2012218"/><a:ext cx="95885" cy="73025"/></a:xfrm><a:custGeom><a:avLst/><a:gdLst/><a:ahLst/><a:cxnLst/><a:rect l="l" t="t" r="r" b="b"/><a:pathLst><a:path w="95885" h="73025"><a:moveTo><a:pt x="95502" y="72908"/></a:moveTo><a:lnTo><a:pt x="94734" y="72241"/></a:lnTo></a:path><a:path w="95885" h="73025"><a:moveTo><a:pt x="14930" y="12937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61" name="object 161"/><p:cNvSpPr/><p:nvPr/></p:nvSpPr><p:spPr><a:xfrm><a:off x="6223216" y="2064515"/><a:ext cx="29209" cy="20955"/></a:xfrm><a:custGeom><a:avLst/><a:gdLst/><a:ahLst/><a:cxnLst/><a:rect l="l" t="t" r="r" b="b"/><a:pathLst><a:path w="29210" h="20955"><a:moveTo><a:pt x="1333" y="0"/></a:moveTo><a:lnTo><a:pt x="0" y="0"/></a:lnTo><a:lnTo><a:pt x="0" y="3873"/></a:lnTo><a:lnTo><a:pt x="1333" y="3873"/></a:lnTo><a:lnTo><a:pt x="1333" y="0"/></a:lnTo><a:close/></a:path><a:path w="29210" h="20955"><a:moveTo><a:pt x="28702" y="16827"/></a:moveTo><a:lnTo><a:pt x="19418" y="16827"/></a:lnTo><a:lnTo><a:pt x="19418" y="20688"/></a:lnTo><a:lnTo><a:pt x="28702" y="20688"/></a:lnTo><a:lnTo><a:pt x="28702" y="16827"/></a:lnTo><a:close/></a:path></a:pathLst></a:custGeom><a:solidFill><a:srgbClr val="000000"/></a:solidFill></p:spPr><p:txBody><a:bodyPr wrap="square" lIns="0" tIns="0" rIns="0" bIns="0" rtlCol="0"/><a:lstStyle/><a:p/></p:txBody></p:sp><p:sp><p:nvSpPr><p:cNvPr id="162" name="object 162"/><p:cNvSpPr/><p:nvPr/></p:nvSpPr><p:spPr><a:xfrm><a:off x="6146929" y="2000335"/><a:ext cx="127635" cy="109855"/></a:xfrm><a:custGeom><a:avLst/><a:gdLst/><a:ahLst/><a:cxnLst/><a:rect l="l" t="t" r="r" b="b"/><a:pathLst><a:path w="127635" h="109855"><a:moveTo><a:pt x="124246" y="106508"/></a:moveTo><a:lnTo><a:pt x="122912" y="106508"/></a:lnTo><a:lnTo><a:pt x="107780" y="93392"/></a:lnTo></a:path><a:path w="127635" h="109855"><a:moveTo><a:pt x="105593" y="83456"/></a:moveTo><a:lnTo><a:pt x="104995" y="82937"/></a:lnTo></a:path><a:path w="127635" h="109855"><a:moveTo><a:pt x="13945" y="10928"/></a:moveTo><a:lnTo><a:pt x="10563" y="7996"/></a:lnTo></a:path><a:path w="127635" h="109855"><a:moveTo><a:pt x="108439" y="84123"/></a:moveTo><a:lnTo><a:pt x="107679" y="83456"/></a:lnTo></a:path><a:path w="127635" h="109855"><a:moveTo><a:pt x="127636" y="109440"/></a:moveTo><a:lnTo><a:pt x="124246" y="106508"/></a:lnTo></a:path><a:path w="127635" h="109855"><a:moveTo><a:pt x="9229" y="7996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63" name="object 163"/><p:cNvSpPr/><p:nvPr/></p:nvSpPr><p:spPr><a:xfrm><a:off x="6202773" y="2046787"/><a:ext cx="1905" cy="4445"/></a:xfrm><a:custGeom><a:avLst/><a:gdLst/><a:ahLst/><a:cxnLst/><a:rect l="l" t="t" r="r" b="b"/><a:pathLst><a:path w="1904" h="4444"><a:moveTo><a:pt x="1334" y="3878"/></a:moveTo><a:lnTo><a:pt x="0" y="3878"/></a:lnTo><a:lnTo><a:pt x="0" y="0"/></a:lnTo><a:lnTo><a:pt x="1334" y="0"/></a:lnTo><a:lnTo><a:pt x="1334" y="3878"/></a:lnTo><a:close/></a:path></a:pathLst></a:custGeom><a:solidFill><a:srgbClr val="000000"/></a:solidFill></p:spPr><p:txBody><a:bodyPr wrap="square" lIns="0" tIns="0" rIns="0" bIns="0" rtlCol="0"/><a:lstStyle/><a:p/></p:txBody></p:sp><p:sp><p:nvSpPr><p:cNvPr id="164" name="object 164"/><p:cNvSpPr/><p:nvPr/></p:nvSpPr><p:spPr><a:xfrm><a:off x="6184849" y="2025163"/><a:ext cx="106045" cy="99695"/></a:xfrm><a:custGeom><a:avLst/><a:gdLst/><a:ahLst/><a:cxnLst/><a:rect l="l" t="t" r="r" b="b"/><a:pathLst><a:path w="106045" h="99694"><a:moveTo><a:pt x="105453" y="99403"/></a:moveTo><a:lnTo><a:pt x="89475" y="85558"/></a:lnTo></a:path><a:path w="106045" h="99694"><a:moveTo><a:pt x="17924" y="23563"/></a:moveTo><a:lnTo><a:pt x="2792" y="10447"/></a:lnTo></a:path><a:path w="106045" h="99694"><a:moveTo><a:pt x="597" y="511"/></a:moveTo><a:lnTo><a:pt x="0" y="0"/></a:lnTo></a:path><a:path w="106045" h="99694"><a:moveTo><a:pt x="4444" y="3847"/></a:moveTo><a:lnTo><a:pt x="3847" y="3327"/></a:lnTo></a:path></a:pathLst></a:custGeom><a:ln w="3878"><a:solidFill><a:srgbClr val="000000"/></a:solidFill></a:ln></p:spPr><p:txBody><a:bodyPr wrap="square" lIns="0" tIns="0" rIns="0" bIns="0" rtlCol="0"/><a:lstStyle/><a:p/></p:txBody></p:sp><p:sp><p:nvSpPr><p:cNvPr id="165" name="object 165"/><p:cNvSpPr/><p:nvPr/></p:nvSpPr><p:spPr><a:xfrm><a:off x="6252522" y="2081853"/><a:ext cx="2540" cy="4445"/></a:xfrm><a:custGeom><a:avLst/><a:gdLst/><a:ahLst/><a:cxnLst/><a:rect l="l" t="t" r="r" b="b"/><a:pathLst><a:path w="2539" h="4444"><a:moveTo><a:pt x="2086" y="3878"/></a:moveTo><a:lnTo><a:pt x="0" y="3878"/></a:lnTo><a:lnTo><a:pt x="0" y="0"/></a:lnTo><a:lnTo><a:pt x="2086" y="0"/></a:lnTo><a:lnTo><a:pt x="2086" y="3878"/></a:lnTo><a:close/></a:path></a:pathLst></a:custGeom><a:solidFill><a:srgbClr val="000000"/></a:solidFill></p:spPr><p:txBody><a:bodyPr wrap="square" lIns="0" tIns="0" rIns="0" bIns="0" rtlCol="0"/><a:lstStyle/><a:p/></p:txBody></p:sp><p:sp><p:nvSpPr><p:cNvPr id="166" name="object 166"/><p:cNvSpPr/><p:nvPr/></p:nvSpPr><p:spPr><a:xfrm><a:off x="6290302" y="2124567"/><a:ext cx="100330" cy="79375"/></a:xfrm><a:custGeom><a:avLst/><a:gdLst/><a:ahLst/><a:cxnLst/><a:rect l="l" t="t" r="r" b="b"/><a:pathLst><a:path w="100329" h="79375"><a:moveTo><a:pt x="4715" y="2931"/></a:moveTo><a:lnTo><a:pt x="1334" y="0"/></a:lnTo><a:lnTo><a:pt x="0" y="0"/></a:lnTo></a:path><a:path w="100329" h="79375"><a:moveTo><a:pt x="32909" y="18676"/></a:moveTo><a:lnTo><a:pt x="32141" y="18009"/></a:lnTo><a:lnTo><a:pt x="31373" y="17342"/></a:lnTo></a:path><a:path w="100329" h="79375"><a:moveTo><a:pt x="33134" y="20670"/></a:moveTo><a:lnTo><a:pt x="32537" y="20158"/></a:lnTo></a:path><a:path w="100329" h="79375"><a:moveTo><a:pt x="51330" y="43326"/></a:moveTo><a:lnTo><a:pt x="47948" y="40394"/></a:lnTo><a:lnTo><a:pt x="46614" y="40394"/></a:lnTo><a:lnTo><a:pt x="31482" y="27278"/></a:lnTo></a:path><a:path w="100329" h="79375"><a:moveTo><a:pt x="71791" y="61049"/></a:moveTo><a:lnTo><a:pt x="68409" y="58117"/></a:lnTo><a:lnTo><a:pt x="67075" y="58117"/></a:lnTo><a:lnTo><a:pt x="51090" y="44272"/></a:lnTo></a:path><a:path w="100329" h="79375"><a:moveTo><a:pt x="99985" y="76786"/></a:moveTo><a:lnTo><a:pt x="99217" y="76127"/></a:lnTo><a:lnTo><a:pt x="98449" y="75460"/></a:lnTo><a:lnTo><a:pt x="96363" y="75460"/></a:lnTo><a:lnTo><a:pt x="95765" y="74940"/></a:lnTo><a:lnTo><a:pt x="86481" y="74932"/></a:lnTo><a:lnTo><a:pt x="71551" y="61995"/></a:lnTo></a:path><a:path w="100329" h="79375"><a:moveTo><a:pt x="100210" y="78787"/></a:moveTo><a:lnTo><a:pt x="99613" y="78267"/></a:lnTo></a:path></a:pathLst></a:custGeom><a:ln w="3878"><a:solidFill><a:srgbClr val="000000"/></a:solidFill></a:ln></p:spPr><p:txBody><a:bodyPr wrap="square" lIns="0" tIns="0" rIns="0" bIns="0" rtlCol="0"/><a:lstStyle/><a:p/></p:txBody></p:sp><p:sp><p:nvSpPr><p:cNvPr id="167" name="object 167"/><p:cNvSpPr/><p:nvPr/></p:nvSpPr><p:spPr><a:xfrm><a:off x="6154217" y="2008343"/><a:ext cx="506730" cy="467359"/></a:xfrm><a:custGeom><a:avLst/><a:gdLst/><a:ahLst/><a:cxnLst/><a:rect l="l" t="t" r="r" b="b"/><a:pathLst><a:path w="506729" h="467360"><a:moveTo><a:pt x="5207" y="0"/></a:moveTo><a:lnTo><a:pt x="3873" y="0"/></a:lnTo><a:lnTo><a:pt x="1333" y="0"/></a:lnTo><a:lnTo><a:pt x="0" y="0"/></a:lnTo><a:lnTo><a:pt x="0" y="94678"/></a:lnTo><a:lnTo><a:pt x="1333" y="94678"/></a:lnTo><a:lnTo><a:pt x="1333" y="95834"/></a:lnTo><a:lnTo><a:pt x="5207" y="95834"/></a:lnTo><a:lnTo><a:pt x="5207" y="0"/></a:lnTo><a:close/></a:path><a:path w="506729" h="467360"><a:moveTo><a:pt x="23279" y="16814"/></a:moveTo><a:lnTo><a:pt x="19405" y="16814"/></a:lnTo><a:lnTo><a:pt x="19405" y="111493"/></a:lnTo><a:lnTo><a:pt x="23279" y="111493"/></a:lnTo><a:lnTo><a:pt x="23279" y="16814"/></a:lnTo><a:close/></a:path><a:path w="506729" h="467360"><a:moveTo><a:pt x="36017" y="18008"/></a:moveTo><a:lnTo><a:pt x="35242" y="18008"/></a:lnTo><a:lnTo><a:pt x="35242" y="17348"/></a:lnTo><a:lnTo><a:pt x="33159" y="17348"/></a:lnTo><a:lnTo><a:pt x="32562" y="17335"/></a:lnTo><a:lnTo><a:pt x="32562" y="16827"/></a:lnTo><a:lnTo><a:pt x="28689" y="16827"/></a:lnTo><a:lnTo><a:pt x="28689" y="119545"/></a:lnTo><a:lnTo><a:pt x="29286" y="119545"/></a:lnTo><a:lnTo><a:pt x="29286" y="120065"/></a:lnTo><a:lnTo><a:pt x="31369" y="120065"/></a:lnTo><a:lnTo><a:pt x="31369" y="121869"/></a:lnTo><a:lnTo><a:pt x="35242" y="121869"/></a:lnTo><a:lnTo><a:pt x="35242" y="24638"/></a:lnTo><a:lnTo><a:pt x="36017" y="24638"/></a:lnTo><a:lnTo><a:pt x="36017" y="18008"/></a:lnTo><a:close/></a:path><a:path w="506729" h="467360"><a:moveTo><a:pt x="51828" y="40386"/></a:moveTo><a:lnTo><a:pt x="50495" y="40386"/></a:lnTo><a:lnTo><a:pt x="47942" y="40386"/></a:lnTo><a:lnTo><a:pt x="46609" y="40386"/></a:lnTo><a:lnTo><a:pt x="46609" y="135064"/></a:lnTo><a:lnTo><a:pt x="47942" y="135064"/></a:lnTo><a:lnTo><a:pt x="47942" y="136232"/></a:lnTo><a:lnTo><a:pt x="51828" y="136232"/></a:lnTo><a:lnTo><a:pt x="51828" y="40386"/></a:lnTo><a:close/></a:path><a:path w="506729" h="467360"><a:moveTo><a:pt x="72275" y="58115"/></a:moveTo><a:lnTo><a:pt x="70942" y="58115"/></a:lnTo><a:lnTo><a:pt x="68402" y="58115"/></a:lnTo><a:lnTo><a:pt x="67068" y="58115"/></a:lnTo><a:lnTo><a:pt x="67068" y="152793"/></a:lnTo><a:lnTo><a:pt x="68402" y="152793"/></a:lnTo><a:lnTo><a:pt x="68402" y="153949"/></a:lnTo><a:lnTo><a:pt x="72275" y="153949"/></a:lnTo><a:lnTo><a:pt x="72275" y="58115"/></a:lnTo><a:close/></a:path><a:path w="506729" h="467360"><a:moveTo><a:pt x="90360" y="74930"/></a:moveTo><a:lnTo><a:pt x="86474" y="74930"/></a:lnTo><a:lnTo><a:pt x="86474" y="169621"/></a:lnTo><a:lnTo><a:pt x="90360" y="169621"/></a:lnTo><a:lnTo><a:pt x="90360" y="74930"/></a:lnTo><a:close/></a:path><a:path w="506729" h="467360"><a:moveTo><a:pt x="103085" y="76123"/></a:moveTo><a:lnTo><a:pt x="102323" y="76123"/></a:lnTo><a:lnTo><a:pt x="102323" y="75450"/></a:lnTo><a:lnTo><a:pt x="100241" y="75450"/></a:lnTo><a:lnTo><a:pt x="99644" y="75450"/></a:lnTo><a:lnTo><a:pt x="99644" y="74930"/></a:lnTo><a:lnTo><a:pt x="95758" y="74930"/></a:lnTo><a:lnTo><a:pt x="95758" y="177660"/></a:lnTo><a:lnTo><a:pt x="96354" y="177660"/></a:lnTo><a:lnTo><a:pt x="96354" y="178181"/></a:lnTo><a:lnTo><a:pt x="98450" y="178181"/></a:lnTo><a:lnTo><a:pt x="98450" y="179997"/></a:lnTo><a:lnTo><a:pt x="102323" y="179997"/></a:lnTo><a:lnTo><a:pt x="102323" y="82753"/></a:lnTo><a:lnTo><a:pt x="103085" y="82753"/></a:lnTo><a:lnTo><a:pt x="103085" y="76123"/></a:lnTo><a:close/></a:path><a:path w="506729" h="467360"><a:moveTo><a:pt x="493915" y="424599"/></a:moveTo><a:lnTo><a:pt x="490042" y="424599"/></a:lnTo><a:lnTo><a:pt x="490042" y="466877"/></a:lnTo><a:lnTo><a:pt x="493915" y="466877"/></a:lnTo><a:lnTo><a:pt x="493915" y="424599"/></a:lnTo><a:close/></a:path><a:path w="506729" h="467360"><a:moveTo><a:pt x="506653" y="425792"/></a:moveTo><a:lnTo><a:pt x="505891" y="425792"/></a:lnTo><a:lnTo><a:pt x="505891" y="425132"/></a:lnTo><a:lnTo><a:pt x="503796" y="425132"/></a:lnTo><a:lnTo><a:pt x="503199" y="425132"/></a:lnTo><a:lnTo><a:pt x="503199" y="424611"/></a:lnTo><a:lnTo><a:pt x="499325" y="424611"/></a:lnTo><a:lnTo><a:pt x="499325" y="461276"/></a:lnTo><a:lnTo><a:pt x="503199" y="461276"/></a:lnTo><a:lnTo><a:pt x="503199" y="460921"/></a:lnTo><a:lnTo><a:pt x="503796" y="460921"/></a:lnTo><a:lnTo><a:pt x="503796" y="459663"/></a:lnTo><a:lnTo><a:pt x="505891" y="459663"/></a:lnTo><a:lnTo><a:pt x="505891" y="432422"/></a:lnTo><a:lnTo><a:pt x="506653" y="432422"/></a:lnTo><a:lnTo><a:pt x="506653" y="425792"/></a:lnTo><a:close/></a:path></a:pathLst></a:custGeom><a:solidFill><a:srgbClr val="000000"/></a:solidFill></p:spPr><p:txBody><a:bodyPr wrap="square" lIns="0" tIns="0" rIns="0" bIns="0" rtlCol="0"/><a:lstStyle/><a:p/></p:txBody></p:sp><p:sp><p:nvSpPr><p:cNvPr id="168" name="object 168"/><p:cNvSpPr/><p:nvPr/></p:nvSpPr><p:spPr><a:xfrm><a:off x="6391428" y="2200803"/><a:ext cx="268605" cy="243840"/></a:xfrm><a:custGeom><a:avLst/><a:gdLst/><a:ahLst/><a:cxnLst/><a:rect l="l" t="t" r="r" b="b"/><a:pathLst><a:path w="268604" h="243839"><a:moveTo><a:pt x="107144" y="102692"/></a:moveTo><a:lnTo><a:pt x="107384" y="101745"/></a:lnTo></a:path><a:path w="268604" h="243839"><a:moveTo><a:pt x="67075" y="67975"/></a:moveTo><a:lnTo><a:pt x="68727" y="61374"/></a:lnTo></a:path><a:path w="268604" h="243839"><a:moveTo><a:pt x="135206" y="118972"/></a:moveTo><a:lnTo><a:pt x="135578" y="117491"/></a:lnTo></a:path><a:path w="268604" h="243839"><a:moveTo><a:pt x="68130" y="60855"/></a:moveTo><a:lnTo><a:pt x="68502" y="59373"/></a:lnTo></a:path><a:path w="268604" h="243839"><a:moveTo><a:pt x="134143" y="126092"/></a:moveTo><a:lnTo><a:pt x="135803" y="119492"/></a:lnTo></a:path><a:path w="268604" h="243839"><a:moveTo><a:pt x="174220" y="160809"/></a:moveTo><a:lnTo><a:pt x="174452" y="159863"/></a:lnTo></a:path><a:path w="268604" h="243839"><a:moveTo><a:pt x="153759" y="143086"/></a:moveTo><a:lnTo><a:pt x="153999" y="142140"/></a:lnTo></a:path><a:path w="268604" h="243839"><a:moveTo><a:pt x="86683" y="84969"/></a:moveTo><a:lnTo><a:pt x="86923" y="84023"/></a:lnTo></a:path><a:path w="268604" h="243839"><a:moveTo><a:pt x="19615" y="26852"/></a:moveTo><a:lnTo><a:pt x="19848" y="25905"/></a:lnTo></a:path><a:path w="268604" h="243839"><a:moveTo><a:pt x="40068" y="44582"/></a:moveTo><a:lnTo><a:pt x="40309" y="43628"/></a:lnTo></a:path><a:path w="268604" h="243839"><a:moveTo><a:pt x="1372" y="1481"/></a:moveTo><a:lnTo><a:pt x="1745" y="0"/></a:lnTo></a:path><a:path w="268604" h="243839"><a:moveTo><a:pt x="0" y="9858"/></a:moveTo><a:lnTo><a:pt x="1970" y="2001"/></a:lnTo></a:path><a:path w="268604" h="243839"><a:moveTo><a:pt x="241287" y="218926"/></a:moveTo><a:lnTo><a:pt x="241528" y="217980"/></a:lnTo></a:path><a:path w="268604" h="243839"><a:moveTo><a:pt x="267977" y="243576"/></a:moveTo><a:lnTo><a:pt x="266852" y="242598"/></a:lnTo></a:path><a:path w="268604" h="243839"><a:moveTo><a:pt x="201219" y="184210"/></a:moveTo><a:lnTo><a:pt x="202879" y="177601"/></a:lnTo></a:path><a:path w="268604" h="243839"><a:moveTo><a:pt x="220834" y="201203"/></a:moveTo><a:lnTo><a:pt x="221067" y="200257"/></a:lnTo></a:path><a:path w="268604" h="243839"><a:moveTo><a:pt x="202274" y="177082"/></a:moveTo><a:lnTo><a:pt x="202646" y="175608"/></a:lnTo></a:path></a:pathLst></a:custGeom><a:ln w="3878"><a:solidFill><a:srgbClr val="000000"/></a:solidFill></a:ln></p:spPr><p:txBody><a:bodyPr wrap="square" lIns="0" tIns="0" rIns="0" bIns="0" rtlCol="0"/><a:lstStyle/><a:p/></p:txBody></p:sp><p:sp><p:nvSpPr><p:cNvPr id="169" name="object 169"/><p:cNvSpPr/><p:nvPr/></p:nvSpPr><p:spPr><a:xfrm><a:off x="6405105" y="2222122"/><a:ext cx="49530" cy="38735"/></a:xfrm><a:custGeom><a:avLst/><a:gdLst/><a:ahLst/><a:cxnLst/><a:rect l="l" t="t" r="r" b="b"/><a:pathLst><a:path w="49529" h="38735"><a:moveTo><a:pt x="1346" y="0"/></a:moveTo><a:lnTo><a:pt x="0" y="0"/></a:lnTo><a:lnTo><a:pt x="0" y="3873"/></a:lnTo><a:lnTo><a:pt x="1346" y="3873"/></a:lnTo><a:lnTo><a:pt x="1346" y="0"/></a:lnTo><a:close/></a:path><a:path w="49529" h="38735"><a:moveTo><a:pt x="49161" y="34544"/></a:moveTo><a:lnTo><a:pt x="39878" y="34544"/></a:lnTo><a:lnTo><a:pt x="39878" y="38417"/></a:lnTo><a:lnTo><a:pt x="49161" y="38417"/></a:lnTo><a:lnTo><a:pt x="49161" y="34544"/></a:lnTo><a:close/></a:path></a:pathLst></a:custGeom><a:solidFill><a:srgbClr val="000000"/></a:solidFill></p:spPr><p:txBody><a:bodyPr wrap="square" lIns="0" tIns="0" rIns="0" bIns="0" rtlCol="0"/><a:lstStyle/><a:p/></p:txBody></p:sp><p:sp><p:nvSpPr><p:cNvPr id="170" name="object 170"/><p:cNvSpPr/><p:nvPr/></p:nvSpPr><p:spPr><a:xfrm><a:off x="6456952" y="2259121"/><a:ext cx="134620" cy="116839"/></a:xfrm><a:custGeom><a:avLst/><a:gdLst/><a:ahLst/><a:cxnLst/><a:rect l="l" t="t" r="r" b="b"/><a:pathLst><a:path w="134620" h="116839"><a:moveTo><a:pt x="1535" y="1326"/></a:moveTo><a:lnTo><a:pt x="767" y="667"/></a:lnTo></a:path><a:path w="134620" h="116839"><a:moveTo><a:pt x="19956" y="25975"/></a:moveTo><a:lnTo><a:pt x="16575" y="23043"/></a:lnTo></a:path><a:path w="134620" h="116839"><a:moveTo><a:pt x="68836" y="61444"/></a:moveTo><a:lnTo><a:pt x="68239" y="60925"/></a:lnTo></a:path><a:path w="134620" h="116839"><a:moveTo><a:pt x="134143" y="116234"/></a:moveTo><a:lnTo><a:pt x="132065" y="116226"/></a:lnTo><a:lnTo><a:pt x="131467" y="115714"/></a:lnTo><a:lnTo><a:pt x="122175" y="115707"/></a:lnTo><a:lnTo><a:pt x="107245" y="102769"/></a:lnTo></a:path><a:path w="134620" h="116839"><a:moveTo><a:pt x="767" y="667"/></a:moveTo><a:lnTo><a:pt x="0" y="0"/></a:lnTo></a:path><a:path w="134620" h="116839"><a:moveTo><a:pt x="35694" y="40774"/></a:moveTo><a:lnTo><a:pt x="19716" y="26929"/></a:lnTo></a:path><a:path w="134620" h="116839"><a:moveTo><a:pt x="40417" y="43706"/></a:moveTo><a:lnTo><a:pt x="37035" y="40774"/></a:lnTo></a:path></a:pathLst></a:custGeom><a:ln w="3878"><a:solidFill><a:srgbClr val="000000"/></a:solidFill></a:ln></p:spPr><p:txBody><a:bodyPr wrap="square" lIns="0" tIns="0" rIns="0" bIns="0" rtlCol="0"/><a:lstStyle/><a:p/></p:txBody></p:sp><p:sp><p:nvSpPr><p:cNvPr id="171" name="object 171"/><p:cNvSpPr/><p:nvPr/></p:nvSpPr><p:spPr><a:xfrm><a:off x="6425578" y="2239839"/><a:ext cx="1905" cy="4445"/></a:xfrm><a:custGeom><a:avLst/><a:gdLst/><a:ahLst/><a:cxnLst/><a:rect l="l" t="t" r="r" b="b"/><a:pathLst><a:path w="1904" h="4444"><a:moveTo><a:pt x="1334" y="3878"/></a:moveTo><a:lnTo><a:pt x="0" y="3878"/></a:lnTo><a:lnTo><a:pt x="0" y="0"/></a:lnTo><a:lnTo><a:pt x="1334" y="0"/></a:lnTo><a:lnTo><a:pt x="1334" y="3878"/></a:lnTo><a:close/></a:path></a:pathLst></a:custGeom><a:solidFill><a:srgbClr val="000000"/></a:solidFill></p:spPr><p:txBody><a:bodyPr wrap="square" lIns="0" tIns="0" rIns="0" bIns="0" rtlCol="0"/><a:lstStyle/><a:p/></p:txBody></p:sp><p:sp><p:nvSpPr><p:cNvPr id="172" name="object 172"/><p:cNvSpPr/><p:nvPr/></p:nvSpPr><p:spPr><a:xfrm><a:off x="6497129" y="2303774"/><a:ext cx="15240" cy="13335"/></a:xfrm><a:custGeom><a:avLst/><a:gdLst/><a:ahLst/><a:cxnLst/><a:rect l="l" t="t" r="r" b="b"/><a:pathLst><a:path w="15240" h="13335"><a:moveTo><a:pt x="14930" y="12937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73" name="object 173"/><p:cNvSpPr/><p:nvPr/></p:nvSpPr><p:spPr><a:xfrm><a:off x="6454874" y="2257182"/><a:ext cx="2540" cy="4445"/></a:xfrm><a:custGeom><a:avLst/><a:gdLst/><a:ahLst/><a:cxnLst/><a:rect l="l" t="t" r="r" b="b"/><a:pathLst><a:path w="2539" h="4444"><a:moveTo><a:pt x="2078" y="3878"/></a:moveTo><a:lnTo><a:pt x="0" y="3878"/></a:lnTo><a:lnTo><a:pt x="0" y="0"/></a:lnTo><a:lnTo><a:pt x="2078" y="0"/></a:lnTo><a:lnTo><a:pt x="2078" y="3878"/></a:lnTo><a:close/></a:path></a:pathLst></a:custGeom><a:solidFill><a:srgbClr val="000000"/></a:solidFill></p:spPr><p:txBody><a:bodyPr wrap="square" lIns="0" tIns="0" rIns="0" bIns="0" rtlCol="0"/><a:lstStyle/><a:p/></p:txBody></p:sp><p:sp><p:nvSpPr><p:cNvPr id="174" name="object 174"/><p:cNvSpPr/><p:nvPr/></p:nvSpPr><p:spPr><a:xfrm><a:off x="6406451" y="2224056"/><a:ext cx="119380" cy="94615"/></a:xfrm><a:custGeom><a:avLst/><a:gdLst/><a:ahLst/><a:cxnLst/><a:rect l="l" t="t" r="r" b="b"/><a:pathLst><a:path w="119379" h="94614"><a:moveTo><a:pt x="119104" y="94509"/></a:moveTo><a:lnTo><a:pt x="118344" y="93850"/></a:lnTo></a:path><a:path w="119379" h="94614"><a:moveTo><a:pt x="3381" y="2924"/></a:moveTo><a:lnTo><a:pt x="0" y="0"/></a:lnTo></a:path><a:path w="119379" h="94614"><a:moveTo><a:pt x="38532" y="34538"/></a:moveTo><a:lnTo><a:pt x="23602" y="21601"/></a:lnTo></a:path></a:pathLst></a:custGeom><a:ln w="3878"><a:solidFill><a:srgbClr val="000000"/></a:solidFill></a:ln></p:spPr><p:txBody><a:bodyPr wrap="square" lIns="0" tIns="0" rIns="0" bIns="0" rtlCol="0"/><a:lstStyle/><a:p/></p:txBody></p:sp><p:sp><p:nvSpPr><p:cNvPr id="175" name="object 175"/><p:cNvSpPr/><p:nvPr/></p:nvSpPr><p:spPr><a:xfrm><a:off x="6512060" y="2314780"/><a:ext cx="9525" cy="4445"/></a:xfrm><a:custGeom><a:avLst/><a:gdLst/><a:ahLst/><a:cxnLst/><a:rect l="l" t="t" r="r" b="b"/><a:pathLst><a:path w="9525" h="4444"><a:moveTo><a:pt x="9284" y="3870"/></a:moveTo><a:lnTo><a:pt x="0" y="3870"/></a:lnTo><a:lnTo><a:pt x="0" y="0"/></a:lnTo><a:lnTo><a:pt x="9284" y="0"/></a:lnTo><a:lnTo><a:pt x="9284" y="3870"/></a:lnTo><a:close/></a:path></a:pathLst></a:custGeom><a:solidFill><a:srgbClr val="000000"/></a:solidFill></p:spPr><p:txBody><a:bodyPr wrap="square" lIns="0" tIns="0" rIns="0" bIns="0" rtlCol="0"/><a:lstStyle/><a:p/></p:txBody></p:sp><p:sp><p:nvSpPr><p:cNvPr id="176" name="object 176"/><p:cNvSpPr/><p:nvPr/></p:nvSpPr><p:spPr><a:xfrm><a:off x="6409600" y="2227934"/><a:ext cx="134620" cy="115570"/></a:xfrm><a:custGeom><a:avLst/><a:gdLst/><a:ahLst/><a:cxnLst/><a:rect l="l" t="t" r="r" b="b"/><a:pathLst><a:path w="134620" h="115569"><a:moveTo><a:pt x="131002" y="112348"/></a:moveTo><a:lnTo><a:pt x="129668" y="112348"/></a:lnTo><a:lnTo><a:pt x="114528" y="99232"/></a:lnTo></a:path><a:path w="134620" h="115569"><a:moveTo><a:pt x="112340" y="89305"/></a:moveTo><a:lnTo><a:pt x="111743" y="88785"/></a:lnTo></a:path><a:path w="134620" h="115569"><a:moveTo><a:pt x="20693" y="16776"/></a:moveTo><a:lnTo><a:pt x="17311" y="13844"/></a:lnTo></a:path><a:path w="134620" h="115569"><a:moveTo><a:pt x="115195" y="89972"/></a:moveTo><a:lnTo><a:pt x="114427" y="89305"/></a:lnTo></a:path><a:path w="134620" h="115569"><a:moveTo><a:pt x="134384" y="115280"/></a:moveTo><a:lnTo><a:pt x="131002" y="112348"/></a:lnTo></a:path><a:path w="134620" h="115569"><a:moveTo><a:pt x="15977" y="13844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77" name="object 177"/><p:cNvSpPr/><p:nvPr/></p:nvSpPr><p:spPr><a:xfrm><a:off x="6472193" y="2280226"/><a:ext cx="1905" cy="4445"/></a:xfrm><a:custGeom><a:avLst/><a:gdLst/><a:ahLst/><a:cxnLst/><a:rect l="l" t="t" r="r" b="b"/><a:pathLst><a:path w="1904" h="4444"><a:moveTo><a:pt x="1334" y="3878"/></a:moveTo><a:lnTo><a:pt x="0" y="3878"/></a:lnTo><a:lnTo><a:pt x="0" y="0"/></a:lnTo><a:lnTo><a:pt x="1334" y="0"/></a:lnTo><a:lnTo><a:pt x="1334" y="3878"/></a:lnTo><a:close/></a:path></a:pathLst></a:custGeom><a:solidFill><a:srgbClr val="000000"/></a:solidFill></p:spPr><p:txBody><a:bodyPr wrap="square" lIns="0" tIns="0" rIns="0" bIns="0" rtlCol="0"/><a:lstStyle/><a:p/></p:txBody></p:sp><p:sp><p:nvSpPr><p:cNvPr id="178" name="object 178"/><p:cNvSpPr/><p:nvPr/></p:nvSpPr><p:spPr><a:xfrm><a:off x="6389985" y="2210940"/><a:ext cx="170180" cy="147320"/></a:xfrm><a:custGeom><a:avLst/><a:gdLst/><a:ahLst/><a:cxnLst/><a:rect l="l" t="t" r="r" b="b"/><a:pathLst><a:path w="170179" h="147319"><a:moveTo><a:pt x="169736" y="147065"/></a:moveTo><a:lnTo><a:pt x="153759" y="133228"/></a:lnTo></a:path><a:path w="170179" h="147319"><a:moveTo><a:pt x="82208" y="71225"/></a:moveTo><a:lnTo><a:pt x="67075" y="58117"/></a:lnTo></a:path><a:path w="170179" h="147319"><a:moveTo><a:pt x="15132" y="13115"/></a:moveTo><a:lnTo><a:pt x="0" y="0"/></a:lnTo></a:path><a:path w="170179" h="147319"><a:moveTo><a:pt x="64888" y="48181"/></a:moveTo><a:lnTo><a:pt x="64283" y="47661"/></a:lnTo></a:path><a:path w="170179" h="147319"><a:moveTo><a:pt x="68727" y="51508"/></a:moveTo><a:lnTo><a:pt x="68130" y="50989"/></a:lnTo></a:path></a:pathLst></a:custGeom><a:ln w="3878"><a:solidFill><a:srgbClr val="000000"/></a:solidFill></a:ln></p:spPr><p:txBody><a:bodyPr wrap="square" lIns="0" tIns="0" rIns="0" bIns="0" rtlCol="0"/><a:lstStyle/><a:p/></p:txBody></p:sp><p:sp><p:nvSpPr><p:cNvPr id="179" name="object 179"/><p:cNvSpPr/><p:nvPr/></p:nvSpPr><p:spPr><a:xfrm><a:off x="6521942" y="2315300"/><a:ext cx="2540" cy="4445"/></a:xfrm><a:custGeom><a:avLst/><a:gdLst/><a:ahLst/><a:cxnLst/><a:rect l="l" t="t" r="r" b="b"/><a:pathLst><a:path w="2540" h="4444"><a:moveTo><a:pt x="2086" y="3878"/></a:moveTo><a:lnTo><a:pt x="0" y="3878"/></a:lnTo><a:lnTo><a:pt x="0" y="0"/></a:lnTo><a:lnTo><a:pt x="2086" y="0"/></a:lnTo><a:lnTo><a:pt x="2086" y="3878"/></a:lnTo><a:close/></a:path></a:pathLst></a:custGeom><a:solidFill><a:srgbClr val="000000"/></a:solidFill></p:spPr><p:txBody><a:bodyPr wrap="square" lIns="0" tIns="0" rIns="0" bIns="0" rtlCol="0"/><a:lstStyle/><a:p/></p:txBody></p:sp><p:sp><p:nvSpPr><p:cNvPr id="180" name="object 180"/><p:cNvSpPr/><p:nvPr/></p:nvSpPr><p:spPr><a:xfrm><a:off x="6559722" y="2358005"/><a:ext cx="100330" cy="79375"/></a:xfrm><a:custGeom><a:avLst/><a:gdLst/><a:ahLst/><a:cxnLst/><a:rect l="l" t="t" r="r" b="b"/><a:pathLst><a:path w="100329" h="79375"><a:moveTo><a:pt x="4715" y="2931"/></a:moveTo><a:lnTo><a:pt x="1334" y="7"/></a:lnTo><a:lnTo><a:pt x="0" y="0"/></a:lnTo></a:path><a:path w="100329" h="79375"><a:moveTo><a:pt x="32909" y="18676"/></a:moveTo><a:lnTo><a:pt x="32141" y="18009"/></a:lnTo><a:lnTo><a:pt x="31373" y="17350"/></a:lnTo></a:path><a:path w="100329" h="79375"><a:moveTo><a:pt x="33134" y="20678"/></a:moveTo><a:lnTo><a:pt x="32537" y="20158"/></a:lnTo></a:path><a:path w="100329" h="79375"><a:moveTo><a:pt x="51330" y="43326"/></a:moveTo><a:lnTo><a:pt x="47948" y="40394"/></a:lnTo><a:lnTo><a:pt x="46614" y="40394"/></a:lnTo><a:lnTo><a:pt x="31482" y="27278"/></a:lnTo></a:path><a:path w="100329" h="79375"><a:moveTo><a:pt x="71791" y="61049"/></a:moveTo><a:lnTo><a:pt x="68409" y="58117"/></a:lnTo><a:lnTo><a:pt x="67075" y="58117"/></a:lnTo><a:lnTo><a:pt x="51097" y="44272"/></a:lnTo></a:path><a:path w="100329" h="79375"><a:moveTo><a:pt x="99985" y="76794"/></a:moveTo><a:lnTo><a:pt x="99217" y="76127"/></a:lnTo><a:lnTo><a:pt x="98449" y="75460"/></a:lnTo><a:lnTo><a:pt x="96363" y="75460"/></a:lnTo><a:lnTo><a:pt x="95765" y="74940"/></a:lnTo><a:lnTo><a:pt x="86481" y="74932"/></a:lnTo><a:lnTo><a:pt x="71551" y="62003"/></a:lnTo></a:path><a:path w="100329" h="79375"><a:moveTo><a:pt x="100210" y="78795"/></a:moveTo><a:lnTo><a:pt x="99613" y="78275"/></a:lnTo></a:path></a:pathLst></a:custGeom><a:ln w="3878"><a:solidFill><a:srgbClr val="000000"/></a:solidFill></a:ln></p:spPr><p:txBody><a:bodyPr wrap="square" lIns="0" tIns="0" rIns="0" bIns="0" rtlCol="0"/><a:lstStyle/><a:p/></p:txBody></p:sp><p:sp><p:nvSpPr><p:cNvPr id="181" name="object 181"/><p:cNvSpPr/><p:nvPr/></p:nvSpPr><p:spPr><a:xfrm><a:off x="6403175" y="2224065"/><a:ext cx="123825" cy="198120"/></a:xfrm><a:custGeom><a:avLst/><a:gdLst/><a:ahLst/><a:cxnLst/><a:rect l="l" t="t" r="r" b="b"/><a:pathLst><a:path w="123825" h="198119"><a:moveTo><a:pt x="5207" y="0"/></a:moveTo><a:lnTo><a:pt x="3873" y="0"/></a:lnTo><a:lnTo><a:pt x="1333" y="0"/></a:lnTo><a:lnTo><a:pt x="0" y="0"/></a:lnTo><a:lnTo><a:pt x="0" y="94703"/></a:lnTo><a:lnTo><a:pt x="1333" y="94703"/></a:lnTo><a:lnTo><a:pt x="1333" y="95872"/></a:lnTo><a:lnTo><a:pt x="5207" y="95872"/></a:lnTo><a:lnTo><a:pt x="5207" y="0"/></a:lnTo><a:close/></a:path><a:path w="123825" h="198119"><a:moveTo><a:pt x="25666" y="17716"/></a:moveTo><a:lnTo><a:pt x="24333" y="17716"/></a:lnTo><a:lnTo><a:pt x="21793" y="17716"/></a:lnTo><a:lnTo><a:pt x="20459" y="17716"/></a:lnTo><a:lnTo><a:pt x="20459" y="112433"/></a:lnTo><a:lnTo><a:pt x="21793" y="112433"/></a:lnTo><a:lnTo><a:pt x="21793" y="113588"/></a:lnTo><a:lnTo><a:pt x="25666" y="113588"/></a:lnTo><a:lnTo><a:pt x="25666" y="17716"/></a:lnTo><a:close/></a:path><a:path w="123825" h="198119"><a:moveTo><a:pt x="43738" y="34531"/></a:moveTo><a:lnTo><a:pt x="39865" y="34531"/></a:lnTo><a:lnTo><a:pt x="39865" y="129260"/></a:lnTo><a:lnTo><a:pt x="43738" y="129260"/></a:lnTo><a:lnTo><a:pt x="43738" y="34531"/></a:lnTo><a:close/></a:path><a:path w="123825" h="198119"><a:moveTo><a:pt x="56476" y="35725"/></a:moveTo><a:lnTo><a:pt x="55714" y="35725"/></a:lnTo><a:lnTo><a:pt x="55714" y="35064"/></a:lnTo><a:lnTo><a:pt x="53632" y="35064"/></a:lnTo><a:lnTo><a:pt x="53022" y="35064"/></a:lnTo><a:lnTo><a:pt x="53022" y="34544"/></a:lnTo><a:lnTo><a:pt x="49149" y="34544"/></a:lnTo><a:lnTo><a:pt x="49149" y="137299"/></a:lnTo><a:lnTo><a:pt x="49758" y="137299"/></a:lnTo><a:lnTo><a:pt x="49758" y="137820"/></a:lnTo><a:lnTo><a:pt x="51828" y="137820"/></a:lnTo><a:lnTo><a:pt x="51828" y="139636"/></a:lnTo><a:lnTo><a:pt x="55714" y="139636"/></a:lnTo><a:lnTo><a:pt x="55714" y="42354"/></a:lnTo><a:lnTo><a:pt x="56476" y="42354"/></a:lnTo><a:lnTo><a:pt x="56476" y="35725"/></a:lnTo><a:close/></a:path><a:path w="123825" h="198119"><a:moveTo><a:pt x="72288" y="58102"/></a:moveTo><a:lnTo><a:pt x="70954" y="58102"/></a:lnTo><a:lnTo><a:pt x="68402" y="58102"/></a:lnTo><a:lnTo><a:pt x="67068" y="58102"/></a:lnTo><a:lnTo><a:pt x="67068" y="152844"/></a:lnTo><a:lnTo><a:pt x="68402" y="152844"/></a:lnTo><a:lnTo><a:pt x="68402" y="154000"/></a:lnTo><a:lnTo><a:pt x="72288" y="154000"/></a:lnTo><a:lnTo><a:pt x="72288" y="58102"/></a:lnTo><a:close/></a:path><a:path w="123825" h="198119"><a:moveTo><a:pt x="110820" y="92646"/></a:moveTo><a:lnTo><a:pt x="106934" y="92646"/></a:lnTo><a:lnTo><a:pt x="106934" y="187388"/></a:lnTo><a:lnTo><a:pt x="110820" y="187388"/></a:lnTo><a:lnTo><a:pt x="110820" y="92646"/></a:lnTo><a:close/></a:path><a:path w="123825" h="198119"><a:moveTo><a:pt x="123558" y="93840"/></a:moveTo><a:lnTo><a:pt x="122783" y="93840"/></a:lnTo><a:lnTo><a:pt x="122783" y="93179"/></a:lnTo><a:lnTo><a:pt x="120700" y="93179"/></a:lnTo><a:lnTo><a:pt x="120103" y="93179"/></a:lnTo><a:lnTo><a:pt x="120103" y="92659"/></a:lnTo><a:lnTo><a:pt x="116230" y="92659"/></a:lnTo><a:lnTo><a:pt x="116230" y="195440"/></a:lnTo><a:lnTo><a:pt x="116827" y="195440"/></a:lnTo><a:lnTo><a:pt x="116827" y="195961"/></a:lnTo><a:lnTo><a:pt x="118910" y="195961"/></a:lnTo><a:lnTo><a:pt x="118910" y="197751"/></a:lnTo><a:lnTo><a:pt x="122783" y="197751"/></a:lnTo><a:lnTo><a:pt x="122783" y="100469"/></a:lnTo><a:lnTo><a:pt x="123558" y="100469"/></a:lnTo><a:lnTo><a:pt x="123558" y="93840"/></a:lnTo><a:close/></a:path></a:pathLst></a:custGeom><a:solidFill><a:srgbClr val="000000"/></a:solidFill></p:spPr><p:txBody><a:bodyPr wrap="square" lIns="0" tIns="0" rIns="0" bIns="0" rtlCol="0"/><a:lstStyle/><a:p/></p:txBody></p:sp><p:sp><p:nvSpPr><p:cNvPr id="182" name="object 182"/><p:cNvSpPr/><p:nvPr/></p:nvSpPr><p:spPr><a:xfrm><a:off x="6660847" y="2434249"/><a:ext cx="268605" cy="243840"/></a:xfrm><a:custGeom><a:avLst/><a:gdLst/><a:ahLst/><a:cxnLst/><a:rect l="l" t="t" r="r" b="b"/><a:pathLst><a:path w="268604" h="243839"><a:moveTo><a:pt x="107144" y="102692"/></a:moveTo><a:lnTo><a:pt x="107384" y="101745"/></a:lnTo></a:path><a:path w="268604" h="243839"><a:moveTo><a:pt x="67075" y="67975"/></a:moveTo><a:lnTo><a:pt x="68727" y="61367"/></a:lnTo></a:path><a:path w="268604" h="243839"><a:moveTo><a:pt x="135206" y="118964"/></a:moveTo><a:lnTo><a:pt x="135578" y="117483"/></a:lnTo></a:path><a:path w="268604" h="243839"><a:moveTo><a:pt x="68130" y="60847"/></a:moveTo><a:lnTo><a:pt x="68502" y="59366"/></a:lnTo></a:path><a:path w="268604" h="243839"><a:moveTo><a:pt x="134151" y="126084"/></a:moveTo><a:lnTo><a:pt x="135803" y="119484"/></a:lnTo></a:path><a:path w="268604" h="243839"><a:moveTo><a:pt x="174220" y="160809"/></a:moveTo><a:lnTo><a:pt x="174452" y="159855"/></a:lnTo></a:path><a:path w="268604" h="243839"><a:moveTo><a:pt x="153759" y="143078"/></a:moveTo><a:lnTo><a:pt x="153999" y="142132"/></a:lnTo></a:path><a:path w="268604" h="243839"><a:moveTo><a:pt x="86691" y="84969"/></a:moveTo><a:lnTo><a:pt x="86923" y="84015"/></a:lnTo></a:path><a:path w="268604" h="243839"><a:moveTo><a:pt x="19646" y="26720"/></a:moveTo><a:lnTo><a:pt x="19855" y="25897"/></a:lnTo></a:path><a:path w="268604" h="243839"><a:moveTo><a:pt x="40107" y="44450"/></a:moveTo><a:lnTo><a:pt x="40309" y="43628"/></a:lnTo></a:path><a:path w="268604" h="243839"><a:moveTo><a:pt x="1372" y="1481"/></a:moveTo><a:lnTo><a:pt x="1745" y="0"/></a:lnTo></a:path><a:path w="268604" h="243839"><a:moveTo><a:pt x="0" y="9858"/></a:moveTo><a:lnTo><a:pt x="1970" y="2001"/></a:lnTo></a:path><a:path w="268604" h="243839"><a:moveTo><a:pt x="241287" y="218926"/></a:moveTo><a:lnTo><a:pt x="241528" y="217972"/></a:lnTo></a:path><a:path w="268604" h="243839"><a:moveTo><a:pt x="267977" y="243576"/></a:moveTo><a:lnTo><a:pt x="266852" y="242598"/></a:lnTo></a:path><a:path w="268604" h="243839"><a:moveTo><a:pt x="201219" y="184202"/></a:moveTo><a:lnTo><a:pt x="202879" y="177601"/></a:lnTo></a:path><a:path w="268604" h="243839"><a:moveTo><a:pt x="220834" y="201196"/></a:moveTo><a:lnTo><a:pt x="221075" y="200249"/></a:lnTo></a:path><a:path w="268604" h="243839"><a:moveTo><a:pt x="202274" y="177082"/></a:moveTo><a:lnTo><a:pt x="202646" y="175600"/></a:lnTo></a:path></a:pathLst></a:custGeom><a:ln w="3878"><a:solidFill><a:srgbClr val="000000"/></a:solidFill></a:ln></p:spPr><p:txBody><a:bodyPr wrap="square" lIns="0" tIns="0" rIns="0" bIns="0" rtlCol="0"/><a:lstStyle/><a:p/></p:txBody></p:sp><p:sp><p:nvSpPr><p:cNvPr id="183" name="object 183"/><p:cNvSpPr/><p:nvPr/></p:nvSpPr><p:spPr><a:xfrm><a:off x="6674536" y="2455561"/><a:ext cx="49530" cy="38735"/></a:xfrm><a:custGeom><a:avLst/><a:gdLst/><a:ahLst/><a:cxnLst/><a:rect l="l" t="t" r="r" b="b"/><a:pathLst><a:path w="49529" h="38735"><a:moveTo><a:pt x="1066" y="0"/></a:moveTo><a:lnTo><a:pt x="0" y="0"/></a:lnTo><a:lnTo><a:pt x="0" y="3873"/></a:lnTo><a:lnTo><a:pt x="1066" y="3873"/></a:lnTo><a:lnTo><a:pt x="1066" y="0"/></a:lnTo><a:close/></a:path><a:path w="49529" h="38735"><a:moveTo><a:pt x="49149" y="34544"/></a:moveTo><a:lnTo><a:pt x="39865" y="34544"/></a:lnTo><a:lnTo><a:pt x="39865" y="38417"/></a:lnTo><a:lnTo><a:pt x="49149" y="38417"/></a:lnTo><a:lnTo><a:pt x="49149" y="34544"/></a:lnTo><a:close/></a:path></a:pathLst></a:custGeom><a:solidFill><a:srgbClr val="000000"/></a:solidFill></p:spPr><p:txBody><a:bodyPr wrap="square" lIns="0" tIns="0" rIns="0" bIns="0" rtlCol="0"/><a:lstStyle/><a:p/></p:txBody></p:sp><p:sp><p:nvSpPr><p:cNvPr id="184" name="object 184"/><p:cNvSpPr/><p:nvPr/></p:nvSpPr><p:spPr><a:xfrm><a:off x="6726372" y="2492560"/><a:ext cx="134620" cy="116839"/></a:xfrm><a:custGeom><a:avLst/><a:gdLst/><a:ahLst/><a:cxnLst/><a:rect l="l" t="t" r="r" b="b"/><a:pathLst><a:path w="134620" h="116839"><a:moveTo><a:pt x="1535" y="1334"/></a:moveTo><a:lnTo><a:pt x="767" y="667"/></a:lnTo></a:path><a:path w="134620" h="116839"><a:moveTo><a:pt x="19956" y="25983"/></a:moveTo><a:lnTo><a:pt x="16575" y="23051"/></a:lnTo></a:path><a:path w="134620" h="116839"><a:moveTo><a:pt x="68836" y="61444"/></a:moveTo><a:lnTo><a:pt x="68239" y="60932"/></a:lnTo></a:path><a:path w="134620" h="116839"><a:moveTo><a:pt x="134143" y="116234"/></a:moveTo><a:lnTo><a:pt x="132065" y="116234"/></a:lnTo><a:lnTo><a:pt x="131467" y="115714"/></a:lnTo><a:lnTo><a:pt x="122183" y="115707"/></a:lnTo><a:lnTo><a:pt x="107252" y="102769"/></a:lnTo></a:path><a:path w="134620" h="116839"><a:moveTo><a:pt x="767" y="667"/></a:moveTo><a:lnTo><a:pt x="0" y="0"/></a:lnTo></a:path><a:path w="134620" h="116839"><a:moveTo><a:pt x="35701" y="40774"/></a:moveTo><a:lnTo><a:pt x="19724" y="26929"/></a:lnTo></a:path><a:path w="134620" h="116839"><a:moveTo><a:pt x="40417" y="43706"/></a:moveTo><a:lnTo><a:pt x="37035" y="40774"/></a:lnTo></a:path><a:path w="134620" h="116839"><a:moveTo><a:pt x="55107" y="57589"/></a:moveTo><a:lnTo><a:pt x="40177" y="44652"/></a:lnTo></a:path></a:pathLst></a:custGeom><a:ln w="3878"><a:solidFill><a:srgbClr val="000000"/></a:solidFill></a:ln></p:spPr><p:txBody><a:bodyPr wrap="square" lIns="0" tIns="0" rIns="0" bIns="0" rtlCol="0"/><a:lstStyle/><a:p/></p:txBody></p:sp><p:sp><p:nvSpPr><p:cNvPr id="185" name="object 185"/><p:cNvSpPr/><p:nvPr/></p:nvSpPr><p:spPr><a:xfrm><a:off x="6724293" y="2490621"/><a:ext cx="2540" cy="4445"/></a:xfrm><a:custGeom><a:avLst/><a:gdLst/><a:ahLst/><a:cxnLst/><a:rect l="l" t="t" r="r" b="b"/><a:pathLst><a:path w="2540" h="4444"><a:moveTo><a:pt x="2078" y="3878"/></a:moveTo><a:lnTo><a:pt x="0" y="3878"/></a:lnTo><a:lnTo><a:pt x="0" y="0"/></a:lnTo><a:lnTo><a:pt x="2078" y="0"/></a:lnTo><a:lnTo><a:pt x="2078" y="3878"/></a:lnTo><a:close/></a:path></a:pathLst></a:custGeom><a:solidFill><a:srgbClr val="000000"/></a:solidFill></p:spPr><p:txBody><a:bodyPr wrap="square" lIns="0" tIns="0" rIns="0" bIns="0" rtlCol="0"/><a:lstStyle/><a:p/></p:txBody></p:sp><p:sp><p:nvSpPr><p:cNvPr id="186" name="object 186"/><p:cNvSpPr/><p:nvPr/></p:nvSpPr><p:spPr><a:xfrm><a:off x="6705864" y="2484641"/><a:ext cx="89535" cy="67945"/></a:xfrm><a:custGeom><a:avLst/><a:gdLst/><a:ahLst/><a:cxnLst/><a:rect l="l" t="t" r="r" b="b"/><a:pathLst><a:path w="89534" h="67944"><a:moveTo><a:pt x="89118" y="67370"/></a:moveTo><a:lnTo><a:pt x="88351" y="66703"/></a:lnTo></a:path><a:path w="89534" h="67944"><a:moveTo><a:pt x="8539" y="7391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87" name="object 187"/><p:cNvSpPr/><p:nvPr/></p:nvSpPr><p:spPr><a:xfrm><a:off x="6762064" y="2531405"/><a:ext cx="29209" cy="20955"/></a:xfrm><a:custGeom><a:avLst/><a:gdLst/><a:ahLst/><a:cxnLst/><a:rect l="l" t="t" r="r" b="b"/><a:pathLst><a:path w="29209" h="20955"><a:moveTo><a:pt x="1333" y="0"/></a:moveTo><a:lnTo><a:pt x="0" y="0"/></a:lnTo><a:lnTo><a:pt x="0" y="3873"/></a:lnTo><a:lnTo><a:pt x="1333" y="3873"/></a:lnTo><a:lnTo><a:pt x="1333" y="0"/></a:lnTo><a:close/></a:path><a:path w="29209" h="20955"><a:moveTo><a:pt x="28689" y="16814"/></a:moveTo><a:lnTo><a:pt x="19405" y="16814"/></a:lnTo><a:lnTo><a:pt x="19405" y="20688"/></a:lnTo><a:lnTo><a:pt x="28689" y="20688"/></a:lnTo><a:lnTo><a:pt x="28689" y="16814"/></a:lnTo><a:close/></a:path></a:pathLst></a:custGeom><a:solidFill><a:srgbClr val="000000"/></a:solidFill></p:spPr><p:txBody><a:bodyPr wrap="square" lIns="0" tIns="0" rIns="0" bIns="0" rtlCol="0"/><a:lstStyle/><a:p/></p:txBody></p:sp><p:sp><p:nvSpPr><p:cNvPr id="188" name="object 188"/><p:cNvSpPr/><p:nvPr/></p:nvSpPr><p:spPr><a:xfrm><a:off x="6790764" y="2550158"/><a:ext cx="22860" cy="26670"/></a:xfrm><a:custGeom><a:avLst/><a:gdLst/><a:ahLst/><a:cxnLst/><a:rect l="l" t="t" r="r" b="b"/><a:pathLst><a:path w="22859" h="26669"><a:moveTo><a:pt x="19258" y="23571"/></a:moveTo><a:lnTo><a:pt x="17924" y="23571"/></a:lnTo><a:lnTo><a:pt x="2784" y="10455"/></a:lnTo></a:path><a:path w="22859" h="26669"><a:moveTo><a:pt x="597" y="519"/></a:moveTo><a:lnTo><a:pt x="0" y="0"/></a:lnTo></a:path><a:path w="22859" h="26669"><a:moveTo><a:pt x="3451" y="1186"/></a:moveTo><a:lnTo><a:pt x="2683" y="519"/></a:lnTo></a:path><a:path w="22859" h="26669"><a:moveTo><a:pt x="22640" y="26502"/></a:moveTo><a:lnTo><a:pt x="19258" y="23571"/></a:lnTo></a:path></a:pathLst></a:custGeom><a:ln w="3878"><a:solidFill><a:srgbClr val="000000"/></a:solidFill></a:ln></p:spPr><p:txBody><a:bodyPr wrap="square" lIns="0" tIns="0" rIns="0" bIns="0" rtlCol="0"/><a:lstStyle/><a:p/></p:txBody></p:sp><p:sp><p:nvSpPr><p:cNvPr id="189" name="object 189"/><p:cNvSpPr/><p:nvPr/></p:nvSpPr><p:spPr><a:xfrm><a:off x="6741613" y="2513673"/><a:ext cx="1905" cy="4445"/></a:xfrm><a:custGeom><a:avLst/><a:gdLst/><a:ahLst/><a:cxnLst/><a:rect l="l" t="t" r="r" b="b"/><a:pathLst><a:path w="1904" h="4444"><a:moveTo><a:pt x="1334" y="3878"/></a:moveTo><a:lnTo><a:pt x="0" y="3878"/></a:lnTo><a:lnTo><a:pt x="0" y="0"/></a:lnTo><a:lnTo><a:pt x="1334" y="0"/></a:lnTo><a:lnTo><a:pt x="1334" y="3878"/></a:lnTo><a:close/></a:path></a:pathLst></a:custGeom><a:solidFill><a:srgbClr val="000000"/></a:solidFill></p:spPr><p:txBody><a:bodyPr wrap="square" lIns="0" tIns="0" rIns="0" bIns="0" rtlCol="0"/><a:lstStyle/><a:p/></p:txBody></p:sp><p:sp><p:nvSpPr><p:cNvPr id="190" name="object 190"/><p:cNvSpPr/><p:nvPr/></p:nvSpPr><p:spPr><a:xfrm><a:off x="6659405" y="2444379"/><a:ext cx="170180" cy="147320"/></a:xfrm><a:custGeom><a:avLst/><a:gdLst/><a:ahLst/><a:cxnLst/><a:rect l="l" t="t" r="r" b="b"/><a:pathLst><a:path w="170179" h="147319"><a:moveTo><a:pt x="169736" y="147073"/></a:moveTo><a:lnTo><a:pt x="153759" y="133228"/></a:lnTo></a:path><a:path w="170179" h="147319"><a:moveTo><a:pt x="82208" y="71233"/></a:moveTo><a:lnTo><a:pt x="67075" y="58117"/></a:lnTo></a:path><a:path w="170179" h="147319"><a:moveTo><a:pt x="15132" y="13115"/></a:moveTo><a:lnTo><a:pt x="0" y="0"/></a:lnTo></a:path><a:path w="170179" h="147319"><a:moveTo><a:pt x="64888" y="48181"/></a:moveTo><a:lnTo><a:pt x="64283" y="47661"/></a:lnTo></a:path><a:path w="170179" h="147319"><a:moveTo><a:pt x="68727" y="51516"/></a:moveTo><a:lnTo><a:pt x="68130" y="50997"/></a:lnTo></a:path></a:pathLst></a:custGeom><a:ln w="3878"><a:solidFill><a:srgbClr val="000000"/></a:solidFill></a:ln></p:spPr><p:txBody><a:bodyPr wrap="square" lIns="0" tIns="0" rIns="0" bIns="0" rtlCol="0"/><a:lstStyle/><a:p/></p:txBody></p:sp><p:sp><p:nvSpPr><p:cNvPr id="191" name="object 191"/><p:cNvSpPr/><p:nvPr/></p:nvSpPr><p:spPr><a:xfrm><a:off x="6791361" y="2548738"/><a:ext cx="2540" cy="4445"/></a:xfrm><a:custGeom><a:avLst/><a:gdLst/><a:ahLst/><a:cxnLst/><a:rect l="l" t="t" r="r" b="b"/><a:pathLst><a:path w="2540" h="4444"><a:moveTo><a:pt x="2086" y="3878"/></a:moveTo><a:lnTo><a:pt x="0" y="3878"/></a:lnTo><a:lnTo><a:pt x="0" y="0"/></a:lnTo><a:lnTo><a:pt x="2086" y="0"/></a:lnTo><a:lnTo><a:pt x="2086" y="3878"/></a:lnTo><a:close/></a:path></a:pathLst></a:custGeom><a:solidFill><a:srgbClr val="000000"/></a:solidFill></p:spPr><p:txBody><a:bodyPr wrap="square" lIns="0" tIns="0" rIns="0" bIns="0" rtlCol="0"/><a:lstStyle/><a:p/></p:txBody></p:sp><p:sp><p:nvSpPr><p:cNvPr id="192" name="object 192"/><p:cNvSpPr/><p:nvPr/></p:nvSpPr><p:spPr><a:xfrm><a:off x="6829142" y="2591452"/><a:ext cx="100330" cy="79375"/></a:xfrm><a:custGeom><a:avLst/><a:gdLst/><a:ahLst/><a:cxnLst/><a:rect l="l" t="t" r="r" b="b"/><a:pathLst><a:path w="100329" h="79375"><a:moveTo><a:pt x="4715" y="2931"/></a:moveTo><a:lnTo><a:pt x="1334" y="0"/></a:lnTo><a:lnTo><a:pt x="0" y="0"/></a:lnTo></a:path><a:path w="100329" h="79375"><a:moveTo><a:pt x="32909" y="18669"/></a:moveTo><a:lnTo><a:pt x="32141" y="18009"/></a:lnTo><a:lnTo><a:pt x="31373" y="17342"/></a:lnTo></a:path><a:path w="100329" h="79375"><a:moveTo><a:pt x="33142" y="20670"/></a:moveTo><a:lnTo><a:pt x="32537" y="20150"/></a:lnTo></a:path><a:path w="100329" h="79375"><a:moveTo><a:pt x="51338" y="43318"/></a:moveTo><a:lnTo><a:pt x="47948" y="40394"/></a:lnTo><a:lnTo><a:pt x="46614" y="40386"/></a:lnTo><a:lnTo><a:pt x="31482" y="27278"/></a:lnTo></a:path><a:path w="100329" h="79375"><a:moveTo><a:pt x="71791" y="61049"/></a:moveTo><a:lnTo><a:pt x="68409" y="58117"/></a:lnTo><a:lnTo><a:pt x="67075" y="58117"/></a:lnTo><a:lnTo><a:pt x="51097" y="44272"/></a:lnTo></a:path><a:path w="100329" h="79375"><a:moveTo><a:pt x="99985" y="76786"/></a:moveTo><a:lnTo><a:pt x="99217" y="76127"/></a:lnTo><a:lnTo><a:pt x="98449" y="75460"/></a:lnTo><a:lnTo><a:pt x="96370" y="75460"/></a:lnTo><a:lnTo><a:pt x="95765" y="74940"/></a:lnTo><a:lnTo><a:pt x="86481" y="74932"/></a:lnTo><a:lnTo><a:pt x="71551" y="61995"/></a:lnTo></a:path><a:path w="100329" h="79375"><a:moveTo><a:pt x="100210" y="78787"/></a:moveTo><a:lnTo><a:pt x="99613" y="78267"/></a:lnTo></a:path></a:pathLst></a:custGeom><a:ln w="3878"><a:solidFill><a:srgbClr val="000000"/></a:solidFill></a:ln></p:spPr><p:txBody><a:bodyPr wrap="square" lIns="0" tIns="0" rIns="0" bIns="0" rtlCol="0"/><a:lstStyle/><a:p/></p:txBody></p:sp><p:sp><p:nvSpPr><p:cNvPr id="193" name="object 193"/><p:cNvSpPr/><p:nvPr/></p:nvSpPr><p:spPr><a:xfrm><a:off x="6672592" y="2457504"/><a:ext cx="527685" cy="600710"/></a:xfrm><a:custGeom><a:avLst/><a:gdLst/><a:ahLst/><a:cxnLst/><a:rect l="l" t="t" r="r" b="b"/><a:pathLst><a:path w="527684" h="600710"><a:moveTo><a:pt x="3873" y="0"/></a:moveTo><a:lnTo><a:pt x="0" y="0"/></a:lnTo><a:lnTo><a:pt x="0" y="635"/></a:lnTo><a:lnTo><a:pt x="3873" y="635"/></a:lnTo><a:lnTo><a:pt x="3873" y="0"/></a:lnTo><a:close/></a:path><a:path w="527684" h="600710"><a:moveTo><a:pt x="43738" y="34531"/></a:moveTo><a:lnTo><a:pt x="39865" y="34531"/></a:lnTo><a:lnTo><a:pt x="39865" y="129311"/></a:lnTo><a:lnTo><a:pt x="43738" y="129311"/></a:lnTo><a:lnTo><a:pt x="43738" y="34531"/></a:lnTo><a:close/></a:path><a:path w="527684" h="600710"><a:moveTo><a:pt x="56476" y="35725"/></a:moveTo><a:lnTo><a:pt x="55714" y="35725"/></a:lnTo><a:lnTo><a:pt x="55714" y="35064"/></a:lnTo><a:lnTo><a:pt x="53632" y="35064"/></a:lnTo><a:lnTo><a:pt x="53022" y="35064"/></a:lnTo><a:lnTo><a:pt x="53022" y="34544"/></a:lnTo><a:lnTo><a:pt x="49149" y="34544"/></a:lnTo><a:lnTo><a:pt x="49149" y="137363"/></a:lnTo><a:lnTo><a:pt x="49758" y="137363"/></a:lnTo><a:lnTo><a:pt x="49758" y="137883"/></a:lnTo><a:lnTo><a:pt x="51828" y="137883"/></a:lnTo><a:lnTo><a:pt x="51828" y="139674"/></a:lnTo><a:lnTo><a:pt x="55714" y="139674"/></a:lnTo><a:lnTo><a:pt x="55714" y="42354"/></a:lnTo><a:lnTo><a:pt x="56476" y="42354"/></a:lnTo><a:lnTo><a:pt x="56476" y="35725"/></a:lnTo><a:close/></a:path><a:path w="527684" h="600710"><a:moveTo><a:pt x="72288" y="58115"/></a:moveTo><a:lnTo><a:pt x="70954" y="58115"/></a:lnTo><a:lnTo><a:pt x="68414" y="58115"/></a:lnTo><a:lnTo><a:pt x="67081" y="58115"/></a:lnTo><a:lnTo><a:pt x="67081" y="152882"/></a:lnTo><a:lnTo><a:pt x="68414" y="152882"/></a:lnTo><a:lnTo><a:pt x="68414" y="154038"/></a:lnTo><a:lnTo><a:pt x="72288" y="154038"/></a:lnTo><a:lnTo><a:pt x="72288" y="58115"/></a:lnTo><a:close/></a:path><a:path w="527684" h="600710"><a:moveTo><a:pt x="92748" y="75831"/></a:moveTo><a:lnTo><a:pt x="91414" y="75831"/></a:lnTo><a:lnTo><a:pt x="88874" y="75831"/></a:lnTo><a:lnTo><a:pt x="87541" y="75831"/></a:lnTo><a:lnTo><a:pt x="87541" y="170611"/></a:lnTo><a:lnTo><a:pt x="88874" y="170611"/></a:lnTo><a:lnTo><a:pt x="88874" y="171767"/></a:lnTo><a:lnTo><a:pt x="92748" y="171767"/></a:lnTo><a:lnTo><a:pt x="92748" y="75831"/></a:lnTo><a:close/></a:path><a:path w="527684" h="600710"><a:moveTo><a:pt x="110820" y="92646"/></a:moveTo><a:lnTo><a:pt x="106946" y="92646"/></a:lnTo><a:lnTo><a:pt x="106946" y="187426"/></a:lnTo><a:lnTo><a:pt x="110820" y="187426"/></a:lnTo><a:lnTo><a:pt x="110820" y="92646"/></a:lnTo><a:close/></a:path><a:path w="527684" h="600710"><a:moveTo><a:pt x="123558" y="93840"/></a:moveTo><a:lnTo><a:pt x="122783" y="93840"/></a:lnTo><a:lnTo><a:pt x="122783" y="93179"/></a:lnTo><a:lnTo><a:pt x="120700" y="93179"/></a:lnTo><a:lnTo><a:pt x="120103" y="93179"/></a:lnTo><a:lnTo><a:pt x="120103" y="92659"/></a:lnTo><a:lnTo><a:pt x="116230" y="92659"/></a:lnTo><a:lnTo><a:pt x="116230" y="195478"/></a:lnTo><a:lnTo><a:pt x="116827" y="195478"/></a:lnTo><a:lnTo><a:pt x="116827" y="195999"/></a:lnTo><a:lnTo><a:pt x="118910" y="195999"/></a:lnTo><a:lnTo><a:pt x="118910" y="197815"/></a:lnTo><a:lnTo><a:pt x="122783" y="197815"/></a:lnTo><a:lnTo><a:pt x="122783" y="100482"/></a:lnTo><a:lnTo><a:pt x="123558" y="100482"/></a:lnTo><a:lnTo><a:pt x="123558" y="93840"/></a:lnTo><a:close/></a:path><a:path w="527684" h="600710"><a:moveTo><a:pt x="447319" y="562978"/></a:moveTo><a:lnTo><a:pt x="443433" y="562978"/></a:lnTo><a:lnTo><a:pt x="443433" y="600138"/></a:lnTo><a:lnTo><a:pt x="447319" y="600138"/></a:lnTo><a:lnTo><a:pt x="447319" y="562978"/></a:lnTo><a:close/></a:path><a:path w="527684" h="600710"><a:moveTo><a:pt x="459282" y="573354"/></a:moveTo><a:lnTo><a:pt x="457200" y="573354"/></a:lnTo><a:lnTo><a:pt x="457200" y="571550"/></a:lnTo><a:lnTo><a:pt x="456603" y="571550"/></a:lnTo><a:lnTo><a:pt x="456603" y="571030"/></a:lnTo><a:lnTo><a:pt x="452716" y="571030"/></a:lnTo><a:lnTo><a:pt x="452716" y="594537"/></a:lnTo><a:lnTo><a:pt x="456603" y="594537"/></a:lnTo><a:lnTo><a:pt x="456603" y="594182"/></a:lnTo><a:lnTo><a:pt x="457200" y="594182"/></a:lnTo><a:lnTo><a:pt x="457200" y="592924"/></a:lnTo><a:lnTo><a:pt x="459282" y="592924"/></a:lnTo><a:lnTo><a:pt x="459282" y="573354"/></a:lnTo><a:close/></a:path><a:path w="527684" h="600710"><a:moveTo><a:pt x="496316" y="425513"/></a:moveTo><a:lnTo><a:pt x="492429" y="425513"/></a:lnTo><a:lnTo><a:pt x="492429" y="521512"/></a:lnTo><a:lnTo><a:pt x="496316" y="521512"/></a:lnTo><a:lnTo><a:pt x="496316" y="425513"/></a:lnTo><a:close/></a:path><a:path w="527684" h="600710"><a:moveTo><a:pt x="514388" y="442328"/></a:moveTo><a:lnTo><a:pt x="510501" y="442328"/></a:lnTo><a:lnTo><a:pt x="510501" y="537171"/></a:lnTo><a:lnTo><a:pt x="514388" y="537171"/></a:lnTo><a:lnTo><a:pt x="514388" y="442328"/></a:lnTo><a:close/></a:path><a:path w="527684" h="600710"><a:moveTo><a:pt x="527113" y="443522"/></a:moveTo><a:lnTo><a:pt x="526351" y="443522"/></a:lnTo><a:lnTo><a:pt x="526351" y="442849"/></a:lnTo><a:lnTo><a:pt x="524268" y="442849"/></a:lnTo><a:lnTo><a:pt x="523671" y="442849"/></a:lnTo><a:lnTo><a:pt x="523671" y="442328"/></a:lnTo><a:lnTo><a:pt x="519798" y="442328"/></a:lnTo><a:lnTo><a:pt x="519798" y="545223"/></a:lnTo><a:lnTo><a:pt x="520395" y="545223"/></a:lnTo><a:lnTo><a:pt x="520395" y="545744"/></a:lnTo><a:lnTo><a:pt x="522478" y="545744"/></a:lnTo><a:lnTo><a:pt x="522478" y="547547"/></a:lnTo><a:lnTo><a:pt x="526351" y="547547"/></a:lnTo><a:lnTo><a:pt x="526351" y="450151"/></a:lnTo><a:lnTo><a:pt x="527113" y="450151"/></a:lnTo><a:lnTo><a:pt x="527113" y="443522"/></a:lnTo><a:close/></a:path></a:pathLst></a:custGeom><a:solidFill><a:srgbClr val="000000"/></a:solidFill></p:spPr><p:txBody><a:bodyPr wrap="square" lIns="0" tIns="0" rIns="0" bIns="0" rtlCol="0"/><a:lstStyle/><a:p/></p:txBody></p:sp><p:sp><p:nvSpPr><p:cNvPr id="194" name="object 194"/><p:cNvSpPr/><p:nvPr/></p:nvSpPr><p:spPr><a:xfrm><a:off x="6930267" y="2667688"/><a:ext cx="268605" cy="243840"/></a:xfrm><a:custGeom><a:avLst/><a:gdLst/><a:ahLst/><a:cxnLst/><a:rect l="l" t="t" r="r" b="b"/><a:pathLst><a:path w="268604" h="243839"><a:moveTo><a:pt x="107144" y="102692"/></a:moveTo><a:lnTo><a:pt x="107384" y="101745"/></a:lnTo></a:path><a:path w="268604" h="243839"><a:moveTo><a:pt x="67075" y="67975"/></a:moveTo><a:lnTo><a:pt x="68735" y="61374"/></a:lnTo></a:path><a:path w="268604" h="243839"><a:moveTo><a:pt x="135206" y="118972"/></a:moveTo><a:lnTo><a:pt x="135578" y="117491"/></a:lnTo></a:path><a:path w="268604" h="243839"><a:moveTo><a:pt x="68130" y="60855"/></a:moveTo><a:lnTo><a:pt x="68502" y="59373"/></a:lnTo></a:path><a:path w="268604" h="243839"><a:moveTo><a:pt x="134151" y="126092"/></a:moveTo><a:lnTo><a:pt x="135803" y="119484"/></a:lnTo></a:path><a:path w="268604" h="243839"><a:moveTo><a:pt x="174220" y="160809"/></a:moveTo><a:lnTo><a:pt x="174460" y="159863"/></a:lnTo></a:path><a:path w="268604" h="243839"><a:moveTo><a:pt x="153759" y="143086"/></a:moveTo><a:lnTo><a:pt x="153999" y="142140"/></a:lnTo></a:path><a:path w="268604" h="243839"><a:moveTo><a:pt x="86691" y="84969"/></a:moveTo><a:lnTo><a:pt x="86923" y="84023"/></a:lnTo></a:path><a:path w="268604" h="243839"><a:moveTo><a:pt x="19615" y="26852"/></a:moveTo><a:lnTo><a:pt x="19855" y="25905"/></a:lnTo></a:path><a:path w="268604" h="243839"><a:moveTo><a:pt x="40076" y="44582"/></a:moveTo><a:lnTo><a:pt x="40309" y="43628"/></a:lnTo></a:path><a:path w="268604" h="243839"><a:moveTo><a:pt x="1372" y="1481"/></a:moveTo><a:lnTo><a:pt x="1745" y="0"/></a:lnTo></a:path><a:path w="268604" h="243839"><a:moveTo><a:pt x="0" y="9858"/></a:moveTo><a:lnTo><a:pt x="1970" y="2001"/></a:lnTo></a:path><a:path w="268604" h="243839"><a:moveTo><a:pt x="241295" y="218926"/></a:moveTo><a:lnTo><a:pt x="241528" y="217980"/></a:lnTo></a:path><a:path w="268604" h="243839"><a:moveTo><a:pt x="267977" y="243576"/></a:moveTo><a:lnTo><a:pt x="266852" y="242598"/></a:lnTo></a:path><a:path w="268604" h="243839"><a:moveTo><a:pt x="201219" y="184210"/></a:moveTo><a:lnTo><a:pt x="202879" y="177601"/></a:lnTo></a:path><a:path w="268604" h="243839"><a:moveTo><a:pt x="220834" y="201203"/></a:moveTo><a:lnTo><a:pt x="221075" y="200249"/></a:lnTo></a:path><a:path w="268604" h="243839"><a:moveTo><a:pt x="202281" y="177082"/></a:moveTo><a:lnTo><a:pt x="202654" y="175600"/></a:lnTo></a:path></a:pathLst></a:custGeom><a:ln w="3878"><a:solidFill><a:srgbClr val="000000"/></a:solidFill></a:ln></p:spPr><p:txBody><a:bodyPr wrap="square" lIns="0" tIns="0" rIns="0" bIns="0" rtlCol="0"/><a:lstStyle/><a:p/></p:txBody></p:sp><p:sp><p:nvSpPr><p:cNvPr id="195" name="object 195"/><p:cNvSpPr/><p:nvPr/></p:nvSpPr><p:spPr><a:xfrm><a:off x="6943953" y="2689012"/><a:ext cx="49530" cy="38735"/></a:xfrm><a:custGeom><a:avLst/><a:gdLst/><a:ahLst/><a:cxnLst/><a:rect l="l" t="t" r="r" b="b"/><a:pathLst><a:path w="49529" h="38735"><a:moveTo><a:pt x="1333" y="0"/></a:moveTo><a:lnTo><a:pt x="0" y="0"/></a:lnTo><a:lnTo><a:pt x="0" y="3860"/></a:lnTo><a:lnTo><a:pt x="1333" y="3860"/></a:lnTo><a:lnTo><a:pt x="1333" y="0"/></a:lnTo><a:close/></a:path><a:path w="49529" h="38735"><a:moveTo><a:pt x="49161" y="34544"/></a:moveTo><a:lnTo><a:pt x="39865" y="34544"/></a:lnTo><a:lnTo><a:pt x="39865" y="38417"/></a:lnTo><a:lnTo><a:pt x="49161" y="38417"/></a:lnTo><a:lnTo><a:pt x="49161" y="34544"/></a:lnTo><a:close/></a:path></a:pathLst></a:custGeom><a:solidFill><a:srgbClr val="000000"/></a:solidFill></p:spPr><p:txBody><a:bodyPr wrap="square" lIns="0" tIns="0" rIns="0" bIns="0" rtlCol="0"/><a:lstStyle/><a:p/></p:txBody></p:sp><p:sp><p:nvSpPr><p:cNvPr id="196" name="object 196"/><p:cNvSpPr/><p:nvPr/></p:nvSpPr><p:spPr><a:xfrm><a:off x="6995792" y="2726007"/><a:ext cx="134620" cy="116839"/></a:xfrm><a:custGeom><a:avLst/><a:gdLst/><a:ahLst/><a:cxnLst/><a:rect l="l" t="t" r="r" b="b"/><a:pathLst><a:path w="134620" h="116839"><a:moveTo><a:pt x="1535" y="1326"/></a:moveTo><a:lnTo><a:pt x="767" y="667"/></a:lnTo></a:path><a:path w="134620" h="116839"><a:moveTo><a:pt x="19956" y="25975"/></a:moveTo><a:lnTo><a:pt x="16575" y="23043"/></a:lnTo></a:path><a:path w="134620" h="116839"><a:moveTo><a:pt x="68836" y="61444"/></a:moveTo><a:lnTo><a:pt x="68239" y="60925"/></a:lnTo></a:path><a:path w="134620" h="116839"><a:moveTo><a:pt x="134151" y="116234"/></a:moveTo><a:lnTo><a:pt x="132065" y="116226"/></a:lnTo><a:lnTo><a:pt x="131467" y="115707"/></a:lnTo><a:lnTo><a:pt x="122183" y="115707"/></a:lnTo><a:lnTo><a:pt x="107252" y="102769"/></a:lnTo></a:path><a:path w="134620" h="116839"><a:moveTo><a:pt x="767" y="667"/></a:moveTo><a:lnTo><a:pt x="0" y="0"/></a:lnTo></a:path><a:path w="134620" h="116839"><a:moveTo><a:pt x="35701" y="40766"/></a:moveTo><a:lnTo><a:pt x="19724" y="26929"/></a:lnTo></a:path><a:path w="134620" h="116839"><a:moveTo><a:pt x="40417" y="43698"/></a:moveTo><a:lnTo><a:pt x="37035" y="40774"/></a:lnTo></a:path></a:pathLst></a:custGeom><a:ln w="3878"><a:solidFill><a:srgbClr val="000000"/></a:solidFill></a:ln></p:spPr><p:txBody><a:bodyPr wrap="square" lIns="0" tIns="0" rIns="0" bIns="0" rtlCol="0"/><a:lstStyle/><a:p/></p:txBody></p:sp><p:sp><p:nvSpPr><p:cNvPr id="197" name="object 197"/><p:cNvSpPr/><p:nvPr/></p:nvSpPr><p:spPr><a:xfrm><a:off x="6964418" y="2706725"/><a:ext cx="1905" cy="4445"/></a:xfrm><a:custGeom><a:avLst/><a:gdLst/><a:ahLst/><a:cxnLst/><a:rect l="l" t="t" r="r" b="b"/><a:pathLst><a:path w="1904" h="4444"><a:moveTo><a:pt x="1334" y="3878"/></a:moveTo><a:lnTo><a:pt x="0" y="3878"/></a:lnTo><a:lnTo><a:pt x="0" y="0"/></a:lnTo><a:lnTo><a:pt x="1334" y="0"/></a:lnTo><a:lnTo><a:pt x="1334" y="3878"/></a:lnTo><a:close/></a:path></a:pathLst></a:custGeom><a:solidFill><a:srgbClr val="000000"/></a:solidFill></p:spPr><p:txBody><a:bodyPr wrap="square" lIns="0" tIns="0" rIns="0" bIns="0" rtlCol="0"/><a:lstStyle/><a:p/></p:txBody></p:sp><p:sp><p:nvSpPr><p:cNvPr id="198" name="object 198"/><p:cNvSpPr/><p:nvPr/></p:nvSpPr><p:spPr><a:xfrm><a:off x="7035969" y="2770659"/><a:ext cx="15240" cy="13335"/></a:xfrm><a:custGeom><a:avLst/><a:gdLst/><a:ahLst/><a:cxnLst/><a:rect l="l" t="t" r="r" b="b"/><a:pathLst><a:path w="15240" h="13335"><a:moveTo><a:pt x="14930" y="12937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199" name="object 199"/><p:cNvSpPr/><p:nvPr/></p:nvSpPr><p:spPr><a:xfrm><a:off x="6993713" y="2724067"/><a:ext cx="2540" cy="4445"/></a:xfrm><a:custGeom><a:avLst/><a:gdLst/><a:ahLst/><a:cxnLst/><a:rect l="l" t="t" r="r" b="b"/><a:pathLst><a:path w="2540" h="4444"><a:moveTo><a:pt x="2078" y="3878"/></a:moveTo><a:lnTo><a:pt x="0" y="3878"/></a:lnTo><a:lnTo><a:pt x="0" y="0"/></a:lnTo><a:lnTo><a:pt x="2078" y="0"/></a:lnTo><a:lnTo><a:pt x="2078" y="3878"/></a:lnTo><a:close/></a:path></a:pathLst></a:custGeom><a:solidFill><a:srgbClr val="000000"/></a:solidFill></p:spPr><p:txBody><a:bodyPr wrap="square" lIns="0" tIns="0" rIns="0" bIns="0" rtlCol="0"/><a:lstStyle/><a:p/></p:txBody></p:sp><p:sp><p:nvSpPr><p:cNvPr id="200" name="object 200"/><p:cNvSpPr/><p:nvPr/></p:nvSpPr><p:spPr><a:xfrm><a:off x="6945299" y="2690941"/><a:ext cx="119380" cy="94615"/></a:xfrm><a:custGeom><a:avLst/><a:gdLst/><a:ahLst/><a:cxnLst/><a:rect l="l" t="t" r="r" b="b"/><a:pathLst><a:path w="119379" h="94614"><a:moveTo><a:pt x="119104" y="94509"/></a:moveTo><a:lnTo><a:pt x="118336" y="93842"/></a:lnTo></a:path><a:path w="119379" h="94614"><a:moveTo><a:pt x="3381" y="2924"/></a:moveTo><a:lnTo><a:pt x="0" y="0"/></a:lnTo></a:path><a:path w="119379" h="94614"><a:moveTo><a:pt x="38525" y="34538"/></a:moveTo><a:lnTo><a:pt x="23602" y="21601"/></a:lnTo></a:path></a:pathLst></a:custGeom><a:ln w="3878"><a:solidFill><a:srgbClr val="000000"/></a:solidFill></a:ln></p:spPr><p:txBody><a:bodyPr wrap="square" lIns="0" tIns="0" rIns="0" bIns="0" rtlCol="0"/><a:lstStyle/><a:p/></p:txBody></p:sp><p:sp><p:nvSpPr><p:cNvPr id="201" name="object 201"/><p:cNvSpPr/><p:nvPr/></p:nvSpPr><p:spPr><a:xfrm><a:off x="7031482" y="2764844"/><a:ext cx="29209" cy="20955"/></a:xfrm><a:custGeom><a:avLst/><a:gdLst/><a:ahLst/><a:cxnLst/><a:rect l="l" t="t" r="r" b="b"/><a:pathLst><a:path w="29209" h="20955"><a:moveTo><a:pt x="1333" y="0"/></a:moveTo><a:lnTo><a:pt x="0" y="0"/></a:lnTo><a:lnTo><a:pt x="0" y="3873"/></a:lnTo><a:lnTo><a:pt x="1333" y="3873"/></a:lnTo><a:lnTo><a:pt x="1333" y="0"/></a:lnTo><a:close/></a:path><a:path w="29209" h="20955"><a:moveTo><a:pt x="28702" y="16827"/></a:moveTo><a:lnTo><a:pt x="19405" y="16827"/></a:lnTo><a:lnTo><a:pt x="19405" y="20701"/></a:lnTo><a:lnTo><a:pt x="28702" y="20701"/></a:lnTo><a:lnTo><a:pt x="28702" y="16827"/></a:lnTo><a:close/></a:path></a:pathLst></a:custGeom><a:solidFill><a:srgbClr val="000000"/></a:solidFill></p:spPr><p:txBody><a:bodyPr wrap="square" lIns="0" tIns="0" rIns="0" bIns="0" rtlCol="0"/><a:lstStyle/><a:p/></p:txBody></p:sp><p:sp><p:nvSpPr><p:cNvPr id="202" name="object 202"/><p:cNvSpPr/><p:nvPr/></p:nvSpPr><p:spPr><a:xfrm><a:off x="6948440" y="2694819"/><a:ext cx="134620" cy="115570"/></a:xfrm><a:custGeom><a:avLst/><a:gdLst/><a:ahLst/><a:cxnLst/><a:rect l="l" t="t" r="r" b="b"/><a:pathLst><a:path w="134620" h="115569"><a:moveTo><a:pt x="131002" y="112348"/></a:moveTo><a:lnTo><a:pt x="129668" y="112348"/></a:lnTo><a:lnTo><a:pt x="114535" y="99232"/></a:lnTo></a:path><a:path w="134620" h="115569"><a:moveTo><a:pt x="112340" y="89297"/></a:moveTo><a:lnTo><a:pt x="111743" y="88785"/></a:lnTo></a:path><a:path w="134620" h="115569"><a:moveTo><a:pt x="20693" y="16776"/></a:moveTo><a:lnTo><a:pt x="17311" y="13844"/></a:lnTo></a:path><a:path w="134620" h="115569"><a:moveTo><a:pt x="115195" y="89964"/></a:moveTo><a:lnTo><a:pt x="114427" y="89305"/></a:lnTo></a:path><a:path w="134620" h="115569"><a:moveTo><a:pt x="134384" y="115280"/></a:moveTo><a:lnTo><a:pt x="131002" y="112348"/></a:lnTo></a:path><a:path w="134620" h="115569"><a:moveTo><a:pt x="15977" y="13844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03" name="object 203"/><p:cNvSpPr/><p:nvPr/></p:nvSpPr><p:spPr><a:xfrm><a:off x="7011033" y="2747111"/><a:ext cx="1905" cy="4445"/></a:xfrm><a:custGeom><a:avLst/><a:gdLst/><a:ahLst/><a:cxnLst/><a:rect l="l" t="t" r="r" b="b"/><a:pathLst><a:path w="1904" h="4444"><a:moveTo><a:pt x="1334" y="3878"/></a:moveTo><a:lnTo><a:pt x="0" y="3878"/></a:lnTo><a:lnTo><a:pt x="0" y="0"/></a:lnTo><a:lnTo><a:pt x="1334" y="0"/></a:lnTo><a:lnTo><a:pt x="1334" y="3878"/></a:lnTo><a:close/></a:path></a:pathLst></a:custGeom><a:solidFill><a:srgbClr val="000000"/></a:solidFill></p:spPr><p:txBody><a:bodyPr wrap="square" lIns="0" tIns="0" rIns="0" bIns="0" rtlCol="0"/><a:lstStyle/><a:p/></p:txBody></p:sp><p:sp><p:nvSpPr><p:cNvPr id="204" name="object 204"/><p:cNvSpPr/><p:nvPr/></p:nvSpPr><p:spPr><a:xfrm><a:off x="6928824" y="2677825"/><a:ext cx="170180" cy="147320"/></a:xfrm><a:custGeom><a:avLst/><a:gdLst/><a:ahLst/><a:cxnLst/><a:rect l="l" t="t" r="r" b="b"/><a:pathLst><a:path w="170179" h="147319"><a:moveTo><a:pt x="169736" y="147065"/></a:moveTo><a:lnTo><a:pt x="153759" y="133220"/></a:lnTo></a:path><a:path w="170179" h="147319"><a:moveTo><a:pt x="82208" y="71225"/></a:moveTo><a:lnTo><a:pt x="67075" y="58117"/></a:lnTo></a:path><a:path w="170179" h="147319"><a:moveTo><a:pt x="15140" y="13107"/></a:moveTo><a:lnTo><a:pt x="0" y="0"/></a:lnTo></a:path><a:path w="170179" h="147319"><a:moveTo><a:pt x="64888" y="48181"/></a:moveTo><a:lnTo><a:pt x="64291" y="47661"/></a:lnTo></a:path><a:path w="170179" h="147319"><a:moveTo><a:pt x="68727" y="51508"/></a:moveTo><a:lnTo><a:pt x="68130" y="50989"/></a:lnTo></a:path></a:pathLst></a:custGeom><a:ln w="3878"><a:solidFill><a:srgbClr val="000000"/></a:solidFill></a:ln></p:spPr><p:txBody><a:bodyPr wrap="square" lIns="0" tIns="0" rIns="0" bIns="0" rtlCol="0"/><a:lstStyle/><a:p/></p:txBody></p:sp><p:sp><p:nvSpPr><p:cNvPr id="205" name="object 205"/><p:cNvSpPr/><p:nvPr/></p:nvSpPr><p:spPr><a:xfrm><a:off x="7060781" y="2782185"/><a:ext cx="2540" cy="4445"/></a:xfrm><a:custGeom><a:avLst/><a:gdLst/><a:ahLst/><a:cxnLst/><a:rect l="l" t="t" r="r" b="b"/><a:pathLst><a:path w="2540" h="4444"><a:moveTo><a:pt x="2086" y="3870"/></a:moveTo><a:lnTo><a:pt x="0" y="3870"/></a:lnTo><a:lnTo><a:pt x="0" y="0"/></a:lnTo><a:lnTo><a:pt x="2086" y="0"/></a:lnTo><a:lnTo><a:pt x="2086" y="3870"/></a:lnTo><a:close/></a:path></a:pathLst></a:custGeom><a:solidFill><a:srgbClr val="000000"/></a:solidFill></p:spPr><p:txBody><a:bodyPr wrap="square" lIns="0" tIns="0" rIns="0" bIns="0" rtlCol="0"/><a:lstStyle/><a:p/></p:txBody></p:sp><p:sp><p:nvSpPr><p:cNvPr id="206" name="object 206"/><p:cNvSpPr/><p:nvPr/></p:nvSpPr><p:spPr><a:xfrm><a:off x="7098561" y="2824891"/><a:ext cx="100330" cy="79375"/></a:xfrm><a:custGeom><a:avLst/><a:gdLst/><a:ahLst/><a:cxnLst/><a:rect l="l" t="t" r="r" b="b"/><a:pathLst><a:path w="100329" h="79375"><a:moveTo><a:pt x="4723" y="2931"/></a:moveTo><a:lnTo><a:pt x="1334" y="0"/></a:lnTo><a:lnTo><a:pt x="0" y="0"/></a:lnTo></a:path><a:path w="100329" h="79375"><a:moveTo><a:pt x="32909" y="18676"/></a:moveTo><a:lnTo><a:pt x="32141" y="18009"/></a:lnTo><a:lnTo><a:pt x="31381" y="17350"/></a:lnTo></a:path><a:path w="100329" h="79375"><a:moveTo><a:pt x="33142" y="20678"/></a:moveTo><a:lnTo><a:pt x="32545" y="20158"/></a:lnTo></a:path><a:path w="100329" h="79375"><a:moveTo><a:pt x="51338" y="43326"/></a:moveTo><a:lnTo><a:pt x="47956" y="40394"/></a:lnTo><a:lnTo><a:pt x="46614" y="40394"/></a:lnTo><a:lnTo><a:pt x="31482" y="27278"/></a:lnTo></a:path><a:path w="100329" h="79375"><a:moveTo><a:pt x="71791" y="61049"/></a:moveTo><a:lnTo><a:pt x="68409" y="58117"/></a:lnTo><a:lnTo><a:pt x="67075" y="58117"/></a:lnTo><a:lnTo><a:pt x="51097" y="44272"/></a:lnTo></a:path><a:path w="100329" h="79375"><a:moveTo><a:pt x="99985" y="76794"/></a:moveTo><a:lnTo><a:pt x="99217" y="76127"/></a:lnTo><a:lnTo><a:pt x="98449" y="75460"/></a:lnTo><a:lnTo><a:pt x="96370" y="75460"/></a:lnTo><a:lnTo><a:pt x="95773" y="74940"/></a:lnTo><a:lnTo><a:pt x="86481" y="74932"/></a:lnTo><a:lnTo><a:pt x="71551" y="62003"/></a:lnTo></a:path><a:path w="100329" h="79375"><a:moveTo><a:pt x="100210" y="78795"/></a:moveTo><a:lnTo><a:pt x="99613" y="78275"/></a:lnTo></a:path></a:pathLst></a:custGeom><a:ln w="3878"><a:solidFill><a:srgbClr val="000000"/></a:solidFill></a:ln></p:spPr><p:txBody><a:bodyPr wrap="square" lIns="0" tIns="0" rIns="0" bIns="0" rtlCol="0"/><a:lstStyle/><a:p/></p:txBody></p:sp><p:sp><p:nvSpPr><p:cNvPr id="207" name="object 207"/><p:cNvSpPr/><p:nvPr/></p:nvSpPr><p:spPr><a:xfrm><a:off x="6942023" y="2690943"/><a:ext cx="160020" cy="390525"/></a:xfrm><a:custGeom><a:avLst/><a:gdLst/><a:ahLst/><a:cxnLst/><a:rect l="l" t="t" r="r" b="b"/><a:pathLst><a:path w="160020" h="390525"><a:moveTo><a:pt x="5207" y="0"/></a:moveTo><a:lnTo><a:pt x="3873" y="0"/></a:lnTo><a:lnTo><a:pt x="1333" y="0"/></a:lnTo><a:lnTo><a:pt x="0" y="0"/></a:lnTo><a:lnTo><a:pt x="0" y="94805"/></a:lnTo><a:lnTo><a:pt x="1333" y="94805"/></a:lnTo><a:lnTo><a:pt x="1333" y="95961"/></a:lnTo><a:lnTo><a:pt x="5207" y="95961"/></a:lnTo><a:lnTo><a:pt x="5207" y="0"/></a:lnTo><a:close/></a:path><a:path w="160020" h="390525"><a:moveTo><a:pt x="25666" y="17729"/></a:moveTo><a:lnTo><a:pt x="24333" y="17729"/></a:lnTo><a:lnTo><a:pt x="21780" y="17729"/></a:lnTo><a:lnTo><a:pt x="20447" y="17729"/></a:lnTo><a:lnTo><a:pt x="20447" y="112534"/></a:lnTo><a:lnTo><a:pt x="21780" y="112534"/></a:lnTo><a:lnTo><a:pt x="21780" y="113690"/></a:lnTo><a:lnTo><a:pt x="25666" y="113690"/></a:lnTo><a:lnTo><a:pt x="25666" y="17729"/></a:lnTo><a:close/></a:path><a:path w="160020" h="390525"><a:moveTo><a:pt x="43738" y="34544"/></a:moveTo><a:lnTo><a:pt x="39852" y="34544"/></a:lnTo><a:lnTo><a:pt x="39852" y="129349"/></a:lnTo><a:lnTo><a:pt x="43738" y="129349"/></a:lnTo><a:lnTo><a:pt x="43738" y="34544"/></a:lnTo><a:close/></a:path><a:path w="160020" h="390525"><a:moveTo><a:pt x="56464" y="35737"/></a:moveTo><a:lnTo><a:pt x="55702" y="35737"/></a:lnTo><a:lnTo><a:pt x="55702" y="35064"/></a:lnTo><a:lnTo><a:pt x="53619" y="35064"/></a:lnTo><a:lnTo><a:pt x="53022" y="35064"/></a:lnTo><a:lnTo><a:pt x="53022" y="34544"/></a:lnTo><a:lnTo><a:pt x="49149" y="34544"/></a:lnTo><a:lnTo><a:pt x="49149" y="137401"/></a:lnTo><a:lnTo><a:pt x="49745" y="137401"/></a:lnTo><a:lnTo><a:pt x="49745" y="137922"/></a:lnTo><a:lnTo><a:pt x="51828" y="137922"/></a:lnTo><a:lnTo><a:pt x="51828" y="139738"/></a:lnTo><a:lnTo><a:pt x="55702" y="139738"/></a:lnTo><a:lnTo><a:pt x="55702" y="42354"/></a:lnTo><a:lnTo><a:pt x="56464" y="42354"/></a:lnTo><a:lnTo><a:pt x="56464" y="35737"/></a:lnTo><a:close/></a:path><a:path w="160020" h="390525"><a:moveTo><a:pt x="72275" y="58115"/></a:moveTo><a:lnTo><a:pt x="70942" y="58115"/></a:lnTo><a:lnTo><a:pt x="68402" y="58115"/></a:lnTo><a:lnTo><a:pt x="67068" y="58115"/></a:lnTo><a:lnTo><a:pt x="67068" y="152933"/></a:lnTo><a:lnTo><a:pt x="68402" y="152933"/></a:lnTo><a:lnTo><a:pt x="68402" y="154089"/></a:lnTo><a:lnTo><a:pt x="72275" y="154089"/></a:lnTo><a:lnTo><a:pt x="72275" y="58115"/></a:lnTo><a:close/></a:path><a:path w="160020" h="390525"><a:moveTo><a:pt x="92735" y="75844"/></a:moveTo><a:lnTo><a:pt x="91401" y="75844"/></a:lnTo><a:lnTo><a:pt x="87528" y="75831"/></a:lnTo><a:lnTo><a:pt x="87528" y="170662"/></a:lnTo><a:lnTo><a:pt x="88861" y="170662"/></a:lnTo><a:lnTo><a:pt x="88861" y="171818"/></a:lnTo><a:lnTo><a:pt x="92735" y="171818"/></a:lnTo><a:lnTo><a:pt x="92735" y="75844"/></a:lnTo><a:close/></a:path><a:path w="160020" h="390525"><a:moveTo><a:pt x="110807" y="92659"/></a:moveTo><a:lnTo><a:pt x="106934" y="92659"/></a:lnTo><a:lnTo><a:pt x="106934" y="187490"/></a:lnTo><a:lnTo><a:pt x="110807" y="187490"/></a:lnTo><a:lnTo><a:pt x="110807" y="92659"/></a:lnTo><a:close/></a:path><a:path w="160020" h="390525"><a:moveTo><a:pt x="122783" y="281787"/></a:moveTo><a:lnTo><a:pt x="120688" y="281787"/></a:lnTo><a:lnTo><a:pt x="120688" y="279984"/></a:lnTo><a:lnTo><a:pt x="120091" y="279984"/></a:lnTo><a:lnTo><a:pt x="120091" y="279463"/></a:lnTo><a:lnTo><a:pt x="116217" y="279463"/></a:lnTo><a:lnTo><a:pt x="116217" y="373354"/></a:lnTo><a:lnTo><a:pt x="116814" y="373354"/></a:lnTo><a:lnTo><a:pt x="116814" y="373875"/></a:lnTo><a:lnTo><a:pt x="118897" y="373875"/></a:lnTo><a:lnTo><a:pt x="118897" y="375666"/></a:lnTo><a:lnTo><a:pt x="122783" y="375666"/></a:lnTo><a:lnTo><a:pt x="122783" y="281787"/></a:lnTo><a:close/></a:path><a:path w="160020" h="390525"><a:moveTo><a:pt x="123545" y="93840"/></a:moveTo><a:lnTo><a:pt x="122783" y="93840"/></a:lnTo><a:lnTo><a:pt x="122783" y="93192"/></a:lnTo><a:lnTo><a:pt x="120688" y="93192"/></a:lnTo><a:lnTo><a:pt x="120091" y="93179"/></a:lnTo><a:lnTo><a:pt x="120091" y="92671"/></a:lnTo><a:lnTo><a:pt x="116217" y="92671"/></a:lnTo><a:lnTo><a:pt x="116217" y="195529"/></a:lnTo><a:lnTo><a:pt x="116814" y="195529"/></a:lnTo><a:lnTo><a:pt x="116814" y="196049"/></a:lnTo><a:lnTo><a:pt x="118897" y="196049"/></a:lnTo><a:lnTo><a:pt x="118897" y="197853"/></a:lnTo><a:lnTo><a:pt x="122783" y="197853"/></a:lnTo><a:lnTo><a:pt x="122783" y="100482"/></a:lnTo><a:lnTo><a:pt x="123545" y="100482"/></a:lnTo><a:lnTo><a:pt x="123545" y="93840"/></a:lnTo><a:close/></a:path><a:path w="160020" h="390525"><a:moveTo><a:pt x="139357" y="296151"/></a:moveTo><a:lnTo><a:pt x="138023" y="296151"/></a:lnTo><a:lnTo><a:pt x="138023" y="294995"/></a:lnTo><a:lnTo><a:pt x="134137" y="294995"/></a:lnTo><a:lnTo><a:pt x="134137" y="388772"/></a:lnTo><a:lnTo><a:pt x="135470" y="388772"/></a:lnTo><a:lnTo><a:pt x="135470" y="389928"/></a:lnTo><a:lnTo><a:pt x="139357" y="389928"/></a:lnTo><a:lnTo><a:pt x="139357" y="296151"/></a:lnTo><a:close/></a:path><a:path w="160020" h="390525"><a:moveTo><a:pt x="159804" y="313880"/></a:moveTo><a:lnTo><a:pt x="158470" y="313880"/></a:lnTo><a:lnTo><a:pt x="158470" y="312724"/></a:lnTo><a:lnTo><a:pt x="154597" y="312724"/></a:lnTo><a:lnTo><a:pt x="154597" y="385610"/></a:lnTo><a:lnTo><a:pt x="155930" y="385610"/></a:lnTo><a:lnTo><a:pt x="155930" y="385787"/></a:lnTo><a:lnTo><a:pt x="159804" y="385787"/></a:lnTo><a:lnTo><a:pt x="159804" y="313880"/></a:lnTo><a:close/></a:path></a:pathLst></a:custGeom><a:solidFill><a:srgbClr val="000000"/></a:solidFill></p:spPr><p:txBody><a:bodyPr wrap="square" lIns="0" tIns="0" rIns="0" bIns="0" rtlCol="0"/><a:lstStyle/><a:p/></p:txBody></p:sp><p:sp><p:nvSpPr><p:cNvPr id="208" name="object 208"/><p:cNvSpPr/><p:nvPr/></p:nvSpPr><p:spPr><a:xfrm><a:off x="7199687" y="2901134"/><a:ext cx="69215" cy="68580"/></a:xfrm><a:custGeom><a:avLst/><a:gdLst/><a:ahLst/><a:cxnLst/><a:rect l="l" t="t" r="r" b="b"/><a:pathLst><a:path w="69215" h="68580"><a:moveTo><a:pt x="67075" y="68060"/></a:moveTo><a:lnTo><a:pt x="68735" y="61367"/></a:lnTo></a:path><a:path w="69215" h="68580"><a:moveTo><a:pt x="68130" y="60847"/></a:moveTo><a:lnTo><a:pt x="68502" y="59366"/></a:lnTo></a:path><a:path w="69215" h="68580"><a:moveTo><a:pt x="19615" y="26852"/></a:moveTo><a:lnTo><a:pt x="19855" y="25897"/></a:lnTo></a:path><a:path w="69215" h="68580"><a:moveTo><a:pt x="40091" y="44520"/></a:moveTo><a:lnTo><a:pt x="40309" y="43628"/></a:lnTo></a:path><a:path w="69215" h="68580"><a:moveTo><a:pt x="1372" y="1481"/></a:moveTo><a:lnTo><a:pt x="1745" y="0"/></a:lnTo></a:path><a:path w="69215" h="68580"><a:moveTo><a:pt x="0" y="9858"/></a:moveTo><a:lnTo><a:pt x="1977" y="2001"/></a:lnTo></a:path></a:pathLst></a:custGeom><a:ln w="3878"><a:solidFill><a:srgbClr val="000000"/></a:solidFill></a:ln></p:spPr><p:txBody><a:bodyPr wrap="square" lIns="0" tIns="0" rIns="0" bIns="0" rtlCol="0"/><a:lstStyle/><a:p/></p:txBody></p:sp><p:sp><p:nvSpPr><p:cNvPr id="209" name="object 209"/><p:cNvSpPr/><p:nvPr/></p:nvSpPr><p:spPr><a:xfrm><a:off x="7213384" y="2922451"/><a:ext cx="49530" cy="38735"/></a:xfrm><a:custGeom><a:avLst/><a:gdLst/><a:ahLst/><a:cxnLst/><a:rect l="l" t="t" r="r" b="b"/><a:pathLst><a:path w="49529" h="38735"><a:moveTo><a:pt x="1333" y="0"/></a:moveTo><a:lnTo><a:pt x="0" y="0"/></a:lnTo><a:lnTo><a:pt x="0" y="3873"/></a:lnTo><a:lnTo><a:pt x="1333" y="3873"/></a:lnTo><a:lnTo><a:pt x="1333" y="0"/></a:lnTo><a:close/></a:path><a:path w="49529" h="38735"><a:moveTo><a:pt x="49149" y="34544"/></a:moveTo><a:lnTo><a:pt x="41694" y="34544"/></a:lnTo><a:lnTo><a:pt x="41694" y="38417"/></a:lnTo><a:lnTo><a:pt x="49149" y="38417"/></a:lnTo><a:lnTo><a:pt x="49149" y="34544"/></a:lnTo><a:close/></a:path></a:pathLst></a:custGeom><a:solidFill><a:srgbClr val="000000"/></a:solidFill></p:spPr><p:txBody><a:bodyPr wrap="square" lIns="0" tIns="0" rIns="0" bIns="0" rtlCol="0"/><a:lstStyle/><a:p/></p:txBody></p:sp><p:sp><p:nvSpPr><p:cNvPr id="210" name="object 210"/><p:cNvSpPr/><p:nvPr/></p:nvSpPr><p:spPr><a:xfrm><a:off x="7265211" y="2959445"/><a:ext cx="1905" cy="1905"/></a:xfrm><a:custGeom><a:avLst/><a:gdLst/><a:ahLst/><a:cxnLst/><a:rect l="l" t="t" r="r" b="b"/><a:pathLst><a:path w="1904" h="1905"><a:moveTo><a:pt x="1535" y="1334"/></a:moveTo><a:lnTo><a:pt x="767" y="667"/></a:lnTo></a:path><a:path w="1904" h="1905"><a:moveTo><a:pt x="767" y="667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11" name="object 211"/><p:cNvSpPr/><p:nvPr/></p:nvSpPr><p:spPr><a:xfrm><a:off x="7233831" y="2940167"/><a:ext cx="31750" cy="21590"/></a:xfrm><a:custGeom><a:avLst/><a:gdLst/><a:ahLst/><a:cxnLst/><a:rect l="l" t="t" r="r" b="b"/><a:pathLst><a:path w="31750" h="21589"><a:moveTo><a:pt x="1333" y="0"/></a:moveTo><a:lnTo><a:pt x="0" y="0"/></a:lnTo><a:lnTo><a:pt x="0" y="3873"/></a:lnTo><a:lnTo><a:pt x="1333" y="3873"/></a:lnTo><a:lnTo><a:pt x="1333" y="0"/></a:lnTo><a:close/></a:path><a:path w="31750" h="21589"><a:moveTo><a:pt x="31369" y="17348"/></a:moveTo><a:lnTo><a:pt x="29298" y="17348"/></a:lnTo><a:lnTo><a:pt x="29298" y="21221"/></a:lnTo><a:lnTo><a:pt x="31369" y="21221"/></a:lnTo><a:lnTo><a:pt x="31369" y="17348"/></a:lnTo><a:close/></a:path></a:pathLst></a:custGeom><a:solidFill><a:srgbClr val="000000"/></a:solidFill></p:spPr><p:txBody><a:bodyPr wrap="square" lIns="0" tIns="0" rIns="0" bIns="0" rtlCol="0"/><a:lstStyle/><a:p/></p:txBody></p:sp><p:sp><p:nvSpPr><p:cNvPr id="212" name="object 212"/><p:cNvSpPr/><p:nvPr/></p:nvSpPr><p:spPr><a:xfrm><a:off x="7198244" y="2911264"/><a:ext cx="69215" cy="52069"/></a:xfrm><a:custGeom><a:avLst/><a:gdLst/><a:ahLst/><a:cxnLst/><a:rect l="l" t="t" r="r" b="b"/><a:pathLst><a:path w="69215" h="52069"><a:moveTo><a:pt x="19855" y="16047"/></a:moveTo><a:lnTo><a:pt x="16474" y="13115"/></a:lnTo></a:path><a:path w="69215" h="52069"><a:moveTo><a:pt x="37695" y="31505"/></a:moveTo><a:lnTo><a:pt x="36927" y="30838"/></a:lnTo></a:path><a:path w="69215" h="52069"><a:moveTo><a:pt x="35593" y="30838"/></a:moveTo><a:lnTo><a:pt x="19615" y="16993"/></a:lnTo></a:path><a:path w="69215" h="52069"><a:moveTo><a:pt x="15140" y="13115"/></a:moveTo><a:lnTo><a:pt x="0" y="0"/></a:lnTo></a:path><a:path w="69215" h="52069"><a:moveTo><a:pt x="64888" y="48181"/></a:moveTo><a:lnTo><a:pt x="64291" y="47661"/></a:lnTo></a:path><a:path w="69215" h="52069"><a:moveTo><a:pt x="68735" y="51516"/></a:moveTo><a:lnTo><a:pt x="68130" y="50997"/></a:lnTo></a:path></a:pathLst></a:custGeom><a:ln w="3878"><a:solidFill><a:srgbClr val="000000"/></a:solidFill></a:ln></p:spPr><p:txBody><a:bodyPr wrap="square" lIns="0" tIns="0" rIns="0" bIns="0" rtlCol="0"/><a:lstStyle/><a:p/></p:txBody></p:sp><p:sp><p:nvSpPr><p:cNvPr id="213" name="object 213"/><p:cNvSpPr/><p:nvPr/></p:nvSpPr><p:spPr><a:xfrm><a:off x="7211441" y="2924381"/><a:ext cx="56515" cy="43815"/></a:xfrm><a:custGeom><a:avLst/><a:gdLst/><a:ahLst/><a:cxnLst/><a:rect l="l" t="t" r="r" b="b"/><a:pathLst><a:path w="56515" h="43814"><a:moveTo><a:pt x="5207" y="0"/></a:moveTo><a:lnTo><a:pt x="3873" y="0"/></a:lnTo><a:lnTo><a:pt x="1333" y="0"/></a:lnTo><a:lnTo><a:pt x="0" y="0"/></a:lnTo><a:lnTo><a:pt x="0" y="31991"/></a:lnTo><a:lnTo><a:pt x="3873" y="31991"/></a:lnTo><a:lnTo><a:pt x="3873" y="31178"/></a:lnTo><a:lnTo><a:pt x="5207" y="31178"/></a:lnTo><a:lnTo><a:pt x="5207" y="0"/></a:lnTo><a:close/></a:path><a:path w="56515" h="43814"><a:moveTo><a:pt x="25666" y="17729"/></a:moveTo><a:lnTo><a:pt x="24333" y="17729"/></a:lnTo><a:lnTo><a:pt x="21780" y="17729"/></a:lnTo><a:lnTo><a:pt x="20447" y="17729"/></a:lnTo><a:lnTo><a:pt x="20447" y="19659"/></a:lnTo><a:lnTo><a:pt x="24333" y="19659"/></a:lnTo><a:lnTo><a:pt x="24333" y="18846"/></a:lnTo><a:lnTo><a:pt x="25666" y="18846"/></a:lnTo><a:lnTo><a:pt x="25666" y="17729"/></a:lnTo><a:close/></a:path><a:path w="56515" h="43814"><a:moveTo><a:pt x="56476" y="35737"/></a:moveTo><a:lnTo><a:pt x="55702" y="35737"/></a:lnTo><a:lnTo><a:pt x="55702" y="35064"/></a:lnTo><a:lnTo><a:pt x="53619" y="35064"/></a:lnTo><a:lnTo><a:pt x="53022" y="35064"/></a:lnTo><a:lnTo><a:pt x="53022" y="34544"/></a:lnTo><a:lnTo><a:pt x="49149" y="34544"/></a:lnTo><a:lnTo><a:pt x="49149" y="41008"/></a:lnTo><a:lnTo><a:pt x="49745" y="41008"/></a:lnTo><a:lnTo><a:pt x="49745" y="41529"/></a:lnTo><a:lnTo><a:pt x="51828" y="41529"/></a:lnTo><a:lnTo><a:pt x="51828" y="43319"/></a:lnTo><a:lnTo><a:pt x="55702" y="43319"/></a:lnTo><a:lnTo><a:pt x="55702" y="42367"/></a:lnTo><a:lnTo><a:pt x="56476" y="42367"/></a:lnTo><a:lnTo><a:pt x="56476" y="35737"/></a:lnTo><a:close/></a:path></a:pathLst></a:custGeom><a:solidFill><a:srgbClr val="000000"/></a:solidFill></p:spPr><p:txBody><a:bodyPr wrap="square" lIns="0" tIns="0" rIns="0" bIns="0" rtlCol="0"/><a:lstStyle/><a:p/></p:txBody></p:sp><p:sp><p:nvSpPr><p:cNvPr id="214" name="object 214"/><p:cNvSpPr/><p:nvPr/></p:nvSpPr><p:spPr><a:xfrm><a:off x="5420591" y="2968854"/><a:ext cx="1849120" cy="1377950"/></a:xfrm><a:custGeom><a:avLst/><a:gdLst/><a:ahLst/><a:cxnLst/><a:rect l="l" t="t" r="r" b="b"/><a:pathLst><a:path w="1849120" h="1377950"><a:moveTo><a:pt x="1846172" y="248"/></a:moveTo><a:lnTo><a:pt x="1845388" y="403"/></a:lnTo></a:path><a:path w="1849120" h="1377950"><a:moveTo><a:pt x="1602122" y="154193"/></a:moveTo><a:lnTo><a:pt x="1602836" y="153759"/></a:lnTo></a:path><a:path w="1849120" h="1377950"><a:moveTo><a:pt x="1677660" y="880283"/></a:moveTo><a:lnTo><a:pt x="1677660" y="108641"/></a:lnTo><a:lnTo><a:pt x="1676947" y="109075"/></a:lnTo><a:lnTo><a:pt x="1676947" y="880717"/></a:lnTo></a:path><a:path w="1849120" h="1377950"><a:moveTo><a:pt x="1758069" y="831807"/></a:moveTo><a:lnTo><a:pt x="1758069" y="60164"/></a:lnTo><a:lnTo><a:pt x="1757355" y="60599"/></a:lnTo><a:lnTo><a:pt x="1757355" y="832241"/></a:lnTo></a:path><a:path w="1849120" h="1377950"><a:moveTo><a:pt x="1644301" y="893701"/></a:moveTo><a:lnTo><a:pt x="1644301" y="122059"/></a:lnTo><a:lnTo><a:pt x="1626112" y="133019"/></a:lnTo></a:path><a:path w="1849120" h="1377950"><a:moveTo><a:pt x="1650638" y="119197"/></a:moveTo><a:lnTo><a:pt x="1645612" y="122230"/></a:lnTo><a:lnTo><a:pt x="1645612" y="893872"/></a:lnTo></a:path><a:path w="1849120" h="1377950"><a:moveTo><a:pt x="1682523" y="105709"/></a:moveTo><a:lnTo><a:pt x="1683245" y="105282"/></a:lnTo></a:path><a:path w="1849120" h="1377950"><a:moveTo><a:pt x="1701495" y="860179"/></a:moveTo><a:lnTo><a:pt x="1701495" y="88537"/></a:lnTo><a:lnTo><a:pt x="1700176" y="88366"/></a:lnTo><a:lnTo><a:pt x="1700176" y="860008"/></a:lnTo></a:path><a:path w="1849120" h="1377950"><a:moveTo><a:pt x="1706521" y="85504"/></a:moveTo><a:lnTo><a:pt x="1701495" y="88537"/></a:lnTo></a:path><a:path w="1849120" h="1377950"><a:moveTo><a:pt x="1731038" y="70721"/></a:moveTo><a:lnTo><a:pt x="1726020" y="73746"/></a:lnTo><a:lnTo><a:pt x="1726020" y="845388"/></a:lnTo></a:path><a:path w="1849120" h="1377950"><a:moveTo><a:pt x="1748218" y="831046"/></a:moveTo><a:lnTo><a:pt x="1748218" y="59397"/></a:lnTo><a:lnTo><a:pt x="1731046" y="69751"/></a:lnTo></a:path><a:path w="1849120" h="1377950"><a:moveTo><a:pt x="1748218" y="59397"/></a:moveTo><a:lnTo><a:pt x="1757355" y="60599"/></a:lnTo></a:path><a:path w="1849120" h="1377950"><a:moveTo><a:pt x="1626112" y="133980"/></a:moveTo><a:lnTo><a:pt x="1621086" y="137013"/></a:lnTo><a:lnTo><a:pt x="1621086" y="908655"/></a:lnTo></a:path><a:path w="1849120" h="1377950"><a:moveTo><a:pt x="1667810" y="879523"/></a:moveTo><a:lnTo><a:pt x="1667810" y="107881"/></a:lnTo><a:lnTo><a:pt x="1650638" y="118235"/></a:lnTo></a:path><a:path w="1849120" h="1377950"><a:moveTo><a:pt x="1679716" y="880554"/></a:moveTo><a:lnTo><a:pt x="1679716" y="108912"/></a:lnTo><a:lnTo><a:pt x="1677660" y="108641"/></a:lnTo></a:path><a:path w="1849120" h="1377950"><a:moveTo><a:pt x="1700176" y="88366"/></a:moveTo><a:lnTo><a:pt x="1683252" y="98565"/></a:lnTo></a:path><a:path w="1849120" h="1377950"><a:moveTo><a:pt x="1724702" y="845217"/></a:moveTo><a:lnTo><a:pt x="1724702" y="73575"/></a:lnTo><a:lnTo><a:pt x="1706521" y="84542"/></a:lnTo></a:path><a:path w="1849120" h="1377950"><a:moveTo><a:pt x="1761528" y="831225"/></a:moveTo><a:lnTo><a:pt x="1761528" y="59583"/></a:lnTo><a:lnTo><a:pt x="1760116" y="60436"/></a:lnTo><a:lnTo><a:pt x="1760116" y="832078"/></a:lnTo></a:path><a:path w="1849120" h="1377950"><a:moveTo><a:pt x="1762932" y="58737"/></a:moveTo><a:lnTo><a:pt x="1761528" y="59583"/></a:lnTo></a:path><a:path w="1849120" h="1377950"><a:moveTo><a:pt x="1758069" y="60164"/></a:moveTo><a:lnTo><a:pt x="1760116" y="60436"/></a:lnTo></a:path><a:path w="1849120" h="1377950"><a:moveTo><a:pt x="1682523" y="107221"/></a:moveTo><a:lnTo><a:pt x="1681119" y="108067"/></a:lnTo><a:lnTo><a:pt x="1681119" y="879709"/></a:lnTo></a:path><a:path w="1849120" h="1377950"><a:moveTo><a:pt x="1762932" y="57233"/></a:moveTo><a:lnTo><a:pt x="1763646" y="56798"/></a:lnTo></a:path><a:path w="1849120" h="1377950"><a:moveTo><a:pt x="1619776" y="908485"/></a:moveTo><a:lnTo><a:pt x="1619776" y="136842"/></a:lnTo><a:lnTo><a:pt x="1602844" y="147050"/></a:lnTo></a:path><a:path w="1849120" h="1377950"><a:moveTo><a:pt x="1679716" y="108912"/></a:moveTo><a:lnTo><a:pt x="1681119" y="108067"/></a:lnTo></a:path><a:path w="1849120" h="1377950"><a:moveTo><a:pt x="1667810" y="107881"/></a:moveTo><a:lnTo><a:pt x="1676947" y="109075"/></a:lnTo></a:path><a:path w="1849120" h="1377950"><a:moveTo><a:pt x="1619776" y="136842"/></a:moveTo><a:lnTo><a:pt x="1621086" y="137013"/></a:lnTo></a:path><a:path w="1849120" h="1377950"><a:moveTo><a:pt x="1644301" y="122059"/></a:moveTo><a:lnTo><a:pt x="1645612" y="122230"/></a:lnTo></a:path><a:path w="1849120" h="1377950"><a:moveTo><a:pt x="1724702" y="73575"/></a:moveTo><a:lnTo><a:pt x="1726020" y="73746"/></a:lnTo></a:path><a:path w="1849120" h="1377950"><a:moveTo><a:pt x="1811447" y="22237"/></a:moveTo><a:lnTo><a:pt x="1806421" y="25269"/></a:lnTo></a:path><a:path w="1849120" h="1377950"><a:moveTo><a:pt x="1786922" y="37028"/></a:moveTo><a:lnTo><a:pt x="1781896" y="40053"/></a:lnTo></a:path><a:path w="1849120" h="1377950"><a:moveTo><a:pt x="1828619" y="782562"/></a:moveTo><a:lnTo><a:pt x="1828619" y="10920"/></a:lnTo><a:lnTo><a:pt x="1811447" y="21275"/></a:lnTo></a:path><a:path w="1849120" h="1377950"><a:moveTo><a:pt x="1840207" y="783555"/></a:moveTo><a:lnTo><a:pt x="1840207" y="11913"/></a:lnTo><a:lnTo><a:pt x="1839494" y="12347"/></a:lnTo><a:lnTo><a:pt x="1839494" y="783990"/></a:lnTo></a:path><a:path w="1849120" h="1377950"><a:moveTo><a:pt x="1842263" y="783827"/></a:moveTo><a:lnTo><a:pt x="1842263" y="12185"/></a:lnTo><a:lnTo><a:pt x="1840207" y="11913"/></a:lnTo></a:path><a:path w="1849120" h="1377950"><a:moveTo><a:pt x="1805110" y="25099"/></a:moveTo><a:lnTo><a:pt x="1786930" y="36058"/></a:lnTo></a:path><a:path w="1849120" h="1377950"><a:moveTo><a:pt x="1828619" y="10920"/></a:moveTo><a:lnTo><a:pt x="1839494" y="12347"/></a:lnTo></a:path><a:path w="1849120" h="1377950"><a:moveTo><a:pt x="1780585" y="39882"/></a:moveTo><a:lnTo><a:pt x="1763661" y="50089"/></a:lnTo></a:path><a:path w="1849120" h="1377950"><a:moveTo><a:pt x="1846040" y="8399"/></a:moveTo><a:lnTo><a:pt x="1846761" y="7965"/></a:lnTo></a:path><a:path w="1849120" h="1377950"><a:moveTo><a:pt x="1848848" y="0"/></a:moveTo><a:lnTo><a:pt x="1846769" y="1248"/></a:lnTo></a:path><a:path w="1849120" h="1377950"><a:moveTo><a:pt x="1539367" y="185319"/></a:moveTo><a:lnTo><a:pt x="1540678" y="185489"/></a:lnTo><a:lnTo><a:pt x="1545704" y="182464"/></a:lnTo></a:path><a:path w="1849120" h="1377950"><a:moveTo><a:pt x="1602115" y="155698"/></a:moveTo><a:lnTo><a:pt x="1600711" y="156543"/></a:lnTo></a:path><a:path w="1849120" h="1377950"><a:moveTo><a:pt x="1565203" y="170706"/></a:moveTo><a:lnTo><a:pt x="1563892" y="170535"/></a:lnTo><a:lnTo><a:pt x="1545704" y="181495"/></a:lnTo></a:path><a:path w="1849120" h="1377950"><a:moveTo><a:pt x="1587401" y="156357"/></a:moveTo><a:lnTo><a:pt x="1570229" y="166712"/></a:lnTo></a:path><a:path w="1849120" h="1377950"><a:moveTo><a:pt x="1599307" y="157389"/></a:moveTo><a:lnTo><a:pt x="1600711" y="156543"/></a:lnTo></a:path><a:path w="1849120" h="1377950"><a:moveTo><a:pt x="1570229" y="167673"/></a:moveTo><a:lnTo><a:pt x="1565203" y="170706"/></a:lnTo></a:path><a:path w="1849120" h="1377950"><a:moveTo><a:pt x="1597259" y="157125"/></a:moveTo><a:lnTo><a:pt x="1599307" y="157389"/></a:lnTo></a:path><a:path w="1849120" h="1377950"><a:moveTo><a:pt x="1279138" y="348920"/></a:moveTo><a:lnTo><a:pt x="1279860" y="348494"/></a:lnTo></a:path><a:path w="1849120" h="1377950"><a:moveTo><a:pt x="1354684" y="1075018"/></a:moveTo><a:lnTo><a:pt x="1354684" y="303376"/></a:lnTo><a:lnTo><a:pt x="1353970" y="303810"/></a:lnTo><a:lnTo><a:pt x="1353970" y="1075452"/></a:lnTo></a:path><a:path w="1849120" h="1377950"><a:moveTo><a:pt x="1435092" y="1026542"/></a:moveTo><a:lnTo><a:pt x="1435092" y="254900"/></a:lnTo><a:lnTo><a:pt x="1434371" y="255326"/></a:lnTo><a:lnTo><a:pt x="1434371" y="1026968"/></a:lnTo></a:path><a:path w="1849120" h="1377950"><a:moveTo><a:pt x="1321317" y="1088429"/></a:moveTo><a:lnTo><a:pt x="1321317" y="316786"/></a:lnTo><a:lnTo><a:pt x="1303136" y="327754"/></a:lnTo></a:path><a:path w="1849120" h="1377950"><a:moveTo><a:pt x="1327661" y="313932"/></a:moveTo><a:lnTo><a:pt x="1322635" y="316957"/></a:lnTo><a:lnTo><a:pt x="1322635" y="1088599"/></a:lnTo></a:path><a:path w="1849120" h="1377950"><a:moveTo><a:pt x="1359547" y="300444"/></a:moveTo><a:lnTo><a:pt x="1360268" y="300010"/></a:lnTo></a:path><a:path w="1849120" h="1377950"><a:moveTo><a:pt x="1383537" y="280239"/></a:moveTo><a:lnTo><a:pt x="1378511" y="283264"/></a:lnTo></a:path><a:path w="1849120" h="1377950"><a:moveTo><a:pt x="1408062" y="265448"/></a:moveTo><a:lnTo><a:pt x="1403036" y="268481"/></a:lnTo><a:lnTo><a:pt x="1403036" y="1040123"/></a:lnTo></a:path><a:path w="1849120" h="1377950"><a:moveTo><a:pt x="1425234" y="1025774"/></a:moveTo><a:lnTo><a:pt x="1425234" y="254132"/></a:lnTo><a:lnTo><a:pt x="1408062" y="264486"/></a:lnTo></a:path><a:path w="1849120" h="1377950"><a:moveTo><a:pt x="1425234" y="254132"/></a:moveTo><a:lnTo><a:pt x="1434371" y="255326"/></a:lnTo></a:path><a:path w="1849120" h="1377950"><a:moveTo><a:pt x="1303136" y="328715"/></a:moveTo><a:lnTo><a:pt x="1298110" y="331748"/></a:lnTo><a:lnTo><a:pt x="1298110" y="1103390"/></a:lnTo></a:path><a:path w="1849120" h="1377950"><a:moveTo><a:pt x="1344833" y="1074250"/></a:moveTo><a:lnTo><a:pt x="1344833" y="302608"/></a:lnTo><a:lnTo><a:pt x="1327661" y="312963"/></a:lnTo></a:path><a:path w="1849120" h="1377950"><a:moveTo><a:pt x="1356731" y="1075290"/></a:moveTo><a:lnTo><a:pt x="1356731" y="303647"/></a:lnTo><a:lnTo><a:pt x="1354684" y="303376"/></a:lnTo></a:path><a:path w="1849120" h="1377950"><a:moveTo><a:pt x="1377200" y="283093"/></a:moveTo><a:lnTo><a:pt x="1360276" y="293301"/></a:lnTo></a:path><a:path w="1849120" h="1377950"><a:moveTo><a:pt x="1401725" y="1039952"/></a:moveTo><a:lnTo><a:pt x="1401725" y="268310"/></a:lnTo><a:lnTo><a:pt x="1383545" y="279270"/></a:lnTo></a:path><a:path w="1849120" h="1377950"><a:moveTo><a:pt x="1438544" y="1025960"/></a:moveTo><a:lnTo><a:pt x="1438544" y="254318"/></a:lnTo><a:lnTo><a:pt x="1437140" y="255163"/></a:lnTo><a:lnTo><a:pt x="1437140" y="1026806"/></a:lnTo></a:path><a:path w="1849120" h="1377950"><a:moveTo><a:pt x="1439948" y="253472"/></a:moveTo><a:lnTo><a:pt x="1438544" y="254318"/></a:lnTo></a:path><a:path w="1849120" h="1377950"><a:moveTo><a:pt x="1435092" y="254900"/></a:moveTo><a:lnTo><a:pt x="1437140" y="255163"/></a:lnTo></a:path><a:path w="1849120" h="1377950"><a:moveTo><a:pt x="1359547" y="301949"/></a:moveTo><a:lnTo><a:pt x="1358143" y="302794"/></a:lnTo><a:lnTo><a:pt x="1358143" y="1074436"/></a:lnTo></a:path><a:path w="1849120" h="1377950"><a:moveTo><a:pt x="1439956" y="251968"/></a:moveTo><a:lnTo><a:pt x="1440669" y="251533"/></a:lnTo></a:path><a:path w="1849120" h="1377950"><a:moveTo><a:pt x="1296791" y="1103212"/></a:moveTo><a:lnTo><a:pt x="1296791" y="331570"/></a:lnTo><a:lnTo><a:pt x="1279867" y="341777"/></a:lnTo></a:path><a:path w="1849120" h="1377950"><a:moveTo><a:pt x="1356731" y="303647"/></a:moveTo><a:lnTo><a:pt x="1358143" y="302794"/></a:lnTo></a:path><a:path w="1849120" h="1377950"><a:moveTo><a:pt x="1344833" y="302608"/></a:moveTo><a:lnTo><a:pt x="1353970" y="303810"/></a:lnTo></a:path><a:path w="1849120" h="1377950"><a:moveTo><a:pt x="1296791" y="331570"/></a:moveTo><a:lnTo><a:pt x="1298110" y="331748"/></a:lnTo></a:path><a:path w="1849120" h="1377950"><a:moveTo><a:pt x="1321317" y="316786"/></a:moveTo><a:lnTo><a:pt x="1322635" y="316957"/></a:lnTo></a:path><a:path w="1849120" h="1377950"><a:moveTo><a:pt x="1401725" y="268310"/></a:moveTo><a:lnTo><a:pt x="1403036" y="268481"/></a:lnTo></a:path><a:path w="1849120" h="1377950"><a:moveTo><a:pt x="1488471" y="216972"/></a:moveTo><a:lnTo><a:pt x="1483445" y="220004"/></a:lnTo></a:path><a:path w="1849120" h="1377950"><a:moveTo><a:pt x="1463946" y="231755"/></a:moveTo><a:lnTo><a:pt x="1458920" y="234788"/></a:lnTo></a:path><a:path w="1849120" h="1377950"><a:moveTo><a:pt x="1505643" y="977298"/></a:moveTo><a:lnTo><a:pt x="1505643" y="205655"/></a:lnTo><a:lnTo><a:pt x="1488471" y="216010"/></a:lnTo></a:path><a:path w="1849120" h="1377950"><a:moveTo><a:pt x="1517231" y="978290"/></a:moveTo><a:lnTo><a:pt x="1517231" y="206648"/></a:lnTo><a:lnTo><a:pt x="1516517" y="207075"/></a:lnTo><a:lnTo><a:pt x="1516517" y="978717"/></a:lnTo></a:path><a:path w="1849120" h="1377950"><a:moveTo><a:pt x="1519278" y="978554"/></a:moveTo><a:lnTo><a:pt x="1519278" y="206912"/></a:lnTo><a:lnTo><a:pt x="1517231" y="206648"/></a:lnTo></a:path><a:path w="1849120" h="1377950"><a:moveTo><a:pt x="1482134" y="219826"/></a:moveTo><a:lnTo><a:pt x="1463946" y="230793"/></a:lnTo></a:path><a:path w="1849120" h="1377950"><a:moveTo><a:pt x="1505643" y="205655"/></a:moveTo><a:lnTo><a:pt x="1516517" y="207075"/></a:lnTo></a:path><a:path w="1849120" h="1377950"><a:moveTo><a:pt x="1457609" y="234617"/></a:moveTo><a:lnTo><a:pt x="1440677" y="244824"/></a:lnTo></a:path><a:path w="1849120" h="1377950"><a:moveTo><a:pt x="1523063" y="203127"/></a:moveTo><a:lnTo><a:pt x="1523785" y="202693"/></a:lnTo></a:path><a:path w="1849120" h="1377950"><a:moveTo><a:pt x="1525863" y="194735"/></a:moveTo><a:lnTo><a:pt x="1523792" y="195983"/></a:lnTo></a:path><a:path w="1849120" h="1377950"><a:moveTo><a:pt x="1222727" y="377192"/></a:moveTo><a:lnTo><a:pt x="1217701" y="380224"/></a:lnTo><a:lnTo><a:pt x="1216391" y="380054"/></a:lnTo><a:lnTo><a:pt x="1205516" y="386608"/></a:lnTo></a:path><a:path w="1849120" h="1377950"><a:moveTo><a:pt x="1279138" y="350425"/></a:moveTo><a:lnTo><a:pt x="1277734" y="351278"/></a:lnTo></a:path><a:path w="1849120" h="1377950"><a:moveTo><a:pt x="1242227" y="365441"/></a:moveTo><a:lnTo><a:pt x="1240916" y="365263"/></a:lnTo><a:lnTo><a:pt x="1222727" y="376230"/></a:lnTo></a:path><a:path w="1849120" h="1377950"><a:moveTo><a:pt x="1264425" y="351092"/></a:moveTo><a:lnTo><a:pt x="1247253" y="361447"/></a:lnTo></a:path><a:path w="1849120" h="1377950"><a:moveTo><a:pt x="1276331" y="352124"/></a:moveTo><a:lnTo><a:pt x="1277734" y="351278"/></a:lnTo></a:path><a:path w="1849120" h="1377950"><a:moveTo><a:pt x="1247253" y="362408"/></a:moveTo><a:lnTo><a:pt x="1242227" y="365441"/></a:lnTo></a:path><a:path w="1849120" h="1377950"><a:moveTo><a:pt x="1204648" y="385855"/></a:moveTo><a:lnTo><a:pt x="1205516" y="386608"/></a:lnTo><a:lnTo><a:pt x="1205516" y="1158250"/></a:lnTo></a:path><a:path w="1849120" h="1377950"><a:moveTo><a:pt x="62639" y="622784"/></a:moveTo><a:lnTo><a:pt x="63352" y="622350"/></a:lnTo></a:path><a:path w="1849120" h="1377950"><a:moveTo><a:pt x="138014" y="1348936"/></a:moveTo><a:lnTo><a:pt x="138014" y="577093"/></a:lnTo><a:lnTo><a:pt x="137292" y="577527"/></a:lnTo><a:lnTo><a:pt x="137292" y="1349371"/></a:lnTo></a:path><a:path w="1849120" h="1377950"><a:moveTo><a:pt x="218236" y="1300305"/></a:moveTo><a:lnTo><a:pt x="218236" y="528453"/></a:lnTo><a:lnTo><a:pt x="217515" y="528888"/></a:lnTo><a:lnTo><a:pt x="217515" y="1300739"/></a:lnTo></a:path><a:path w="1849120" h="1377950"><a:moveTo><a:pt x="104693" y="1362417"/></a:moveTo><a:lnTo><a:pt x="104693" y="590565"/></a:lnTo><a:lnTo><a:pt x="86551" y="601563"/></a:lnTo></a:path><a:path w="1849120" h="1377950"><a:moveTo><a:pt x="111022" y="587695"/></a:moveTo><a:lnTo><a:pt x="106011" y="590736"/></a:lnTo><a:lnTo><a:pt x="106011" y="1362587"/></a:lnTo></a:path><a:path w="1849120" h="1377950"><a:moveTo><a:pt x="142861" y="574153"/></a:moveTo><a:lnTo><a:pt x="143575" y="573719"/></a:lnTo></a:path><a:path w="1849120" h="1377950"><a:moveTo><a:pt x="166774" y="553894"/></a:moveTo><a:lnTo><a:pt x="161763" y="556934"/></a:lnTo></a:path><a:path w="1849120" h="1377950"><a:moveTo><a:pt x="191244" y="539064"/></a:moveTo><a:lnTo><a:pt x="186234" y="542104"/></a:lnTo><a:lnTo><a:pt x="186234" y="1313948"/></a:lnTo></a:path><a:path w="1849120" h="1377950"><a:moveTo><a:pt x="208378" y="1299560"/></a:moveTo><a:lnTo><a:pt x="208378" y="527709"/></a:lnTo><a:lnTo><a:pt x="191244" y="538094"/></a:lnTo></a:path><a:path w="1849120" h="1377950"><a:moveTo><a:pt x="208378" y="527709"/></a:moveTo><a:lnTo><a:pt x="217515" y="528888"/></a:lnTo></a:path><a:path w="1849120" h="1377950"><a:moveTo><a:pt x="86551" y="602533"/></a:moveTo><a:lnTo><a:pt x="81541" y="605573"/></a:lnTo><a:lnTo><a:pt x="81541" y="1377417"/></a:lnTo></a:path><a:path w="1849120" h="1377950"><a:moveTo><a:pt x="128155" y="1348192"/></a:moveTo><a:lnTo><a:pt x="128155" y="576348"/></a:lnTo><a:lnTo><a:pt x="111022" y="586734"/></a:lnTo></a:path><a:path w="1849120" h="1377950"><a:moveTo><a:pt x="140061" y="1349200"/></a:moveTo><a:lnTo><a:pt x="140061" y="577356"/></a:lnTo><a:lnTo><a:pt x="138014" y="577093"/></a:lnTo></a:path><a:path w="1849120" h="1377950"><a:moveTo><a:pt x="160452" y="556764"/></a:moveTo><a:lnTo><a:pt x="143559" y="567002"/></a:lnTo></a:path><a:path w="1849120" h="1377950"><a:moveTo><a:pt x="184915" y="1313778"/></a:moveTo><a:lnTo><a:pt x="184915" y="541934"/></a:lnTo><a:lnTo><a:pt x="166774" y="552932"/></a:lnTo></a:path><a:path w="1849120" h="1377950"><a:moveTo><a:pt x="221688" y="1299716"/></a:moveTo><a:lnTo><a:pt x="221688" y="527872"/></a:lnTo><a:lnTo><a:pt x="220284" y="528717"/></a:lnTo><a:lnTo><a:pt x="220284" y="1300569"/></a:lnTo></a:path><a:path w="1849120" h="1377950"><a:moveTo><a:pt x="223084" y="527019"/></a:moveTo><a:lnTo><a:pt x="221688" y="527872"/></a:lnTo></a:path><a:path w="1849120" h="1377950"><a:moveTo><a:pt x="218236" y="528453"/></a:moveTo><a:lnTo><a:pt x="220284" y="528717"/></a:lnTo></a:path><a:path w="1849120" h="1377950"><a:moveTo><a:pt x="142861" y="575658"/></a:moveTo><a:lnTo><a:pt x="141465" y="576503"/></a:lnTo><a:lnTo><a:pt x="141465" y="1348355"/></a:lnTo></a:path><a:path w="1849120" h="1377950"><a:moveTo><a:pt x="223084" y="525514"/></a:moveTo><a:lnTo><a:pt x="223797" y="525079"/></a:lnTo></a:path><a:path w="1849120" h="1377950"><a:moveTo><a:pt x="80222" y="1377254"/></a:moveTo><a:lnTo><a:pt x="80222" y="605403"/></a:lnTo><a:lnTo><a:pt x="63337" y="615641"/></a:lnTo></a:path><a:path w="1849120" h="1377950"><a:moveTo><a:pt x="140061" y="577356"/></a:moveTo><a:lnTo><a:pt x="141465" y="576503"/></a:lnTo></a:path><a:path w="1849120" h="1377950"><a:moveTo><a:pt x="128155" y="576348"/></a:moveTo><a:lnTo><a:pt x="137292" y="577527"/></a:lnTo></a:path><a:path w="1849120" h="1377950"><a:moveTo><a:pt x="80222" y="605403"/></a:moveTo><a:lnTo><a:pt x="81541" y="605573"/></a:lnTo></a:path><a:path w="1849120" h="1377950"><a:moveTo><a:pt x="104693" y="590565"/></a:moveTo><a:lnTo><a:pt x="106011" y="590736"/></a:lnTo></a:path><a:path w="1849120" h="1377950"><a:moveTo><a:pt x="184915" y="541934"/></a:moveTo><a:lnTo><a:pt x="186234" y="542104"/></a:lnTo></a:path><a:path w="1849120" h="1377950"><a:moveTo><a:pt x="271467" y="490425"/></a:moveTo><a:lnTo><a:pt x="266456" y="493465"/></a:lnTo></a:path><a:path w="1849120" h="1377950"><a:moveTo><a:pt x="247004" y="505255"/></a:moveTo><a:lnTo><a:pt x="241986" y="508295"/></a:lnTo></a:path><a:path w="1849120" h="1377950"><a:moveTo><a:pt x="288600" y="1250921"/></a:moveTo><a:lnTo><a:pt x="288600" y="479070"/></a:lnTo><a:lnTo><a:pt x="271467" y="489463"/></a:lnTo></a:path><a:path w="1849120" h="1377950"><a:moveTo><a:pt x="300188" y="1251891"/></a:moveTo><a:lnTo><a:pt x="300188" y="480039"/></a:lnTo><a:lnTo><a:pt x="299475" y="480474"/></a:lnTo><a:lnTo><a:pt x="299475" y="1252325"/></a:lnTo></a:path><a:path w="1849120" h="1377950"><a:moveTo><a:pt x="302244" y="1252154"/></a:moveTo><a:lnTo><a:pt x="302244" y="480303"/></a:lnTo><a:lnTo><a:pt x="300188" y="480039"/></a:lnTo></a:path><a:path w="1849120" h="1377950"><a:moveTo><a:pt x="265138" y="493295"/></a:moveTo><a:lnTo><a:pt x="246996" y="504293"/></a:lnTo></a:path><a:path w="1849120" h="1377950"><a:moveTo><a:pt x="288600" y="479070"/></a:moveTo><a:lnTo><a:pt x="299475" y="480474"/></a:lnTo></a:path><a:path w="1849120" h="1377950"><a:moveTo><a:pt x="240675" y="508132"/></a:moveTo><a:lnTo><a:pt x="223782" y="518370"/></a:lnTo></a:path><a:path w="1849120" h="1377950"><a:moveTo><a:pt x="306013" y="476510"/></a:moveTo><a:lnTo><a:pt x="306727" y="476076"/></a:lnTo></a:path><a:path w="1849120" h="1377950"><a:moveTo><a:pt x="308782" y="468110"/></a:moveTo><a:lnTo><a:pt x="306711" y="469367"/></a:lnTo></a:path><a:path w="1849120" h="1377950"><a:moveTo><a:pt x="0" y="654042"/></a:moveTo><a:lnTo><a:pt x="1318" y="654205"/></a:lnTo><a:lnTo><a:pt x="6329" y="651172"/></a:lnTo></a:path><a:path w="1849120" h="1377950"><a:moveTo><a:pt x="62639" y="624289"/></a:moveTo><a:lnTo><a:pt x="61235" y="625142"/></a:lnTo></a:path><a:path w="1849120" h="1377950"><a:moveTo><a:pt x="25781" y="639375"/></a:moveTo><a:lnTo><a:pt x="24470" y="639204"/></a:lnTo><a:lnTo><a:pt x="6329" y="650203"/></a:lnTo></a:path><a:path w="1849120" h="1377950"><a:moveTo><a:pt x="47925" y="624979"/></a:moveTo><a:lnTo><a:pt x="30792" y="635373"/></a:lnTo></a:path><a:path w="1849120" h="1377950"><a:moveTo><a:pt x="59839" y="625996"/></a:moveTo><a:lnTo><a:pt x="61235" y="625142"/></a:lnTo></a:path><a:path w="1849120" h="1377950"><a:moveTo><a:pt x="30799" y="636335"/></a:moveTo><a:lnTo><a:pt x="25781" y="639375"/></a:lnTo></a:path></a:pathLst></a:custGeom><a:ln w="3878"><a:solidFill><a:srgbClr val="000000"/></a:solidFill></a:ln></p:spPr><p:txBody><a:bodyPr wrap="square" lIns="0" tIns="0" rIns="0" bIns="0" rtlCol="0"/><a:lstStyle/><a:p/></p:txBody></p:sp><p:sp><p:nvSpPr><p:cNvPr id="215" name="object 215"/><p:cNvSpPr/><p:nvPr/></p:nvSpPr><p:spPr><a:xfrm><a:off x="5400408" y="3486776"/><a:ext cx="245110" cy="153035"/></a:xfrm><a:custGeom><a:avLst/><a:gdLst/><a:ahLst/><a:cxnLst/><a:rect l="l" t="t" r="r" b="b"/><a:pathLst><a:path w="245110" h="153035"><a:moveTo><a:pt x="3886" y="145910"/></a:moveTo><a:lnTo><a:pt x="0" y="145910"/></a:lnTo><a:lnTo><a:pt x="0" y="152615"/></a:lnTo><a:lnTo><a:pt x="3886" y="152615"/></a:lnTo><a:lnTo><a:pt x="3886" y="145910"/></a:lnTo><a:close/></a:path><a:path w="245110" h="153035"><a:moveTo><a:pt x="84124" y="97269"/></a:moveTo><a:lnTo><a:pt x="80225" y="97269"/></a:lnTo><a:lnTo><a:pt x="80225" y="103987"/></a:lnTo><a:lnTo><a:pt x="84124" y="103987"/></a:lnTo><a:lnTo><a:pt x="84124" y="97269"/></a:lnTo><a:close/></a:path><a:path w="245110" h="153035"><a:moveTo><a:pt x="164338" y="48641"/></a:moveTo><a:lnTo><a:pt x="160451" y="48641"/></a:lnTo><a:lnTo><a:pt x="160451" y="55346"/></a:lnTo><a:lnTo><a:pt x="164338" y="55346"/></a:lnTo><a:lnTo><a:pt x="164338" y="48641"/></a:lnTo><a:close/></a:path><a:path w="245110" h="153035"><a:moveTo><a:pt x="244563" y="0"/></a:moveTo><a:lnTo><a:pt x="240665" y="0"/></a:lnTo><a:lnTo><a:pt x="240665" y="6705"/></a:lnTo><a:lnTo><a:pt x="244563" y="6705"/></a:lnTo><a:lnTo><a:pt x="244563" y="0"/></a:lnTo><a:close/></a:path></a:pathLst></a:custGeom><a:solidFill><a:srgbClr val="000000"/></a:solidFill></p:spPr><p:txBody><a:bodyPr wrap="square" lIns="0" tIns="0" rIns="0" bIns="0" rtlCol="0"/><a:lstStyle/><a:p/></p:txBody></p:sp><p:sp><p:nvSpPr><p:cNvPr id="216" name="object 216"/><p:cNvSpPr/><p:nvPr/></p:nvSpPr><p:spPr><a:xfrm><a:off x="4453856" y="4023062"/><a:ext cx="309245" cy="909319"/></a:xfrm><a:custGeom><a:avLst/><a:gdLst/><a:ahLst/><a:cxnLst/><a:rect l="l" t="t" r="r" b="b"/><a:pathLst><a:path w="309245" h="909320"><a:moveTo><a:pt x="62639" y="154674"/></a:moveTo><a:lnTo><a:pt x="63352" y="154240"/></a:lnTo></a:path><a:path w="309245" h="909320"><a:moveTo><a:pt x="138006" y="880826"/></a:moveTo><a:lnTo><a:pt x="138006" y="108982"/></a:lnTo><a:lnTo><a:pt x="137292" y="109416"/></a:lnTo><a:lnTo><a:pt x="137292" y="881260"/></a:lnTo></a:path><a:path w="309245" h="909320"><a:moveTo><a:pt x="218236" y="832187"/></a:moveTo><a:lnTo><a:pt x="218236" y="60343"/></a:lnTo><a:lnTo><a:pt x="217515" y="60777"/></a:lnTo><a:lnTo><a:pt x="217515" y="832621"/></a:lnTo></a:path><a:path w="309245" h="909320"><a:moveTo><a:pt x="104693" y="894306"/></a:moveTo><a:lnTo><a:pt x="104693" y="122455"/></a:lnTo><a:lnTo><a:pt x="86551" y="133453"/></a:lnTo></a:path><a:path w="309245" h="909320"><a:moveTo><a:pt x="111022" y="119585"/></a:moveTo><a:lnTo><a:pt x="106004" y="122625"/></a:lnTo><a:lnTo><a:pt x="106004" y="894477"/></a:lnTo></a:path><a:path w="309245" h="909320"><a:moveTo><a:pt x="142861" y="106035"/></a:moveTo><a:lnTo><a:pt x="143575" y="105608"/></a:lnTo></a:path><a:path w="309245" h="909320"><a:moveTo><a:pt x="166774" y="85783"/></a:moveTo><a:lnTo><a:pt x="161763" y="88824"/></a:lnTo></a:path><a:path w="309245" h="909320"><a:moveTo><a:pt x="191244" y="70946"/></a:moveTo><a:lnTo><a:pt x="186234" y="73986"/></a:lnTo><a:lnTo><a:pt x="186234" y="845838"/></a:lnTo></a:path><a:path w="309245" h="909320"><a:moveTo><a:pt x="208378" y="831442"/></a:moveTo><a:lnTo><a:pt x="208378" y="59598"/></a:lnTo><a:lnTo><a:pt x="191244" y="69984"/></a:lnTo></a:path><a:path w="309245" h="909320"><a:moveTo><a:pt x="208378" y="59598"/></a:moveTo><a:lnTo><a:pt x="217515" y="60777"/></a:lnTo></a:path><a:path w="309245" h="909320"><a:moveTo><a:pt x="86551" y="134422"/></a:moveTo><a:lnTo><a:pt x="81541" y="137463"/></a:lnTo><a:lnTo><a:pt x="81541" y="909307"/></a:lnTo></a:path><a:path w="309245" h="909320"><a:moveTo><a:pt x="128155" y="880081"/></a:moveTo><a:lnTo><a:pt x="128155" y="108230"/></a:lnTo><a:lnTo><a:pt x="111022" y="118623"/></a:lnTo></a:path><a:path w="309245" h="909320"><a:moveTo><a:pt x="140061" y="881090"/></a:moveTo><a:lnTo><a:pt x="140061" y="109246"/></a:lnTo><a:lnTo><a:pt x="138006" y="108982"/></a:lnTo></a:path><a:path w="309245" h="909320"><a:moveTo><a:pt x="160452" y="88653"/></a:moveTo><a:lnTo><a:pt x="143559" y="98891"/></a:lnTo></a:path><a:path w="309245" h="909320"><a:moveTo><a:pt x="184915" y="845667"/></a:moveTo><a:lnTo><a:pt x="184915" y="73823"/></a:lnTo><a:lnTo><a:pt x="166774" y="84821"/></a:lnTo></a:path><a:path w="309245" h="909320"><a:moveTo><a:pt x="221688" y="831605"/></a:moveTo><a:lnTo><a:pt x="221688" y="59753"/></a:lnTo><a:lnTo><a:pt x="220284" y="60607"/></a:lnTo><a:lnTo><a:pt x="220284" y="832458"/></a:lnTo></a:path><a:path w="309245" h="909320"><a:moveTo><a:pt x="223084" y="58908"/></a:moveTo><a:lnTo><a:pt x="221688" y="59753"/></a:lnTo></a:path><a:path w="309245" h="909320"><a:moveTo><a:pt x="218236" y="60343"/></a:moveTo><a:lnTo><a:pt x="220284" y="60607"/></a:lnTo></a:path><a:path w="309245" h="909320"><a:moveTo><a:pt x="142861" y="107547"/></a:moveTo><a:lnTo><a:pt x="141465" y="108393"/></a:lnTo><a:lnTo><a:pt x="141465" y="880244"/></a:lnTo></a:path><a:path w="309245" h="909320"><a:moveTo><a:pt x="223084" y="57403"/></a:moveTo><a:lnTo><a:pt x="223797" y="56969"/></a:lnTo></a:path><a:path w="309245" h="909320"><a:moveTo><a:pt x="80222" y="909136"/></a:moveTo><a:lnTo><a:pt x="80222" y="137292"/></a:lnTo><a:lnTo><a:pt x="63337" y="147530"/></a:lnTo></a:path><a:path w="309245" h="909320"><a:moveTo><a:pt x="140061" y="109246"/></a:moveTo><a:lnTo><a:pt x="141465" y="108393"/></a:lnTo></a:path><a:path w="309245" h="909320"><a:moveTo><a:pt x="128155" y="108230"/></a:moveTo><a:lnTo><a:pt x="137292" y="109416"/></a:lnTo></a:path><a:path w="309245" h="909320"><a:moveTo><a:pt x="80222" y="137292"/></a:moveTo><a:lnTo><a:pt x="81541" y="137463"/></a:lnTo></a:path><a:path w="309245" h="909320"><a:moveTo><a:pt x="104693" y="122455"/></a:moveTo><a:lnTo><a:pt x="106004" y="122625"/></a:lnTo></a:path><a:path w="309245" h="909320"><a:moveTo><a:pt x="184915" y="73823"/></a:moveTo><a:lnTo><a:pt x="186234" y="73986"/></a:lnTo></a:path><a:path w="309245" h="909320"><a:moveTo><a:pt x="271467" y="22314"/></a:moveTo><a:lnTo><a:pt x="266456" y="25355"/></a:lnTo></a:path><a:path w="309245" h="909320"><a:moveTo><a:pt x="247004" y="37144"/></a:moveTo><a:lnTo><a:pt x="241986" y="40184"/></a:lnTo></a:path><a:path w="309245" h="909320"><a:moveTo><a:pt x="288600" y="782811"/></a:moveTo><a:lnTo><a:pt x="288600" y="10959"/></a:lnTo><a:lnTo><a:pt x="271467" y="21345"/></a:lnTo></a:path><a:path w="309245" h="909320"><a:moveTo><a:pt x="300188" y="783780"/></a:moveTo><a:lnTo><a:pt x="300188" y="11929"/></a:lnTo><a:lnTo><a:pt x="299475" y="12363"/></a:lnTo><a:lnTo><a:pt x="299475" y="784214"/></a:lnTo></a:path><a:path w="309245" h="909320"><a:moveTo><a:pt x="302244" y="784044"/></a:moveTo><a:lnTo><a:pt x="302244" y="12192"/></a:lnTo><a:lnTo><a:pt x="300188" y="11929"/></a:lnTo></a:path><a:path w="309245" h="909320"><a:moveTo><a:pt x="265138" y="25184"/></a:moveTo><a:lnTo><a:pt x="246996" y="36182"/></a:lnTo></a:path><a:path w="309245" h="909320"><a:moveTo><a:pt x="288600" y="10959"/></a:moveTo><a:lnTo><a:pt x="299475" y="12363"/></a:lnTo></a:path><a:path w="309245" h="909320"><a:moveTo><a:pt x="240675" y="40014"/></a:moveTo><a:lnTo><a:pt x="223782" y="50252"/></a:lnTo></a:path><a:path w="309245" h="909320"><a:moveTo><a:pt x="306013" y="8399"/></a:moveTo><a:lnTo><a:pt x="306727" y="7965"/></a:lnTo></a:path><a:path w="309245" h="909320"><a:moveTo><a:pt x="308782" y="0"/></a:moveTo><a:lnTo><a:pt x="306711" y="1256"/></a:lnTo></a:path><a:path w="309245" h="909320"><a:moveTo><a:pt x="0" y="185924"/></a:moveTo><a:lnTo><a:pt x="1318" y="186094"/></a:lnTo><a:lnTo><a:pt x="6329" y="183054"/></a:lnTo></a:path><a:path w="309245" h="909320"><a:moveTo><a:pt x="62639" y="156179"/></a:moveTo><a:lnTo><a:pt x="61235" y="157032"/></a:lnTo></a:path><a:path w="309245" h="909320"><a:moveTo><a:pt x="25781" y="171264"/></a:moveTo><a:lnTo><a:pt x="24470" y="171094"/></a:lnTo><a:lnTo><a:pt x="6329" y="182092"/></a:lnTo></a:path><a:path w="309245" h="909320"><a:moveTo><a:pt x="47925" y="156869"/></a:moveTo><a:lnTo><a:pt x="30792" y="167254"/></a:lnTo></a:path><a:path w="309245" h="909320"><a:moveTo><a:pt x="59839" y="157877"/></a:moveTo><a:lnTo><a:pt x="61235" y="157032"/></a:lnTo></a:path><a:path w="309245" h="909320"><a:moveTo><a:pt x="30799" y="168224"/></a:moveTo><a:lnTo><a:pt x="25781" y="171264"/></a:lnTo></a:path></a:pathLst></a:custGeom><a:ln w="3878"><a:solidFill><a:srgbClr val="000000"/></a:solidFill></a:ln></p:spPr><p:txBody><a:bodyPr wrap="square" lIns="0" tIns="0" rIns="0" bIns="0" rtlCol="0"/><a:lstStyle/><a:p/></p:txBody></p:sp><p:sp><p:nvSpPr><p:cNvPr id="217" name="object 217"/><p:cNvSpPr/><p:nvPr/></p:nvSpPr><p:spPr><a:xfrm><a:off x="4433671" y="4072868"/><a:ext cx="245110" cy="153035"/></a:xfrm><a:custGeom><a:avLst/><a:gdLst/><a:ahLst/><a:cxnLst/><a:rect l="l" t="t" r="r" b="b"/><a:pathLst><a:path w="245110" h="153035"><a:moveTo><a:pt x="3886" y="145910"/></a:moveTo><a:lnTo><a:pt x="0" y="145910"/></a:lnTo><a:lnTo><a:pt x="0" y="152615"/></a:lnTo><a:lnTo><a:pt x="3886" y="152615"/></a:lnTo><a:lnTo><a:pt x="3886" y="145910"/></a:lnTo><a:close/></a:path><a:path w="245110" h="153035"><a:moveTo><a:pt x="84112" y="97269"/></a:moveTo><a:lnTo><a:pt x="80225" y="97269"/></a:lnTo><a:lnTo><a:pt x="80225" y="103987"/></a:lnTo><a:lnTo><a:pt x="84112" y="103987"/></a:lnTo><a:lnTo><a:pt x="84112" y="97269"/></a:lnTo><a:close/></a:path><a:path w="245110" h="153035"><a:moveTo><a:pt x="164338" y="48628"/></a:moveTo><a:lnTo><a:pt x="160451" y="48628"/></a:lnTo><a:lnTo><a:pt x="160451" y="55346"/></a:lnTo><a:lnTo><a:pt x="164338" y="55346"/></a:lnTo><a:lnTo><a:pt x="164338" y="48628"/></a:lnTo><a:close/></a:path><a:path w="245110" h="153035"><a:moveTo><a:pt x="244563" y="0"/></a:moveTo><a:lnTo><a:pt x="240677" y="0"/></a:lnTo><a:lnTo><a:pt x="240677" y="6718"/></a:lnTo><a:lnTo><a:pt x="244563" y="6718"/></a:lnTo><a:lnTo><a:pt x="244563" y="0"/></a:lnTo><a:close/></a:path></a:pathLst></a:custGeom><a:solidFill><a:srgbClr val="000000"/></a:solidFill></p:spPr><p:txBody><a:bodyPr wrap="square" lIns="0" tIns="0" rIns="0" bIns="0" rtlCol="0"/><a:lstStyle/><a:p/></p:txBody></p:sp><p:sp><p:nvSpPr><p:cNvPr id="218" name="object 218"/><p:cNvSpPr/><p:nvPr/></p:nvSpPr><p:spPr><a:xfrm><a:off x="5098351" y="3632335"/><a:ext cx="309245" cy="909319"/></a:xfrm><a:custGeom><a:avLst/><a:gdLst/><a:ahLst/><a:cxnLst/><a:rect l="l" t="t" r="r" b="b"/><a:pathLst><a:path w="309245" h="909320"><a:moveTo><a:pt x="62631" y="154674"/></a:moveTo><a:lnTo><a:pt x="63344" y="154240"/></a:lnTo></a:path><a:path w="309245" h="909320"><a:moveTo><a:pt x="138006" y="880826"/></a:moveTo><a:lnTo><a:pt x="138006" y="108974"/></a:lnTo><a:lnTo><a:pt x="137292" y="109409"/></a:lnTo><a:lnTo><a:pt x="137292" y="881260"/></a:lnTo></a:path><a:path w="309245" h="909320"><a:moveTo><a:pt x="218228" y="832187"/></a:moveTo><a:lnTo><a:pt x="218228" y="60335"/></a:lnTo><a:lnTo><a:pt x="217515" y="60769"/></a:lnTo><a:lnTo><a:pt x="217515" y="832621"/></a:lnTo></a:path><a:path w="309245" h="909320"><a:moveTo><a:pt x="104685" y="894298"/></a:moveTo><a:lnTo><a:pt x="104685" y="122455"/></a:lnTo><a:lnTo><a:pt x="86543" y="133453"/></a:lnTo></a:path><a:path w="309245" h="909320"><a:moveTo><a:pt x="111014" y="119585"/></a:moveTo><a:lnTo><a:pt x="106004" y="122617"/></a:lnTo><a:lnTo><a:pt x="106004" y="894469"/></a:lnTo></a:path><a:path w="309245" h="909320"><a:moveTo><a:pt x="142853" y="106035"/></a:moveTo><a:lnTo><a:pt x="143575" y="105600"/></a:lnTo></a:path><a:path w="309245" h="909320"><a:moveTo><a:pt x="166774" y="85775"/></a:moveTo><a:lnTo><a:pt x="161755" y="88816"/></a:lnTo></a:path><a:path w="309245" h="909320"><a:moveTo><a:pt x="191237" y="70946"/></a:moveTo><a:lnTo><a:pt x="186226" y="73986"/></a:lnTo><a:lnTo><a:pt x="186226" y="845830"/></a:lnTo></a:path><a:path w="309245" h="909320"><a:moveTo><a:pt x="208370" y="831442"/></a:moveTo><a:lnTo><a:pt x="208370" y="59590"/></a:lnTo><a:lnTo><a:pt x="191237" y="69984"/></a:lnTo></a:path><a:path w="309245" h="909320"><a:moveTo><a:pt x="208370" y="59590"/></a:moveTo><a:lnTo><a:pt x="217515" y="60769"/></a:lnTo></a:path><a:path w="309245" h="909320"><a:moveTo><a:pt x="86551" y="134415"/></a:moveTo><a:lnTo><a:pt x="81533" y="137455"/></a:lnTo><a:lnTo><a:pt x="81533" y="909307"/></a:lnTo></a:path><a:path w="309245" h="909320"><a:moveTo><a:pt x="128148" y="880081"/></a:moveTo><a:lnTo><a:pt x="128148" y="108230"/></a:lnTo><a:lnTo><a:pt x="111014" y="118615"/></a:lnTo></a:path><a:path w="309245" h="909320"><a:moveTo><a:pt x="140053" y="881090"/></a:moveTo><a:lnTo><a:pt x="140053" y="109238"/></a:lnTo><a:lnTo><a:pt x="138006" y="108974"/></a:lnTo></a:path><a:path w="309245" h="909320"><a:moveTo><a:pt x="160444" y="88645"/></a:moveTo><a:lnTo><a:pt x="143551" y="98891"/></a:lnTo></a:path><a:path w="309245" h="909320"><a:moveTo><a:pt x="184915" y="845667"/></a:moveTo><a:lnTo><a:pt x="184915" y="73815"/></a:lnTo><a:lnTo><a:pt x="166766" y="84814"/></a:lnTo></a:path><a:path w="309245" h="909320"><a:moveTo><a:pt x="221680" y="831597"/></a:moveTo><a:lnTo><a:pt x="221680" y="59753"/></a:lnTo><a:lnTo><a:pt x="220276" y="60599"/></a:lnTo><a:lnTo><a:pt x="220276" y="832450"/></a:lnTo></a:path><a:path w="309245" h="909320"><a:moveTo><a:pt x="223084" y="58900"/></a:moveTo><a:lnTo><a:pt x="221680" y="59753"/></a:lnTo></a:path><a:path w="309245" h="909320"><a:moveTo><a:pt x="218228" y="60335"/></a:moveTo><a:lnTo><a:pt x="220276" y="60599"/></a:lnTo></a:path><a:path w="309245" h="909320"><a:moveTo><a:pt x="142861" y="107539"/></a:moveTo><a:lnTo><a:pt x="141457" y="108393"/></a:lnTo><a:lnTo><a:pt x="141457" y="880236"/></a:lnTo></a:path><a:path w="309245" h="909320"><a:moveTo><a:pt x="223076" y="57395"/></a:moveTo><a:lnTo><a:pt x="223797" y="56961"/></a:lnTo></a:path><a:path w="309245" h="909320"><a:moveTo><a:pt x="80222" y="909136"/></a:moveTo><a:lnTo><a:pt x="80222" y="137284"/></a:lnTo><a:lnTo><a:pt x="63329" y="147523"/></a:lnTo></a:path><a:path w="309245" h="909320"><a:moveTo><a:pt x="140053" y="109238"/></a:moveTo><a:lnTo><a:pt x="141457" y="108393"/></a:lnTo></a:path><a:path w="309245" h="909320"><a:moveTo><a:pt x="128148" y="108230"/></a:moveTo><a:lnTo><a:pt x="137292" y="109409"/></a:lnTo></a:path><a:path w="309245" h="909320"><a:moveTo><a:pt x="80222" y="137284"/></a:moveTo><a:lnTo><a:pt x="81533" y="137455"/></a:lnTo></a:path><a:path w="309245" h="909320"><a:moveTo><a:pt x="104685" y="122455"/></a:moveTo><a:lnTo><a:pt x="106004" y="122617"/></a:lnTo></a:path><a:path w="309245" h="909320"><a:moveTo><a:pt x="184915" y="73815"/></a:moveTo><a:lnTo><a:pt x="186226" y="73986"/></a:lnTo></a:path><a:path w="309245" h="909320"><a:moveTo><a:pt x="271467" y="22306"/></a:moveTo><a:lnTo><a:pt x="266449" y="25347"/></a:lnTo></a:path><a:path w="309245" h="909320"><a:moveTo><a:pt x="246996" y="37144"/></a:moveTo><a:lnTo><a:pt x="241978" y="40184"/></a:lnTo></a:path><a:path w="309245" h="909320"><a:moveTo><a:pt x="288593" y="782803"/></a:moveTo><a:lnTo><a:pt x="288593" y="10959"/></a:lnTo><a:lnTo><a:pt x="271459" y="21345"/></a:lnTo></a:path><a:path w="309245" h="909320"><a:moveTo><a:pt x="300188" y="783772"/></a:moveTo><a:lnTo><a:pt x="300188" y="11929"/></a:lnTo><a:lnTo><a:pt x="299475" y="12355"/></a:lnTo><a:lnTo><a:pt x="299475" y="784207"/></a:lnTo></a:path><a:path w="309245" h="909320"><a:moveTo><a:pt x="302236" y="784036"/></a:moveTo><a:lnTo><a:pt x="302236" y="12192"/></a:lnTo><a:lnTo><a:pt x="300188" y="11929"/></a:lnTo></a:path><a:path w="309245" h="909320"><a:moveTo><a:pt x="265138" y="25176"/></a:moveTo><a:lnTo><a:pt x="246996" y="36174"/></a:lnTo></a:path><a:path w="309245" h="909320"><a:moveTo><a:pt x="288593" y="10959"/></a:moveTo><a:lnTo><a:pt x="299475" y="12355"/></a:lnTo></a:path><a:path w="309245" h="909320"><a:moveTo><a:pt x="240667" y="40014"/></a:moveTo><a:lnTo><a:pt x="223782" y="50252"/></a:lnTo></a:path><a:path w="309245" h="909320"><a:moveTo><a:pt x="306005" y="8399"/></a:moveTo><a:lnTo><a:pt x="306719" y="7965"/></a:lnTo></a:path><a:path w="309245" h="909320"><a:moveTo><a:pt x="308774" y="0"/></a:moveTo><a:lnTo><a:pt x="306703" y="1248"/></a:lnTo></a:path><a:path w="309245" h="909320"><a:moveTo><a:pt x="0" y="185924"/></a:moveTo><a:lnTo><a:pt x="1310" y="186094"/></a:lnTo><a:lnTo><a:pt x="6321" y="183054"/></a:lnTo></a:path><a:path w="309245" h="909320"><a:moveTo><a:pt x="62639" y="156179"/></a:moveTo><a:lnTo><a:pt x="61235" y="157024"/></a:lnTo></a:path><a:path w="309245" h="909320"><a:moveTo><a:pt x="25781" y="171257"/></a:moveTo><a:lnTo><a:pt x="24463" y="171086"/></a:lnTo><a:lnTo><a:pt x="6321" y="182084"/></a:lnTo></a:path><a:path w="309245" h="909320"><a:moveTo><a:pt x="47925" y="156869"/></a:moveTo><a:lnTo><a:pt x="30792" y="167254"/></a:lnTo></a:path><a:path w="309245" h="909320"><a:moveTo><a:pt x="59831" y="157877"/></a:moveTo><a:lnTo><a:pt x="61235" y="157024"/></a:lnTo></a:path><a:path w="309245" h="909320"><a:moveTo><a:pt x="30792" y="168216"/></a:moveTo><a:lnTo><a:pt x="25781" y="171257"/></a:lnTo></a:path></a:pathLst></a:custGeom><a:ln w="3878"><a:solidFill><a:srgbClr val="000000"/></a:solidFill></a:ln></p:spPr><p:txBody><a:bodyPr wrap="square" lIns="0" tIns="0" rIns="0" bIns="0" rtlCol="0"/><a:lstStyle/><a:p/></p:txBody></p:sp><p:sp><p:nvSpPr><p:cNvPr id="219" name="object 219"/><p:cNvSpPr/><p:nvPr/></p:nvSpPr><p:spPr><a:xfrm><a:off x="5078158" y="3682140"/><a:ext cx="245110" cy="153035"/></a:xfrm><a:custGeom><a:avLst/><a:gdLst/><a:ahLst/><a:cxnLst/><a:rect l="l" t="t" r="r" b="b"/><a:pathLst><a:path w="245110" h="153035"><a:moveTo><a:pt x="3898" y="145910"/></a:moveTo><a:lnTo><a:pt x="0" y="145910"/></a:lnTo><a:lnTo><a:pt x="0" y="152628"/></a:lnTo><a:lnTo><a:pt x="3898" y="152628"/></a:lnTo><a:lnTo><a:pt x="3898" y="145910"/></a:lnTo><a:close/></a:path><a:path w="245110" h="153035"><a:moveTo><a:pt x="84124" y="97269"/></a:moveTo><a:lnTo><a:pt x="80225" y="97269"/></a:lnTo><a:lnTo><a:pt x="80225" y="103987"/></a:lnTo><a:lnTo><a:pt x="84124" y="103987"/></a:lnTo><a:lnTo><a:pt x="84124" y="97269"/></a:lnTo><a:close/></a:path><a:path w="245110" h="153035"><a:moveTo><a:pt x="164338" y="48641"/></a:moveTo><a:lnTo><a:pt x="160451" y="48641"/></a:lnTo><a:lnTo><a:pt x="160451" y="55346"/></a:lnTo><a:lnTo><a:pt x="164338" y="55346"/></a:lnTo><a:lnTo><a:pt x="164338" y="48641"/></a:lnTo><a:close/></a:path><a:path w="245110" h="153035"><a:moveTo><a:pt x="244563" y="0"/></a:moveTo><a:lnTo><a:pt x="240677" y="0"/></a:lnTo><a:lnTo><a:pt x="240677" y="6718"/></a:lnTo><a:lnTo><a:pt x="244563" y="6718"/></a:lnTo><a:lnTo><a:pt x="244563" y="0"/></a:lnTo><a:close/></a:path></a:pathLst></a:custGeom><a:solidFill><a:srgbClr val="000000"/></a:solidFill></p:spPr><p:txBody><a:bodyPr wrap="square" lIns="0" tIns="0" rIns="0" bIns="0" rtlCol="0"/><a:lstStyle/><a:p/></p:txBody></p:sp><p:sp><p:nvSpPr><p:cNvPr id="220" name="object 220"/><p:cNvSpPr/><p:nvPr/></p:nvSpPr><p:spPr><a:xfrm><a:off x="4776104" y="3827699"/><a:ext cx="309245" cy="909319"/></a:xfrm><a:custGeom><a:avLst/><a:gdLst/><a:ahLst/><a:cxnLst/><a:rect l="l" t="t" r="r" b="b"/><a:pathLst><a:path w="309245" h="909320"><a:moveTo><a:pt x="62631" y="154674"/></a:moveTo><a:lnTo><a:pt x="63352" y="154240"/></a:lnTo></a:path><a:path w="309245" h="909320"><a:moveTo><a:pt x="138006" y="880826"/></a:moveTo><a:lnTo><a:pt x="138006" y="108974"/></a:lnTo><a:lnTo><a:pt x="137292" y="109409"/></a:lnTo><a:lnTo><a:pt x="137292" y="881260"/></a:lnTo></a:path><a:path w="309245" h="909320"><a:moveTo><a:pt x="218228" y="832187"/></a:moveTo><a:lnTo><a:pt x="218228" y="60343"/></a:lnTo><a:lnTo><a:pt x="217515" y="60777"/></a:lnTo><a:lnTo><a:pt x="217515" y="832621"/></a:lnTo></a:path><a:path w="309245" h="909320"><a:moveTo><a:pt x="104693" y="894298"/></a:moveTo><a:lnTo><a:pt x="104693" y="122455"/></a:lnTo><a:lnTo><a:pt x="86551" y="133453"/></a:lnTo></a:path><a:path w="309245" h="909320"><a:moveTo><a:pt x="111022" y="119585"/></a:moveTo><a:lnTo><a:pt x="106004" y="122625"/></a:lnTo><a:lnTo><a:pt x="106004" y="894469"/></a:lnTo></a:path><a:path w="309245" h="909320"><a:moveTo><a:pt x="142861" y="106035"/></a:moveTo><a:lnTo><a:pt x="143575" y="105600"/></a:lnTo></a:path><a:path w="309245" h="909320"><a:moveTo><a:pt x="166774" y="85783"/></a:moveTo><a:lnTo><a:pt x="161763" y="88824"/></a:lnTo></a:path><a:path w="309245" h="909320"><a:moveTo><a:pt x="191244" y="70946"/></a:moveTo><a:lnTo><a:pt x="186226" y="73986"/></a:lnTo><a:lnTo><a:pt x="186226" y="845838"/></a:lnTo></a:path><a:path w="309245" h="909320"><a:moveTo><a:pt x="208370" y="831442"/></a:moveTo><a:lnTo><a:pt x="208370" y="59598"/></a:lnTo><a:lnTo><a:pt x="191237" y="69984"/></a:lnTo></a:path><a:path w="309245" h="909320"><a:moveTo><a:pt x="208370" y="59598"/></a:moveTo><a:lnTo><a:pt x="217515" y="60777"/></a:lnTo></a:path><a:path w="309245" h="909320"><a:moveTo><a:pt x="86551" y="134415"/></a:moveTo><a:lnTo><a:pt x="81533" y="137455"/></a:lnTo><a:lnTo><a:pt x="81533" y="909307"/></a:lnTo></a:path><a:path w="309245" h="909320"><a:moveTo><a:pt x="128148" y="880081"/></a:moveTo><a:lnTo><a:pt x="128148" y="108230"/></a:lnTo><a:lnTo><a:pt x="111014" y="118615"/></a:lnTo></a:path><a:path w="309245" h="909320"><a:moveTo><a:pt x="140053" y="881090"/></a:moveTo><a:lnTo><a:pt x="140053" y="109238"/></a:lnTo><a:lnTo><a:pt x="138006" y="108974"/></a:lnTo></a:path><a:path w="309245" h="909320"><a:moveTo><a:pt x="160444" y="88653"/></a:moveTo><a:lnTo><a:pt x="143559" y="98891"/></a:lnTo></a:path><a:path w="309245" h="909320"><a:moveTo><a:pt x="184915" y="845667"/></a:moveTo><a:lnTo><a:pt x="184915" y="73815"/></a:lnTo><a:lnTo><a:pt x="166774" y="84814"/></a:lnTo></a:path><a:path w="309245" h="909320"><a:moveTo><a:pt x="221680" y="831605"/></a:moveTo><a:lnTo><a:pt x="221680" y="59753"/></a:lnTo><a:lnTo><a:pt x="220284" y="60607"/></a:lnTo><a:lnTo><a:pt x="220284" y="832450"/></a:lnTo></a:path><a:path w="309245" h="909320"><a:moveTo><a:pt x="223084" y="58908"/></a:moveTo><a:lnTo><a:pt x="221680" y="59753"/></a:lnTo></a:path><a:path w="309245" h="909320"><a:moveTo><a:pt x="218228" y="60343"/></a:moveTo><a:lnTo><a:pt x="220284" y="60607"/></a:lnTo></a:path><a:path w="309245" h="909320"><a:moveTo><a:pt x="142861" y="107539"/></a:moveTo><a:lnTo><a:pt x="141457" y="108393"/></a:lnTo><a:lnTo><a:pt x="141457" y="880236"/></a:lnTo></a:path><a:path w="309245" h="909320"><a:moveTo><a:pt x="223084" y="57403"/></a:moveTo><a:lnTo><a:pt x="223797" y="56969"/></a:lnTo></a:path><a:path w="309245" h="909320"><a:moveTo><a:pt x="80222" y="909136"/></a:moveTo><a:lnTo><a:pt x="80222" y="137284"/></a:lnTo><a:lnTo><a:pt x="63337" y="147530"/></a:lnTo></a:path><a:path w="309245" h="909320"><a:moveTo><a:pt x="140053" y="109238"/></a:moveTo><a:lnTo><a:pt x="141457" y="108393"/></a:lnTo></a:path><a:path w="309245" h="909320"><a:moveTo><a:pt x="128148" y="108230"/></a:moveTo><a:lnTo><a:pt x="137292" y="109409"/></a:lnTo></a:path><a:path w="309245" h="909320"><a:moveTo><a:pt x="80222" y="137284"/></a:moveTo><a:lnTo><a:pt x="81533" y="137455"/></a:lnTo></a:path><a:path w="309245" h="909320"><a:moveTo><a:pt x="104693" y="122455"/></a:moveTo><a:lnTo><a:pt x="106004" y="122625"/></a:lnTo></a:path><a:path w="309245" h="909320"><a:moveTo><a:pt x="184915" y="73815"/></a:moveTo><a:lnTo><a:pt x="186226" y="73986"/></a:lnTo></a:path><a:path w="309245" h="909320"><a:moveTo><a:pt x="271467" y="22306"/></a:moveTo><a:lnTo><a:pt x="266449" y="25347"/></a:lnTo></a:path><a:path w="309245" h="909320"><a:moveTo><a:pt x="246996" y="37144"/></a:moveTo><a:lnTo><a:pt x="241986" y="40184"/></a:lnTo></a:path><a:path w="309245" h="909320"><a:moveTo><a:pt x="288600" y="782803"/></a:moveTo><a:lnTo><a:pt x="288600" y="10959"/></a:lnTo><a:lnTo><a:pt x="271467" y="21345"/></a:lnTo></a:path><a:path w="309245" h="909320"><a:moveTo><a:pt x="300188" y="783772"/></a:moveTo><a:lnTo><a:pt x="300188" y="11929"/></a:lnTo><a:lnTo><a:pt x="299475" y="12363"/></a:lnTo><a:lnTo><a:pt x="299475" y="784207"/></a:lnTo></a:path><a:path w="309245" h="909320"><a:moveTo><a:pt x="302236" y="784036"/></a:moveTo><a:lnTo><a:pt x="302236" y="12192"/></a:lnTo><a:lnTo><a:pt x="300188" y="11929"/></a:lnTo></a:path><a:path w="309245" h="909320"><a:moveTo><a:pt x="265138" y="25184"/></a:moveTo><a:lnTo><a:pt x="246996" y="36182"/></a:lnTo></a:path><a:path w="309245" h="909320"><a:moveTo><a:pt x="288600" y="10959"/></a:moveTo><a:lnTo><a:pt x="299475" y="12363"/></a:lnTo></a:path><a:path w="309245" h="909320"><a:moveTo><a:pt x="240667" y="40014"/></a:moveTo><a:lnTo><a:pt x="223782" y="50252"/></a:lnTo></a:path><a:path w="309245" h="909320"><a:moveTo><a:pt x="306005" y="8399"/></a:moveTo><a:lnTo><a:pt x="306727" y="7965"/></a:lnTo></a:path><a:path w="309245" h="909320"><a:moveTo><a:pt x="308782" y="0"/></a:moveTo><a:lnTo><a:pt x="306711" y="1256"/></a:lnTo></a:path><a:path w="309245" h="909320"><a:moveTo><a:pt x="0" y="185924"/></a:moveTo><a:lnTo><a:pt x="1310" y="186094"/></a:lnTo><a:lnTo><a:pt x="6329" y="183054"/></a:lnTo></a:path><a:path w="309245" h="909320"><a:moveTo><a:pt x="62639" y="156179"/></a:moveTo><a:lnTo><a:pt x="61235" y="157024"/></a:lnTo></a:path><a:path w="309245" h="909320"><a:moveTo><a:pt x="25781" y="171257"/></a:moveTo><a:lnTo><a:pt x="24470" y="171094"/></a:lnTo><a:lnTo><a:pt x="6329" y="182092"/></a:lnTo></a:path><a:path w="309245" h="909320"><a:moveTo><a:pt x="47925" y="156869"/></a:moveTo><a:lnTo><a:pt x="30792" y="167254"/></a:lnTo></a:path><a:path w="309245" h="909320"><a:moveTo><a:pt x="59831" y="157877"/></a:moveTo><a:lnTo><a:pt x="61235" y="157024"/></a:lnTo></a:path><a:path w="309245" h="909320"><a:moveTo><a:pt x="30792" y="168224"/></a:moveTo><a:lnTo><a:pt x="25781" y="171257"/></a:lnTo></a:path></a:pathLst></a:custGeom><a:ln w="3878"><a:solidFill><a:srgbClr val="000000"/></a:solidFill></a:ln></p:spPr><p:txBody><a:bodyPr wrap="square" lIns="0" tIns="0" rIns="0" bIns="0" rtlCol="0"/><a:lstStyle/><a:p/></p:txBody></p:sp><p:sp><p:nvSpPr><p:cNvPr id="221" name="object 221"/><p:cNvSpPr/><p:nvPr/></p:nvSpPr><p:spPr><a:xfrm><a:off x="4755921" y="3877504"/><a:ext cx="245110" cy="153035"/></a:xfrm><a:custGeom><a:avLst/><a:gdLst/><a:ahLst/><a:cxnLst/><a:rect l="l" t="t" r="r" b="b"/><a:pathLst><a:path w="245110" h="153035"><a:moveTo><a:pt x="3886" y="145910"/></a:moveTo><a:lnTo><a:pt x="0" y="145910"/></a:lnTo><a:lnTo><a:pt x="0" y="152628"/></a:lnTo><a:lnTo><a:pt x="3886" y="152628"/></a:lnTo><a:lnTo><a:pt x="3886" y="145910"/></a:lnTo><a:close/></a:path><a:path w="245110" h="153035"><a:moveTo><a:pt x="84112" y="97269"/></a:moveTo><a:lnTo><a:pt x="80213" y="97269"/></a:lnTo><a:lnTo><a:pt x="80213" y="103987"/></a:lnTo><a:lnTo><a:pt x="84112" y="103987"/></a:lnTo><a:lnTo><a:pt x="84112" y="97269"/></a:lnTo><a:close/></a:path><a:path w="245110" h="153035"><a:moveTo><a:pt x="164338" y="48641"/></a:moveTo><a:lnTo><a:pt x="160439" y="48641"/></a:lnTo><a:lnTo><a:pt x="160439" y="55346"/></a:lnTo><a:lnTo><a:pt x="164338" y="55346"/></a:lnTo><a:lnTo><a:pt x="164338" y="48641"/></a:lnTo><a:close/></a:path><a:path w="245110" h="153035"><a:moveTo><a:pt x="244551" y="0"/></a:moveTo><a:lnTo><a:pt x="240665" y="0"/></a:lnTo><a:lnTo><a:pt x="240665" y="6718"/></a:lnTo><a:lnTo><a:pt x="244551" y="6718"/></a:lnTo><a:lnTo><a:pt x="244551" y="0"/></a:lnTo><a:close/></a:path></a:pathLst></a:custGeom><a:solidFill><a:srgbClr val="000000"/></a:solidFill></p:spPr><p:txBody><a:bodyPr wrap="square" lIns="0" tIns="0" rIns="0" bIns="0" rtlCol="0"/><a:lstStyle/><a:p/></p:txBody></p:sp><p:sp><p:nvSpPr><p:cNvPr id="222" name="object 222"/><p:cNvSpPr/><p:nvPr/></p:nvSpPr><p:spPr><a:xfrm><a:off x="6127716" y="3057197"/><a:ext cx="240029" cy="898525"/></a:xfrm><a:custGeom><a:avLst/><a:gdLst/><a:ahLst/><a:cxnLst/><a:rect l="l" t="t" r="r" b="b"/><a:pathLst><a:path w="240029" h="898525"><a:moveTo><a:pt x="0" y="143714"/></a:moveTo><a:lnTo><a:pt x="713" y="143280"/></a:lnTo></a:path><a:path w="240029" h="898525"><a:moveTo><a:pt x="75374" y="869866"/></a:moveTo><a:lnTo><a:pt x="75374" y="98015"/></a:lnTo><a:lnTo><a:pt x="74661" y="98449"/></a:lnTo><a:lnTo><a:pt x="74661" y="870301"/></a:lnTo></a:path><a:path w="240029" h="898525"><a:moveTo><a:pt x="155597" y="821227"/></a:moveTo><a:lnTo><a:pt x="155597" y="49383"/></a:lnTo><a:lnTo><a:pt x="154883" y="49818"/></a:lnTo><a:lnTo><a:pt x="154883" y="821661"/></a:lnTo></a:path><a:path w="240029" h="898525"><a:moveTo><a:pt x="42054" y="883339"/></a:moveTo><a:lnTo><a:pt x="42054" y="111495"/></a:lnTo><a:lnTo><a:pt x="23912" y="122493"/></a:lnTo></a:path><a:path w="240029" h="898525"><a:moveTo><a:pt x="48383" y="108625"/></a:moveTo><a:lnTo><a:pt x="43372" y="111666"/></a:lnTo><a:lnTo><a:pt x="43372" y="883510"/></a:lnTo></a:path><a:path w="240029" h="898525"><a:moveTo><a:pt x="80222" y="95075"/></a:moveTo><a:lnTo><a:pt x="80943" y="94641"/></a:lnTo></a:path><a:path w="240029" h="898525"><a:moveTo><a:pt x="99124" y="849708"/></a:moveTo><a:lnTo><a:pt x="99124" y="77864"/></a:lnTo><a:lnTo><a:pt x="97813" y="77693"/></a:lnTo><a:lnTo><a:pt x="97813" y="849537"/></a:lnTo></a:path><a:path w="240029" h="898525"><a:moveTo><a:pt x="104142" y="74824"/></a:moveTo><a:lnTo><a:pt x="99124" y="77864"/></a:lnTo></a:path><a:path w="240029" h="898525"><a:moveTo><a:pt x="128605" y="59986"/></a:moveTo><a:lnTo><a:pt x="123595" y="63026"/></a:lnTo><a:lnTo><a:pt x="123595" y="834878"/></a:lnTo></a:path><a:path w="240029" h="898525"><a:moveTo><a:pt x="145739" y="820483"/></a:moveTo><a:lnTo><a:pt x="145739" y="48639"/></a:lnTo><a:lnTo><a:pt x="128605" y="59024"/></a:lnTo></a:path><a:path w="240029" h="898525"><a:moveTo><a:pt x="145739" y="48639"/></a:moveTo><a:lnTo><a:pt x="154883" y="49818"/></a:lnTo></a:path><a:path w="240029" h="898525"><a:moveTo><a:pt x="23920" y="123455"/></a:moveTo><a:lnTo><a:pt x="18901" y="126496"/></a:lnTo><a:lnTo><a:pt x="18901" y="898347"/></a:lnTo></a:path><a:path w="240029" h="898525"><a:moveTo><a:pt x="65516" y="869122"/></a:moveTo><a:lnTo><a:pt x="65516" y="97270"/></a:lnTo><a:lnTo><a:pt x="48383" y="107656"/></a:lnTo></a:path><a:path w="240029" h="898525"><a:moveTo><a:pt x="77422" y="870130"/></a:moveTo><a:lnTo><a:pt x="77422" y="98278"/></a:lnTo><a:lnTo><a:pt x="75374" y="98015"/></a:lnTo></a:path><a:path w="240029" h="898525"><a:moveTo><a:pt x="97813" y="77693"/></a:moveTo><a:lnTo><a:pt x="80928" y="87932"/></a:lnTo></a:path><a:path w="240029" h="898525"><a:moveTo><a:pt x="122284" y="834707"/></a:moveTo><a:lnTo><a:pt x="122284" y="62856"/></a:lnTo><a:lnTo><a:pt x="104142" y="73854"/></a:lnTo></a:path><a:path w="240029" h="898525"><a:moveTo><a:pt x="159048" y="820645"/></a:moveTo><a:lnTo><a:pt x="159048" y="48794"/></a:lnTo><a:lnTo><a:pt x="157644" y="49647"/></a:lnTo><a:lnTo><a:pt x="157644" y="821491"/></a:lnTo></a:path><a:path w="240029" h="898525"><a:moveTo><a:pt x="160452" y="47941"/></a:moveTo><a:lnTo><a:pt x="159048" y="48794"/></a:lnTo></a:path><a:path w="240029" h="898525"><a:moveTo><a:pt x="155597" y="49383"/></a:moveTo><a:lnTo><a:pt x="157644" y="49647"/></a:lnTo></a:path><a:path w="240029" h="898525"><a:moveTo><a:pt x="80230" y="96580"/></a:moveTo><a:lnTo><a:pt x="78826" y="97433"/></a:lnTo><a:lnTo><a:pt x="78826" y="869277"/></a:lnTo></a:path><a:path w="240029" h="898525"><a:moveTo><a:pt x="160444" y="46436"/></a:moveTo><a:lnTo><a:pt x="161166" y="46002"/></a:lnTo></a:path><a:path w="240029" h="898525"><a:moveTo><a:pt x="17591" y="898176"/></a:moveTo><a:lnTo><a:pt x="17591" y="126325"/></a:lnTo><a:lnTo><a:pt x="698" y="136563"/></a:lnTo></a:path><a:path w="240029" h="898525"><a:moveTo><a:pt x="77422" y="98278"/></a:moveTo><a:lnTo><a:pt x="78826" y="97433"/></a:lnTo></a:path><a:path w="240029" h="898525"><a:moveTo><a:pt x="65516" y="97270"/></a:moveTo><a:lnTo><a:pt x="74661" y="98449"/></a:lnTo></a:path><a:path w="240029" h="898525"><a:moveTo><a:pt x="17591" y="126325"/></a:moveTo><a:lnTo><a:pt x="18901" y="126496"/></a:lnTo></a:path><a:path w="240029" h="898525"><a:moveTo><a:pt x="42054" y="111495"/></a:moveTo><a:lnTo><a:pt x="43372" y="111666"/></a:lnTo></a:path><a:path w="240029" h="898525"><a:moveTo><a:pt x="122284" y="62856"/></a:moveTo><a:lnTo><a:pt x="123595" y="63026"/></a:lnTo></a:path><a:path w="240029" h="898525"><a:moveTo><a:pt x="208835" y="11347"/></a:moveTo><a:lnTo><a:pt x="203817" y="14387"/></a:lnTo></a:path><a:path w="240029" h="898525"><a:moveTo><a:pt x="184365" y="26184"/></a:moveTo><a:lnTo><a:pt x="179354" y="29225"/></a:lnTo></a:path><a:path w="240029" h="898525"><a:moveTo><a:pt x="225961" y="771843"/></a:moveTo><a:lnTo><a:pt x="225961" y="0"/></a:lnTo><a:lnTo><a:pt x="208828" y="10385"/></a:lnTo></a:path><a:path w="240029" h="898525"><a:moveTo><a:pt x="237557" y="772813"/></a:moveTo><a:lnTo><a:pt x="237557" y="969"/></a:lnTo><a:lnTo><a:pt x="236843" y="1403"/></a:lnTo><a:lnTo><a:pt x="236843" y="773247"/></a:lnTo></a:path><a:path w="240029" h="898525"><a:moveTo><a:pt x="239604" y="773077"/></a:moveTo><a:lnTo><a:pt x="239604" y="1233"/></a:lnTo><a:lnTo><a:pt x="237557" y="969"/></a:lnTo></a:path><a:path w="240029" h="898525"><a:moveTo><a:pt x="202506" y="14217"/></a:moveTo><a:lnTo><a:pt x="184365" y="25223"/></a:lnTo></a:path><a:path w="240029" h="898525"><a:moveTo><a:pt x="225961" y="0"/></a:moveTo><a:lnTo><a:pt x="236843" y="1403"/></a:lnTo></a:path><a:path w="240029" h="898525"><a:moveTo><a:pt x="178036" y="29054"/></a:moveTo><a:lnTo><a:pt x="161150" y="39292"/></a:lnTo></a:path></a:pathLst></a:custGeom><a:ln w="3878"><a:solidFill><a:srgbClr val="000000"/></a:solidFill></a:ln></p:spPr><p:txBody><a:bodyPr wrap="square" lIns="0" tIns="0" rIns="0" bIns="0" rtlCol="0"/><a:lstStyle/><a:p/></p:txBody></p:sp><p:sp><p:nvSpPr><p:cNvPr id="223" name="object 223"/><p:cNvSpPr/><p:nvPr/></p:nvSpPr><p:spPr><a:xfrm><a:off x="6368500" y="3047036"/><a:ext cx="4445" cy="6985"/></a:xfrm><a:custGeom><a:avLst/><a:gdLst/><a:ahLst/><a:cxnLst/><a:rect l="l" t="t" r="r" b="b"/><a:pathLst><a:path w="4445" h="6985"><a:moveTo><a:pt x="3893" y="6709"/></a:moveTo><a:lnTo><a:pt x="0" y="6709"/></a:lnTo><a:lnTo><a:pt x="0" y="0"/></a:lnTo><a:lnTo><a:pt x="3893" y="0"/></a:lnTo><a:lnTo><a:pt x="3893" y="6709"/></a:lnTo><a:close/></a:path></a:pathLst></a:custGeom><a:solidFill><a:srgbClr val="000000"/></a:solidFill></p:spPr><p:txBody><a:bodyPr wrap="square" lIns="0" tIns="0" rIns="0" bIns="0" rtlCol="0"/><a:lstStyle/><a:p/></p:txBody></p:sp><p:sp><p:nvSpPr><p:cNvPr id="224" name="object 224"/><p:cNvSpPr/><p:nvPr/></p:nvSpPr><p:spPr><a:xfrm><a:off x="6065085" y="3046237"/><a:ext cx="309245" cy="186690"/></a:xfrm><a:custGeom><a:avLst/><a:gdLst/><a:ahLst/><a:cxnLst/><a:rect l="l" t="t" r="r" b="b"/><a:pathLst><a:path w="309245" h="186689"><a:moveTo><a:pt x="306005" y="8399"/></a:moveTo><a:lnTo><a:pt x="306719" y="7965"/></a:lnTo></a:path><a:path w="309245" h="186689"><a:moveTo><a:pt x="308774" y="0"/></a:moveTo><a:lnTo><a:pt x="306703" y="1256"/></a:lnTo></a:path><a:path w="309245" h="186689"><a:moveTo><a:pt x="0" y="185924"/></a:moveTo><a:lnTo><a:pt x="1310" y="186094"/></a:lnTo><a:lnTo><a:pt x="6329" y="183054"/></a:lnTo></a:path><a:path w="309245" h="186689"><a:moveTo><a:pt x="62639" y="156179"/></a:moveTo><a:lnTo><a:pt x="61235" y="157024"/></a:lnTo></a:path><a:path w="309245" h="186689"><a:moveTo><a:pt x="25781" y="171257"/></a:moveTo><a:lnTo><a:pt x="24463" y="171094"/></a:lnTo><a:lnTo><a:pt x="6321" y="182092"/></a:lnTo></a:path><a:path w="309245" h="186689"><a:moveTo><a:pt x="47925" y="156869"/></a:moveTo><a:lnTo><a:pt x="30792" y="167254"/></a:lnTo></a:path><a:path w="309245" h="186689"><a:moveTo><a:pt x="59831" y="157877"/></a:moveTo><a:lnTo><a:pt x="61235" y="157024"/></a:lnTo></a:path><a:path w="309245" h="186689"><a:moveTo><a:pt x="30792" y="168216"/></a:moveTo><a:lnTo><a:pt x="25781" y="171257"/></a:lnTo></a:path></a:pathLst></a:custGeom><a:ln w="3878"><a:solidFill><a:srgbClr val="000000"/></a:solidFill></a:ln></p:spPr><p:txBody><a:bodyPr wrap="square" lIns="0" tIns="0" rIns="0" bIns="0" rtlCol="0"/><a:lstStyle/><a:p/></p:txBody></p:sp><p:sp><p:nvSpPr><p:cNvPr id="225" name="object 225"/><p:cNvSpPr/><p:nvPr/></p:nvSpPr><p:spPr><a:xfrm><a:off x="6044895" y="3096035"/><a:ext cx="245110" cy="153035"/></a:xfrm><a:custGeom><a:avLst/><a:gdLst/><a:ahLst/><a:cxnLst/><a:rect l="l" t="t" r="r" b="b"/><a:pathLst><a:path w="245110" h="153035"><a:moveTo><a:pt x="3898" y="145910"/></a:moveTo><a:lnTo><a:pt x="0" y="145910"/></a:lnTo><a:lnTo><a:pt x="0" y="152628"/></a:lnTo><a:lnTo><a:pt x="3898" y="152628"/></a:lnTo><a:lnTo><a:pt x="3898" y="145910"/></a:lnTo><a:close/></a:path><a:path w="245110" h="153035"><a:moveTo><a:pt x="84124" y="97282"/></a:moveTo><a:lnTo><a:pt x="80225" y="97282"/></a:lnTo><a:lnTo><a:pt x="80225" y="103987"/></a:lnTo><a:lnTo><a:pt x="84124" y="103987"/></a:lnTo><a:lnTo><a:pt x="84124" y="97282"/></a:lnTo><a:close/></a:path><a:path w="245110" h="153035"><a:moveTo><a:pt x="164338" y="48641"/></a:moveTo><a:lnTo><a:pt x="160451" y="48641"/></a:lnTo><a:lnTo><a:pt x="160451" y="55346"/></a:lnTo><a:lnTo><a:pt x="164338" y="55346"/></a:lnTo><a:lnTo><a:pt x="164338" y="48641"/></a:lnTo><a:close/></a:path><a:path w="245110" h="153035"><a:moveTo><a:pt x="244563" y="0"/></a:moveTo><a:lnTo><a:pt x="240665" y="0"/></a:lnTo><a:lnTo><a:pt x="240665" y="6718"/></a:lnTo><a:lnTo><a:pt x="244563" y="6718"/></a:lnTo><a:lnTo><a:pt x="244563" y="0"/></a:lnTo><a:close/></a:path></a:pathLst></a:custGeom><a:solidFill><a:srgbClr val="000000"/></a:solidFill></p:spPr><p:txBody><a:bodyPr wrap="square" lIns="0" tIns="0" rIns="0" bIns="0" rtlCol="0"/><a:lstStyle/><a:p/></p:txBody></p:sp><p:sp><p:nvSpPr><p:cNvPr id="226" name="object 226"/><p:cNvSpPr/><p:nvPr/></p:nvSpPr><p:spPr><a:xfrm><a:off x="5742838" y="3241601"/><a:ext cx="309245" cy="909319"/></a:xfrm><a:custGeom><a:avLst/><a:gdLst/><a:ahLst/><a:cxnLst/><a:rect l="l" t="t" r="r" b="b"/><a:pathLst><a:path w="309245" h="909320"><a:moveTo><a:pt x="62631" y="154674"/></a:moveTo><a:lnTo><a:pt x="63352" y="154240"/></a:lnTo></a:path><a:path w="309245" h="909320"><a:moveTo><a:pt x="138006" y="880826"/></a:moveTo><a:lnTo><a:pt x="138006" y="108982"/></a:lnTo><a:lnTo><a:pt x="137292" y="109409"/></a:lnTo><a:lnTo><a:pt x="137292" y="881260"/></a:lnTo></a:path><a:path w="309245" h="909320"><a:moveTo><a:pt x="218228" y="832187"/></a:moveTo><a:lnTo><a:pt x="218228" y="60343"/></a:lnTo><a:lnTo><a:pt x="217515" y="60777"/></a:lnTo><a:lnTo><a:pt x="217515" y="832621"/></a:lnTo></a:path><a:path w="309245" h="909320"><a:moveTo><a:pt x="104693" y="894306"/></a:moveTo><a:lnTo><a:pt x="104693" y="122455"/></a:lnTo><a:lnTo><a:pt x="86551" y="133453"/></a:lnTo></a:path><a:path w="309245" h="909320"><a:moveTo><a:pt x="111022" y="119585"/></a:moveTo><a:lnTo><a:pt x="106004" y="122625"/></a:lnTo><a:lnTo><a:pt x="106004" y="894477"/></a:lnTo></a:path><a:path w="309245" h="909320"><a:moveTo><a:pt x="142861" y="106035"/></a:moveTo><a:lnTo><a:pt x="143575" y="105600"/></a:lnTo></a:path><a:path w="309245" h="909320"><a:moveTo><a:pt x="166774" y="85783"/></a:moveTo><a:lnTo><a:pt x="161763" y="88824"/></a:lnTo></a:path><a:path w="309245" h="909320"><a:moveTo><a:pt x="191244" y="70946"/></a:moveTo><a:lnTo><a:pt x="186226" y="73986"/></a:lnTo><a:lnTo><a:pt x="186226" y="845838"/></a:lnTo></a:path><a:path w="309245" h="909320"><a:moveTo><a:pt x="208370" y="831442"/></a:moveTo><a:lnTo><a:pt x="208370" y="59598"/></a:lnTo><a:lnTo><a:pt x="191244" y="69984"/></a:lnTo></a:path><a:path w="309245" h="909320"><a:moveTo><a:pt x="208370" y="59598"/></a:moveTo><a:lnTo><a:pt x="217515" y="60777"/></a:lnTo></a:path><a:path w="309245" h="909320"><a:moveTo><a:pt x="86551" y="134422"/></a:moveTo><a:lnTo><a:pt x="81533" y="137463"/></a:lnTo><a:lnTo><a:pt x="81533" y="909307"/></a:lnTo></a:path><a:path w="309245" h="909320"><a:moveTo><a:pt x="128148" y="880081"/></a:moveTo><a:lnTo><a:pt x="128148" y="108230"/></a:lnTo><a:lnTo><a:pt x="111014" y="118623"/></a:lnTo></a:path><a:path w="309245" h="909320"><a:moveTo><a:pt x="140053" y="881090"/></a:moveTo><a:lnTo><a:pt x="140053" y="109246"/></a:lnTo><a:lnTo><a:pt x="138006" y="108982"/></a:lnTo></a:path><a:path w="309245" h="909320"><a:moveTo><a:pt x="160444" y="88653"/></a:moveTo><a:lnTo><a:pt x="143559" y="98891"/></a:lnTo></a:path><a:path w="309245" h="909320"><a:moveTo><a:pt x="184915" y="845667"/></a:moveTo><a:lnTo><a:pt x="184915" y="73815"/></a:lnTo><a:lnTo><a:pt x="166774" y="84821"/></a:lnTo></a:path><a:path w="309245" h="909320"><a:moveTo><a:pt x="221680" y="831605"/></a:moveTo><a:lnTo><a:pt x="221680" y="59753"/></a:lnTo><a:lnTo><a:pt x="220284" y="60607"/></a:lnTo><a:lnTo><a:pt x="220284" y="832450"/></a:lnTo></a:path><a:path w="309245" h="909320"><a:moveTo><a:pt x="223084" y="58908"/></a:moveTo><a:lnTo><a:pt x="221680" y="59753"/></a:lnTo></a:path><a:path w="309245" h="909320"><a:moveTo><a:pt x="218228" y="60343"/></a:moveTo><a:lnTo><a:pt x="220284" y="60607"/></a:lnTo></a:path><a:path w="309245" h="909320"><a:moveTo><a:pt x="142861" y="107539"/></a:moveTo><a:lnTo><a:pt x="141457" y="108393"/></a:lnTo><a:lnTo><a:pt x="141457" y="880244"/></a:lnTo></a:path><a:path w="309245" h="909320"><a:moveTo><a:pt x="223084" y="57403"/></a:moveTo><a:lnTo><a:pt x="223797" y="56969"/></a:lnTo></a:path><a:path w="309245" h="909320"><a:moveTo><a:pt x="80222" y="909136"/></a:moveTo><a:lnTo><a:pt x="80222" y="137292"/></a:lnTo><a:lnTo><a:pt x="63337" y="147530"/></a:lnTo></a:path><a:path w="309245" h="909320"><a:moveTo><a:pt x="140053" y="109246"/></a:moveTo><a:lnTo><a:pt x="141457" y="108393"/></a:lnTo></a:path><a:path w="309245" h="909320"><a:moveTo><a:pt x="128148" y="108230"/></a:moveTo><a:lnTo><a:pt x="137292" y="109409"/></a:lnTo></a:path><a:path w="309245" h="909320"><a:moveTo><a:pt x="80222" y="137292"/></a:moveTo><a:lnTo><a:pt x="81533" y="137463"/></a:lnTo></a:path><a:path w="309245" h="909320"><a:moveTo><a:pt x="104693" y="122455"/></a:moveTo><a:lnTo><a:pt x="106004" y="122625"/></a:lnTo></a:path><a:path w="309245" h="909320"><a:moveTo><a:pt x="184915" y="73815"/></a:moveTo><a:lnTo><a:pt x="186226" y="73986"/></a:lnTo></a:path><a:path w="309245" h="909320"><a:moveTo><a:pt x="271467" y="22314"/></a:moveTo><a:lnTo><a:pt x="266449" y="25355"/></a:lnTo></a:path><a:path w="309245" h="909320"><a:moveTo><a:pt x="246996" y="37144"/></a:moveTo><a:lnTo><a:pt x="241986" y="40184"/></a:lnTo></a:path><a:path w="309245" h="909320"><a:moveTo><a:pt x="288600" y="782811"/></a:moveTo><a:lnTo><a:pt x="288600" y="10959"/></a:lnTo><a:lnTo><a:pt x="271467" y="21345"/></a:lnTo></a:path><a:path w="309245" h="909320"><a:moveTo><a:pt x="300188" y="783780"/></a:moveTo><a:lnTo><a:pt x="300188" y="11929"/></a:lnTo><a:lnTo><a:pt x="299475" y="12363"/></a:lnTo><a:lnTo><a:pt x="299475" y="784214"/></a:lnTo></a:path><a:path w="309245" h="909320"><a:moveTo><a:pt x="302236" y="784044"/></a:moveTo><a:lnTo><a:pt x="302236" y="12192"/></a:lnTo><a:lnTo><a:pt x="300188" y="11929"/></a:lnTo></a:path><a:path w="309245" h="909320"><a:moveTo><a:pt x="265138" y="25184"/></a:moveTo><a:lnTo><a:pt x="246996" y="36182"/></a:lnTo></a:path><a:path w="309245" h="909320"><a:moveTo><a:pt x="288600" y="10959"/></a:moveTo><a:lnTo><a:pt x="299475" y="12363"/></a:lnTo></a:path><a:path w="309245" h="909320"><a:moveTo><a:pt x="240667" y="40014"/></a:moveTo><a:lnTo><a:pt x="223782" y="50252"/></a:lnTo></a:path><a:path w="309245" h="909320"><a:moveTo><a:pt x="306005" y="8399"/></a:moveTo><a:lnTo><a:pt x="306727" y="7965"/></a:lnTo></a:path><a:path w="309245" h="909320"><a:moveTo><a:pt x="308782" y="0"/></a:moveTo><a:lnTo><a:pt x="306711" y="1256"/></a:lnTo></a:path><a:path w="309245" h="909320"><a:moveTo><a:pt x="0" y="185924"/></a:moveTo><a:lnTo><a:pt x="1310" y="186094"/></a:lnTo><a:lnTo><a:pt x="6329" y="183054"/></a:lnTo></a:path><a:path w="309245" h="909320"><a:moveTo><a:pt x="62639" y="156179"/></a:moveTo><a:lnTo><a:pt x="61235" y="157032"/></a:lnTo></a:path><a:path w="309245" h="909320"><a:moveTo><a:pt x="25781" y="171264"/></a:moveTo><a:lnTo><a:pt x="24470" y="171094"/></a:lnTo><a:lnTo><a:pt x="6329" y="182092"/></a:lnTo></a:path><a:path w="309245" h="909320"><a:moveTo><a:pt x="47925" y="156869"/></a:moveTo><a:lnTo><a:pt x="30792" y="167254"/></a:lnTo></a:path><a:path w="309245" h="909320"><a:moveTo><a:pt x="59831" y="157877"/></a:moveTo><a:lnTo><a:pt x="61235" y="157032"/></a:lnTo></a:path><a:path w="309245" h="909320"><a:moveTo><a:pt x="30792" y="168224"/></a:moveTo><a:lnTo><a:pt x="25781" y="171264"/></a:lnTo></a:path></a:pathLst></a:custGeom><a:ln w="3878"><a:solidFill><a:srgbClr val="000000"/></a:solidFill></a:ln></p:spPr><p:txBody><a:bodyPr wrap="square" lIns="0" tIns="0" rIns="0" bIns="0" rtlCol="0"/><a:lstStyle/><a:p/></p:txBody></p:sp><p:sp><p:nvSpPr><p:cNvPr id="227" name="object 227"/><p:cNvSpPr/><p:nvPr/></p:nvSpPr><p:spPr><a:xfrm><a:off x="5722645" y="3291412"/><a:ext cx="245110" cy="153035"/></a:xfrm><a:custGeom><a:avLst/><a:gdLst/><a:ahLst/><a:cxnLst/><a:rect l="l" t="t" r="r" b="b"/><a:pathLst><a:path w="245110" h="153035"><a:moveTo><a:pt x="3898" y="145910"/></a:moveTo><a:lnTo><a:pt x="0" y="145910"/></a:lnTo><a:lnTo><a:pt x="0" y="152615"/></a:lnTo><a:lnTo><a:pt x="3898" y="152615"/></a:lnTo><a:lnTo><a:pt x="3898" y="145910"/></a:lnTo><a:close/></a:path><a:path w="245110" h="153035"><a:moveTo><a:pt x="84124" y="97269"/></a:moveTo><a:lnTo><a:pt x="80225" y="97269"/></a:lnTo><a:lnTo><a:pt x="80225" y="103974"/></a:lnTo><a:lnTo><a:pt x="84124" y="103974"/></a:lnTo><a:lnTo><a:pt x="84124" y="97269"/></a:lnTo><a:close/></a:path><a:path w="245110" h="153035"><a:moveTo><a:pt x="164338" y="48628"/></a:moveTo><a:lnTo><a:pt x="160451" y="48628"/></a:lnTo><a:lnTo><a:pt x="160451" y="55346"/></a:lnTo><a:lnTo><a:pt x="164338" y="55346"/></a:lnTo><a:lnTo><a:pt x="164338" y="48628"/></a:lnTo><a:close/></a:path><a:path w="245110" h="153035"><a:moveTo><a:pt x="244576" y="0"/></a:moveTo><a:lnTo><a:pt x="240677" y="0"/></a:lnTo><a:lnTo><a:pt x="240677" y="6705"/></a:lnTo><a:lnTo><a:pt x="244576" y="6705"/></a:lnTo><a:lnTo><a:pt x="244576" y="0"/></a:lnTo><a:close/></a:path></a:pathLst></a:custGeom><a:solidFill><a:srgbClr val="000000"/></a:solidFill></p:spPr><p:txBody><a:bodyPr wrap="square" lIns="0" tIns="0" rIns="0" bIns="0" rtlCol="0"/><a:lstStyle/><a:p/></p:txBody></p:sp><p:sp><p:nvSpPr><p:cNvPr id="228" name="object 228"/><p:cNvSpPr/><p:nvPr/></p:nvSpPr><p:spPr><a:xfrm><a:off x="4131617" y="4218426"/><a:ext cx="309245" cy="909319"/></a:xfrm><a:custGeom><a:avLst/><a:gdLst/><a:ahLst/><a:cxnLst/><a:rect l="l" t="t" r="r" b="b"/><a:pathLst><a:path w="309245" h="909320"><a:moveTo><a:pt x="62631" y="154674"/></a:moveTo><a:lnTo><a:pt x="63344" y="154240"/></a:lnTo></a:path><a:path w="309245" h="909320"><a:moveTo><a:pt x="138006" y="880826"/></a:moveTo><a:lnTo><a:pt x="138006" y="108982"/></a:lnTo><a:lnTo><a:pt x="137284" y="109416"/></a:lnTo><a:lnTo><a:pt x="137284" y="881260"/></a:lnTo></a:path><a:path w="309245" h="909320"><a:moveTo><a:pt x="218228" y="832194"/></a:moveTo><a:lnTo><a:pt x="218228" y="60343"/></a:lnTo><a:lnTo><a:pt x="217515" y="60777"/></a:lnTo><a:lnTo><a:pt x="217515" y="832629"/></a:lnTo></a:path><a:path w="309245" h="909320"><a:moveTo><a:pt x="104685" y="894306"/></a:moveTo><a:lnTo><a:pt x="104685" y="122455"/></a:lnTo><a:lnTo><a:pt x="86543" y="133453"/></a:lnTo></a:path><a:path w="309245" h="909320"><a:moveTo><a:pt x="111014" y="119585"/></a:moveTo><a:lnTo><a:pt x="106004" y="122625"/></a:lnTo><a:lnTo><a:pt x="106004" y="894477"/></a:lnTo></a:path><a:path w="309245" h="909320"><a:moveTo><a:pt x="142853" y="106042"/></a:moveTo><a:lnTo><a:pt x="143567" y="105608"/></a:lnTo></a:path><a:path w="309245" h="909320"><a:moveTo><a:pt x="166774" y="85783"/></a:moveTo><a:lnTo><a:pt x="161755" y="88824"/></a:lnTo></a:path><a:path w="309245" h="909320"><a:moveTo><a:pt x="191237" y="70953"/></a:moveTo><a:lnTo><a:pt x="186226" y="73994"/></a:lnTo><a:lnTo><a:pt x="186226" y="845838"/></a:lnTo></a:path><a:path w="309245" h="909320"><a:moveTo><a:pt x="208370" y="831450"/></a:moveTo><a:lnTo><a:pt x="208370" y="59598"/></a:lnTo><a:lnTo><a:pt x="191237" y="69984"/></a:lnTo></a:path><a:path w="309245" h="909320"><a:moveTo><a:pt x="208370" y="59598"/></a:moveTo><a:lnTo><a:pt x="217515" y="60777"/></a:lnTo></a:path><a:path w="309245" h="909320"><a:moveTo><a:pt x="86551" y="134422"/></a:moveTo><a:lnTo><a:pt x="81533" y="137463"/></a:lnTo><a:lnTo><a:pt x="81533" y="909307"/></a:lnTo></a:path><a:path w="309245" h="909320"><a:moveTo><a:pt x="128148" y="880081"/></a:moveTo><a:lnTo><a:pt x="128148" y="108237"/></a:lnTo><a:lnTo><a:pt x="111014" y="118623"/></a:lnTo></a:path><a:path w="309245" h="909320"><a:moveTo><a:pt x="140053" y="881097"/></a:moveTo><a:lnTo><a:pt x="140053" y="109246"/></a:lnTo><a:lnTo><a:pt x="138006" y="108982"/></a:lnTo></a:path><a:path w="309245" h="909320"><a:moveTo><a:pt x="160444" y="88653"/></a:moveTo><a:lnTo><a:pt x="143551" y="98891"/></a:lnTo></a:path><a:path w="309245" h="909320"><a:moveTo><a:pt x="184915" y="845667"/></a:moveTo><a:lnTo><a:pt x="184915" y="73823"/></a:lnTo><a:lnTo><a:pt x="166766" y="84821"/></a:lnTo></a:path><a:path w="309245" h="909320"><a:moveTo><a:pt x="221680" y="831605"/></a:moveTo><a:lnTo><a:pt x="221680" y="59761"/></a:lnTo><a:lnTo><a:pt x="220276" y="60607"/></a:lnTo><a:lnTo><a:pt x="220276" y="832458"/></a:lnTo></a:path><a:path w="309245" h="909320"><a:moveTo><a:pt x="223084" y="58908"/></a:moveTo><a:lnTo><a:pt x="221680" y="59761"/></a:lnTo></a:path><a:path w="309245" h="909320"><a:moveTo><a:pt x="218228" y="60343"/></a:moveTo><a:lnTo><a:pt x="220276" y="60607"/></a:lnTo></a:path><a:path w="309245" h="909320"><a:moveTo><a:pt x="142861" y="107547"/></a:moveTo><a:lnTo><a:pt x="141457" y="108393"/></a:lnTo><a:lnTo><a:pt x="141457" y="880244"/></a:lnTo></a:path><a:path w="309245" h="909320"><a:moveTo><a:pt x="223076" y="57403"/></a:moveTo><a:lnTo><a:pt x="223797" y="56969"/></a:lnTo></a:path><a:path w="309245" h="909320"><a:moveTo><a:pt x="80222" y="909144"/></a:moveTo><a:lnTo><a:pt x="80222" y="137292"/></a:lnTo><a:lnTo><a:pt x="63329" y="147530"/></a:lnTo></a:path><a:path w="309245" h="909320"><a:moveTo><a:pt x="140053" y="109246"/></a:moveTo><a:lnTo><a:pt x="141457" y="108393"/></a:lnTo></a:path><a:path w="309245" h="909320"><a:moveTo><a:pt x="128148" y="108237"/></a:moveTo><a:lnTo><a:pt x="137284" y="109416"/></a:lnTo></a:path><a:path w="309245" h="909320"><a:moveTo><a:pt x="80222" y="137292"/></a:moveTo><a:lnTo><a:pt x="81533" y="137463"/></a:lnTo></a:path><a:path w="309245" h="909320"><a:moveTo><a:pt x="104685" y="122455"/></a:moveTo><a:lnTo><a:pt x="106004" y="122625"/></a:lnTo></a:path><a:path w="309245" h="909320"><a:moveTo><a:pt x="184915" y="73823"/></a:moveTo><a:lnTo><a:pt x="186226" y="73994"/></a:lnTo></a:path><a:path w="309245" h="909320"><a:moveTo><a:pt x="271467" y="22314"/></a:moveTo><a:lnTo><a:pt x="266449" y="25355"/></a:lnTo></a:path><a:path w="309245" h="909320"><a:moveTo><a:pt x="246996" y="37152"/></a:moveTo><a:lnTo><a:pt x="241978" y="40184"/></a:lnTo></a:path><a:path w="309245" h="909320"><a:moveTo><a:pt x="288593" y="782811"/></a:moveTo><a:lnTo><a:pt x="288593" y="10959"/></a:lnTo><a:lnTo><a:pt x="271459" y="21352"/></a:lnTo></a:path><a:path w="309245" h="909320"><a:moveTo><a:pt x="300188" y="783780"/></a:moveTo><a:lnTo><a:pt x="300188" y="11929"/></a:lnTo><a:lnTo><a:pt x="299467" y="12363"/></a:lnTo><a:lnTo><a:pt x="299467" y="784214"/></a:lnTo></a:path><a:path w="309245" h="909320"><a:moveTo><a:pt x="302236" y="784044"/></a:moveTo><a:lnTo><a:pt x="302236" y="12192"/></a:lnTo><a:lnTo><a:pt x="300188" y="11929"/></a:lnTo></a:path><a:path w="309245" h="909320"><a:moveTo><a:pt x="265138" y="25184"/></a:moveTo><a:lnTo><a:pt x="246996" y="36182"/></a:lnTo></a:path><a:path w="309245" h="909320"><a:moveTo><a:pt x="288593" y="10959"/></a:moveTo><a:lnTo><a:pt x="299467" y="12363"/></a:lnTo></a:path><a:path w="309245" h="909320"><a:moveTo><a:pt x="240667" y="40022"/></a:moveTo><a:lnTo><a:pt x="223782" y="50260"/></a:lnTo></a:path><a:path w="309245" h="909320"><a:moveTo><a:pt x="306005" y="8407"/></a:moveTo><a:lnTo><a:pt x="306719" y="7965"/></a:lnTo></a:path><a:path w="309245" h="909320"><a:moveTo><a:pt x="308774" y="0"/></a:moveTo><a:lnTo><a:pt x="306703" y="1256"/></a:lnTo></a:path><a:path w="309245" h="909320"><a:moveTo><a:pt x="0" y="185931"/></a:moveTo><a:lnTo><a:pt x="1310" y="186102"/></a:lnTo><a:lnTo><a:pt x="6321" y="183062"/></a:lnTo></a:path><a:path w="309245" h="909320"><a:moveTo><a:pt x="62631" y="156179"/></a:moveTo><a:lnTo><a:pt x="61235" y="157032"/></a:lnTo></a:path><a:path w="309245" h="909320"><a:moveTo><a:pt x="25781" y="171264"/></a:moveTo><a:lnTo><a:pt x="24463" y="171094"/></a:lnTo><a:lnTo><a:pt x="6321" y="182092"/></a:lnTo></a:path><a:path w="309245" h="909320"><a:moveTo><a:pt x="47925" y="156869"/></a:moveTo><a:lnTo><a:pt x="30792" y="167262"/></a:lnTo></a:path><a:path w="309245" h="909320"><a:moveTo><a:pt x="59831" y="157885"/></a:moveTo><a:lnTo><a:pt x="61235" y="157032"/></a:lnTo></a:path><a:path w="309245" h="909320"><a:moveTo><a:pt x="30792" y="168224"/></a:moveTo><a:lnTo><a:pt x="25781" y="171264"/></a:lnTo></a:path></a:pathLst></a:custGeom><a:ln w="3878"><a:solidFill><a:srgbClr val="000000"/></a:solidFill></a:ln></p:spPr><p:txBody><a:bodyPr wrap="square" lIns="0" tIns="0" rIns="0" bIns="0" rtlCol="0"/><a:lstStyle/><a:p/></p:txBody></p:sp><p:sp><p:nvSpPr><p:cNvPr id="229" name="object 229"/><p:cNvSpPr/><p:nvPr/></p:nvSpPr><p:spPr><a:xfrm><a:off x="4111434" y="4268232"/><a:ext cx="245110" cy="153035"/></a:xfrm><a:custGeom><a:avLst/><a:gdLst/><a:ahLst/><a:cxnLst/><a:rect l="l" t="t" r="r" b="b"/><a:pathLst><a:path w="245110" h="153035"><a:moveTo><a:pt x="3886" y="145910"/></a:moveTo><a:lnTo><a:pt x="0" y="145910"/></a:lnTo><a:lnTo><a:pt x="0" y="152615"/></a:lnTo><a:lnTo><a:pt x="3886" y="152615"/></a:lnTo><a:lnTo><a:pt x="3886" y="145910"/></a:lnTo><a:close/></a:path><a:path w="245110" h="153035"><a:moveTo><a:pt x="84112" y="97269"/></a:moveTo><a:lnTo><a:pt x="80213" y="97269"/></a:lnTo><a:lnTo><a:pt x="80213" y="103987"/></a:lnTo><a:lnTo><a:pt x="84112" y="103987"/></a:lnTo><a:lnTo><a:pt x="84112" y="97269"/></a:lnTo><a:close/></a:path><a:path w="245110" h="153035"><a:moveTo><a:pt x="164338" y="48641"/></a:moveTo><a:lnTo><a:pt x="160439" y="48641"/></a:lnTo><a:lnTo><a:pt x="160439" y="55346"/></a:lnTo><a:lnTo><a:pt x="164338" y="55346"/></a:lnTo><a:lnTo><a:pt x="164338" y="48641"/></a:lnTo><a:close/></a:path><a:path w="245110" h="153035"><a:moveTo><a:pt x="244551" y="0"/></a:moveTo><a:lnTo><a:pt x="240665" y="0"/></a:lnTo><a:lnTo><a:pt x="240665" y="6705"/></a:lnTo><a:lnTo><a:pt x="244551" y="6705"/></a:lnTo><a:lnTo><a:pt x="244551" y="0"/></a:lnTo><a:close/></a:path></a:pathLst></a:custGeom><a:solidFill><a:srgbClr val="000000"/></a:solidFill></p:spPr><p:txBody><a:bodyPr wrap="square" lIns="0" tIns="0" rIns="0" bIns="0" rtlCol="0"/><a:lstStyle/><a:p/></p:txBody></p:sp><p:sp><p:nvSpPr><p:cNvPr id="230" name="object 230"/><p:cNvSpPr/><p:nvPr/></p:nvSpPr><p:spPr><a:xfrm><a:off x="3809369" y="4413797"/><a:ext cx="309245" cy="909319"/></a:xfrm><a:custGeom><a:avLst/><a:gdLst/><a:ahLst/><a:cxnLst/><a:rect l="l" t="t" r="r" b="b"/><a:pathLst><a:path w="309245" h="909320"><a:moveTo><a:pt x="62631" y="154674"/></a:moveTo><a:lnTo><a:pt x="63352" y="154240"/></a:lnTo></a:path><a:path w="309245" h="909320"><a:moveTo><a:pt x="138006" y="880826"/></a:moveTo><a:lnTo><a:pt x="138006" y="108974"/></a:lnTo><a:lnTo><a:pt x="137292" y="109409"/></a:lnTo><a:lnTo><a:pt x="137292" y="881260"/></a:lnTo></a:path><a:path w="309245" h="909320"><a:moveTo><a:pt x="218228" y="832187"/></a:moveTo><a:lnTo><a:pt x="218228" y="60335"/></a:lnTo><a:lnTo><a:pt x="217515" y="60769"/></a:lnTo><a:lnTo><a:pt x="217515" y="832621"/></a:lnTo></a:path><a:path w="309245" h="909320"><a:moveTo><a:pt x="104693" y="894298"/></a:moveTo><a:lnTo><a:pt x="104693" y="122455"/></a:lnTo><a:lnTo><a:pt x="86551" y="133453"/></a:lnTo></a:path><a:path w="309245" h="909320"><a:moveTo><a:pt x="111022" y="119585"/></a:moveTo><a:lnTo><a:pt x="106004" y="122625"/></a:lnTo><a:lnTo><a:pt x="106004" y="894469"/></a:lnTo></a:path><a:path w="309245" h="909320"><a:moveTo><a:pt x="142853" y="106035"/></a:moveTo><a:lnTo><a:pt x="143575" y="105600"/></a:lnTo></a:path><a:path w="309245" h="909320"><a:moveTo><a:pt x="161763" y="860667"/></a:moveTo><a:lnTo><a:pt x="161763" y="88816"/></a:lnTo><a:lnTo><a:pt x="160444" y="88653"/></a:lnTo><a:lnTo><a:pt x="160444" y="860497"/></a:lnTo></a:path><a:path w="309245" h="909320"><a:moveTo><a:pt x="166774" y="85775"/></a:moveTo><a:lnTo><a:pt x="161763" y="88816"/></a:lnTo></a:path><a:path w="309245" h="909320"><a:moveTo><a:pt x="191244" y="70946"/></a:moveTo><a:lnTo><a:pt x="186226" y="73986"/></a:lnTo><a:lnTo><a:pt x="186226" y="845830"/></a:lnTo></a:path><a:path w="309245" h="909320"><a:moveTo><a:pt x="208370" y="831442"/></a:moveTo><a:lnTo><a:pt x="208370" y="59590"/></a:lnTo><a:lnTo><a:pt x="191237" y="69984"/></a:lnTo></a:path><a:path w="309245" h="909320"><a:moveTo><a:pt x="208370" y="59590"/></a:moveTo><a:lnTo><a:pt x="217515" y="60769"/></a:lnTo></a:path><a:path w="309245" h="909320"><a:moveTo><a:pt x="86551" y="134415"/></a:moveTo><a:lnTo><a:pt x="81533" y="137455"/></a:lnTo><a:lnTo><a:pt x="81533" y="909307"/></a:lnTo></a:path><a:path w="309245" h="909320"><a:moveTo><a:pt x="128148" y="880081"/></a:moveTo><a:lnTo><a:pt x="128148" y="108230"/></a:lnTo><a:lnTo><a:pt x="111014" y="118615"/></a:lnTo></a:path><a:path w="309245" h="909320"><a:moveTo><a:pt x="140053" y="881090"/></a:moveTo><a:lnTo><a:pt x="140053" y="109238"/></a:lnTo><a:lnTo><a:pt x="138006" y="108974"/></a:lnTo></a:path><a:path w="309245" h="909320"><a:moveTo><a:pt x="160444" y="88653"/></a:moveTo><a:lnTo><a:pt x="143559" y="98891"/></a:lnTo></a:path><a:path w="309245" h="909320"><a:moveTo><a:pt x="184915" y="845667"/></a:moveTo><a:lnTo><a:pt x="184915" y="73815"/></a:lnTo><a:lnTo><a:pt x="166774" y="84814"/></a:lnTo></a:path><a:path w="309245" h="909320"><a:moveTo><a:pt x="221680" y="831605"/></a:moveTo><a:lnTo><a:pt x="221680" y="59753"/></a:lnTo><a:lnTo><a:pt x="220284" y="60607"/></a:lnTo><a:lnTo><a:pt x="220284" y="832450"/></a:lnTo></a:path><a:path w="309245" h="909320"><a:moveTo><a:pt x="223084" y="58900"/></a:moveTo><a:lnTo><a:pt x="221680" y="59753"/></a:lnTo></a:path><a:path w="309245" h="909320"><a:moveTo><a:pt x="218228" y="60335"/></a:moveTo><a:lnTo><a:pt x="220284" y="60607"/></a:lnTo></a:path><a:path w="309245" h="909320"><a:moveTo><a:pt x="142861" y="107539"/></a:moveTo><a:lnTo><a:pt x="141457" y="108393"/></a:lnTo><a:lnTo><a:pt x="141457" y="880236"/></a:lnTo></a:path><a:path w="309245" h="909320"><a:moveTo><a:pt x="223084" y="57395"/></a:moveTo><a:lnTo><a:pt x="223797" y="56961"/></a:lnTo></a:path><a:path w="309245" h="909320"><a:moveTo><a:pt x="80222" y="909136"/></a:moveTo><a:lnTo><a:pt x="80222" y="137284"/></a:lnTo><a:lnTo><a:pt x="63337" y="147523"/></a:lnTo></a:path><a:path w="309245" h="909320"><a:moveTo><a:pt x="140053" y="109238"/></a:moveTo><a:lnTo><a:pt x="141457" y="108393"/></a:lnTo></a:path><a:path w="309245" h="909320"><a:moveTo><a:pt x="128148" y="108230"/></a:moveTo><a:lnTo><a:pt x="137292" y="109409"/></a:lnTo></a:path><a:path w="309245" h="909320"><a:moveTo><a:pt x="80222" y="137284"/></a:moveTo><a:lnTo><a:pt x="81533" y="137455"/></a:lnTo></a:path><a:path w="309245" h="909320"><a:moveTo><a:pt x="104693" y="122455"/></a:moveTo><a:lnTo><a:pt x="106004" y="122625"/></a:lnTo></a:path><a:path w="309245" h="909320"><a:moveTo><a:pt x="184915" y="73815"/></a:moveTo><a:lnTo><a:pt x="186226" y="73986"/></a:lnTo></a:path><a:path w="309245" h="909320"><a:moveTo><a:pt x="271467" y="22306"/></a:moveTo><a:lnTo><a:pt x="266449" y="25347"/></a:lnTo></a:path><a:path w="309245" h="909320"><a:moveTo><a:pt x="246996" y="37144"/></a:moveTo><a:lnTo><a:pt x="241986" y="40184"/></a:lnTo></a:path><a:path w="309245" h="909320"><a:moveTo><a:pt x="288593" y="782803"/></a:moveTo><a:lnTo><a:pt x="288593" y="10959"/></a:lnTo><a:lnTo><a:pt x="271467" y="21345"/></a:lnTo></a:path><a:path w="309245" h="909320"><a:moveTo><a:pt x="300188" y="783772"/></a:moveTo><a:lnTo><a:pt x="300188" y="11929"/></a:lnTo><a:lnTo><a:pt x="299475" y="12363"/></a:lnTo><a:lnTo><a:pt x="299475" y="784207"/></a:lnTo></a:path><a:path w="309245" h="909320"><a:moveTo><a:pt x="302236" y="784036"/></a:moveTo><a:lnTo><a:pt x="302236" y="12192"/></a:lnTo><a:lnTo><a:pt x="300188" y="11929"/></a:lnTo></a:path><a:path w="309245" h="909320"><a:moveTo><a:pt x="265138" y="25176"/></a:moveTo><a:lnTo><a:pt x="246996" y="36174"/></a:lnTo></a:path><a:path w="309245" h="909320"><a:moveTo><a:pt x="288593" y="10959"/></a:moveTo><a:lnTo><a:pt x="299475" y="12363"/></a:lnTo></a:path><a:path w="309245" h="909320"><a:moveTo><a:pt x="240667" y="40014"/></a:moveTo><a:lnTo><a:pt x="223782" y="50252"/></a:lnTo></a:path><a:path w="309245" h="909320"><a:moveTo><a:pt x="306005" y="8399"/></a:moveTo><a:lnTo><a:pt x="306727" y="7965"/></a:lnTo></a:path><a:path w="309245" h="909320"><a:moveTo><a:pt x="308782" y="0"/></a:moveTo><a:lnTo><a:pt x="306711" y="1248"/></a:lnTo></a:path><a:path w="309245" h="909320"><a:moveTo><a:pt x="0" y="185924"/></a:moveTo><a:lnTo><a:pt x="1310" y="186094"/></a:lnTo><a:lnTo><a:pt x="6329" y="183054"/></a:lnTo></a:path><a:path w="309245" h="909320"><a:moveTo><a:pt x="62639" y="156179"/></a:moveTo><a:lnTo><a:pt x="61235" y="157024"/></a:lnTo></a:path><a:path w="309245" h="909320"><a:moveTo><a:pt x="25781" y="171257"/></a:moveTo><a:lnTo><a:pt x="24463" y="171086"/></a:lnTo><a:lnTo><a:pt x="6321" y="182084"/></a:lnTo></a:path><a:path w="309245" h="909320"><a:moveTo><a:pt x="47925" y="156869"/></a:moveTo><a:lnTo><a:pt x="30792" y="167254"/></a:lnTo></a:path><a:path w="309245" h="909320"><a:moveTo><a:pt x="59831" y="157877"/></a:moveTo><a:lnTo><a:pt x="61235" y="157024"/></a:lnTo></a:path><a:path w="309245" h="909320"><a:moveTo><a:pt x="30792" y="168216"/></a:moveTo><a:lnTo><a:pt x="25781" y="171257"/></a:lnTo></a:path></a:pathLst></a:custGeom><a:ln w="3878"><a:solidFill><a:srgbClr val="000000"/></a:solidFill></a:ln></p:spPr><p:txBody><a:bodyPr wrap="square" lIns="0" tIns="0" rIns="0" bIns="0" rtlCol="0"/><a:lstStyle/><a:p/></p:txBody></p:sp><p:sp><p:nvSpPr><p:cNvPr id="231" name="object 231"/><p:cNvSpPr/><p:nvPr/></p:nvSpPr><p:spPr><a:xfrm><a:off x="3789184" y="4463596"/><a:ext cx="245110" cy="153035"/></a:xfrm><a:custGeom><a:avLst/><a:gdLst/><a:ahLst/><a:cxnLst/><a:rect l="l" t="t" r="r" b="b"/><a:pathLst><a:path w="245110" h="153035"><a:moveTo><a:pt x="3886" y="145910"/></a:moveTo><a:lnTo><a:pt x="0" y="145910"/></a:lnTo><a:lnTo><a:pt x="0" y="152628"/></a:lnTo><a:lnTo><a:pt x="3886" y="152628"/></a:lnTo><a:lnTo><a:pt x="3886" y="145910"/></a:lnTo><a:close/></a:path><a:path w="245110" h="153035"><a:moveTo><a:pt x="84112" y="97282"/></a:moveTo><a:lnTo><a:pt x="80225" y="97282"/></a:lnTo><a:lnTo><a:pt x="80225" y="103987"/></a:lnTo><a:lnTo><a:pt x="84112" y="103987"/></a:lnTo><a:lnTo><a:pt x="84112" y="97282"/></a:lnTo><a:close/></a:path><a:path w="245110" h="153035"><a:moveTo><a:pt x="164338" y="48641"/></a:moveTo><a:lnTo><a:pt x="160439" y="48641"/></a:lnTo><a:lnTo><a:pt x="160439" y="55346"/></a:lnTo><a:lnTo><a:pt x="164338" y="55346"/></a:lnTo><a:lnTo><a:pt x="164338" y="48641"/></a:lnTo><a:close/></a:path><a:path w="245110" h="153035"><a:moveTo><a:pt x="244563" y="0"/></a:moveTo><a:lnTo><a:pt x="240665" y="0"/></a:lnTo><a:lnTo><a:pt x="240665" y="6718"/></a:lnTo><a:lnTo><a:pt x="244563" y="6718"/></a:lnTo><a:lnTo><a:pt x="244563" y="0"/></a:lnTo><a:close/></a:path></a:pathLst></a:custGeom><a:solidFill><a:srgbClr val="000000"/></a:solidFill></p:spPr><p:txBody><a:bodyPr wrap="square" lIns="0" tIns="0" rIns="0" bIns="0" rtlCol="0"/><a:lstStyle/><a:p/></p:txBody></p:sp><p:sp><p:nvSpPr><p:cNvPr id="232" name="object 232"/><p:cNvSpPr/><p:nvPr/></p:nvSpPr><p:spPr><a:xfrm><a:off x="3573674" y="4669504"/><a:ext cx="132080" cy="834390"/></a:xfrm><a:custGeom><a:avLst/><a:gdLst/><a:ahLst/><a:cxnLst/><a:rect l="l" t="t" r="r" b="b"/><a:pathLst><a:path w="132079" h="834389"><a:moveTo><a:pt x="51454" y="820483"/></a:moveTo><a:lnTo><a:pt x="51454" y="48631"/></a:lnTo><a:lnTo><a:pt x="50741" y="49065"/></a:lnTo><a:lnTo><a:pt x="50741" y="820917"/></a:lnTo></a:path><a:path w="132079" h="834389"><a:moveTo><a:pt x="131684" y="771843"/></a:moveTo><a:lnTo><a:pt x="131684" y="0"/></a:lnTo><a:lnTo><a:pt x="130963" y="434"/></a:lnTo><a:lnTo><a:pt x="130963" y="772278"/></a:lnTo></a:path><a:path w="132079" h="834389"><a:moveTo><a:pt x="18141" y="833963"/></a:moveTo><a:lnTo><a:pt x="18141" y="62111"/></a:lnTo><a:lnTo><a:pt x="0" y="73110"/></a:lnTo></a:path></a:pathLst></a:custGeom><a:ln w="3878"><a:solidFill><a:srgbClr val="000000"/></a:solidFill></a:ln></p:spPr><p:txBody><a:bodyPr wrap="square" lIns="0" tIns="0" rIns="0" bIns="0" rtlCol="0"/><a:lstStyle/><a:p/></p:txBody></p:sp><p:sp><p:nvSpPr><p:cNvPr id="233" name="object 233"/><p:cNvSpPr/><p:nvPr/></p:nvSpPr><p:spPr><a:xfrm><a:off x="3591187" y="4731786"/><a:ext cx="4445" cy="772160"/></a:xfrm><a:custGeom><a:avLst/><a:gdLst/><a:ahLst/><a:cxnLst/><a:rect l="l" t="t" r="r" b="b"/><a:pathLst><a:path w="4445" h="772160"><a:moveTo><a:pt x="3878" y="771843"/></a:moveTo><a:lnTo><a:pt x="0" y="771843"/></a:lnTo><a:lnTo><a:pt x="0" y="0"/></a:lnTo><a:lnTo><a:pt x="3878" y="0"/></a:lnTo><a:lnTo><a:pt x="3878" y="771843"/></a:lnTo><a:close/></a:path></a:pathLst></a:custGeom><a:solidFill><a:srgbClr val="000000"/></a:solidFill></p:spPr><p:txBody><a:bodyPr wrap="square" lIns="0" tIns="0" rIns="0" bIns="0" rtlCol="0"/><a:lstStyle/><a:p/></p:txBody></p:sp><p:sp><p:nvSpPr><p:cNvPr id="234" name="object 234"/><p:cNvSpPr/><p:nvPr/></p:nvSpPr><p:spPr><a:xfrm><a:off x="3629984" y="4714761"/><a:ext cx="1270" cy="635"/></a:xfrm><a:custGeom><a:avLst/><a:gdLst/><a:ahLst/><a:cxnLst/><a:rect l="l" t="t" r="r" b="b"/><a:pathLst><a:path w="1270" h="635"><a:moveTo><a:pt x="0" y="434"/></a:moveTo><a:lnTo><a:pt x="713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35" name="object 235"/><p:cNvSpPr/><p:nvPr/></p:nvSpPr><p:spPr><a:xfrm><a:off x="3671417" y="4683147"/><a:ext cx="4445" cy="772160"/></a:xfrm><a:custGeom><a:avLst/><a:gdLst/><a:ahLst/><a:cxnLst/><a:rect l="l" t="t" r="r" b="b"/><a:pathLst><a:path w="4445" h="772160"><a:moveTo><a:pt x="3878" y="771851"/></a:moveTo><a:lnTo><a:pt x="0" y="771851"/></a:lnTo><a:lnTo><a:pt x="0" y="0"/></a:lnTo><a:lnTo><a:pt x="3878" y="0"/></a:lnTo><a:lnTo><a:pt x="3878" y="771851"/></a:lnTo><a:close/></a:path></a:pathLst></a:custGeom><a:solidFill><a:srgbClr val="000000"/></a:solidFill></p:spPr><p:txBody><a:bodyPr wrap="square" lIns="0" tIns="0" rIns="0" bIns="0" rtlCol="0"/><a:lstStyle/><a:p/></p:txBody></p:sp><p:sp><p:nvSpPr><p:cNvPr id="236" name="object 236"/><p:cNvSpPr/><p:nvPr/></p:nvSpPr><p:spPr><a:xfrm><a:off x="3678367" y="4668759"/><a:ext cx="26670" cy="772160"/></a:xfrm><a:custGeom><a:avLst/><a:gdLst/><a:ahLst/><a:cxnLst/><a:rect l="l" t="t" r="r" b="b"/><a:pathLst><a:path w="26670" h="772160"><a:moveTo><a:pt x="17133" y="771843"/></a:moveTo><a:lnTo><a:pt x="17133" y="0"/></a:lnTo><a:lnTo><a:pt x="0" y="10385"/></a:lnTo></a:path><a:path w="26670" h="772160"><a:moveTo><a:pt x="17133" y="0"/></a:moveTo><a:lnTo><a:pt x="26270" y="1178"/></a:lnTo></a:path></a:pathLst></a:custGeom><a:ln w="3878"><a:solidFill><a:srgbClr val="000000"/></a:solidFill></a:ln></p:spPr><p:txBody><a:bodyPr wrap="square" lIns="0" tIns="0" rIns="0" bIns="0" rtlCol="0"/><a:lstStyle/><a:p/></p:txBody></p:sp><p:sp><p:nvSpPr><p:cNvPr id="237" name="object 237"/><p:cNvSpPr/><p:nvPr/></p:nvSpPr><p:spPr><a:xfrm><a:off x="3566724" y="4746616"/><a:ext cx="4445" cy="772160"/></a:xfrm><a:custGeom><a:avLst/><a:gdLst/><a:ahLst/><a:cxnLst/><a:rect l="l" t="t" r="r" b="b"/><a:pathLst><a:path w="4445" h="772160"><a:moveTo><a:pt x="3878" y="771851"/></a:moveTo><a:lnTo><a:pt x="0" y="771851"/></a:lnTo><a:lnTo><a:pt x="0" y="0"/></a:lnTo><a:lnTo><a:pt x="3878" y="0"/></a:lnTo><a:lnTo><a:pt x="3878" y="771851"/></a:lnTo><a:close/></a:path></a:pathLst></a:custGeom><a:solidFill><a:srgbClr val="000000"/></a:solidFill></p:spPr><p:txBody><a:bodyPr wrap="square" lIns="0" tIns="0" rIns="0" bIns="0" rtlCol="0"/><a:lstStyle/><a:p/></p:txBody></p:sp><p:sp><p:nvSpPr><p:cNvPr id="238" name="object 238"/><p:cNvSpPr/><p:nvPr/></p:nvSpPr><p:spPr><a:xfrm><a:off x="3598145" y="4668914"/><a:ext cx="111125" cy="821690"/></a:xfrm><a:custGeom><a:avLst/><a:gdLst/><a:ahLst/><a:cxnLst/><a:rect l="l" t="t" r="r" b="b"/><a:pathLst><a:path w="111125" h="821689"><a:moveTo><a:pt x="17125" y="820327"/></a:moveTo><a:lnTo><a:pt x="17125" y="48476"/></a:lnTo><a:lnTo><a:pt x="0" y="58861"/></a:lnTo></a:path><a:path w="111125" h="821689"><a:moveTo><a:pt x="29039" y="821336"/></a:moveTo><a:lnTo><a:pt x="29039" y="49484"/></a:lnTo><a:lnTo><a:pt x="26983" y="49220"/></a:lnTo></a:path><a:path w="111125" h="821689"><a:moveTo><a:pt x="49422" y="28899"/></a:moveTo><a:lnTo><a:pt x="32537" y="39137"/></a:lnTo></a:path><a:path w="111125" h="821689"><a:moveTo><a:pt x="73893" y="785913"/></a:moveTo><a:lnTo><a:pt x="73893" y="14062"/></a:lnTo><a:lnTo><a:pt x="55751" y="25060"/></a:lnTo></a:path><a:path w="111125" h="821689"><a:moveTo><a:pt x="110665" y="771851"/></a:moveTo><a:lnTo><a:pt x="110665" y="0"/></a:lnTo><a:lnTo><a:pt x="109261" y="853"/></a:lnTo><a:lnTo><a:pt x="109261" y="772697"/></a:lnTo></a:path><a:path w="111125" h="821689"><a:moveTo><a:pt x="107214" y="589"/></a:moveTo><a:lnTo><a:pt x="109261" y="853"/></a:lnTo></a:path></a:pathLst></a:custGeom><a:ln w="3878"><a:solidFill><a:srgbClr val="000000"/></a:solidFill></a:ln></p:spPr><p:txBody><a:bodyPr wrap="square" lIns="0" tIns="0" rIns="0" bIns="0" rtlCol="0"/><a:lstStyle/><a:p/></p:txBody></p:sp><p:sp><p:nvSpPr><p:cNvPr id="239" name="object 239"/><p:cNvSpPr/><p:nvPr/></p:nvSpPr><p:spPr><a:xfrm><a:off x="3626641" y="4717554"/><a:ext cx="4445" cy="772160"/></a:xfrm><a:custGeom><a:avLst/><a:gdLst/><a:ahLst/><a:cxnLst/><a:rect l="l" t="t" r="r" b="b"/><a:pathLst><a:path w="4445" h="772160"><a:moveTo><a:pt x="3878" y="771843"/></a:moveTo><a:lnTo><a:pt x="0" y="771843"/></a:lnTo><a:lnTo><a:pt x="0" y="0"/></a:lnTo><a:lnTo><a:pt x="3878" y="0"/></a:lnTo><a:lnTo><a:pt x="3878" y="771843"/></a:lnTo><a:close/></a:path></a:pathLst></a:custGeom><a:solidFill><a:srgbClr val="000000"/></a:solidFill></p:spPr><p:txBody><a:bodyPr wrap="square" lIns="0" tIns="0" rIns="0" bIns="0" rtlCol="0"/><a:lstStyle/><a:p/></p:txBody></p:sp><p:sp><p:nvSpPr><p:cNvPr id="240" name="object 240"/><p:cNvSpPr/><p:nvPr/></p:nvSpPr><p:spPr><a:xfrm><a:off x="3550459" y="4609160"/><a:ext cx="245745" cy="909319"/></a:xfrm><a:custGeom><a:avLst/><a:gdLst/><a:ahLst/><a:cxnLst/><a:rect l="l" t="t" r="r" b="b"/><a:pathLst><a:path w="245745" h="909320"><a:moveTo><a:pt x="159746" y="57403"/></a:moveTo><a:lnTo><a:pt x="160460" y="56969"/></a:lnTo></a:path><a:path w="245745" h="909320"><a:moveTo><a:pt x="16885" y="909136"/></a:moveTo><a:lnTo><a:pt x="16885" y="137292"/></a:lnTo><a:lnTo><a:pt x="0" y="147530"/></a:lnTo></a:path><a:path w="245745" h="909320"><a:moveTo><a:pt x="76724" y="109238"/></a:moveTo><a:lnTo><a:pt x="78120" y="108393"/></a:lnTo></a:path><a:path w="245745" h="909320"><a:moveTo><a:pt x="64810" y="108230"/></a:moveTo><a:lnTo><a:pt x="73955" y="109409"/></a:lnTo></a:path><a:path w="245745" h="909320"><a:moveTo><a:pt x="16885" y="137292"/></a:moveTo><a:lnTo><a:pt x="18203" y="137455"/></a:lnTo></a:path><a:path w="245745" h="909320"><a:moveTo><a:pt x="41356" y="122455"/></a:moveTo><a:lnTo><a:pt x="42666" y="122625"/></a:lnTo></a:path><a:path w="245745" h="909320"><a:moveTo><a:pt x="121578" y="73815"/></a:moveTo><a:lnTo><a:pt x="122897" y="73986"/></a:lnTo></a:path><a:path w="245745" h="909320"><a:moveTo><a:pt x="225263" y="782811"/></a:moveTo><a:lnTo><a:pt x="225263" y="10959"/></a:lnTo><a:lnTo><a:pt x="208130" y="21345"/></a:lnTo></a:path><a:path w="245745" h="909320"><a:moveTo><a:pt x="236851" y="783772"/></a:moveTo><a:lnTo><a:pt x="236851" y="11929"/></a:lnTo><a:lnTo><a:pt x="236137" y="12363"/></a:lnTo><a:lnTo><a:pt x="236137" y="784207"/></a:lnTo></a:path><a:path w="245745" h="909320"><a:moveTo><a:pt x="238906" y="784044"/></a:moveTo><a:lnTo><a:pt x="238906" y="12192"/></a:lnTo><a:lnTo><a:pt x="236851" y="11929"/></a:lnTo></a:path><a:path w="245745" h="909320"><a:moveTo><a:pt x="201801" y="25184"/></a:moveTo><a:lnTo><a:pt x="183659" y="36182"/></a:lnTo></a:path><a:path w="245745" h="909320"><a:moveTo><a:pt x="225263" y="10959"/></a:moveTo><a:lnTo><a:pt x="236137" y="12363"/></a:lnTo></a:path><a:path w="245745" h="909320"><a:moveTo><a:pt x="177338" y="40014"/></a:moveTo><a:lnTo><a:pt x="160444" y="50252"/></a:lnTo></a:path><a:path w="245745" h="909320"><a:moveTo><a:pt x="242676" y="8399"/></a:moveTo><a:lnTo><a:pt x="243389" y="7965"/></a:lnTo></a:path><a:path w="245745" h="909320"><a:moveTo><a:pt x="245445" y="0"/></a:moveTo><a:lnTo><a:pt x="243374" y="1256"/></a:lnTo></a:path></a:pathLst></a:custGeom><a:ln w="3878"><a:solidFill><a:srgbClr val="000000"/></a:solidFill></a:ln></p:spPr><p:txBody><a:bodyPr wrap="square" lIns="0" tIns="0" rIns="0" bIns="0" rtlCol="0"/><a:lstStyle/><a:p/></p:txBody></p:sp><p:sp><p:nvSpPr><p:cNvPr id="241" name="object 241"/><p:cNvSpPr/><p:nvPr/></p:nvSpPr><p:spPr><a:xfrm><a:off x="3627386" y="4658973"/><a:ext cx="84455" cy="55880"/></a:xfrm><a:custGeom><a:avLst/><a:gdLst/><a:ahLst/><a:cxnLst/><a:rect l="l" t="t" r="r" b="b"/><a:pathLst><a:path w="84454" h="55879"><a:moveTo><a:pt x="3898" y="48628"/></a:moveTo><a:lnTo><a:pt x="0" y="48628"/></a:lnTo><a:lnTo><a:pt x="0" y="55346"/></a:lnTo><a:lnTo><a:pt x="3898" y="55346"/></a:lnTo><a:lnTo><a:pt x="3898" y="48628"/></a:lnTo><a:close/></a:path><a:path w="84454" h="55879"><a:moveTo><a:pt x="84112" y="0"/></a:moveTo><a:lnTo><a:pt x="80225" y="0"/></a:lnTo><a:lnTo><a:pt x="80225" y="6705"/></a:lnTo><a:lnTo><a:pt x="84112" y="6705"/></a:lnTo><a:lnTo><a:pt x="84112" y="0"/></a:lnTo><a:close/></a:path></a:pathLst></a:custGeom><a:solidFill><a:srgbClr val="000000"/></a:solidFill></p:spPr><p:txBody><a:bodyPr wrap="square" lIns="0" tIns="0" rIns="0" bIns="0" rtlCol="0"/><a:lstStyle/><a:p/></p:txBody></p:sp><p:sp><p:nvSpPr><p:cNvPr id="242" name="object 242"/><p:cNvSpPr/><p:nvPr/></p:nvSpPr><p:spPr><a:xfrm><a:off x="3549102" y="3179039"/><a:ext cx="2992755" cy="1577975"/></a:xfrm><a:custGeom><a:avLst/><a:gdLst/><a:ahLst/><a:cxnLst/><a:rect l="l" t="t" r="r" b="b"/><a:pathLst><a:path w="2992754" h="1577975"><a:moveTo><a:pt x="1357" y="1577652"/></a:moveTo><a:lnTo><a:pt x="0" y="1577194"/></a:lnTo></a:path><a:path w="2992754" h="1577975"><a:moveTo><a:pt x="2861118" y="772154"/></a:moveTo><a:lnTo><a:pt x="2861118" y="511"/></a:lnTo><a:lnTo><a:pt x="2860513" y="0"/></a:lnTo><a:lnTo><a:pt x="2860513" y="771642"/></a:lnTo></a:path><a:path w="2992754" h="1577975"><a:moveTo><a:pt x="2923882" y="54386"/></a:moveTo><a:lnTo><a:pt x="2923284" y="53866"/></a:lnTo></a:path><a:path w="2992754" h="1577975"><a:moveTo><a:pt x="2991330" y="112278"/></a:moveTo><a:lnTo><a:pt x="2990732" y="111759"/></a:lnTo></a:path><a:path w="2992754" h="1577975"><a:moveTo><a:pt x="2905174" y="30334"/></a:moveTo><a:lnTo><a:pt x="2889917" y="17242"/></a:lnTo><a:lnTo><a:pt x="2889917" y="788884"/></a:lnTo></a:path><a:path w="2992754" h="1577975"><a:moveTo><a:pt x="2928566" y="830046"/></a:moveTo><a:lnTo><a:pt x="2928566" y="58404"/></a:lnTo><a:lnTo><a:pt x="2927961" y="57884"/></a:lnTo><a:lnTo><a:pt x="2927961" y="829526"/></a:lnTo></a:path><a:path w="2992754" h="1577975"><a:moveTo><a:pt x="2956031" y="846776"/></a:moveTo><a:lnTo><a:pt x="2956031" y="75134"/></a:lnTo><a:lnTo><a:pt x="2951820" y="71512"/></a:lnTo></a:path><a:path w="2992754" h="1577975"><a:moveTo><a:pt x="2976601" y="864429"/></a:moveTo><a:lnTo><a:pt x="2976601" y="92787"/></a:lnTo><a:lnTo><a:pt x="2972389" y="89173"/></a:lnTo></a:path><a:path w="2992754" h="1577975"><a:moveTo><a:pt x="2992346" y="105150"/></a:moveTo><a:lnTo><a:pt x="2977935" y="92787"/></a:lnTo><a:lnTo><a:pt x="2977935" y="864383"/></a:lnTo></a:path><a:path w="2992754" h="1577975"><a:moveTo><a:pt x="2888583" y="788884"/></a:moveTo><a:lnTo><a:pt x="2888583" y="17242"/></a:lnTo><a:lnTo><a:pt x="2884372" y="13627"/></a:lnTo></a:path><a:path w="2992754" h="1577975"><a:moveTo><a:pt x="2870403" y="772130"/></a:moveTo><a:lnTo><a:pt x="2870403" y="488"/></a:lnTo><a:lnTo><a:pt x="2861118" y="511"/></a:lnTo></a:path></a:pathLst></a:custGeom><a:ln w="3878"><a:solidFill><a:srgbClr val="000000"/></a:solidFill></a:ln></p:spPr><p:txBody><a:bodyPr wrap="square" lIns="0" tIns="0" rIns="0" bIns="0" rtlCol="0"/><a:lstStyle/><a:p/></p:txBody></p:sp><p:sp><p:nvSpPr><p:cNvPr id="243" name="object 243"/><p:cNvSpPr/><p:nvPr/></p:nvSpPr><p:spPr><a:xfrm><a:off x="6437686" y="3194342"/><a:ext cx="1905" cy="4445"/></a:xfrm><a:custGeom><a:avLst/><a:gdLst/><a:ahLst/><a:cxnLst/><a:rect l="l" t="t" r="r" b="b"/><a:pathLst><a:path w="1904" h="4444"><a:moveTo><a:pt x="1334" y="3878"/></a:moveTo><a:lnTo><a:pt x="0" y="3878"/></a:lnTo><a:lnTo><a:pt x="0" y="0"/></a:lnTo><a:lnTo><a:pt x="1334" y="0"/></a:lnTo><a:lnTo><a:pt x="1334" y="3878"/></a:lnTo><a:close/></a:path></a:pathLst></a:custGeom><a:solidFill><a:srgbClr val="000000"/></a:solidFill></p:spPr><p:txBody><a:bodyPr wrap="square" lIns="0" tIns="0" rIns="0" bIns="0" rtlCol="0"/><a:lstStyle/><a:p/></p:txBody></p:sp><p:sp><p:nvSpPr><p:cNvPr id="244" name="object 244"/><p:cNvSpPr/><p:nvPr/></p:nvSpPr><p:spPr><a:xfrm><a:off x="6459589" y="3213934"/><a:ext cx="81915" cy="851535"/></a:xfrm><a:custGeom><a:avLst/><a:gdLst/><a:ahLst/><a:cxnLst/><a:rect l="l" t="t" r="r" b="b"/><a:pathLst><a:path w="81915" h="851535"><a:moveTo><a:pt x="14411" y="12363"/></a:moveTo><a:lnTo><a:pt x="0" y="0"/></a:lnTo></a:path><a:path w="81915" h="851535"><a:moveTo><a:pt x="17474" y="22989"/></a:moveTo><a:lnTo><a:pt x="15396" y="22997"/></a:lnTo><a:lnTo><a:pt x="15396" y="794639"/></a:lnTo></a:path><a:path w="81915" h="851535"><a:moveTo><a:pt x="41565" y="35670"/></a:moveTo><a:lnTo><a:pt x="27363" y="23485"/></a:lnTo><a:lnTo><a:pt x="27363" y="795127"/></a:lnTo></a:path><a:path w="81915" h="851535"><a:moveTo><a:pt x="62135" y="53323"/></a:moveTo><a:lnTo><a:pt x="46878" y="40231"/></a:lnTo></a:path><a:path w="81915" h="851535"><a:moveTo><a:pt x="81665" y="851515"/></a:moveTo><a:lnTo><a:pt x="81665" y="79873"/></a:lnTo><a:lnTo><a:pt x="80486" y="78865"/></a:lnTo></a:path><a:path w="81915" h="851535"><a:moveTo><a:pt x="15396" y="22997"/></a:moveTo><a:lnTo><a:pt x="14217" y="21988"/></a:lnTo><a:lnTo><a:pt x="14217" y="793623"/></a:lnTo></a:path></a:pathLst></a:custGeom><a:ln w="3878"><a:solidFill><a:srgbClr val="000000"/></a:solidFill></a:ln></p:spPr><p:txBody><a:bodyPr wrap="square" lIns="0" tIns="0" rIns="0" bIns="0" rtlCol="0"/><a:lstStyle/><a:p/></p:txBody></p:sp><p:sp><p:nvSpPr><p:cNvPr id="245" name="object 245"/><p:cNvSpPr/><p:nvPr/></p:nvSpPr><p:spPr><a:xfrm><a:off x="6505134" y="3252234"/><a:ext cx="1905" cy="4445"/></a:xfrm><a:custGeom><a:avLst/><a:gdLst/><a:ahLst/><a:cxnLst/><a:rect l="l" t="t" r="r" b="b"/><a:pathLst><a:path w="1904" h="4445"><a:moveTo><a:pt x="1334" y="3870"/></a:moveTo><a:lnTo><a:pt x="0" y="3870"/></a:lnTo><a:lnTo><a:pt x="0" y="0"/></a:lnTo><a:lnTo><a:pt x="1334" y="0"/></a:lnTo><a:lnTo><a:pt x="1334" y="3870"/></a:lnTo><a:close/></a:path></a:pathLst></a:custGeom><a:solidFill><a:srgbClr val="000000"/></a:solidFill></p:spPr><p:txBody><a:bodyPr wrap="square" lIns="0" tIns="0" rIns="0" bIns="0" rtlCol="0"/><a:lstStyle/><a:p/></p:txBody></p:sp><p:sp><p:nvSpPr><p:cNvPr id="246" name="object 246"/><p:cNvSpPr/><p:nvPr/></p:nvSpPr><p:spPr><a:xfrm><a:off x="6419505" y="3179528"/><a:ext cx="54610" cy="56515"/></a:xfrm><a:custGeom><a:avLst/><a:gdLst/><a:ahLst/><a:cxnLst/><a:rect l="l" t="t" r="r" b="b"/><a:pathLst><a:path w="54610" h="56514"><a:moveTo><a:pt x="14201" y="12185"/></a:moveTo><a:lnTo><a:pt x="0" y="0"/></a:lnTo></a:path><a:path w="54610" h="56514"><a:moveTo><a:pt x="53122" y="55379"/></a:moveTo><a:lnTo><a:pt x="54301" y="56395"/></a:lnTo></a:path></a:pathLst></a:custGeom><a:ln w="3878"><a:solidFill><a:srgbClr val="000000"/></a:solidFill></a:ln></p:spPr><p:txBody><a:bodyPr wrap="square" lIns="0" tIns="0" rIns="0" bIns="0" rtlCol="0"/><a:lstStyle/><a:p/></p:txBody></p:sp><p:sp><p:nvSpPr><p:cNvPr id="247" name="object 247"/><p:cNvSpPr/><p:nvPr/></p:nvSpPr><p:spPr><a:xfrm><a:off x="6477660" y="3235506"/><a:ext cx="49530" cy="38735"/></a:xfrm><a:custGeom><a:avLst/><a:gdLst/><a:ahLst/><a:cxnLst/><a:rect l="l" t="t" r="r" b="b"/><a:pathLst><a:path w="49529" h="38735"><a:moveTo><a:pt x="9283" y="0"/></a:moveTo><a:lnTo><a:pt x="0" y="0"/></a:lnTo><a:lnTo><a:pt x="0" y="3860"/></a:lnTo><a:lnTo><a:pt x="9283" y="3860"/></a:lnTo><a:lnTo><a:pt x="9283" y="0"/></a:lnTo><a:close/></a:path><a:path w="49529" h="38735"><a:moveTo><a:pt x="49364" y="34391"/></a:moveTo><a:lnTo><a:pt x="48031" y="34391"/></a:lnTo><a:lnTo><a:pt x="48031" y="38265"/></a:lnTo><a:lnTo><a:pt x="49364" y="38265"/></a:lnTo><a:lnTo><a:pt x="49364" y="34391"/></a:lnTo><a:close/></a:path></a:pathLst></a:custGeom><a:solidFill><a:srgbClr val="000000"/></a:solidFill></p:spPr><p:txBody><a:bodyPr wrap="square" lIns="0" tIns="0" rIns="0" bIns="0" rtlCol="0"/><a:lstStyle/><a:p/></p:txBody></p:sp><p:sp><p:nvSpPr><p:cNvPr id="248" name="object 248"/><p:cNvSpPr/><p:nvPr/></p:nvSpPr><p:spPr><a:xfrm><a:off x="6568370" y="3308444"/><a:ext cx="40640" cy="793115"/></a:xfrm><a:custGeom><a:avLst/><a:gdLst/><a:ahLst/><a:cxnLst/><a:rect l="l" t="t" r="r" b="b"/><a:pathLst><a:path w="40640" h="793114"><a:moveTo><a:pt x="24781" y="792917"/></a:moveTo><a:lnTo><a:pt x="24781" y="21275"/></a:lnTo><a:lnTo><a:pt x="20569" y="17653"/></a:lnTo></a:path><a:path w="40640" h="793114"><a:moveTo><a:pt x="4211" y="775264"/></a:moveTo><a:lnTo><a:pt x="4211" y="3622"/></a:lnTo><a:lnTo><a:pt x="0" y="0"/></a:lnTo></a:path><a:path w="40640" h="793114"><a:moveTo><a:pt x="40526" y="33630"/></a:moveTo><a:lnTo><a:pt x="26115" y="21267"/></a:lnTo><a:lnTo><a:pt x="26115" y="792870"/></a:lnTo></a:path><a:path w="40640" h="793114"><a:moveTo><a:pt x="39207" y="42015"/></a:moveTo><a:lnTo><a:pt x="38602" y="41495"/></a:lnTo></a:path><a:path w="40640" h="793114"><a:moveTo><a:pt x="20802" y="16706"/></a:moveTo><a:lnTo><a:pt x="5545" y="3614"/></a:lnTo><a:lnTo><a:pt x="5545" y="775210"/></a:lnTo></a:path></a:pathLst></a:custGeom><a:ln w="3878"><a:solidFill><a:srgbClr val="000000"/></a:solidFill></a:ln></p:spPr><p:txBody><a:bodyPr wrap="square" lIns="0" tIns="0" rIns="0" bIns="0" rtlCol="0"/><a:lstStyle/><a:p/></p:txBody></p:sp><p:sp><p:nvSpPr><p:cNvPr id="249" name="object 249"/><p:cNvSpPr/><p:nvPr/></p:nvSpPr><p:spPr><a:xfrm><a:off x="6593151" y="3327780"/><a:ext cx="1905" cy="4445"/></a:xfrm><a:custGeom><a:avLst/><a:gdLst/><a:ahLst/><a:cxnLst/><a:rect l="l" t="t" r="r" b="b"/><a:pathLst><a:path w="1904" h="4445"><a:moveTo><a:pt x="1334" y="3870"/></a:moveTo><a:lnTo><a:pt x="0" y="3870"/></a:lnTo><a:lnTo><a:pt x="0" y="0"/></a:lnTo><a:lnTo><a:pt x="1334" y="0"/></a:lnTo><a:lnTo><a:pt x="1334" y="3870"/></a:lnTo><a:close/></a:path></a:pathLst></a:custGeom><a:solidFill><a:srgbClr val="000000"/></a:solidFill></p:spPr><p:txBody><a:bodyPr wrap="square" lIns="0" tIns="0" rIns="0" bIns="0" rtlCol="0"/><a:lstStyle/><a:p/></p:txBody></p:sp><p:sp><p:nvSpPr><p:cNvPr id="250" name="object 250"/><p:cNvSpPr/><p:nvPr/></p:nvSpPr><p:spPr><a:xfrm><a:off x="6607213" y="3351941"/><a:ext cx="3175" cy="774700"/></a:xfrm><a:custGeom><a:avLst/><a:gdLst/><a:ahLst/><a:cxnLst/><a:rect l="l" t="t" r="r" b="b"/><a:pathLst><a:path w="3175" h="774700"><a:moveTo><a:pt x="3172" y="774364"/></a:moveTo><a:lnTo><a:pt x="3172" y="2722"/></a:ln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51" name="object 251"/><p:cNvSpPr/><p:nvPr/></p:nvSpPr><p:spPr><a:xfrm><a:off x="6572582" y="3310127"/><a:ext cx="1905" cy="4445"/></a:xfrm><a:custGeom><a:avLst/><a:gdLst/><a:ahLst/><a:cxnLst/><a:rect l="l" t="t" r="r" b="b"/><a:pathLst><a:path w="1904" h="4445"><a:moveTo><a:pt x="1334" y="3870"/></a:moveTo><a:lnTo><a:pt x="0" y="3870"/></a:lnTo><a:lnTo><a:pt x="0" y="0"/></a:lnTo><a:lnTo><a:pt x="1334" y="0"/></a:lnTo><a:lnTo><a:pt x="1334" y="3870"/></a:lnTo><a:close/></a:path></a:pathLst></a:custGeom><a:solidFill><a:srgbClr val="000000"/></a:solidFill></p:spPr><p:txBody><a:bodyPr wrap="square" lIns="0" tIns="0" rIns="0" bIns="0" rtlCol="0"/><a:lstStyle/><a:p/></p:txBody></p:sp><p:sp><p:nvSpPr><p:cNvPr id="252" name="object 252"/><p:cNvSpPr/><p:nvPr/></p:nvSpPr><p:spPr><a:xfrm><a:off x="6554401" y="3295305"/><a:ext cx="71120" cy="833119"/></a:xfrm><a:custGeom><a:avLst/><a:gdLst/><a:ahLst/><a:cxnLst/><a:rect l="l" t="t" r="r" b="b"/><a:pathLst><a:path w="71120" h="833120"><a:moveTo><a:pt x="14193" y="12192"/></a:moveTo><a:lnTo><a:pt x="0" y="0"/></a:lnTo></a:path><a:path w="71120" h="833120"><a:moveTo><a:pt x="69697" y="832978"/></a:moveTo><a:lnTo><a:pt x="69697" y="61336"/></a:lnTo><a:lnTo><a:pt x="70728" y="60707"/></a:lnTo></a:path><a:path w="71120" h="833120"><a:moveTo><a:pt x="58667" y="831512"/></a:moveTo><a:lnTo><a:pt x="58667" y="59870"/></a:lnTo><a:lnTo><a:pt x="58062" y="59350"/></a:lnTo><a:lnTo><a:pt x="58062" y="830992"/></a:lnTo></a:path></a:pathLst></a:custGeom><a:ln w="3878"><a:solidFill><a:srgbClr val="000000"/></a:solidFill></a:ln></p:spPr><p:txBody><a:bodyPr wrap="square" lIns="0" tIns="0" rIns="0" bIns="0" rtlCol="0"/><a:lstStyle/><a:p/></p:txBody></p:sp><p:sp><p:nvSpPr><p:cNvPr id="253" name="object 253"/><p:cNvSpPr/><p:nvPr/></p:nvSpPr><p:spPr><a:xfrm><a:off x="6610385" y="3352724"/><a:ext cx="2540" cy="4445"/></a:xfrm><a:custGeom><a:avLst/><a:gdLst/><a:ahLst/><a:cxnLst/><a:rect l="l" t="t" r="r" b="b"/><a:pathLst><a:path w="2540" h="4445"><a:moveTo><a:pt x="2078" y="3870"/></a:moveTo><a:lnTo><a:pt x="0" y="3870"/></a:lnTo><a:lnTo><a:pt x="0" y="0"/></a:lnTo><a:lnTo><a:pt x="2078" y="0"/></a:lnTo><a:lnTo><a:pt x="2078" y="3870"/></a:lnTo><a:close/></a:path></a:pathLst></a:custGeom><a:solidFill><a:srgbClr val="000000"/></a:solidFill></p:spPr><p:txBody><a:bodyPr wrap="square" lIns="0" tIns="0" rIns="0" bIns="0" rtlCol="0"/><a:lstStyle/><a:p/></p:txBody></p:sp><p:sp><p:nvSpPr><p:cNvPr id="254" name="object 254"/><p:cNvSpPr/><p:nvPr/></p:nvSpPr><p:spPr><a:xfrm><a:off x="6404939" y="3175021"/><a:ext cx="219710" cy="951865"/></a:xfrm><a:custGeom><a:avLst/><a:gdLst/><a:ahLst/><a:cxnLst/><a:rect l="l" t="t" r="r" b="b"/><a:pathLst><a:path w="219709" h="951864"><a:moveTo><a:pt x="217414" y="951772"/></a:moveTo><a:lnTo><a:pt x="217414" y="180130"/></a:lnTo><a:lnTo><a:pt x="208130" y="180153"/></a:lnTo></a:path><a:path w="219709" h="951864"><a:moveTo><a:pt x="219159" y="181619"/></a:moveTo><a:lnTo><a:pt x="217414" y="180130"/></a:lnTo></a:path><a:path w="219709" h="951864"><a:moveTo><a:pt x="2598" y="4017"/></a:moveTo><a:lnTo><a:pt x="1419" y="3009"/></a:lnTo></a:path><a:path w="219709" h="951864"><a:moveTo><a:pt x="597" y="511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55" name="object 255"/><p:cNvSpPr/><p:nvPr/></p:nvSpPr><p:spPr><a:xfrm><a:off x="6407537" y="3177100"/><a:ext cx="2540" cy="4445"/></a:xfrm><a:custGeom><a:avLst/><a:gdLst/><a:ahLst/><a:cxnLst/><a:rect l="l" t="t" r="r" b="b"/><a:pathLst><a:path w="2539" h="4444"><a:moveTo><a:pt x="2078" y="3878"/></a:moveTo><a:lnTo><a:pt x="0" y="3878"/></a:lnTo><a:lnTo><a:pt x="0" y="0"/></a:lnTo><a:lnTo><a:pt x="2078" y="0"/></a:lnTo><a:lnTo><a:pt x="2078" y="3878"/></a:lnTo><a:close/></a:path></a:pathLst></a:custGeom><a:solidFill><a:srgbClr val="000000"/></a:solidFill></p:spPr><p:txBody><a:bodyPr wrap="square" lIns="0" tIns="0" rIns="0" bIns="0" rtlCol="0"/><a:lstStyle/><a:p/></p:txBody></p:sp><p:sp><p:nvSpPr><p:cNvPr id="256" name="object 256"/><p:cNvSpPr/><p:nvPr/></p:nvSpPr><p:spPr><a:xfrm><a:off x="6405179" y="3168134"/><a:ext cx="203835" cy="184150"/></a:xfrm><a:custGeom><a:avLst/><a:gdLst/><a:ahLst/><a:cxnLst/><a:rect l="l" t="t" r="r" b="b"/><a:pathLst><a:path w="203834" h="184150"><a:moveTo><a:pt x="0" y="8888"/></a:moveTo><a:lnTo><a:pt x="1178" y="9896"/></a:lnTo></a:path><a:path w="203834" h="184150"><a:moveTo><a:pt x="203833" y="182046"/></a:moveTo><a:lnTo><a:pt x="203476" y="183527"/></a:lnTo></a:path><a:path w="203834" h="184150"><a:moveTo><a:pt x="136695" y="122904"/></a:moveTo><a:lnTo><a:pt x="136330" y="124386"/></a:lnTo></a:path><a:path w="203834" h="184150"><a:moveTo><a:pt x="137703" y="115776"/></a:moveTo><a:lnTo><a:pt x="136090" y="122385"/></a:lnTo></a:path><a:path w="203834" h="184150"><a:moveTo><a:pt x="164858" y="139076"/></a:moveTo><a:lnTo><a:pt x="164625" y="140030"/></a:lnTo></a:path><a:path w="203834" h="184150"><a:moveTo><a:pt x="69247" y="65012"/></a:moveTo><a:lnTo><a:pt x="68882" y="66493"/></a:lnTo></a:path><a:path w="203834" h="184150"><a:moveTo><a:pt x="70263" y="57884"/></a:moveTo><a:lnTo><a:pt x="68642" y="64492"/></a:lnTo></a:path><a:path w="203834" h="184150"><a:moveTo><a:pt x="97410" y="81192"/></a:moveTo><a:lnTo><a:pt x="97177" y="82138"/></a:lnTo></a:path><a:path w="203834" h="184150"><a:moveTo><a:pt x="117987" y="98845"/></a:moveTo><a:lnTo><a:pt x="117754" y="99799"/></a:lnTo></a:path><a:path w="203834" h="184150"><a:moveTo><a:pt x="50539" y="40960"/></a:moveTo><a:lnTo><a:pt x="50306" y="41906"/></a:lnTo></a:path><a:path w="203834" h="184150"><a:moveTo><a:pt x="185435" y="156737"/></a:moveTo><a:lnTo><a:pt x="185202" y="157683"/></a:lnTo></a:path><a:path w="203834" h="184150"><a:moveTo><a:pt x="29962" y="23299"/></a:moveTo><a:lnTo><a:pt x="29737" y="24253"/></a:lnTo></a:path><a:path w="203834" h="184150"><a:moveTo><a:pt x="1799" y="7120"/></a:moveTo><a:lnTo><a:pt x="1442" y="8601"/></a:lnTo></a:path><a:path w="203834" h="184150"><a:moveTo><a:pt x="2815" y="0"/></a:moveTo><a:lnTo><a:pt x="1202" y="6608"/></a:lnTo></a:path></a:pathLst></a:custGeom><a:ln w="3878"><a:solidFill><a:srgbClr val="000000"/></a:solidFill></a:ln></p:spPr><p:txBody><a:bodyPr wrap="square" lIns="0" tIns="0" rIns="0" bIns="0" rtlCol="0"/><a:lstStyle/><a:p/></p:txBody></p:sp><p:sp><p:nvSpPr><p:cNvPr id="257" name="object 257"/><p:cNvSpPr/><p:nvPr/></p:nvSpPr><p:spPr><a:xfrm><a:off x="6404419" y="3178039"/><a:ext cx="5080" cy="772795"/></a:xfrm><a:custGeom><a:avLst/><a:gdLst/><a:ahLst/><a:cxnLst/><a:rect l="l" t="t" r="r" b="b"/><a:pathLst><a:path w="5079" h="772795"><a:moveTo><a:pt x="5054" y="1003"/></a:moveTo><a:lnTo><a:pt x="3873" y="1003"/></a:lnTo><a:lnTo><a:pt x="3873" y="0"/></a:lnTo><a:lnTo><a:pt x="0" y="0"/></a:lnTo><a:lnTo><a:pt x="0" y="771639"/></a:lnTo><a:lnTo><a:pt x="1168" y="771639"/></a:lnTo><a:lnTo><a:pt x="1168" y="772642"/></a:lnTo><a:lnTo><a:pt x="5054" y="772642"/></a:lnTo><a:lnTo><a:pt x="5054" y="1003"/></a:lnTo><a:close/></a:path></a:pathLst></a:custGeom><a:solidFill><a:srgbClr val="000000"/></a:solidFill></p:spPr><p:txBody><a:bodyPr wrap="square" lIns="0" tIns="0" rIns="0" bIns="0" rtlCol="0"/><a:lstStyle/><a:p/></p:txBody></p:sp><p:sp><p:nvSpPr><p:cNvPr id="258" name="object 258"/><p:cNvSpPr/><p:nvPr/></p:nvSpPr><p:spPr><a:xfrm><a:off x="3568663" y="1640424"/><a:ext cx="3696970" cy="3106420"/></a:xfrm><a:custGeom><a:avLst/><a:gdLst/><a:ahLst/><a:cxnLst/><a:rect l="l" t="t" r="r" b="b"/><a:pathLst><a:path w="3696970" h="3106420"><a:moveTo><a:pt x="3596423" y="1388803"/></a:moveTo><a:lnTo><a:pt x="3101933" y="960257"/></a:lnTo></a:path><a:path w="3696970" h="3106420"><a:moveTo><a:pt x="3072149" y="934452"/></a:moveTo><a:lnTo><a:pt x="2542990" y="475866"/></a:lnTo></a:path><a:path w="3696970" h="3106420"><a:moveTo><a:pt x="2513206" y="450054"/></a:moveTo><a:lnTo><a:pt x="1993889" y="0"/></a:lnTo></a:path><a:path w="3696970" h="3106420"><a:moveTo><a:pt x="2820670" y="1548139"/></a:moveTo><a:lnTo><a:pt x="2821391" y="1547705"/></a:lnTo></a:path><a:path w="3696970" h="3106420"><a:moveTo><a:pt x="2816877" y="1551917"/></a:moveTo><a:lnTo><a:pt x="2814822" y="1551645"/></a:lnTo><a:lnTo><a:pt x="2814108" y="1552072"/></a:lnTo><a:lnTo><a:pt x="2805196" y="1550893"/></a:lnTo></a:path><a:path w="3696970" h="3106420"><a:moveTo><a:pt x="3034222" y="1694980"/></a:moveTo><a:lnTo><a:pt x="3034811" y="1695484"/></a:lnTo><a:lnTo><a:pt x="3041660" y="1701425"/></a:lnTo></a:path><a:path w="3696970" h="3106420"><a:moveTo><a:pt x="3026752" y="1688503"/></a:moveTo><a:lnTo><a:pt x="3034222" y="1694980"/></a:lnTo></a:path><a:path w="3696970" h="3106420"><a:moveTo><a:pt x="662380" y="2702349"/></a:moveTo><a:lnTo><a:pt x="667259" y="2699417"/></a:lnTo><a:lnTo><a:pt x="672610" y="2696175"/></a:lnTo></a:path><a:path w="3696970" h="3106420"><a:moveTo><a:pt x="3694190" y="1340614"/></a:moveTo><a:lnTo><a:pt x="3696617" y="1339148"/></a:lnTo></a:path><a:path w="3696970" h="3106420"><a:moveTo><a:pt x="3391294" y="1513748"/></a:moveTo><a:lnTo><a:pt x="3376930" y="1522412"/></a:lnTo></a:path><a:path w="3696970" h="3106420"><a:moveTo><a:pt x="3371206" y="1535341"/></a:moveTo><a:lnTo><a:pt x="3373641" y="1533876"/></a:lnTo></a:path><a:path w="3696970" h="3106420"><a:moveTo><a:pt x="2154171" y="1808732"/></a:moveTo><a:lnTo><a:pt x="2156591" y="1807266"/></a:lnTo></a:path><a:path w="3696970" h="3106420"><a:moveTo><a:pt x="1851927" y="1982472"/></a:moveTo><a:lnTo><a:pt x="1837593" y="1991158"/></a:lnTo></a:path><a:path w="3696970" h="3106420"><a:moveTo><a:pt x="1187437" y="2394831"/></a:moveTo><a:lnTo><a:pt x="1189857" y="2393365"/></a:lnTo></a:path><a:path w="3696970" h="3106420"><a:moveTo><a:pt x="885193" y="2568562"/></a:moveTo><a:lnTo><a:pt x="870859" y="2577257"/></a:lnTo></a:path><a:path w="3696970" h="3106420"><a:moveTo><a:pt x="1831923" y="2004104"/></a:moveTo><a:lnTo><a:pt x="1834343" y="2002630"/></a:lnTo></a:path><a:path w="3696970" h="3106420"><a:moveTo><a:pt x="1529687" y="2177835"/></a:moveTo><a:lnTo><a:pt x="1515354" y="2186522"/></a:lnTo></a:path><a:path w="3696970" h="3106420"><a:moveTo><a:pt x="1509676" y="2199467"/></a:moveTo><a:lnTo><a:pt x="1512096" y="2198001"/></a:lnTo></a:path><a:path w="3696970" h="3106420"><a:moveTo><a:pt x="1207440" y="2373198"/></a:moveTo><a:lnTo><a:pt x="1193106" y="2381893"/></a:lnTo></a:path><a:path w="3696970" h="3106420"><a:moveTo><a:pt x="2798658" y="1418006"/></a:moveTo><a:lnTo><a:pt x="2801078" y="1416532"/></a:lnTo></a:path><a:path w="3696970" h="3106420"><a:moveTo><a:pt x="2496421" y="1591737"/></a:moveTo><a:lnTo><a:pt x="2482088" y="1600424"/></a:lnTo></a:path><a:path w="3696970" h="3106420"><a:moveTo><a:pt x="2476410" y="1613369"/></a:moveTo><a:lnTo><a:pt x="2478830" y="1611903"/></a:lnTo></a:path><a:path w="3696970" h="3106420"><a:moveTo><a:pt x="2174174" y="1787100"/></a:moveTo><a:lnTo><a:pt x="2159841" y="1795795"/></a:lnTo></a:path><a:path w="3696970" h="3106420"><a:moveTo><a:pt x="865189" y="2590194"/></a:moveTo><a:lnTo><a:pt x="867609" y="2588728"/></a:lnTo></a:path><a:path w="3696970" h="3106420"><a:moveTo><a:pt x="562953" y="2763933"/></a:moveTo><a:lnTo><a:pt x="548612" y="2772620"/></a:lnTo></a:path><a:path w="3696970" h="3106420"><a:moveTo><a:pt x="542942" y="2785565"/></a:moveTo><a:lnTo><a:pt x="545362" y="2784091"/></a:lnTo></a:path><a:path w="3696970" h="3106420"><a:moveTo><a:pt x="240706" y="2959297"/></a:moveTo><a:lnTo><a:pt x="226372" y="2967983"/></a:lnTo></a:path><a:path w="3696970" h="3106420"><a:moveTo><a:pt x="29481" y="3088321"/></a:moveTo><a:lnTo><a:pt x="28124" y="3089135"/></a:lnTo><a:lnTo><a:pt x="24463" y="3091362"/></a:lnTo></a:path><a:path w="3696970" h="3106420"><a:moveTo><a:pt x="85233" y="3054520"/></a:moveTo><a:lnTo><a:pt x="83883" y="3055334"/></a:lnTo><a:lnTo><a:pt x="80222" y="3057560"/></a:lnTo></a:path><a:path w="3696970" h="3106420"><a:moveTo><a:pt x="109703" y="3039682"/></a:moveTo><a:lnTo><a:pt x="108354" y="3040504"/></a:lnTo><a:lnTo><a:pt x="104693" y="3042722"/></a:lnTo></a:path><a:path w="3696970" h="3106420"><a:moveTo><a:pt x="5010" y="3103151"/></a:moveTo><a:lnTo><a:pt x="3660" y="3103973"/></a:lnTo><a:lnTo><a:pt x="0" y="3106191"/></a:lnTo></a:path><a:path w="3696970" h="3106420"><a:moveTo><a:pt x="61320" y="3076276"/></a:moveTo><a:lnTo><a:pt x="60684" y="3076664"/></a:lnTo></a:path><a:path w="3696970" h="3106420"><a:moveTo><a:pt x="189926" y="2991050"/></a:moveTo><a:lnTo><a:pt x="188576" y="2991865"/></a:lnTo><a:lnTo><a:pt x="184915" y="2994083"/></a:lnTo></a:path><a:path w="3696970" h="3106420"><a:moveTo><a:pt x="165455" y="3005880"/></a:moveTo><a:lnTo><a:pt x="164105" y="3006702"/></a:lnTo><a:lnTo><a:pt x="160444" y="3008921"/></a:lnTo></a:path><a:path w="3696970" h="3106420"><a:moveTo><a:pt x="220702" y="2980929"/></a:moveTo><a:lnTo><a:pt x="223122" y="2979463"/></a:lnTo></a:path></a:pathLst></a:custGeom><a:ln w="3878"><a:solidFill><a:srgbClr val="000000"/></a:solidFill></a:ln></p:spPr><p:txBody><a:bodyPr wrap="square" lIns="0" tIns="0" rIns="0" bIns="0" rtlCol="0"/><a:lstStyle/><a:p/></p:txBody></p:sp><p:sp><p:nvSpPr><p:cNvPr id="259" name="object 259"/><p:cNvSpPr/><p:nvPr/></p:nvSpPr><p:spPr><a:xfrm><a:off x="6504529" y="3254166"/><a:ext cx="4445" cy="772160"/></a:xfrm><a:custGeom><a:avLst/><a:gdLst/><a:ahLst/><a:cxnLst/><a:rect l="l" t="t" r="r" b="b"/><a:pathLst><a:path w="4445" h="772160"><a:moveTo><a:pt x="3878" y="771603"/></a:moveTo><a:lnTo><a:pt x="0" y="771603"/></a:lnTo><a:lnTo><a:pt x="0" y="0"/></a:lnTo><a:lnTo><a:pt x="3878" y="0"/></a:lnTo><a:lnTo><a:pt x="3878" y="771603"/></a:lnTo><a:close/></a:path></a:pathLst></a:custGeom><a:solidFill><a:srgbClr val="000000"/></a:solidFill></p:spPr><p:txBody><a:bodyPr wrap="square" lIns="0" tIns="0" rIns="0" bIns="0" rtlCol="0"/><a:lstStyle/><a:p/></p:txBody></p:sp><p:sp><p:nvSpPr><p:cNvPr id="260" name="object 260"/><p:cNvSpPr/><p:nvPr/></p:nvSpPr><p:spPr><a:xfrm><a:off x="1831892" y="2238839"/><a:ext cx="5434965" cy="3345815"/></a:xfrm><a:custGeom><a:avLst/><a:gdLst/><a:ahLst/><a:cxnLst/><a:rect l="l" t="t" r="r" b="b"/><a:pathLst><a:path w="5434965" h="3345815"><a:moveTo><a:pt x="4778438" y="1102956"/></a:moveTo><a:lnTo><a:pt x="4776522" y="1110821"/></a:lnTo></a:path><a:path w="5434965" h="3345815"><a:moveTo><a:pt x="5433388" y="740733"/></a:moveTo><a:lnTo><a:pt x="5434110" y="740299"/></a:lnTo><a:lnTo><a:pt x="5434738" y="739919"/></a:lnTo></a:path><a:path w="5434965" h="3345815"><a:moveTo><a:pt x="5110412" y="935461"/></a:moveTo><a:lnTo><a:pt x="5111125" y="935026"/></a:lnTo><a:lnTo><a:pt x="5111761" y="934646"/></a:lnTo></a:path><a:path w="5434965" h="3345815"><a:moveTo><a:pt x="3893362" y="1208852"/></a:moveTo><a:lnTo><a:pt x="3894075" y="1208417"/></a:lnTo><a:lnTo><a:pt x="3894711" y="1208029"/></a:lnTo></a:path><a:path w="5434965" h="3345815"><a:moveTo><a:pt x="2926627" y="1794950"/></a:moveTo><a:lnTo><a:pt x="2927333" y="1794515"/></a:lnTo><a:lnTo><a:pt x="2927977" y="1794127"/></a:lnTo></a:path><a:path w="5434965" h="3345815"><a:moveTo><a:pt x="3571114" y="1404215"/></a:moveTo><a:lnTo><a:pt x="3571828" y="1403781"/></a:lnTo><a:lnTo><a:pt x="3572464" y="1403401"/></a:lnTo></a:path><a:path w="5434965" h="3345815"><a:moveTo><a:pt x="3248867" y="1599586"/></a:moveTo><a:lnTo><a:pt x="3249580" y="1599152"/></a:lnTo><a:lnTo><a:pt x="3250224" y="1598764"/></a:lnTo></a:path><a:path w="5434965" h="3345815"><a:moveTo><a:pt x="4537848" y="818117"/></a:moveTo><a:lnTo><a:pt x="4538562" y="817690"/></a:lnTo><a:lnTo><a:pt x="4539206" y="817302"/></a:lnTo></a:path><a:path w="5434965" h="3345815"><a:moveTo><a:pt x="4215601" y="1013488"/></a:moveTo><a:lnTo><a:pt x="4216315" y="1013054"/></a:lnTo><a:lnTo><a:pt x="4216958" y="1012666"/></a:lnTo></a:path><a:path w="5434965" h="3345815"><a:moveTo><a:pt x="2604380" y="1990313"/></a:moveTo><a:lnTo><a:pt x="2605094" y="1989879"/></a:lnTo><a:lnTo><a:pt x="2605730" y="1989499"/></a:lnTo></a:path><a:path w="5434965" h="3345815"><a:moveTo><a:pt x="2282133" y="2185677"/></a:moveTo><a:lnTo><a:pt x="2282846" y="2185242"/></a:lnTo><a:lnTo><a:pt x="2283490" y="2184862"/></a:lnTo></a:path><a:path w="5434965" h="3345815"><a:moveTo><a:pt x="1878313" y="2429229"/></a:moveTo><a:lnTo><a:pt x="1877677" y="2429609"/></a:lnTo><a:lnTo><a:pt x="1876964" y="2430044"/></a:lnTo></a:path><a:path w="5434965" h="3345815"><a:moveTo><a:pt x="1797455" y="2478249"/></a:moveTo><a:lnTo><a:pt x="1796741" y="2478683"/></a:lnTo></a:path><a:path w="5434965" h="3345815"><a:moveTo><a:pt x="1959893" y="2381048"/></a:moveTo><a:lnTo><a:pt x="1960599" y="2380613"/></a:lnTo><a:lnTo><a:pt x="1961243" y="2380226"/></a:lnTo></a:path><a:path w="5434965" h="3345815"><a:moveTo><a:pt x="4778431" y="1103010"/></a:moveTo><a:lnTo><a:pt x="4793268" y="1115862"/></a:lnTo></a:path><a:path w="5434965" h="3345815"><a:moveTo><a:pt x="1044148" y="2206246"/></a:moveTo><a:lnTo><a:pt x="1676031" y="2749879"/></a:lnTo></a:path><a:path w="5434965" h="3345815"><a:moveTo><a:pt x="1646573" y="907554"/></a:moveTo><a:lnTo><a:pt x="1649397" y="903660"/></a:lnTo><a:lnTo><a:pt x="1650723" y="899379"/></a:lnTo></a:path><a:path w="5434965" h="3345815"><a:moveTo><a:pt x="1606435" y="904940"/></a:moveTo><a:lnTo><a:pt x="1604620" y="900752"/></a:lnTo><a:lnTo><a:pt x="1604372" y="896369"/></a:lnTo></a:path><a:path w="5434965" h="3345815"><a:moveTo><a:pt x="1609685" y="908655"/></a:moveTo><a:lnTo><a:pt x="1614152" y="911626"/></a:lnTo></a:path><a:path w="5434965" h="3345815"><a:moveTo><a:pt x="1631534" y="914441"/></a:moveTo><a:lnTo><a:pt x="1637328" y="913130"/></a:lnTo><a:lnTo><a:pt x="1642463" y="910780"/></a:lnTo></a:path><a:path w="5434965" h="3345815"><a:moveTo><a:pt x="1609685" y="908655"/></a:moveTo><a:lnTo><a:pt x="1606435" y="904940"/></a:lnTo></a:path><a:path w="5434965" h="3345815"><a:moveTo><a:pt x="1614152" y="911626"/></a:moveTo><a:lnTo><a:pt x="1619535" y="913658"/></a:lnTo></a:path><a:path w="5434965" h="3345815"><a:moveTo><a:pt x="1111783" y="1205889"/></a:moveTo><a:lnTo><a:pt x="1114606" y="1202003"/></a:lnTo><a:lnTo><a:pt x="1115932" y="1197721"/></a:lnTo></a:path><a:path w="5434965" h="3345815"><a:moveTo><a:pt x="1071644" y="1203283"/></a:moveTo><a:lnTo><a:pt x="1069829" y="1199086"/></a:lnTo><a:lnTo><a:pt x="1069581" y="1194704"/></a:lnTo></a:path><a:path w="5434965" h="3345815"><a:moveTo><a:pt x="1074894" y="1206990"/></a:moveTo><a:lnTo><a:pt x="1079369" y="1209961"/></a:lnTo></a:path><a:path w="5434965" h="3345815"><a:moveTo><a:pt x="1096743" y="1212784"/></a:moveTo><a:lnTo><a:pt x="1102537" y="1211473"/></a:lnTo><a:lnTo><a:pt x="1107672" y="1209123"/></a:lnTo></a:path><a:path w="5434965" h="3345815"><a:moveTo><a:pt x="1074894" y="1206990"/></a:moveTo><a:lnTo><a:pt x="1071644" y="1203283"/></a:lnTo></a:path><a:path w="5434965" h="3345815"><a:moveTo><a:pt x="1079369" y="1209961"/></a:moveTo><a:lnTo><a:pt x="1084744" y="1212001"/></a:lnTo></a:path><a:path w="5434965" h="3345815"><a:moveTo><a:pt x="2139411" y="601517"/></a:moveTo><a:lnTo><a:pt x="2139163" y="597127"/></a:lnTo></a:path><a:path w="5434965" h="3345815"><a:moveTo><a:pt x="2184187" y="604426"/></a:moveTo><a:lnTo><a:pt x="2185514" y="600144"/></a:lnTo></a:path><a:path w="5434965" h="3345815"><a:moveTo><a:pt x="2144476" y="609413"/></a:moveTo><a:lnTo><a:pt x="2141226" y="605705"/></a:lnTo></a:path><a:path w="5434965" h="3345815"><a:moveTo><a:pt x="2172119" y="613896"/></a:moveTo><a:lnTo><a:pt x="2177253" y="611546"/></a:lnTo></a:path><a:path w="5434965" h="3345815"><a:moveTo><a:pt x="2181364" y="608319"/></a:moveTo><a:lnTo><a:pt x="2184187" y="604426"/></a:lnTo></a:path><a:path w="5434965" h="3345815"><a:moveTo><a:pt x="2144476" y="609413"/></a:moveTo><a:lnTo><a:pt x="2148943" y="612391"/></a:lnTo></a:path><a:path w="5434965" h="3345815"><a:moveTo><a:pt x="2141226" y="605705"/></a:moveTo><a:lnTo><a:pt x="2139411" y="601517"/></a:lnTo></a:path><a:path w="5434965" h="3345815"><a:moveTo><a:pt x="2166325" y="615207"/></a:moveTo><a:lnTo><a:pt x="2172119" y="613896"/></a:lnTo></a:path><a:path w="5434965" h="3345815"><a:moveTo><a:pt x="2148943" y="612391"/></a:moveTo><a:lnTo><a:pt x="2154326" y="614423"/></a:lnTo></a:path><a:path w="5434965" h="3345815"><a:moveTo><a:pt x="15171" y="1810020"/></a:moveTo><a:lnTo><a:pt x="9788" y="1807988"/></a:lnTo><a:lnTo><a:pt x="5320" y="1805009"/></a:lnTo><a:lnTo><a:pt x="2063" y="1801302"/></a:lnTo><a:lnTo><a:pt x="255" y="1797114"/></a:lnTo><a:lnTo><a:pt x="0" y="1792731"/></a:lnTo></a:path><a:path w="5434965" h="3345815"><a:moveTo><a:pt x="27162" y="1810803"/></a:moveTo><a:lnTo><a:pt x="32963" y="1809493"/></a:lnTo><a:lnTo><a:pt x="38090" y="1807142"/></a:lnTo></a:path><a:path w="5434965" h="3345815"><a:moveTo><a:pt x="42209" y="1803916"/></a:moveTo><a:lnTo><a:pt x="45024" y="1800030"/></a:lnTo><a:lnTo><a:pt x="46351" y="1795741"/></a:lnTo></a:path><a:path w="5434965" h="3345815"><a:moveTo><a:pt x="3235906" y="18079"/></a:moveTo><a:lnTo><a:pt x="3241700" y="16768"/></a:lnTo><a:lnTo><a:pt x="3246835" y="14418"/></a:lnTo></a:path><a:path w="5434965" h="3345815"><a:moveTo><a:pt x="3223907" y="17296"/></a:moveTo><a:lnTo><a:pt x="3218525" y="15264"/></a:lnTo><a:lnTo><a:pt x="3214057" y="12285"/></a:lnTo><a:lnTo><a:pt x="3210807" y="8578"/></a:lnTo><a:lnTo><a:pt x="3208992" y="4390"/></a:lnTo><a:lnTo><a:pt x="3208744" y="0"/></a:lnTo></a:path><a:path w="5434965" h="3345815"><a:moveTo><a:pt x="3250946" y="11192"/></a:moveTo><a:lnTo><a:pt x="3253761" y="7298"/></a:lnTo><a:lnTo><a:pt x="3255095" y="3017"/></a:lnTo></a:path><a:path w="5434965" h="3345815"><a:moveTo><a:pt x="2716155" y="309976"/></a:moveTo><a:lnTo><a:pt x="2718970" y="306091"/></a:lnTo><a:lnTo><a:pt x="2720304" y="301801"/></a:lnTo></a:path><a:path w="5434965" h="3345815"><a:moveTo><a:pt x="2676016" y="307363"/></a:moveTo><a:lnTo><a:pt x="2674201" y="303174"/></a:lnTo><a:lnTo><a:pt x="2673953" y="298792"/></a:lnTo></a:path><a:path w="5434965" h="3345815"><a:moveTo><a:pt x="2679266" y="311078"/></a:moveTo><a:lnTo><a:pt x="2683734" y="314048"/></a:lnTo></a:path><a:path w="5434965" h="3345815"><a:moveTo><a:pt x="2701116" y="316864"/></a:moveTo><a:lnTo><a:pt x="2706909" y="315561"/></a:lnTo><a:lnTo><a:pt x="2712044" y="313211"/></a:lnTo></a:path><a:path w="5434965" h="3345815"><a:moveTo><a:pt x="2679266" y="311078"/></a:moveTo><a:lnTo><a:pt x="2676016" y="307363"/></a:lnTo></a:path><a:path w="5434965" h="3345815"><a:moveTo><a:pt x="2683734" y="314048"/></a:moveTo><a:lnTo><a:pt x="2689117" y="316088"/></a:lnTo></a:path><a:path w="5434965" h="3345815"><a:moveTo><a:pt x="549954" y="1511235"/></a:moveTo><a:lnTo><a:pt x="544579" y="1509195"/></a:lnTo><a:lnTo><a:pt x="540103" y="1506225"/></a:lnTo><a:lnTo><a:pt x="536853" y="1502517"/></a:lnTo><a:lnTo><a:pt x="535038" y="1498321"/></a:lnTo><a:lnTo><a:pt x="534790" y="1493939"/></a:lnTo></a:path><a:path w="5434965" h="3345815"><a:moveTo><a:pt x="561953" y="1512019"/></a:moveTo><a:lnTo><a:pt x="567754" y="1510708"/></a:lnTo><a:lnTo><a:pt x="572881" y="1508358"/></a:lnTo></a:path><a:path w="5434965" h="3345815"><a:moveTo><a:pt x="577000" y="1505131"/></a:moveTo><a:lnTo><a:pt x="579815" y="1501237"/></a:lnTo><a:lnTo><a:pt x="581141" y="1496956"/></a:lnTo></a:path><a:path w="5434965" h="3345815"><a:moveTo><a:pt x="2409381" y="2098722"/></a:moveTo><a:lnTo><a:pt x="2409381" y="2097760"/></a:lnTo><a:lnTo><a:pt x="2427484" y="2086793"/></a:lnTo></a:path><a:path w="5434965" h="3345815"><a:moveTo><a:pt x="224216" y="2069814"/></a:moveTo><a:lnTo><a:pt x="1704357" y="3345626"/></a:lnTo><a:lnTo><a:pt x="4539283" y="1796276"/></a:lnTo></a:path><a:path w="5434965" h="3345815"><a:moveTo><a:pt x="3164239" y="147026"/></a:moveTo><a:lnTo><a:pt x="1044148" y="1434379"/></a:lnTo></a:path></a:pathLst></a:custGeom><a:ln w="3878"><a:solidFill><a:srgbClr val="000000"/></a:solidFill></a:ln></p:spPr><p:txBody><a:bodyPr wrap="square" lIns="0" tIns="0" rIns="0" bIns="0" rtlCol="0"/><a:lstStyle/><a:p/></p:txBody></p:sp><p:pic><p:nvPicPr><p:cNvPr id="261" name="object 261"/><p:cNvPicPr/><p:nvPr/></p:nvPicPr><p:blipFill><a:blip r:embed="rId14" cstate="print"/><a:stretch><a:fillRect/></a:stretch></p:blipFill><p:spPr><a:xfrm><a:off x="2791041" y="3349141"/><a:ext cx="266038" cy="118840"/></a:xfrm><a:prstGeom prst="rect"><a:avLst/></a:prstGeom></p:spPr></p:pic><p:sp><p:nvSpPr><p:cNvPr id="262" name="object 262"/><p:cNvSpPr/><p:nvPr/></p:nvSpPr><p:spPr><a:xfrm><a:off x="1723406" y="3024326"/><a:ext cx="1224280" cy="1017905"/></a:xfrm><a:custGeom><a:avLst/><a:gdLst/><a:ahLst/><a:cxnLst/><a:rect l="l" t="t" r="r" b="b"/><a:pathLst><a:path w="1224280" h="1017904"><a:moveTo><a:pt x="1178183" y="15240"/></a:moveTo><a:lnTo><a:pt x="1179510" y="10951"/></a:lnTo></a:path><a:path w="1224280" h="1017904"><a:moveTo><a:pt x="1179510" y="10951"/></a:moveTo><a:lnTo><a:pt x="1182325" y="7065"/></a:lnTo></a:path><a:path w="1224280" h="1017904"><a:moveTo><a:pt x="1214746" y="2993"/></a:moveTo><a:lnTo><a:pt x="1219214" y="5972"/></a:lnTo></a:path><a:path w="1224280" h="1017904"><a:moveTo><a:pt x="1219214" y="5972"/></a:moveTo><a:lnTo><a:pt x="1222464" y="9679"/></a:lnTo></a:path><a:path w="1224280" h="1017904"><a:moveTo><a:pt x="1222464" y="9679"/></a:moveTo><a:lnTo><a:pt x="1224279" y="13868"/></a:lnTo></a:path><a:path w="1224280" h="1017904"><a:moveTo><a:pt x="1182325" y="7065"/></a:moveTo><a:lnTo><a:pt x="1186436" y="3839"/></a:lnTo><a:lnTo><a:pt x="1191571" y="1489"/></a:lnTo></a:path><a:path w="1224280" h="1017904"><a:moveTo><a:pt x="1203438" y="0"/></a:moveTo><a:lnTo><a:pt x="1209363" y="961"/></a:lnTo></a:path><a:path w="1224280" h="1017904"><a:moveTo><a:pt x="1191571" y="1489"/></a:moveTo><a:lnTo><a:pt x="1197365" y="178"/></a:lnTo><a:lnTo><a:pt x="1203438" y="0"/></a:lnTo></a:path><a:path w="1224280" h="1017904"><a:moveTo><a:pt x="1209363" y="961"/></a:moveTo><a:lnTo><a:pt x="1214746" y="2993"/></a:lnTo></a:path><a:path w="1224280" h="1017904"><a:moveTo><a:pt x="262152" y="1017638"/></a:moveTo><a:lnTo><a:pt x="154860" y="924773"/></a:lnTo></a:path><a:path w="1224280" h="1017904"><a:moveTo><a:pt x="108509" y="935104"/></a:moveTo><a:lnTo><a:pt x="0" y="1000590"/></a:lnTo></a:path></a:pathLst></a:custGeom><a:ln w="3878"><a:solidFill><a:srgbClr val="000000"/></a:solidFill></a:ln></p:spPr><p:txBody><a:bodyPr wrap="square" lIns="0" tIns="0" rIns="0" bIns="0" rtlCol="0"/><a:lstStyle/><a:p/></p:txBody></p:sp><p:sp><p:nvSpPr><p:cNvPr id="263" name="object 263"/><p:cNvSpPr/><p:nvPr/></p:nvSpPr><p:spPr><a:xfrm><a:off x="1721459" y="4024925"/><a:ext cx="266065" cy="27940"/></a:xfrm><a:custGeom><a:avLst/><a:gdLst/><a:ahLst/><a:cxnLst/><a:rect l="l" t="t" r="r" b="b"/><a:pathLst><a:path w="266064" h="27939"><a:moveTo><a:pt x="3886" y="0"/></a:moveTo><a:lnTo><a:pt x="0" y="0"/></a:lnTo><a:lnTo><a:pt x="0" y="2387"/></a:lnTo><a:lnTo><a:pt x="3886" y="2387"/></a:lnTo><a:lnTo><a:pt x="3886" y="0"/></a:lnTo><a:close/></a:path><a:path w="266064" h="27939"><a:moveTo><a:pt x="266026" y="17043"/></a:moveTo><a:lnTo><a:pt x="262153" y="17043"/></a:lnTo><a:lnTo><a:pt x="262153" y="27889"/></a:lnTo><a:lnTo><a:pt x="266026" y="27889"/></a:lnTo><a:lnTo><a:pt x="266026" y="17043"/></a:lnTo><a:close/></a:path></a:pathLst></a:custGeom><a:solidFill><a:srgbClr val="000000"/></a:solidFill></p:spPr><p:txBody><a:bodyPr wrap="square" lIns="0" tIns="0" rIns="0" bIns="0" rtlCol="0"/><a:lstStyle/><a:p/></p:txBody></p:sp><p:sp><p:nvSpPr><p:cNvPr id="264" name="object 264"/><p:cNvSpPr/><p:nvPr/></p:nvSpPr><p:spPr><a:xfrm><a:off x="1832009" y="3622345"/><a:ext cx="46355" cy="427990"/></a:xfrm><a:custGeom><a:avLst/><a:gdLst/><a:ahLst/><a:cxnLst/><a:rect l="l" t="t" r="r" b="b"/><a:pathLst><a:path w="46355" h="427989"><a:moveTo><a:pt x="27045" y="427297"/></a:moveTo><a:lnTo><a:pt x="20980" y="427475"/></a:lnTo><a:lnTo><a:pt x="15054" y="426514"/></a:lnTo></a:path><a:path w="46355" h="427989"><a:moveTo><a:pt x="0" y="15240"/></a:moveTo><a:lnTo><a:pt x="1326" y="10959"/></a:lnTo></a:path><a:path w="46355" h="427989"><a:moveTo><a:pt x="1326" y="10959"/></a:moveTo><a:lnTo><a:pt x="4141" y="7065"/></a:lnTo></a:path><a:path w="46355" h="427989"><a:moveTo><a:pt x="36562" y="3001"/></a:moveTo><a:lnTo><a:pt x="41030" y="5972"/></a:lnTo></a:path><a:path w="46355" h="427989"><a:moveTo><a:pt x="41030" y="5972"/></a:moveTo><a:lnTo><a:pt x="44287" y="9679"/></a:lnTo></a:path><a:path w="46355" h="427989"><a:moveTo><a:pt x="44287" y="9679"/></a:moveTo><a:lnTo><a:pt x="46095" y="13875"/></a:lnTo></a:path><a:path w="46355" h="427989"><a:moveTo><a:pt x="4141" y="7065"/></a:moveTo><a:lnTo><a:pt x="8260" y="3839"/></a:lnTo><a:lnTo><a:pt x="13387" y="1489"/></a:lnTo></a:path><a:path w="46355" h="427989"><a:moveTo><a:pt x="25254" y="0"/></a:moveTo><a:lnTo><a:pt x="31179" y="961"/></a:lnTo></a:path><a:path w="46355" h="427989"><a:moveTo><a:pt x="13387" y="1489"/></a:moveTo><a:lnTo><a:pt x="19188" y="178"/></a:lnTo><a:lnTo><a:pt x="25254" y="0"/></a:lnTo></a:path><a:path w="46355" h="427989"><a:moveTo><a:pt x="31179" y="961"/></a:moveTo><a:lnTo><a:pt x="36562" y="3001"/></a:lnTo></a:path></a:pathLst></a:custGeom><a:ln w="3878"><a:solidFill><a:srgbClr val="000000"/></a:solidFill></a:ln></p:spPr><p:txBody><a:bodyPr wrap="square" lIns="0" tIns="0" rIns="0" bIns="0" rtlCol="0"/><a:lstStyle/><a:p/></p:txBody></p:sp><p:pic><p:nvPicPr><p:cNvPr id="265" name="object 265"/><p:cNvPicPr/><p:nvPr/></p:nvPicPr><p:blipFill><a:blip r:embed="rId15" cstate="print"/><a:stretch><a:fillRect/></a:stretch></p:blipFill><p:spPr><a:xfrm><a:off x="2256258" y="3648375"/><a:ext cx="266030" cy="112015"/></a:xfrm><a:prstGeom prst="rect"><a:avLst/></a:prstGeom></p:spPr></p:pic><p:sp><p:nvSpPr><p:cNvPr id="266" name="object 266"/><p:cNvSpPr/><p:nvPr/></p:nvSpPr><p:spPr><a:xfrm><a:off x="2056109" y="3323561"/><a:ext cx="5713730" cy="2325370"/></a:xfrm><a:custGeom><a:avLst/><a:gdLst/><a:ahLst/><a:cxnLst/><a:rect l="l" t="t" r="r" b="b"/><a:pathLst><a:path w="5713730" h="2325370"><a:moveTo><a:pt x="310690" y="15240"/></a:moveTo><a:lnTo><a:pt x="312016" y="10951"/></a:lnTo></a:path><a:path w="5713730" h="2325370"><a:moveTo><a:pt x="312016" y="10951"/></a:moveTo><a:lnTo><a:pt x="314832" y="7065"/></a:lnTo></a:path><a:path w="5713730" h="2325370"><a:moveTo><a:pt x="347253" y="2993"/></a:moveTo><a:lnTo><a:pt x="351720" y="5972"/></a:lnTo></a:path><a:path w="5713730" h="2325370"><a:moveTo><a:pt x="351720" y="5972"/></a:moveTo><a:lnTo><a:pt x="354970" y="9679"/></a:lnTo></a:path><a:path w="5713730" h="2325370"><a:moveTo><a:pt x="354970" y="9679"/></a:moveTo><a:lnTo><a:pt x="356785" y="13868"/></a:lnTo></a:path><a:path w="5713730" h="2325370"><a:moveTo><a:pt x="314832" y="7065"/></a:moveTo><a:lnTo><a:pt x="318950" y="3839"/></a:lnTo><a:lnTo><a:pt x="324077" y="1489"/></a:lnTo></a:path><a:path w="5713730" h="2325370"><a:moveTo><a:pt x="335944" y="0"/></a:moveTo><a:lnTo><a:pt x="341870" y="961"/></a:lnTo></a:path><a:path w="5713730" h="2325370"><a:moveTo><a:pt x="324077" y="1489"/></a:moveTo><a:lnTo><a:pt x="329871" y="178"/></a:lnTo><a:lnTo><a:pt x="335944" y="0"/></a:lnTo></a:path><a:path w="5713730" h="2325370"><a:moveTo><a:pt x="341870" y="961"/></a:moveTo><a:lnTo><a:pt x="347253" y="2993"/></a:lnTo></a:path><a:path w="5713730" h="2325370"><a:moveTo><a:pt x="4779330" y="2174042"/></a:moveTo><a:lnTo><a:pt x="5713674" y="1586540"/></a:lnTo></a:path><a:path w="5713730" h="2325370"><a:moveTo><a:pt x="4567935" y="2324831"/></a:moveTo><a:lnTo><a:pt x="4779330" y="2174042"/></a:lnTo></a:path><a:path w="5713730" h="2325370"><a:moveTo><a:pt x="819932" y="439909"/></a:moveTo><a:lnTo><a:pt x="0" y="936849"/></a:lnTo><a:lnTo><a:pt x="0" y="985093"/></a:lnTo></a:path></a:pathLst></a:custGeom><a:ln w="3878"><a:solidFill><a:srgbClr val="000000"/></a:solidFill></a:ln></p:spPr><p:txBody><a:bodyPr wrap="square" lIns="0" tIns="0" rIns="0" bIns="0" rtlCol="0"/><a:lstStyle/><a:p/></p:txBody></p:sp><p:pic><p:nvPicPr><p:cNvPr id="267" name="object 267"/><p:cNvPicPr/><p:nvPr/></p:nvPicPr><p:blipFill><a:blip r:embed="rId16" cstate="print"/><a:stretch><a:fillRect/></a:stretch></p:blipFill><p:spPr><a:xfrm><a:off x="3325832" y="1493785"/><a:ext cx="3945545" cy="4036689"/></a:xfrm><a:prstGeom prst="rect"><a:avLst/></a:prstGeom></p:spPr></p:pic><p:sp><p:nvSpPr><p:cNvPr id="268" name="object 268"/><p:cNvSpPr/><p:nvPr/></p:nvSpPr><p:spPr><a:xfrm><a:off x="1854292" y="3040428"/><a:ext cx="1089660" cy="1005840"/></a:xfrm><a:custGeom><a:avLst/><a:gdLst/><a:ahLst/><a:cxnLst/><a:rect l="l" t="t" r="r" b="b"/><a:pathLst><a:path w="1089660" h="1005839"><a:moveTo><a:pt x="1085272" y="407534"/></a:moveTo><a:lnTo><a:pt x="1089383" y="404300"/></a:lnTo></a:path><a:path w="1089660" h="1005839"><a:moveTo><a:pt x="15690" y="1005553"/></a:moveTo><a:lnTo><a:pt x="19809" y="1002327"/></a:lnTo></a:path><a:path w="1089660" h="1005839"><a:moveTo><a:pt x="550481" y="706769"/></a:moveTo><a:lnTo><a:pt x="554600" y="703542"/></a:lnTo></a:path><a:path w="1089660" h="1005839"><a:moveTo><a:pt x="1071365" y="108"/></a:moveTo><a:lnTo><a:pt x="1070465" y="643"/></a:lnTo><a:lnTo><a:pt x="1069573" y="1178"/></a:lnTo></a:path><a:path w="1089660" h="1005839"><a:moveTo><a:pt x="1069721" y="0"/></a:moveTo><a:lnTo><a:pt x="1070465" y="643"/></a:lnTo><a:lnTo><a:pt x="1071218" y="1287"/></a:lnTo></a:path><a:path w="1089660" h="1005839"><a:moveTo><a:pt x="1783" y="598127"/></a:moveTo><a:lnTo><a:pt x="891" y="598663"/></a:lnTo><a:lnTo><a:pt x="0" y="599206"/></a:lnTo></a:path><a:path w="1089660" h="1005839"><a:moveTo><a:pt x="139" y="598019"/></a:moveTo><a:lnTo><a:pt x="891" y="598663"/></a:lnTo><a:lnTo><a:pt x="1636" y="599314"/></a:lnTo></a:path><a:path w="1089660" h="1005839"><a:moveTo><a:pt x="536574" y="299343"/></a:moveTo><a:lnTo><a:pt x="535682" y="299878"/></a:lnTo><a:lnTo><a:pt x="534782" y="300421"/></a:lnTo></a:path><a:path w="1089660" h="1005839"><a:moveTo><a:pt x="534930" y="299234"/></a:moveTo><a:lnTo><a:pt x="535682" y="299878"/></a:lnTo><a:lnTo><a:pt x="536427" y="300522"/></a:lnTo></a:path></a:pathLst></a:custGeom><a:ln w="3878"><a:solidFill><a:srgbClr val="000000"/></a:solidFill></a:ln></p:spPr><p:txBody><a:bodyPr wrap="square" lIns="0" tIns="0" rIns="0" bIns="0" rtlCol="0"/><a:lstStyle/><a:p/></p:txBody></p:sp><p:pic><p:nvPicPr><p:cNvPr id="269" name="object 269"/><p:cNvPicPr/><p:nvPr/></p:nvPicPr><p:blipFill><a:blip r:embed="rId17" cstate="print"/><a:stretch><a:fillRect/></a:stretch></p:blipFill><p:spPr><a:xfrm><a:off x="2182054" y="6993628"/><a:ext cx="10974961" cy="4745940"/></a:xfrm><a:prstGeom prst="rect"><a:avLst/></a:prstGeom></p:spPr></p:pic><p:sp><p:nvSpPr><p:cNvPr id="270" name="object 270"/><p:cNvSpPr/><p:nvPr/></p:nvSpPr><p:spPr><a:xfrm><a:off x="2182054" y="7819346"/><a:ext cx="9547860" cy="3920490"/></a:xfrm><a:custGeom><a:avLst/><a:gdLst/><a:ahLst/><a:cxnLst/><a:rect l="l" t="t" r="r" b="b"/><a:pathLst><a:path w="9547860" h="3920490"><a:moveTo><a:pt x="1307813" y="387"/></a:moveTo><a:lnTo><a:pt x="1307813" y="0"/></a:lnTo></a:path><a:path w="9547860" h="3920490"><a:moveTo><a:pt x="7875734" y="2986916"/></a:moveTo><a:lnTo><a:pt x="7391824" y="2836058"/></a:lnTo><a:lnTo><a:pt x="6646452" y="3920221"/></a:lnTo></a:path><a:path w="9547860" h="3920490"><a:moveTo><a:pt x="3003809" y="2546286"/></a:moveTo><a:lnTo><a:pt x="0" y="3800465"/></a:lnTo></a:path><a:path w="9547860" h="3920490"><a:moveTo><a:pt x="6406009" y="3920221"/></a:moveTo><a:lnTo><a:pt x="3003809" y="2546286"/></a:lnTo></a:path><a:path w="9547860" h="3920490"><a:moveTo><a:pt x="379550" y="2233400"/></a:moveTo><a:lnTo><a:pt x="379550" y="2373012"/></a:lnTo></a:path><a:path w="9547860" h="3920490"><a:moveTo><a:pt x="8902811" y="2653554"/></a:moveTo><a:lnTo><a:pt x="8902811" y="420386"/></a:lnTo></a:path><a:path w="9547860" h="3920490"><a:moveTo><a:pt x="8900950" y="2653554"/></a:moveTo><a:lnTo><a:pt x="8900950" y="420386"/></a:lnTo></a:path><a:path w="9547860" h="3920490"><a:moveTo><a:pt x="9097725" y="2653554"/></a:moveTo><a:lnTo><a:pt x="9097725" y="420386"/></a:lnTo></a:path><a:path w="9547860" h="3920490"><a:moveTo><a:pt x="9095863" y="2653554"/></a:moveTo><a:lnTo><a:pt x="9095863" y="420386"/></a:lnTo></a:path><a:path w="9547860" h="3920490"><a:moveTo><a:pt x="9307143" y="2653554"/></a:moveTo><a:lnTo><a:pt x="9307143" y="420386"/></a:lnTo></a:path><a:path w="9547860" h="3920490"><a:moveTo><a:pt x="9305281" y="2653554"/></a:moveTo><a:lnTo><a:pt x="9305281" y="420386"/></a:lnTo></a:path><a:path w="9547860" h="3920490"><a:moveTo><a:pt x="9022645" y="2653554"/></a:moveTo><a:lnTo><a:pt x="9022645" y="420386"/></a:lnTo></a:path><a:path w="9547860" h="3920490"><a:moveTo><a:pt x="8975332" y="2653554"/></a:moveTo><a:lnTo><a:pt x="8975332" y="420386"/></a:lnTo></a:path><a:path w="9547860" h="3920490"><a:moveTo><a:pt x="9037459" y="2653554"/></a:moveTo><a:lnTo><a:pt x="9037459" y="420386"/></a:lnTo></a:path><a:path w="9547860" h="3920490"><a:moveTo><a:pt x="9024429" y="2653554"/></a:moveTo><a:lnTo><a:pt x="9024429" y="420386"/></a:lnTo></a:path><a:path w="9547860" h="3920490"><a:moveTo><a:pt x="9112229" y="2653554"/></a:moveTo><a:lnTo><a:pt x="9112229" y="420386"/></a:lnTo></a:path><a:path w="9547860" h="3920490"><a:moveTo><a:pt x="9110367" y="2653554"/></a:moveTo><a:lnTo><a:pt x="9110367" y="420386"/></a:lnTo></a:path><a:path w="9547860" h="3920490"><a:moveTo><a:pt x="9169935" y="2653554"/></a:moveTo><a:lnTo><a:pt x="9169935" y="420386"/></a:lnTo></a:path><a:path w="9547860" h="3920490"><a:moveTo><a:pt x="9168229" y="2653554"/></a:moveTo><a:lnTo><a:pt x="9168229" y="420386"/></a:lnTo></a:path><a:path w="9547860" h="3920490"><a:moveTo><a:pt x="9183043" y="2653554"/></a:moveTo><a:lnTo><a:pt x="9183043" y="420386"/></a:lnTo></a:path><a:path w="9547860" h="3920490"><a:moveTo><a:pt x="9246877" y="2653554"/></a:moveTo><a:lnTo><a:pt x="9246877" y="420386"/></a:lnTo></a:path><a:path w="9547860" h="3920490"><a:moveTo><a:pt x="9233846" y="2653554"/></a:moveTo><a:lnTo><a:pt x="9233846" y="420386"/></a:lnTo></a:path><a:path w="9547860" h="3920490"><a:moveTo><a:pt x="9293337" y="2653554"/></a:moveTo><a:lnTo><a:pt x="9293337" y="420386"/></a:lnTo></a:path><a:path w="9547860" h="3920490"><a:moveTo><a:pt x="9248583" y="2653554"/></a:moveTo><a:lnTo><a:pt x="9248583" y="420386"/></a:lnTo></a:path><a:path w="9547860" h="3920490"><a:moveTo><a:pt x="8973625" y="2653554"/></a:moveTo><a:lnTo><a:pt x="8973625" y="420386"/></a:lnTo></a:path><a:path w="9547860" h="3920490"><a:moveTo><a:pt x="8960517" y="2653554"/></a:moveTo><a:lnTo><a:pt x="8960517" y="420386"/></a:lnTo></a:path><a:path w="9547860" h="3920490"><a:moveTo><a:pt x="8914756" y="2653554"/></a:moveTo><a:lnTo><a:pt x="8914756" y="420386"/></a:lnTo></a:path><a:path w="9547860" h="3920490"><a:moveTo><a:pt x="9039165" y="2653554"/></a:moveTo><a:lnTo><a:pt x="9039165" y="420386"/></a:lnTo></a:path><a:path w="9547860" h="3920490"><a:moveTo><a:pt x="9083919" y="2653554"/></a:moveTo><a:lnTo><a:pt x="9083919" y="420386"/></a:lnTo></a:path><a:path w="9547860" h="3920490"><a:moveTo><a:pt x="9100362" y="2653554"/></a:moveTo><a:lnTo><a:pt x="9100362" y="420386"/></a:lnTo></a:path><a:path w="9547860" h="3920490"><a:moveTo><a:pt x="9107653" y="2653554"/></a:moveTo><a:lnTo><a:pt x="9107653" y="420386"/></a:lnTo></a:path><a:path w="9547860" h="3920490"><a:moveTo><a:pt x="9124174" y="2653554"/></a:moveTo><a:lnTo><a:pt x="9124174" y="420386"/></a:lnTo></a:path><a:path w="9547860" h="3920490"><a:moveTo><a:pt x="9232062" y="2653554"/></a:moveTo><a:lnTo><a:pt x="9232062" y="420386"/></a:lnTo></a:path><a:path w="9547860" h="3920490"><a:moveTo><a:pt x="9184750" y="2653554"/></a:moveTo><a:lnTo><a:pt x="9184750" y="420386"/></a:lnTo></a:path><a:path w="9547860" h="3920490"><a:moveTo><a:pt x="9313425" y="2653554"/></a:moveTo><a:lnTo><a:pt x="9313425" y="420386"/></a:lnTo></a:path><a:path w="9547860" h="3920490"><a:moveTo><a:pt x="9309780" y="2653554"/></a:moveTo><a:lnTo><a:pt x="9309780" y="420386"/></a:lnTo></a:path><a:path w="9547860" h="3920490"><a:moveTo><a:pt x="9317071" y="2653554"/></a:moveTo><a:lnTo><a:pt x="9317071" y="420386"/></a:lnTo></a:path><a:path w="9547860" h="3920490"><a:moveTo><a:pt x="9319785" y="2653554"/></a:moveTo><a:lnTo><a:pt x="9319785" y="420386"/></a:lnTo></a:path><a:path w="9547860" h="3920490"><a:moveTo><a:pt x="9104007" y="2653554"/></a:moveTo><a:lnTo><a:pt x="9104007" y="420386"/></a:lnTo></a:path><a:path w="9547860" h="3920490"><a:moveTo><a:pt x="9321647" y="2653554"/></a:moveTo><a:lnTo><a:pt x="9321647" y="420386"/></a:lnTo></a:path><a:path w="9547860" h="3920490"><a:moveTo><a:pt x="8958811" y="2653554"/></a:moveTo><a:lnTo><a:pt x="8958811" y="420386"/></a:lnTo></a:path><a:path w="9547860" h="3920490"><a:moveTo><a:pt x="9443264" y="2653554"/></a:moveTo><a:lnTo><a:pt x="9443264" y="420386"/></a:lnTo></a:path><a:path w="9547860" h="3920490"><a:moveTo><a:pt x="9441480" y="2653554"/></a:moveTo><a:lnTo><a:pt x="9441480" y="420386"/></a:lnTo></a:path><a:path w="9547860" h="3920490"><a:moveTo><a:pt x="9456295" y="2653554"/></a:moveTo><a:lnTo><a:pt x="9456295" y="420386"/></a:lnTo></a:path><a:path w="9547860" h="3920490"><a:moveTo><a:pt x="9379353" y="2653554"/></a:moveTo><a:lnTo><a:pt x="9379353" y="420386"/></a:lnTo></a:path><a:path w="9547860" h="3920490"><a:moveTo><a:pt x="9377647" y="2653554"/></a:moveTo><a:lnTo><a:pt x="9377647" y="420386"/></a:lnTo></a:path><a:path w="9547860" h="3920490"><a:moveTo><a:pt x="9392461" y="2653554"/></a:moveTo><a:lnTo><a:pt x="9392461" y="420386"/></a:lnTo></a:path><a:path w="9547860" h="3920490"><a:moveTo><a:pt x="9502754" y="2653554"/></a:moveTo><a:lnTo><a:pt x="9502754" y="420386"/></a:lnTo></a:path><a:path w="9547860" h="3920490"><a:moveTo><a:pt x="9458001" y="2653554"/></a:moveTo><a:lnTo><a:pt x="9458001" y="420386"/></a:lnTo></a:path><a:path w="9547860" h="3920490"><a:moveTo><a:pt x="9518810" y="2653554"/></a:moveTo><a:lnTo><a:pt x="9518810" y="420386"/></a:lnTo></a:path><a:path w="9547860" h="3920490"><a:moveTo><a:pt x="9516948" y="2653554"/></a:moveTo><a:lnTo><a:pt x="9516948" y="420386"/></a:lnTo></a:path><a:path w="9547860" h="3920490"><a:moveTo><a:pt x="9521447" y="2653554"/></a:moveTo><a:lnTo><a:pt x="9521447" y="420386"/></a:lnTo></a:path><a:path w="9547860" h="3920490"><a:moveTo><a:pt x="9394167" y="2653554"/></a:moveTo><a:lnTo><a:pt x="9394167" y="420386"/></a:lnTo></a:path><a:path w="9547860" h="3920490"><a:moveTo><a:pt x="9531297" y="2653554"/></a:moveTo><a:lnTo><a:pt x="9531297" y="420386"/></a:lnTo></a:path><a:path w="9547860" h="3920490"><a:moveTo><a:pt x="9333591" y="2653554"/></a:moveTo><a:lnTo><a:pt x="9333591" y="420386"/></a:lnTo></a:path><a:path w="9547860" h="3920490"><a:moveTo><a:pt x="9535873" y="2653554"/></a:moveTo><a:lnTo><a:pt x="9535873" y="420386"/></a:lnTo></a:path><a:path w="9547860" h="3920490"><a:moveTo><a:pt x="9534012" y="2653554"/></a:moveTo><a:lnTo><a:pt x="9534012" y="420386"/></a:lnTo></a:path><a:path w="9547860" h="3920490"><a:moveTo><a:pt x="9547740" y="2653554"/></a:moveTo><a:lnTo><a:pt x="9547740" y="420386"/></a:lnTo></a:path><a:path w="9547860" h="3920490"><a:moveTo><a:pt x="8890944" y="2653554"/></a:moveTo><a:lnTo><a:pt x="8890944" y="420386"/></a:lnTo></a:path><a:path w="9547860" h="3920490"><a:moveTo><a:pt x="8888307" y="2653554"/></a:moveTo><a:lnTo><a:pt x="8888307" y="420386"/></a:lnTo></a:path><a:path w="9547860" h="3920490"><a:moveTo><a:pt x="8894590" y="2653554"/></a:moveTo><a:lnTo><a:pt x="8894590" y="420386"/></a:lnTo></a:path><a:path w="9547860" h="3920490"><a:moveTo><a:pt x="8898235" y="2653554"/></a:moveTo><a:lnTo><a:pt x="8898235" y="420386"/></a:lnTo></a:path><a:path w="9547860" h="3920490"><a:moveTo><a:pt x="8886446" y="2653554"/></a:moveTo><a:lnTo><a:pt x="8886446" y="420386"/></a:lnTo></a:path><a:path w="9547860" h="3920490"><a:moveTo><a:pt x="8874501" y="2653554"/></a:moveTo><a:lnTo><a:pt x="8874501" y="420386"/></a:lnTo></a:path><a:path w="9547860" h="3920490"><a:moveTo><a:pt x="8764208" y="2653554"/></a:moveTo><a:lnTo><a:pt x="8764208" y="420386"/></a:lnTo></a:path><a:path w="9547860" h="3920490"><a:moveTo><a:pt x="8751100" y="2653554"/></a:moveTo><a:lnTo><a:pt x="8751100" y="420386"/></a:lnTo></a:path><a:path w="9547860" h="3920490"><a:moveTo><a:pt x="8765914" y="2653554"/></a:moveTo><a:lnTo><a:pt x="8765914" y="420386"/></a:lnTo></a:path><a:path w="9547860" h="3920490"><a:moveTo><a:pt x="8815011" y="2653554"/></a:moveTo><a:lnTo><a:pt x="8815011" y="420386"/></a:lnTo></a:path><a:path w="9547860" h="3920490"><a:moveTo><a:pt x="8813227" y="2653554"/></a:moveTo><a:lnTo><a:pt x="8813227" y="420386"/></a:lnTo></a:path><a:path w="9547860" h="3920490"><a:moveTo><a:pt x="8829748" y="2653554"/></a:moveTo><a:lnTo><a:pt x="8829748" y="420386"/></a:lnTo></a:path><a:path w="9547860" h="3920490"><a:moveTo><a:pt x="8828041" y="2653554"/></a:moveTo><a:lnTo><a:pt x="8828041" y="420386"/></a:lnTo></a:path><a:path w="9547860" h="3920490"><a:moveTo><a:pt x="8749393" y="2653554"/></a:moveTo><a:lnTo><a:pt x="8749393" y="420386"/></a:lnTo></a:path><a:path w="9547860" h="3920490"><a:moveTo><a:pt x="8061573" y="2653554"/></a:moveTo><a:lnTo><a:pt x="8061573" y="420386"/></a:lnTo></a:path><a:path w="9547860" h="3920490"><a:moveTo><a:pt x="8059711" y="2653554"/></a:moveTo><a:lnTo><a:pt x="8059711" y="420386"/></a:lnTo></a:path><a:path w="9547860" h="3920490"><a:moveTo><a:pt x="8256486" y="2653554"/></a:moveTo><a:lnTo><a:pt x="8256486" y="420386"/></a:lnTo></a:path><a:path w="9547860" h="3920490"><a:moveTo><a:pt x="8254625" y="2653554"/></a:moveTo><a:lnTo><a:pt x="8254625" y="420386"/></a:lnTo></a:path><a:path w="9547860" h="3920490"><a:moveTo><a:pt x="8465904" y="2653554"/></a:moveTo><a:lnTo><a:pt x="8465904" y="420386"/></a:lnTo></a:path><a:path w="9547860" h="3920490"><a:moveTo><a:pt x="8464042" y="2653554"/></a:moveTo><a:lnTo><a:pt x="8464042" y="420386"/></a:lnTo></a:path><a:path w="9547860" h="3920490"><a:moveTo><a:pt x="8181484" y="2653554"/></a:moveTo><a:lnTo><a:pt x="8181484" y="420386"/></a:lnTo></a:path><a:path w="9547860" h="3920490"><a:moveTo><a:pt x="8134093" y="2653554"/></a:moveTo><a:lnTo><a:pt x="8134093" y="420386"/></a:lnTo></a:path><a:path w="9547860" h="3920490"><a:moveTo><a:pt x="8196298" y="2653554"/></a:moveTo><a:lnTo><a:pt x="8196298" y="420386"/></a:lnTo></a:path><a:path w="9547860" h="3920490"><a:moveTo><a:pt x="8183190" y="2653554"/></a:moveTo><a:lnTo><a:pt x="8183190" y="420386"/></a:lnTo></a:path><a:path w="9547860" h="3920490"><a:moveTo><a:pt x="8270990" y="2653554"/></a:moveTo><a:lnTo><a:pt x="8270990" y="420386"/></a:lnTo></a:path><a:path w="9547860" h="3920490"><a:moveTo><a:pt x="8269129" y="2653554"/></a:moveTo><a:lnTo><a:pt x="8269129" y="420386"/></a:lnTo></a:path><a:path w="9547860" h="3920490"><a:moveTo><a:pt x="8328774" y="2653554"/></a:moveTo><a:lnTo><a:pt x="8328774" y="420386"/></a:lnTo></a:path><a:path w="9547860" h="3920490"><a:moveTo><a:pt x="8327068" y="2653554"/></a:moveTo><a:lnTo><a:pt x="8327068" y="420386"/></a:lnTo></a:path><a:path w="9547860" h="3920490"><a:moveTo><a:pt x="8341805" y="2653554"/></a:moveTo><a:lnTo><a:pt x="8341805" y="420386"/></a:lnTo></a:path><a:path w="9547860" h="3920490"><a:moveTo><a:pt x="8405716" y="2653554"/></a:moveTo><a:lnTo><a:pt x="8405716" y="420386"/></a:lnTo></a:path><a:path w="9547860" h="3920490"><a:moveTo><a:pt x="8392608" y="2653554"/></a:moveTo><a:lnTo><a:pt x="8392608" y="420386"/></a:lnTo></a:path><a:path w="9547860" h="3920490"><a:moveTo><a:pt x="8452175" y="2653554"/></a:moveTo><a:lnTo><a:pt x="8452175" y="420386"/></a:lnTo></a:path><a:path w="9547860" h="3920490"><a:moveTo><a:pt x="8407422" y="2653554"/></a:moveTo><a:lnTo><a:pt x="8407422" y="420386"/></a:lnTo></a:path><a:path w="9547860" h="3920490"><a:moveTo><a:pt x="8132387" y="2653554"/></a:moveTo><a:lnTo><a:pt x="8132387" y="420386"/></a:lnTo></a:path><a:path w="9547860" h="3920490"><a:moveTo><a:pt x="8119356" y="2653554"/></a:moveTo><a:lnTo><a:pt x="8119356" y="420386"/></a:lnTo></a:path><a:path w="9547860" h="3920490"><a:moveTo><a:pt x="8073517" y="2653554"/></a:moveTo><a:lnTo><a:pt x="8073517" y="420386"/></a:lnTo></a:path><a:path w="9547860" h="3920490"><a:moveTo><a:pt x="8198004" y="2653554"/></a:moveTo><a:lnTo><a:pt x="8198004" y="420386"/></a:lnTo></a:path><a:path w="9547860" h="3920490"><a:moveTo><a:pt x="8242758" y="2653554"/></a:moveTo><a:lnTo><a:pt x="8242758" y="420386"/></a:lnTo></a:path><a:path w="9547860" h="3920490"><a:moveTo><a:pt x="8259201" y="2653554"/></a:moveTo><a:lnTo><a:pt x="8259201" y="420386"/></a:lnTo></a:path><a:path w="9547860" h="3920490"><a:moveTo><a:pt x="8266492" y="2653554"/></a:moveTo><a:lnTo><a:pt x="8266492" y="420386"/></a:lnTo></a:path><a:path w="9547860" h="3920490"><a:moveTo><a:pt x="8282935" y="2653554"/></a:moveTo><a:lnTo><a:pt x="8282935" y="420386"/></a:lnTo></a:path><a:path w="9547860" h="3920490"><a:moveTo><a:pt x="8390901" y="2653554"/></a:moveTo><a:lnTo><a:pt x="8390901" y="420386"/></a:lnTo></a:path><a:path w="9547860" h="3920490"><a:moveTo><a:pt x="8343511" y="2653554"/></a:moveTo><a:lnTo><a:pt x="8343511" y="420386"/></a:lnTo></a:path><a:path w="9547860" h="3920490"><a:moveTo><a:pt x="8472264" y="2653554"/></a:moveTo><a:lnTo><a:pt x="8472264" y="420386"/></a:lnTo></a:path><a:path w="9547860" h="3920490"><a:moveTo><a:pt x="8468619" y="2653554"/></a:moveTo><a:lnTo><a:pt x="8468619" y="420386"/></a:lnTo></a:path><a:path w="9547860" h="3920490"><a:moveTo><a:pt x="8475909" y="2653554"/></a:moveTo><a:lnTo><a:pt x="8475909" y="420386"/></a:lnTo></a:path><a:path w="9547860" h="3920490"><a:moveTo><a:pt x="8478547" y="2653554"/></a:moveTo><a:lnTo><a:pt x="8478547" y="420386"/></a:lnTo></a:path><a:path w="9547860" h="3920490"><a:moveTo><a:pt x="8262846" y="2653554"/></a:moveTo><a:lnTo><a:pt x="8262846" y="420386"/></a:lnTo></a:path><a:path w="9547860" h="3920490"><a:moveTo><a:pt x="8480408" y="2653554"/></a:moveTo><a:lnTo><a:pt x="8480408" y="420386"/></a:lnTo></a:path><a:path w="9547860" h="3920490"><a:moveTo><a:pt x="8117650" y="2653554"/></a:moveTo><a:lnTo><a:pt x="8117650" y="420386"/></a:lnTo></a:path><a:path w="9547860" h="3920490"><a:moveTo><a:pt x="8602025" y="2653554"/></a:moveTo><a:lnTo><a:pt x="8602025" y="420386"/></a:lnTo></a:path><a:path w="9547860" h="3920490"><a:moveTo><a:pt x="8600319" y="2653554"/></a:moveTo><a:lnTo><a:pt x="8600319" y="420386"/></a:lnTo></a:path><a:path w="9547860" h="3920490"><a:moveTo><a:pt x="8615133" y="2653554"/></a:moveTo><a:lnTo><a:pt x="8615133" y="420386"/></a:lnTo></a:path><a:path w="9547860" h="3920490"><a:moveTo><a:pt x="8538192" y="2653554"/></a:moveTo><a:lnTo><a:pt x="8538192" y="420386"/></a:lnTo></a:path><a:path w="9547860" h="3920490"><a:moveTo><a:pt x="8536485" y="2653554"/></a:moveTo><a:lnTo><a:pt x="8536485" y="420386"/></a:lnTo></a:path><a:path w="9547860" h="3920490"><a:moveTo><a:pt x="8551222" y="2653554"/></a:moveTo><a:lnTo><a:pt x="8551222" y="420386"/></a:lnTo></a:path><a:path w="9547860" h="3920490"><a:moveTo><a:pt x="8661593" y="2653554"/></a:moveTo><a:lnTo><a:pt x="8661593" y="420386"/></a:lnTo></a:path><a:path w="9547860" h="3920490"><a:moveTo><a:pt x="8616840" y="2653554"/></a:moveTo><a:lnTo><a:pt x="8616840" y="420386"/></a:lnTo></a:path><a:path w="9547860" h="3920490"><a:moveTo><a:pt x="8677571" y="2653554"/></a:moveTo><a:lnTo><a:pt x="8677571" y="420386"/></a:lnTo></a:path><a:path w="9547860" h="3920490"><a:moveTo><a:pt x="8675709" y="2653554"/></a:moveTo><a:lnTo><a:pt x="8675709" y="420386"/></a:lnTo></a:path><a:path w="9547860" h="3920490"><a:moveTo><a:pt x="8680286" y="2653554"/></a:moveTo><a:lnTo><a:pt x="8680286" y="420386"/></a:lnTo></a:path><a:path w="9547860" h="3920490"><a:moveTo><a:pt x="8552929" y="2653554"/></a:moveTo><a:lnTo><a:pt x="8552929" y="420386"/></a:lnTo></a:path><a:path w="9547860" h="3920490"><a:moveTo><a:pt x="8690136" y="2653554"/></a:moveTo><a:lnTo><a:pt x="8690136" y="420386"/></a:lnTo></a:path><a:path w="9547860" h="3920490"><a:moveTo><a:pt x="8492353" y="2653554"/></a:moveTo><a:lnTo><a:pt x="8492353" y="420386"/></a:lnTo></a:path><a:path w="9547860" h="3920490"><a:moveTo><a:pt x="8694635" y="2653554"/></a:moveTo><a:lnTo><a:pt x="8694635" y="420386"/></a:lnTo></a:path><a:path w="9547860" h="3920490"><a:moveTo><a:pt x="8692773" y="2653554"/></a:moveTo><a:lnTo><a:pt x="8692773" y="420386"/></a:lnTo></a:path><a:path w="9547860" h="3920490"><a:moveTo><a:pt x="8706579" y="2653554"/></a:moveTo><a:lnTo><a:pt x="8706579" y="420386"/></a:lnTo></a:path><a:path w="9547860" h="3920490"><a:moveTo><a:pt x="8049783" y="2653554"/></a:moveTo><a:lnTo><a:pt x="8049783" y="420386"/></a:lnTo></a:path><a:path w="9547860" h="3920490"><a:moveTo><a:pt x="8047069" y="2653554"/></a:moveTo><a:lnTo><a:pt x="8047069" y="420386"/></a:lnTo></a:path><a:path w="9547860" h="3920490"><a:moveTo><a:pt x="8053429" y="2653554"/></a:moveTo><a:lnTo><a:pt x="8053429" y="420386"/></a:lnTo></a:path><a:path w="9547860" h="3920490"><a:moveTo><a:pt x="8057074" y="2653554"/></a:moveTo><a:lnTo><a:pt x="8057074" y="420386"/></a:lnTo></a:path><a:path w="9547860" h="3920490"><a:moveTo><a:pt x="8045207" y="2653554"/></a:moveTo><a:lnTo><a:pt x="8045207" y="420386"/></a:lnTo></a:path><a:path w="9547860" h="3920490"><a:moveTo><a:pt x="8033340" y="2653554"/></a:moveTo><a:lnTo><a:pt x="8033340" y="420386"/></a:lnTo></a:path><a:path w="9547860" h="3920490"><a:moveTo><a:pt x="7922969" y="2653554"/></a:moveTo><a:lnTo><a:pt x="7922969" y="420386"/></a:lnTo></a:path><a:path w="9547860" h="3920490"><a:moveTo><a:pt x="7909939" y="2653554"/></a:moveTo><a:lnTo><a:pt x="7909939" y="420386"/></a:lnTo></a:path><a:path w="9547860" h="3920490"><a:moveTo><a:pt x="7924676" y="2653554"/></a:moveTo><a:lnTo><a:pt x="7924676" y="420386"/></a:lnTo></a:path><a:path w="9547860" h="3920490"><a:moveTo><a:pt x="7973772" y="2653554"/></a:moveTo><a:lnTo><a:pt x="7973772" y="420386"/></a:lnTo></a:path><a:path w="9547860" h="3920490"><a:moveTo><a:pt x="7972066" y="2653554"/></a:moveTo><a:lnTo><a:pt x="7972066" y="420386"/></a:lnTo></a:path><a:path w="9547860" h="3920490"><a:moveTo><a:pt x="7988587" y="2653554"/></a:moveTo><a:lnTo><a:pt x="7988587" y="420386"/></a:lnTo></a:path><a:path w="9547860" h="3920490"><a:moveTo><a:pt x="7986880" y="2653554"/></a:moveTo><a:lnTo><a:pt x="7986880" y="420386"/></a:lnTo></a:path><a:path w="9547860" h="3920490"><a:moveTo><a:pt x="7908232" y="2653554"/></a:moveTo><a:lnTo><a:pt x="7908232" y="420386"/></a:lnTo></a:path><a:path w="9547860" h="3920490"><a:moveTo><a:pt x="5450708" y="2234099"/></a:moveTo><a:lnTo><a:pt x="5450708" y="387"/></a:lnTo></a:path><a:path w="9547860" h="3920490"><a:moveTo><a:pt x="5448839" y="2234099"/></a:moveTo><a:lnTo><a:pt x="5448839" y="387"/></a:lnTo></a:path><a:path w="9547860" h="3920490"><a:moveTo><a:pt x="5645590" y="2234099"/></a:moveTo><a:lnTo><a:pt x="5645590" y="387"/></a:lnTo></a:path><a:path w="9547860" h="3920490"><a:moveTo><a:pt x="5643729" y="2234099"/></a:moveTo><a:lnTo><a:pt x="5643729" y="387"/></a:lnTo></a:path><a:path w="9547860" h="3920490"><a:moveTo><a:pt x="5855008" y="2234099"/></a:moveTo><a:lnTo><a:pt x="5855008" y="387"/></a:lnTo></a:path><a:path w="9547860" h="3920490"><a:moveTo><a:pt x="5853147" y="2234099"/></a:moveTo><a:lnTo><a:pt x="5853147" y="387"/></a:lnTo></a:path><a:path w="9547860" h="3920490"><a:moveTo><a:pt x="5570549" y="2234099"/></a:moveTo><a:lnTo><a:pt x="5570549" y="387"/></a:lnTo></a:path><a:path w="9547860" h="3920490"><a:moveTo><a:pt x="5523190" y="2234099"/></a:moveTo><a:lnTo><a:pt x="5523190" y="387"/></a:lnTo></a:path><a:path w="9547860" h="3920490"><a:moveTo><a:pt x="5585325" y="2234099"/></a:moveTo><a:lnTo><a:pt x="5585325" y="387"/></a:lnTo></a:path><a:path w="9547860" h="3920490"><a:moveTo><a:pt x="5572263" y="2234099"/></a:moveTo><a:lnTo><a:pt x="5572263" y="387"/></a:lnTo></a:path><a:path w="9547860" h="3920490"><a:moveTo><a:pt x="5660095" y="2234099"/></a:moveTo><a:lnTo><a:pt x="5660095" y="387"/></a:lnTo></a:path><a:path w="9547860" h="3920490"><a:moveTo><a:pt x="5658233" y="2234099"/></a:moveTo><a:lnTo><a:pt x="5658233" y="387"/></a:lnTo></a:path><a:path w="9547860" h="3920490"><a:moveTo><a:pt x="5717801" y="2234099"/></a:moveTo><a:lnTo><a:pt x="5717801" y="387"/></a:lnTo></a:path><a:path w="9547860" h="3920490"><a:moveTo><a:pt x="5716094" y="2234099"/></a:moveTo><a:lnTo><a:pt x="5716094" y="387"/></a:lnTo></a:path><a:path w="9547860" h="3920490"><a:moveTo><a:pt x="5730909" y="2234099"/></a:moveTo><a:lnTo><a:pt x="5730909" y="387"/></a:lnTo></a:path><a:path w="9547860" h="3920490"><a:moveTo><a:pt x="5794742" y="2234099"/></a:moveTo><a:lnTo><a:pt x="5794742" y="387"/></a:lnTo></a:path><a:path w="9547860" h="3920490"><a:moveTo><a:pt x="5781712" y="2234099"/></a:moveTo><a:lnTo><a:pt x="5781712" y="387"/></a:lnTo></a:path><a:path w="9547860" h="3920490"><a:moveTo><a:pt x="5841202" y="2234099"/></a:moveTo><a:lnTo><a:pt x="5841202" y="387"/></a:lnTo></a:path><a:path w="9547860" h="3920490"><a:moveTo><a:pt x="5796449" y="2234099"/></a:moveTo><a:lnTo><a:pt x="5796449" y="387"/></a:lnTo></a:path><a:path w="9547860" h="3920490"><a:moveTo><a:pt x="5521483" y="2234099"/></a:moveTo><a:lnTo><a:pt x="5521483" y="387"/></a:lnTo></a:path><a:path w="9547860" h="3920490"><a:moveTo><a:pt x="5508391" y="2234099"/></a:moveTo><a:lnTo><a:pt x="5508391" y="387"/></a:lnTo></a:path><a:path w="9547860" h="3920490"><a:moveTo><a:pt x="5462590" y="2234099"/></a:moveTo><a:lnTo><a:pt x="5462590" y="387"/></a:lnTo></a:path><a:path w="9547860" h="3920490"><a:moveTo><a:pt x="5587031" y="2234099"/></a:moveTo><a:lnTo><a:pt x="5587031" y="387"/></a:lnTo></a:path><a:path w="9547860" h="3920490"><a:moveTo><a:pt x="5631784" y="2234099"/></a:moveTo><a:lnTo><a:pt x="5631784" y="387"/></a:lnTo></a:path><a:path w="9547860" h="3920490"><a:moveTo><a:pt x="5648305" y="2234099"/></a:moveTo><a:lnTo><a:pt x="5648305" y="387"/></a:lnTo></a:path><a:path w="9547860" h="3920490"><a:moveTo><a:pt x="5655596" y="2234099"/></a:moveTo><a:lnTo><a:pt x="5655596" y="387"/></a:lnTo></a:path><a:path w="9547860" h="3920490"><a:moveTo><a:pt x="5672039" y="2234099"/></a:moveTo><a:lnTo><a:pt x="5672039" y="387"/></a:lnTo></a:path><a:path w="9547860" h="3920490"><a:moveTo><a:pt x="5779928" y="2234099"/></a:moveTo><a:lnTo><a:pt x="5779928" y="387"/></a:lnTo></a:path><a:path w="9547860" h="3920490"><a:moveTo><a:pt x="5732615" y="2234099"/></a:moveTo><a:lnTo><a:pt x="5732615" y="387"/></a:lnTo></a:path><a:path w="9547860" h="3920490"><a:moveTo><a:pt x="5861368" y="2234099"/></a:moveTo><a:lnTo><a:pt x="5861368" y="387"/></a:lnTo></a:path><a:path w="9547860" h="3920490"><a:moveTo><a:pt x="5857723" y="2234099"/></a:moveTo><a:lnTo><a:pt x="5857723" y="387"/></a:lnTo></a:path><a:path w="9547860" h="3920490"><a:moveTo><a:pt x="5865014" y="2234099"/></a:moveTo><a:lnTo><a:pt x="5865014" y="387"/></a:lnTo></a:path><a:path w="9547860" h="3920490"><a:moveTo><a:pt x="5867651" y="2234099"/></a:moveTo><a:lnTo><a:pt x="5867651" y="387"/></a:lnTo></a:path><a:path w="9547860" h="3920490"><a:moveTo><a:pt x="5651951" y="2234099"/></a:moveTo><a:lnTo><a:pt x="5651951" y="387"/></a:lnTo></a:path><a:path w="9547860" h="3920490"><a:moveTo><a:pt x="5869512" y="2234099"/></a:moveTo><a:lnTo><a:pt x="5869512" y="387"/></a:lnTo></a:path><a:path w="9547860" h="3920490"><a:moveTo><a:pt x="5506677" y="2234099"/></a:moveTo><a:lnTo><a:pt x="5506677" y="387"/></a:lnTo></a:path><a:path w="9547860" h="3920490"><a:moveTo><a:pt x="5991130" y="2234099"/></a:moveTo><a:lnTo><a:pt x="5991130" y="387"/></a:lnTo></a:path><a:path w="9547860" h="3920490"><a:moveTo><a:pt x="5989346" y="2234099"/></a:moveTo><a:lnTo><a:pt x="5989346" y="387"/></a:lnTo></a:path><a:path w="9547860" h="3920490"><a:moveTo><a:pt x="6004160" y="2234099"/></a:moveTo><a:lnTo><a:pt x="6004160" y="387"/></a:lnTo></a:path><a:path w="9547860" h="3920490"><a:moveTo><a:pt x="5927218" y="2234099"/></a:moveTo><a:lnTo><a:pt x="5927218" y="387"/></a:lnTo></a:path><a:path w="9547860" h="3920490"><a:moveTo><a:pt x="5925512" y="2234099"/></a:moveTo><a:lnTo><a:pt x="5925512" y="387"/></a:lnTo></a:path><a:path w="9547860" h="3920490"><a:moveTo><a:pt x="5940326" y="2234099"/></a:moveTo><a:lnTo><a:pt x="5940326" y="387"/></a:lnTo></a:path><a:path w="9547860" h="3920490"><a:moveTo><a:pt x="6050620" y="2234099"/></a:moveTo><a:lnTo><a:pt x="6050620" y="387"/></a:lnTo></a:path><a:path w="9547860" h="3920490"><a:moveTo><a:pt x="6005866" y="2234099"/></a:moveTo><a:lnTo><a:pt x="6005866" y="387"/></a:lnTo></a:path><a:path w="9547860" h="3920490"><a:moveTo><a:pt x="6066675" y="2234099"/></a:moveTo><a:lnTo><a:pt x="6066675" y="387"/></a:lnTo></a:path><a:path w="9547860" h="3920490"><a:moveTo><a:pt x="6064814" y="2234099"/></a:moveTo><a:lnTo><a:pt x="6064814" y="387"/></a:lnTo></a:path><a:path w="9547860" h="3920490"><a:moveTo><a:pt x="6069390" y="2234099"/></a:moveTo><a:lnTo><a:pt x="6069390" y="387"/></a:lnTo></a:path><a:path w="9547860" h="3920490"><a:moveTo><a:pt x="5942033" y="2234099"/></a:moveTo><a:lnTo><a:pt x="5942033" y="387"/></a:lnTo></a:path><a:path w="9547860" h="3920490"><a:moveTo><a:pt x="6079240" y="2234099"/></a:moveTo><a:lnTo><a:pt x="6079240" y="387"/></a:lnTo></a:path><a:path w="9547860" h="3920490"><a:moveTo><a:pt x="5881457" y="2234099"/></a:moveTo><a:lnTo><a:pt x="5881457" y="387"/></a:lnTo></a:path><a:path w="9547860" h="3920490"><a:moveTo><a:pt x="6083739" y="2234099"/></a:moveTo><a:lnTo><a:pt x="6083739" y="387"/></a:lnTo></a:path><a:path w="9547860" h="3920490"><a:moveTo><a:pt x="6081877" y="2234099"/></a:moveTo><a:lnTo><a:pt x="6081877" y="387"/></a:lnTo></a:path><a:path w="9547860" h="3920490"><a:moveTo><a:pt x="6095606" y="2234099"/></a:moveTo><a:lnTo><a:pt x="6095606" y="387"/></a:lnTo></a:path><a:path w="9547860" h="3920490"><a:moveTo><a:pt x="5438856" y="2234099"/></a:moveTo><a:lnTo><a:pt x="5438856" y="387"/></a:lnTo></a:path><a:path w="9547860" h="3920490"><a:moveTo><a:pt x="5436180" y="2234099"/></a:moveTo><a:lnTo><a:pt x="5436180" y="387"/></a:lnTo></a:path><a:path w="9547860" h="3920490"><a:moveTo><a:pt x="5442517" y="2234099"/></a:moveTo><a:lnTo><a:pt x="5442517" y="387"/></a:lnTo></a:path><a:path w="9547860" h="3920490"><a:moveTo><a:pt x="5446178" y="2234099"/></a:moveTo><a:lnTo><a:pt x="5446178" y="387"/></a:lnTo></a:path><a:path w="9547860" h="3920490"><a:moveTo><a:pt x="5434311" y="2234099"/></a:moveTo><a:lnTo><a:pt x="5434311" y="387"/></a:lnTo></a:path><a:path w="9547860" h="3920490"><a:moveTo><a:pt x="5422367" y="2234099"/></a:moveTo><a:lnTo><a:pt x="5422367" y="387"/></a:lnTo></a:path><a:path w="9547860" h="3920490"><a:moveTo><a:pt x="5312066" y="2234099"/></a:moveTo><a:lnTo><a:pt x="5312066" y="387"/></a:lnTo></a:path><a:path w="9547860" h="3920490"><a:moveTo><a:pt x="5298973" y="2234099"/></a:moveTo><a:lnTo><a:pt x="5298973" y="387"/></a:lnTo></a:path><a:path w="9547860" h="3920490"><a:moveTo><a:pt x="5313772" y="2234099"/></a:moveTo><a:lnTo><a:pt x="5313772" y="387"/></a:lnTo></a:path><a:path w="9547860" h="3920490"><a:moveTo><a:pt x="5362846" y="2234099"/></a:moveTo><a:lnTo><a:pt x="5362846" y="387"/></a:lnTo></a:path><a:path w="9547860" h="3920490"><a:moveTo><a:pt x="5361131" y="2234099"/></a:moveTo><a:lnTo><a:pt x="5361131" y="387"/></a:lnTo></a:path><a:path w="9547860" h="3920490"><a:moveTo><a:pt x="5377644" y="2234099"/></a:moveTo><a:lnTo><a:pt x="5377644" y="387"/></a:lnTo></a:path><a:path w="9547860" h="3920490"><a:moveTo><a:pt x="5375938" y="2234099"/></a:moveTo><a:lnTo><a:pt x="5375938" y="387"/></a:lnTo></a:path><a:path w="9547860" h="3920490"><a:moveTo><a:pt x="5297259" y="2234099"/></a:moveTo><a:lnTo><a:pt x="5297259" y="387"/></a:lnTo></a:path><a:path w="9547860" h="3920490"><a:moveTo><a:pt x="2927132" y="2234099"/></a:moveTo><a:lnTo><a:pt x="2927132" y="387"/></a:lnTo></a:path><a:path w="9547860" h="3920490"><a:moveTo><a:pt x="2925262" y="2234099"/></a:moveTo><a:lnTo><a:pt x="2925262" y="387"/></a:lnTo></a:path><a:path w="9547860" h="3920490"><a:moveTo><a:pt x="3122022" y="2234099"/></a:moveTo><a:lnTo><a:pt x="3122022" y="387"/></a:lnTo></a:path><a:path w="9547860" h="3920490"><a:moveTo><a:pt x="3120153" y="2234099"/></a:moveTo><a:lnTo><a:pt x="3120153" y="387"/></a:lnTo></a:path><a:path w="9547860" h="3920490"><a:moveTo><a:pt x="3331432" y="2234099"/></a:moveTo><a:lnTo><a:pt x="3331432" y="387"/></a:lnTo></a:path><a:path w="9547860" h="3920490"><a:moveTo><a:pt x="3329563" y="2234099"/></a:moveTo><a:lnTo><a:pt x="3329563" y="387"/></a:lnTo></a:path><a:path w="9547860" h="3920490"><a:moveTo><a:pt x="3046965" y="2234099"/></a:moveTo><a:lnTo><a:pt x="3046965" y="387"/></a:lnTo></a:path><a:path w="9547860" h="3920490"><a:moveTo><a:pt x="2999606" y="2234099"/></a:moveTo><a:lnTo><a:pt x="2999606" y="387"/></a:lnTo></a:path><a:path w="9547860" h="3920490"><a:moveTo><a:pt x="3061772" y="2234099"/></a:moveTo><a:lnTo><a:pt x="3061772" y="387"/></a:lnTo></a:path><a:path w="9547860" h="3920490"><a:moveTo><a:pt x="3048687" y="2234099"/></a:moveTo><a:lnTo><a:pt x="3048687" y="387"/></a:lnTo></a:path><a:path w="9547860" h="3920490"><a:moveTo><a:pt x="3136549" y="2234099"/></a:moveTo><a:lnTo><a:pt x="3136549" y="387"/></a:lnTo></a:path><a:path w="9547860" h="3920490"><a:moveTo><a:pt x="3134680" y="2234099"/></a:moveTo><a:lnTo><a:pt x="3134680" y="387"/></a:lnTo></a:path><a:path w="9547860" h="3920490"><a:moveTo><a:pt x="3194232" y="2234099"/></a:moveTo><a:lnTo><a:pt x="3194232" y="387"/></a:lnTo></a:path><a:path w="9547860" h="3920490"><a:moveTo><a:pt x="3192510" y="2234099"/></a:moveTo><a:lnTo><a:pt x="3192510" y="387"/></a:lnTo></a:path><a:path w="9547860" h="3920490"><a:moveTo><a:pt x="3207317" y="2234099"/></a:moveTo><a:lnTo><a:pt x="3207317" y="387"/></a:lnTo></a:path><a:path w="9547860" h="3920490"><a:moveTo><a:pt x="3271189" y="2234099"/></a:moveTo><a:lnTo><a:pt x="3271189" y="387"/></a:lnTo></a:path><a:path w="9547860" h="3920490"><a:moveTo><a:pt x="3258105" y="2234099"/></a:moveTo><a:lnTo><a:pt x="3258105" y="387"/></a:lnTo></a:path><a:path w="9547860" h="3920490"><a:moveTo><a:pt x="3317626" y="2234099"/></a:moveTo><a:lnTo><a:pt x="3317626" y="387"/></a:lnTo></a:path><a:path w="9547860" h="3920490"><a:moveTo><a:pt x="3272896" y="2234099"/></a:moveTo><a:lnTo><a:pt x="3272896" y="387"/></a:lnTo></a:path><a:path w="9547860" h="3920490"><a:moveTo><a:pt x="2997899" y="2234099"/></a:moveTo><a:lnTo><a:pt x="2997899" y="387"/></a:lnTo></a:path><a:path w="9547860" h="3920490"><a:moveTo><a:pt x="2984814" y="2234099"/></a:moveTo><a:lnTo><a:pt x="2984814" y="387"/></a:lnTo></a:path><a:path w="9547860" h="3920490"><a:moveTo><a:pt x="2939006" y="2234099"/></a:moveTo><a:lnTo><a:pt x="2939006" y="387"/></a:lnTo></a:path><a:path w="9547860" h="3920490"><a:moveTo><a:pt x="3063478" y="2234099"/></a:moveTo><a:lnTo><a:pt x="3063478" y="387"/></a:lnTo></a:path><a:path w="9547860" h="3920490"><a:moveTo><a:pt x="3108208" y="2234099"/></a:moveTo><a:lnTo><a:pt x="3108208" y="387"/></a:lnTo></a:path><a:path w="9547860" h="3920490"><a:moveTo><a:pt x="3124698" y="2234099"/></a:moveTo><a:lnTo><a:pt x="3124698" y="387"/></a:lnTo></a:path><a:path w="9547860" h="3920490"><a:moveTo><a:pt x="3132012" y="2234099"/></a:moveTo><a:lnTo><a:pt x="3132012" y="387"/></a:lnTo></a:path><a:path w="9547860" h="3920490"><a:moveTo><a:pt x="3148424" y="2234099"/></a:moveTo><a:lnTo><a:pt x="3148424" y="387"/></a:lnTo></a:path><a:path w="9547860" h="3920490"><a:moveTo><a:pt x="3256383" y="2234099"/></a:moveTo><a:lnTo><a:pt x="3256383" y="387"/></a:lnTo></a:path><a:path w="9547860" h="3920490"><a:moveTo><a:pt x="3209023" y="2234099"/></a:moveTo><a:lnTo><a:pt x="3209023" y="387"/></a:lnTo></a:path><a:path w="9547860" h="3920490"><a:moveTo><a:pt x="3337776" y="2234099"/></a:moveTo><a:lnTo><a:pt x="3337776" y="387"/></a:lnTo></a:path><a:path w="9547860" h="3920490"><a:moveTo><a:pt x="3334115" y="2234099"/></a:moveTo><a:lnTo><a:pt x="3334115" y="387"/></a:lnTo></a:path><a:path w="9547860" h="3920490"><a:moveTo><a:pt x="3341430" y="2234099"/></a:moveTo><a:lnTo><a:pt x="3341430" y="387"/></a:lnTo></a:path><a:path w="9547860" h="3920490"><a:moveTo><a:pt x="3344098" y="2234099"/></a:moveTo><a:lnTo><a:pt x="3344098" y="387"/></a:lnTo></a:path><a:path w="9547860" h="3920490"><a:moveTo><a:pt x="3128359" y="2234099"/></a:moveTo><a:lnTo><a:pt x="3128359" y="387"/></a:lnTo></a:path><a:path w="9547860" h="3920490"><a:moveTo><a:pt x="3345967" y="2234099"/></a:moveTo><a:lnTo><a:pt x="3345967" y="387"/></a:lnTo></a:path><a:path w="9547860" h="3920490"><a:moveTo><a:pt x="2983093" y="2234099"/></a:moveTo><a:lnTo><a:pt x="2983093" y="387"/></a:lnTo></a:path><a:path w="9547860" h="3920490"><a:moveTo><a:pt x="3467522" y="2234099"/></a:moveTo><a:lnTo><a:pt x="3467522" y="387"/></a:lnTo></a:path><a:path w="9547860" h="3920490"><a:moveTo><a:pt x="3465800" y="2234099"/></a:moveTo><a:lnTo><a:pt x="3465800" y="387"/></a:lnTo></a:path><a:path w="9547860" h="3920490"><a:moveTo><a:pt x="3480607" y="2234099"/></a:moveTo><a:lnTo><a:pt x="3480607" y="387"/></a:lnTo></a:path><a:path w="9547860" h="3920490"><a:moveTo><a:pt x="3403650" y="2234099"/></a:moveTo><a:lnTo><a:pt x="3403650" y="387"/></a:lnTo></a:path><a:path w="9547860" h="3920490"><a:moveTo><a:pt x="3401928" y="2234099"/></a:moveTo><a:lnTo><a:pt x="3401928" y="387"/></a:lnTo></a:path><a:path w="9547860" h="3920490"><a:moveTo><a:pt x="3416735" y="2234099"/></a:moveTo><a:lnTo><a:pt x="3416735" y="387"/></a:lnTo></a:path><a:path w="9547860" h="3920490"><a:moveTo><a:pt x="3527036" y="2234099"/></a:moveTo><a:lnTo><a:pt x="3527036" y="387"/></a:lnTo></a:path><a:path w="9547860" h="3920490"><a:moveTo><a:pt x="3482313" y="2234099"/></a:moveTo><a:lnTo><a:pt x="3482313" y="387"/></a:lnTo></a:path><a:path w="9547860" h="3920490"><a:moveTo><a:pt x="3543122" y="2234099"/></a:moveTo><a:lnTo><a:pt x="3543122" y="387"/></a:lnTo></a:path><a:path w="9547860" h="3920490"><a:moveTo><a:pt x="3541253" y="2234099"/></a:moveTo><a:lnTo><a:pt x="3541253" y="387"/></a:lnTo></a:path><a:path w="9547860" h="3920490"><a:moveTo><a:pt x="3545798" y="2234099"/></a:moveTo><a:lnTo><a:pt x="3545798" y="387"/></a:lnTo></a:path><a:path w="9547860" h="3920490"><a:moveTo><a:pt x="3418441" y="2234099"/></a:moveTo><a:lnTo><a:pt x="3418441" y="387"/></a:lnTo></a:path><a:path w="9547860" h="3920490"><a:moveTo><a:pt x="3555641" y="2234099"/></a:moveTo><a:lnTo><a:pt x="3555641" y="387"/></a:lnTo></a:path><a:path w="9547860" h="3920490"><a:moveTo><a:pt x="3357842" y="2234099"/></a:moveTo><a:lnTo><a:pt x="3357842" y="387"/></a:lnTo></a:path><a:path w="9547860" h="3920490"><a:moveTo><a:pt x="3560178" y="2234099"/></a:moveTo><a:lnTo><a:pt x="3560178" y="387"/></a:lnTo></a:path><a:path w="9547860" h="3920490"><a:moveTo><a:pt x="3558309" y="2234099"/></a:moveTo><a:lnTo><a:pt x="3558309" y="387"/></a:lnTo></a:path><a:path w="9547860" h="3920490"><a:moveTo><a:pt x="3572053" y="2234099"/></a:moveTo><a:lnTo><a:pt x="3572053" y="387"/></a:lnTo></a:path><a:path w="9547860" h="3920490"><a:moveTo><a:pt x="2915280" y="2234099"/></a:moveTo><a:lnTo><a:pt x="2915280" y="387"/></a:lnTo></a:path><a:path w="9547860" h="3920490"><a:moveTo><a:pt x="2912604" y="2234099"/></a:moveTo><a:lnTo><a:pt x="2912604" y="387"/></a:lnTo></a:path><a:path w="9547860" h="3920490"><a:moveTo><a:pt x="2918941" y="2234099"/></a:moveTo><a:lnTo><a:pt x="2918941" y="387"/></a:lnTo></a:path><a:path w="9547860" h="3920490"><a:moveTo><a:pt x="2922602" y="2234099"/></a:moveTo><a:lnTo><a:pt x="2922602" y="387"/></a:lnTo></a:path><a:path w="9547860" h="3920490"><a:moveTo><a:pt x="2910735" y="2234099"/></a:moveTo><a:lnTo><a:pt x="2910735" y="387"/></a:lnTo></a:path><a:path w="9547860" h="3920490"><a:moveTo><a:pt x="2898790" y="2234099"/></a:moveTo><a:lnTo><a:pt x="2898790" y="387"/></a:lnTo></a:path><a:path w="9547860" h="3920490"><a:moveTo><a:pt x="2788481" y="2234099"/></a:moveTo><a:lnTo><a:pt x="2788481" y="387"/></a:lnTo></a:path><a:path w="9547860" h="3920490"><a:moveTo><a:pt x="2775397" y="2234099"/></a:moveTo><a:lnTo><a:pt x="2775397" y="387"/></a:lnTo></a:path><a:path w="9547860" h="3920490"><a:moveTo><a:pt x="2790196" y="2234099"/></a:moveTo><a:lnTo><a:pt x="2790196" y="387"/></a:lnTo></a:path><a:path w="9547860" h="3920490"><a:moveTo><a:pt x="2839269" y="2234099"/></a:moveTo><a:lnTo><a:pt x="2839269" y="387"/></a:lnTo></a:path><a:path w="9547860" h="3920490"><a:moveTo><a:pt x="2837547" y="2234099"/></a:moveTo><a:lnTo><a:pt x="2837547" y="387"/></a:lnTo></a:path><a:path w="9547860" h="3920490"><a:moveTo><a:pt x="2854060" y="2234099"/></a:moveTo><a:lnTo><a:pt x="2854060" y="387"/></a:lnTo></a:path><a:path w="9547860" h="3920490"><a:moveTo><a:pt x="2852354" y="2234099"/></a:moveTo><a:lnTo><a:pt x="2852354" y="387"/></a:lnTo></a:path><a:path w="9547860" h="3920490"><a:moveTo><a:pt x="2773683" y="2234099"/></a:moveTo><a:lnTo><a:pt x="2773683" y="387"/></a:lnTo></a:path><a:path w="9547860" h="3920490"><a:moveTo><a:pt x="4609516" y="2234099"/></a:moveTo><a:lnTo><a:pt x="4609516" y="387"/></a:lnTo></a:path><a:path w="9547860" h="3920490"><a:moveTo><a:pt x="4607647" y="2234099"/></a:moveTo><a:lnTo><a:pt x="4607647" y="387"/></a:lnTo></a:path><a:path w="9547860" h="3920490"><a:moveTo><a:pt x="4804406" y="2234099"/></a:moveTo><a:lnTo><a:pt x="4804406" y="387"/></a:lnTo></a:path><a:path w="9547860" h="3920490"><a:moveTo><a:pt x="4802537" y="2234099"/></a:moveTo><a:lnTo><a:pt x="4802537" y="387"/></a:lnTo></a:path><a:path w="9547860" h="3920490"><a:moveTo><a:pt x="5013824" y="2234099"/></a:moveTo><a:lnTo><a:pt x="5013824" y="387"/></a:lnTo></a:path><a:path w="9547860" h="3920490"><a:moveTo><a:pt x="5011955" y="2234099"/></a:moveTo><a:lnTo><a:pt x="5011955" y="387"/></a:lnTo></a:path><a:path w="9547860" h="3920490"><a:moveTo><a:pt x="4729357" y="2234099"/></a:moveTo><a:lnTo><a:pt x="4729357" y="387"/></a:lnTo></a:path><a:path w="9547860" h="3920490"><a:moveTo><a:pt x="4681998" y="2234099"/></a:moveTo><a:lnTo><a:pt x="4681998" y="387"/></a:lnTo></a:path><a:path w="9547860" h="3920490"><a:moveTo><a:pt x="4744164" y="2234099"/></a:moveTo><a:lnTo><a:pt x="4744164" y="387"/></a:lnTo></a:path><a:path w="9547860" h="3920490"><a:moveTo><a:pt x="4731071" y="2234099"/></a:moveTo><a:lnTo><a:pt x="4731071" y="387"/></a:lnTo></a:path><a:path w="9547860" h="3920490"><a:moveTo><a:pt x="4818933" y="2234099"/></a:moveTo><a:lnTo><a:pt x="4818933" y="387"/></a:lnTo></a:path><a:path w="9547860" h="3920490"><a:moveTo><a:pt x="4817064" y="2234099"/></a:moveTo><a:lnTo><a:pt x="4817064" y="387"/></a:lnTo></a:path><a:path w="9547860" h="3920490"><a:moveTo><a:pt x="4876616" y="2234099"/></a:moveTo><a:lnTo><a:pt x="4876616" y="387"/></a:lnTo></a:path><a:path w="9547860" h="3920490"><a:moveTo><a:pt x="4874902" y="2234099"/></a:moveTo><a:lnTo><a:pt x="4874902" y="387"/></a:lnTo></a:path><a:path w="9547860" h="3920490"><a:moveTo><a:pt x="4889709" y="2234099"/></a:moveTo><a:lnTo><a:pt x="4889709" y="387"/></a:lnTo></a:path><a:path w="9547860" h="3920490"><a:moveTo><a:pt x="4953581" y="2234099"/></a:moveTo><a:lnTo><a:pt x="4953581" y="387"/></a:lnTo></a:path><a:path w="9547860" h="3920490"><a:moveTo><a:pt x="4940489" y="2234099"/></a:moveTo><a:lnTo><a:pt x="4940489" y="387"/></a:lnTo></a:path><a:path w="9547860" h="3920490"><a:moveTo><a:pt x="5000010" y="2234099"/></a:moveTo><a:lnTo><a:pt x="5000010" y="387"/></a:lnTo></a:path><a:path w="9547860" h="3920490"><a:moveTo><a:pt x="4955288" y="2234099"/></a:moveTo><a:lnTo><a:pt x="4955288" y="387"/></a:lnTo></a:path><a:path w="9547860" h="3920490"><a:moveTo><a:pt x="4680291" y="2234099"/></a:moveTo><a:lnTo><a:pt x="4680291" y="387"/></a:lnTo></a:path><a:path w="9547860" h="3920490"><a:moveTo><a:pt x="4667199" y="2234099"/></a:moveTo><a:lnTo><a:pt x="4667199" y="387"/></a:lnTo></a:path><a:path w="9547860" h="3920490"><a:moveTo><a:pt x="4621398" y="2234099"/></a:moveTo><a:lnTo><a:pt x="4621398" y="387"/></a:lnTo></a:path><a:path w="9547860" h="3920490"><a:moveTo><a:pt x="4745870" y="2234099"/></a:moveTo><a:lnTo><a:pt x="4745870" y="387"/></a:lnTo></a:path><a:path w="9547860" h="3920490"><a:moveTo><a:pt x="4790592" y="2234099"/></a:moveTo><a:lnTo><a:pt x="4790592" y="387"/></a:lnTo></a:path><a:path w="9547860" h="3920490"><a:moveTo><a:pt x="4807082" y="2234099"/></a:moveTo><a:lnTo><a:pt x="4807082" y="387"/></a:lnTo></a:path><a:path w="9547860" h="3920490"><a:moveTo><a:pt x="4814404" y="2234099"/></a:moveTo><a:lnTo><a:pt x="4814404" y="387"/></a:lnTo></a:path><a:path w="9547860" h="3920490"><a:moveTo><a:pt x="4830816" y="2234099"/></a:moveTo><a:lnTo><a:pt x="4830816" y="387"/></a:lnTo></a:path><a:path w="9547860" h="3920490"><a:moveTo><a:pt x="4938775" y="2234099"/></a:moveTo><a:lnTo><a:pt x="4938775" y="387"/></a:lnTo></a:path><a:path w="9547860" h="3920490"><a:moveTo><a:pt x="4891415" y="2234099"/></a:moveTo><a:lnTo><a:pt x="4891415" y="387"/></a:lnTo></a:path><a:path w="9547860" h="3920490"><a:moveTo><a:pt x="5020161" y="2234099"/></a:moveTo><a:lnTo><a:pt x="5020161" y="387"/></a:lnTo></a:path><a:path w="9547860" h="3920490"><a:moveTo><a:pt x="5016500" y="2234099"/></a:moveTo><a:lnTo><a:pt x="5016500" y="387"/></a:lnTo></a:path><a:path w="9547860" h="3920490"><a:moveTo><a:pt x="5023822" y="2234099"/></a:moveTo><a:lnTo><a:pt x="5023822" y="387"/></a:lnTo></a:path><a:path w="9547860" h="3920490"><a:moveTo><a:pt x="5026482" y="2234099"/></a:moveTo><a:lnTo><a:pt x="5026482" y="387"/></a:lnTo></a:path><a:path w="9547860" h="3920490"><a:moveTo><a:pt x="4810743" y="2234099"/></a:moveTo><a:lnTo><a:pt x="4810743" y="387"/></a:lnTo></a:path><a:path w="9547860" h="3920490"><a:moveTo><a:pt x="5028351" y="2234099"/></a:moveTo><a:lnTo><a:pt x="5028351" y="387"/></a:lnTo></a:path><a:path w="9547860" h="3920490"><a:moveTo><a:pt x="4665485" y="2234099"/></a:moveTo><a:lnTo><a:pt x="4665485" y="387"/></a:lnTo></a:path><a:path w="9547860" h="3920490"><a:moveTo><a:pt x="5149906" y="2234099"/></a:moveTo><a:lnTo><a:pt x="5149906" y="387"/></a:lnTo></a:path><a:path w="9547860" h="3920490"><a:moveTo><a:pt x="5148192" y="2234099"/></a:moveTo><a:lnTo><a:pt x="5148192" y="387"/></a:lnTo></a:path><a:path w="9547860" h="3920490"><a:moveTo><a:pt x="5162991" y="2234099"/></a:moveTo><a:lnTo><a:pt x="5162991" y="387"/></a:lnTo></a:path><a:path w="9547860" h="3920490"><a:moveTo><a:pt x="5086034" y="2234099"/></a:moveTo><a:lnTo><a:pt x="5086034" y="387"/></a:lnTo></a:path><a:path w="9547860" h="3920490"><a:moveTo><a:pt x="5084320" y="2234099"/></a:moveTo><a:lnTo><a:pt x="5084320" y="387"/></a:lnTo></a:path><a:path w="9547860" h="3920490"><a:moveTo><a:pt x="5099119" y="2234099"/></a:moveTo><a:lnTo><a:pt x="5099119" y="387"/></a:lnTo></a:path><a:path w="9547860" h="3920490"><a:moveTo><a:pt x="5209428" y="2234099"/></a:moveTo><a:lnTo><a:pt x="5209428" y="387"/></a:lnTo></a:path><a:path w="9547860" h="3920490"><a:moveTo><a:pt x="5164705" y="2234099"/></a:moveTo><a:lnTo><a:pt x="5164705" y="387"/></a:lnTo></a:path><a:path w="9547860" h="3920490"><a:moveTo><a:pt x="5225506" y="2234099"/></a:moveTo><a:lnTo><a:pt x="5225506" y="387"/></a:lnTo></a:path><a:path w="9547860" h="3920490"><a:moveTo><a:pt x="5223637" y="2234099"/></a:moveTo><a:lnTo><a:pt x="5223637" y="387"/></a:lnTo></a:path><a:path w="9547860" h="3920490"><a:moveTo><a:pt x="5228182" y="2234099"/></a:moveTo><a:lnTo><a:pt x="5228182" y="387"/></a:lnTo></a:path><a:path w="9547860" h="3920490"><a:moveTo><a:pt x="5100833" y="2234099"/></a:moveTo><a:lnTo><a:pt x="5100833" y="387"/></a:lnTo></a:path><a:path w="9547860" h="3920490"><a:moveTo><a:pt x="5238033" y="2234099"/></a:moveTo><a:lnTo><a:pt x="5238033" y="387"/></a:lnTo></a:path><a:path w="9547860" h="3920490"><a:moveTo><a:pt x="5040234" y="2234099"/></a:moveTo><a:lnTo><a:pt x="5040234" y="387"/></a:lnTo></a:path><a:path w="9547860" h="3920490"><a:moveTo><a:pt x="5242562" y="2234099"/></a:moveTo><a:lnTo><a:pt x="5242562" y="387"/></a:lnTo></a:path><a:path w="9547860" h="3920490"><a:moveTo><a:pt x="5240693" y="2234099"/></a:moveTo><a:lnTo><a:pt x="5240693" y="387"/></a:lnTo></a:path><a:path w="9547860" h="3920490"><a:moveTo><a:pt x="5254445" y="2234099"/></a:moveTo><a:lnTo><a:pt x="5254445" y="387"/></a:lnTo></a:path><a:path w="9547860" h="3920490"><a:moveTo><a:pt x="4597664" y="2234099"/></a:moveTo><a:lnTo><a:pt x="4597664" y="387"/></a:lnTo></a:path><a:path w="9547860" h="3920490"><a:moveTo><a:pt x="4594988" y="2234099"/></a:moveTo><a:lnTo><a:pt x="4594988" y="387"/></a:lnTo></a:path><a:path w="9547860" h="3920490"><a:moveTo><a:pt x="4601325" y="2234099"/></a:moveTo><a:lnTo><a:pt x="4601325" y="387"/></a:lnTo></a:path><a:path w="9547860" h="3920490"><a:moveTo><a:pt x="4604986" y="2234099"/></a:moveTo><a:lnTo><a:pt x="4604986" y="387"/></a:lnTo></a:path><a:path w="9547860" h="3920490"><a:moveTo><a:pt x="4593119" y="2234099"/></a:moveTo><a:lnTo><a:pt x="4593119" y="387"/></a:lnTo></a:path><a:path w="9547860" h="3920490"><a:moveTo><a:pt x="4581175" y="2234099"/></a:moveTo><a:lnTo><a:pt x="4581175" y="387"/></a:lnTo></a:path><a:path w="9547860" h="3920490"><a:moveTo><a:pt x="4470873" y="2234099"/></a:moveTo><a:lnTo><a:pt x="4470873" y="387"/></a:lnTo></a:path><a:path w="9547860" h="3920490"><a:moveTo><a:pt x="4457781" y="2234099"/></a:moveTo><a:lnTo><a:pt x="4457781" y="387"/></a:lnTo></a:path><a:path w="9547860" h="3920490"><a:moveTo><a:pt x="4472580" y="2234099"/></a:moveTo><a:lnTo><a:pt x="4472580" y="387"/></a:lnTo></a:path><a:path w="9547860" h="3920490"><a:moveTo><a:pt x="4521653" y="2234099"/></a:moveTo><a:lnTo><a:pt x="4521653" y="387"/></a:lnTo></a:path><a:path w="9547860" h="3920490"><a:moveTo><a:pt x="4519939" y="2234099"/></a:moveTo><a:lnTo><a:pt x="4519939" y="387"/></a:lnTo></a:path><a:path w="9547860" h="3920490"><a:moveTo><a:pt x="4536452" y="2234099"/></a:moveTo><a:lnTo><a:pt x="4536452" y="387"/></a:lnTo></a:path><a:path w="9547860" h="3920490"><a:moveTo><a:pt x="4534746" y="2234099"/></a:moveTo><a:lnTo><a:pt x="4534746" y="387"/></a:lnTo></a:path><a:path w="9547860" h="3920490"><a:moveTo><a:pt x="4456067" y="2234099"/></a:moveTo><a:lnTo><a:pt x="4456067" y="387"/></a:lnTo></a:path><a:path w="9547860" h="3920490"><a:moveTo><a:pt x="3768324" y="2234099"/></a:moveTo><a:lnTo><a:pt x="3768324" y="387"/></a:lnTo></a:path><a:path w="9547860" h="3920490"><a:moveTo><a:pt x="3766454" y="2234099"/></a:moveTo><a:lnTo><a:pt x="3766454" y="387"/></a:lnTo></a:path><a:path w="9547860" h="3920490"><a:moveTo><a:pt x="3963214" y="2234099"/></a:moveTo><a:lnTo><a:pt x="3963214" y="387"/></a:lnTo></a:path><a:path w="9547860" h="3920490"><a:moveTo><a:pt x="3961345" y="2234099"/></a:moveTo><a:lnTo><a:pt x="3961345" y="387"/></a:lnTo></a:path><a:path w="9547860" h="3920490"><a:moveTo><a:pt x="4172632" y="2234099"/></a:moveTo><a:lnTo><a:pt x="4172632" y="387"/></a:lnTo></a:path><a:path w="9547860" h="3920490"><a:moveTo><a:pt x="4170762" y="2234099"/></a:moveTo><a:lnTo><a:pt x="4170762" y="387"/></a:lnTo></a:path><a:path w="9547860" h="3920490"><a:moveTo><a:pt x="3888157" y="2234099"/></a:moveTo><a:lnTo><a:pt x="3888157" y="387"/></a:lnTo></a:path><a:path w="9547860" h="3920490"><a:moveTo><a:pt x="3840805" y="2234099"/></a:moveTo><a:lnTo><a:pt x="3840805" y="387"/></a:lnTo></a:path><a:path w="9547860" h="3920490"><a:moveTo><a:pt x="3902964" y="2234099"/></a:moveTo><a:lnTo><a:pt x="3902964" y="387"/></a:lnTo></a:path><a:path w="9547860" h="3920490"><a:moveTo><a:pt x="3889879" y="2234099"/></a:moveTo><a:lnTo><a:pt x="3889879" y="387"/></a:lnTo></a:path><a:path w="9547860" h="3920490"><a:moveTo><a:pt x="3977741" y="2234099"/></a:moveTo><a:lnTo><a:pt x="3977741" y="387"/></a:lnTo></a:path><a:path w="9547860" h="3920490"><a:moveTo><a:pt x="3975872" y="2234099"/></a:moveTo><a:lnTo><a:pt x="3975872" y="387"/></a:lnTo></a:path><a:path w="9547860" h="3920490"><a:moveTo><a:pt x="4035424" y="2234099"/></a:moveTo><a:lnTo><a:pt x="4035424" y="387"/></a:lnTo></a:path><a:path w="9547860" h="3920490"><a:moveTo><a:pt x="4033710" y="2234099"/></a:moveTo><a:lnTo><a:pt x="4033710" y="387"/></a:lnTo></a:path><a:path w="9547860" h="3920490"><a:moveTo><a:pt x="4048509" y="2234099"/></a:moveTo><a:lnTo><a:pt x="4048509" y="387"/></a:lnTo></a:path><a:path w="9547860" h="3920490"><a:moveTo><a:pt x="4112381" y="2234099"/></a:moveTo><a:lnTo><a:pt x="4112381" y="387"/></a:lnTo></a:path><a:path w="9547860" h="3920490"><a:moveTo><a:pt x="4099297" y="2234099"/></a:moveTo><a:lnTo><a:pt x="4099297" y="387"/></a:lnTo></a:path><a:path w="9547860" h="3920490"><a:moveTo><a:pt x="4158818" y="2234099"/></a:moveTo><a:lnTo><a:pt x="4158818" y="387"/></a:lnTo></a:path><a:path w="9547860" h="3920490"><a:moveTo><a:pt x="4114088" y="2234099"/></a:moveTo><a:lnTo><a:pt x="4114088" y="387"/></a:lnTo></a:path><a:path w="9547860" h="3920490"><a:moveTo><a:pt x="3839091" y="2234099"/></a:moveTo><a:lnTo><a:pt x="3839091" y="387"/></a:lnTo></a:path><a:path w="9547860" h="3920490"><a:moveTo><a:pt x="3826007" y="2234099"/></a:moveTo><a:lnTo><a:pt x="3826007" y="387"/></a:lnTo></a:path><a:path w="9547860" h="3920490"><a:moveTo><a:pt x="3780206" y="2234099"/></a:moveTo><a:lnTo><a:pt x="3780206" y="387"/></a:lnTo></a:path><a:path w="9547860" h="3920490"><a:moveTo><a:pt x="3904670" y="2234099"/></a:moveTo><a:lnTo><a:pt x="3904670" y="387"/></a:lnTo></a:path><a:path w="9547860" h="3920490"><a:moveTo><a:pt x="3949400" y="2234099"/></a:moveTo><a:lnTo><a:pt x="3949400" y="387"/></a:lnTo></a:path><a:path w="9547860" h="3920490"><a:moveTo><a:pt x="3965890" y="2234099"/></a:moveTo><a:lnTo><a:pt x="3965890" y="387"/></a:lnTo></a:path><a:path w="9547860" h="3920490"><a:moveTo><a:pt x="3973212" y="2234099"/></a:moveTo><a:lnTo><a:pt x="3973212" y="387"/></a:lnTo></a:path><a:path w="9547860" h="3920490"><a:moveTo><a:pt x="3989624" y="2234099"/></a:moveTo><a:lnTo><a:pt x="3989624" y="387"/></a:lnTo></a:path><a:path w="9547860" h="3920490"><a:moveTo><a:pt x="4097575" y="2234099"/></a:moveTo><a:lnTo><a:pt x="4097575" y="387"/></a:lnTo></a:path><a:path w="9547860" h="3920490"><a:moveTo><a:pt x="4050223" y="2234099"/></a:moveTo><a:lnTo><a:pt x="4050223" y="387"/></a:lnTo></a:path><a:path w="9547860" h="3920490"><a:moveTo><a:pt x="4178968" y="2234099"/></a:moveTo><a:lnTo><a:pt x="4178968" y="387"/></a:lnTo></a:path><a:path w="9547860" h="3920490"><a:moveTo><a:pt x="4175308" y="2234099"/></a:moveTo><a:lnTo><a:pt x="4175308" y="387"/></a:lnTo></a:path><a:path w="9547860" h="3920490"><a:moveTo><a:pt x="4182622" y="2234099"/></a:moveTo><a:lnTo><a:pt x="4182622" y="387"/></a:lnTo></a:path><a:path w="9547860" h="3920490"><a:moveTo><a:pt x="4185290" y="2234099"/></a:moveTo><a:lnTo><a:pt x="4185290" y="387"/></a:lnTo></a:path><a:path w="9547860" h="3920490"><a:moveTo><a:pt x="3969551" y="2234099"/></a:moveTo><a:lnTo><a:pt x="3969551" y="387"/></a:lnTo></a:path><a:path w="9547860" h="3920490"><a:moveTo><a:pt x="4187159" y="2234099"/></a:moveTo><a:lnTo><a:pt x="4187159" y="387"/></a:lnTo></a:path><a:path w="9547860" h="3920490"><a:moveTo><a:pt x="3824292" y="2234099"/></a:moveTo><a:lnTo><a:pt x="3824292" y="387"/></a:lnTo></a:path><a:path w="9547860" h="3920490"><a:moveTo><a:pt x="4308714" y="2234099"/></a:moveTo><a:lnTo><a:pt x="4308714" y="387"/></a:lnTo></a:path><a:path w="9547860" h="3920490"><a:moveTo><a:pt x="4306993" y="2234099"/></a:moveTo><a:lnTo><a:pt x="4306993" y="387"/></a:lnTo></a:path><a:path w="9547860" h="3920490"><a:moveTo><a:pt x="4321799" y="2234099"/></a:moveTo><a:lnTo><a:pt x="4321799" y="387"/></a:lnTo></a:path><a:path w="9547860" h="3920490"><a:moveTo><a:pt x="4244842" y="2234099"/></a:moveTo><a:lnTo><a:pt x="4244842" y="387"/></a:lnTo></a:path><a:path w="9547860" h="3920490"><a:moveTo><a:pt x="4243120" y="2234099"/></a:moveTo><a:lnTo><a:pt x="4243120" y="387"/></a:lnTo></a:path><a:path w="9547860" h="3920490"><a:moveTo><a:pt x="4257927" y="2234099"/></a:moveTo><a:lnTo><a:pt x="4257927" y="387"/></a:lnTo></a:path><a:path w="9547860" h="3920490"><a:moveTo><a:pt x="4368236" y="2234099"/></a:moveTo><a:lnTo><a:pt x="4368236" y="387"/></a:lnTo></a:path><a:path w="9547860" h="3920490"><a:moveTo><a:pt x="4323505" y="2234099"/></a:moveTo><a:lnTo><a:pt x="4323505" y="387"/></a:lnTo></a:path><a:path w="9547860" h="3920490"><a:moveTo><a:pt x="4384314" y="2234099"/></a:moveTo><a:lnTo><a:pt x="4384314" y="387"/></a:lnTo></a:path><a:path w="9547860" h="3920490"><a:moveTo><a:pt x="4382445" y="2234099"/></a:moveTo><a:lnTo><a:pt x="4382445" y="387"/></a:lnTo></a:path><a:path w="9547860" h="3920490"><a:moveTo><a:pt x="4386990" y="2234099"/></a:moveTo><a:lnTo><a:pt x="4386990" y="387"/></a:lnTo></a:path><a:path w="9547860" h="3920490"><a:moveTo><a:pt x="4259633" y="2234099"/></a:moveTo><a:lnTo><a:pt x="4259633" y="387"/></a:lnTo></a:path><a:path w="9547860" h="3920490"><a:moveTo><a:pt x="4396840" y="2234099"/></a:moveTo><a:lnTo><a:pt x="4396840" y="387"/></a:lnTo></a:path><a:path w="9547860" h="3920490"><a:moveTo><a:pt x="4199034" y="2234099"/></a:moveTo><a:lnTo><a:pt x="4199034" y="387"/></a:lnTo></a:path><a:path w="9547860" h="3920490"><a:moveTo><a:pt x="4401370" y="2234099"/></a:moveTo><a:lnTo><a:pt x="4401370" y="387"/></a:lnTo></a:path><a:path w="9547860" h="3920490"><a:moveTo><a:pt x="4399501" y="2234099"/></a:moveTo><a:lnTo><a:pt x="4399501" y="387"/></a:lnTo></a:path><a:path w="9547860" h="3920490"><a:moveTo><a:pt x="4413253" y="2234099"/></a:moveTo><a:lnTo><a:pt x="4413253" y="387"/></a:lnTo></a:path><a:path w="9547860" h="3920490"><a:moveTo><a:pt x="3756472" y="2234099"/></a:moveTo><a:lnTo><a:pt x="3756472" y="387"/></a:lnTo></a:path><a:path w="9547860" h="3920490"><a:moveTo><a:pt x="3753796" y="2234099"/></a:moveTo><a:lnTo><a:pt x="3753796" y="387"/></a:lnTo></a:path><a:path w="9547860" h="3920490"><a:moveTo><a:pt x="3760133" y="2234099"/></a:moveTo><a:lnTo><a:pt x="3760133" y="387"/></a:lnTo></a:path><a:path w="9547860" h="3920490"><a:moveTo><a:pt x="3763794" y="2234099"/></a:moveTo><a:lnTo><a:pt x="3763794" y="387"/></a:lnTo></a:path><a:path w="9547860" h="3920490"><a:moveTo><a:pt x="3751927" y="2234099"/></a:moveTo><a:lnTo><a:pt x="3751927" y="387"/></a:lnTo></a:path><a:path w="9547860" h="3920490"><a:moveTo><a:pt x="3739982" y="2234099"/></a:moveTo><a:lnTo><a:pt x="3739982" y="387"/></a:lnTo></a:path><a:path w="9547860" h="3920490"><a:moveTo><a:pt x="3629681" y="2234099"/></a:moveTo><a:lnTo><a:pt x="3629681" y="387"/></a:lnTo></a:path><a:path w="9547860" h="3920490"><a:moveTo><a:pt x="3616589" y="2234099"/></a:moveTo><a:lnTo><a:pt x="3616589" y="387"/></a:lnTo></a:path><a:path w="9547860" h="3920490"><a:moveTo><a:pt x="3631388" y="2234099"/></a:moveTo><a:lnTo><a:pt x="3631388" y="387"/></a:lnTo></a:path><a:path w="9547860" h="3920490"><a:moveTo><a:pt x="3680461" y="2234099"/></a:moveTo><a:lnTo><a:pt x="3680461" y="387"/></a:lnTo></a:path><a:path w="9547860" h="3920490"><a:moveTo><a:pt x="3678747" y="2234099"/></a:moveTo><a:lnTo><a:pt x="3678747" y="387"/></a:lnTo></a:path><a:path w="9547860" h="3920490"><a:moveTo><a:pt x="3695260" y="2234099"/></a:moveTo><a:lnTo><a:pt x="3695260" y="387"/></a:lnTo></a:path><a:path w="9547860" h="3920490"><a:moveTo><a:pt x="3693546" y="2234099"/></a:moveTo><a:lnTo><a:pt x="3693546" y="387"/></a:lnTo></a:path><a:path w="9547860" h="3920490"><a:moveTo><a:pt x="3614875" y="2234099"/></a:moveTo><a:lnTo><a:pt x="3614875" y="387"/></a:lnTo></a:path><a:path w="9547860" h="3920490"><a:moveTo><a:pt x="7133077" y="2234099"/></a:moveTo><a:lnTo><a:pt x="7133077" y="387"/></a:lnTo></a:path><a:path w="9547860" h="3920490"><a:moveTo><a:pt x="7131215" y="2234099"/></a:moveTo><a:lnTo><a:pt x="7131215" y="387"/></a:lnTo></a:path><a:path w="9547860" h="3920490"><a:moveTo><a:pt x="7327990" y="2234099"/></a:moveTo><a:lnTo><a:pt x="7327990" y="387"/></a:lnTo></a:path><a:path w="9547860" h="3920490"><a:moveTo><a:pt x="7326129" y="2234099"/></a:moveTo><a:lnTo><a:pt x="7326129" y="387"/></a:lnTo></a:path><a:path w="9547860" h="3920490"><a:moveTo><a:pt x="7537408" y="2234099"/></a:moveTo><a:lnTo><a:pt x="7537408" y="387"/></a:lnTo></a:path><a:path w="9547860" h="3920490"><a:moveTo><a:pt x="7535546" y="2234099"/></a:moveTo><a:lnTo><a:pt x="7535546" y="387"/></a:lnTo></a:path><a:path w="9547860" h="3920490"><a:moveTo><a:pt x="7252910" y="2234099"/></a:moveTo><a:lnTo><a:pt x="7252910" y="387"/></a:lnTo></a:path><a:path w="9547860" h="3920490"><a:moveTo><a:pt x="7205597" y="2234099"/></a:moveTo><a:lnTo><a:pt x="7205597" y="387"/></a:lnTo></a:path><a:path w="9547860" h="3920490"><a:moveTo><a:pt x="7267724" y="2234099"/></a:moveTo><a:lnTo><a:pt x="7267724" y="387"/></a:lnTo></a:path><a:path w="9547860" h="3920490"><a:moveTo><a:pt x="7254616" y="2234099"/></a:moveTo><a:lnTo><a:pt x="7254616" y="387"/></a:lnTo></a:path><a:path w="9547860" h="3920490"><a:moveTo><a:pt x="7342494" y="2234099"/></a:moveTo><a:lnTo><a:pt x="7342494" y="387"/></a:lnTo></a:path><a:path w="9547860" h="3920490"><a:moveTo><a:pt x="7340633" y="2234099"/></a:moveTo><a:lnTo><a:pt x="7340633" y="387"/></a:lnTo></a:path><a:path w="9547860" h="3920490"><a:moveTo><a:pt x="7400201" y="2234099"/></a:moveTo><a:lnTo><a:pt x="7400201" y="387"/></a:lnTo></a:path><a:path w="9547860" h="3920490"><a:moveTo><a:pt x="7398494" y="2234099"/></a:moveTo><a:lnTo><a:pt x="7398494" y="387"/></a:lnTo></a:path><a:path w="9547860" h="3920490"><a:moveTo><a:pt x="7413309" y="2234099"/></a:moveTo><a:lnTo><a:pt x="7413309" y="387"/></a:lnTo></a:path><a:path w="9547860" h="3920490"><a:moveTo><a:pt x="7477142" y="2234099"/></a:moveTo><a:lnTo><a:pt x="7477142" y="387"/></a:lnTo></a:path><a:path w="9547860" h="3920490"><a:moveTo><a:pt x="7464034" y="2234099"/></a:moveTo><a:lnTo><a:pt x="7464034" y="387"/></a:lnTo></a:path><a:path w="9547860" h="3920490"><a:moveTo><a:pt x="7523602" y="2234099"/></a:moveTo><a:lnTo><a:pt x="7523602" y="387"/></a:lnTo></a:path><a:path w="9547860" h="3920490"><a:moveTo><a:pt x="7478848" y="2234099"/></a:moveTo><a:lnTo><a:pt x="7478848" y="387"/></a:lnTo></a:path><a:path w="9547860" h="3920490"><a:moveTo><a:pt x="7203891" y="2234099"/></a:moveTo><a:lnTo><a:pt x="7203891" y="387"/></a:lnTo></a:path><a:path w="9547860" h="3920490"><a:moveTo><a:pt x="7190783" y="2234099"/></a:moveTo><a:lnTo><a:pt x="7190783" y="387"/></a:lnTo></a:path><a:path w="9547860" h="3920490"><a:moveTo><a:pt x="7144944" y="2234099"/></a:moveTo><a:lnTo><a:pt x="7144944" y="387"/></a:lnTo></a:path><a:path w="9547860" h="3920490"><a:moveTo><a:pt x="7269431" y="2234099"/></a:moveTo><a:lnTo><a:pt x="7269431" y="387"/></a:lnTo></a:path><a:path w="9547860" h="3920490"><a:moveTo><a:pt x="7314184" y="2234099"/></a:moveTo><a:lnTo><a:pt x="7314184" y="387"/></a:lnTo></a:path><a:path w="9547860" h="3920490"><a:moveTo><a:pt x="7330627" y="2234099"/></a:moveTo><a:lnTo><a:pt x="7330627" y="387"/></a:lnTo></a:path><a:path w="9547860" h="3920490"><a:moveTo><a:pt x="7337996" y="2234099"/></a:moveTo><a:lnTo><a:pt x="7337996" y="387"/></a:lnTo></a:path><a:path w="9547860" h="3920490"><a:moveTo><a:pt x="7354361" y="2234099"/></a:moveTo><a:lnTo><a:pt x="7354361" y="387"/></a:lnTo></a:path><a:path w="9547860" h="3920490"><a:moveTo><a:pt x="7462328" y="2234099"/></a:moveTo><a:lnTo><a:pt x="7462328" y="387"/></a:lnTo></a:path><a:path w="9547860" h="3920490"><a:moveTo><a:pt x="7415015" y="2234099"/></a:moveTo><a:lnTo><a:pt x="7415015" y="387"/></a:lnTo></a:path><a:path w="9547860" h="3920490"><a:moveTo><a:pt x="7543768" y="2234099"/></a:moveTo><a:lnTo><a:pt x="7543768" y="387"/></a:lnTo></a:path><a:path w="9547860" h="3920490"><a:moveTo><a:pt x="7540045" y="2234099"/></a:moveTo><a:lnTo><a:pt x="7540045" y="387"/></a:lnTo></a:path><a:path w="9547860" h="3920490"><a:moveTo><a:pt x="7547413" y="2234099"/></a:moveTo><a:lnTo><a:pt x="7547413" y="387"/></a:lnTo></a:path><a:path w="9547860" h="3920490"><a:moveTo><a:pt x="7550051" y="2234099"/></a:moveTo><a:lnTo><a:pt x="7550051" y="387"/></a:lnTo></a:path><a:path w="9547860" h="3920490"><a:moveTo><a:pt x="7334350" y="2234099"/></a:moveTo><a:lnTo><a:pt x="7334350" y="387"/></a:lnTo></a:path><a:path w="9547860" h="3920490"><a:moveTo><a:pt x="7551912" y="2234099"/></a:moveTo><a:lnTo><a:pt x="7551912" y="387"/></a:lnTo></a:path><a:path w="9547860" h="3920490"><a:moveTo><a:pt x="7189076" y="2234099"/></a:moveTo><a:lnTo><a:pt x="7189076" y="387"/></a:lnTo></a:path><a:path w="9547860" h="3920490"><a:moveTo><a:pt x="7673452" y="2234099"/></a:moveTo><a:lnTo><a:pt x="7673452" y="387"/></a:lnTo></a:path><a:path w="9547860" h="3920490"><a:moveTo><a:pt x="7671745" y="2234099"/></a:moveTo><a:lnTo><a:pt x="7671745" y="387"/></a:lnTo></a:path><a:path w="9547860" h="3920490"><a:moveTo><a:pt x="7686560" y="2234099"/></a:moveTo><a:lnTo><a:pt x="7686560" y="387"/></a:lnTo></a:path><a:path w="9547860" h="3920490"><a:moveTo><a:pt x="7609618" y="2234099"/></a:moveTo><a:lnTo><a:pt x="7609618" y="387"/></a:lnTo></a:path><a:path w="9547860" h="3920490"><a:moveTo><a:pt x="7607912" y="2234099"/></a:moveTo><a:lnTo><a:pt x="7607912" y="387"/></a:lnTo></a:path><a:path w="9547860" h="3920490"><a:moveTo><a:pt x="7622726" y="2234099"/></a:moveTo><a:lnTo><a:pt x="7622726" y="387"/></a:lnTo></a:path><a:path w="9547860" h="3920490"><a:moveTo><a:pt x="7733020" y="2234099"/></a:moveTo><a:lnTo><a:pt x="7733020" y="387"/></a:lnTo></a:path><a:path w="9547860" h="3920490"><a:moveTo><a:pt x="7688266" y="2234099"/></a:moveTo><a:lnTo><a:pt x="7688266" y="387"/></a:lnTo></a:path><a:path w="9547860" h="3920490"><a:moveTo><a:pt x="7749075" y="2234099"/></a:moveTo><a:lnTo><a:pt x="7749075" y="387"/></a:lnTo></a:path><a:path w="9547860" h="3920490"><a:moveTo><a:pt x="7747213" y="2234099"/></a:moveTo><a:lnTo><a:pt x="7747213" y="387"/></a:lnTo></a:path><a:path w="9547860" h="3920490"><a:moveTo><a:pt x="7751790" y="2234099"/></a:moveTo><a:lnTo><a:pt x="7751790" y="387"/></a:lnTo></a:path><a:path w="9547860" h="3920490"><a:moveTo><a:pt x="7624433" y="2234099"/></a:moveTo><a:lnTo><a:pt x="7624433" y="387"/></a:lnTo></a:path><a:path w="9547860" h="3920490"><a:moveTo><a:pt x="7761640" y="2234099"/></a:moveTo><a:lnTo><a:pt x="7761640" y="387"/></a:lnTo></a:path><a:path w="9547860" h="3920490"><a:moveTo><a:pt x="7563779" y="2234099"/></a:moveTo><a:lnTo><a:pt x="7563779" y="387"/></a:lnTo></a:path><a:path w="9547860" h="3920490"><a:moveTo><a:pt x="7766139" y="2234099"/></a:moveTo><a:lnTo><a:pt x="7766139" y="387"/></a:lnTo></a:path><a:path w="9547860" h="3920490"><a:moveTo><a:pt x="7764277" y="2234099"/></a:moveTo><a:lnTo><a:pt x="7764277" y="387"/></a:lnTo></a:path><a:path w="9547860" h="3920490"><a:moveTo><a:pt x="7778006" y="2234099"/></a:moveTo><a:lnTo><a:pt x="7778006" y="387"/></a:lnTo></a:path><a:path w="9547860" h="3920490"><a:moveTo><a:pt x="7121210" y="2234099"/></a:moveTo><a:lnTo><a:pt x="7121210" y="387"/></a:lnTo></a:path><a:path w="9547860" h="3920490"><a:moveTo><a:pt x="7118572" y="2234099"/></a:moveTo><a:lnTo><a:pt x="7118572" y="387"/></a:lnTo></a:path><a:path w="9547860" h="3920490"><a:moveTo><a:pt x="7124933" y="2234099"/></a:moveTo><a:lnTo><a:pt x="7124933" y="387"/></a:lnTo></a:path><a:path w="9547860" h="3920490"><a:moveTo><a:pt x="7128578" y="2234099"/></a:moveTo><a:lnTo><a:pt x="7128578" y="387"/></a:lnTo></a:path><a:path w="9547860" h="3920490"><a:moveTo><a:pt x="7116711" y="2234099"/></a:moveTo><a:lnTo><a:pt x="7116711" y="387"/></a:lnTo></a:path><a:path w="9547860" h="3920490"><a:moveTo><a:pt x="7104766" y="2234099"/></a:moveTo><a:lnTo><a:pt x="7104766" y="387"/></a:lnTo></a:path><a:path w="9547860" h="3920490"><a:moveTo><a:pt x="6994473" y="2234099"/></a:moveTo><a:lnTo><a:pt x="6994473" y="387"/></a:lnTo></a:path><a:path w="9547860" h="3920490"><a:moveTo><a:pt x="6981365" y="2234099"/></a:moveTo><a:lnTo><a:pt x="6981365" y="387"/></a:lnTo></a:path><a:path w="9547860" h="3920490"><a:moveTo><a:pt x="6996179" y="2234099"/></a:moveTo><a:lnTo><a:pt x="6996179" y="387"/></a:lnTo></a:path><a:path w="9547860" h="3920490"><a:moveTo><a:pt x="7045199" y="2234099"/></a:moveTo><a:lnTo><a:pt x="7045199" y="387"/></a:lnTo></a:path><a:path w="9547860" h="3920490"><a:moveTo><a:pt x="7043492" y="2234099"/></a:moveTo><a:lnTo><a:pt x="7043492" y="387"/></a:lnTo></a:path><a:path w="9547860" h="3920490"><a:moveTo><a:pt x="7060013" y="2234099"/></a:moveTo><a:lnTo><a:pt x="7060013" y="387"/></a:lnTo></a:path><a:path w="9547860" h="3920490"><a:moveTo><a:pt x="7058307" y="2234099"/></a:moveTo><a:lnTo><a:pt x="7058307" y="387"/></a:lnTo></a:path><a:path w="9547860" h="3920490"><a:moveTo><a:pt x="6979659" y="2234099"/></a:moveTo><a:lnTo><a:pt x="6979659" y="387"/></a:lnTo></a:path><a:path w="9547860" h="3920490"><a:moveTo><a:pt x="6291916" y="2234099"/></a:moveTo><a:lnTo><a:pt x="6291916" y="387"/></a:lnTo></a:path><a:path w="9547860" h="3920490"><a:moveTo><a:pt x="6290054" y="2234099"/></a:moveTo><a:lnTo><a:pt x="6290054" y="387"/></a:lnTo></a:path><a:path w="9547860" h="3920490"><a:moveTo><a:pt x="6486829" y="2234099"/></a:moveTo><a:lnTo><a:pt x="6486829" y="387"/></a:lnTo></a:path><a:path w="9547860" h="3920490"><a:moveTo><a:pt x="6484890" y="2234099"/></a:moveTo><a:lnTo><a:pt x="6484890" y="387"/></a:lnTo></a:path><a:path w="9547860" h="3920490"><a:moveTo><a:pt x="6696247" y="2234099"/></a:moveTo><a:lnTo><a:pt x="6696247" y="387"/></a:lnTo></a:path><a:path w="9547860" h="3920490"><a:moveTo><a:pt x="6694308" y="2234099"/></a:moveTo><a:lnTo><a:pt x="6694308" y="387"/></a:lnTo></a:path><a:path w="9547860" h="3920490"><a:moveTo><a:pt x="6411749" y="2234099"/></a:moveTo><a:lnTo><a:pt x="6411749" y="387"/></a:lnTo></a:path><a:path w="9547860" h="3920490"><a:moveTo><a:pt x="6364359" y="2234099"/></a:moveTo><a:lnTo><a:pt x="6364359" y="387"/></a:lnTo></a:path><a:path w="9547860" h="3920490"><a:moveTo><a:pt x="6426563" y="2234099"/></a:moveTo><a:lnTo><a:pt x="6426563" y="387"/></a:lnTo></a:path><a:path w="9547860" h="3920490"><a:moveTo><a:pt x="6413455" y="2234099"/></a:moveTo><a:lnTo><a:pt x="6413455" y="387"/></a:lnTo></a:path><a:path w="9547860" h="3920490"><a:moveTo><a:pt x="6501333" y="2234099"/></a:moveTo><a:lnTo><a:pt x="6501333" y="387"/></a:lnTo></a:path><a:path w="9547860" h="3920490"><a:moveTo><a:pt x="6499472" y="2234099"/></a:moveTo><a:lnTo><a:pt x="6499472" y="387"/></a:lnTo></a:path><a:path w="9547860" h="3920490"><a:moveTo><a:pt x="6559039" y="2234099"/></a:moveTo><a:lnTo><a:pt x="6559039" y="387"/></a:lnTo></a:path><a:path w="9547860" h="3920490"><a:moveTo><a:pt x="6557255" y="2234099"/></a:moveTo><a:lnTo><a:pt x="6557255" y="387"/></a:lnTo></a:path><a:path w="9547860" h="3920490"><a:moveTo><a:pt x="6572070" y="2234099"/></a:moveTo><a:lnTo><a:pt x="6572070" y="387"/></a:lnTo></a:path><a:path w="9547860" h="3920490"><a:moveTo><a:pt x="6635981" y="2234099"/></a:moveTo><a:lnTo><a:pt x="6635981" y="387"/></a:lnTo></a:path><a:path w="9547860" h="3920490"><a:moveTo><a:pt x="6622873" y="2234099"/></a:moveTo><a:lnTo><a:pt x="6622873" y="387"/></a:lnTo></a:path><a:path w="9547860" h="3920490"><a:moveTo><a:pt x="6682363" y="2234099"/></a:moveTo><a:lnTo><a:pt x="6682363" y="387"/></a:lnTo></a:path><a:path w="9547860" h="3920490"><a:moveTo><a:pt x="6637687" y="2234099"/></a:moveTo><a:lnTo><a:pt x="6637687" y="387"/></a:lnTo></a:path><a:path w="9547860" h="3920490"><a:moveTo><a:pt x="6362652" y="2234099"/></a:moveTo><a:lnTo><a:pt x="6362652" y="387"/></a:lnTo></a:path><a:path w="9547860" h="3920490"><a:moveTo><a:pt x="6349622" y="2234099"/></a:moveTo><a:lnTo><a:pt x="6349622" y="387"/></a:lnTo></a:path><a:path w="9547860" h="3920490"><a:moveTo><a:pt x="6303783" y="2234099"/></a:moveTo><a:lnTo><a:pt x="6303783" y="387"/></a:lnTo></a:path><a:path w="9547860" h="3920490"><a:moveTo><a:pt x="6428270" y="2234099"/></a:moveTo><a:lnTo><a:pt x="6428270" y="387"/></a:lnTo></a:path><a:path w="9547860" h="3920490"><a:moveTo><a:pt x="6472945" y="2234099"/></a:moveTo><a:lnTo><a:pt x="6472945" y="387"/></a:lnTo></a:path><a:path w="9547860" h="3920490"><a:moveTo><a:pt x="6489466" y="2234099"/></a:moveTo><a:lnTo><a:pt x="6489466" y="387"/></a:lnTo></a:path><a:path w="9547860" h="3920490"><a:moveTo><a:pt x="6496757" y="2234099"/></a:moveTo><a:lnTo><a:pt x="6496757" y="387"/></a:lnTo></a:path><a:path w="9547860" h="3920490"><a:moveTo><a:pt x="6513200" y="2234099"/></a:moveTo><a:lnTo><a:pt x="6513200" y="387"/></a:lnTo></a:path><a:path w="9547860" h="3920490"><a:moveTo><a:pt x="6621167" y="2234099"/></a:moveTo><a:lnTo><a:pt x="6621167" y="387"/></a:lnTo></a:path><a:path w="9547860" h="3920490"><a:moveTo><a:pt x="6573776" y="2234099"/></a:moveTo><a:lnTo><a:pt x="6573776" y="387"/></a:lnTo></a:path><a:path w="9547860" h="3920490"><a:moveTo><a:pt x="6702529" y="2234099"/></a:moveTo><a:lnTo><a:pt x="6702529" y="387"/></a:lnTo></a:path><a:path w="9547860" h="3920490"><a:moveTo><a:pt x="6698884" y="2234099"/></a:moveTo><a:lnTo><a:pt x="6698884" y="387"/></a:lnTo></a:path><a:path w="9547860" h="3920490"><a:moveTo><a:pt x="6706175" y="2234099"/></a:moveTo><a:lnTo><a:pt x="6706175" y="387"/></a:lnTo></a:path><a:path w="9547860" h="3920490"><a:moveTo><a:pt x="6708889" y="2234099"/></a:moveTo><a:lnTo><a:pt x="6708889" y="387"/></a:lnTo></a:path><a:path w="9547860" h="3920490"><a:moveTo><a:pt x="6493112" y="2234099"/></a:moveTo><a:lnTo><a:pt x="6493112" y="387"/></a:lnTo></a:path><a:path w="9547860" h="3920490"><a:moveTo><a:pt x="6710751" y="2234099"/></a:moveTo><a:lnTo><a:pt x="6710751" y="387"/></a:lnTo></a:path><a:path w="9547860" h="3920490"><a:moveTo><a:pt x="6347838" y="2234099"/></a:moveTo><a:lnTo><a:pt x="6347838" y="387"/></a:lnTo></a:path><a:path w="9547860" h="3920490"><a:moveTo><a:pt x="6832291" y="2234099"/></a:moveTo><a:lnTo><a:pt x="6832291" y="387"/></a:lnTo></a:path><a:path w="9547860" h="3920490"><a:moveTo><a:pt x="6830584" y="2234099"/></a:moveTo><a:lnTo><a:pt x="6830584" y="387"/></a:lnTo></a:path><a:path w="9547860" h="3920490"><a:moveTo><a:pt x="6845399" y="2234099"/></a:moveTo><a:lnTo><a:pt x="6845399" y="387"/></a:lnTo></a:path><a:path w="9547860" h="3920490"><a:moveTo><a:pt x="6768457" y="2234099"/></a:moveTo><a:lnTo><a:pt x="6768457" y="387"/></a:lnTo></a:path><a:path w="9547860" h="3920490"><a:moveTo><a:pt x="6766673" y="2234099"/></a:moveTo><a:lnTo><a:pt x="6766673" y="387"/></a:lnTo></a:path><a:path w="9547860" h="3920490"><a:moveTo><a:pt x="6781488" y="2234099"/></a:moveTo><a:lnTo><a:pt x="6781488" y="387"/></a:lnTo></a:path><a:path w="9547860" h="3920490"><a:moveTo><a:pt x="6891781" y="2234099"/></a:moveTo><a:lnTo><a:pt x="6891781" y="387"/></a:lnTo></a:path><a:path w="9547860" h="3920490"><a:moveTo><a:pt x="6847105" y="2234099"/></a:moveTo><a:lnTo><a:pt x="6847105" y="387"/></a:lnTo></a:path><a:path w="9547860" h="3920490"><a:moveTo><a:pt x="6907914" y="2234099"/></a:moveTo><a:lnTo><a:pt x="6907914" y="387"/></a:lnTo></a:path><a:path w="9547860" h="3920490"><a:moveTo><a:pt x="6906052" y="2234099"/></a:moveTo><a:lnTo><a:pt x="6906052" y="387"/></a:lnTo></a:path><a:path w="9547860" h="3920490"><a:moveTo><a:pt x="6910551" y="2234099"/></a:moveTo><a:lnTo><a:pt x="6910551" y="387"/></a:lnTo></a:path><a:path w="9547860" h="3920490"><a:moveTo><a:pt x="6783194" y="2234099"/></a:moveTo><a:lnTo><a:pt x="6783194" y="387"/></a:lnTo></a:path><a:path w="9547860" h="3920490"><a:moveTo><a:pt x="6920401" y="2234099"/></a:moveTo><a:lnTo><a:pt x="6920401" y="387"/></a:lnTo></a:path><a:path w="9547860" h="3920490"><a:moveTo><a:pt x="6722618" y="2234099"/></a:moveTo><a:lnTo><a:pt x="6722618" y="387"/></a:lnTo></a:path><a:path w="9547860" h="3920490"><a:moveTo><a:pt x="6924977" y="2234099"/></a:moveTo><a:lnTo><a:pt x="6924977" y="387"/></a:lnTo></a:path><a:path w="9547860" h="3920490"><a:moveTo><a:pt x="6923116" y="2234099"/></a:moveTo><a:lnTo><a:pt x="6923116" y="387"/></a:lnTo></a:path><a:path w="9547860" h="3920490"><a:moveTo><a:pt x="6936844" y="2234099"/></a:moveTo><a:lnTo><a:pt x="6936844" y="387"/></a:lnTo></a:path><a:path w="9547860" h="3920490"><a:moveTo><a:pt x="6280049" y="2234099"/></a:moveTo><a:lnTo><a:pt x="6280049" y="387"/></a:lnTo></a:path><a:path w="9547860" h="3920490"><a:moveTo><a:pt x="6277411" y="2234099"/></a:moveTo><a:lnTo><a:pt x="6277411" y="387"/></a:lnTo></a:path><a:path w="9547860" h="3920490"><a:moveTo><a:pt x="6283694" y="2234099"/></a:moveTo><a:lnTo><a:pt x="6283694" y="387"/></a:lnTo></a:path><a:path w="9547860" h="3920490"><a:moveTo><a:pt x="6287339" y="2234099"/></a:moveTo><a:lnTo><a:pt x="6287339" y="387"/></a:lnTo></a:path><a:path w="9547860" h="3920490"><a:moveTo><a:pt x="6275472" y="2234099"/></a:moveTo><a:lnTo><a:pt x="6275472" y="387"/></a:lnTo></a:path><a:path w="9547860" h="3920490"><a:moveTo><a:pt x="6263528" y="2234099"/></a:moveTo><a:lnTo><a:pt x="6263528" y="387"/></a:lnTo></a:path><a:path w="9547860" h="3920490"><a:moveTo><a:pt x="6153234" y="2234099"/></a:moveTo><a:lnTo><a:pt x="6153234" y="387"/></a:lnTo></a:path><a:path w="9547860" h="3920490"><a:moveTo><a:pt x="6140204" y="2234099"/></a:moveTo><a:lnTo><a:pt x="6140204" y="387"/></a:lnTo></a:path><a:path w="9547860" h="3920490"><a:moveTo><a:pt x="6154941" y="2234099"/></a:moveTo><a:lnTo><a:pt x="6154941" y="387"/></a:lnTo></a:path><a:path w="9547860" h="3920490"><a:moveTo><a:pt x="6204038" y="2234099"/></a:moveTo><a:lnTo><a:pt x="6204038" y="387"/></a:lnTo></a:path><a:path w="9547860" h="3920490"><a:moveTo><a:pt x="6202331" y="2234099"/></a:moveTo><a:lnTo><a:pt x="6202331" y="387"/></a:lnTo></a:path><a:path w="9547860" h="3920490"><a:moveTo><a:pt x="6218852" y="2234099"/></a:moveTo><a:lnTo><a:pt x="6218852" y="387"/></a:lnTo></a:path><a:path w="9547860" h="3920490"><a:moveTo><a:pt x="6217146" y="2234099"/></a:moveTo><a:lnTo><a:pt x="6217146" y="387"/></a:lnTo></a:path><a:path w="9547860" h="3920490"><a:moveTo><a:pt x="6138420" y="2234099"/></a:moveTo><a:lnTo><a:pt x="6138420" y="387"/></a:lnTo></a:path><a:path w="9547860" h="3920490"><a:moveTo><a:pt x="2085939" y="2234099"/></a:moveTo><a:lnTo><a:pt x="2085939" y="387"/></a:lnTo></a:path><a:path w="9547860" h="3920490"><a:moveTo><a:pt x="2084070" y="2234099"/></a:moveTo><a:lnTo><a:pt x="2084070" y="387"/></a:lnTo></a:path><a:path w="9547860" h="3920490"><a:moveTo><a:pt x="2280822" y="2234099"/></a:moveTo><a:lnTo><a:pt x="2280822" y="387"/></a:lnTo></a:path><a:path w="9547860" h="3920490"><a:moveTo><a:pt x="2278953" y="2234099"/></a:moveTo><a:lnTo><a:pt x="2278953" y="387"/></a:lnTo></a:path><a:path w="9547860" h="3920490"><a:moveTo><a:pt x="2490240" y="2234099"/></a:moveTo><a:lnTo><a:pt x="2490240" y="387"/></a:lnTo></a:path><a:path w="9547860" h="3920490"><a:moveTo><a:pt x="2488370" y="2234099"/></a:moveTo><a:lnTo><a:pt x="2488370" y="387"/></a:lnTo></a:path><a:path w="9547860" h="3920490"><a:moveTo><a:pt x="2205773" y="2234099"/></a:moveTo><a:lnTo><a:pt x="2205773" y="387"/></a:lnTo></a:path><a:path w="9547860" h="3920490"><a:moveTo><a:pt x="2158413" y="2234099"/></a:moveTo><a:lnTo><a:pt x="2158413" y="387"/></a:lnTo></a:path><a:path w="9547860" h="3920490"><a:moveTo><a:pt x="2220579" y="2234099"/></a:moveTo><a:lnTo><a:pt x="2220579" y="387"/></a:lnTo></a:path><a:path w="9547860" h="3920490"><a:moveTo><a:pt x="2207495" y="2234099"/></a:moveTo><a:lnTo><a:pt x="2207495" y="387"/></a:lnTo></a:path><a:path w="9547860" h="3920490"><a:moveTo><a:pt x="2295357" y="2234099"/></a:moveTo><a:lnTo><a:pt x="2295357" y="387"/></a:lnTo></a:path><a:path w="9547860" h="3920490"><a:moveTo><a:pt x="2293488" y="2234099"/></a:moveTo><a:lnTo><a:pt x="2293488" y="387"/></a:lnTo></a:path><a:path w="9547860" h="3920490"><a:moveTo><a:pt x="2353040" y="2234099"/></a:moveTo><a:lnTo><a:pt x="2353040" y="387"/></a:lnTo></a:path><a:path w="9547860" h="3920490"><a:moveTo><a:pt x="2351318" y="2234099"/></a:moveTo><a:lnTo><a:pt x="2351318" y="387"/></a:lnTo></a:path><a:path w="9547860" h="3920490"><a:moveTo><a:pt x="2366125" y="2234099"/></a:moveTo><a:lnTo><a:pt x="2366125" y="387"/></a:lnTo></a:path><a:path w="9547860" h="3920490"><a:moveTo><a:pt x="2429997" y="2234099"/></a:moveTo><a:lnTo><a:pt x="2429997" y="387"/></a:lnTo></a:path><a:path w="9547860" h="3920490"><a:moveTo><a:pt x="2416905" y="2234099"/></a:moveTo><a:lnTo><a:pt x="2416905" y="387"/></a:lnTo></a:path><a:path w="9547860" h="3920490"><a:moveTo><a:pt x="2476426" y="2234099"/></a:moveTo><a:lnTo><a:pt x="2476426" y="387"/></a:lnTo></a:path><a:path w="9547860" h="3920490"><a:moveTo><a:pt x="2431704" y="2234099"/></a:moveTo><a:lnTo><a:pt x="2431704" y="387"/></a:lnTo></a:path><a:path w="9547860" h="3920490"><a:moveTo><a:pt x="2156707" y="2234099"/></a:moveTo><a:lnTo><a:pt x="2156707" y="387"/></a:lnTo></a:path><a:path w="9547860" h="3920490"><a:moveTo><a:pt x="2143622" y="2234099"/></a:moveTo><a:lnTo><a:pt x="2143622" y="387"/></a:lnTo></a:path><a:path w="9547860" h="3920490"><a:moveTo><a:pt x="2097814" y="2234099"/></a:moveTo><a:lnTo><a:pt x="2097814" y="387"/></a:lnTo></a:path><a:path w="9547860" h="3920490"><a:moveTo><a:pt x="2222286" y="2234099"/></a:moveTo><a:lnTo><a:pt x="2222286" y="387"/></a:lnTo></a:path><a:path w="9547860" h="3920490"><a:moveTo><a:pt x="2267008" y="2234099"/></a:moveTo><a:lnTo><a:pt x="2267008" y="387"/></a:lnTo></a:path><a:path w="9547860" h="3920490"><a:moveTo><a:pt x="2283506" y="2234099"/></a:moveTo><a:lnTo><a:pt x="2283506" y="387"/></a:lnTo></a:path><a:path w="9547860" h="3920490"><a:moveTo><a:pt x="2290820" y="2234099"/></a:moveTo><a:lnTo><a:pt x="2290820" y="387"/></a:lnTo></a:path><a:path w="9547860" h="3920490"><a:moveTo><a:pt x="2307232" y="2234099"/></a:moveTo><a:lnTo><a:pt x="2307232" y="387"/></a:lnTo></a:path><a:path w="9547860" h="3920490"><a:moveTo><a:pt x="2415191" y="2234099"/></a:moveTo><a:lnTo><a:pt x="2415191" y="387"/></a:lnTo></a:path><a:path w="9547860" h="3920490"><a:moveTo><a:pt x="2367831" y="2234099"/></a:moveTo><a:lnTo><a:pt x="2367831" y="387"/></a:lnTo></a:path><a:path w="9547860" h="3920490"><a:moveTo><a:pt x="2496576" y="2234099"/></a:moveTo><a:lnTo><a:pt x="2496576" y="387"/></a:lnTo></a:path><a:path w="9547860" h="3920490"><a:moveTo><a:pt x="2492923" y="2234099"/></a:moveTo><a:lnTo><a:pt x="2492923" y="387"/></a:lnTo></a:path><a:path w="9547860" h="3920490"><a:moveTo><a:pt x="2500237" y="2234099"/></a:moveTo><a:lnTo><a:pt x="2500237" y="387"/></a:lnTo></a:path><a:path w="9547860" h="3920490"><a:moveTo><a:pt x="2502906" y="2234099"/></a:moveTo><a:lnTo><a:pt x="2502906" y="387"/></a:lnTo></a:path><a:path w="9547860" h="3920490"><a:moveTo><a:pt x="2287159" y="2234099"/></a:moveTo><a:lnTo><a:pt x="2287159" y="387"/></a:lnTo></a:path><a:path w="9547860" h="3920490"><a:moveTo><a:pt x="2504775" y="2234099"/></a:moveTo><a:lnTo><a:pt x="2504775" y="387"/></a:lnTo></a:path><a:path w="9547860" h="3920490"><a:moveTo><a:pt x="2141900" y="2234099"/></a:moveTo><a:lnTo><a:pt x="2141900" y="387"/></a:lnTo></a:path><a:path w="9547860" h="3920490"><a:moveTo><a:pt x="2626322" y="2234099"/></a:moveTo><a:lnTo><a:pt x="2626322" y="387"/></a:lnTo></a:path><a:path w="9547860" h="3920490"><a:moveTo><a:pt x="2624608" y="2234099"/></a:moveTo><a:lnTo><a:pt x="2624608" y="387"/></a:lnTo></a:path><a:path w="9547860" h="3920490"><a:moveTo><a:pt x="2639415" y="2234099"/></a:moveTo><a:lnTo><a:pt x="2639415" y="387"/></a:lnTo></a:path><a:path w="9547860" h="3920490"><a:moveTo><a:pt x="2562450" y="2234099"/></a:moveTo><a:lnTo><a:pt x="2562450" y="387"/></a:lnTo></a:path><a:path w="9547860" h="3920490"><a:moveTo><a:pt x="2560736" y="2234099"/></a:moveTo><a:lnTo><a:pt x="2560736" y="387"/></a:lnTo></a:path><a:path w="9547860" h="3920490"><a:moveTo><a:pt x="2575542" y="2234099"/></a:moveTo><a:lnTo><a:pt x="2575542" y="387"/></a:lnTo></a:path><a:path w="9547860" h="3920490"><a:moveTo><a:pt x="2685844" y="2234099"/></a:moveTo><a:lnTo><a:pt x="2685844" y="387"/></a:lnTo></a:path><a:path w="9547860" h="3920490"><a:moveTo><a:pt x="2641121" y="2234099"/></a:moveTo><a:lnTo><a:pt x="2641121" y="387"/></a:lnTo></a:path><a:path w="9547860" h="3920490"><a:moveTo><a:pt x="2701922" y="2234099"/></a:moveTo><a:lnTo><a:pt x="2701922" y="387"/></a:lnTo></a:path><a:path w="9547860" h="3920490"><a:moveTo><a:pt x="2700053" y="2234099"/></a:moveTo><a:lnTo><a:pt x="2700053" y="387"/></a:lnTo></a:path><a:path w="9547860" h="3920490"><a:moveTo><a:pt x="2704606" y="2234099"/></a:moveTo><a:lnTo><a:pt x="2704606" y="387"/></a:lnTo></a:path><a:path w="9547860" h="3920490"><a:moveTo><a:pt x="2577249" y="2234099"/></a:moveTo><a:lnTo><a:pt x="2577249" y="387"/></a:lnTo></a:path><a:path w="9547860" h="3920490"><a:moveTo><a:pt x="2714448" y="2234099"/></a:moveTo><a:lnTo><a:pt x="2714448" y="387"/></a:lnTo></a:path><a:path w="9547860" h="3920490"><a:moveTo><a:pt x="2516650" y="2234099"/></a:moveTo><a:lnTo><a:pt x="2516650" y="387"/></a:lnTo></a:path><a:path w="9547860" h="3920490"><a:moveTo><a:pt x="2718986" y="2234099"/></a:moveTo><a:lnTo><a:pt x="2718986" y="387"/></a:lnTo></a:path><a:path w="9547860" h="3920490"><a:moveTo><a:pt x="2717117" y="2234099"/></a:moveTo><a:lnTo><a:pt x="2717117" y="387"/></a:lnTo></a:path><a:path w="9547860" h="3920490"><a:moveTo><a:pt x="2730861" y="2234099"/></a:moveTo><a:lnTo><a:pt x="2730861" y="387"/></a:lnTo></a:path><a:path w="9547860" h="3920490"><a:moveTo><a:pt x="2074088" y="2234099"/></a:moveTo><a:lnTo><a:pt x="2074088" y="387"/></a:lnTo></a:path><a:path w="9547860" h="3920490"><a:moveTo><a:pt x="2071404" y="2234099"/></a:moveTo><a:lnTo><a:pt x="2071404" y="387"/></a:lnTo></a:path><a:path w="9547860" h="3920490"><a:moveTo><a:pt x="2077749" y="2234099"/></a:moveTo><a:lnTo><a:pt x="2077749" y="387"/></a:lnTo></a:path><a:path w="9547860" h="3920490"><a:moveTo><a:pt x="2081402" y="2234099"/></a:moveTo><a:lnTo><a:pt x="2081402" y="387"/></a:lnTo></a:path><a:path w="9547860" h="3920490"><a:moveTo><a:pt x="2069535" y="2234099"/></a:moveTo><a:lnTo><a:pt x="2069535" y="387"/></a:lnTo></a:path><a:path w="9547860" h="3920490"><a:moveTo><a:pt x="2057590" y="2234099"/></a:moveTo><a:lnTo><a:pt x="2057590" y="387"/></a:lnTo></a:path><a:path w="9547860" h="3920490"><a:moveTo><a:pt x="1947289" y="2234099"/></a:moveTo><a:lnTo><a:pt x="1947289" y="387"/></a:lnTo></a:path><a:path w="9547860" h="3920490"><a:moveTo><a:pt x="1934205" y="2234099"/></a:moveTo><a:lnTo><a:pt x="1934205" y="387"/></a:lnTo></a:path><a:path w="9547860" h="3920490"><a:moveTo><a:pt x="1948996" y="2234099"/></a:moveTo><a:lnTo><a:pt x="1948996" y="387"/></a:lnTo></a:path><a:path w="9547860" h="3920490"><a:moveTo><a:pt x="1998077" y="2234099"/></a:moveTo><a:lnTo><a:pt x="1998077" y="387"/></a:lnTo></a:path><a:path w="9547860" h="3920490"><a:moveTo><a:pt x="1996355" y="2234099"/></a:moveTo><a:lnTo><a:pt x="1996355" y="387"/></a:lnTo></a:path><a:path w="9547860" h="3920490"><a:moveTo><a:pt x="2012868" y="2234099"/></a:moveTo><a:lnTo><a:pt x="2012868" y="387"/></a:lnTo></a:path><a:path w="9547860" h="3920490"><a:moveTo><a:pt x="2011162" y="2234099"/></a:moveTo><a:lnTo><a:pt x="2011162" y="387"/></a:lnTo></a:path><a:path w="9547860" h="3920490"><a:moveTo><a:pt x="1932483" y="2234099"/></a:moveTo><a:lnTo><a:pt x="1932483" y="387"/></a:lnTo></a:path><a:path w="9547860" h="3920490"><a:moveTo><a:pt x="1244747" y="2234099"/></a:moveTo><a:lnTo><a:pt x="1244747" y="387"/></a:lnTo></a:path><a:path w="9547860" h="3920490"><a:moveTo><a:pt x="1242878" y="2234099"/></a:moveTo><a:lnTo><a:pt x="1242878" y="387"/></a:lnTo></a:path><a:path w="9547860" h="3920490"><a:moveTo><a:pt x="1439630" y="2234099"/></a:moveTo><a:lnTo><a:pt x="1439630" y="387"/></a:lnTo></a:path><a:path w="9547860" h="3920490"><a:moveTo><a:pt x="1437761" y="2234099"/></a:moveTo><a:lnTo><a:pt x="1437761" y="387"/></a:lnTo></a:path><a:path w="9547860" h="3920490"><a:moveTo><a:pt x="1649048" y="2234099"/></a:moveTo><a:lnTo><a:pt x="1649048" y="387"/></a:lnTo></a:path><a:path w="9547860" h="3920490"><a:moveTo><a:pt x="1647178" y="2234099"/></a:moveTo><a:lnTo><a:pt x="1647178" y="387"/></a:lnTo></a:path><a:path w="9547860" h="3920490"><a:moveTo><a:pt x="1364581" y="2234099"/></a:moveTo><a:lnTo><a:pt x="1364581" y="387"/></a:lnTo></a:path><a:path w="9547860" h="3920490"><a:moveTo><a:pt x="1317221" y="2234099"/></a:moveTo><a:lnTo><a:pt x="1317221" y="387"/></a:lnTo></a:path><a:path w="9547860" h="3920490"><a:moveTo><a:pt x="1379387" y="2234099"/></a:moveTo><a:lnTo><a:pt x="1379387" y="387"/></a:lnTo></a:path><a:path w="9547860" h="3920490"><a:moveTo><a:pt x="1366295" y="2234099"/></a:moveTo><a:lnTo><a:pt x="1366295" y="387"/></a:lnTo></a:path><a:path w="9547860" h="3920490"><a:moveTo><a:pt x="1454165" y="2234099"/></a:moveTo><a:lnTo><a:pt x="1454165" y="387"/></a:lnTo></a:path><a:path w="9547860" h="3920490"><a:moveTo><a:pt x="1452296" y="2234099"/></a:moveTo><a:lnTo><a:pt x="1452296" y="387"/></a:lnTo></a:path><a:path w="9547860" h="3920490"><a:moveTo><a:pt x="1511840" y="2234099"/></a:moveTo><a:lnTo><a:pt x="1511840" y="387"/></a:lnTo></a:path><a:path w="9547860" h="3920490"><a:moveTo><a:pt x="1510126" y="2234099"/></a:moveTo><a:lnTo><a:pt x="1510126" y="387"/></a:lnTo></a:path><a:path w="9547860" h="3920490"><a:moveTo><a:pt x="1524933" y="2234099"/></a:moveTo><a:lnTo><a:pt x="1524933" y="387"/></a:lnTo></a:path><a:path w="9547860" h="3920490"><a:moveTo><a:pt x="1588805" y="2234099"/></a:moveTo><a:lnTo><a:pt x="1588805" y="387"/></a:lnTo></a:path><a:path w="9547860" h="3920490"><a:moveTo><a:pt x="1575713" y="2234099"/></a:moveTo><a:lnTo><a:pt x="1575713" y="387"/></a:lnTo></a:path><a:path w="9547860" h="3920490"><a:moveTo><a:pt x="1635234" y="2234099"/></a:moveTo><a:lnTo><a:pt x="1635234" y="387"/></a:lnTo></a:path><a:path w="9547860" h="3920490"><a:moveTo><a:pt x="1590511" y="2234099"/></a:moveTo><a:lnTo><a:pt x="1590511" y="387"/></a:lnTo></a:path><a:path w="9547860" h="3920490"><a:moveTo><a:pt x="1315515" y="2234099"/></a:moveTo><a:lnTo><a:pt x="1315515" y="387"/></a:lnTo></a:path><a:path w="9547860" h="3920490"><a:moveTo><a:pt x="1302422" y="2234099"/></a:moveTo><a:lnTo><a:pt x="1302422" y="387"/></a:lnTo></a:path><a:path w="9547860" h="3920490"><a:moveTo><a:pt x="1256622" y="2234099"/></a:moveTo><a:lnTo><a:pt x="1256622" y="387"/></a:lnTo></a:path><a:path w="9547860" h="3920490"><a:moveTo><a:pt x="1381094" y="2234099"/></a:moveTo><a:lnTo><a:pt x="1381094" y="387"/></a:lnTo></a:path><a:path w="9547860" h="3920490"><a:moveTo><a:pt x="1425816" y="2234099"/></a:moveTo><a:lnTo><a:pt x="1425816" y="387"/></a:lnTo></a:path><a:path w="9547860" h="3920490"><a:moveTo><a:pt x="1442313" y="2234099"/></a:moveTo><a:lnTo><a:pt x="1442313" y="387"/></a:lnTo></a:path><a:path w="9547860" h="3920490"><a:moveTo><a:pt x="1449628" y="2234099"/></a:moveTo><a:lnTo><a:pt x="1449628" y="387"/></a:lnTo></a:path><a:path w="9547860" h="3920490"><a:moveTo><a:pt x="1466040" y="2234099"/></a:moveTo><a:lnTo><a:pt x="1466040" y="387"/></a:lnTo></a:path><a:path w="9547860" h="3920490"><a:moveTo><a:pt x="1573998" y="2234099"/></a:moveTo><a:lnTo><a:pt x="1573998" y="387"/></a:lnTo></a:path><a:path w="9547860" h="3920490"><a:moveTo><a:pt x="1526639" y="2234099"/></a:moveTo><a:lnTo><a:pt x="1526639" y="387"/></a:lnTo></a:path><a:path w="9547860" h="3920490"><a:moveTo><a:pt x="1655384" y="2234099"/></a:moveTo><a:lnTo><a:pt x="1655384" y="387"/></a:lnTo></a:path><a:path w="9547860" h="3920490"><a:moveTo><a:pt x="1651723" y="2234099"/></a:moveTo><a:lnTo><a:pt x="1651723" y="387"/></a:lnTo></a:path><a:path w="9547860" h="3920490"><a:moveTo><a:pt x="1659045" y="2234099"/></a:moveTo><a:lnTo><a:pt x="1659045" y="387"/></a:lnTo></a:path><a:path w="9547860" h="3920490"><a:moveTo><a:pt x="1661706" y="2234099"/></a:moveTo><a:lnTo><a:pt x="1661706" y="387"/></a:lnTo></a:path><a:path w="9547860" h="3920490"><a:moveTo><a:pt x="1445967" y="2234099"/></a:moveTo><a:lnTo><a:pt x="1445967" y="387"/></a:lnTo></a:path><a:path w="9547860" h="3920490"><a:moveTo><a:pt x="1663575" y="2234099"/></a:moveTo><a:lnTo><a:pt x="1663575" y="387"/></a:lnTo></a:path><a:path w="9547860" h="3920490"><a:moveTo><a:pt x="1300708" y="2234099"/></a:moveTo><a:lnTo><a:pt x="1300708" y="387"/></a:lnTo></a:path><a:path w="9547860" h="3920490"><a:moveTo><a:pt x="1785130" y="2234099"/></a:moveTo><a:lnTo><a:pt x="1785130" y="387"/></a:lnTo></a:path><a:path w="9547860" h="3920490"><a:moveTo><a:pt x="1783416" y="2234099"/></a:moveTo><a:lnTo><a:pt x="1783416" y="387"/></a:lnTo></a:path><a:path w="9547860" h="3920490"><a:moveTo><a:pt x="1798223" y="2234099"/></a:moveTo><a:lnTo><a:pt x="1798223" y="387"/></a:lnTo></a:path><a:path w="9547860" h="3920490"><a:moveTo><a:pt x="1721258" y="2234099"/></a:moveTo><a:lnTo><a:pt x="1721258" y="387"/></a:lnTo></a:path><a:path w="9547860" h="3920490"><a:moveTo><a:pt x="1719544" y="2234099"/></a:moveTo><a:lnTo><a:pt x="1719544" y="387"/></a:lnTo></a:path><a:path w="9547860" h="3920490"><a:moveTo><a:pt x="1734350" y="2234099"/></a:moveTo><a:lnTo><a:pt x="1734350" y="387"/></a:lnTo></a:path><a:path w="9547860" h="3920490"><a:moveTo><a:pt x="1844651" y="2234099"/></a:moveTo><a:lnTo><a:pt x="1844651" y="387"/></a:lnTo></a:path><a:path w="9547860" h="3920490"><a:moveTo><a:pt x="1799929" y="2234099"/></a:moveTo><a:lnTo><a:pt x="1799929" y="387"/></a:lnTo></a:path><a:path w="9547860" h="3920490"><a:moveTo><a:pt x="1860730" y="2234099"/></a:moveTo><a:lnTo><a:pt x="1860730" y="387"/></a:lnTo></a:path><a:path w="9547860" h="3920490"><a:moveTo><a:pt x="1858861" y="2234099"/></a:moveTo><a:lnTo><a:pt x="1858861" y="387"/></a:lnTo></a:path><a:path w="9547860" h="3920490"><a:moveTo><a:pt x="1863414" y="2234099"/></a:moveTo><a:lnTo><a:pt x="1863414" y="387"/></a:lnTo></a:path><a:path w="9547860" h="3920490"><a:moveTo><a:pt x="1736057" y="2234099"/></a:moveTo><a:lnTo><a:pt x="1736057" y="387"/></a:lnTo></a:path><a:path w="9547860" h="3920490"><a:moveTo><a:pt x="1873256" y="2234099"/></a:moveTo><a:lnTo><a:pt x="1873256" y="387"/></a:lnTo></a:path><a:path w="9547860" h="3920490"><a:moveTo><a:pt x="1675457" y="2234099"/></a:moveTo><a:lnTo><a:pt x="1675457" y="387"/></a:lnTo></a:path><a:path w="9547860" h="3920490"><a:moveTo><a:pt x="1877794" y="2234099"/></a:moveTo><a:lnTo><a:pt x="1877794" y="387"/></a:lnTo></a:path><a:path w="9547860" h="3920490"><a:moveTo><a:pt x="1875924" y="2234099"/></a:moveTo><a:lnTo><a:pt x="1875924" y="387"/></a:lnTo></a:path><a:path w="9547860" h="3920490"><a:moveTo><a:pt x="1889668" y="2234099"/></a:moveTo><a:lnTo><a:pt x="1889668" y="387"/></a:lnTo></a:path><a:path w="9547860" h="3920490"><a:moveTo><a:pt x="1232896" y="2234099"/></a:moveTo><a:lnTo><a:pt x="1232896" y="387"/></a:lnTo></a:path><a:path w="9547860" h="3920490"><a:moveTo><a:pt x="1230212" y="2234099"/></a:moveTo><a:lnTo><a:pt x="1230212" y="387"/></a:lnTo></a:path><a:path w="9547860" h="3920490"><a:moveTo><a:pt x="1236549" y="2234099"/></a:moveTo><a:lnTo><a:pt x="1236549" y="387"/></a:lnTo></a:path><a:path w="9547860" h="3920490"><a:moveTo><a:pt x="1240210" y="2234099"/></a:moveTo><a:lnTo><a:pt x="1240210" y="387"/></a:lnTo></a:path><a:path w="9547860" h="3920490"><a:moveTo><a:pt x="1228343" y="2234099"/></a:moveTo><a:lnTo><a:pt x="1228343" y="387"/></a:lnTo></a:path><a:path w="9547860" h="3920490"><a:moveTo><a:pt x="1216398" y="2234099"/></a:moveTo><a:lnTo><a:pt x="1216398" y="387"/></a:lnTo></a:path><a:path w="9547860" h="3920490"><a:moveTo><a:pt x="1106097" y="2234099"/></a:moveTo><a:lnTo><a:pt x="1106097" y="387"/></a:lnTo></a:path><a:path w="9547860" h="3920490"><a:moveTo><a:pt x="1093013" y="2234099"/></a:moveTo><a:lnTo><a:pt x="1093013" y="387"/></a:lnTo></a:path><a:path w="9547860" h="3920490"><a:moveTo><a:pt x="1107804" y="2234099"/></a:moveTo><a:lnTo><a:pt x="1107804" y="387"/></a:lnTo></a:path><a:path w="9547860" h="3920490"><a:moveTo><a:pt x="1156877" y="2234099"/></a:moveTo><a:lnTo><a:pt x="1156877" y="387"/></a:lnTo></a:path><a:path w="9547860" h="3920490"><a:moveTo><a:pt x="1155163" y="2234099"/></a:moveTo><a:lnTo><a:pt x="1155163" y="387"/></a:lnTo></a:path><a:path w="9547860" h="3920490"><a:moveTo><a:pt x="1171676" y="2234099"/></a:moveTo><a:lnTo><a:pt x="1171676" y="387"/></a:lnTo></a:path><a:path w="9547860" h="3920490"><a:moveTo><a:pt x="1169970" y="2234099"/></a:moveTo><a:lnTo><a:pt x="1169970" y="387"/></a:lnTo></a:path><a:path w="9547860" h="3920490"><a:moveTo><a:pt x="1091291" y="2234099"/></a:moveTo><a:lnTo><a:pt x="1091291" y="387"/></a:lnTo></a:path><a:path w="9547860" h="3920490"><a:moveTo><a:pt x="598438" y="2234099"/></a:moveTo><a:lnTo><a:pt x="598438" y="387"/></a:lnTo></a:path><a:path w="9547860" h="3920490"><a:moveTo><a:pt x="596568" y="2234099"/></a:moveTo><a:lnTo><a:pt x="596568" y="387"/></a:lnTo></a:path><a:path w="9547860" h="3920490"><a:moveTo><a:pt x="807855" y="2234099"/></a:moveTo><a:lnTo><a:pt x="807855" y="387"/></a:lnTo></a:path><a:path w="9547860" h="3920490"><a:moveTo><a:pt x="805986" y="2234099"/></a:moveTo><a:lnTo><a:pt x="805986" y="387"/></a:lnTo></a:path><a:path w="9547860" h="3920490"><a:moveTo><a:pt x="523389" y="2234099"/></a:moveTo><a:lnTo><a:pt x="523389" y="387"/></a:lnTo></a:path><a:path w="9547860" h="3920490"><a:moveTo><a:pt x="476029" y="2234099"/></a:moveTo><a:lnTo><a:pt x="476029" y="387"/></a:lnTo></a:path><a:path w="9547860" h="3920490"><a:moveTo><a:pt x="538195" y="2234099"/></a:moveTo><a:lnTo><a:pt x="538195" y="387"/></a:lnTo></a:path><a:path w="9547860" h="3920490"><a:moveTo><a:pt x="525103" y="2234099"/></a:moveTo><a:lnTo><a:pt x="525103" y="387"/></a:lnTo></a:path><a:path w="9547860" h="3920490"><a:moveTo><a:pt x="612965" y="2234099"/></a:moveTo><a:lnTo><a:pt x="612965" y="387"/></a:lnTo></a:path><a:path w="9547860" h="3920490"><a:moveTo><a:pt x="611096" y="2234099"/></a:moveTo><a:lnTo><a:pt x="611096" y="387"/></a:lnTo></a:path><a:path w="9547860" h="3920490"><a:moveTo><a:pt x="670648" y="2234099"/></a:moveTo><a:lnTo><a:pt x="670648" y="387"/></a:lnTo></a:path><a:path w="9547860" h="3920490"><a:moveTo><a:pt x="668934" y="2234099"/></a:moveTo><a:lnTo><a:pt x="668934" y="387"/></a:lnTo></a:path><a:path w="9547860" h="3920490"><a:moveTo><a:pt x="683741" y="2234099"/></a:moveTo><a:lnTo><a:pt x="683741" y="387"/></a:lnTo></a:path><a:path w="9547860" h="3920490"><a:moveTo><a:pt x="747613" y="2234099"/></a:moveTo><a:lnTo><a:pt x="747613" y="387"/></a:lnTo></a:path><a:path w="9547860" h="3920490"><a:moveTo><a:pt x="734520" y="2234099"/></a:moveTo><a:lnTo><a:pt x="734520" y="387"/></a:lnTo></a:path><a:path w="9547860" h="3920490"><a:moveTo><a:pt x="794042" y="2234099"/></a:moveTo><a:lnTo><a:pt x="794042" y="387"/></a:lnTo></a:path><a:path w="9547860" h="3920490"><a:moveTo><a:pt x="749319" y="2234099"/></a:moveTo><a:lnTo><a:pt x="749319" y="387"/></a:lnTo></a:path><a:path w="9547860" h="3920490"><a:moveTo><a:pt x="474323" y="2234099"/></a:moveTo><a:lnTo><a:pt x="474323" y="387"/></a:lnTo></a:path><a:path w="9547860" h="3920490"><a:moveTo><a:pt x="461230" y="2234099"/></a:moveTo><a:lnTo><a:pt x="461230" y="387"/></a:lnTo></a:path><a:path w="9547860" h="3920490"><a:moveTo><a:pt x="415430" y="2234099"/></a:moveTo><a:lnTo><a:pt x="415430" y="387"/></a:lnTo></a:path><a:path w="9547860" h="3920490"><a:moveTo><a:pt x="539902" y="2234099"/></a:moveTo><a:lnTo><a:pt x="539902" y="387"/></a:lnTo></a:path><a:path w="9547860" h="3920490"><a:moveTo><a:pt x="584624" y="2234099"/></a:moveTo><a:lnTo><a:pt x="584624" y="387"/></a:lnTo></a:path><a:path w="9547860" h="3920490"><a:moveTo><a:pt x="601114" y="2234099"/></a:moveTo><a:lnTo><a:pt x="601114" y="387"/></a:lnTo></a:path><a:path w="9547860" h="3920490"><a:moveTo><a:pt x="608435" y="2234099"/></a:moveTo><a:lnTo><a:pt x="608435" y="387"/></a:lnTo></a:path><a:path w="9547860" h="3920490"><a:moveTo><a:pt x="624848" y="2234099"/></a:moveTo><a:lnTo><a:pt x="624848" y="387"/></a:lnTo></a:path><a:path w="9547860" h="3920490"><a:moveTo><a:pt x="732806" y="2234099"/></a:moveTo><a:lnTo><a:pt x="732806" y="387"/></a:lnTo></a:path><a:path w="9547860" h="3920490"><a:moveTo><a:pt x="685447" y="2234099"/></a:moveTo><a:lnTo><a:pt x="685447" y="387"/></a:lnTo></a:path><a:path w="9547860" h="3920490"><a:moveTo><a:pt x="814192" y="2234099"/></a:moveTo><a:lnTo><a:pt x="814192" y="387"/></a:lnTo></a:path><a:path w="9547860" h="3920490"><a:moveTo><a:pt x="810531" y="2234099"/></a:moveTo><a:lnTo><a:pt x="810531" y="387"/></a:lnTo></a:path><a:path w="9547860" h="3920490"><a:moveTo><a:pt x="817853" y="2234099"/></a:moveTo><a:lnTo><a:pt x="817853" y="387"/></a:lnTo></a:path><a:path w="9547860" h="3920490"><a:moveTo><a:pt x="820514" y="2234099"/></a:moveTo><a:lnTo><a:pt x="820514" y="387"/></a:lnTo></a:path><a:path w="9547860" h="3920490"><a:moveTo><a:pt x="604775" y="2234099"/></a:moveTo><a:lnTo><a:pt x="604775" y="387"/></a:lnTo></a:path><a:path w="9547860" h="3920490"><a:moveTo><a:pt x="822383" y="2234099"/></a:moveTo><a:lnTo><a:pt x="822383" y="387"/></a:lnTo></a:path><a:path w="9547860" h="3920490"><a:moveTo><a:pt x="459516" y="2234099"/></a:moveTo><a:lnTo><a:pt x="459516" y="387"/></a:lnTo></a:path><a:path w="9547860" h="3920490"><a:moveTo><a:pt x="943938" y="2234099"/></a:moveTo><a:lnTo><a:pt x="943938" y="387"/></a:lnTo></a:path><a:path w="9547860" h="3920490"><a:moveTo><a:pt x="942224" y="2234099"/></a:moveTo><a:lnTo><a:pt x="942224" y="387"/></a:lnTo></a:path><a:path w="9547860" h="3920490"><a:moveTo><a:pt x="957031" y="2234099"/></a:moveTo><a:lnTo><a:pt x="957031" y="387"/></a:lnTo></a:path><a:path w="9547860" h="3920490"><a:moveTo><a:pt x="880066" y="2234099"/></a:moveTo><a:lnTo><a:pt x="880066" y="387"/></a:lnTo></a:path><a:path w="9547860" h="3920490"><a:moveTo><a:pt x="878352" y="2234099"/></a:moveTo><a:lnTo><a:pt x="878352" y="387"/></a:lnTo></a:path><a:path w="9547860" h="3920490"><a:moveTo><a:pt x="893158" y="2234099"/></a:moveTo><a:lnTo><a:pt x="893158" y="387"/></a:lnTo></a:path><a:path w="9547860" h="3920490"><a:moveTo><a:pt x="1003459" y="2234099"/></a:moveTo><a:lnTo><a:pt x="1003459" y="387"/></a:lnTo></a:path><a:path w="9547860" h="3920490"><a:moveTo><a:pt x="958737" y="2234099"/></a:moveTo><a:lnTo><a:pt x="958737" y="387"/></a:lnTo></a:path><a:path w="9547860" h="3920490"><a:moveTo><a:pt x="1019538" y="2234099"/></a:moveTo><a:lnTo><a:pt x="1019538" y="387"/></a:lnTo></a:path><a:path w="9547860" h="3920490"><a:moveTo><a:pt x="1017669" y="2234099"/></a:moveTo><a:lnTo><a:pt x="1017669" y="387"/></a:lnTo></a:path><a:path w="9547860" h="3920490"><a:moveTo><a:pt x="1022222" y="2234099"/></a:moveTo><a:lnTo><a:pt x="1022222" y="387"/></a:lnTo></a:path><a:path w="9547860" h="3920490"><a:moveTo><a:pt x="894865" y="2234099"/></a:moveTo><a:lnTo><a:pt x="894865" y="387"/></a:lnTo></a:path><a:path w="9547860" h="3920490"><a:moveTo><a:pt x="1032064" y="2234099"/></a:moveTo><a:lnTo><a:pt x="1032064" y="387"/></a:lnTo></a:path><a:path w="9547860" h="3920490"><a:moveTo><a:pt x="834265" y="2234099"/></a:moveTo><a:lnTo><a:pt x="834265" y="387"/></a:lnTo></a:path><a:path w="9547860" h="3920490"><a:moveTo><a:pt x="1036594" y="2234099"/></a:moveTo><a:lnTo><a:pt x="1036594" y="387"/></a:lnTo></a:path><a:path w="9547860" h="3920490"><a:moveTo><a:pt x="1034725" y="2234099"/></a:moveTo><a:lnTo><a:pt x="1034725" y="387"/></a:lnTo></a:path><a:path w="9547860" h="3920490"><a:moveTo><a:pt x="1048476" y="2234099"/></a:moveTo><a:lnTo><a:pt x="1048476" y="387"/></a:lnTo></a:path><a:path w="9547860" h="3920490"><a:moveTo><a:pt x="7860377" y="2653865"/></a:moveTo><a:lnTo><a:pt x="7860377" y="2653787"/></a:lnTo></a:path><a:path w="9547860" h="3920490"><a:moveTo><a:pt x="7861307" y="2653787"/></a:moveTo><a:lnTo><a:pt x="7861307" y="2653710"/></a:lnTo></a:path></a:pathLst></a:custGeom><a:ln w="3878"><a:solidFill><a:srgbClr val="000000"/></a:solidFill></a:ln></p:spPr><p:txBody><a:bodyPr wrap="square" lIns="0" tIns="0" rIns="0" bIns="0" rtlCol="0"/><a:lstStyle/><a:p/></p:txBody></p:sp><p:sp><p:nvSpPr><p:cNvPr id="271" name="object 271"/><p:cNvSpPr/><p:nvPr/></p:nvSpPr><p:spPr><a:xfrm><a:off x="10052977" y="10471128"/><a:ext cx="5080" cy="4445"/></a:xfrm><a:custGeom><a:avLst/><a:gdLst/><a:ahLst/><a:cxnLst/><a:rect l="l" t="t" r="r" b="b"/><a:pathLst><a:path w="5079" h="4445"><a:moveTo><a:pt x="4800" y="1930"/></a:moveTo><a:lnTo><a:pt x="4241" y="558"/></a:lnTo><a:lnTo><a:pt x="2870" y="0"/></a:lnTo><a:lnTo><a:pt x="2298" y="241"/></a:lnTo><a:lnTo><a:pt x="1930" y="76"/></a:lnTo><a:lnTo><a:pt x="558" y="635"/></a:lnTo><a:lnTo><a:pt x="0" y="2006"/></a:lnTo><a:lnTo><a:pt x="558" y="3378"/></a:lnTo><a:lnTo><a:pt x="1930" y="3949"/></a:lnTo><a:lnTo><a:pt x="2489" y="3721"/></a:lnTo><a:lnTo><a:pt x="2870" y="3873"/></a:lnTo><a:lnTo><a:pt x="4241" y="3302"/></a:lnTo><a:lnTo><a:pt x="4800" y="1930"/></a:lnTo><a:close/></a:path></a:pathLst></a:custGeom><a:solidFill><a:srgbClr val="000000"/></a:solidFill></p:spPr><p:txBody><a:bodyPr wrap="square" lIns="0" tIns="0" rIns="0" bIns="0" rtlCol="0"/><a:lstStyle/><a:p/></p:txBody></p:sp><p:sp><p:nvSpPr><p:cNvPr id="272" name="object 272"/><p:cNvSpPr/><p:nvPr/></p:nvSpPr><p:spPr><a:xfrm><a:off x="2539453" y="7819346"/><a:ext cx="10512425" cy="3920490"/></a:xfrm><a:custGeom><a:avLst/><a:gdLst/><a:ahLst/><a:cxnLst/><a:rect l="l" t="t" r="r" b="b"/><a:pathLst><a:path w="10512425" h="3920490"><a:moveTo><a:pt x="7500651" y="2653787"/></a:moveTo><a:lnTo><a:pt x="7500651" y="2653554"/></a:lnTo></a:path><a:path w="10512425" h="3920490"><a:moveTo><a:pt x="7504762" y="2653710"/></a:moveTo><a:lnTo><a:pt x="7504762" y="2653554"/></a:lnTo></a:path><a:path w="10512425" h="3920490"><a:moveTo><a:pt x="7517249" y="2653632"/></a:moveTo><a:lnTo><a:pt x="7517249" y="2653554"/></a:lnTo></a:path><a:path w="10512425" h="3920490"><a:moveTo><a:pt x="7499720" y="2653554"/></a:moveTo><a:lnTo><a:pt x="7499720" y="420464"/></a:lnTo></a:path><a:path w="10512425" h="3920490"><a:moveTo><a:pt x="7517327" y="2653554"/></a:moveTo><a:lnTo><a:pt x="7517327" y="420386"/></a:lnTo></a:path><a:path w="10512425" h="3920490"><a:moveTo><a:pt x="7502978" y="2653554"/></a:moveTo><a:lnTo><a:pt x="7502978" y="420386"/></a:lnTo></a:path><a:path w="10512425" h="3920490"><a:moveTo><a:pt x="7499798" y="2653865"/></a:moveTo><a:lnTo><a:pt x="7499720" y="2653554"/></a:lnTo></a:path><a:path w="10512425" h="3920490"><a:moveTo><a:pt x="7518180" y="2653865"/></a:moveTo><a:lnTo><a:pt x="7518180" y="2653787"/></a:lnTo></a:path><a:path w="10512425" h="3920490"><a:moveTo><a:pt x="7471410" y="421317"/></a:moveTo><a:lnTo><a:pt x="7471410" y="2654485"/></a:lnTo></a:path><a:path w="10512425" h="3920490"><a:moveTo><a:pt x="7516164" y="2653865"/></a:moveTo><a:lnTo><a:pt x="7516164" y="2654485"/></a:lnTo></a:path><a:path w="10512425" h="3920490"><a:moveTo><a:pt x="7455355" y="421317"/></a:moveTo><a:lnTo><a:pt x="7455355" y="2654485"/></a:lnTo></a:path><a:path w="10512425" h="3920490"><a:moveTo><a:pt x="7457216" y="421317"/></a:moveTo><a:lnTo><a:pt x="7457216" y="2654485"/></a:lnTo></a:path><a:path w="10512425" h="3920490"><a:moveTo><a:pt x="7452640" y="421317"/></a:moveTo><a:lnTo><a:pt x="7452640" y="2654485"/></a:lnTo></a:path><a:path w="10512425" h="3920490"><a:moveTo><a:pt x="7442790" y="421317"/></a:moveTo><a:lnTo><a:pt x="7442790" y="2654485"/></a:lnTo></a:path><a:path w="10512425" h="3920490"><a:moveTo><a:pt x="7438291" y="421317"/></a:moveTo><a:lnTo><a:pt x="7438291" y="2654485"/></a:lnTo></a:path><a:path w="10512425" h="3920490"><a:moveTo><a:pt x="7440153" y="421317"/></a:moveTo><a:lnTo><a:pt x="7440153" y="2654485"/></a:lnTo></a:path><a:path w="10512425" h="3920490"><a:moveTo><a:pt x="7426424" y="421317"/></a:moveTo><a:lnTo><a:pt x="7426424" y="2654485"/></a:lnTo></a:path><a:path w="10512425" h="3920490"><a:moveTo><a:pt x="10511845" y="3920221"/></a:moveTo><a:lnTo><a:pt x="10511612" y="3920144"/></a:lnTo><a:lnTo><a:pt x="7868218" y="3096046"/></a:lnTo></a:path><a:path w="10512425" h="3920490"><a:moveTo><a:pt x="7420995" y="2234099"/></a:moveTo><a:lnTo><a:pt x="7426036" y="2234099"/></a:lnTo></a:path><a:path w="10512425" h="3920490"><a:moveTo><a:pt x="948041" y="387"/></a:moveTo><a:lnTo><a:pt x="950415" y="0"/></a:lnTo><a:lnTo><a:pt x="6488311" y="77"/></a:lnTo></a:path><a:path w="10512425" h="3920490"><a:moveTo><a:pt x="6488311" y="77"/></a:moveTo><a:lnTo><a:pt x="6488311" y="387"/></a:lnTo></a:path><a:path w="10512425" h="3920490"><a:moveTo><a:pt x="9771980" y="3005143"/></a:moveTo><a:lnTo><a:pt x="9775393" y="3005143"/></a:lnTo></a:path><a:path w="10512425" h="3920490"><a:moveTo><a:pt x="9771980" y="3005299"/></a:moveTo><a:lnTo><a:pt x="9771902" y="3005299"/></a:lnTo><a:lnTo><a:pt x="9771980" y="3005143"/></a:lnTo></a:path><a:path w="10512425" h="3920490"><a:moveTo><a:pt x="9916711" y="1865058"/></a:moveTo><a:lnTo><a:pt x="9914849" y="1865058"/></a:lnTo><a:lnTo><a:pt x="9913221" y="1865058"/></a:lnTo></a:path><a:path w="10512425" h="3920490"><a:moveTo><a:pt x="54" y="2367816"/></a:moveTo><a:lnTo><a:pt x="12254" y="2367816"/></a:lnTo></a:path><a:path w="10512425" h="3920490"><a:moveTo><a:pt x="54" y="2367971"/></a:moveTo><a:lnTo><a:pt x="0" y="2367971"/></a:lnTo><a:lnTo><a:pt x="54" y="2367816"/></a:lnTo></a:path><a:path w="10512425" h="3920490"><a:moveTo><a:pt x="0" y="2367971"/></a:moveTo><a:lnTo><a:pt x="0" y="2371539"/></a:lnTo></a:path><a:path w="10512425" h="3920490"><a:moveTo><a:pt x="9778883" y="3004058"/></a:moveTo><a:lnTo><a:pt x="9778806" y="3004058"/></a:lnTo><a:lnTo><a:pt x="9778883" y="3003902"/></a:lnTo></a:path><a:path w="10512425" h="3920490"><a:moveTo><a:pt x="10151104" y="3003980"/></a:moveTo><a:lnTo><a:pt x="10151104" y="3041908"/></a:lnTo></a:path><a:path w="10512425" h="3920490"><a:moveTo><a:pt x="9926406" y="1863817"/></a:moveTo><a:lnTo><a:pt x="9921752" y="1863817"/></a:lnTo></a:path><a:path w="10512425" h="3920490"><a:moveTo><a:pt x="9990007" y="1863817"/></a:moveTo><a:lnTo><a:pt x="9978761" y="1863817"/></a:lnTo></a:path><a:path w="10512425" h="3920490"><a:moveTo><a:pt x="10013276" y="1863895"/></a:moveTo><a:lnTo><a:pt x="10011647" y="1863817"/></a:lnTo></a:path><a:path w="10512425" h="3920490"><a:moveTo><a:pt x="9933852" y="1863817"/></a:moveTo><a:lnTo><a:pt x="9926406" y="1863817"/></a:lnTo></a:path><a:path w="10512425" h="3920490"><a:moveTo><a:pt x="9921752" y="1863817"/></a:moveTo><a:lnTo><a:pt x="9920201" y="1863817"/></a:lnTo></a:path><a:path w="10512425" h="3920490"><a:moveTo><a:pt x="9978761" y="1863817"/></a:moveTo><a:lnTo><a:pt x="9966739" y="1863817"/></a:lnTo></a:path><a:path w="10512425" h="3920490"><a:moveTo><a:pt x="10011647" y="1863817"/></a:moveTo><a:lnTo><a:pt x="10006993" y="1863817"/></a:lnTo></a:path><a:path w="10512425" h="3920490"><a:moveTo><a:pt x="9943470" y="1863817"/></a:moveTo><a:lnTo><a:pt x="9933852" y="1863817"/></a:lnTo></a:path><a:path w="10512425" h="3920490"><a:moveTo><a:pt x="10006993" y="1863817"/></a:moveTo><a:lnTo><a:pt x="9999625" y="1863817"/></a:lnTo><a:lnTo><a:pt x="9990007" y="1863817"/></a:lnTo></a:path><a:path w="10512425" h="3920490"><a:moveTo><a:pt x="9966739" y="1863817"/></a:moveTo><a:lnTo><a:pt x="9954716" y="1863817"/></a:lnTo><a:lnTo><a:pt x="9943470" y="1863817"/></a:lnTo></a:path><a:path w="10512425" h="3920490"><a:moveTo><a:pt x="10013043" y="3003980"/></a:moveTo><a:lnTo><a:pt x="10013276" y="1863895"/></a:lnTo></a:path><a:path w="10512425" h="3920490"><a:moveTo><a:pt x="9775470" y="3004523"/></a:moveTo><a:lnTo><a:pt x="9778806" y="3004523"/></a:lnTo></a:path><a:path w="10512425" h="3920490"><a:moveTo><a:pt x="9775470" y="3004678"/></a:moveTo><a:lnTo><a:pt x="9775393" y="3004678"/></a:lnTo><a:lnTo><a:pt x="9775470" y="3004523"/></a:lnTo></a:path><a:path w="10512425" h="3920490"><a:moveTo><a:pt x="9920201" y="1864438"/></a:moveTo><a:lnTo><a:pt x="9918340" y="1864438"/></a:lnTo><a:lnTo><a:pt x="9916711" y="1864438"/></a:lnTo></a:path><a:path w="10512425" h="3920490"><a:moveTo><a:pt x="9195849" y="2655804"/></a:moveTo><a:lnTo><a:pt x="9195849" y="2978772"/></a:lnTo></a:path><a:path w="10512425" h="3920490"><a:moveTo><a:pt x="9193910" y="2979470"/></a:moveTo><a:lnTo><a:pt x="9193677" y="3161431"/></a:lnTo><a:lnTo><a:pt x="8300549" y="3124977"/></a:lnTo></a:path><a:path w="10512425" h="3920490"><a:moveTo><a:pt x="9768490" y="3005764"/></a:moveTo><a:lnTo><a:pt x="9771902" y="3005764"/></a:lnTo></a:path><a:path w="10512425" h="3920490"><a:moveTo><a:pt x="9768490" y="3005842"/></a:moveTo><a:lnTo><a:pt x="9768412" y="3005842"/></a:lnTo><a:lnTo><a:pt x="9768490" y="3005764"/></a:lnTo></a:path><a:path w="10512425" h="3920490"><a:moveTo><a:pt x="9768412" y="3005842"/></a:moveTo><a:lnTo><a:pt x="9768412" y="3016623"/></a:lnTo></a:path><a:path w="10512425" h="3920490"><a:moveTo><a:pt x="9909575" y="3003902"/></a:moveTo><a:lnTo><a:pt x="9909808" y="1865679"/></a:lnTo></a:path><a:path w="10512425" h="3920490"><a:moveTo><a:pt x="9913221" y="1865601"/></a:moveTo><a:lnTo><a:pt x="9911359" y="1865601"/></a:lnTo><a:lnTo><a:pt x="9909808" y="1865679"/></a:lnTo></a:path><a:path w="10512425" h="3920490"><a:moveTo><a:pt x="26774" y="2233400"/></a:moveTo><a:lnTo><a:pt x="27208" y="387"/></a:lnTo><a:lnTo><a:pt x="56759" y="387"/></a:lnTo></a:path><a:path w="10512425" h="3920490"><a:moveTo><a:pt x="2646411" y="2546286"/></a:moveTo><a:lnTo><a:pt x="7034425" y="2836058"/></a:lnTo></a:path><a:path w="10512425" h="3920490"><a:moveTo><a:pt x="12254" y="2235417"/></a:moveTo><a:lnTo><a:pt x="22151" y="2233400"/></a:lnTo></a:path><a:path w="10512425" h="3920490"><a:moveTo><a:pt x="7421538" y="2654485"/></a:moveTo><a:lnTo><a:pt x="7421538" y="2861654"/></a:lnTo></a:path><a:path w="10512425" h="3920490"><a:moveTo><a:pt x="9195461" y="2655416"/></a:moveTo><a:lnTo><a:pt x="9195461" y="2655416"/></a:lnTo><a:lnTo><a:pt x="9195383" y="2655416"/></a:lnTo></a:path><a:path w="10512425" h="3920490"><a:moveTo><a:pt x="9210430" y="2655571"/></a:moveTo><a:lnTo><a:pt x="9210430" y="2655493"/></a:lnTo></a:path><a:path w="10512425" h="3920490"><a:moveTo><a:pt x="9210508" y="2655649"/></a:moveTo><a:lnTo><a:pt x="9210508" y="2655571"/></a:lnTo></a:path><a:path w="10512425" h="3920490"><a:moveTo><a:pt x="9196159" y="2655571"/></a:moveTo><a:lnTo><a:pt x="9196159" y="2655493"/></a:lnTo></a:path><a:path w="10512425" h="3920490"><a:moveTo><a:pt x="9198253" y="2655571"/></a:moveTo><a:lnTo><a:pt x="9198253" y="2655493"/></a:lnTo></a:path><a:path w="10512425" h="3920490"><a:moveTo><a:pt x="9198331" y="2655649"/></a:moveTo><a:lnTo><a:pt x="9198331" y="2655571"/></a:lnTo></a:path><a:path w="10512425" h="3920490"><a:moveTo><a:pt x="9196159" y="2655493"/></a:moveTo><a:lnTo><a:pt x="9198176" y="2655493"/></a:lnTo><a:lnTo><a:pt x="9198176" y="2655493"/></a:lnTo></a:path><a:path w="10512425" h="3920490"><a:moveTo><a:pt x="9213610" y="2655571"/></a:moveTo><a:lnTo><a:pt x="9213610" y="2655416"/></a:lnTo></a:path><a:path w="10512425" h="3920490"><a:moveTo><a:pt x="9196237" y="2655649"/></a:moveTo><a:lnTo><a:pt x="9196237" y="2655571"/></a:lnTo><a:lnTo><a:pt x="9196237" y="2655571"/></a:lnTo></a:path><a:path w="10512425" h="3920490"><a:moveTo><a:pt x="9213766" y="2655649"/></a:moveTo><a:lnTo><a:pt x="9213766" y="2655416"/></a:lnTo></a:path></a:pathLst></a:custGeom><a:ln w="3878"><a:solidFill><a:srgbClr val="000000"/></a:solidFill></a:ln></p:spPr><p:txBody><a:bodyPr wrap="square" lIns="0" tIns="0" rIns="0" bIns="0" rtlCol="0"/><a:lstStyle/><a:p/></p:txBody></p:sp><p:sp><p:nvSpPr><p:cNvPr id="273" name="object 273"/><p:cNvSpPr/><p:nvPr/></p:nvSpPr><p:spPr><a:xfrm><a:off x="11733674" y="10472901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274" name="object 274"/><p:cNvSpPr/><p:nvPr/></p:nvSpPr><p:spPr><a:xfrm><a:off x="11735535" y="8246868"/><a:ext cx="20955" cy="2228215"/></a:xfrm><a:custGeom><a:avLst/><a:gdLst/><a:ahLst/><a:cxnLst/><a:rect l="l" t="t" r="r" b="b"/><a:pathLst><a:path w="20954" h="2228215"><a:moveTo><a:pt x="2326" y="2228204"/></a:moveTo><a:lnTo><a:pt x="2326" y="2228126"/></a:lnTo><a:lnTo><a:pt x="2249" y="2228204"/></a:lnTo></a:path><a:path w="20954" h="2228215"><a:moveTo><a:pt x="310" y="2228204"/></a:moveTo><a:lnTo><a:pt x="232" y="2228204"/></a:lnTo></a:path><a:path w="20954" h="2228215"><a:moveTo><a:pt x="17218" y="2228204"/></a:moveTo><a:lnTo><a:pt x="17218" y="2228126"/></a:lnTo></a:path><a:path w="20954" h="2228215"><a:moveTo><a:pt x="20476" y="2228204"/></a:moveTo><a:lnTo><a:pt x="20476" y="0"/></a:lnTo><a:lnTo><a:pt x="20088" y="0"/></a:lnTo></a:path><a:path w="20954" h="2228215"><a:moveTo><a:pt x="232" y="2228204"/></a:moveTo><a:lnTo><a:pt x="232" y="2228204"/></a:lnTo><a:lnTo><a:pt x="232" y="2228126"/></a:lnTo></a:path><a:path w="20954" h="2228215"><a:moveTo><a:pt x="0" y="2227894"/></a:moveTo><a:lnTo><a:pt x="2016" y="2227894"/></a:lnTo></a:path></a:pathLst></a:custGeom><a:ln w="3878"><a:solidFill><a:srgbClr val="000000"/></a:solidFill></a:ln></p:spPr><p:txBody><a:bodyPr wrap="square" lIns="0" tIns="0" rIns="0" bIns="0" rtlCol="0"/><a:lstStyle/><a:p/></p:txBody></p:sp><p:sp><p:nvSpPr><p:cNvPr id="275" name="object 275"/><p:cNvSpPr/><p:nvPr/></p:nvSpPr><p:spPr><a:xfrm><a:off x="11731192" y="10473134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276" name="object 276"/><p:cNvSpPr/><p:nvPr/></p:nvSpPr><p:spPr><a:xfrm><a:off x="11733130" y="10474763"/><a:ext cx="20320" cy="635"/></a:xfrm><a:custGeom><a:avLst/><a:gdLst/><a:ahLst/><a:cxnLst/><a:rect l="l" t="t" r="r" b="b"/><a:pathLst><a:path w="20320" h="634"><a:moveTo><a:pt x="0" y="0"/></a:moveTo><a:lnTo><a:pt x="1783" y="0"/></a:lnTo></a:path><a:path w="20320" h="634"><a:moveTo><a:pt x="0" y="77"/></a:moveTo><a:lnTo><a:pt x="1783" y="77"/></a:lnTo></a:path><a:path w="20320" h="634"><a:moveTo><a:pt x="0" y="232"/></a:moveTo><a:lnTo><a:pt x="1939" y="232"/></a:lnTo></a:path><a:path w="20320" h="634"><a:moveTo><a:pt x="0" y="232"/></a:moveTo><a:lnTo><a:pt x="2016" y="310"/></a:lnTo><a:lnTo><a:pt x="0" y="310"/></a:lnTo></a:path><a:path w="20320" h="634"><a:moveTo><a:pt x="1939" y="232"/></a:moveTo><a:lnTo><a:pt x="0" y="232"/></a:lnTo></a:path><a:path w="20320" h="634"><a:moveTo><a:pt x="0" y="0"/></a:moveTo><a:lnTo><a:pt x="1706" y="0"/></a:lnTo><a:lnTo><a:pt x="0" y="0"/></a:lnTo></a:path><a:path w="20320" h="634"><a:moveTo><a:pt x="0" y="155"/></a:moveTo><a:lnTo><a:pt x="1939" y="232"/></a:lnTo></a:path><a:path w="20320" h="634"><a:moveTo><a:pt x="19855" y="77"/></a:moveTo><a:lnTo><a:pt x="19855" y="0"/></a:lnTo></a:path><a:path w="20320" h="634"><a:moveTo><a:pt x="16675" y="77"/></a:moveTo><a:lnTo><a:pt x="16675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77" name="object 277"/><p:cNvSpPr/><p:nvPr/></p:nvSpPr><p:spPr><a:xfrm><a:off x="11735612" y="10472824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278" name="object 278"/><p:cNvSpPr/><p:nvPr/></p:nvSpPr><p:spPr><a:xfrm><a:off x="11733130" y="8246558"/><a:ext cx="22860" cy="2228850"/></a:xfrm><a:custGeom><a:avLst/><a:gdLst/><a:ahLst/><a:cxnLst/><a:rect l="l" t="t" r="r" b="b"/><a:pathLst><a:path w="22859" h="2228850"><a:moveTo><a:pt x="2016" y="2228514"/></a:moveTo><a:lnTo><a:pt x="2016" y="2228437"/></a:lnTo></a:path><a:path w="22859" h="2228850"><a:moveTo><a:pt x="1939" y="2228437"/></a:moveTo><a:lnTo><a:pt x="1939" y="2228359"/></a:lnTo></a:path><a:path w="22859" h="2228850"><a:moveTo><a:pt x="1939" y="2228437"/></a:moveTo><a:lnTo><a:pt x="1939" y="2228359"/></a:lnTo></a:path><a:path w="22859" h="2228850"><a:moveTo><a:pt x="1861" y="2228359"/></a:moveTo><a:lnTo><a:pt x="1861" y="2228281"/></a:lnTo></a:path><a:path w="22859" h="2228850"><a:moveTo><a:pt x="1939" y="2228437"/></a:moveTo><a:lnTo><a:pt x="1939" y="2228359"/></a:lnTo></a:path><a:path w="22859" h="2228850"><a:moveTo><a:pt x="1396" y="2227894"/></a:moveTo><a:lnTo><a:pt x="1396" y="2227816"/></a:lnTo><a:lnTo><a:pt x="1396" y="2227816"/></a:lnTo></a:path><a:path w="22859" h="2228850"><a:moveTo><a:pt x="16443" y="2227971"/></a:moveTo><a:lnTo><a:pt x="16443" y="2227894"/></a:lnTo></a:path><a:path w="22859" h="2228850"><a:moveTo><a:pt x="16520" y="2228049"/></a:moveTo><a:lnTo><a:pt x="16520" y="2227971"/></a:lnTo></a:path><a:path w="22859" h="2228850"><a:moveTo><a:pt x="2171" y="2227971"/></a:moveTo><a:lnTo><a:pt x="2094" y="2227971"/></a:lnTo></a:path><a:path w="22859" h="2228850"><a:moveTo><a:pt x="4188" y="2227971"/></a:moveTo><a:lnTo><a:pt x="4188" y="2227894"/></a:lnTo></a:path><a:path w="22859" h="2228850"><a:moveTo><a:pt x="4265" y="2228049"/></a:moveTo><a:lnTo><a:pt x="4265" y="2227971"/></a:lnTo></a:path><a:path w="22859" h="2228850"><a:moveTo><a:pt x="2094" y="2227971"/></a:moveTo><a:lnTo><a:pt x="4188" y="2227971"/></a:lnTo><a:lnTo><a:pt x="4188" y="2227894"/></a:lnTo></a:path><a:path w="22859" h="2228850"><a:moveTo><a:pt x="19623" y="2227971"/></a:moveTo><a:lnTo><a:pt x="19623" y="2227816"/></a:lnTo></a:path><a:path w="22859" h="2228850"><a:moveTo><a:pt x="2249" y="2228049"/></a:moveTo><a:lnTo><a:pt x="2171" y="2228049"/></a:lnTo><a:lnTo><a:pt x="2171" y="2227971"/></a:lnTo></a:path><a:path w="22859" h="2228850"><a:moveTo><a:pt x="19700" y="2228049"/></a:moveTo><a:lnTo><a:pt x="19700" y="2227816"/></a:lnTo></a:path><a:path w="22859" h="2228850"><a:moveTo><a:pt x="2094" y="2227971"/></a:moveTo><a:lnTo><a:pt x="2094" y="2227894"/></a:lnTo></a:path><a:path w="22859" h="2228850"><a:moveTo><a:pt x="4343" y="2228126"/></a:moveTo><a:lnTo><a:pt x="4343" y="2228126"/></a:lnTo><a:lnTo><a:pt x="4343" y="2228126"/></a:lnTo></a:path><a:path w="22859" h="2228850"><a:moveTo><a:pt x="19312" y="2228204"/></a:moveTo><a:lnTo><a:pt x="19312" y="2228049"/></a:lnTo></a:path><a:path w="22859" h="2228850"><a:moveTo><a:pt x="22182" y="0"/></a:moveTo><a:lnTo><a:pt x="22493" y="0"/></a:lnTo></a:path><a:path w="22859" h="2228850"><a:moveTo><a:pt x="2326" y="2228126"/></a:moveTo><a:lnTo><a:pt x="2249" y="2228126"/></a:lnTo></a:path><a:path w="22859" h="2228850"><a:moveTo><a:pt x="2016" y="2227816"/></a:moveTo><a:lnTo><a:pt x="4110" y="2227816"/></a:lnTo></a:path><a:path w="22859" h="2228850"><a:moveTo><a:pt x="0" y="2227894"/></a:moveTo><a:lnTo><a:pt x="1396" y="2227894"/></a:lnTo></a:path><a:path w="22859" h="2228850"><a:moveTo><a:pt x="0" y="2227894"/></a:moveTo><a:lnTo><a:pt x="1473" y="2227894"/></a:lnTo></a:path><a:path w="22859" h="2228850"><a:moveTo><a:pt x="0" y="2228049"/></a:moveTo><a:lnTo><a:pt x="1551" y="2228049"/></a:lnTo></a:path><a:path w="22859" h="2228850"><a:moveTo><a:pt x="0" y="2228126"/></a:moveTo><a:lnTo><a:pt x="1628" y="2228126"/></a:lnTo><a:lnTo><a:pt x="0" y="2228126"/></a:lnTo></a:path><a:path w="22859" h="2228850"><a:moveTo><a:pt x="1551" y="2228049"/></a:moveTo><a:lnTo><a:pt x="0" y="2228049"/></a:lnTo></a:path><a:path w="22859" h="2228850"><a:moveTo><a:pt x="0" y="2227816"/></a:moveTo><a:lnTo><a:pt x="1396" y="2227816"/></a:lnTo><a:lnTo><a:pt x="0" y="2227894"/></a:lnTo></a:path><a:path w="22859" h="2228850"><a:moveTo><a:pt x="0" y="2228049"/></a:moveTo><a:lnTo><a:pt x="1551" y="2228049"/></a:lnTo></a:path><a:path w="22859" h="2228850"><a:moveTo><a:pt x="19545" y="2227894"/></a:moveTo><a:lnTo><a:pt x="19545" y="2227816"/></a:lnTo></a:path><a:path w="22859" h="2228850"><a:moveTo><a:pt x="16365" y="2227894"/></a:moveTo><a:lnTo><a:pt x="16365" y="2227816"/></a:lnTo></a:path><a:path w="22859" h="2228850"><a:moveTo><a:pt x="4110" y="2227894"/></a:moveTo><a:lnTo><a:pt x="4110" y="2227816"/></a:lnTo></a:path></a:pathLst></a:custGeom><a:ln w="3878"><a:solidFill><a:srgbClr val="000000"/></a:solidFill></a:ln></p:spPr><p:txBody><a:bodyPr wrap="square" lIns="0" tIns="0" rIns="0" bIns="0" rtlCol="0"/><a:lstStyle/><a:p/></p:txBody></p:sp><p:sp><p:nvSpPr><p:cNvPr id="279" name="object 279"/><p:cNvSpPr/><p:nvPr/></p:nvSpPr><p:spPr><a:xfrm><a:off x="11732820" y="10472746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280" name="object 280"/><p:cNvSpPr/><p:nvPr/></p:nvSpPr><p:spPr><a:xfrm><a:off x="11734139" y="10473987"/><a:ext cx="15240" cy="635"/></a:xfrm><a:custGeom><a:avLst/><a:gdLst/><a:ahLst/><a:cxnLst/><a:rect l="l" t="t" r="r" b="b"/><a:pathLst><a:path w="15240" h="634"><a:moveTo><a:pt x="542" y="620"/></a:moveTo><a:lnTo><a:pt x="542" y="542"/></a:lnTo></a:path><a:path w="15240" h="634"><a:moveTo><a:pt x="542" y="620"/></a:moveTo><a:lnTo><a:pt x="542" y="542"/></a:lnTo></a:path><a:path w="15240" h="634"><a:moveTo><a:pt x="465" y="542"/></a:moveTo><a:lnTo><a:pt x="465" y="465"/></a:lnTo></a:path><a:path w="15240" h="634"><a:moveTo><a:pt x="542" y="620"/></a:moveTo><a:lnTo><a:pt x="542" y="542"/></a:lnTo></a:path><a:path w="15240" h="634"><a:moveTo><a:pt x="0" y="77"/></a:moveTo><a:lnTo><a:pt x="0" y="0"/></a:lnTo><a:lnTo><a:pt x="0" y="77"/></a:lnTo></a:path><a:path w="15240" h="634"><a:moveTo><a:pt x="15047" y="155"/></a:moveTo><a:lnTo><a:pt x="15047" y="77"/></a:lnTo></a:path><a:path w="15240" h="634"><a:moveTo><a:pt x="15124" y="310"/></a:moveTo><a:lnTo><a:pt x="15124" y="155"/></a:lnTo></a:path></a:pathLst></a:custGeom><a:ln w="3878"><a:solidFill><a:srgbClr val="000000"/></a:solidFill></a:ln></p:spPr><p:txBody><a:bodyPr wrap="square" lIns="0" tIns="0" rIns="0" bIns="0" rtlCol="0"/><a:lstStyle/><a:p/></p:txBody></p:sp><p:sp><p:nvSpPr><p:cNvPr id="281" name="object 281"/><p:cNvSpPr/><p:nvPr/></p:nvSpPr><p:spPr><a:xfrm><a:off x="11732975" y="10472204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282" name="object 282"/><p:cNvSpPr/><p:nvPr/></p:nvSpPr><p:spPr><a:xfrm><a:off x="11737008" y="10474064"/><a:ext cx="0" cy="635"/></a:xfrm><a:custGeom><a:avLst/><a:gdLst/><a:ahLst/><a:cxnLst/><a:rect l="l" t="t" r="r" b="b"/><a:pathLst><a:path w="0" h="634"><a:moveTo><a:pt x="0" y="77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83" name="object 283"/><p:cNvSpPr/><p:nvPr/></p:nvSpPr><p:spPr><a:xfrm><a:off x="11735147" y="10472281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284" name="object 284"/><p:cNvSpPr/><p:nvPr/></p:nvSpPr><p:spPr><a:xfrm><a:off x="11734837" y="8246171"/><a:ext cx="20955" cy="2228215"/></a:xfrm><a:custGeom><a:avLst/><a:gdLst/><a:ahLst/><a:cxnLst/><a:rect l="l" t="t" r="r" b="b"/><a:pathLst><a:path w="20954" h="2228215"><a:moveTo><a:pt x="77" y="2227971"/></a:moveTo><a:lnTo><a:pt x="2094" y="2227971"/></a:lnTo><a:lnTo><a:pt x="2094" y="2227894"/></a:lnTo></a:path><a:path w="20954" h="2228215"><a:moveTo><a:pt x="17529" y="2227971"/></a:moveTo><a:lnTo><a:pt x="17529" y="2227816"/></a:lnTo></a:path><a:path w="20954" h="2228215"><a:moveTo><a:pt x="155" y="2228049"/></a:moveTo><a:lnTo><a:pt x="155" y="2228049"/></a:lnTo><a:lnTo><a:pt x="155" y="2228049"/></a:lnTo></a:path><a:path w="20954" h="2228215"><a:moveTo><a:pt x="17684" y="2228126"/></a:moveTo><a:lnTo><a:pt x="17684" y="2227816"/></a:lnTo></a:path><a:path w="20954" h="2228215"><a:moveTo><a:pt x="77" y="2227971"/></a:moveTo><a:lnTo><a:pt x="0" y="2227894"/></a:lnTo></a:path><a:path w="20954" h="2228215"><a:moveTo><a:pt x="2326" y="2228126"/></a:moveTo><a:lnTo><a:pt x="2326" y="2228126"/></a:lnTo><a:lnTo><a:pt x="2249" y="2228126"/></a:lnTo></a:path><a:path w="20954" h="2228215"><a:moveTo><a:pt x="17218" y="2228204"/></a:moveTo><a:lnTo><a:pt x="17218" y="2228126"/></a:lnTo></a:path><a:path w="20954" h="2228215"><a:moveTo><a:pt x="20088" y="0"/></a:moveTo><a:lnTo><a:pt x="20476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85" name="object 285"/><p:cNvSpPr/><p:nvPr/></p:nvSpPr><p:spPr><a:xfrm><a:off x="11733130" y="10472359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286" name="object 286"/><p:cNvSpPr/><p:nvPr/></p:nvSpPr><p:spPr><a:xfrm><a:off x="11733130" y="10473987"/><a:ext cx="19685" cy="635"/></a:xfrm><a:custGeom><a:avLst/><a:gdLst/><a:ahLst/><a:cxnLst/><a:rect l="l" t="t" r="r" b="b"/><a:pathLst><a:path w="19684" h="634"><a:moveTo><a:pt x="1706" y="77"/></a:moveTo><a:lnTo><a:pt x="3722" y="0"/></a:lnTo></a:path><a:path w="19684" h="634"><a:moveTo><a:pt x="0" y="77"/></a:moveTo><a:lnTo><a:pt x="1008" y="77"/></a:lnTo></a:path><a:path w="19684" h="634"><a:moveTo><a:pt x="0" y="155"/></a:moveTo><a:lnTo><a:pt x="1085" y="155"/></a:lnTo></a:path><a:path w="19684" h="634"><a:moveTo><a:pt x="0" y="232"/></a:moveTo><a:lnTo><a:pt x="1240" y="232"/></a:lnTo></a:path><a:path w="19684" h="634"><a:moveTo><a:pt x="0" y="310"/></a:moveTo><a:lnTo><a:pt x="1318" y="310"/></a:lnTo><a:lnTo><a:pt x="0" y="310"/></a:lnTo></a:path><a:path w="19684" h="634"><a:moveTo><a:pt x="1163" y="232"/></a:moveTo><a:lnTo><a:pt x="0" y="232"/></a:lnTo></a:path><a:path w="19684" h="634"><a:moveTo><a:pt x="0" y="0"/></a:moveTo><a:lnTo><a:pt x="1008" y="77"/></a:lnTo><a:lnTo><a:pt x="0" y="77"/></a:lnTo></a:path><a:path w="19684" h="634"><a:moveTo><a:pt x="0" y="232"/></a:moveTo><a:lnTo><a:pt x="1163" y="232"/></a:lnTo></a:path><a:path w="19684" h="634"><a:moveTo><a:pt x="19157" y="77"/></a:moveTo><a:lnTo><a:pt x="19157" y="0"/></a:lnTo></a:path><a:path w="19684" h="634"><a:moveTo><a:pt x="15977" y="77"/></a:moveTo><a:lnTo><a:pt x="15977" y="0"/></a:lnTo></a:path><a:path w="19684" h="634"><a:moveTo><a:pt x="3722" y="77"/></a:moveTo><a:lnTo><a:pt x="3722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87" name="object 287"/><p:cNvSpPr/><p:nvPr/></p:nvSpPr><p:spPr><a:xfrm><a:off x="11732349" y="10472284"/><a:ext cx="4445" cy="4445"/></a:xfrm><a:custGeom><a:avLst/><a:gdLst/><a:ahLst/><a:cxnLst/><a:rect l="l" t="t" r="r" b="b"/><a:pathLst><a:path w="4445" h="4445"><a:moveTo><a:pt x="4038" y="2019"/></a:moveTo><a:lnTo><a:pt x="3467" y="647"/></a:lnTo><a:lnTo><a:pt x="2019" y="0"/></a:lnTo><a:lnTo><a:pt x="571" y="571"/></a:lnTo><a:lnTo><a:pt x="0" y="1943"/></a:lnTo><a:lnTo><a:pt x="571" y="3314"/></a:lnTo><a:lnTo><a:pt x="711" y="3378"/></a:lnTo><a:lnTo><a:pt x="2095" y="3962"/></a:lnTo><a:lnTo><a:pt x="3467" y="3390"/></a:lnTo><a:lnTo><a:pt x="4038" y="2019"/></a:lnTo><a:close/></a:path></a:pathLst></a:custGeom><a:solidFill><a:srgbClr val="000000"/></a:solidFill></p:spPr><p:txBody><a:bodyPr wrap="square" lIns="0" tIns="0" rIns="0" bIns="0" rtlCol="0"/><a:lstStyle/><a:p/></p:txBody></p:sp><p:sp><p:nvSpPr><p:cNvPr id="288" name="object 288"/><p:cNvSpPr/><p:nvPr/></p:nvSpPr><p:spPr><a:xfrm><a:off x="11733828" y="10473599"/><a:ext cx="15240" cy="635"/></a:xfrm><a:custGeom><a:avLst/><a:gdLst/><a:ahLst/><a:cxnLst/><a:rect l="l" t="t" r="r" b="b"/><a:pathLst><a:path w="15240" h="634"><a:moveTo><a:pt x="465" y="542"/></a:moveTo><a:lnTo><a:pt x="465" y="465"/></a:lnTo></a:path><a:path w="15240" h="634"><a:moveTo><a:pt x="542" y="620"/></a:moveTo><a:lnTo><a:pt x="465" y="620"/></a:lnTo></a:path><a:path w="15240" h="634"><a:moveTo><a:pt x="0" y="77"/></a:moveTo><a:lnTo><a:pt x="0" y="0"/></a:lnTo><a:lnTo><a:pt x="0" y="77"/></a:lnTo></a:path><a:path w="15240" h="634"><a:moveTo><a:pt x="15047" y="232"/></a:moveTo><a:lnTo><a:pt x="15047" y="77"/></a:lnTo></a:path><a:path w="15240" h="634"><a:moveTo><a:pt x="15124" y="310"/></a:moveTo><a:lnTo><a:pt x="15124" y="232"/></a:lnTo></a:path></a:pathLst></a:custGeom><a:ln w="3878"><a:solidFill><a:srgbClr val="000000"/></a:solidFill></a:ln></p:spPr><p:txBody><a:bodyPr wrap="square" lIns="0" tIns="0" rIns="0" bIns="0" rtlCol="0"/><a:lstStyle/><a:p/></p:txBody></p:sp><p:sp><p:nvSpPr><p:cNvPr id="289" name="object 289"/><p:cNvSpPr/><p:nvPr/></p:nvSpPr><p:spPr><a:xfrm><a:off x="11732578" y="10471826"/><a:ext cx="6350" cy="4445"/></a:xfrm><a:custGeom><a:avLst/><a:gdLst/><a:ahLst/><a:cxnLst/><a:rect l="l" t="t" r="r" b="b"/><a:pathLst><a:path w="6350" h="4445"><a:moveTo><a:pt x="6057" y="2006"/></a:moveTo><a:lnTo><a:pt x="5486" y="635"/></a:lnTo><a:lnTo><a:pt x="4038" y="0"/></a:lnTo><a:lnTo><a:pt x="2984" y="431"/></a:lnTo><a:lnTo><a:pt x="1943" y="0"/></a:lnTo><a:lnTo><a:pt x="571" y="558"/></a:lnTo><a:lnTo><a:pt x="0" y="1930"/></a:lnTo><a:lnTo><a:pt x="571" y="3302"/></a:lnTo><a:lnTo><a:pt x="1943" y="3873"/></a:lnTo><a:lnTo><a:pt x="2933" y="3467"/></a:lnTo><a:lnTo><a:pt x="4114" y="3949"/></a:lnTo><a:lnTo><a:pt x="5486" y="3378"/></a:lnTo><a:lnTo><a:pt x="6057" y="2006"/></a:lnTo><a:close/></a:path></a:pathLst></a:custGeom><a:solidFill><a:srgbClr val="000000"/></a:solidFill></p:spPr><p:txBody><a:bodyPr wrap="square" lIns="0" tIns="0" rIns="0" bIns="0" rtlCol="0"/><a:lstStyle/><a:p/></p:txBody></p:sp><p:sp><p:nvSpPr><p:cNvPr id="290" name="object 290"/><p:cNvSpPr/><p:nvPr/></p:nvSpPr><p:spPr><a:xfrm><a:off x="11734526" y="10473599"/><a:ext cx="17780" cy="635"/></a:xfrm><a:custGeom><a:avLst/><a:gdLst/><a:ahLst/><a:cxnLst/><a:rect l="l" t="t" r="r" b="b"/><a:pathLst><a:path w="17779" h="634"><a:moveTo><a:pt x="0" y="155"/></a:moveTo><a:lnTo><a:pt x="2094" y="155"/></a:lnTo><a:lnTo><a:pt x="2094" y="155"/></a:lnTo></a:path><a:path w="17779" h="634"><a:moveTo><a:pt x="17529" y="232"/></a:moveTo><a:lnTo><a:pt x="17529" y="0"/></a:lnTo></a:path><a:path w="17779" h="634"><a:moveTo><a:pt x="155" y="232"/></a:moveTo><a:lnTo><a:pt x="77" y="232"/></a:lnTo><a:lnTo><a:pt x="77" y="232"/></a:lnTo></a:path><a:path w="17779" h="634"><a:moveTo><a:pt x="17606" y="310"/></a:moveTo><a:lnTo><a:pt x="17606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91" name="object 291"/><p:cNvSpPr/><p:nvPr/></p:nvSpPr><p:spPr><a:xfrm><a:off x="11732588" y="10471815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292" name="object 292"/><p:cNvSpPr/><p:nvPr/></p:nvSpPr><p:spPr><a:xfrm><a:off x="11736776" y="8245782"/><a:ext cx="18415" cy="2228215"/></a:xfrm><a:custGeom><a:avLst/><a:gdLst/><a:ahLst/><a:cxnLst/><a:rect l="l" t="t" r="r" b="b"/><a:pathLst><a:path w="18415" h="2228215"><a:moveTo><a:pt x="0" y="2228204"/></a:moveTo><a:lnTo><a:pt x="0" y="2228126"/></a:lnTo><a:lnTo><a:pt x="0" y="2228126"/></a:lnTo></a:path><a:path w="18415" h="2228215"><a:moveTo><a:pt x="14969" y="2228204"/></a:moveTo><a:lnTo><a:pt x="14969" y="2228126"/></a:lnTo></a:path><a:path w="18415" h="2228215"><a:moveTo><a:pt x="17761" y="0"/></a:moveTo><a:lnTo><a:pt x="18149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93" name="object 293"/><p:cNvSpPr/><p:nvPr/></p:nvSpPr><p:spPr><a:xfrm><a:off x="11732743" y="10471971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294" name="object 294"/><p:cNvSpPr/><p:nvPr/></p:nvSpPr><p:spPr><a:xfrm><a:off x="11733130" y="10473599"/><a:ext cx="19050" cy="635"/></a:xfrm><a:custGeom><a:avLst/><a:gdLst/><a:ahLst/><a:cxnLst/><a:rect l="l" t="t" r="r" b="b"/><a:pathLst><a:path w="19050" h="634"><a:moveTo><a:pt x="1396" y="77"/></a:moveTo><a:lnTo><a:pt x="3335" y="77"/></a:lnTo></a:path><a:path w="19050" h="634"><a:moveTo><a:pt x="0" y="77"/></a:moveTo><a:lnTo><a:pt x="698" y="77"/></a:lnTo></a:path><a:path w="19050" h="634"><a:moveTo><a:pt x="0" y="155"/></a:moveTo><a:lnTo><a:pt x="775" y="155"/></a:lnTo></a:path><a:path w="19050" h="634"><a:moveTo><a:pt x="0" y="232"/></a:moveTo><a:lnTo><a:pt x="853" y="232"/></a:lnTo></a:path><a:path w="19050" h="634"><a:moveTo><a:pt x="0" y="310"/></a:moveTo><a:lnTo><a:pt x="930" y="310"/></a:lnTo><a:lnTo><a:pt x="0" y="310"/></a:lnTo></a:path><a:path w="19050" h="634"><a:moveTo><a:pt x="853" y="232"/></a:moveTo><a:lnTo><a:pt x="0" y="232"/></a:lnTo></a:path><a:path w="19050" h="634"><a:moveTo><a:pt x="0" y="77"/></a:moveTo><a:lnTo><a:pt x="698" y="77"/></a:lnTo><a:lnTo><a:pt x="0" y="77"/></a:lnTo></a:path><a:path w="19050" h="634"><a:moveTo><a:pt x="0" y="232"/></a:moveTo><a:lnTo><a:pt x="853" y="232"/></a:lnTo></a:path><a:path w="19050" h="634"><a:moveTo><a:pt x="18847" y="77"/></a:moveTo><a:lnTo><a:pt x="18847" y="0"/></a:lnTo></a:path><a:path w="19050" h="634"><a:moveTo><a:pt x="15667" y="77"/></a:moveTo><a:lnTo><a:pt x="15589" y="0"/></a:lnTo></a:path><a:path w="19050" h="634"><a:moveTo><a:pt x="3412" y="77"/></a:moveTo><a:lnTo><a:pt x="3412" y="0"/></a:lnTo></a:path><a:path w="19050" h="634"><a:moveTo><a:pt x="930" y="387"/></a:moveTo><a:lnTo><a:pt x="930" y="310"/></a:lnTo></a:path></a:pathLst></a:custGeom><a:ln w="3878"><a:solidFill><a:srgbClr val="000000"/></a:solidFill></a:ln></p:spPr><p:txBody><a:bodyPr wrap="square" lIns="0" tIns="0" rIns="0" bIns="0" rtlCol="0"/><a:lstStyle/><a:p/></p:txBody></p:sp><p:sp><p:nvSpPr><p:cNvPr id="295" name="object 295"/><p:cNvSpPr/><p:nvPr/></p:nvSpPr><p:spPr><a:xfrm><a:off x="11731955" y="10471826"/><a:ext cx="4445" cy="4445"/></a:xfrm><a:custGeom><a:avLst/><a:gdLst/><a:ahLst/><a:cxnLst/><a:rect l="l" t="t" r="r" b="b"/><a:pathLst><a:path w="4445" h="4445"><a:moveTo><a:pt x="3962" y="2006"/></a:moveTo><a:lnTo><a:pt x="3390" y="635"/></a:lnTo><a:lnTo><a:pt x="1943" y="0"/></a:lnTo><a:lnTo><a:pt x="571" y="558"/></a:lnTo><a:lnTo><a:pt x="0" y="1930"/></a:lnTo><a:lnTo><a:pt x="571" y="3302"/></a:lnTo><a:lnTo><a:pt x="2019" y="3949"/></a:lnTo><a:lnTo><a:pt x="3390" y="3378"/></a:lnTo><a:lnTo><a:pt x="3962" y="2006"/></a:lnTo><a:close/></a:path></a:pathLst></a:custGeom><a:solidFill><a:srgbClr val="000000"/></a:solidFill></p:spPr><p:txBody><a:bodyPr wrap="square" lIns="0" tIns="0" rIns="0" bIns="0" rtlCol="0"/><a:lstStyle/><a:p/></p:txBody></p:sp><p:sp><p:nvSpPr><p:cNvPr id="296" name="object 296"/><p:cNvSpPr/><p:nvPr/></p:nvSpPr><p:spPr><a:xfrm><a:off x="11733440" y="10473289"/><a:ext cx="15240" cy="635"/></a:xfrm><a:custGeom><a:avLst/><a:gdLst/><a:ahLst/><a:cxnLst/><a:rect l="l" t="t" r="r" b="b"/><a:pathLst><a:path w="15240" h="634"><a:moveTo><a:pt x="0" y="0"/></a:moveTo><a:lnTo><a:pt x="0" y="0"/></a:lnTo><a:lnTo><a:pt x="0" y="0"/></a:lnTo></a:path><a:path w="15240" h="634"><a:moveTo><a:pt x="15047" y="155"/></a:moveTo><a:lnTo><a:pt x="15047" y="77"/></a:lnTo></a:path><a:path w="15240" h="634"><a:moveTo><a:pt x="15124" y="232"/></a:moveTo><a:lnTo><a:pt x="15124" y="155"/></a:lnTo></a:path></a:pathLst></a:custGeom><a:ln w="3878"><a:solidFill><a:srgbClr val="000000"/></a:solidFill></a:ln></p:spPr><p:txBody><a:bodyPr wrap="square" lIns="0" tIns="0" rIns="0" bIns="0" rtlCol="0"/><a:lstStyle/><a:p/></p:txBody></p:sp><p:sp><p:nvSpPr><p:cNvPr id="297" name="object 297"/><p:cNvSpPr/><p:nvPr/></p:nvSpPr><p:spPr><a:xfrm><a:off x="11732273" y="10471433"/><a:ext cx="6350" cy="4445"/></a:xfrm><a:custGeom><a:avLst/><a:gdLst/><a:ahLst/><a:cxnLst/><a:rect l="l" t="t" r="r" b="b"/><a:pathLst><a:path w="6350" h="4445"><a:moveTo><a:pt x="5892" y="1943"/></a:moveTo><a:lnTo><a:pt x="5321" y="571"/></a:lnTo><a:lnTo><a:pt x="3949" y="0"/></a:lnTo><a:lnTo><a:pt x="2946" y="419"/></a:lnTo><a:lnTo><a:pt x="1943" y="0"/></a:lnTo><a:lnTo><a:pt x="571" y="571"/></a:lnTo><a:lnTo><a:pt x="0" y="1943"/></a:lnTo><a:lnTo><a:pt x="571" y="3314"/></a:lnTo><a:lnTo><a:pt x="1943" y="3873"/></a:lnTo><a:lnTo><a:pt x="2946" y="3467"/></a:lnTo><a:lnTo><a:pt x="3949" y="3873"/></a:lnTo><a:lnTo><a:pt x="5321" y="3314"/></a:lnTo><a:lnTo><a:pt x="5892" y="1943"/></a:lnTo><a:close/></a:path></a:pathLst></a:custGeom><a:solidFill><a:srgbClr val="000000"/></a:solidFill></p:spPr><p:txBody><a:bodyPr wrap="square" lIns="0" tIns="0" rIns="0" bIns="0" rtlCol="0"/><a:lstStyle/><a:p/></p:txBody></p:sp><p:sp><p:nvSpPr><p:cNvPr id="298" name="object 298"/><p:cNvSpPr/><p:nvPr/></p:nvSpPr><p:spPr><a:xfrm><a:off x="11734139" y="8245395"/><a:ext cx="20955" cy="2228215"/></a:xfrm><a:custGeom><a:avLst/><a:gdLst/><a:ahLst/><a:cxnLst/><a:rect l="l" t="t" r="r" b="b"/><a:pathLst><a:path w="20954" h="2228215"><a:moveTo><a:pt x="2249" y="2228126"/></a:moveTo><a:lnTo><a:pt x="2249" y="2228049"/></a:lnTo></a:path><a:path w="20954" h="2228215"><a:moveTo><a:pt x="77" y="2227971"/></a:moveTo><a:lnTo><a:pt x="2094" y="2227971"/></a:lnTo><a:lnTo><a:pt x="2094" y="2227971"/></a:lnTo></a:path><a:path w="20954" h="2228215"><a:moveTo><a:pt x="17529" y="2228049"/></a:moveTo><a:lnTo><a:pt x="17529" y="2227816"/></a:lnTo></a:path><a:path w="20954" h="2228215"><a:moveTo><a:pt x="155" y="2228126"/></a:moveTo><a:lnTo><a:pt x="155" y="2228049"/></a:lnTo><a:lnTo><a:pt x="155" y="2228049"/></a:lnTo></a:path><a:path w="20954" h="2228215"><a:moveTo><a:pt x="17606" y="2228126"/></a:moveTo><a:lnTo><a:pt x="17606" y="2227816"/></a:lnTo></a:path><a:path w="20954" h="2228215"><a:moveTo><a:pt x="77" y="2227971"/></a:moveTo><a:lnTo><a:pt x="0" y="2227971"/></a:lnTo></a:path><a:path w="20954" h="2228215"><a:moveTo><a:pt x="2326" y="2228204"/></a:moveTo><a:lnTo><a:pt x="2326" y="2228126"/></a:lnTo><a:lnTo><a:pt x="2249" y="2228126"/></a:lnTo></a:path><a:path w="20954" h="2228215"><a:moveTo><a:pt x="17218" y="2228204"/></a:moveTo><a:lnTo><a:pt x="17218" y="2228126"/></a:lnTo></a:path><a:path w="20954" h="2228215"><a:moveTo><a:pt x="20088" y="0"/></a:moveTo><a:lnTo><a:pt x="20398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299" name="object 299"/><p:cNvSpPr/><p:nvPr/></p:nvSpPr><p:spPr><a:xfrm><a:off x="11732433" y="10471583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00" name="object 300"/><p:cNvSpPr/><p:nvPr/></p:nvSpPr><p:spPr><a:xfrm><a:off x="11733130" y="10473212"/><a:ext cx="19050" cy="635"/></a:xfrm><a:custGeom><a:avLst/><a:gdLst/><a:ahLst/><a:cxnLst/><a:rect l="l" t="t" r="r" b="b"/><a:pathLst><a:path w="19050" h="634"><a:moveTo><a:pt x="1008" y="155"/></a:moveTo><a:lnTo><a:pt x="3024" y="77"/></a:lnTo></a:path><a:path w="19050" h="634"><a:moveTo><a:pt x="0" y="77"/></a:moveTo><a:lnTo><a:pt x="310" y="77"/></a:lnTo></a:path><a:path w="19050" h="634"><a:moveTo><a:pt x="0" y="155"/></a:moveTo><a:lnTo><a:pt x="387" y="155"/></a:lnTo></a:path><a:path w="19050" h="634"><a:moveTo><a:pt x="0" y="310"/></a:moveTo><a:lnTo><a:pt x="542" y="310"/></a:lnTo></a:path><a:path w="19050" h="634"><a:moveTo><a:pt x="0" y="310"/></a:moveTo><a:lnTo><a:pt x="542" y="310"/></a:lnTo><a:lnTo><a:pt x="0" y="310"/></a:lnTo></a:path><a:path w="19050" h="634"><a:moveTo><a:pt x="465" y="232"/></a:moveTo><a:lnTo><a:pt x="0" y="310"/></a:lnTo></a:path><a:path w="19050" h="634"><a:moveTo><a:pt x="0" y="77"/></a:moveTo><a:lnTo><a:pt x="310" y="77"/></a:lnTo></a:path><a:path w="19050" h="634"><a:moveTo><a:pt x="0" y="232"/></a:moveTo><a:lnTo><a:pt x="465" y="232"/></a:lnTo></a:path><a:path w="19050" h="634"><a:moveTo><a:pt x="18459" y="155"/></a:moveTo><a:lnTo><a:pt x="18459" y="0"/></a:lnTo></a:path><a:path w="19050" h="634"><a:moveTo><a:pt x="15279" y="155"/></a:moveTo><a:lnTo><a:pt x="15279" y="77"/></a:lnTo></a:path></a:pathLst></a:custGeom><a:ln w="3878"><a:solidFill><a:srgbClr val="000000"/></a:solidFill></a:ln></p:spPr><p:txBody><a:bodyPr wrap="square" lIns="0" tIns="0" rIns="0" bIns="0" rtlCol="0"/><a:lstStyle/><a:p/></p:txBody></p:sp><p:sp><p:nvSpPr><p:cNvPr id="301" name="object 301"/><p:cNvSpPr/><p:nvPr/></p:nvSpPr><p:spPr><a:xfrm><a:off x="11734216" y="10471350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02" name="object 302"/><p:cNvSpPr/><p:nvPr/></p:nvSpPr><p:spPr><a:xfrm><a:off x="11733673" y="10473444"/><a:ext cx="635" cy="635"/></a:xfrm><a:custGeom><a:avLst/><a:gdLst/><a:ahLst/><a:cxnLst/><a:rect l="l" t="t" r="r" b="b"/><a:pathLst><a:path w="634" h="634"><a:moveTo><a:pt x="77" y="155"/></a:moveTo><a:lnTo><a:pt x="77" y="77"/></a:lnTo></a:path><a:path w="634" h="634"><a:moveTo><a:pt x="0" y="77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303" name="object 303"/><p:cNvSpPr/><p:nvPr/></p:nvSpPr><p:spPr><a:xfrm><a:off x="11731651" y="10471433"/><a:ext cx="4445" cy="4445"/></a:xfrm><a:custGeom><a:avLst/><a:gdLst/><a:ahLst/><a:cxnLst/><a:rect l="l" t="t" r="r" b="b"/><a:pathLst><a:path w="4445" h="4445"><a:moveTo><a:pt x="3873" y="1943"/></a:moveTo><a:lnTo><a:pt x="3314" y="571"/></a:lnTo><a:lnTo><a:pt x="1943" y="0"/></a:lnTo><a:lnTo><a:pt x="571" y="571"/></a:lnTo><a:lnTo><a:pt x="0" y="1943"/></a:lnTo><a:lnTo><a:pt x="571" y="3390"/></a:lnTo><a:lnTo><a:pt x="1943" y="3962"/></a:lnTo><a:lnTo><a:pt x="3314" y="3390"/></a:lnTo><a:lnTo><a:pt x="3873" y="2019"/></a:lnTo><a:close/></a:path></a:pathLst></a:custGeom><a:solidFill><a:srgbClr val="000000"/></a:solidFill></p:spPr><p:txBody><a:bodyPr wrap="square" lIns="0" tIns="0" rIns="0" bIns="0" rtlCol="0"/><a:lstStyle/><a:p/></p:txBody></p:sp><p:sp><p:nvSpPr><p:cNvPr id="304" name="object 304"/><p:cNvSpPr/><p:nvPr/></p:nvSpPr><p:spPr><a:xfrm><a:off x="11733130" y="8245007"/><a:ext cx="21590" cy="2228850"/></a:xfrm><a:custGeom><a:avLst/><a:gdLst/><a:ahLst/><a:cxnLst/><a:rect l="l" t="t" r="r" b="b"/><a:pathLst><a:path w="21590" h="2228850"><a:moveTo><a:pt x="542" y="2228514"/></a:moveTo><a:lnTo><a:pt x="465" y="2228437"/></a:lnTo></a:path><a:path w="21590" h="2228850"><a:moveTo><a:pt x="15047" y="2228049"/></a:moveTo><a:lnTo><a:pt x="15047" y="2227971"/></a:lnTo></a:path><a:path w="21590" h="2228850"><a:moveTo><a:pt x="15124" y="2228126"/></a:moveTo><a:lnTo><a:pt x="15124" y="2228049"/></a:lnTo></a:path><a:path w="21590" h="2228850"><a:moveTo><a:pt x="2792" y="2228049"/></a:moveTo><a:lnTo><a:pt x="2792" y="2227971"/></a:lnTo></a:path><a:path w="21590" h="2228850"><a:moveTo><a:pt x="2869" y="2228126"/></a:moveTo><a:lnTo><a:pt x="2869" y="2228049"/></a:lnTo></a:path><a:path w="21590" h="2228850"><a:moveTo><a:pt x="698" y="2227971"/></a:moveTo><a:lnTo><a:pt x="2792" y="2227971"/></a:lnTo><a:lnTo><a:pt x="2792" y="2227971"/></a:lnTo></a:path><a:path w="21590" h="2228850"><a:moveTo><a:pt x="18227" y="2228049"/></a:moveTo><a:lnTo><a:pt x="18227" y="2227894"/></a:lnTo></a:path><a:path w="21590" h="2228850"><a:moveTo><a:pt x="853" y="2228126"/></a:moveTo><a:lnTo><a:pt x="775" y="2228049"/></a:lnTo><a:lnTo><a:pt x="775" y="2228049"/></a:lnTo></a:path><a:path w="21590" h="2228850"><a:moveTo><a:pt x="18304" y="2228126"/></a:moveTo><a:lnTo><a:pt x="18304" y="2227894"/></a:lnTo></a:path><a:path w="21590" h="2228850"><a:moveTo><a:pt x="2947" y="2228204"/></a:moveTo><a:lnTo><a:pt x="2947" y="2228126"/></a:lnTo><a:lnTo><a:pt x="2947" y="2228204"/></a:lnTo></a:path><a:path w="21590" h="2228850"><a:moveTo><a:pt x="17916" y="2228204"/></a:moveTo><a:lnTo><a:pt x="17916" y="2228126"/></a:lnTo></a:path><a:path w="21590" h="2228850"><a:moveTo><a:pt x="20709" y="0"/></a:moveTo><a:lnTo><a:pt x="21096" y="0"/></a:lnTo></a:path><a:path w="21590" h="2228850"><a:moveTo><a:pt x="853" y="2228204"/></a:moveTo><a:lnTo><a:pt x="853" y="2228126"/></a:lnTo></a:path><a:path w="21590" h="2228850"><a:moveTo><a:pt x="2094" y="2227894"/></a:moveTo><a:lnTo><a:pt x="2637" y="2227894"/></a:lnTo></a:path><a:path w="21590" h="2228850"><a:moveTo><a:pt x="698" y="2227971"/></a:moveTo><a:lnTo><a:pt x="620" y="2227894"/></a:lnTo></a:path><a:path w="21590" h="2228850"><a:moveTo><a:pt x="2094" y="2227894"/></a:moveTo><a:lnTo><a:pt x="2637" y="2227894"/></a:lnTo></a:path><a:path w="21590" h="2228850"><a:moveTo><a:pt x="0" y="2227971"/></a:moveTo><a:lnTo><a:pt x="77" y="2227971"/></a:lnTo></a:path><a:path w="21590" h="2228850"><a:moveTo><a:pt x="0" y="2228126"/></a:moveTo><a:lnTo><a:pt x="155" y="2228126"/></a:lnTo></a:path><a:path w="21590" h="2228850"><a:moveTo><a:pt x="0" y="2228126"/></a:moveTo><a:lnTo><a:pt x="232" y="2228204"/></a:lnTo><a:lnTo><a:pt x="0" y="2228204"/></a:lnTo></a:path><a:path w="21590" h="2228850"><a:moveTo><a:pt x="155" y="2228049"/></a:moveTo><a:lnTo><a:pt x="0" y="2228049"/></a:lnTo></a:path><a:path w="21590" h="2228850"><a:moveTo><a:pt x="77" y="2228049"/></a:moveTo><a:lnTo><a:pt x="0" y="2228049"/></a:lnTo></a:path></a:pathLst></a:custGeom><a:ln w="3878"><a:solidFill><a:srgbClr val="000000"/></a:solidFill></a:ln></p:spPr><p:txBody><a:bodyPr wrap="square" lIns="0" tIns="0" rIns="0" bIns="0" rtlCol="0"/><a:lstStyle/><a:p/></p:txBody></p:sp><p:sp><p:nvSpPr><p:cNvPr id="305" name="object 305"/><p:cNvSpPr/><p:nvPr/></p:nvSpPr><p:spPr><a:xfrm><a:off x="11731192" y="10470963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06" name="object 306"/><p:cNvSpPr/><p:nvPr/></p:nvSpPr><p:spPr><a:xfrm><a:off x="11748023" y="10472901"/><a:ext cx="3810" cy="635"/></a:xfrm><a:custGeom><a:avLst/><a:gdLst/><a:ahLst/><a:cxnLst/><a:rect l="l" t="t" r="r" b="b"/><a:pathLst><a:path w="3809" h="634"><a:moveTo><a:pt x="3257" y="77"/></a:moveTo><a:lnTo><a:pt x="3257" y="0"/></a:lnTo></a:path><a:path w="3809" h="634"><a:moveTo><a:pt x="0" y="77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307" name="object 307"/><p:cNvSpPr/><p:nvPr/></p:nvSpPr><p:spPr><a:xfrm><a:off x="11733906" y="10470963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08" name="object 308"/><p:cNvSpPr/><p:nvPr/></p:nvSpPr><p:spPr><a:xfrm><a:off x="11733285" y="10473057"/><a:ext cx="635" cy="635"/></a:xfrm><a:custGeom><a:avLst/><a:gdLst/><a:ahLst/><a:cxnLst/><a:rect l="l" t="t" r="r" b="b"/><a:pathLst><a:path w="634" h="634"><a:moveTo><a:pt x="77" y="155"/></a:moveTo><a:lnTo><a:pt x="77" y="77"/></a:lnTo></a:path><a:path w="634" h="634"><a:moveTo><a:pt x="0" y="77"/></a:moveTo><a:lnTo><a:pt x="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309" name="object 309"/><p:cNvSpPr/><p:nvPr/></p:nvSpPr><p:spPr><a:xfrm><a:off x="11731347" y="10471118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10" name="object 310"/><p:cNvSpPr/><p:nvPr/></p:nvSpPr><p:spPr><a:xfrm><a:off x="11733208" y="8244541"/><a:ext cx="18415" cy="2228850"/></a:xfrm><a:custGeom><a:avLst/><a:gdLst/><a:ahLst/><a:cxnLst/><a:rect l="l" t="t" r="r" b="b"/><a:pathLst><a:path w="18415" h="2228850"><a:moveTo><a:pt x="0" y="2228514"/></a:moveTo><a:lnTo><a:pt x="0" y="2228437"/></a:lnTo></a:path><a:path w="18415" h="2228850"><a:moveTo><a:pt x="77" y="2228592"/></a:moveTo><a:lnTo><a:pt x="77" y="2228514"/></a:lnTo></a:path><a:path w="18415" h="2228850"><a:moveTo><a:pt x="14659" y="2228204"/></a:moveTo><a:lnTo><a:pt x="14659" y="0"/></a:lnTo><a:lnTo><a:pt x="2016" y="0"/></a:lnTo></a:path><a:path w="18415" h="2228850"><a:moveTo><a:pt x="14659" y="0"/></a:moveTo><a:lnTo><a:pt x="17839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311" name="object 311"/><p:cNvSpPr/><p:nvPr/></p:nvSpPr><p:spPr><a:xfrm><a:off x="11733829" y="10470885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12" name="object 312"/><p:cNvSpPr/><p:nvPr/></p:nvSpPr><p:spPr><a:xfrm><a:off x="2596213" y="7819734"/><a:ext cx="9157970" cy="2653665"/></a:xfrm><a:custGeom><a:avLst/><a:gdLst/><a:ahLst/><a:cxnLst/><a:rect l="l" t="t" r="r" b="b"/><a:pathLst><a:path w="9157970" h="2653665"><a:moveTo><a:pt x="9139011" y="2653089"/></a:moveTo><a:lnTo><a:pt x="9139477" y="2653089"/></a:lnTo><a:lnTo><a:pt x="9139554" y="2653089"/></a:lnTo></a:path><a:path w="9157970" h="2653665"><a:moveTo><a:pt x="9154446" y="2653167"/></a:moveTo><a:lnTo><a:pt x="9154446" y="2653012"/></a:lnTo></a:path><a:path w="9157970" h="2653665"><a:moveTo><a:pt x="9154834" y="424962"/></a:moveTo><a:lnTo><a:pt x="9157626" y="424962"/></a:lnTo></a:path><a:path w="9157970" h="2653665"><a:moveTo><a:pt x="9139011" y="2653089"/></a:moveTo><a:lnTo><a:pt x="9139477" y="2653089"/></a:lnTo></a:path><a:path w="9157970" h="2653665"><a:moveTo><a:pt x="8486791" y="419998"/></a:moveTo><a:lnTo><a:pt x="8488653" y="419998"/></a:lnTo></a:path><a:path w="9157970" h="2653665"><a:moveTo><a:pt x="8683566" y="419998"/></a:moveTo><a:lnTo><a:pt x="8681705" y="419998"/></a:lnTo></a:path><a:path w="9157970" h="2653665"><a:moveTo><a:pt x="8892984" y="419998"/></a:moveTo><a:lnTo><a:pt x="8891123" y="419998"/></a:lnTo></a:path><a:path w="9157970" h="2653665"><a:moveTo><a:pt x="8608486" y="2653167"/></a:moveTo><a:lnTo><a:pt x="8561173" y="2653167"/></a:lnTo></a:path><a:path w="9157970" h="2653665"><a:moveTo><a:pt x="8608486" y="419998"/></a:moveTo><a:lnTo><a:pt x="8561173" y="419998"/></a:lnTo></a:path><a:path w="9157970" h="2653665"><a:moveTo><a:pt x="8623301" y="2653167"/></a:moveTo><a:lnTo><a:pt x="8610270" y="2653167"/></a:lnTo></a:path><a:path w="9157970" h="2653665"><a:moveTo><a:pt x="8623301" y="419998"/></a:moveTo><a:lnTo><a:pt x="8610270" y="419998"/></a:lnTo></a:path><a:path w="9157970" h="2653665"><a:moveTo><a:pt x="8696209" y="419998"/></a:moveTo><a:lnTo><a:pt x="8698071" y="419998"/></a:lnTo></a:path><a:path w="9157970" h="2653665"><a:moveTo><a:pt x="8754070" y="2653167"/></a:moveTo><a:lnTo><a:pt x="8755777" y="2653167"/></a:lnTo></a:path><a:path w="9157970" h="2653665"><a:moveTo><a:pt x="8754070" y="419998"/></a:moveTo><a:lnTo><a:pt x="8755777" y="419998"/></a:lnTo></a:path><a:path w="9157970" h="2653665"><a:moveTo><a:pt x="8768885" y="2653167"/></a:moveTo><a:lnTo><a:pt x="8755777" y="2653167"/></a:lnTo></a:path><a:path w="9157970" h="2653665"><a:moveTo><a:pt x="8768885" y="419998"/></a:moveTo><a:lnTo><a:pt x="8755777" y="419998"/></a:lnTo></a:path><a:path w="9157970" h="2653665"><a:moveTo><a:pt x="8832718" y="2653167"/></a:moveTo><a:lnTo><a:pt x="8819688" y="2653167"/></a:lnTo></a:path><a:path w="9157970" h="2653665"><a:moveTo><a:pt x="8832718" y="419998"/></a:moveTo><a:lnTo><a:pt x="8819688" y="419998"/></a:lnTo></a:path><a:path w="9157970" h="2653665"><a:moveTo><a:pt x="8879178" y="2653167"/></a:moveTo><a:lnTo><a:pt x="8834425" y="2653167"/></a:lnTo></a:path><a:path w="9157970" h="2653665"><a:moveTo><a:pt x="8879178" y="419998"/></a:moveTo><a:lnTo><a:pt x="8834425" y="419998"/></a:lnTo></a:path><a:path w="9157970" h="2653665"><a:moveTo><a:pt x="8879178" y="419998"/></a:moveTo><a:lnTo><a:pt x="8891123" y="419998"/></a:lnTo></a:path><a:path w="9157970" h="2653665"><a:moveTo><a:pt x="8559467" y="2653167"/></a:moveTo><a:lnTo><a:pt x="8546359" y="2653167"/></a:lnTo></a:path><a:path w="9157970" h="2653665"><a:moveTo><a:pt x="8559467" y="419998"/></a:moveTo><a:lnTo><a:pt x="8546359" y="419998"/></a:lnTo></a:path><a:path w="9157970" h="2653665"><a:moveTo><a:pt x="8500597" y="419998"/></a:moveTo><a:lnTo><a:pt x="8488653" y="419998"/></a:lnTo></a:path><a:path w="9157970" h="2653665"><a:moveTo><a:pt x="8561173" y="2653167"/></a:moveTo><a:lnTo><a:pt x="8559467" y="2653167"/></a:lnTo></a:path><a:path w="9157970" h="2653665"><a:moveTo><a:pt x="8561173" y="419998"/></a:moveTo><a:lnTo><a:pt x="8559467" y="419998"/></a:lnTo></a:path><a:path w="9157970" h="2653665"><a:moveTo><a:pt x="8625007" y="2653167"/></a:moveTo><a:lnTo><a:pt x="8623301" y="2653167"/></a:lnTo></a:path><a:path w="9157970" h="2653665"><a:moveTo><a:pt x="8625007" y="419998"/></a:moveTo><a:lnTo><a:pt x="8623301" y="419998"/></a:lnTo></a:path><a:path w="9157970" h="2653665"><a:moveTo><a:pt x="8669760" y="2653167"/></a:moveTo><a:lnTo><a:pt x="8625007" y="2653167"/></a:lnTo></a:path><a:path w="9157970" h="2653665"><a:moveTo><a:pt x="8669760" y="419998"/></a:moveTo><a:lnTo><a:pt x="8625007" y="419998"/></a:lnTo></a:path><a:path w="9157970" h="2653665"><a:moveTo><a:pt x="8683566" y="419998"/></a:moveTo><a:lnTo><a:pt x="8686204" y="419998"/></a:lnTo></a:path><a:path w="9157970" h="2653665"><a:moveTo><a:pt x="8696209" y="419998"/></a:moveTo><a:lnTo><a:pt x="8693494" y="419998"/></a:lnTo></a:path><a:path w="9157970" h="2653665"><a:moveTo><a:pt x="8754070" y="2653167"/></a:moveTo><a:lnTo><a:pt x="8710015" y="2653167"/></a:lnTo></a:path><a:path w="9157970" h="2653665"><a:moveTo><a:pt x="8754070" y="419998"/></a:moveTo><a:lnTo><a:pt x="8710015" y="419998"/></a:lnTo></a:path><a:path w="9157970" h="2653665"><a:moveTo><a:pt x="8817904" y="2653167"/></a:moveTo><a:lnTo><a:pt x="8770591" y="2653167"/></a:lnTo></a:path><a:path w="9157970" h="2653665"><a:moveTo><a:pt x="8817904" y="419998"/></a:moveTo><a:lnTo><a:pt x="8770591" y="419998"/></a:lnTo></a:path><a:path w="9157970" h="2653665"><a:moveTo><a:pt x="8895621" y="419998"/></a:moveTo><a:lnTo><a:pt x="8899267" y="419998"/></a:lnTo></a:path><a:path w="9157970" h="2653665"><a:moveTo><a:pt x="8902912" y="419998"/></a:moveTo><a:lnTo><a:pt x="8899267" y="419998"/></a:lnTo></a:path><a:path w="9157970" h="2653665"><a:moveTo><a:pt x="8892984" y="419998"/></a:moveTo><a:lnTo><a:pt x="8895621" y="419998"/></a:lnTo></a:path><a:path w="9157970" h="2653665"><a:moveTo><a:pt x="8905627" y="419998"/></a:moveTo><a:lnTo><a:pt x="8902912" y="419998"/></a:lnTo></a:path><a:path w="9157970" h="2653665"><a:moveTo><a:pt x="8693494" y="419998"/></a:moveTo><a:lnTo><a:pt x="8689849" y="419998"/></a:lnTo></a:path><a:path w="9157970" h="2653665"><a:moveTo><a:pt x="8905627" y="419998"/></a:moveTo><a:lnTo><a:pt x="8907488" y="419998"/></a:lnTo></a:path><a:path w="9157970" h="2653665"><a:moveTo><a:pt x="8770591" y="2653167"/></a:moveTo><a:lnTo><a:pt x="8768885" y="2653167"/></a:lnTo></a:path><a:path w="9157970" h="2653665"><a:moveTo><a:pt x="8770591" y="419998"/></a:moveTo><a:lnTo><a:pt x="8768885" y="419998"/></a:lnTo></a:path><a:path w="9157970" h="2653665"><a:moveTo><a:pt x="8544653" y="2653167"/></a:moveTo><a:lnTo><a:pt x="8500597" y="2653167"/></a:lnTo></a:path><a:path w="9157970" h="2653665"><a:moveTo><a:pt x="8544653" y="419998"/></a:moveTo><a:lnTo><a:pt x="8500597" y="419998"/></a:lnTo></a:path><a:path w="9157970" h="2653665"><a:moveTo><a:pt x="8686204" y="419998"/></a:moveTo><a:lnTo><a:pt x="8689849" y="419998"/></a:lnTo></a:path><a:path w="9157970" h="2653665"><a:moveTo><a:pt x="8669760" y="419998"/></a:moveTo><a:lnTo><a:pt x="8681705" y="419998"/></a:lnTo></a:path><a:path w="9157970" h="2653665"><a:moveTo><a:pt x="8544653" y="2653167"/></a:moveTo><a:lnTo><a:pt x="8546359" y="2653167"/></a:lnTo></a:path><a:path w="9157970" h="2653665"><a:moveTo><a:pt x="8544653" y="419998"/></a:moveTo><a:lnTo><a:pt x="8546359" y="419998"/></a:lnTo></a:path><a:path w="9157970" h="2653665"><a:moveTo><a:pt x="8608486" y="2653167"/></a:moveTo><a:lnTo><a:pt x="8610270" y="2653167"/></a:lnTo></a:path><a:path w="9157970" h="2653665"><a:moveTo><a:pt x="8608486" y="419998"/></a:moveTo><a:lnTo><a:pt x="8610270" y="419998"/></a:lnTo></a:path><a:path w="9157970" h="2653665"><a:moveTo><a:pt x="8710015" y="419998"/></a:moveTo><a:lnTo><a:pt x="8698071" y="419998"/></a:lnTo></a:path><a:path w="9157970" h="2653665"><a:moveTo><a:pt x="8817904" y="2653167"/></a:moveTo><a:lnTo><a:pt x="8819688" y="2653167"/></a:lnTo></a:path><a:path w="9157970" h="2653665"><a:moveTo><a:pt x="8817904" y="419998"/></a:moveTo><a:lnTo><a:pt x="8819688" y="419998"/></a:lnTo></a:path><a:path w="9157970" h="2653665"><a:moveTo><a:pt x="8834425" y="2653167"/></a:moveTo><a:lnTo><a:pt x="8832718" y="2653167"/></a:lnTo></a:path><a:path w="9157970" h="2653665"><a:moveTo><a:pt x="8834425" y="419998"/></a:moveTo><a:lnTo><a:pt x="8832718" y="419998"/></a:lnTo></a:path><a:path w="9157970" h="2653665"><a:moveTo><a:pt x="9027322" y="2653167"/></a:moveTo><a:lnTo><a:pt x="9029106" y="2653167"/></a:lnTo></a:path><a:path w="9157970" h="2653665"><a:moveTo><a:pt x="9027322" y="419998"/></a:moveTo><a:lnTo><a:pt x="9029106" y="419998"/></a:lnTo></a:path><a:path w="9157970" h="2653665"><a:moveTo><a:pt x="9042136" y="2653167"/></a:moveTo><a:lnTo><a:pt x="9029106" y="2653167"/></a:lnTo></a:path><a:path w="9157970" h="2653665"><a:moveTo><a:pt x="9042136" y="419998"/></a:moveTo><a:lnTo><a:pt x="9029106" y="419998"/></a:lnTo></a:path><a:path w="9157970" h="2653665"><a:moveTo><a:pt x="8963488" y="2653167"/></a:moveTo><a:lnTo><a:pt x="8965194" y="2653167"/></a:lnTo></a:path><a:path w="9157970" h="2653665"><a:moveTo><a:pt x="8963488" y="419998"/></a:moveTo><a:lnTo><a:pt x="8965194" y="419998"/></a:lnTo></a:path><a:path w="9157970" h="2653665"><a:moveTo><a:pt x="8978302" y="2653167"/></a:moveTo><a:lnTo><a:pt x="8965194" y="2653167"/></a:lnTo></a:path><a:path w="9157970" h="2653665"><a:moveTo><a:pt x="8978302" y="419998"/></a:moveTo><a:lnTo><a:pt x="8965194" y="419998"/></a:lnTo></a:path><a:path w="9157970" h="2653665"><a:moveTo><a:pt x="9088596" y="2653167"/></a:moveTo><a:lnTo><a:pt x="9043842" y="2653167"/></a:lnTo></a:path><a:path w="9157970" h="2653665"><a:moveTo><a:pt x="9088596" y="419998"/></a:moveTo><a:lnTo><a:pt x="9043842" y="419998"/></a:lnTo></a:path><a:path w="9157970" h="2653665"><a:moveTo><a:pt x="9104651" y="419998"/></a:moveTo><a:lnTo><a:pt x="9102790" y="419998"/></a:lnTo></a:path><a:path w="9157970" h="2653665"><a:moveTo><a:pt x="9104651" y="419998"/></a:moveTo><a:lnTo><a:pt x="9107288" y="419998"/></a:lnTo></a:path><a:path w="9157970" h="2653665"><a:moveTo><a:pt x="9027322" y="2653167"/></a:moveTo><a:lnTo><a:pt x="8980009" y="2653167"/></a:lnTo></a:path><a:path w="9157970" h="2653665"><a:moveTo><a:pt x="9027322" y="419998"/></a:moveTo><a:lnTo><a:pt x="8980009" y="419998"/></a:lnTo></a:path><a:path w="9157970" h="2653665"><a:moveTo><a:pt x="9043842" y="2653167"/></a:moveTo><a:lnTo><a:pt x="9042136" y="2653167"/></a:lnTo></a:path><a:path w="9157970" h="2653665"><a:moveTo><a:pt x="9043842" y="419998"/></a:moveTo><a:lnTo><a:pt x="9042136" y="419998"/></a:lnTo></a:path><a:path w="9157970" h="2653665"><a:moveTo><a:pt x="9107288" y="419998"/></a:moveTo><a:lnTo><a:pt x="9117139" y="419998"/></a:lnTo></a:path><a:path w="9157970" h="2653665"><a:moveTo><a:pt x="8980009" y="2653167"/></a:moveTo><a:lnTo><a:pt x="8978302" y="2653167"/></a:lnTo></a:path><a:path w="9157970" h="2653665"><a:moveTo><a:pt x="8980009" y="419998"/></a:moveTo><a:lnTo><a:pt x="8978302" y="419998"/></a:lnTo></a:path><a:path w="9157970" h="2653665"><a:moveTo><a:pt x="9088596" y="419998"/></a:moveTo><a:lnTo><a:pt x="9102790" y="419998"/></a:lnTo></a:path><a:path w="9157970" h="2653665"><a:moveTo><a:pt x="8919433" y="419998"/></a:moveTo><a:lnTo><a:pt x="8907488" y="419998"/></a:lnTo></a:path><a:path w="9157970" h="2653665"><a:moveTo><a:pt x="8963488" y="2653167"/></a:moveTo><a:lnTo><a:pt x="8919433" y="2653167"/></a:lnTo></a:path><a:path w="9157970" h="2653665"><a:moveTo><a:pt x="8963488" y="419998"/></a:moveTo><a:lnTo><a:pt x="8919433" y="419998"/></a:lnTo></a:path><a:path w="9157970" h="2653665"><a:moveTo><a:pt x="8399069" y="2653167"/></a:moveTo><a:lnTo><a:pt x="8351756" y="2653167"/></a:lnTo></a:path><a:path w="9157970" h="2653665"><a:moveTo><a:pt x="8350049" y="2653167"/></a:moveTo><a:lnTo><a:pt x="8336941" y="2653167"/></a:lnTo><a:lnTo><a:pt x="8335235" y="2653167"/></a:lnTo></a:path><a:path w="9157970" h="2653665"><a:moveTo><a:pt x="8413883" y="2653167"/></a:moveTo><a:lnTo><a:pt x="8400853" y="2653167"/></a:lnTo></a:path><a:path w="9157970" h="2653665"><a:moveTo><a:pt x="8460343" y="2653167"/></a:moveTo><a:lnTo><a:pt x="8415589" y="2653167"/></a:lnTo></a:path><a:path w="9157970" h="2653665"><a:moveTo><a:pt x="8351756" y="2653167"/></a:moveTo><a:lnTo><a:pt x="8350049" y="2653167"/></a:lnTo></a:path><a:path w="9157970" h="2653665"><a:moveTo><a:pt x="8399069" y="2653167"/></a:moveTo><a:lnTo><a:pt x="8400853" y="2653167"/></a:lnTo></a:path><a:path w="9157970" h="2653665"><a:moveTo><a:pt x="8415589" y="2653167"/></a:moveTo><a:lnTo><a:pt x="8413883" y="2653167"/></a:lnTo></a:path><a:path w="9157970" h="2653665"><a:moveTo><a:pt x="9119853" y="419998"/></a:moveTo><a:lnTo><a:pt x="9121715" y="419998"/></a:lnTo></a:path><a:path w="9157970" h="2653665"><a:moveTo><a:pt x="9119853" y="419998"/></a:moveTo><a:lnTo><a:pt x="9117139" y="419998"/></a:lnTo></a:path><a:path w="9157970" h="2653665"><a:moveTo><a:pt x="9139011" y="419998"/></a:moveTo><a:lnTo><a:pt x="9133582" y="419998"/></a:lnTo><a:lnTo><a:pt x="9121715" y="419998"/></a:lnTo></a:path><a:path w="9157970" h="2653665"><a:moveTo><a:pt x="8350049" y="419998"/></a:moveTo><a:lnTo><a:pt x="8336941" y="419998"/></a:lnTo><a:lnTo><a:pt x="8335235" y="419998"/></a:lnTo><a:lnTo><a:pt x="8297850" y="419998"/></a:lnTo></a:path><a:path w="9157970" h="2653665"><a:moveTo><a:pt x="8484077" y="419998"/></a:moveTo><a:lnTo><a:pt x="8480431" y="419998"/></a:lnTo></a:path><a:path w="9157970" h="2653665"><a:moveTo><a:pt x="8474149" y="419998"/></a:moveTo><a:lnTo><a:pt x="8472287" y="419998"/></a:lnTo><a:lnTo><a:pt x="8460343" y="419998"/></a:lnTo></a:path><a:path w="9157970" h="2653665"><a:moveTo><a:pt x="8415589" y="419998"/></a:moveTo><a:lnTo><a:pt x="8413883" y="419998"/></a:lnTo></a:path><a:path w="9157970" h="2653665"><a:moveTo><a:pt x="8486791" y="419998"/></a:moveTo><a:lnTo><a:pt x="8484077" y="419998"/></a:lnTo></a:path><a:path w="9157970" h="2653665"><a:moveTo><a:pt x="8400853" y="419998"/></a:moveTo><a:lnTo><a:pt x="8399069" y="419998"/></a:lnTo><a:lnTo><a:pt x="8351756" y="419998"/></a:lnTo></a:path><a:path w="9157970" h="2653665"><a:moveTo><a:pt x="8460343" y="419998"/></a:moveTo><a:lnTo><a:pt x="8415589" y="419998"/></a:lnTo></a:path><a:path w="9157970" h="2653665"><a:moveTo><a:pt x="8476786" y="419998"/></a:moveTo><a:lnTo><a:pt x="8480431" y="419998"/></a:lnTo></a:path><a:path w="9157970" h="2653665"><a:moveTo><a:pt x="8413883" y="419998"/></a:moveTo><a:lnTo><a:pt x="8400853" y="419998"/></a:lnTo></a:path><a:path w="9157970" h="2653665"><a:moveTo><a:pt x="8474149" y="419998"/></a:moveTo><a:lnTo><a:pt x="8476786" y="419998"/></a:lnTo></a:path><a:path w="9157970" h="2653665"><a:moveTo><a:pt x="8351756" y="419998"/></a:moveTo><a:lnTo><a:pt x="8350049" y="419998"/></a:lnTo></a:path><a:path w="9157970" h="2653665"><a:moveTo><a:pt x="8896862" y="2653167"/></a:moveTo><a:lnTo><a:pt x="8899267" y="2653167"/></a:lnTo><a:lnTo><a:pt x="8901671" y="2653167"/></a:lnTo></a:path><a:path w="9157970" h="2653665"><a:moveTo><a:pt x="8689849" y="2653167"/></a:moveTo><a:lnTo><a:pt x="8692253" y="2653167"/></a:lnTo></a:path><a:path w="9157970" h="2653665"><a:moveTo><a:pt x="8480431" y="2653167"/></a:moveTo><a:lnTo><a:pt x="8482836" y="2653167"/></a:lnTo></a:path><a:path w="9157970" h="2653665"><a:moveTo><a:pt x="8687445" y="2653167"/></a:moveTo><a:lnTo><a:pt x="8689849" y="2653167"/></a:lnTo></a:path><a:path w="9157970" h="2653665"><a:moveTo><a:pt x="8478027" y="2653167"/></a:moveTo><a:lnTo><a:pt x="8480431" y="2653167"/></a:lnTo></a:path><a:path w="9157970" h="2653665"><a:moveTo><a:pt x="7645553" y="419998"/></a:moveTo><a:lnTo><a:pt x="7647414" y="419998"/></a:lnTo></a:path><a:path w="9157970" h="2653665"><a:moveTo><a:pt x="7842328" y="419998"/></a:moveTo><a:lnTo><a:pt x="7840466" y="419998"/></a:lnTo></a:path><a:path w="9157970" h="2653665"><a:moveTo><a:pt x="8051746" y="419998"/></a:moveTo><a:lnTo><a:pt x="8049884" y="419998"/></a:lnTo></a:path><a:path w="9157970" h="2653665"><a:moveTo><a:pt x="7767325" y="2653167"/></a:moveTo><a:lnTo><a:pt x="7719935" y="2653167"/></a:lnTo></a:path><a:path w="9157970" h="2653665"><a:moveTo><a:pt x="7767325" y="419998"/></a:moveTo><a:lnTo><a:pt x="7719935" y="419998"/></a:lnTo></a:path><a:path w="9157970" h="2653665"><a:moveTo><a:pt x="7782140" y="2653167"/></a:moveTo><a:lnTo><a:pt x="7769032" y="2653167"/></a:lnTo></a:path><a:path w="9157970" h="2653665"><a:moveTo><a:pt x="7782140" y="419998"/></a:moveTo><a:lnTo><a:pt x="7769032" y="419998"/></a:lnTo></a:path><a:path w="9157970" h="2653665"><a:moveTo><a:pt x="7854970" y="419998"/></a:moveTo><a:lnTo><a:pt x="7856832" y="419998"/></a:lnTo></a:path><a:path w="9157970" h="2653665"><a:moveTo><a:pt x="7912909" y="2653167"/></a:moveTo><a:lnTo><a:pt x="7914616" y="2653167"/></a:lnTo></a:path><a:path w="9157970" h="2653665"><a:moveTo><a:pt x="7912909" y="419998"/></a:moveTo><a:lnTo><a:pt x="7914616" y="419998"/></a:lnTo></a:path><a:path w="9157970" h="2653665"><a:moveTo><a:pt x="7927646" y="2653167"/></a:moveTo><a:lnTo><a:pt x="7914616" y="2653167"/></a:lnTo></a:path><a:path w="9157970" h="2653665"><a:moveTo><a:pt x="7927646" y="419998"/></a:moveTo><a:lnTo><a:pt x="7914616" y="419998"/></a:lnTo></a:path><a:path w="9157970" h="2653665"><a:moveTo><a:pt x="7991557" y="2653167"/></a:moveTo><a:lnTo><a:pt x="7978449" y="2653167"/></a:lnTo></a:path><a:path w="9157970" h="2653665"><a:moveTo><a:pt x="7991557" y="419998"/></a:moveTo><a:lnTo><a:pt x="7978449" y="419998"/></a:lnTo></a:path><a:path w="9157970" h="2653665"><a:moveTo><a:pt x="8038017" y="2653167"/></a:moveTo><a:lnTo><a:pt x="7993264" y="2653167"/></a:lnTo></a:path><a:path w="9157970" h="2653665"><a:moveTo><a:pt x="8038017" y="419998"/></a:moveTo><a:lnTo><a:pt x="7993264" y="419998"/></a:lnTo></a:path><a:path w="9157970" h="2653665"><a:moveTo><a:pt x="8038017" y="419998"/></a:moveTo><a:lnTo><a:pt x="8049884" y="419998"/></a:lnTo></a:path><a:path w="9157970" h="2653665"><a:moveTo><a:pt x="7718228" y="2653167"/></a:moveTo><a:lnTo><a:pt x="7705198" y="2653167"/></a:lnTo></a:path><a:path w="9157970" h="2653665"><a:moveTo><a:pt x="7718228" y="419998"/></a:moveTo><a:lnTo><a:pt x="7705198" y="419998"/></a:lnTo></a:path><a:path w="9157970" h="2653665"><a:moveTo><a:pt x="7659359" y="419998"/></a:moveTo><a:lnTo><a:pt x="7647414" y="419998"/></a:lnTo></a:path><a:path w="9157970" h="2653665"><a:moveTo><a:pt x="7719935" y="2653167"/></a:moveTo><a:lnTo><a:pt x="7718228" y="2653167"/></a:lnTo></a:path><a:path w="9157970" h="2653665"><a:moveTo><a:pt x="7719935" y="419998"/></a:moveTo><a:lnTo><a:pt x="7718228" y="419998"/></a:lnTo></a:path><a:path w="9157970" h="2653665"><a:moveTo><a:pt x="7783846" y="2653167"/></a:moveTo><a:lnTo><a:pt x="7782140" y="2653167"/></a:lnTo></a:path><a:path w="9157970" h="2653665"><a:moveTo><a:pt x="7783846" y="419998"/></a:moveTo><a:lnTo><a:pt x="7782140" y="419998"/></a:lnTo></a:path><a:path w="9157970" h="2653665"><a:moveTo><a:pt x="7828599" y="2653167"/></a:moveTo><a:lnTo><a:pt x="7783846" y="2653167"/></a:lnTo></a:path><a:path w="9157970" h="2653665"><a:moveTo><a:pt x="7828599" y="419998"/></a:moveTo><a:lnTo><a:pt x="7783846" y="419998"/></a:lnTo></a:path><a:path w="9157970" h="2653665"><a:moveTo><a:pt x="7842328" y="419998"/></a:moveTo><a:lnTo><a:pt x="7845042" y="419998"/></a:lnTo></a:path><a:path w="9157970" h="2653665"><a:moveTo><a:pt x="7854970" y="419998"/></a:moveTo><a:lnTo><a:pt x="7852333" y="419998"/></a:lnTo></a:path><a:path w="9157970" h="2653665"><a:moveTo><a:pt x="7912909" y="2653167"/></a:moveTo><a:lnTo><a:pt x="7868776" y="2653167"/></a:lnTo></a:path><a:path w="9157970" h="2653665"><a:moveTo><a:pt x="7912909" y="419998"/></a:moveTo><a:lnTo><a:pt x="7868776" y="419998"/></a:lnTo></a:path><a:path w="9157970" h="2653665"><a:moveTo><a:pt x="7976743" y="2653167"/></a:moveTo><a:lnTo><a:pt x="7929353" y="2653167"/></a:lnTo></a:path><a:path w="9157970" h="2653665"><a:moveTo><a:pt x="7976743" y="419998"/></a:moveTo><a:lnTo><a:pt x="7929353" y="419998"/></a:lnTo></a:path><a:path w="9157970" h="2653665"><a:moveTo><a:pt x="8054460" y="419998"/></a:moveTo><a:lnTo><a:pt x="8058106" y="419998"/></a:lnTo></a:path><a:path w="9157970" h="2653665"><a:moveTo><a:pt x="8061751" y="419998"/></a:moveTo><a:lnTo><a:pt x="8058106" y="419998"/></a:lnTo></a:path><a:path w="9157970" h="2653665"><a:moveTo><a:pt x="8051746" y="419998"/></a:moveTo><a:lnTo><a:pt x="8054460" y="419998"/></a:lnTo></a:path><a:path w="9157970" h="2653665"><a:moveTo><a:pt x="8064388" y="419998"/></a:moveTo><a:lnTo><a:pt x="8061751" y="419998"/></a:lnTo></a:path><a:path w="9157970" h="2653665"><a:moveTo><a:pt x="7852333" y="419998"/></a:moveTo><a:lnTo><a:pt x="7848688" y="419998"/></a:lnTo></a:path><a:path w="9157970" h="2653665"><a:moveTo><a:pt x="8064388" y="419998"/></a:moveTo><a:lnTo><a:pt x="8066250" y="419998"/></a:lnTo></a:path><a:path w="9157970" h="2653665"><a:moveTo><a:pt x="7929353" y="2653167"/></a:moveTo><a:lnTo><a:pt x="7927646" y="2653167"/></a:lnTo></a:path><a:path w="9157970" h="2653665"><a:moveTo><a:pt x="7929353" y="419998"/></a:moveTo><a:lnTo><a:pt x="7927646" y="419998"/></a:lnTo></a:path><a:path w="9157970" h="2653665"><a:moveTo><a:pt x="7703492" y="2653167"/></a:moveTo><a:lnTo><a:pt x="7659359" y="2653167"/></a:lnTo></a:path><a:path w="9157970" h="2653665"><a:moveTo><a:pt x="7703492" y="419998"/></a:moveTo><a:lnTo><a:pt x="7659359" y="419998"/></a:lnTo></a:path><a:path w="9157970" h="2653665"><a:moveTo><a:pt x="7845042" y="419998"/></a:moveTo><a:lnTo><a:pt x="7848688" y="419998"/></a:lnTo></a:path><a:path w="9157970" h="2653665"><a:moveTo><a:pt x="7828599" y="419998"/></a:moveTo><a:lnTo><a:pt x="7840466" y="419998"/></a:lnTo></a:path><a:path w="9157970" h="2653665"><a:moveTo><a:pt x="7703492" y="2653167"/></a:moveTo><a:lnTo><a:pt x="7705198" y="2653167"/></a:lnTo></a:path><a:path w="9157970" h="2653665"><a:moveTo><a:pt x="7703492" y="419998"/></a:moveTo><a:lnTo><a:pt x="7705198" y="419998"/></a:lnTo></a:path><a:path w="9157970" h="2653665"><a:moveTo><a:pt x="7767325" y="2653167"/></a:moveTo><a:lnTo><a:pt x="7769032" y="2653167"/></a:lnTo></a:path><a:path w="9157970" h="2653665"><a:moveTo><a:pt x="7767325" y="419998"/></a:moveTo><a:lnTo><a:pt x="7769032" y="419998"/></a:lnTo></a:path><a:path w="9157970" h="2653665"><a:moveTo><a:pt x="7868776" y="419998"/></a:moveTo><a:lnTo><a:pt x="7856832" y="419998"/></a:lnTo></a:path><a:path w="9157970" h="2653665"><a:moveTo><a:pt x="7976743" y="2653167"/></a:moveTo><a:lnTo><a:pt x="7978449" y="2653167"/></a:lnTo></a:path><a:path w="9157970" h="2653665"><a:moveTo><a:pt x="7976743" y="419998"/></a:moveTo><a:lnTo><a:pt x="7978449" y="419998"/></a:lnTo></a:path><a:path w="9157970" h="2653665"><a:moveTo><a:pt x="7993264" y="2653167"/></a:moveTo><a:lnTo><a:pt x="7991557" y="2653167"/></a:lnTo></a:path><a:path w="9157970" h="2653665"><a:moveTo><a:pt x="7993264" y="419998"/></a:moveTo><a:lnTo><a:pt x="7991557" y="419998"/></a:lnTo></a:path><a:path w="9157970" h="2653665"><a:moveTo><a:pt x="8186161" y="2653167"/></a:moveTo><a:lnTo><a:pt x="8187867" y="2653167"/></a:lnTo></a:path><a:path w="9157970" h="2653665"><a:moveTo><a:pt x="8186161" y="419998"/></a:moveTo><a:lnTo><a:pt x="8187867" y="419998"/></a:lnTo></a:path><a:path w="9157970" h="2653665"><a:moveTo><a:pt x="8200975" y="2653167"/></a:moveTo><a:lnTo><a:pt x="8187867" y="2653167"/></a:lnTo></a:path><a:path w="9157970" h="2653665"><a:moveTo><a:pt x="8200975" y="419998"/></a:moveTo><a:lnTo><a:pt x="8187867" y="419998"/></a:lnTo></a:path><a:path w="9157970" h="2653665"><a:moveTo><a:pt x="8122327" y="2653167"/></a:moveTo><a:lnTo><a:pt x="8124033" y="2653167"/></a:lnTo></a:path><a:path w="9157970" h="2653665"><a:moveTo><a:pt x="8122327" y="419998"/></a:moveTo><a:lnTo><a:pt x="8124033" y="419998"/></a:lnTo></a:path><a:path w="9157970" h="2653665"><a:moveTo><a:pt x="8137064" y="2653167"/></a:moveTo><a:lnTo><a:pt x="8124033" y="2653167"/></a:lnTo></a:path><a:path w="9157970" h="2653665"><a:moveTo><a:pt x="8137064" y="419998"/></a:moveTo><a:lnTo><a:pt x="8124033" y="419998"/></a:lnTo></a:path><a:path w="9157970" h="2653665"><a:moveTo><a:pt x="8247435" y="2653167"/></a:moveTo><a:lnTo><a:pt x="8202681" y="2653167"/></a:lnTo></a:path><a:path w="9157970" h="2653665"><a:moveTo><a:pt x="8247435" y="419998"/></a:moveTo><a:lnTo><a:pt x="8202681" y="419998"/></a:lnTo></a:path><a:path w="9157970" h="2653665"><a:moveTo><a:pt x="8263413" y="419998"/></a:moveTo><a:lnTo><a:pt x="8261551" y="419998"/></a:lnTo></a:path><a:path w="9157970" h="2653665"><a:moveTo><a:pt x="8263413" y="419998"/></a:moveTo><a:lnTo><a:pt x="8266127" y="419998"/></a:lnTo></a:path><a:path w="9157970" h="2653665"><a:moveTo><a:pt x="8186161" y="2653167"/></a:moveTo><a:lnTo><a:pt x="8138770" y="2653167"/></a:lnTo></a:path><a:path w="9157970" h="2653665"><a:moveTo><a:pt x="8186161" y="419998"/></a:moveTo><a:lnTo><a:pt x="8138770" y="419998"/></a:lnTo></a:path><a:path w="9157970" h="2653665"><a:moveTo><a:pt x="8202681" y="2653167"/></a:moveTo><a:lnTo><a:pt x="8200975" y="2653167"/></a:lnTo></a:path><a:path w="9157970" h="2653665"><a:moveTo><a:pt x="8202681" y="419998"/></a:moveTo><a:lnTo><a:pt x="8200975" y="419998"/></a:lnTo></a:path><a:path w="9157970" h="2653665"><a:moveTo><a:pt x="8266127" y="419998"/></a:moveTo><a:lnTo><a:pt x="8275978" y="419998"/></a:lnTo></a:path><a:path w="9157970" h="2653665"><a:moveTo><a:pt x="8138770" y="2653167"/></a:moveTo><a:lnTo><a:pt x="8137064" y="2653167"/></a:lnTo></a:path><a:path w="9157970" h="2653665"><a:moveTo><a:pt x="8138770" y="419998"/></a:moveTo><a:lnTo><a:pt x="8137064" y="419998"/></a:lnTo></a:path><a:path w="9157970" h="2653665"><a:moveTo><a:pt x="8247435" y="419998"/></a:moveTo><a:lnTo><a:pt x="8261551" y="419998"/></a:lnTo></a:path><a:path w="9157970" h="2653665"><a:moveTo><a:pt x="8078194" y="419998"/></a:moveTo><a:lnTo><a:pt x="8066250" y="419998"/></a:lnTo></a:path><a:path w="9157970" h="2653665"><a:moveTo><a:pt x="8122327" y="2653167"/></a:moveTo><a:lnTo><a:pt x="8078194" y="2653167"/></a:lnTo></a:path><a:path w="9157970" h="2653665"><a:moveTo><a:pt x="8122327" y="419998"/></a:moveTo><a:lnTo><a:pt x="8078194" y="419998"/></a:lnTo></a:path><a:path w="9157970" h="2653665"><a:moveTo><a:pt x="8297850" y="2653167"/></a:moveTo><a:lnTo><a:pt x="8292421" y="2653167"/></a:lnTo></a:path><a:path w="9157970" h="2653665"><a:moveTo><a:pt x="7557908" y="2653167"/></a:moveTo><a:lnTo><a:pt x="7510517" y="2653167"/></a:lnTo></a:path><a:path w="9157970" h="2653665"><a:moveTo><a:pt x="7508811" y="2653167"/></a:moveTo><a:lnTo><a:pt x="7495780" y="2653167"/></a:lnTo><a:lnTo><a:pt x="7494074" y="2653167"/></a:lnTo></a:path><a:path w="9157970" h="2653665"><a:moveTo><a:pt x="7572722" y="2653167"/></a:moveTo><a:lnTo><a:pt x="7559614" y="2653167"/></a:lnTo></a:path><a:path w="9157970" h="2653665"><a:moveTo><a:pt x="7494074" y="2653167"/></a:moveTo><a:lnTo><a:pt x="7465686" y="2653167"/></a:lnTo></a:path><a:path w="9157970" h="2653665"><a:moveTo><a:pt x="7619182" y="2653167"/></a:moveTo><a:lnTo><a:pt x="7574428" y="2653167"/></a:lnTo></a:path><a:path w="9157970" h="2653665"><a:moveTo><a:pt x="7510517" y="2653167"/></a:moveTo><a:lnTo><a:pt x="7508811" y="2653167"/></a:lnTo></a:path><a:path w="9157970" h="2653665"><a:moveTo><a:pt x="7557908" y="2653167"/></a:moveTo><a:lnTo><a:pt x="7559614" y="2653167"/></a:lnTo></a:path><a:path w="9157970" h="2653665"><a:moveTo><a:pt x="7574428" y="2653167"/></a:moveTo><a:lnTo><a:pt x="7572722" y="2653167"/></a:lnTo></a:path><a:path w="9157970" h="2653665"><a:moveTo><a:pt x="8297850" y="2653167"/></a:moveTo><a:lnTo><a:pt x="8297850" y="419998"/></a:lnTo></a:path><a:path w="9157970" h="2653665"><a:moveTo><a:pt x="8278615" y="419998"/></a:moveTo><a:lnTo><a:pt x="8280476" y="419998"/></a:lnTo></a:path><a:path w="9157970" h="2653665"><a:moveTo><a:pt x="8278615" y="419998"/></a:moveTo><a:lnTo><a:pt x="8275978" y="419998"/></a:lnTo></a:path><a:path w="9157970" h="2653665"><a:moveTo><a:pt x="8297850" y="419998"/></a:moveTo><a:lnTo><a:pt x="8292421" y="419998"/></a:lnTo><a:lnTo><a:pt x="8280476" y="419998"/></a:lnTo></a:path><a:path w="9157970" h="2653665"><a:moveTo><a:pt x="7494074" y="419998"/></a:moveTo><a:lnTo><a:pt x="7495780" y="419998"/></a:lnTo><a:lnTo><a:pt x="7508811" y="419998"/></a:lnTo></a:path><a:path w="9157970" h="2653665"><a:moveTo><a:pt x="7642916" y="419998"/></a:moveTo><a:lnTo><a:pt x="7639270" y="419998"/></a:lnTo></a:path><a:path w="9157970" h="2653665"><a:moveTo><a:pt x="7632910" y="419998"/></a:moveTo><a:lnTo><a:pt x="7631049" y="419998"/></a:lnTo><a:lnTo><a:pt x="7619182" y="419998"/></a:lnTo></a:path><a:path w="9157970" h="2653665"><a:moveTo><a:pt x="7574428" y="419998"/></a:moveTo><a:lnTo><a:pt x="7572722" y="419998"/></a:lnTo></a:path><a:path w="9157970" h="2653665"><a:moveTo><a:pt x="7645553" y="419998"/></a:moveTo><a:lnTo><a:pt x="7642916" y="419998"/></a:lnTo></a:path><a:path w="9157970" h="2653665"><a:moveTo><a:pt x="7559614" y="419998"/></a:moveTo><a:lnTo><a:pt x="7557908" y="419998"/></a:lnTo><a:lnTo><a:pt x="7510517" y="419998"/></a:lnTo></a:path><a:path w="9157970" h="2653665"><a:moveTo><a:pt x="7619182" y="419998"/></a:moveTo><a:lnTo><a:pt x="7574428" y="419998"/></a:lnTo></a:path><a:path w="9157970" h="2653665"><a:moveTo><a:pt x="7635625" y="419998"/></a:moveTo><a:lnTo><a:pt x="7639270" y="419998"/></a:lnTo></a:path><a:path w="9157970" h="2653665"><a:moveTo><a:pt x="7572722" y="419998"/></a:moveTo><a:lnTo><a:pt x="7559614" y="419998"/></a:lnTo></a:path><a:path w="9157970" h="2653665"><a:moveTo><a:pt x="7632910" y="419998"/></a:moveTo><a:lnTo><a:pt x="7635625" y="419998"/></a:lnTo></a:path><a:path w="9157970" h="2653665"><a:moveTo><a:pt x="7510517" y="419998"/></a:moveTo><a:lnTo><a:pt x="7508811" y="419998"/></a:lnTo></a:path><a:path w="9157970" h="2653665"><a:moveTo><a:pt x="8055701" y="2653167"/></a:moveTo><a:lnTo><a:pt x="8058106" y="2653167"/></a:lnTo><a:lnTo><a:pt x="8060510" y="2653167"/></a:lnTo></a:path><a:path w="9157970" h="2653665"><a:moveTo><a:pt x="7848688" y="2653167"/></a:moveTo><a:lnTo><a:pt x="7851092" y="2653167"/></a:lnTo></a:path><a:path w="9157970" h="2653665"><a:moveTo><a:pt x="7639270" y="2653167"/></a:moveTo><a:lnTo><a:pt x="7641675" y="2653167"/></a:lnTo></a:path><a:path w="9157970" h="2653665"><a:moveTo><a:pt x="7846283" y="2653167"/></a:moveTo><a:lnTo><a:pt x="7848688" y="2653167"/></a:lnTo></a:path><a:path w="9157970" h="2653665"><a:moveTo><a:pt x="7636866" y="2653167"/></a:moveTo><a:lnTo><a:pt x="7639270" y="2653167"/></a:lnTo></a:path><a:path w="9157970" h="2653665"><a:moveTo><a:pt x="5034680" y="0"/></a:moveTo><a:lnTo><a:pt x="5036549" y="0"/></a:lnTo></a:path><a:path w="9157970" h="2653665"><a:moveTo><a:pt x="5231432" y="0"/></a:moveTo><a:lnTo><a:pt x="5229571" y="0"/></a:lnTo></a:path><a:path w="9157970" h="2653665"><a:moveTo><a:pt x="5440850" y="0"/></a:moveTo><a:lnTo><a:pt x="5438988" y="0"/></a:lnTo></a:path><a:path w="9157970" h="2653665"><a:moveTo><a:pt x="5156391" y="2233711"/></a:moveTo><a:lnTo><a:pt x="5109031" y="2233711"/></a:lnTo></a:path><a:path w="9157970" h="2653665"><a:moveTo><a:pt x="5156391" y="0"/></a:moveTo><a:lnTo><a:pt x="5109031" y="0"/></a:lnTo></a:path><a:path w="9157970" h="2653665"><a:moveTo><a:pt x="5171166" y="0"/></a:moveTo><a:lnTo><a:pt x="5158105" y="0"/></a:lnTo></a:path><a:path w="9157970" h="2653665"><a:moveTo><a:pt x="5244075" y="0"/></a:moveTo><a:lnTo><a:pt x="5245936" y="0"/></a:lnTo></a:path><a:path w="9157970" h="2653665"><a:moveTo><a:pt x="5301936" y="2233711"/></a:moveTo><a:lnTo><a:pt x="5303642" y="2233711"/></a:lnTo></a:path><a:path w="9157970" h="2653665"><a:moveTo><a:pt x="5301936" y="0"/></a:moveTo><a:lnTo><a:pt x="5303642" y="0"/></a:lnTo></a:path><a:path w="9157970" h="2653665"><a:moveTo><a:pt x="5316750" y="0"/></a:moveTo><a:lnTo><a:pt x="5303642" y="0"/></a:lnTo></a:path><a:path w="9157970" h="2653665"><a:moveTo><a:pt x="5380584" y="0"/></a:moveTo><a:lnTo><a:pt x="5367554" y="0"/></a:lnTo></a:path><a:path w="9157970" h="2653665"><a:moveTo><a:pt x="5427044" y="2233711"/></a:moveTo><a:lnTo><a:pt x="5382290" y="2233711"/></a:lnTo></a:path><a:path w="9157970" h="2653665"><a:moveTo><a:pt x="5427044" y="0"/></a:moveTo><a:lnTo><a:pt x="5382290" y="0"/></a:lnTo></a:path><a:path w="9157970" h="2653665"><a:moveTo><a:pt x="5107325" y="0"/></a:moveTo><a:lnTo><a:pt x="5094232" y="0"/></a:lnTo></a:path><a:path w="9157970" h="2653665"><a:moveTo><a:pt x="5048432" y="0"/></a:moveTo><a:lnTo><a:pt x="5036549" y="0"/></a:lnTo></a:path><a:path w="9157970" h="2653665"><a:moveTo><a:pt x="5109031" y="2233711"/></a:moveTo><a:lnTo><a:pt x="5107325" y="2233711"/></a:lnTo></a:path><a:path w="9157970" h="2653665"><a:moveTo><a:pt x="5109031" y="0"/></a:moveTo><a:lnTo><a:pt x="5107325" y="0"/></a:lnTo></a:path><a:path w="9157970" h="2653665"><a:moveTo><a:pt x="5172873" y="2233711"/></a:moveTo><a:lnTo><a:pt x="5171166" y="2233711"/></a:lnTo></a:path><a:path w="9157970" h="2653665"><a:moveTo><a:pt x="5172873" y="0"/></a:moveTo><a:lnTo><a:pt x="5171166" y="0"/></a:lnTo></a:path><a:path w="9157970" h="2653665"><a:moveTo><a:pt x="5217626" y="2233711"/></a:moveTo><a:lnTo><a:pt x="5172873" y="2233711"/></a:lnTo></a:path><a:path w="9157970" h="2653665"><a:moveTo><a:pt x="5217626" y="0"/></a:moveTo><a:lnTo><a:pt x="5172873" y="0"/></a:lnTo></a:path><a:path w="9157970" h="2653665"><a:moveTo><a:pt x="5231432" y="0"/></a:moveTo><a:lnTo><a:pt x="5234147" y="0"/></a:lnTo></a:path><a:path w="9157970" h="2653665"><a:moveTo><a:pt x="5244075" y="0"/></a:moveTo><a:lnTo><a:pt x="5241438" y="0"/></a:lnTo></a:path><a:path w="9157970" h="2653665"><a:moveTo><a:pt x="5301936" y="2233711"/></a:moveTo><a:lnTo><a:pt x="5257881" y="2233711"/></a:lnTo></a:path><a:path w="9157970" h="2653665"><a:moveTo><a:pt x="5301936" y="0"/></a:moveTo><a:lnTo><a:pt x="5257881" y="0"/></a:lnTo></a:path><a:path w="9157970" h="2653665"><a:moveTo><a:pt x="5365770" y="2233711"/></a:moveTo><a:lnTo><a:pt x="5318457" y="2233711"/></a:lnTo></a:path><a:path w="9157970" h="2653665"><a:moveTo><a:pt x="5365770" y="0"/></a:moveTo><a:lnTo><a:pt x="5318457" y="0"/></a:lnTo></a:path><a:path w="9157970" h="2653665"><a:moveTo><a:pt x="5443564" y="0"/></a:moveTo><a:lnTo><a:pt x="5447210" y="0"/></a:lnTo></a:path><a:path w="9157970" h="2653665"><a:moveTo><a:pt x="5450855" y="0"/></a:moveTo><a:lnTo><a:pt x="5447210" y="0"/></a:lnTo></a:path><a:path w="9157970" h="2653665"><a:moveTo><a:pt x="5453492" y="0"/></a:moveTo><a:lnTo><a:pt x="5450855" y="0"/></a:lnTo></a:path><a:path w="9157970" h="2653665"><a:moveTo><a:pt x="5241438" y="0"/></a:moveTo><a:lnTo><a:pt x="5237792" y="0"/></a:lnTo></a:path><a:path w="9157970" h="2653665"><a:moveTo><a:pt x="5453492" y="0"/></a:moveTo><a:lnTo><a:pt x="5455354" y="0"/></a:lnTo></a:path><a:path w="9157970" h="2653665"><a:moveTo><a:pt x="5318457" y="2233711"/></a:moveTo><a:lnTo><a:pt x="5316750" y="2233711"/></a:lnTo></a:path><a:path w="9157970" h="2653665"><a:moveTo><a:pt x="5318457" y="0"/></a:moveTo><a:lnTo><a:pt x="5316750" y="0"/></a:lnTo></a:path><a:path w="9157970" h="2653665"><a:moveTo><a:pt x="5092518" y="2233711"/></a:moveTo><a:lnTo><a:pt x="5048432" y="2233711"/></a:lnTo></a:path><a:path w="9157970" h="2653665"><a:moveTo><a:pt x="5092518" y="0"/></a:moveTo><a:lnTo><a:pt x="5048432" y="0"/></a:lnTo></a:path><a:path w="9157970" h="2653665"><a:moveTo><a:pt x="5234147" y="0"/></a:moveTo><a:lnTo><a:pt x="5237792" y="0"/></a:lnTo></a:path><a:path w="9157970" h="2653665"><a:moveTo><a:pt x="5217626" y="0"/></a:moveTo><a:lnTo><a:pt x="5229571" y="0"/></a:lnTo></a:path><a:path w="9157970" h="2653665"><a:moveTo><a:pt x="5092518" y="2233711"/></a:moveTo><a:lnTo><a:pt x="5094232" y="2233711"/></a:lnTo></a:path><a:path w="9157970" h="2653665"><a:moveTo><a:pt x="5092518" y="0"/></a:moveTo><a:lnTo><a:pt x="5094232" y="0"/></a:lnTo></a:path><a:path w="9157970" h="2653665"><a:moveTo><a:pt x="5156391" y="2233711"/></a:moveTo><a:lnTo><a:pt x="5158105" y="2233711"/></a:lnTo></a:path><a:path w="9157970" h="2653665"><a:moveTo><a:pt x="5156391" y="0"/></a:moveTo><a:lnTo><a:pt x="5158105" y="0"/></a:lnTo></a:path><a:path w="9157970" h="2653665"><a:moveTo><a:pt x="5257881" y="0"/></a:moveTo><a:lnTo><a:pt x="5245936" y="0"/></a:lnTo></a:path><a:path w="9157970" h="2653665"><a:moveTo><a:pt x="5365770" y="2233711"/></a:moveTo><a:lnTo><a:pt x="5367554" y="2233711"/></a:lnTo></a:path><a:path w="9157970" h="2653665"><a:moveTo><a:pt x="5365770" y="0"/></a:moveTo><a:lnTo><a:pt x="5367554" y="0"/></a:lnTo></a:path><a:path w="9157970" h="2653665"><a:moveTo><a:pt x="5382290" y="2233711"/></a:moveTo><a:lnTo><a:pt x="5380584" y="2233711"/></a:lnTo></a:path><a:path w="9157970" h="2653665"><a:moveTo><a:pt x="5382290" y="0"/></a:moveTo><a:lnTo><a:pt x="5380584" y="0"/></a:lnTo></a:path><a:path w="9157970" h="2653665"><a:moveTo><a:pt x="5575187" y="2233711"/></a:moveTo><a:lnTo><a:pt x="5576971" y="2233711"/></a:lnTo></a:path><a:path w="9157970" h="2653665"><a:moveTo><a:pt x="5575187" y="0"/></a:moveTo><a:lnTo><a:pt x="5576971" y="0"/></a:lnTo></a:path><a:path w="9157970" h="2653665"><a:moveTo><a:pt x="5590002" y="2233711"/></a:moveTo><a:lnTo><a:pt x="5576971" y="2233711"/></a:lnTo></a:path><a:path w="9157970" h="2653665"><a:moveTo><a:pt x="5590002" y="0"/></a:moveTo><a:lnTo><a:pt x="5576971" y="0"/></a:lnTo></a:path><a:path w="9157970" h="2653665"><a:moveTo><a:pt x="5511354" y="2233711"/></a:moveTo><a:lnTo><a:pt x="5513060" y="2233711"/></a:lnTo></a:path><a:path w="9157970" h="2653665"><a:moveTo><a:pt x="5511354" y="0"/></a:moveTo><a:lnTo><a:pt x="5513060" y="0"/></a:lnTo></a:path><a:path w="9157970" h="2653665"><a:moveTo><a:pt x="5526168" y="2233711"/></a:moveTo><a:lnTo><a:pt x="5513060" y="2233711"/></a:lnTo></a:path><a:path w="9157970" h="2653665"><a:moveTo><a:pt x="5526168" y="0"/></a:moveTo><a:lnTo><a:pt x="5513060" y="0"/></a:lnTo></a:path><a:path w="9157970" h="2653665"><a:moveTo><a:pt x="5636461" y="2233711"/></a:moveTo><a:lnTo><a:pt x="5591708" y="2233711"/></a:lnTo></a:path><a:path w="9157970" h="2653665"><a:moveTo><a:pt x="5636461" y="0"/></a:moveTo><a:lnTo><a:pt x="5591708" y="0"/></a:lnTo></a:path><a:path w="9157970" h="2653665"><a:moveTo><a:pt x="5652517" y="0"/></a:moveTo><a:lnTo><a:pt x="5650655" y="0"/></a:lnTo></a:path><a:path w="9157970" h="2653665"><a:moveTo><a:pt x="5652517" y="0"/></a:moveTo><a:lnTo><a:pt x="5655231" y="0"/></a:lnTo></a:path><a:path w="9157970" h="2653665"><a:moveTo><a:pt x="5575187" y="2233711"/></a:moveTo><a:lnTo><a:pt x="5527874" y="2233711"/></a:lnTo></a:path><a:path w="9157970" h="2653665"><a:moveTo><a:pt x="5575187" y="0"/></a:moveTo><a:lnTo><a:pt x="5527874" y="0"/></a:lnTo></a:path><a:path w="9157970" h="2653665"><a:moveTo><a:pt x="5591708" y="2233711"/></a:moveTo><a:lnTo><a:pt x="5590002" y="2233711"/></a:lnTo></a:path><a:path w="9157970" h="2653665"><a:moveTo><a:pt x="5591708" y="0"/></a:moveTo><a:lnTo><a:pt x="5590002" y="0"/></a:lnTo></a:path><a:path w="9157970" h="2653665"><a:moveTo><a:pt x="5655231" y="0"/></a:moveTo><a:lnTo><a:pt x="5665082" y="0"/></a:lnTo></a:path><a:path w="9157970" h="2653665"><a:moveTo><a:pt x="5527874" y="2233711"/></a:moveTo><a:lnTo><a:pt x="5526168" y="2233711"/></a:lnTo></a:path><a:path w="9157970" h="2653665"><a:moveTo><a:pt x="5527874" y="0"/></a:moveTo><a:lnTo><a:pt x="5526168" y="0"/></a:lnTo></a:path><a:path w="9157970" h="2653665"><a:moveTo><a:pt x="5636461" y="0"/></a:moveTo><a:lnTo><a:pt x="5650655" y="0"/></a:lnTo></a:path><a:path w="9157970" h="2653665"><a:moveTo><a:pt x="5511354" y="2233711"/></a:moveTo><a:lnTo><a:pt x="5467298" y="2233711"/></a:lnTo></a:path><a:path w="9157970" h="2653665"><a:moveTo><a:pt x="5686877" y="2233711"/></a:moveTo><a:lnTo><a:pt x="5681447" y="2233711"/></a:lnTo></a:path><a:path w="9157970" h="2653665"><a:moveTo><a:pt x="4946973" y="2233711"/></a:moveTo><a:lnTo><a:pt x="4899614" y="2233711"/></a:lnTo></a:path><a:path w="9157970" h="2653665"><a:moveTo><a:pt x="4883101" y="2233711"/></a:moveTo><a:lnTo><a:pt x="4884815" y="2233711"/></a:lnTo></a:path><a:path w="9157970" h="2653665"><a:moveTo><a:pt x="5008208" y="2233711"/></a:moveTo><a:lnTo><a:pt x="4963486" y="2233711"/></a:lnTo></a:path><a:path w="9157970" h="2653665"><a:moveTo><a:pt x="4899614" y="2233711"/></a:moveTo><a:lnTo><a:pt x="4897907" y="2233711"/></a:lnTo></a:path><a:path w="9157970" h="2653665"><a:moveTo><a:pt x="4946973" y="2233711"/></a:moveTo><a:lnTo><a:pt x="4948687" y="2233711"/></a:lnTo></a:path><a:path w="9157970" h="2653665"><a:moveTo><a:pt x="4963486" y="2233711"/></a:moveTo><a:lnTo><a:pt x="4961780" y="2233711"/></a:lnTo></a:path><a:path w="9157970" h="2653665"><a:moveTo><a:pt x="5686877" y="2233711"/></a:moveTo><a:lnTo><a:pt x="5686877" y="0"/></a:lnTo></a:path><a:path w="9157970" h="2653665"><a:moveTo><a:pt x="5667719" y="0"/></a:moveTo><a:lnTo><a:pt x="5669580" y="0"/></a:lnTo></a:path><a:path w="9157970" h="2653665"><a:moveTo><a:pt x="5667719" y="0"/></a:moveTo><a:lnTo><a:pt x="5665082" y="0"/></a:lnTo></a:path><a:path w="9157970" h="2653665"><a:moveTo><a:pt x="5686877" y="0"/></a:moveTo><a:lnTo><a:pt x="5681447" y="0"/></a:lnTo><a:lnTo><a:pt x="5669580" y="0"/></a:lnTo></a:path><a:path w="9157970" h="2653665"><a:moveTo><a:pt x="4897907" y="0"/></a:moveTo><a:lnTo><a:pt x="4884815" y="0"/></a:lnTo><a:lnTo><a:pt x="4883101" y="0"/></a:lnTo><a:lnTo><a:pt x="4845692" y="0"/></a:lnTo></a:path><a:path w="9157970" h="2653665"><a:moveTo><a:pt x="5032020" y="0"/></a:moveTo><a:lnTo><a:pt x="5028359" y="0"/></a:lnTo></a:path><a:path w="9157970" h="2653665"><a:moveTo><a:pt x="5022022" y="0"/></a:moveTo><a:lnTo><a:pt x="5020153" y="0"/></a:lnTo><a:lnTo><a:pt x="5008208" y="0"/></a:lnTo></a:path><a:path w="9157970" h="2653665"><a:moveTo><a:pt x="4963486" y="0"/></a:moveTo><a:lnTo><a:pt x="4961780" y="0"/></a:lnTo></a:path><a:path w="9157970" h="2653665"><a:moveTo><a:pt x="5034680" y="0"/></a:moveTo><a:lnTo><a:pt x="5032020" y="0"/></a:lnTo></a:path><a:path w="9157970" h="2653665"><a:moveTo><a:pt x="4948687" y="0"/></a:moveTo><a:lnTo><a:pt x="4946973" y="0"/></a:lnTo><a:lnTo><a:pt x="4899614" y="0"/></a:lnTo></a:path><a:path w="9157970" h="2653665"><a:moveTo><a:pt x="5008208" y="0"/></a:moveTo><a:lnTo><a:pt x="4963486" y="0"/></a:lnTo></a:path><a:path w="9157970" h="2653665"><a:moveTo><a:pt x="5024698" y="0"/></a:moveTo><a:lnTo><a:pt x="5028359" y="0"/></a:lnTo></a:path><a:path w="9157970" h="2653665"><a:moveTo><a:pt x="4961780" y="0"/></a:moveTo><a:lnTo><a:pt x="4948687" y="0"/></a:lnTo></a:path><a:path w="9157970" h="2653665"><a:moveTo><a:pt x="5022022" y="0"/></a:moveTo><a:lnTo><a:pt x="5024698" y="0"/></a:lnTo></a:path><a:path w="9157970" h="2653665"><a:moveTo><a:pt x="4899614" y="0"/></a:moveTo><a:lnTo><a:pt x="4897907" y="0"/></a:lnTo></a:path><a:path w="9157970" h="2653665"><a:moveTo><a:pt x="5444805" y="2233711"/></a:moveTo><a:lnTo><a:pt x="5447210" y="2233711"/></a:lnTo><a:lnTo><a:pt x="5449614" y="2233711"/></a:lnTo></a:path><a:path w="9157970" h="2653665"><a:moveTo><a:pt x="5237792" y="2233711"/></a:moveTo><a:lnTo><a:pt x="5240197" y="2233711"/></a:lnTo></a:path><a:path w="9157970" h="2653665"><a:moveTo><a:pt x="5028359" y="2233711"/></a:moveTo><a:lnTo><a:pt x="5030748" y="2233711"/></a:lnTo></a:path><a:path w="9157970" h="2653665"><a:moveTo><a:pt x="5235388" y="2233711"/></a:moveTo><a:lnTo><a:pt x="5237792" y="2233711"/></a:lnTo></a:path><a:path w="9157970" h="2653665"><a:moveTo><a:pt x="5025962" y="2233711"/></a:moveTo><a:lnTo><a:pt x="5028359" y="2233711"/></a:lnTo></a:path><a:path w="9157970" h="2653665"><a:moveTo><a:pt x="2511104" y="0"/></a:moveTo><a:lnTo><a:pt x="2512973" y="0"/></a:lnTo></a:path><a:path w="9157970" h="2653665"><a:moveTo><a:pt x="2707863" y="0"/></a:moveTo><a:lnTo><a:pt x="2705994" y="0"/></a:lnTo></a:path><a:path w="9157970" h="2653665"><a:moveTo><a:pt x="2917273" y="0"/></a:moveTo><a:lnTo><a:pt x="2915404" y="0"/></a:lnTo></a:path><a:path w="9157970" h="2653665"><a:moveTo><a:pt x="2632807" y="2233711"/></a:moveTo><a:lnTo><a:pt x="2585447" y="2233711"/></a:lnTo></a:path><a:path w="9157970" h="2653665"><a:moveTo><a:pt x="2632807" y="0"/></a:moveTo><a:lnTo><a:pt x="2585447" y="0"/></a:lnTo></a:path><a:path w="9157970" h="2653665"><a:moveTo><a:pt x="2647613" y="0"/></a:moveTo><a:lnTo><a:pt x="2634528" y="0"/></a:lnTo></a:path><a:path w="9157970" h="2653665"><a:moveTo><a:pt x="2720522" y="0"/></a:moveTo><a:lnTo><a:pt x="2722391" y="0"/></a:lnTo></a:path><a:path w="9157970" h="2653665"><a:moveTo><a:pt x="2778352" y="2233711"/></a:moveTo><a:lnTo><a:pt x="2780074" y="2233711"/></a:lnTo></a:path><a:path w="9157970" h="2653665"><a:moveTo><a:pt x="2778352" y="0"/></a:moveTo><a:lnTo><a:pt x="2780074" y="0"/></a:lnTo></a:path><a:path w="9157970" h="2653665"><a:moveTo><a:pt x="2793158" y="0"/></a:moveTo><a:lnTo><a:pt x="2780074" y="0"/></a:lnTo></a:path><a:path w="9157970" h="2653665"><a:moveTo><a:pt x="2857031" y="0"/></a:moveTo><a:lnTo><a:pt x="2843946" y="0"/></a:lnTo></a:path><a:path w="9157970" h="2653665"><a:moveTo><a:pt x="2903467" y="2233711"/></a:moveTo><a:lnTo><a:pt x="2858737" y="2233711"/></a:lnTo></a:path><a:path w="9157970" h="2653665"><a:moveTo><a:pt x="2903467" y="0"/></a:moveTo><a:lnTo><a:pt x="2858737" y="0"/></a:lnTo></a:path><a:path w="9157970" h="2653665"><a:moveTo><a:pt x="2903467" y="0"/></a:moveTo><a:lnTo><a:pt x="2915404" y="0"/></a:lnTo></a:path><a:path w="9157970" h="2653665"><a:moveTo><a:pt x="2583741" y="0"/></a:moveTo><a:lnTo><a:pt x="2570656" y="0"/></a:lnTo></a:path><a:path w="9157970" h="2653665"><a:moveTo><a:pt x="2524848" y="0"/></a:moveTo><a:lnTo><a:pt x="2512973" y="0"/></a:lnTo></a:path><a:path w="9157970" h="2653665"><a:moveTo><a:pt x="2585447" y="2233711"/></a:moveTo><a:lnTo><a:pt x="2583741" y="2233711"/></a:lnTo></a:path><a:path w="9157970" h="2653665"><a:moveTo><a:pt x="2585447" y="0"/></a:moveTo><a:lnTo><a:pt x="2583741" y="0"/></a:lnTo></a:path><a:path w="9157970" h="2653665"><a:moveTo><a:pt x="2649320" y="2233711"/></a:moveTo><a:lnTo><a:pt x="2647613" y="2233711"/></a:lnTo></a:path><a:path w="9157970" h="2653665"><a:moveTo><a:pt x="2649320" y="0"/></a:moveTo><a:lnTo><a:pt x="2647613" y="0"/></a:lnTo></a:path><a:path w="9157970" h="2653665"><a:moveTo><a:pt x="2694050" y="2233711"/></a:moveTo><a:lnTo><a:pt x="2649320" y="2233711"/></a:lnTo></a:path><a:path w="9157970" h="2653665"><a:moveTo><a:pt x="2694050" y="0"/></a:moveTo><a:lnTo><a:pt x="2649320" y="0"/></a:lnTo></a:path><a:path w="9157970" h="2653665"><a:moveTo><a:pt x="2707863" y="0"/></a:moveTo><a:lnTo><a:pt x="2710539" y="0"/></a:lnTo></a:path><a:path w="9157970" h="2653665"><a:moveTo><a:pt x="2720522" y="0"/></a:moveTo><a:lnTo><a:pt x="2717853" y="0"/></a:lnTo></a:path><a:path w="9157970" h="2653665"><a:moveTo><a:pt x="2778352" y="2233711"/></a:moveTo><a:lnTo><a:pt x="2734266" y="2233711"/></a:lnTo></a:path><a:path w="9157970" h="2653665"><a:moveTo><a:pt x="2778352" y="0"/></a:moveTo><a:lnTo><a:pt x="2734266" y="0"/></a:lnTo></a:path><a:path w="9157970" h="2653665"><a:moveTo><a:pt x="2842224" y="2233711"/></a:moveTo><a:lnTo><a:pt x="2794865" y="2233711"/></a:lnTo></a:path><a:path w="9157970" h="2653665"><a:moveTo><a:pt x="2842224" y="0"/></a:moveTo><a:lnTo><a:pt x="2794865" y="0"/></a:lnTo></a:path><a:path w="9157970" h="2653665"><a:moveTo><a:pt x="2919957" y="0"/></a:moveTo><a:lnTo><a:pt x="2923618" y="0"/></a:lnTo></a:path><a:path w="9157970" h="2653665"><a:moveTo><a:pt x="2927271" y="0"/></a:moveTo><a:lnTo><a:pt x="2923618" y="0"/></a:lnTo></a:path><a:path w="9157970" h="2653665"><a:moveTo><a:pt x="2917273" y="0"/></a:moveTo><a:lnTo><a:pt x="2919957" y="0"/></a:lnTo></a:path><a:path w="9157970" h="2653665"><a:moveTo><a:pt x="2929939" y="0"/></a:moveTo><a:lnTo><a:pt x="2927271" y="0"/></a:lnTo></a:path><a:path w="9157970" h="2653665"><a:moveTo><a:pt x="2717853" y="0"/></a:moveTo><a:lnTo><a:pt x="2714200" y="0"/></a:lnTo></a:path><a:path w="9157970" h="2653665"><a:moveTo><a:pt x="2929939" y="0"/></a:moveTo><a:lnTo><a:pt x="2931809" y="0"/></a:lnTo></a:path><a:path w="9157970" h="2653665"><a:moveTo><a:pt x="2794865" y="2233711"/></a:moveTo><a:lnTo><a:pt x="2793158" y="2233711"/></a:lnTo></a:path><a:path w="9157970" h="2653665"><a:moveTo><a:pt x="2794865" y="0"/></a:moveTo><a:lnTo><a:pt x="2793158" y="0"/></a:lnTo></a:path><a:path w="9157970" h="2653665"><a:moveTo><a:pt x="2568934" y="2233711"/></a:moveTo><a:lnTo><a:pt x="2524848" y="2233711"/></a:lnTo></a:path><a:path w="9157970" h="2653665"><a:moveTo><a:pt x="2568934" y="0"/></a:moveTo><a:lnTo><a:pt x="2524848" y="0"/></a:lnTo></a:path><a:path w="9157970" h="2653665"><a:moveTo><a:pt x="2710539" y="0"/></a:moveTo><a:lnTo><a:pt x="2714200" y="0"/></a:lnTo></a:path><a:path w="9157970" h="2653665"><a:moveTo><a:pt x="2694050" y="0"/></a:moveTo><a:lnTo><a:pt x="2705994" y="0"/></a:lnTo></a:path><a:path w="9157970" h="2653665"><a:moveTo><a:pt x="2568934" y="2233711"/></a:moveTo><a:lnTo><a:pt x="2570656" y="2233711"/></a:lnTo></a:path><a:path w="9157970" h="2653665"><a:moveTo><a:pt x="2568934" y="0"/></a:moveTo><a:lnTo><a:pt x="2570656" y="0"/></a:lnTo></a:path><a:path w="9157970" h="2653665"><a:moveTo><a:pt x="2632807" y="2233711"/></a:moveTo><a:lnTo><a:pt x="2634528" y="2233711"/></a:lnTo></a:path><a:path w="9157970" h="2653665"><a:moveTo><a:pt x="2632807" y="0"/></a:moveTo><a:lnTo><a:pt x="2634528" y="0"/></a:lnTo></a:path><a:path w="9157970" h="2653665"><a:moveTo><a:pt x="2734266" y="0"/></a:moveTo><a:lnTo><a:pt x="2722391" y="0"/></a:lnTo></a:path><a:path w="9157970" h="2653665"><a:moveTo><a:pt x="2842224" y="2233711"/></a:moveTo><a:lnTo><a:pt x="2843946" y="2233711"/></a:lnTo></a:path><a:path w="9157970" h="2653665"><a:moveTo><a:pt x="2842224" y="0"/></a:moveTo><a:lnTo><a:pt x="2843946" y="0"/></a:lnTo></a:path><a:path w="9157970" h="2653665"><a:moveTo><a:pt x="2858737" y="2233711"/></a:moveTo><a:lnTo><a:pt x="2857031" y="2233711"/></a:lnTo></a:path><a:path w="9157970" h="2653665"><a:moveTo><a:pt x="2858737" y="0"/></a:moveTo><a:lnTo><a:pt x="2857031" y="0"/></a:lnTo></a:path><a:path w="9157970" h="2653665"><a:moveTo><a:pt x="3051642" y="2233711"/></a:moveTo><a:lnTo><a:pt x="3053364" y="2233711"/></a:lnTo></a:path><a:path w="9157970" h="2653665"><a:moveTo><a:pt x="3051642" y="0"/></a:moveTo><a:lnTo><a:pt x="3053364" y="0"/></a:lnTo></a:path><a:path w="9157970" h="2653665"><a:moveTo><a:pt x="3066449" y="0"/></a:moveTo><a:lnTo><a:pt x="3053364" y="0"/></a:lnTo></a:path><a:path w="9157970" h="2653665"><a:moveTo><a:pt x="2987770" y="2233711"/></a:moveTo><a:lnTo><a:pt x="2989491" y="2233711"/></a:lnTo></a:path><a:path w="9157970" h="2653665"><a:moveTo><a:pt x="2987770" y="0"/></a:moveTo><a:lnTo><a:pt x="2989491" y="0"/></a:lnTo></a:path><a:path w="9157970" h="2653665"><a:moveTo><a:pt x="3002576" y="0"/></a:moveTo><a:lnTo><a:pt x="2989491" y="0"/></a:lnTo></a:path><a:path w="9157970" h="2653665"><a:moveTo><a:pt x="3112877" y="2233711"/></a:moveTo><a:lnTo><a:pt x="3068155" y="2233711"/></a:lnTo></a:path><a:path w="9157970" h="2653665"><a:moveTo><a:pt x="3112877" y="0"/></a:moveTo><a:lnTo><a:pt x="3068155" y="0"/></a:lnTo></a:path><a:path w="9157970" h="2653665"><a:moveTo><a:pt x="3128964" y="0"/></a:moveTo><a:lnTo><a:pt x="3127094" y="0"/></a:lnTo></a:path><a:path w="9157970" h="2653665"><a:moveTo><a:pt x="3128964" y="0"/></a:moveTo><a:lnTo><a:pt x="3131640" y="0"/></a:lnTo></a:path><a:path w="9157970" h="2653665"><a:moveTo><a:pt x="3051642" y="2233711"/></a:moveTo><a:lnTo><a:pt x="3004283" y="2233711"/></a:lnTo></a:path><a:path w="9157970" h="2653665"><a:moveTo><a:pt x="3051642" y="0"/></a:moveTo><a:lnTo><a:pt x="3004283" y="0"/></a:lnTo></a:path><a:path w="9157970" h="2653665"><a:moveTo><a:pt x="3068155" y="2233711"/></a:moveTo><a:lnTo><a:pt x="3066449" y="2233711"/></a:lnTo></a:path><a:path w="9157970" h="2653665"><a:moveTo><a:pt x="3068155" y="0"/></a:moveTo><a:lnTo><a:pt x="3066449" y="0"/></a:lnTo></a:path><a:path w="9157970" h="2653665"><a:moveTo><a:pt x="3131640" y="0"/></a:moveTo><a:lnTo><a:pt x="3141482" y="0"/></a:lnTo></a:path><a:path w="9157970" h="2653665"><a:moveTo><a:pt x="3004283" y="2233711"/></a:moveTo><a:lnTo><a:pt x="3002576" y="2233711"/></a:lnTo></a:path><a:path w="9157970" h="2653665"><a:moveTo><a:pt x="3004283" y="0"/></a:moveTo><a:lnTo><a:pt x="3002576" y="0"/></a:lnTo></a:path><a:path w="9157970" h="2653665"><a:moveTo><a:pt x="3112877" y="0"/></a:moveTo><a:lnTo><a:pt x="3127094" y="0"/></a:lnTo></a:path><a:path w="9157970" h="2653665"><a:moveTo><a:pt x="2943683" y="0"/></a:moveTo><a:lnTo><a:pt x="2931809" y="0"/></a:lnTo></a:path><a:path w="9157970" h="2653665"><a:moveTo><a:pt x="2987770" y="2233711"/></a:moveTo><a:lnTo><a:pt x="2943683" y="2233711"/></a:lnTo></a:path><a:path w="9157970" h="2653665"><a:moveTo><a:pt x="2987770" y="0"/></a:moveTo><a:lnTo><a:pt x="2943683" y="0"/></a:lnTo></a:path><a:path w="9157970" h="2653665"><a:moveTo><a:pt x="3163300" y="2233711"/></a:moveTo><a:lnTo><a:pt x="3157894" y="2233711"/></a:lnTo></a:path><a:path w="9157970" h="2653665"><a:moveTo><a:pt x="2423389" y="2233711"/></a:moveTo><a:lnTo><a:pt x="2376037" y="2233711"/></a:lnTo></a:path><a:path w="9157970" h="2653665"><a:moveTo><a:pt x="2359524" y="2233711"/></a:moveTo><a:lnTo><a:pt x="2361238" y="2233711"/></a:lnTo></a:path><a:path w="9157970" h="2653665"><a:moveTo><a:pt x="2484632" y="2233711"/></a:moveTo><a:lnTo><a:pt x="2439902" y="2233711"/></a:lnTo></a:path><a:path w="9157970" h="2653665"><a:moveTo><a:pt x="2376037" y="2233711"/></a:moveTo><a:lnTo><a:pt x="2374323" y="2233711"/></a:lnTo></a:path><a:path w="9157970" h="2653665"><a:moveTo><a:pt x="2423389" y="2233711"/></a:moveTo><a:lnTo><a:pt x="2425111" y="2233711"/></a:lnTo></a:path><a:path w="9157970" h="2653665"><a:moveTo><a:pt x="2439902" y="2233711"/></a:moveTo><a:lnTo><a:pt x="2438195" y="2233711"/></a:lnTo></a:path><a:path w="9157970" h="2653665"><a:moveTo><a:pt x="3163300" y="2233711"/></a:moveTo><a:lnTo><a:pt x="3163300" y="0"/></a:lnTo></a:path><a:path w="9157970" h="2653665"><a:moveTo><a:pt x="3144150" y="0"/></a:moveTo><a:lnTo><a:pt x="3146020" y="0"/></a:lnTo></a:path><a:path w="9157970" h="2653665"><a:moveTo><a:pt x="3144150" y="0"/></a:moveTo><a:lnTo><a:pt x="3141482" y="0"/></a:lnTo></a:path><a:path w="9157970" h="2653665"><a:moveTo><a:pt x="3163300" y="0"/></a:moveTo><a:lnTo><a:pt x="3157894" y="0"/></a:lnTo><a:lnTo><a:pt x="3146020" y="0"/></a:lnTo></a:path><a:path w="9157970" h="2653665"><a:moveTo><a:pt x="2374323" y="0"/></a:moveTo><a:lnTo><a:pt x="2361238" y="0"/></a:lnTo><a:lnTo><a:pt x="2359524" y="0"/></a:lnTo><a:lnTo><a:pt x="2322108" y="0"/></a:lnTo></a:path><a:path w="9157970" h="2653665"><a:moveTo><a:pt x="2508443" y="0"/></a:moveTo><a:lnTo><a:pt x="2504783" y="0"/></a:lnTo></a:path><a:path w="9157970" h="2653665"><a:moveTo><a:pt x="2498446" y="0"/></a:moveTo><a:lnTo><a:pt x="2496576" y="0"/></a:lnTo><a:lnTo><a:pt x="2484632" y="0"/></a:lnTo></a:path><a:path w="9157970" h="2653665"><a:moveTo><a:pt x="2439902" y="0"/></a:moveTo><a:lnTo><a:pt x="2438195" y="0"/></a:lnTo></a:path><a:path w="9157970" h="2653665"><a:moveTo><a:pt x="2511104" y="0"/></a:moveTo><a:lnTo><a:pt x="2508443" y="0"/></a:lnTo></a:path><a:path w="9157970" h="2653665"><a:moveTo><a:pt x="2425111" y="0"/></a:moveTo><a:lnTo><a:pt x="2423389" y="0"/></a:lnTo><a:lnTo><a:pt x="2376037" y="0"/></a:lnTo></a:path><a:path w="9157970" h="2653665"><a:moveTo><a:pt x="2484632" y="0"/></a:moveTo><a:lnTo><a:pt x="2439902" y="0"/></a:lnTo></a:path><a:path w="9157970" h="2653665"><a:moveTo><a:pt x="2501122" y="0"/></a:moveTo><a:lnTo><a:pt x="2504783" y="0"/></a:lnTo></a:path><a:path w="9157970" h="2653665"><a:moveTo><a:pt x="2438195" y="0"/></a:moveTo><a:lnTo><a:pt x="2425111" y="0"/></a:lnTo></a:path><a:path w="9157970" h="2653665"><a:moveTo><a:pt x="2498446" y="0"/></a:moveTo><a:lnTo><a:pt x="2501122" y="0"/></a:lnTo></a:path><a:path w="9157970" h="2653665"><a:moveTo><a:pt x="2376037" y="0"/></a:moveTo><a:lnTo><a:pt x="2374323" y="0"/></a:lnTo></a:path><a:path w="9157970" h="2653665"><a:moveTo><a:pt x="2921214" y="2233711"/></a:moveTo><a:lnTo><a:pt x="2923618" y="2233711"/></a:lnTo><a:lnTo><a:pt x="2926007" y="2233711"/></a:lnTo></a:path><a:path w="9157970" h="2653665"><a:moveTo><a:pt x="2714200" y="2233711"/></a:moveTo><a:lnTo><a:pt x="2716589" y="2233711"/></a:lnTo></a:path><a:path w="9157970" h="2653665"><a:moveTo><a:pt x="2504783" y="2233711"/></a:moveTo><a:lnTo><a:pt x="2507171" y="2233711"/></a:lnTo></a:path><a:path w="9157970" h="2653665"><a:moveTo><a:pt x="2711796" y="2233711"/></a:moveTo><a:lnTo><a:pt x="2714200" y="2233711"/></a:lnTo></a:path><a:path w="9157970" h="2653665"><a:moveTo><a:pt x="2502378" y="2233711"/></a:moveTo><a:lnTo><a:pt x="2504783" y="2233711"/></a:lnTo></a:path><a:path w="9157970" h="2653665"><a:moveTo><a:pt x="4193488" y="0"/></a:moveTo><a:lnTo><a:pt x="4195357" y="0"/></a:lnTo></a:path><a:path w="9157970" h="2653665"><a:moveTo><a:pt x="4390248" y="0"/></a:moveTo><a:lnTo><a:pt x="4388378" y="0"/></a:lnTo></a:path><a:path w="9157970" h="2653665"><a:moveTo><a:pt x="4599665" y="0"/></a:moveTo><a:lnTo><a:pt x="4597796" y="0"/></a:lnTo></a:path><a:path w="9157970" h="2653665"><a:moveTo><a:pt x="4315199" y="2233711"/></a:moveTo><a:lnTo><a:pt x="4267839" y="2233711"/></a:lnTo></a:path><a:path w="9157970" h="2653665"><a:moveTo><a:pt x="4315199" y="0"/></a:moveTo><a:lnTo><a:pt x="4267839" y="0"/></a:lnTo></a:path><a:path w="9157970" h="2653665"><a:moveTo><a:pt x="4330005" y="0"/></a:moveTo><a:lnTo><a:pt x="4316913" y="0"/></a:lnTo></a:path><a:path w="9157970" h="2653665"><a:moveTo><a:pt x="4402906" y="0"/></a:moveTo><a:lnTo><a:pt x="4404775" y="0"/></a:lnTo></a:path><a:path w="9157970" h="2653665"><a:moveTo><a:pt x="4460744" y="2233711"/></a:moveTo><a:lnTo><a:pt x="4462458" y="2233711"/></a:lnTo></a:path><a:path w="9157970" h="2653665"><a:moveTo><a:pt x="4460744" y="0"/></a:moveTo><a:lnTo><a:pt x="4462458" y="0"/></a:lnTo></a:path><a:path w="9157970" h="2653665"><a:moveTo><a:pt x="4475550" y="0"/></a:moveTo><a:lnTo><a:pt x="4462458" y="0"/></a:lnTo></a:path><a:path w="9157970" h="2653665"><a:moveTo><a:pt x="4539423" y="0"/></a:moveTo><a:lnTo><a:pt x="4526330" y="0"/></a:lnTo></a:path><a:path w="9157970" h="2653665"><a:moveTo><a:pt x="4585852" y="2233711"/></a:moveTo><a:lnTo><a:pt x="4541129" y="2233711"/></a:lnTo></a:path><a:path w="9157970" h="2653665"><a:moveTo><a:pt x="4585852" y="0"/></a:moveTo><a:lnTo><a:pt x="4541129" y="0"/></a:lnTo></a:path><a:path w="9157970" h="2653665"><a:moveTo><a:pt x="4585852" y="0"/></a:moveTo><a:lnTo><a:pt x="4597796" y="0"/></a:lnTo></a:path><a:path w="9157970" h="2653665"><a:moveTo><a:pt x="4266133" y="0"/></a:moveTo><a:lnTo><a:pt x="4253040" y="0"/></a:lnTo></a:path><a:path w="9157970" h="2653665"><a:moveTo><a:pt x="4207240" y="0"/></a:moveTo><a:lnTo><a:pt x="4195357" y="0"/></a:lnTo></a:path><a:path w="9157970" h="2653665"><a:moveTo><a:pt x="4267839" y="2233711"/></a:moveTo><a:lnTo><a:pt x="4266133" y="2233711"/></a:lnTo></a:path><a:path w="9157970" h="2653665"><a:moveTo><a:pt x="4267839" y="0"/></a:moveTo><a:lnTo><a:pt x="4266133" y="0"/></a:lnTo></a:path><a:path w="9157970" h="2653665"><a:moveTo><a:pt x="4331712" y="2233711"/></a:moveTo><a:lnTo><a:pt x="4330005" y="2233711"/></a:lnTo></a:path><a:path w="9157970" h="2653665"><a:moveTo><a:pt x="4331712" y="0"/></a:moveTo><a:lnTo><a:pt x="4330005" y="0"/></a:lnTo></a:path><a:path w="9157970" h="2653665"><a:moveTo><a:pt x="4376434" y="2233711"/></a:moveTo><a:lnTo><a:pt x="4331712" y="2233711"/></a:lnTo></a:path><a:path w="9157970" h="2653665"><a:moveTo><a:pt x="4376434" y="0"/></a:moveTo><a:lnTo><a:pt x="4331712" y="0"/></a:lnTo></a:path><a:path w="9157970" h="2653665"><a:moveTo><a:pt x="4390248" y="0"/></a:moveTo><a:lnTo><a:pt x="4392924" y="0"/></a:lnTo></a:path><a:path w="9157970" h="2653665"><a:moveTo><a:pt x="4402906" y="0"/></a:moveTo><a:lnTo><a:pt x="4400245" y="0"/></a:lnTo></a:path><a:path w="9157970" h="2653665"><a:moveTo><a:pt x="4460744" y="2233711"/></a:moveTo><a:lnTo><a:pt x="4416658" y="2233711"/></a:lnTo></a:path><a:path w="9157970" h="2653665"><a:moveTo><a:pt x="4460744" y="0"/></a:moveTo><a:lnTo><a:pt x="4416658" y="0"/></a:lnTo></a:path><a:path w="9157970" h="2653665"><a:moveTo><a:pt x="4524616" y="2233711"/></a:moveTo><a:lnTo><a:pt x="4477257" y="2233711"/></a:lnTo></a:path><a:path w="9157970" h="2653665"><a:moveTo><a:pt x="4524616" y="0"/></a:moveTo><a:lnTo><a:pt x="4477257" y="0"/></a:lnTo></a:path><a:path w="9157970" h="2653665"><a:moveTo><a:pt x="4602341" y="0"/></a:moveTo><a:lnTo><a:pt x="4606002" y="0"/></a:lnTo></a:path><a:path w="9157970" h="2653665"><a:moveTo><a:pt x="4609663" y="0"/></a:moveTo><a:lnTo><a:pt x="4606002" y="0"/></a:lnTo></a:path><a:path w="9157970" h="2653665"><a:moveTo><a:pt x="4599665" y="0"/></a:moveTo><a:lnTo><a:pt x="4602341" y="0"/></a:lnTo></a:path><a:path w="9157970" h="2653665"><a:moveTo><a:pt x="4612324" y="0"/></a:moveTo><a:lnTo><a:pt x="4609663" y="0"/></a:lnTo></a:path><a:path w="9157970" h="2653665"><a:moveTo><a:pt x="4400245" y="0"/></a:moveTo><a:lnTo><a:pt x="4396584" y="0"/></a:lnTo></a:path><a:path w="9157970" h="2653665"><a:moveTo><a:pt x="4612324" y="0"/></a:moveTo><a:lnTo><a:pt x="4614193" y="0"/></a:lnTo></a:path><a:path w="9157970" h="2653665"><a:moveTo><a:pt x="4477257" y="2233711"/></a:moveTo><a:lnTo><a:pt x="4475550" y="2233711"/></a:lnTo></a:path><a:path w="9157970" h="2653665"><a:moveTo><a:pt x="4477257" y="0"/></a:moveTo><a:lnTo><a:pt x="4475550" y="0"/></a:lnTo></a:path><a:path w="9157970" h="2653665"><a:moveTo><a:pt x="4251326" y="2233711"/></a:moveTo><a:lnTo><a:pt x="4207240" y="2233711"/></a:lnTo></a:path><a:path w="9157970" h="2653665"><a:moveTo><a:pt x="4251326" y="0"/></a:moveTo><a:lnTo><a:pt x="4207240" y="0"/></a:lnTo></a:path><a:path w="9157970" h="2653665"><a:moveTo><a:pt x="4392924" y="0"/></a:moveTo><a:lnTo><a:pt x="4396584" y="0"/></a:lnTo></a:path><a:path w="9157970" h="2653665"><a:moveTo><a:pt x="4376434" y="0"/></a:moveTo><a:lnTo><a:pt x="4388378" y="0"/></a:lnTo></a:path><a:path w="9157970" h="2653665"><a:moveTo><a:pt x="4251326" y="2233711"/></a:moveTo><a:lnTo><a:pt x="4253040" y="2233711"/></a:lnTo></a:path><a:path w="9157970" h="2653665"><a:moveTo><a:pt x="4251326" y="0"/></a:moveTo><a:lnTo><a:pt x="4253040" y="0"/></a:lnTo></a:path><a:path w="9157970" h="2653665"><a:moveTo><a:pt x="4315199" y="2233711"/></a:moveTo><a:lnTo><a:pt x="4316913" y="2233711"/></a:lnTo></a:path><a:path w="9157970" h="2653665"><a:moveTo><a:pt x="4315199" y="0"/></a:moveTo><a:lnTo><a:pt x="4316913" y="0"/></a:lnTo></a:path><a:path w="9157970" h="2653665"><a:moveTo><a:pt x="4416658" y="0"/></a:moveTo><a:lnTo><a:pt x="4404775" y="0"/></a:lnTo></a:path><a:path w="9157970" h="2653665"><a:moveTo><a:pt x="4524616" y="2233711"/></a:moveTo><a:lnTo><a:pt x="4526330" y="2233711"/></a:lnTo></a:path><a:path w="9157970" h="2653665"><a:moveTo><a:pt x="4524616" y="0"/></a:moveTo><a:lnTo><a:pt x="4526330" y="0"/></a:lnTo></a:path><a:path w="9157970" h="2653665"><a:moveTo><a:pt x="4541129" y="2233711"/></a:moveTo><a:lnTo><a:pt x="4539423" y="2233711"/></a:lnTo></a:path><a:path w="9157970" h="2653665"><a:moveTo><a:pt x="4541129" y="0"/></a:moveTo><a:lnTo><a:pt x="4539423" y="0"/></a:lnTo></a:path><a:path w="9157970" h="2653665"><a:moveTo><a:pt x="4734034" y="2233711"/></a:moveTo><a:lnTo><a:pt x="4735748" y="2233711"/></a:lnTo></a:path><a:path w="9157970" h="2653665"><a:moveTo><a:pt x="4734034" y="0"/></a:moveTo><a:lnTo><a:pt x="4735748" y="0"/></a:lnTo></a:path><a:path w="9157970" h="2653665"><a:moveTo><a:pt x="4748833" y="0"/></a:moveTo><a:lnTo><a:pt x="4735748" y="0"/></a:lnTo></a:path><a:path w="9157970" h="2653665"><a:moveTo><a:pt x="4670162" y="2233711"/></a:moveTo><a:lnTo><a:pt x="4671876" y="2233711"/></a:lnTo></a:path><a:path w="9157970" h="2653665"><a:moveTo><a:pt x="4670162" y="0"/></a:moveTo><a:lnTo><a:pt x="4671876" y="0"/></a:lnTo></a:path><a:path w="9157970" h="2653665"><a:moveTo><a:pt x="4684960" y="0"/></a:moveTo><a:lnTo><a:pt x="4671876" y="0"/></a:lnTo></a:path><a:path w="9157970" h="2653665"><a:moveTo><a:pt x="4795269" y="2233711"/></a:moveTo><a:lnTo><a:pt x="4750547" y="2233711"/></a:lnTo></a:path><a:path w="9157970" h="2653665"><a:moveTo><a:pt x="4795269" y="0"/></a:moveTo><a:lnTo><a:pt x="4750547" y="0"/></a:lnTo></a:path><a:path w="9157970" h="2653665"><a:moveTo><a:pt x="4811348" y="0"/></a:moveTo><a:lnTo><a:pt x="4809479" y="0"/></a:lnTo></a:path><a:path w="9157970" h="2653665"><a:moveTo><a:pt x="4811348" y="0"/></a:moveTo><a:lnTo><a:pt x="4814024" y="0"/></a:lnTo></a:path><a:path w="9157970" h="2653665"><a:moveTo><a:pt x="4734034" y="2233711"/></a:moveTo><a:lnTo><a:pt x="4686675" y="2233711"/></a:lnTo></a:path><a:path w="9157970" h="2653665"><a:moveTo><a:pt x="4734034" y="0"/></a:moveTo><a:lnTo><a:pt x="4686675" y="0"/></a:lnTo></a:path><a:path w="9157970" h="2653665"><a:moveTo><a:pt x="4750547" y="2233711"/></a:moveTo><a:lnTo><a:pt x="4748833" y="2233711"/></a:lnTo></a:path><a:path w="9157970" h="2653665"><a:moveTo><a:pt x="4750547" y="0"/></a:moveTo><a:lnTo><a:pt x="4748833" y="0"/></a:lnTo></a:path><a:path w="9157970" h="2653665"><a:moveTo><a:pt x="4814024" y="0"/></a:moveTo><a:lnTo><a:pt x="4823874" y="0"/></a:lnTo></a:path><a:path w="9157970" h="2653665"><a:moveTo><a:pt x="4686675" y="2233711"/></a:moveTo><a:lnTo><a:pt x="4684960" y="2233711"/></a:lnTo></a:path><a:path w="9157970" h="2653665"><a:moveTo><a:pt x="4686675" y="0"/></a:moveTo><a:lnTo><a:pt x="4684960" y="0"/></a:lnTo></a:path><a:path w="9157970" h="2653665"><a:moveTo><a:pt x="4795269" y="0"/></a:moveTo><a:lnTo><a:pt x="4809479" y="0"/></a:lnTo></a:path><a:path w="9157970" h="2653665"><a:moveTo><a:pt x="4626075" y="0"/></a:moveTo><a:lnTo><a:pt x="4614193" y="0"/></a:lnTo></a:path><a:path w="9157970" h="2653665"><a:moveTo><a:pt x="4670162" y="2233711"/></a:moveTo><a:lnTo><a:pt x="4626075" y="2233711"/></a:lnTo></a:path><a:path w="9157970" h="2653665"><a:moveTo><a:pt x="4670162" y="0"/></a:moveTo><a:lnTo><a:pt x="4626075" y="0"/></a:lnTo></a:path><a:path w="9157970" h="2653665"><a:moveTo><a:pt x="4845692" y="2233711"/></a:moveTo><a:lnTo><a:pt x="4840286" y="2233711"/></a:lnTo></a:path><a:path w="9157970" h="2653665"><a:moveTo><a:pt x="4105781" y="2233711"/></a:moveTo><a:lnTo><a:pt x="4058421" y="2233711"/></a:lnTo></a:path><a:path w="9157970" h="2653665"><a:moveTo><a:pt x="4041908" y="2233711"/></a:moveTo><a:lnTo><a:pt x="4043623" y="2233711"/></a:lnTo></a:path><a:path w="9157970" h="2653665"><a:moveTo><a:pt x="4167016" y="2233711"/></a:moveTo><a:lnTo><a:pt x="4122294" y="2233711"/></a:lnTo></a:path><a:path w="9157970" h="2653665"><a:moveTo><a:pt x="4058421" y="2233711"/></a:moveTo><a:lnTo><a:pt x="4056715" y="2233711"/></a:lnTo></a:path><a:path w="9157970" h="2653665"><a:moveTo><a:pt x="4105781" y="2233711"/></a:moveTo><a:lnTo><a:pt x="4107495" y="2233711"/></a:lnTo></a:path><a:path w="9157970" h="2653665"><a:moveTo><a:pt x="4122294" y="2233711"/></a:moveTo><a:lnTo><a:pt x="4120587" y="2233711"/></a:lnTo></a:path><a:path w="9157970" h="2653665"><a:moveTo><a:pt x="4845692" y="2233711"/></a:moveTo><a:lnTo><a:pt x="4845692" y="0"/></a:lnTo></a:path><a:path w="9157970" h="2653665"><a:moveTo><a:pt x="4826535" y="0"/></a:moveTo><a:lnTo><a:pt x="4828404" y="0"/></a:lnTo></a:path><a:path w="9157970" h="2653665"><a:moveTo><a:pt x="4826535" y="0"/></a:moveTo><a:lnTo><a:pt x="4823874" y="0"/></a:lnTo></a:path><a:path w="9157970" h="2653665"><a:moveTo><a:pt x="4845692" y="0"/></a:moveTo><a:lnTo><a:pt x="4840286" y="0"/></a:lnTo><a:lnTo><a:pt x="4828404" y="0"/></a:lnTo></a:path><a:path w="9157970" h="2653665"><a:moveTo><a:pt x="4056715" y="0"/></a:moveTo><a:lnTo><a:pt x="4043623" y="0"/></a:lnTo><a:lnTo><a:pt x="4041908" y="0"/></a:lnTo><a:lnTo><a:pt x="4004493" y="0"/></a:lnTo></a:path><a:path w="9157970" h="2653665"><a:moveTo><a:pt x="4190828" y="0"/></a:moveTo><a:lnTo><a:pt x="4187167" y="0"/></a:lnTo></a:path><a:path w="9157970" h="2653665"><a:moveTo><a:pt x="4180830" y="0"/></a:moveTo><a:lnTo><a:pt x="4178961" y="0"/></a:lnTo><a:lnTo><a:pt x="4167016" y="0"/></a:lnTo></a:path><a:path w="9157970" h="2653665"><a:moveTo><a:pt x="4122294" y="0"/></a:moveTo><a:lnTo><a:pt x="4120587" y="0"/></a:lnTo></a:path><a:path w="9157970" h="2653665"><a:moveTo><a:pt x="4193488" y="0"/></a:moveTo><a:lnTo><a:pt x="4190828" y="0"/></a:lnTo></a:path><a:path w="9157970" h="2653665"><a:moveTo><a:pt x="4107495" y="0"/></a:moveTo><a:lnTo><a:pt x="4105781" y="0"/></a:lnTo><a:lnTo><a:pt x="4058421" y="0"/></a:lnTo></a:path><a:path w="9157970" h="2653665"><a:moveTo><a:pt x="4167016" y="0"/></a:moveTo><a:lnTo><a:pt x="4122294" y="0"/></a:lnTo></a:path><a:path w="9157970" h="2653665"><a:moveTo><a:pt x="4183506" y="0"/></a:moveTo><a:lnTo><a:pt x="4187167" y="0"/></a:lnTo></a:path><a:path w="9157970" h="2653665"><a:moveTo><a:pt x="4120587" y="0"/></a:moveTo><a:lnTo><a:pt x="4107495" y="0"/></a:lnTo></a:path><a:path w="9157970" h="2653665"><a:moveTo><a:pt x="4180830" y="0"/></a:moveTo><a:lnTo><a:pt x="4183506" y="0"/></a:lnTo></a:path><a:path w="9157970" h="2653665"><a:moveTo><a:pt x="4058421" y="0"/></a:moveTo><a:lnTo><a:pt x="4056715" y="0"/></a:lnTo></a:path><a:path w="9157970" h="2653665"><a:moveTo><a:pt x="4603598" y="2233711"/></a:moveTo><a:lnTo><a:pt x="4606002" y="2233711"/></a:lnTo><a:lnTo><a:pt x="4608391" y="2233711"/></a:lnTo></a:path><a:path w="9157970" h="2653665"><a:moveTo><a:pt x="4396584" y="2233711"/></a:moveTo><a:lnTo><a:pt x="4398973" y="2233711"/></a:lnTo></a:path><a:path w="9157970" h="2653665"><a:moveTo><a:pt x="4187167" y="2233711"/></a:moveTo><a:lnTo><a:pt x="4189556" y="2233711"/></a:lnTo></a:path><a:path w="9157970" h="2653665"><a:moveTo><a:pt x="4394180" y="2233711"/></a:moveTo><a:lnTo><a:pt x="4396584" y="2233711"/></a:lnTo></a:path><a:path w="9157970" h="2653665"><a:moveTo><a:pt x="4184762" y="2233711"/></a:moveTo><a:lnTo><a:pt x="4187167" y="2233711"/></a:lnTo></a:path><a:path w="9157970" h="2653665"><a:moveTo><a:pt x="3352296" y="0"/></a:moveTo><a:lnTo><a:pt x="3354165" y="0"/></a:lnTo></a:path><a:path w="9157970" h="2653665"><a:moveTo><a:pt x="3549056" y="0"/></a:moveTo><a:lnTo><a:pt x="3547186" y="0"/></a:lnTo></a:path><a:path w="9157970" h="2653665"><a:moveTo><a:pt x="3758473" y="0"/></a:moveTo><a:lnTo><a:pt x="3756604" y="0"/></a:lnTo></a:path><a:path w="9157970" h="2653665"><a:moveTo><a:pt x="3473999" y="2233711"/></a:moveTo><a:lnTo><a:pt x="3426647" y="2233711"/></a:lnTo></a:path><a:path w="9157970" h="2653665"><a:moveTo><a:pt x="3473999" y="0"/></a:moveTo><a:lnTo><a:pt x="3426647" y="0"/></a:lnTo></a:path><a:path w="9157970" h="2653665"><a:moveTo><a:pt x="3488805" y="0"/></a:moveTo><a:lnTo><a:pt x="3475721" y="0"/></a:lnTo></a:path><a:path w="9157970" h="2653665"><a:moveTo><a:pt x="3561714" y="0"/></a:moveTo><a:lnTo><a:pt x="3563583" y="0"/></a:lnTo></a:path><a:path w="9157970" h="2653665"><a:moveTo><a:pt x="3619552" y="2233711"/></a:moveTo><a:lnTo><a:pt x="3621266" y="2233711"/></a:lnTo></a:path><a:path w="9157970" h="2653665"><a:moveTo><a:pt x="3619552" y="0"/></a:moveTo><a:lnTo><a:pt x="3621266" y="0"/></a:lnTo></a:path><a:path w="9157970" h="2653665"><a:moveTo><a:pt x="3634351" y="0"/></a:moveTo><a:lnTo><a:pt x="3621266" y="0"/></a:lnTo></a:path><a:path w="9157970" h="2653665"><a:moveTo><a:pt x="3698223" y="0"/></a:moveTo><a:lnTo><a:pt x="3685138" y="0"/></a:lnTo></a:path><a:path w="9157970" h="2653665"><a:moveTo><a:pt x="3744659" y="2233711"/></a:moveTo><a:lnTo><a:pt x="3699929" y="2233711"/></a:lnTo></a:path><a:path w="9157970" h="2653665"><a:moveTo><a:pt x="3744659" y="0"/></a:moveTo><a:lnTo><a:pt x="3699929" y="0"/></a:lnTo></a:path><a:path w="9157970" h="2653665"><a:moveTo><a:pt x="3744659" y="0"/></a:moveTo><a:lnTo><a:pt x="3756604" y="0"/></a:lnTo></a:path><a:path w="9157970" h="2653665"><a:moveTo><a:pt x="3424933" y="0"/></a:moveTo><a:lnTo><a:pt x="3411848" y="0"/></a:lnTo></a:path><a:path w="9157970" h="2653665"><a:moveTo><a:pt x="3366048" y="0"/></a:moveTo><a:lnTo><a:pt x="3354165" y="0"/></a:lnTo></a:path><a:path w="9157970" h="2653665"><a:moveTo><a:pt x="3426647" y="2233711"/></a:moveTo><a:lnTo><a:pt x="3424933" y="2233711"/></a:lnTo></a:path><a:path w="9157970" h="2653665"><a:moveTo><a:pt x="3426647" y="0"/></a:moveTo><a:lnTo><a:pt x="3424933" y="0"/></a:lnTo></a:path><a:path w="9157970" h="2653665"><a:moveTo><a:pt x="3490512" y="2233711"/></a:moveTo><a:lnTo><a:pt x="3488805" y="2233711"/></a:lnTo></a:path><a:path w="9157970" h="2653665"><a:moveTo><a:pt x="3490512" y="0"/></a:moveTo><a:lnTo><a:pt x="3488805" y="0"/></a:lnTo></a:path><a:path w="9157970" h="2653665"><a:moveTo><a:pt x="3535242" y="2233711"/></a:moveTo><a:lnTo><a:pt x="3490512" y="2233711"/></a:lnTo></a:path><a:path w="9157970" h="2653665"><a:moveTo><a:pt x="3535242" y="0"/></a:moveTo><a:lnTo><a:pt x="3490512" y="0"/></a:lnTo></a:path><a:path w="9157970" h="2653665"><a:moveTo><a:pt x="3549056" y="0"/></a:moveTo><a:lnTo><a:pt x="3551731" y="0"/></a:lnTo></a:path><a:path w="9157970" h="2653665"><a:moveTo><a:pt x="3561714" y="0"/></a:moveTo><a:lnTo><a:pt x="3559053" y="0"/></a:lnTo></a:path><a:path w="9157970" h="2653665"><a:moveTo><a:pt x="3619552" y="2233711"/></a:moveTo><a:lnTo><a:pt x="3575465" y="2233711"/></a:lnTo></a:path><a:path w="9157970" h="2653665"><a:moveTo><a:pt x="3619552" y="0"/></a:moveTo><a:lnTo><a:pt x="3575465" y="0"/></a:lnTo></a:path><a:path w="9157970" h="2653665"><a:moveTo><a:pt x="3683416" y="2233711"/></a:moveTo><a:lnTo><a:pt x="3636065" y="2233711"/></a:lnTo></a:path><a:path w="9157970" h="2653665"><a:moveTo><a:pt x="3683416" y="0"/></a:moveTo><a:lnTo><a:pt x="3636065" y="0"/></a:lnTo></a:path><a:path w="9157970" h="2653665"><a:moveTo><a:pt x="3761149" y="0"/></a:moveTo><a:lnTo><a:pt x="3764810" y="0"/></a:lnTo></a:path><a:path w="9157970" h="2653665"><a:moveTo><a:pt x="3768463" y="0"/></a:moveTo><a:lnTo><a:pt x="3764810" y="0"/></a:lnTo></a:path><a:path w="9157970" h="2653665"><a:moveTo><a:pt x="3758473" y="0"/></a:moveTo><a:lnTo><a:pt x="3761149" y="0"/></a:lnTo></a:path><a:path w="9157970" h="2653665"><a:moveTo><a:pt x="3771131" y="0"/></a:moveTo><a:lnTo><a:pt x="3768463" y="0"/></a:lnTo></a:path><a:path w="9157970" h="2653665"><a:moveTo><a:pt x="3559053" y="0"/></a:moveTo><a:lnTo><a:pt x="3555392" y="0"/></a:lnTo></a:path><a:path w="9157970" h="2653665"><a:moveTo><a:pt x="3771131" y="0"/></a:moveTo><a:lnTo><a:pt x="3773001" y="0"/></a:lnTo></a:path><a:path w="9157970" h="2653665"><a:moveTo><a:pt x="3636065" y="2233711"/></a:moveTo><a:lnTo><a:pt x="3634351" y="2233711"/></a:lnTo></a:path><a:path w="9157970" h="2653665"><a:moveTo><a:pt x="3636065" y="0"/></a:moveTo><a:lnTo><a:pt x="3634351" y="0"/></a:lnTo></a:path><a:path w="9157970" h="2653665"><a:moveTo><a:pt x="3410134" y="2233711"/></a:moveTo><a:lnTo><a:pt x="3366048" y="2233711"/></a:lnTo></a:path><a:path w="9157970" h="2653665"><a:moveTo><a:pt x="3410134" y="0"/></a:moveTo><a:lnTo><a:pt x="3366048" y="0"/></a:lnTo></a:path><a:path w="9157970" h="2653665"><a:moveTo><a:pt x="3551731" y="0"/></a:moveTo><a:lnTo><a:pt x="3555392" y="0"/></a:lnTo></a:path><a:path w="9157970" h="2653665"><a:moveTo><a:pt x="3535242" y="0"/></a:moveTo><a:lnTo><a:pt x="3547186" y="0"/></a:lnTo></a:path><a:path w="9157970" h="2653665"><a:moveTo><a:pt x="3410134" y="2233711"/></a:moveTo><a:lnTo><a:pt x="3411848" y="2233711"/></a:lnTo></a:path><a:path w="9157970" h="2653665"><a:moveTo><a:pt x="3410134" y="0"/></a:moveTo><a:lnTo><a:pt x="3411848" y="0"/></a:lnTo></a:path><a:path w="9157970" h="2653665"><a:moveTo><a:pt x="3473999" y="2233711"/></a:moveTo><a:lnTo><a:pt x="3475721" y="2233711"/></a:lnTo></a:path><a:path w="9157970" h="2653665"><a:moveTo><a:pt x="3473999" y="0"/></a:moveTo><a:lnTo><a:pt x="3475721" y="0"/></a:lnTo></a:path><a:path w="9157970" h="2653665"><a:moveTo><a:pt x="3575465" y="0"/></a:moveTo><a:lnTo><a:pt x="3563583" y="0"/></a:lnTo></a:path><a:path w="9157970" h="2653665"><a:moveTo><a:pt x="3683416" y="2233711"/></a:moveTo><a:lnTo><a:pt x="3685138" y="2233711"/></a:lnTo></a:path><a:path w="9157970" h="2653665"><a:moveTo><a:pt x="3683416" y="0"/></a:moveTo><a:lnTo><a:pt x="3685138" y="0"/></a:lnTo></a:path><a:path w="9157970" h="2653665"><a:moveTo><a:pt x="3699929" y="2233711"/></a:moveTo><a:lnTo><a:pt x="3698223" y="2233711"/></a:lnTo></a:path><a:path w="9157970" h="2653665"><a:moveTo><a:pt x="3699929" y="0"/></a:moveTo><a:lnTo><a:pt x="3698223" y="0"/></a:lnTo></a:path><a:path w="9157970" h="2653665"><a:moveTo><a:pt x="3892834" y="2233711"/></a:moveTo><a:lnTo><a:pt x="3894556" y="2233711"/></a:lnTo></a:path><a:path w="9157970" h="2653665"><a:moveTo><a:pt x="3892834" y="0"/></a:moveTo><a:lnTo><a:pt x="3894556" y="0"/></a:lnTo></a:path><a:path w="9157970" h="2653665"><a:moveTo><a:pt x="3907641" y="0"/></a:moveTo><a:lnTo><a:pt x="3894556" y="0"/></a:lnTo></a:path><a:path w="9157970" h="2653665"><a:moveTo><a:pt x="3828962" y="2233711"/></a:moveTo><a:lnTo><a:pt x="3830684" y="2233711"/></a:lnTo></a:path><a:path w="9157970" h="2653665"><a:moveTo><a:pt x="3828962" y="0"/></a:moveTo><a:lnTo><a:pt x="3830684" y="0"/></a:lnTo></a:path><a:path w="9157970" h="2653665"><a:moveTo><a:pt x="3843768" y="0"/></a:moveTo><a:lnTo><a:pt x="3830684" y="0"/></a:lnTo></a:path><a:path w="9157970" h="2653665"><a:moveTo><a:pt x="3954077" y="2233711"/></a:moveTo><a:lnTo><a:pt x="3909347" y="2233711"/></a:lnTo></a:path><a:path w="9157970" h="2653665"><a:moveTo><a:pt x="3954077" y="0"/></a:moveTo><a:lnTo><a:pt x="3909347" y="0"/></a:lnTo></a:path><a:path w="9157970" h="2653665"><a:moveTo><a:pt x="3970156" y="0"/></a:moveTo><a:lnTo><a:pt x="3968287" y="0"/></a:lnTo></a:path><a:path w="9157970" h="2653665"><a:moveTo><a:pt x="3970156" y="0"/></a:moveTo><a:lnTo><a:pt x="3972832" y="0"/></a:lnTo></a:path><a:path w="9157970" h="2653665"><a:moveTo><a:pt x="3892834" y="2233711"/></a:moveTo><a:lnTo><a:pt x="3845475" y="2233711"/></a:lnTo></a:path><a:path w="9157970" h="2653665"><a:moveTo><a:pt x="3892834" y="0"/></a:moveTo><a:lnTo><a:pt x="3845475" y="0"/></a:lnTo></a:path><a:path w="9157970" h="2653665"><a:moveTo><a:pt x="3909347" y="2233711"/></a:moveTo><a:lnTo><a:pt x="3907641" y="2233711"/></a:lnTo></a:path><a:path w="9157970" h="2653665"><a:moveTo><a:pt x="3909347" y="0"/></a:moveTo><a:lnTo><a:pt x="3907641" y="0"/></a:lnTo></a:path><a:path w="9157970" h="2653665"><a:moveTo><a:pt x="3972832" y="0"/></a:moveTo><a:lnTo><a:pt x="3982682" y="0"/></a:lnTo></a:path><a:path w="9157970" h="2653665"><a:moveTo><a:pt x="3845475" y="2233711"/></a:moveTo><a:lnTo><a:pt x="3843768" y="2233711"/></a:lnTo></a:path><a:path w="9157970" h="2653665"><a:moveTo><a:pt x="3845475" y="0"/></a:moveTo><a:lnTo><a:pt x="3843768" y="0"/></a:lnTo></a:path><a:path w="9157970" h="2653665"><a:moveTo><a:pt x="3954077" y="0"/></a:moveTo><a:lnTo><a:pt x="3968287" y="0"/></a:lnTo></a:path><a:path w="9157970" h="2653665"><a:moveTo><a:pt x="3784875" y="0"/></a:moveTo><a:lnTo><a:pt x="3773001" y="0"/></a:lnTo></a:path><a:path w="9157970" h="2653665"><a:moveTo><a:pt x="3828962" y="2233711"/></a:moveTo><a:lnTo><a:pt x="3784875" y="2233711"/></a:lnTo></a:path><a:path w="9157970" h="2653665"><a:moveTo><a:pt x="3828962" y="0"/></a:moveTo><a:lnTo><a:pt x="3784875" y="0"/></a:lnTo></a:path><a:path w="9157970" h="2653665"><a:moveTo><a:pt x="4004493" y="2233711"/></a:moveTo><a:lnTo><a:pt x="3999094" y="2233711"/></a:lnTo></a:path><a:path w="9157970" h="2653665"><a:moveTo><a:pt x="3264589" y="2233711"/></a:moveTo><a:lnTo><a:pt x="3217229" y="2233711"/></a:lnTo></a:path><a:path w="9157970" h="2653665"><a:moveTo><a:pt x="3200716" y="2233711"/></a:moveTo><a:lnTo><a:pt x="3202430" y="2233711"/></a:lnTo></a:path><a:path w="9157970" h="2653665"><a:moveTo><a:pt x="3325824" y="2233711"/></a:moveTo><a:lnTo><a:pt x="3281102" y="2233711"/></a:lnTo></a:path><a:path w="9157970" h="2653665"><a:moveTo><a:pt x="3217229" y="2233711"/></a:moveTo><a:lnTo><a:pt x="3215523" y="2233711"/></a:lnTo></a:path><a:path w="9157970" h="2653665"><a:moveTo><a:pt x="3264589" y="2233711"/></a:moveTo><a:lnTo><a:pt x="3266303" y="2233711"/></a:lnTo></a:path><a:path w="9157970" h="2653665"><a:moveTo><a:pt x="3281102" y="2233711"/></a:moveTo><a:lnTo><a:pt x="3279388" y="2233711"/></a:lnTo></a:path><a:path w="9157970" h="2653665"><a:moveTo><a:pt x="4004493" y="2233711"/></a:moveTo><a:lnTo><a:pt x="4004493" y="0"/></a:lnTo></a:path><a:path w="9157970" h="2653665"><a:moveTo><a:pt x="3985342" y="0"/></a:moveTo><a:lnTo><a:pt x="3987212" y="0"/></a:lnTo></a:path><a:path w="9157970" h="2653665"><a:moveTo><a:pt x="3985342" y="0"/></a:moveTo><a:lnTo><a:pt x="3982682" y="0"/></a:lnTo></a:path><a:path w="9157970" h="2653665"><a:moveTo><a:pt x="4004493" y="0"/></a:moveTo><a:lnTo><a:pt x="3999094" y="0"/></a:lnTo><a:lnTo><a:pt x="3987212" y="0"/></a:lnTo></a:path><a:path w="9157970" h="2653665"><a:moveTo><a:pt x="3215523" y="0"/></a:moveTo><a:lnTo><a:pt x="3202430" y="0"/></a:lnTo><a:lnTo><a:pt x="3200716" y="0"/></a:lnTo><a:lnTo><a:pt x="3163300" y="0"/></a:lnTo></a:path><a:path w="9157970" h="2653665"><a:moveTo><a:pt x="3349636" y="0"/></a:moveTo><a:lnTo><a:pt x="3345975" y="0"/></a:lnTo></a:path><a:path w="9157970" h="2653665"><a:moveTo><a:pt x="3339638" y="0"/></a:moveTo><a:lnTo><a:pt x="3337769" y="0"/></a:lnTo><a:lnTo><a:pt x="3325824" y="0"/></a:lnTo></a:path><a:path w="9157970" h="2653665"><a:moveTo><a:pt x="3281102" y="0"/></a:moveTo><a:lnTo><a:pt x="3279388" y="0"/></a:lnTo></a:path><a:path w="9157970" h="2653665"><a:moveTo><a:pt x="3352296" y="0"/></a:moveTo><a:lnTo><a:pt x="3349636" y="0"/></a:lnTo></a:path><a:path w="9157970" h="2653665"><a:moveTo><a:pt x="3266303" y="0"/></a:moveTo><a:lnTo><a:pt x="3264589" y="0"/></a:lnTo><a:lnTo><a:pt x="3217229" y="0"/></a:lnTo></a:path><a:path w="9157970" h="2653665"><a:moveTo><a:pt x="3325824" y="0"/></a:moveTo><a:lnTo><a:pt x="3281102" y="0"/></a:lnTo></a:path><a:path w="9157970" h="2653665"><a:moveTo><a:pt x="3342314" y="0"/></a:moveTo><a:lnTo><a:pt x="3345975" y="0"/></a:lnTo></a:path><a:path w="9157970" h="2653665"><a:moveTo><a:pt x="3279388" y="0"/></a:moveTo><a:lnTo><a:pt x="3266303" y="0"/></a:lnTo></a:path><a:path w="9157970" h="2653665"><a:moveTo><a:pt x="3339638" y="0"/></a:moveTo><a:lnTo><a:pt x="3342314" y="0"/></a:lnTo></a:path><a:path w="9157970" h="2653665"><a:moveTo><a:pt x="3217229" y="0"/></a:moveTo><a:lnTo><a:pt x="3215523" y="0"/></a:lnTo></a:path><a:path w="9157970" h="2653665"><a:moveTo><a:pt x="3762406" y="2233711"/></a:moveTo><a:lnTo><a:pt x="3764810" y="2233711"/></a:lnTo><a:lnTo><a:pt x="3767199" y="2233711"/></a:lnTo></a:path><a:path w="9157970" h="2653665"><a:moveTo><a:pt x="3555392" y="2233711"/></a:moveTo><a:lnTo><a:pt x="3557781" y="2233711"/></a:lnTo></a:path><a:path w="9157970" h="2653665"><a:moveTo><a:pt x="3345975" y="2233711"/></a:moveTo><a:lnTo><a:pt x="3348364" y="2233711"/></a:lnTo></a:path><a:path w="9157970" h="2653665"><a:moveTo><a:pt x="3552988" y="2233711"/></a:moveTo><a:lnTo><a:pt x="3555392" y="2233711"/></a:lnTo></a:path><a:path w="9157970" h="2653665"><a:moveTo><a:pt x="3343570" y="2233711"/></a:moveTo><a:lnTo><a:pt x="3345975" y="2233711"/></a:lnTo></a:path><a:path w="9157970" h="2653665"><a:moveTo><a:pt x="6717057" y="0"/></a:moveTo><a:lnTo><a:pt x="6718918" y="0"/></a:lnTo></a:path><a:path w="9157970" h="2653665"><a:moveTo><a:pt x="6913832" y="0"/></a:moveTo><a:lnTo><a:pt x="6911970" y="0"/></a:lnTo></a:path><a:path w="9157970" h="2653665"><a:moveTo><a:pt x="7123249" y="0"/></a:moveTo><a:lnTo><a:pt x="7121388" y="0"/></a:lnTo></a:path><a:path w="9157970" h="2653665"><a:moveTo><a:pt x="6838752" y="2233711"/></a:moveTo><a:lnTo><a:pt x="6791439" y="2233711"/></a:lnTo></a:path><a:path w="9157970" h="2653665"><a:moveTo><a:pt x="6838752" y="0"/></a:moveTo><a:lnTo><a:pt x="6791439" y="0"/></a:lnTo></a:path><a:path w="9157970" h="2653665"><a:moveTo><a:pt x="6853566" y="2233711"/></a:moveTo><a:lnTo><a:pt x="6840458" y="2233711"/></a:lnTo></a:path><a:path w="9157970" h="2653665"><a:moveTo><a:pt x="6853566" y="0"/></a:moveTo><a:lnTo><a:pt x="6840458" y="0"/></a:lnTo></a:path><a:path w="9157970" h="2653665"><a:moveTo><a:pt x="6926474" y="0"/></a:moveTo><a:lnTo><a:pt x="6928336" y="0"/></a:lnTo></a:path><a:path w="9157970" h="2653665"><a:moveTo><a:pt x="6984336" y="2233711"/></a:moveTo><a:lnTo><a:pt x="6986042" y="2233711"/></a:lnTo></a:path><a:path w="9157970" h="2653665"><a:moveTo><a:pt x="6984336" y="0"/></a:moveTo><a:lnTo><a:pt x="6986042" y="0"/></a:lnTo></a:path><a:path w="9157970" h="2653665"><a:moveTo><a:pt x="6999150" y="2233711"/></a:moveTo><a:lnTo><a:pt x="6986042" y="2233711"/></a:lnTo></a:path><a:path w="9157970" h="2653665"><a:moveTo><a:pt x="6999150" y="0"/></a:moveTo><a:lnTo><a:pt x="6986042" y="0"/></a:lnTo></a:path><a:path w="9157970" h="2653665"><a:moveTo><a:pt x="7062984" y="2233711"/></a:moveTo><a:lnTo><a:pt x="7049876" y="2233711"/></a:lnTo></a:path><a:path w="9157970" h="2653665"><a:moveTo><a:pt x="7062984" y="0"/></a:moveTo><a:lnTo><a:pt x="7049876" y="0"/></a:lnTo></a:path><a:path w="9157970" h="2653665"><a:moveTo><a:pt x="7109443" y="2233711"/></a:moveTo><a:lnTo><a:pt x="7064690" y="2233711"/></a:lnTo></a:path><a:path w="9157970" h="2653665"><a:moveTo><a:pt x="7109443" y="0"/></a:moveTo><a:lnTo><a:pt x="7064690" y="0"/></a:lnTo></a:path><a:path w="9157970" h="2653665"><a:moveTo><a:pt x="7109443" y="0"/></a:moveTo><a:lnTo><a:pt x="7121388" y="0"/></a:lnTo></a:path><a:path w="9157970" h="2653665"><a:moveTo><a:pt x="6789732" y="2233711"/></a:moveTo><a:lnTo><a:pt x="6776624" y="2233711"/></a:lnTo></a:path><a:path w="9157970" h="2653665"><a:moveTo><a:pt x="6789732" y="0"/></a:moveTo><a:lnTo><a:pt x="6776624" y="0"/></a:lnTo></a:path><a:path w="9157970" h="2653665"><a:moveTo><a:pt x="6730785" y="0"/></a:moveTo><a:lnTo><a:pt x="6718918" y="0"/></a:lnTo></a:path><a:path w="9157970" h="2653665"><a:moveTo><a:pt x="6791439" y="2233711"/></a:moveTo><a:lnTo><a:pt x="6789732" y="2233711"/></a:lnTo></a:path><a:path w="9157970" h="2653665"><a:moveTo><a:pt x="6791439" y="0"/></a:moveTo><a:lnTo><a:pt x="6789732" y="0"/></a:lnTo></a:path><a:path w="9157970" h="2653665"><a:moveTo><a:pt x="6855272" y="2233711"/></a:moveTo><a:lnTo><a:pt x="6853566" y="2233711"/></a:lnTo></a:path><a:path w="9157970" h="2653665"><a:moveTo><a:pt x="6855272" y="0"/></a:moveTo><a:lnTo><a:pt x="6853566" y="0"/></a:lnTo></a:path><a:path w="9157970" h="2653665"><a:moveTo><a:pt x="6900026" y="2233711"/></a:moveTo><a:lnTo><a:pt x="6855272" y="2233711"/></a:lnTo></a:path><a:path w="9157970" h="2653665"><a:moveTo><a:pt x="6900026" y="0"/></a:moveTo><a:lnTo><a:pt x="6855272" y="0"/></a:lnTo></a:path><a:path w="9157970" h="2653665"><a:moveTo><a:pt x="6913832" y="0"/></a:moveTo><a:lnTo><a:pt x="6916469" y="0"/></a:lnTo></a:path><a:path w="9157970" h="2653665"><a:moveTo><a:pt x="6926474" y="0"/></a:moveTo><a:lnTo><a:pt x="6923837" y="0"/></a:lnTo></a:path><a:path w="9157970" h="2653665"><a:moveTo><a:pt x="6984336" y="2233711"/></a:moveTo><a:lnTo><a:pt x="6940203" y="2233711"/></a:lnTo></a:path><a:path w="9157970" h="2653665"><a:moveTo><a:pt x="6984336" y="0"/></a:moveTo><a:lnTo><a:pt x="6940203" y="0"/></a:lnTo></a:path><a:path w="9157970" h="2653665"><a:moveTo><a:pt x="7048169" y="2233711"/></a:moveTo><a:lnTo><a:pt x="7000856" y="2233711"/></a:lnTo></a:path><a:path w="9157970" h="2653665"><a:moveTo><a:pt x="7048169" y="0"/></a:moveTo><a:lnTo><a:pt x="7000856" y="0"/></a:lnTo></a:path><a:path w="9157970" h="2653665"><a:moveTo><a:pt x="7125887" y="0"/></a:moveTo><a:lnTo><a:pt x="7129610" y="0"/></a:lnTo></a:path><a:path w="9157970" h="2653665"><a:moveTo><a:pt x="7133255" y="0"/></a:moveTo><a:lnTo><a:pt x="7129610" y="0"/></a:lnTo></a:path><a:path w="9157970" h="2653665"><a:moveTo><a:pt x="7123249" y="0"/></a:moveTo><a:lnTo><a:pt x="7125887" y="0"/></a:lnTo></a:path><a:path w="9157970" h="2653665"><a:moveTo><a:pt x="7135892" y="0"/></a:moveTo><a:lnTo><a:pt x="7133255" y="0"/></a:lnTo></a:path><a:path w="9157970" h="2653665"><a:moveTo><a:pt x="6923837" y="0"/></a:moveTo><a:lnTo><a:pt x="6920192" y="0"/></a:lnTo></a:path><a:path w="9157970" h="2653665"><a:moveTo><a:pt x="7135892" y="0"/></a:moveTo><a:lnTo><a:pt x="7137754" y="0"/></a:lnTo></a:path><a:path w="9157970" h="2653665"><a:moveTo><a:pt x="7000856" y="2233711"/></a:moveTo><a:lnTo><a:pt x="6999150" y="2233711"/></a:lnTo></a:path><a:path w="9157970" h="2653665"><a:moveTo><a:pt x="7000856" y="0"/></a:moveTo><a:lnTo><a:pt x="6999150" y="0"/></a:lnTo></a:path><a:path w="9157970" h="2653665"><a:moveTo><a:pt x="6774918" y="2233711"/></a:moveTo><a:lnTo><a:pt x="6730785" y="2233711"/></a:lnTo></a:path><a:path w="9157970" h="2653665"><a:moveTo><a:pt x="6774918" y="0"/></a:moveTo><a:lnTo><a:pt x="6730785" y="0"/></a:lnTo></a:path><a:path w="9157970" h="2653665"><a:moveTo><a:pt x="6916469" y="0"/></a:moveTo><a:lnTo><a:pt x="6920192" y="0"/></a:lnTo></a:path><a:path w="9157970" h="2653665"><a:moveTo><a:pt x="6900026" y="0"/></a:moveTo><a:lnTo><a:pt x="6911970" y="0"/></a:lnTo></a:path><a:path w="9157970" h="2653665"><a:moveTo><a:pt x="6774918" y="2233711"/></a:moveTo><a:lnTo><a:pt x="6776624" y="2233711"/></a:lnTo></a:path><a:path w="9157970" h="2653665"><a:moveTo><a:pt x="6774918" y="0"/></a:moveTo><a:lnTo><a:pt x="6776624" y="0"/></a:lnTo></a:path><a:path w="9157970" h="2653665"><a:moveTo><a:pt x="6838752" y="2233711"/></a:moveTo><a:lnTo><a:pt x="6840458" y="2233711"/></a:lnTo></a:path><a:path w="9157970" h="2653665"><a:moveTo><a:pt x="6838752" y="0"/></a:moveTo><a:lnTo><a:pt x="6840458" y="0"/></a:lnTo></a:path><a:path w="9157970" h="2653665"><a:moveTo><a:pt x="6940203" y="0"/></a:moveTo><a:lnTo><a:pt x="6928336" y="0"/></a:lnTo></a:path><a:path w="9157970" h="2653665"><a:moveTo><a:pt x="7048169" y="2233711"/></a:moveTo><a:lnTo><a:pt x="7049876" y="2233711"/></a:lnTo></a:path><a:path w="9157970" h="2653665"><a:moveTo><a:pt x="7048169" y="0"/></a:moveTo><a:lnTo><a:pt x="7049876" y="0"/></a:lnTo></a:path><a:path w="9157970" h="2653665"><a:moveTo><a:pt x="7064690" y="2233711"/></a:moveTo><a:lnTo><a:pt x="7062984" y="2233711"/></a:lnTo></a:path><a:path w="9157970" h="2653665"><a:moveTo><a:pt x="7064690" y="0"/></a:moveTo><a:lnTo><a:pt x="7062984" y="0"/></a:lnTo></a:path><a:path w="9157970" h="2653665"><a:moveTo><a:pt x="7257587" y="2233711"/></a:moveTo><a:lnTo><a:pt x="7259293" y="2233711"/></a:lnTo></a:path><a:path w="9157970" h="2653665"><a:moveTo><a:pt x="7257587" y="0"/></a:moveTo><a:lnTo><a:pt x="7259293" y="0"/></a:lnTo></a:path><a:path w="9157970" h="2653665"><a:moveTo><a:pt x="7272401" y="2233711"/></a:moveTo><a:lnTo><a:pt x="7259293" y="2233711"/></a:lnTo></a:path><a:path w="9157970" h="2653665"><a:moveTo><a:pt x="7193753" y="2233711"/></a:moveTo><a:lnTo><a:pt x="7195460" y="2233711"/></a:lnTo></a:path><a:path w="9157970" h="2653665"><a:moveTo><a:pt x="7193753" y="0"/></a:moveTo><a:lnTo><a:pt x="7195460" y="0"/></a:lnTo></a:path><a:path w="9157970" h="2653665"><a:moveTo><a:pt x="7208568" y="2233711"/></a:moveTo><a:lnTo><a:pt x="7195460" y="2233711"/></a:lnTo></a:path><a:path w="9157970" h="2653665"><a:moveTo><a:pt x="7208568" y="0"/></a:moveTo><a:lnTo><a:pt x="7195460" y="0"/></a:lnTo></a:path><a:path w="9157970" h="2653665"><a:moveTo><a:pt x="7318861" y="2233711"/></a:moveTo><a:lnTo><a:pt x="7274108" y="2233711"/></a:lnTo></a:path><a:path w="9157970" h="2653665"><a:moveTo><a:pt x="7318861" y="0"/></a:moveTo><a:lnTo><a:pt x="7274108" y="0"/></a:lnTo></a:path><a:path w="9157970" h="2653665"><a:moveTo><a:pt x="7334916" y="0"/></a:moveTo><a:lnTo><a:pt x="7333055" y="0"/></a:lnTo></a:path><a:path w="9157970" h="2653665"><a:moveTo><a:pt x="7334916" y="0"/></a:moveTo><a:lnTo><a:pt x="7337631" y="0"/></a:lnTo></a:path><a:path w="9157970" h="2653665"><a:moveTo><a:pt x="7257587" y="2233711"/></a:moveTo><a:lnTo><a:pt x="7210274" y="2233711"/></a:lnTo></a:path><a:path w="9157970" h="2653665"><a:moveTo><a:pt x="7257587" y="0"/></a:moveTo><a:lnTo><a:pt x="7210274" y="0"/></a:lnTo></a:path><a:path w="9157970" h="2653665"><a:moveTo><a:pt x="7274108" y="2233711"/></a:moveTo><a:lnTo><a:pt x="7272401" y="2233711"/></a:lnTo></a:path><a:path w="9157970" h="2653665"><a:moveTo><a:pt x="7274108" y="0"/></a:moveTo><a:lnTo><a:pt x="7272401" y="0"/></a:lnTo></a:path><a:path w="9157970" h="2653665"><a:moveTo><a:pt x="7337631" y="0"/></a:moveTo><a:lnTo><a:pt x="7347482" y="0"/></a:lnTo></a:path><a:path w="9157970" h="2653665"><a:moveTo><a:pt x="7210274" y="2233711"/></a:moveTo><a:lnTo><a:pt x="7208568" y="2233711"/></a:lnTo></a:path><a:path w="9157970" h="2653665"><a:moveTo><a:pt x="7210274" y="0"/></a:moveTo><a:lnTo><a:pt x="7208568" y="0"/></a:lnTo></a:path><a:path w="9157970" h="2653665"><a:moveTo><a:pt x="7149621" y="0"/></a:moveTo><a:lnTo><a:pt x="7137754" y="0"/></a:lnTo></a:path><a:path w="9157970" h="2653665"><a:moveTo><a:pt x="7193753" y="2233711"/></a:moveTo><a:lnTo><a:pt x="7149621" y="2233711"/></a:lnTo></a:path><a:path w="9157970" h="2653665"><a:moveTo><a:pt x="7193753" y="0"/></a:moveTo><a:lnTo><a:pt x="7149621" y="0"/></a:lnTo></a:path><a:path w="9157970" h="2653665"><a:moveTo><a:pt x="6629334" y="2233711"/></a:moveTo><a:lnTo><a:pt x="6582021" y="2233711"/></a:lnTo></a:path><a:path w="9157970" h="2653665"><a:moveTo><a:pt x="6580315" y="2233711"/></a:moveTo><a:lnTo><a:pt x="6567207" y="2233711"/></a:lnTo><a:lnTo><a:pt x="6565500" y="2233711"/></a:lnTo></a:path><a:path w="9157970" h="2653665"><a:moveTo><a:pt x="6644148" y="2233711"/></a:moveTo><a:lnTo><a:pt x="6631040" y="2233711"/></a:lnTo></a:path><a:path w="9157970" h="2653665"><a:moveTo><a:pt x="6690608" y="2233711"/></a:moveTo><a:lnTo><a:pt x="6645855" y="2233711"/></a:lnTo></a:path><a:path w="9157970" h="2653665"><a:moveTo><a:pt x="6582021" y="2233711"/></a:moveTo><a:lnTo><a:pt x="6580315" y="2233711"/></a:lnTo></a:path><a:path w="9157970" h="2653665"><a:moveTo><a:pt x="6629334" y="2233711"/></a:moveTo><a:lnTo><a:pt x="6631040" y="2233711"/></a:lnTo></a:path><a:path w="9157970" h="2653665"><a:moveTo><a:pt x="6645855" y="2233711"/></a:moveTo><a:lnTo><a:pt x="6644148" y="2233711"/></a:lnTo></a:path><a:path w="9157970" h="2653665"><a:moveTo><a:pt x="7350119" y="0"/></a:moveTo><a:lnTo><a:pt x="7351980" y="0"/></a:lnTo></a:path><a:path w="9157970" h="2653665"><a:moveTo><a:pt x="7350119" y="0"/></a:moveTo><a:lnTo><a:pt x="7347482" y="0"/></a:lnTo></a:path><a:path w="9157970" h="2653665"><a:moveTo><a:pt x="7369276" y="0"/></a:moveTo><a:lnTo><a:pt x="7363847" y="0"/></a:lnTo><a:lnTo><a:pt x="7351980" y="0"/></a:lnTo></a:path><a:path w="9157970" h="2653665"><a:moveTo><a:pt x="6580315" y="0"/></a:moveTo><a:lnTo><a:pt x="6567207" y="0"/></a:lnTo><a:lnTo><a:pt x="6565500" y="0"/></a:lnTo><a:lnTo><a:pt x="6528115" y="0"/></a:lnTo></a:path><a:path w="9157970" h="2653665"><a:moveTo><a:pt x="6714420" y="0"/></a:moveTo><a:lnTo><a:pt x="6710774" y="0"/></a:lnTo></a:path><a:path w="9157970" h="2653665"><a:moveTo><a:pt x="6704414" y="0"/></a:moveTo><a:lnTo><a:pt x="6702553" y="0"/></a:lnTo><a:lnTo><a:pt x="6690608" y="0"/></a:lnTo></a:path><a:path w="9157970" h="2653665"><a:moveTo><a:pt x="6645855" y="0"/></a:moveTo><a:lnTo><a:pt x="6644148" y="0"/></a:lnTo></a:path><a:path w="9157970" h="2653665"><a:moveTo><a:pt x="6717057" y="0"/></a:moveTo><a:lnTo><a:pt x="6714420" y="0"/></a:lnTo></a:path><a:path w="9157970" h="2653665"><a:moveTo><a:pt x="6631040" y="0"/></a:moveTo><a:lnTo><a:pt x="6629334" y="0"/></a:lnTo><a:lnTo><a:pt x="6582021" y="0"/></a:lnTo></a:path><a:path w="9157970" h="2653665"><a:moveTo><a:pt x="6690608" y="0"/></a:moveTo><a:lnTo><a:pt x="6645855" y="0"/></a:lnTo></a:path><a:path w="9157970" h="2653665"><a:moveTo><a:pt x="6707051" y="0"/></a:moveTo><a:lnTo><a:pt x="6710774" y="0"/></a:lnTo></a:path><a:path w="9157970" h="2653665"><a:moveTo><a:pt x="6644148" y="0"/></a:moveTo><a:lnTo><a:pt x="6631040" y="0"/></a:lnTo></a:path><a:path w="9157970" h="2653665"><a:moveTo><a:pt x="6704414" y="0"/></a:moveTo><a:lnTo><a:pt x="6707051" y="0"/></a:lnTo></a:path><a:path w="9157970" h="2653665"><a:moveTo><a:pt x="6582021" y="0"/></a:moveTo><a:lnTo><a:pt x="6580315" y="0"/></a:lnTo></a:path><a:path w="9157970" h="2653665"><a:moveTo><a:pt x="7127205" y="2233711"/></a:moveTo><a:lnTo><a:pt x="7129610" y="2233711"/></a:lnTo><a:lnTo><a:pt x="7131936" y="2233711"/></a:lnTo></a:path><a:path w="9157970" h="2653665"><a:moveTo><a:pt x="6920192" y="2233711"/></a:moveTo><a:lnTo><a:pt x="6922519" y="2233711"/></a:lnTo></a:path><a:path w="9157970" h="2653665"><a:moveTo><a:pt x="6710774" y="2233711"/></a:moveTo><a:lnTo><a:pt x="6713101" y="2233711"/></a:lnTo></a:path><a:path w="9157970" h="2653665"><a:moveTo><a:pt x="6917787" y="2233711"/></a:moveTo><a:lnTo><a:pt x="6920192" y="2233711"/></a:lnTo></a:path><a:path w="9157970" h="2653665"><a:moveTo><a:pt x="6708370" y="2233711"/></a:moveTo><a:lnTo><a:pt x="6710774" y="2233711"/></a:lnTo></a:path><a:path w="9157970" h="2653665"><a:moveTo><a:pt x="5875896" y="0"/></a:moveTo><a:lnTo><a:pt x="5877757" y="0"/></a:lnTo></a:path><a:path w="9157970" h="2653665"><a:moveTo><a:pt x="6072671" y="0"/></a:moveTo><a:lnTo><a:pt x="6070732" y="0"/></a:lnTo></a:path><a:path w="9157970" h="2653665"><a:moveTo><a:pt x="6282088" y="0"/></a:moveTo><a:lnTo><a:pt x="6280149" y="0"/></a:lnTo></a:path><a:path w="9157970" h="2653665"><a:moveTo><a:pt x="5997591" y="2233711"/></a:moveTo><a:lnTo><a:pt x="5950200" y="2233711"/></a:lnTo></a:path><a:path w="9157970" h="2653665"><a:moveTo><a:pt x="5997591" y="0"/></a:moveTo><a:lnTo><a:pt x="5950200" y="0"/></a:lnTo></a:path><a:path w="9157970" h="2653665"><a:moveTo><a:pt x="6012405" y="2233711"/></a:moveTo><a:lnTo><a:pt x="5999297" y="2233711"/></a:lnTo></a:path><a:path w="9157970" h="2653665"><a:moveTo><a:pt x="6012405" y="0"/></a:moveTo><a:lnTo><a:pt x="5999297" y="0"/></a:lnTo></a:path><a:path w="9157970" h="2653665"><a:moveTo><a:pt x="6085313" y="0"/></a:moveTo><a:lnTo><a:pt x="6087175" y="0"/></a:lnTo></a:path><a:path w="9157970" h="2653665"><a:moveTo><a:pt x="6143097" y="2233711"/></a:moveTo><a:lnTo><a:pt x="6144881" y="2233711"/></a:lnTo></a:path><a:path w="9157970" h="2653665"><a:moveTo><a:pt x="6143097" y="0"/></a:moveTo><a:lnTo><a:pt x="6144881" y="0"/></a:lnTo></a:path><a:path w="9157970" h="2653665"><a:moveTo><a:pt x="6157911" y="2233711"/></a:moveTo><a:lnTo><a:pt x="6144881" y="2233711"/></a:lnTo></a:path><a:path w="9157970" h="2653665"><a:moveTo><a:pt x="6157911" y="0"/></a:moveTo><a:lnTo><a:pt x="6144881" y="0"/></a:lnTo></a:path><a:path w="9157970" h="2653665"><a:moveTo><a:pt x="6221823" y="2233711"/></a:moveTo><a:lnTo><a:pt x="6208715" y="2233711"/></a:lnTo></a:path><a:path w="9157970" h="2653665"><a:moveTo><a:pt x="6221823" y="0"/></a:moveTo><a:lnTo><a:pt x="6208715" y="0"/></a:lnTo></a:path><a:path w="9157970" h="2653665"><a:moveTo><a:pt x="6268205" y="2233711"/></a:moveTo><a:lnTo><a:pt x="6223529" y="2233711"/></a:lnTo></a:path><a:path w="9157970" h="2653665"><a:moveTo><a:pt x="6268205" y="0"/></a:moveTo><a:lnTo><a:pt x="6223529" y="0"/></a:lnTo></a:path><a:path w="9157970" h="2653665"><a:moveTo><a:pt x="6268205" y="0"/></a:moveTo><a:lnTo><a:pt x="6280149" y="0"/></a:lnTo></a:path><a:path w="9157970" h="2653665"><a:moveTo><a:pt x="5948494" y="2233711"/></a:moveTo><a:lnTo><a:pt x="5935463" y="2233711"/></a:lnTo></a:path><a:path w="9157970" h="2653665"><a:moveTo><a:pt x="5948494" y="0"/></a:moveTo><a:lnTo><a:pt x="5935463" y="0"/></a:lnTo></a:path><a:path w="9157970" h="2653665"><a:moveTo><a:pt x="5889624" y="0"/></a:moveTo><a:lnTo><a:pt x="5877757" y="0"/></a:lnTo></a:path><a:path w="9157970" h="2653665"><a:moveTo><a:pt x="5950200" y="2233711"/></a:moveTo><a:lnTo><a:pt x="5948494" y="2233711"/></a:lnTo></a:path><a:path w="9157970" h="2653665"><a:moveTo><a:pt x="5950200" y="0"/></a:moveTo><a:lnTo><a:pt x="5948494" y="0"/></a:lnTo></a:path><a:path w="9157970" h="2653665"><a:moveTo><a:pt x="6014111" y="2233711"/></a:moveTo><a:lnTo><a:pt x="6012405" y="2233711"/></a:lnTo></a:path><a:path w="9157970" h="2653665"><a:moveTo><a:pt x="6014111" y="0"/></a:moveTo><a:lnTo><a:pt x="6012405" y="0"/></a:lnTo></a:path><a:path w="9157970" h="2653665"><a:moveTo><a:pt x="6058787" y="2233711"/></a:moveTo><a:lnTo><a:pt x="6014111" y="2233711"/></a:lnTo></a:path><a:path w="9157970" h="2653665"><a:moveTo><a:pt x="6058787" y="0"/></a:moveTo><a:lnTo><a:pt x="6014111" y="0"/></a:lnTo></a:path><a:path w="9157970" h="2653665"><a:moveTo><a:pt x="6072671" y="0"/></a:moveTo><a:lnTo><a:pt x="6075308" y="0"/></a:lnTo></a:path><a:path w="9157970" h="2653665"><a:moveTo><a:pt x="6085313" y="0"/></a:moveTo><a:lnTo><a:pt x="6082599" y="0"/></a:lnTo></a:path><a:path w="9157970" h="2653665"><a:moveTo><a:pt x="6143097" y="2233711"/></a:moveTo><a:lnTo><a:pt x="6099042" y="2233711"/></a:lnTo></a:path><a:path w="9157970" h="2653665"><a:moveTo><a:pt x="6143097" y="0"/></a:moveTo><a:lnTo><a:pt x="6099042" y="0"/></a:lnTo></a:path><a:path w="9157970" h="2653665"><a:moveTo><a:pt x="6207008" y="2233711"/></a:moveTo><a:lnTo><a:pt x="6159618" y="2233711"/></a:lnTo></a:path><a:path w="9157970" h="2653665"><a:moveTo><a:pt x="6207008" y="0"/></a:moveTo><a:lnTo><a:pt x="6159618" y="0"/></a:lnTo></a:path><a:path w="9157970" h="2653665"><a:moveTo><a:pt x="6284726" y="0"/></a:moveTo><a:lnTo><a:pt x="6288371" y="0"/></a:lnTo></a:path><a:path w="9157970" h="2653665"><a:moveTo><a:pt x="6292016" y="0"/></a:moveTo><a:lnTo><a:pt x="6288371" y="0"/></a:lnTo></a:path><a:path w="9157970" h="2653665"><a:moveTo><a:pt x="6282088" y="0"/></a:moveTo><a:lnTo><a:pt x="6284726" y="0"/></a:lnTo></a:path><a:path w="9157970" h="2653665"><a:moveTo><a:pt x="6294731" y="0"/></a:moveTo><a:lnTo><a:pt x="6292016" y="0"/></a:lnTo></a:path><a:path w="9157970" h="2653665"><a:moveTo><a:pt x="6082599" y="0"/></a:moveTo><a:lnTo><a:pt x="6078953" y="0"/></a:lnTo></a:path><a:path w="9157970" h="2653665"><a:moveTo><a:pt x="6294731" y="0"/></a:moveTo><a:lnTo><a:pt x="6296593" y="0"/></a:lnTo></a:path><a:path w="9157970" h="2653665"><a:moveTo><a:pt x="6159618" y="2233711"/></a:moveTo><a:lnTo><a:pt x="6157911" y="2233711"/></a:lnTo></a:path><a:path w="9157970" h="2653665"><a:moveTo><a:pt x="6159618" y="0"/></a:moveTo><a:lnTo><a:pt x="6157911" y="0"/></a:lnTo></a:path><a:path w="9157970" h="2653665"><a:moveTo><a:pt x="5933679" y="2233711"/></a:moveTo><a:lnTo><a:pt x="5889624" y="2233711"/></a:lnTo></a:path><a:path w="9157970" h="2653665"><a:moveTo><a:pt x="5933679" y="0"/></a:moveTo><a:lnTo><a:pt x="5889624" y="0"/></a:lnTo></a:path><a:path w="9157970" h="2653665"><a:moveTo><a:pt x="6075308" y="0"/></a:moveTo><a:lnTo><a:pt x="6078953" y="0"/></a:lnTo></a:path><a:path w="9157970" h="2653665"><a:moveTo><a:pt x="6058787" y="0"/></a:moveTo><a:lnTo><a:pt x="6070732" y="0"/></a:lnTo></a:path><a:path w="9157970" h="2653665"><a:moveTo><a:pt x="5933679" y="2233711"/></a:moveTo><a:lnTo><a:pt x="5935463" y="2233711"/></a:lnTo></a:path><a:path w="9157970" h="2653665"><a:moveTo><a:pt x="5933679" y="0"/></a:moveTo><a:lnTo><a:pt x="5935463" y="0"/></a:lnTo></a:path><a:path w="9157970" h="2653665"><a:moveTo><a:pt x="5997591" y="2233711"/></a:moveTo><a:lnTo><a:pt x="5999297" y="2233711"/></a:lnTo></a:path><a:path w="9157970" h="2653665"><a:moveTo><a:pt x="5997591" y="0"/></a:moveTo><a:lnTo><a:pt x="5999297" y="0"/></a:lnTo></a:path><a:path w="9157970" h="2653665"><a:moveTo><a:pt x="6099042" y="0"/></a:moveTo><a:lnTo><a:pt x="6087175" y="0"/></a:lnTo></a:path><a:path w="9157970" h="2653665"><a:moveTo><a:pt x="6207008" y="2233711"/></a:moveTo><a:lnTo><a:pt x="6208715" y="2233711"/></a:lnTo></a:path><a:path w="9157970" h="2653665"><a:moveTo><a:pt x="6207008" y="0"/></a:moveTo><a:lnTo><a:pt x="6208715" y="0"/></a:lnTo></a:path><a:path w="9157970" h="2653665"><a:moveTo><a:pt x="6223529" y="2233711"/></a:moveTo><a:lnTo><a:pt x="6221823" y="2233711"/></a:lnTo></a:path><a:path w="9157970" h="2653665"><a:moveTo><a:pt x="6223529" y="0"/></a:moveTo><a:lnTo><a:pt x="6221823" y="0"/></a:lnTo></a:path><a:path w="9157970" h="2653665"><a:moveTo><a:pt x="6416426" y="2233711"/></a:moveTo><a:lnTo><a:pt x="6418132" y="2233711"/></a:lnTo></a:path><a:path w="9157970" h="2653665"><a:moveTo><a:pt x="6416426" y="0"/></a:moveTo><a:lnTo><a:pt x="6418132" y="0"/></a:lnTo></a:path><a:path w="9157970" h="2653665"><a:moveTo><a:pt x="6431240" y="2233711"/></a:moveTo><a:lnTo><a:pt x="6418132" y="2233711"/></a:lnTo></a:path><a:path w="9157970" h="2653665"><a:moveTo><a:pt x="6431240" y="0"/></a:moveTo><a:lnTo><a:pt x="6418132" y="0"/></a:lnTo></a:path><a:path w="9157970" h="2653665"><a:moveTo><a:pt x="6352515" y="2233711"/></a:moveTo><a:lnTo><a:pt x="6354299" y="2233711"/></a:lnTo></a:path><a:path w="9157970" h="2653665"><a:moveTo><a:pt x="6352515" y="0"/></a:moveTo><a:lnTo><a:pt x="6354299" y="0"/></a:lnTo></a:path><a:path w="9157970" h="2653665"><a:moveTo><a:pt x="6367329" y="2233711"/></a:moveTo><a:lnTo><a:pt x="6354299" y="2233711"/></a:lnTo></a:path><a:path w="9157970" h="2653665"><a:moveTo><a:pt x="6367329" y="0"/></a:moveTo><a:lnTo><a:pt x="6354299" y="0"/></a:lnTo></a:path><a:path w="9157970" h="2653665"><a:moveTo><a:pt x="6477622" y="2233711"/></a:moveTo><a:lnTo><a:pt x="6432947" y="2233711"/></a:lnTo></a:path><a:path w="9157970" h="2653665"><a:moveTo><a:pt x="6477622" y="0"/></a:moveTo><a:lnTo><a:pt x="6432947" y="0"/></a:lnTo></a:path><a:path w="9157970" h="2653665"><a:moveTo><a:pt x="6493755" y="0"/></a:moveTo><a:lnTo><a:pt x="6491894" y="0"/></a:lnTo></a:path><a:path w="9157970" h="2653665"><a:moveTo><a:pt x="6493755" y="0"/></a:moveTo><a:lnTo><a:pt x="6496393" y="0"/></a:lnTo></a:path><a:path w="9157970" h="2653665"><a:moveTo><a:pt x="6416426" y="2233711"/></a:moveTo><a:lnTo><a:pt x="6369036" y="2233711"/></a:lnTo></a:path><a:path w="9157970" h="2653665"><a:moveTo><a:pt x="6416426" y="0"/></a:moveTo><a:lnTo><a:pt x="6369036" y="0"/></a:lnTo></a:path><a:path w="9157970" h="2653665"><a:moveTo><a:pt x="6432947" y="2233711"/></a:moveTo><a:lnTo><a:pt x="6431240" y="2233711"/></a:lnTo></a:path><a:path w="9157970" h="2653665"><a:moveTo><a:pt x="6496393" y="0"/></a:moveTo><a:lnTo><a:pt x="6506243" y="0"/></a:lnTo></a:path><a:path w="9157970" h="2653665"><a:moveTo><a:pt x="6369036" y="2233711"/></a:moveTo><a:lnTo><a:pt x="6367329" y="2233711"/></a:lnTo></a:path><a:path w="9157970" h="2653665"><a:moveTo><a:pt x="6369036" y="0"/></a:moveTo><a:lnTo><a:pt x="6367329" y="0"/></a:lnTo></a:path><a:path w="9157970" h="2653665"><a:moveTo><a:pt x="6477622" y="0"/></a:moveTo><a:lnTo><a:pt x="6491894" y="0"/></a:lnTo></a:path><a:path w="9157970" h="2653665"><a:moveTo><a:pt x="6308460" y="0"/></a:moveTo><a:lnTo><a:pt x="6296593" y="0"/></a:lnTo></a:path><a:path w="9157970" h="2653665"><a:moveTo><a:pt x="6352515" y="2233711"/></a:moveTo><a:lnTo><a:pt x="6308460" y="2233711"/></a:lnTo></a:path><a:path w="9157970" h="2653665"><a:moveTo><a:pt x="6352515" y="0"/></a:moveTo><a:lnTo><a:pt x="6308460" y="0"/></a:lnTo></a:path><a:path w="9157970" h="2653665"><a:moveTo><a:pt x="6528115" y="2233711"/></a:moveTo><a:lnTo><a:pt x="6522686" y="2233711"/></a:lnTo></a:path><a:path w="9157970" h="2653665"><a:moveTo><a:pt x="5788173" y="2233711"/></a:moveTo><a:lnTo><a:pt x="5740782" y="2233711"/></a:lnTo></a:path><a:path w="9157970" h="2653665"><a:moveTo><a:pt x="5739076" y="2233711"/></a:moveTo><a:lnTo><a:pt x="5726046" y="2233711"/></a:lnTo><a:lnTo><a:pt x="5724262" y="2233711"/></a:lnTo></a:path><a:path w="9157970" h="2653665"><a:moveTo><a:pt x="5802987" y="2233711"/></a:moveTo><a:lnTo><a:pt x="5789879" y="2233711"/></a:lnTo></a:path><a:path w="9157970" h="2653665"><a:moveTo><a:pt x="5849369" y="2233711"/></a:moveTo><a:lnTo><a:pt x="5804694" y="2233711"/></a:lnTo></a:path><a:path w="9157970" h="2653665"><a:moveTo><a:pt x="5740782" y="2233711"/></a:moveTo><a:lnTo><a:pt x="5739076" y="2233711"/></a:lnTo></a:path><a:path w="9157970" h="2653665"><a:moveTo><a:pt x="5788173" y="2233711"/></a:moveTo><a:lnTo><a:pt x="5789879" y="2233711"/></a:lnTo></a:path><a:path w="9157970" h="2653665"><a:moveTo><a:pt x="5804694" y="2233711"/></a:moveTo><a:lnTo><a:pt x="5802987" y="2233711"/></a:lnTo></a:path><a:path w="9157970" h="2653665"><a:moveTo><a:pt x="6528115" y="2233711"/></a:moveTo><a:lnTo><a:pt x="6528115" y="0"/></a:lnTo></a:path><a:path w="9157970" h="2653665"><a:moveTo><a:pt x="6508958" y="0"/></a:moveTo><a:lnTo><a:pt x="6510819" y="0"/></a:lnTo></a:path><a:path w="9157970" h="2653665"><a:moveTo><a:pt x="6508958" y="0"/></a:moveTo><a:lnTo><a:pt x="6506243" y="0"/></a:lnTo></a:path><a:path w="9157970" h="2653665"><a:moveTo><a:pt x="6528115" y="0"/></a:moveTo><a:lnTo><a:pt x="6522686" y="0"/></a:lnTo><a:lnTo><a:pt x="6510819" y="0"/></a:lnTo></a:path><a:path w="9157970" h="2653665"><a:moveTo><a:pt x="5739076" y="0"/></a:moveTo><a:lnTo><a:pt x="5726046" y="0"/></a:lnTo><a:lnTo><a:pt x="5724262" y="0"/></a:lnTo><a:lnTo><a:pt x="5686877" y="0"/></a:lnTo></a:path><a:path w="9157970" h="2653665"><a:moveTo><a:pt x="5873181" y="0"/></a:moveTo><a:lnTo><a:pt x="5869536" y="0"/></a:lnTo></a:path><a:path w="9157970" h="2653665"><a:moveTo><a:pt x="5863253" y="0"/></a:moveTo><a:lnTo><a:pt x="5861314" y="0"/></a:lnTo><a:lnTo><a:pt x="5849369" y="0"/></a:lnTo></a:path><a:path w="9157970" h="2653665"><a:moveTo><a:pt x="5804694" y="0"/></a:moveTo><a:lnTo><a:pt x="5802987" y="0"/></a:lnTo></a:path><a:path w="9157970" h="2653665"><a:moveTo><a:pt x="5875896" y="0"/></a:moveTo><a:lnTo><a:pt x="5873181" y="0"/></a:lnTo></a:path><a:path w="9157970" h="2653665"><a:moveTo><a:pt x="5789879" y="0"/></a:moveTo><a:lnTo><a:pt x="5788173" y="0"/></a:lnTo><a:lnTo><a:pt x="5740782" y="0"/></a:lnTo></a:path><a:path w="9157970" h="2653665"><a:moveTo><a:pt x="5849369" y="0"/></a:moveTo><a:lnTo><a:pt x="5804694" y="0"/></a:lnTo></a:path><a:path w="9157970" h="2653665"><a:moveTo><a:pt x="5865890" y="0"/></a:moveTo><a:lnTo><a:pt x="5869536" y="0"/></a:lnTo></a:path><a:path w="9157970" h="2653665"><a:moveTo><a:pt x="5802987" y="0"/></a:moveTo><a:lnTo><a:pt x="5789879" y="0"/></a:lnTo></a:path><a:path w="9157970" h="2653665"><a:moveTo><a:pt x="5863253" y="0"/></a:moveTo><a:lnTo><a:pt x="5865890" y="0"/></a:lnTo></a:path><a:path w="9157970" h="2653665"><a:moveTo><a:pt x="5740782" y="0"/></a:moveTo><a:lnTo><a:pt x="5739076" y="0"/></a:lnTo></a:path><a:path w="9157970" h="2653665"><a:moveTo><a:pt x="6285966" y="2233711"/></a:moveTo><a:lnTo><a:pt x="6288371" y="2233711"/></a:lnTo><a:lnTo><a:pt x="6290775" y="2233711"/></a:lnTo></a:path><a:path w="9157970" h="2653665"><a:moveTo><a:pt x="6078953" y="2233711"/></a:moveTo><a:lnTo><a:pt x="6081358" y="2233711"/></a:lnTo></a:path><a:path w="9157970" h="2653665"><a:moveTo><a:pt x="5869536" y="2233711"/></a:moveTo><a:lnTo><a:pt x="5871940" y="2233711"/></a:lnTo></a:path><a:path w="9157970" h="2653665"><a:moveTo><a:pt x="6076549" y="2233711"/></a:moveTo><a:lnTo><a:pt x="6078953" y="2233711"/></a:lnTo></a:path><a:path w="9157970" h="2653665"><a:moveTo><a:pt x="5867131" y="2233711"/></a:moveTo><a:lnTo><a:pt x="5869536" y="2233711"/></a:lnTo></a:path><a:path w="9157970" h="2653665"><a:moveTo><a:pt x="1669912" y="0"/></a:moveTo><a:lnTo><a:pt x="1671781" y="0"/></a:lnTo></a:path><a:path w="9157970" h="2653665"><a:moveTo><a:pt x="1866664" y="0"/></a:moveTo><a:lnTo><a:pt x="1864794" y="0"/></a:lnTo></a:path><a:path w="9157970" h="2653665"><a:moveTo><a:pt x="2076081" y="0"/></a:moveTo><a:lnTo><a:pt x="2074212" y="0"/></a:lnTo></a:path><a:path w="9157970" h="2653665"><a:moveTo><a:pt x="1791614" y="2233711"/></a:moveTo><a:lnTo><a:pt x="1744255" y="2233711"/></a:lnTo></a:path><a:path w="9157970" h="2653665"><a:moveTo><a:pt x="1791614" y="0"/></a:moveTo><a:lnTo><a:pt x="1744255" y="0"/></a:lnTo></a:path><a:path w="9157970" h="2653665"><a:moveTo><a:pt x="1806421" y="0"/></a:moveTo><a:lnTo><a:pt x="1793336" y="0"/></a:lnTo></a:path><a:path w="9157970" h="2653665"><a:moveTo><a:pt x="1879329" y="0"/></a:moveTo><a:lnTo><a:pt x="1881199" y="0"/></a:lnTo></a:path><a:path w="9157970" h="2653665"><a:moveTo><a:pt x="1937160" y="2233711"/></a:moveTo><a:lnTo><a:pt x="1938882" y="2233711"/></a:lnTo></a:path><a:path w="9157970" h="2653665"><a:moveTo><a:pt x="1937160" y="0"/></a:moveTo><a:lnTo><a:pt x="1938882" y="0"/></a:lnTo></a:path><a:path w="9157970" h="2653665"><a:moveTo><a:pt x="1951966" y="0"/></a:moveTo><a:lnTo><a:pt x="1938882" y="0"/></a:lnTo></a:path><a:path w="9157970" h="2653665"><a:moveTo><a:pt x="2015839" y="0"/></a:moveTo><a:lnTo><a:pt x="2002746" y="0"/></a:lnTo></a:path><a:path w="9157970" h="2653665"><a:moveTo><a:pt x="2062267" y="2233711"/></a:moveTo><a:lnTo><a:pt x="2017545" y="2233711"/></a:lnTo></a:path><a:path w="9157970" h="2653665"><a:moveTo><a:pt x="2062267" y="0"/></a:moveTo><a:lnTo><a:pt x="2017545" y="0"/></a:lnTo></a:path><a:path w="9157970" h="2653665"><a:moveTo><a:pt x="2062267" y="0"/></a:moveTo><a:lnTo><a:pt x="2074212" y="0"/></a:lnTo></a:path><a:path w="9157970" h="2653665"><a:moveTo><a:pt x="1742549" y="0"/></a:moveTo><a:lnTo><a:pt x="1729464" y="0"/></a:lnTo></a:path><a:path w="9157970" h="2653665"><a:moveTo><a:pt x="1683656" y="0"/></a:moveTo><a:lnTo><a:pt x="1671781" y="0"/></a:lnTo></a:path><a:path w="9157970" h="2653665"><a:moveTo><a:pt x="1744255" y="2233711"/></a:moveTo><a:lnTo><a:pt x="1742549" y="2233711"/></a:lnTo></a:path><a:path w="9157970" h="2653665"><a:moveTo><a:pt x="1744255" y="0"/></a:moveTo><a:lnTo><a:pt x="1742549" y="0"/></a:lnTo></a:path><a:path w="9157970" h="2653665"><a:moveTo><a:pt x="1808127" y="2233711"/></a:moveTo><a:lnTo><a:pt x="1806421" y="2233711"/></a:lnTo></a:path><a:path w="9157970" h="2653665"><a:moveTo><a:pt x="1808127" y="0"/></a:moveTo><a:lnTo><a:pt x="1806421" y="0"/></a:lnTo></a:path><a:path w="9157970" h="2653665"><a:moveTo><a:pt x="1852850" y="2233711"/></a:moveTo><a:lnTo><a:pt x="1808127" y="2233711"/></a:lnTo></a:path><a:path w="9157970" h="2653665"><a:moveTo><a:pt x="1852850" y="0"/></a:moveTo><a:lnTo><a:pt x="1808127" y="0"/></a:lnTo></a:path><a:path w="9157970" h="2653665"><a:moveTo><a:pt x="1866664" y="0"/></a:moveTo><a:lnTo><a:pt x="1869347" y="0"/></a:lnTo></a:path><a:path w="9157970" h="2653665"><a:moveTo><a:pt x="1879329" y="0"/></a:moveTo><a:lnTo><a:pt x="1876661" y="0"/></a:lnTo></a:path><a:path w="9157970" h="2653665"><a:moveTo><a:pt x="1937160" y="2233711"/></a:moveTo><a:lnTo><a:pt x="1893073" y="2233711"/></a:lnTo></a:path><a:path w="9157970" h="2653665"><a:moveTo><a:pt x="1937160" y="0"/></a:moveTo><a:lnTo><a:pt x="1893073" y="0"/></a:lnTo></a:path><a:path w="9157970" h="2653665"><a:moveTo><a:pt x="2001032" y="2233711"/></a:moveTo><a:lnTo><a:pt x="1953673" y="2233711"/></a:lnTo></a:path><a:path w="9157970" h="2653665"><a:moveTo><a:pt x="2001032" y="0"/></a:moveTo><a:lnTo><a:pt x="1953673" y="0"/></a:lnTo></a:path><a:path w="9157970" h="2653665"><a:moveTo><a:pt x="2078765" y="0"/></a:moveTo><a:lnTo><a:pt x="2082418" y="0"/></a:lnTo></a:path><a:path w="9157970" h="2653665"><a:moveTo><a:pt x="2086079" y="0"/></a:moveTo><a:lnTo><a:pt x="2082418" y="0"/></a:lnTo></a:path><a:path w="9157970" h="2653665"><a:moveTo><a:pt x="2076081" y="0"/></a:moveTo><a:lnTo><a:pt x="2078765" y="0"/></a:lnTo></a:path><a:path w="9157970" h="2653665"><a:moveTo><a:pt x="2088747" y="0"/></a:moveTo><a:lnTo><a:pt x="2086079" y="0"/></a:lnTo></a:path><a:path w="9157970" h="2653665"><a:moveTo><a:pt x="1876661" y="0"/></a:moveTo><a:lnTo><a:pt x="1873000" y="0"/></a:lnTo></a:path><a:path w="9157970" h="2653665"><a:moveTo><a:pt x="2088747" y="0"/></a:moveTo><a:lnTo><a:pt x="2090616" y="0"/></a:lnTo></a:path><a:path w="9157970" h="2653665"><a:moveTo><a:pt x="1953673" y="2233711"/></a:moveTo><a:lnTo><a:pt x="1951966" y="2233711"/></a:lnTo></a:path><a:path w="9157970" h="2653665"><a:moveTo><a:pt x="1953673" y="0"/></a:moveTo><a:lnTo><a:pt x="1951966" y="0"/></a:lnTo></a:path><a:path w="9157970" h="2653665"><a:moveTo><a:pt x="1727742" y="2233711"/></a:moveTo><a:lnTo><a:pt x="1683656" y="2233711"/></a:lnTo></a:path><a:path w="9157970" h="2653665"><a:moveTo><a:pt x="1727742" y="0"/></a:moveTo><a:lnTo><a:pt x="1683656" y="0"/></a:lnTo></a:path><a:path w="9157970" h="2653665"><a:moveTo><a:pt x="1869347" y="0"/></a:moveTo><a:lnTo><a:pt x="1873000" y="0"/></a:lnTo></a:path><a:path w="9157970" h="2653665"><a:moveTo><a:pt x="1852850" y="0"/></a:moveTo><a:lnTo><a:pt x="1864794" y="0"/></a:lnTo></a:path><a:path w="9157970" h="2653665"><a:moveTo><a:pt x="1727742" y="2233711"/></a:moveTo><a:lnTo><a:pt x="1729464" y="2233711"/></a:lnTo></a:path><a:path w="9157970" h="2653665"><a:moveTo><a:pt x="1727742" y="0"/></a:moveTo><a:lnTo><a:pt x="1729464" y="0"/></a:lnTo></a:path><a:path w="9157970" h="2653665"><a:moveTo><a:pt x="1791614" y="2233711"/></a:moveTo><a:lnTo><a:pt x="1793336" y="2233711"/></a:lnTo></a:path><a:path w="9157970" h="2653665"><a:moveTo><a:pt x="1791614" y="0"/></a:moveTo><a:lnTo><a:pt x="1793336" y="0"/></a:lnTo></a:path><a:path w="9157970" h="2653665"><a:moveTo><a:pt x="1893073" y="0"/></a:moveTo><a:lnTo><a:pt x="1881199" y="0"/></a:lnTo></a:path><a:path w="9157970" h="2653665"><a:moveTo><a:pt x="2001032" y="2233711"/></a:moveTo><a:lnTo><a:pt x="2002746" y="2233711"/></a:lnTo></a:path><a:path w="9157970" h="2653665"><a:moveTo><a:pt x="2001032" y="0"/></a:moveTo><a:lnTo><a:pt x="2002746" y="0"/></a:lnTo></a:path><a:path w="9157970" h="2653665"><a:moveTo><a:pt x="2017545" y="2233711"/></a:moveTo><a:lnTo><a:pt x="2015839" y="2233711"/></a:lnTo></a:path><a:path w="9157970" h="2653665"><a:moveTo><a:pt x="2017545" y="0"/></a:moveTo><a:lnTo><a:pt x="2015839" y="0"/></a:lnTo></a:path><a:path w="9157970" h="2653665"><a:moveTo><a:pt x="2210450" y="2233711"/></a:moveTo><a:lnTo><a:pt x="2212164" y="2233711"/></a:lnTo></a:path><a:path w="9157970" h="2653665"><a:moveTo><a:pt x="2210450" y="0"/></a:moveTo><a:lnTo><a:pt x="2212164" y="0"/></a:lnTo></a:path><a:path w="9157970" h="2653665"><a:moveTo><a:pt x="2225256" y="0"/></a:moveTo><a:lnTo><a:pt x="2212164" y="0"/></a:lnTo></a:path><a:path w="9157970" h="2653665"><a:moveTo><a:pt x="2146577" y="2233711"/></a:moveTo><a:lnTo><a:pt x="2148292" y="2233711"/></a:lnTo></a:path><a:path w="9157970" h="2653665"><a:moveTo><a:pt x="2146577" y="0"/></a:moveTo><a:lnTo><a:pt x="2148292" y="0"/></a:lnTo></a:path><a:path w="9157970" h="2653665"><a:moveTo><a:pt x="2161384" y="0"/></a:moveTo><a:lnTo><a:pt x="2148292" y="0"/></a:lnTo></a:path><a:path w="9157970" h="2653665"><a:moveTo><a:pt x="2271685" y="2233711"/></a:moveTo><a:lnTo><a:pt x="2226963" y="2233711"/></a:lnTo></a:path><a:path w="9157970" h="2653665"><a:moveTo><a:pt x="2271685" y="0"/></a:moveTo><a:lnTo><a:pt x="2226963" y="0"/></a:lnTo></a:path><a:path w="9157970" h="2653665"><a:moveTo><a:pt x="2287764" y="0"/></a:moveTo><a:lnTo><a:pt x="2285895" y="0"/></a:lnTo></a:path><a:path w="9157970" h="2653665"><a:moveTo><a:pt x="2287764" y="0"/></a:moveTo><a:lnTo><a:pt x="2290447" y="0"/></a:lnTo></a:path><a:path w="9157970" h="2653665"><a:moveTo><a:pt x="2210450" y="2233711"/></a:moveTo><a:lnTo><a:pt x="2163090" y="2233711"/></a:lnTo></a:path><a:path w="9157970" h="2653665"><a:moveTo><a:pt x="2210450" y="0"/></a:moveTo><a:lnTo><a:pt x="2163090" y="0"/></a:lnTo></a:path><a:path w="9157970" h="2653665"><a:moveTo><a:pt x="2226963" y="2233711"/></a:moveTo><a:lnTo><a:pt x="2225256" y="2233711"/></a:lnTo></a:path><a:path w="9157970" h="2653665"><a:moveTo><a:pt x="2226963" y="0"/></a:moveTo><a:lnTo><a:pt x="2225256" y="0"/></a:lnTo></a:path><a:path w="9157970" h="2653665"><a:moveTo><a:pt x="2290447" y="0"/></a:moveTo><a:lnTo><a:pt x="2300290" y="0"/></a:lnTo></a:path><a:path w="9157970" h="2653665"><a:moveTo><a:pt x="2163090" y="2233711"/></a:moveTo><a:lnTo><a:pt x="2161384" y="2233711"/></a:lnTo></a:path><a:path w="9157970" h="2653665"><a:moveTo><a:pt x="2163090" y="0"/></a:moveTo><a:lnTo><a:pt x="2161384" y="0"/></a:lnTo></a:path><a:path w="9157970" h="2653665"><a:moveTo><a:pt x="2271685" y="0"/></a:moveTo><a:lnTo><a:pt x="2285895" y="0"/></a:lnTo></a:path><a:path w="9157970" h="2653665"><a:moveTo><a:pt x="2102491" y="0"/></a:moveTo><a:lnTo><a:pt x="2090616" y="0"/></a:lnTo></a:path><a:path w="9157970" h="2653665"><a:moveTo><a:pt x="2146577" y="2233711"/></a:moveTo><a:lnTo><a:pt x="2102491" y="2233711"/></a:lnTo></a:path><a:path w="9157970" h="2653665"><a:moveTo><a:pt x="2146577" y="0"/></a:moveTo><a:lnTo><a:pt x="2102491" y="0"/></a:lnTo></a:path><a:path w="9157970" h="2653665"><a:moveTo><a:pt x="2322108" y="2233711"/></a:moveTo><a:lnTo><a:pt x="2316702" y="2233711"/></a:lnTo></a:path><a:path w="9157970" h="2653665"><a:moveTo><a:pt x="1582197" y="2233711"/></a:moveTo><a:lnTo><a:pt x="1534837" y="2233711"/></a:lnTo></a:path><a:path w="9157970" h="2653665"><a:moveTo><a:pt x="1518324" y="2233711"/></a:moveTo><a:lnTo><a:pt x="1520046" y="2233711"/></a:lnTo></a:path><a:path w="9157970" h="2653665"><a:moveTo><a:pt x="1643432" y="2233711"/></a:moveTo><a:lnTo><a:pt x="1598710" y="2233711"/></a:lnTo></a:path><a:path w="9157970" h="2653665"><a:moveTo><a:pt x="1534837" y="2233711"/></a:moveTo><a:lnTo><a:pt x="1533131" y="2233711"/></a:lnTo></a:path><a:path w="9157970" h="2653665"><a:moveTo><a:pt x="1582197" y="2233711"/></a:moveTo><a:lnTo><a:pt x="1583919" y="2233711"/></a:lnTo></a:path><a:path w="9157970" h="2653665"><a:moveTo><a:pt x="1598710" y="2233711"/></a:moveTo><a:lnTo><a:pt x="1597003" y="2233711"/></a:lnTo></a:path><a:path w="9157970" h="2653665"><a:moveTo><a:pt x="2322108" y="2233711"/></a:moveTo><a:lnTo><a:pt x="2322108" y="0"/></a:lnTo></a:path><a:path w="9157970" h="2653665"><a:moveTo><a:pt x="2302958" y="0"/></a:moveTo><a:lnTo><a:pt x="2304827" y="0"/></a:lnTo></a:path><a:path w="9157970" h="2653665"><a:moveTo><a:pt x="2302958" y="0"/></a:moveTo><a:lnTo><a:pt x="2300290" y="0"/></a:lnTo></a:path><a:path w="9157970" h="2653665"><a:moveTo><a:pt x="2322108" y="0"/></a:moveTo><a:lnTo><a:pt x="2316702" y="0"/></a:lnTo><a:lnTo><a:pt x="2304827" y="0"/></a:lnTo></a:path><a:path w="9157970" h="2653665"><a:moveTo><a:pt x="1533131" y="0"/></a:moveTo><a:lnTo><a:pt x="1520046" y="0"/></a:lnTo><a:lnTo><a:pt x="1518324" y="0"/></a:lnTo><a:lnTo><a:pt x="1480916" y="0"/></a:lnTo></a:path><a:path w="9157970" h="2653665"><a:moveTo><a:pt x="1667244" y="0"/></a:moveTo><a:lnTo><a:pt x="1663590" y="0"/></a:lnTo></a:path><a:path w="9157970" h="2653665"><a:moveTo><a:pt x="1657246" y="0"/></a:moveTo><a:lnTo><a:pt x="1655377" y="0"/></a:lnTo><a:lnTo><a:pt x="1643432" y="0"/></a:lnTo></a:path><a:path w="9157970" h="2653665"><a:moveTo><a:pt x="1598710" y="0"/></a:moveTo><a:lnTo><a:pt x="1597003" y="0"/></a:lnTo></a:path><a:path w="9157970" h="2653665"><a:moveTo><a:pt x="1669912" y="0"/></a:moveTo><a:lnTo><a:pt x="1667244" y="0"/></a:lnTo></a:path><a:path w="9157970" h="2653665"><a:moveTo><a:pt x="1583919" y="0"/></a:moveTo><a:lnTo><a:pt x="1582197" y="0"/></a:lnTo><a:lnTo><a:pt x="1534837" y="0"/></a:lnTo></a:path><a:path w="9157970" h="2653665"><a:moveTo><a:pt x="1643432" y="0"/></a:moveTo><a:lnTo><a:pt x="1598710" y="0"/></a:lnTo></a:path><a:path w="9157970" h="2653665"><a:moveTo><a:pt x="1659930" y="0"/></a:moveTo><a:lnTo><a:pt x="1663590" y="0"/></a:lnTo></a:path><a:path w="9157970" h="2653665"><a:moveTo><a:pt x="1597003" y="0"/></a:moveTo><a:lnTo><a:pt x="1583919" y="0"/></a:lnTo></a:path><a:path w="9157970" h="2653665"><a:moveTo><a:pt x="1657246" y="0"/></a:moveTo><a:lnTo><a:pt x="1659930" y="0"/></a:lnTo></a:path><a:path w="9157970" h="2653665"><a:moveTo><a:pt x="1534837" y="0"/></a:moveTo><a:lnTo><a:pt x="1533131" y="0"/></a:lnTo></a:path><a:path w="9157970" h="2653665"><a:moveTo><a:pt x="2080021" y="2233711"/></a:moveTo><a:lnTo><a:pt x="2082418" y="2233711"/></a:lnTo><a:lnTo><a:pt x="2084807" y="2233711"/></a:lnTo></a:path><a:path w="9157970" h="2653665"><a:moveTo><a:pt x="1873000" y="2233711"/></a:moveTo><a:lnTo><a:pt x="1875397" y="2233711"/></a:lnTo></a:path><a:path w="9157970" h="2653665"><a:moveTo><a:pt x="1663590" y="2233711"/></a:moveTo><a:lnTo><a:pt x="1665979" y="2233711"/></a:lnTo></a:path><a:path w="9157970" h="2653665"><a:moveTo><a:pt x="1870604" y="2233711"/></a:moveTo><a:lnTo><a:pt x="1873000" y="2233711"/></a:lnTo></a:path><a:path w="9157970" h="2653665"><a:moveTo><a:pt x="1661186" y="2233711"/></a:moveTo><a:lnTo><a:pt x="1663590" y="2233711"/></a:lnTo></a:path><a:path w="9157970" h="2653665"><a:moveTo><a:pt x="828720" y="0"/></a:moveTo><a:lnTo><a:pt x="830589" y="0"/></a:lnTo></a:path><a:path w="9157970" h="2653665"><a:moveTo><a:pt x="1025471" y="0"/></a:moveTo><a:lnTo><a:pt x="1023602" y="0"/></a:lnTo></a:path><a:path w="9157970" h="2653665"><a:moveTo><a:pt x="1234889" y="0"/></a:moveTo><a:lnTo><a:pt x="1233020" y="0"/></a:lnTo></a:path><a:path w="9157970" h="2653665"><a:moveTo><a:pt x="950422" y="2233711"/></a:moveTo><a:lnTo><a:pt x="903063" y="2233711"/></a:lnTo></a:path><a:path w="9157970" h="2653665"><a:moveTo><a:pt x="950422" y="0"/></a:moveTo><a:lnTo><a:pt x="903063" y="0"/></a:lnTo></a:path><a:path w="9157970" h="2653665"><a:moveTo><a:pt x="965229" y="0"/></a:moveTo><a:lnTo><a:pt x="952136" y="0"/></a:lnTo></a:path><a:path w="9157970" h="2653665"><a:moveTo><a:pt x="1038137" y="0"/></a:moveTo><a:lnTo><a:pt x="1040007" y="0"/></a:lnTo></a:path><a:path w="9157970" h="2653665"><a:moveTo><a:pt x="1095968" y="2233711"/></a:moveTo><a:lnTo><a:pt x="1097682" y="2233711"/></a:lnTo></a:path><a:path w="9157970" h="2653665"><a:moveTo><a:pt x="1095968" y="0"/></a:moveTo><a:lnTo><a:pt x="1097682" y="0"/></a:lnTo></a:path><a:path w="9157970" h="2653665"><a:moveTo><a:pt x="1110774" y="0"/></a:moveTo><a:lnTo><a:pt x="1097682" y="0"/></a:lnTo></a:path><a:path w="9157970" h="2653665"><a:moveTo><a:pt x="1174647" y="0"/></a:moveTo><a:lnTo><a:pt x="1161554" y="0"/></a:lnTo></a:path><a:path w="9157970" h="2653665"><a:moveTo><a:pt x="1221075" y="2233711"/></a:moveTo><a:lnTo><a:pt x="1176353" y="2233711"/></a:lnTo></a:path><a:path w="9157970" h="2653665"><a:moveTo><a:pt x="1221075" y="0"/></a:moveTo><a:lnTo><a:pt x="1176353" y="0"/></a:lnTo></a:path><a:path w="9157970" h="2653665"><a:moveTo><a:pt x="1221075" y="0"/></a:moveTo><a:lnTo><a:pt x="1233020" y="0"/></a:lnTo></a:path><a:path w="9157970" h="2653665"><a:moveTo><a:pt x="842464" y="0"/></a:moveTo><a:lnTo><a:pt x="830589" y="0"/></a:lnTo></a:path><a:path w="9157970" h="2653665"><a:moveTo><a:pt x="903063" y="2233711"/></a:moveTo><a:lnTo><a:pt x="901357" y="2233711"/></a:lnTo></a:path><a:path w="9157970" h="2653665"><a:moveTo><a:pt x="903063" y="0"/></a:moveTo><a:lnTo><a:pt x="901357" y="0"/></a:lnTo></a:path><a:path w="9157970" h="2653665"><a:moveTo><a:pt x="966935" y="2233711"/></a:moveTo><a:lnTo><a:pt x="965229" y="2233711"/></a:lnTo></a:path><a:path w="9157970" h="2653665"><a:moveTo><a:pt x="966935" y="0"/></a:moveTo><a:lnTo><a:pt x="965229" y="0"/></a:lnTo></a:path><a:path w="9157970" h="2653665"><a:moveTo><a:pt x="1011658" y="2233711"/></a:moveTo><a:lnTo><a:pt x="966935" y="2233711"/></a:lnTo></a:path><a:path w="9157970" h="2653665"><a:moveTo><a:pt x="1011658" y="0"/></a:moveTo><a:lnTo><a:pt x="966935" y="0"/></a:lnTo></a:path><a:path w="9157970" h="2653665"><a:moveTo><a:pt x="1025471" y="0"/></a:moveTo><a:lnTo><a:pt x="1028155" y="0"/></a:lnTo></a:path><a:path w="9157970" h="2653665"><a:moveTo><a:pt x="1038137" y="0"/></a:moveTo><a:lnTo><a:pt x="1035469" y="0"/></a:lnTo></a:path><a:path w="9157970" h="2653665"><a:moveTo><a:pt x="1095968" y="2233711"/></a:moveTo><a:lnTo><a:pt x="1051881" y="2233711"/></a:lnTo></a:path><a:path w="9157970" h="2653665"><a:moveTo><a:pt x="1095968" y="0"/></a:moveTo><a:lnTo><a:pt x="1051881" y="0"/></a:lnTo></a:path><a:path w="9157970" h="2653665"><a:moveTo><a:pt x="1159840" y="2233711"/></a:moveTo><a:lnTo><a:pt x="1112481" y="2233711"/></a:lnTo></a:path><a:path w="9157970" h="2653665"><a:moveTo><a:pt x="1159840" y="0"/></a:moveTo><a:lnTo><a:pt x="1112481" y="0"/></a:lnTo></a:path><a:path w="9157970" h="2653665"><a:moveTo><a:pt x="1237565" y="0"/></a:moveTo><a:lnTo><a:pt x="1241226" y="0"/></a:lnTo></a:path><a:path w="9157970" h="2653665"><a:moveTo><a:pt x="1244887" y="0"/></a:moveTo><a:lnTo><a:pt x="1241226" y="0"/></a:lnTo></a:path><a:path w="9157970" h="2653665"><a:moveTo><a:pt x="1234889" y="0"/></a:moveTo><a:lnTo><a:pt x="1237565" y="0"/></a:lnTo></a:path><a:path w="9157970" h="2653665"><a:moveTo><a:pt x="1247547" y="0"/></a:moveTo><a:lnTo><a:pt x="1244887" y="0"/></a:lnTo></a:path><a:path w="9157970" h="2653665"><a:moveTo><a:pt x="1035469" y="0"/></a:moveTo><a:lnTo><a:pt x="1031808" y="0"/></a:lnTo></a:path><a:path w="9157970" h="2653665"><a:moveTo><a:pt x="1247547" y="0"/></a:moveTo><a:lnTo><a:pt x="1249417" y="0"/></a:lnTo></a:path><a:path w="9157970" h="2653665"><a:moveTo><a:pt x="1112481" y="2233711"/></a:moveTo><a:lnTo><a:pt x="1110774" y="2233711"/></a:lnTo></a:path><a:path w="9157970" h="2653665"><a:moveTo><a:pt x="1112481" y="0"/></a:moveTo><a:lnTo><a:pt x="1110774" y="0"/></a:lnTo></a:path><a:path w="9157970" h="2653665"><a:moveTo><a:pt x="886550" y="2233711"/></a:moveTo><a:lnTo><a:pt x="842464" y="2233711"/></a:lnTo></a:path><a:path w="9157970" h="2653665"><a:moveTo><a:pt x="886550" y="0"/></a:moveTo><a:lnTo><a:pt x="842464" y="0"/></a:lnTo></a:path><a:path w="9157970" h="2653665"><a:moveTo><a:pt x="1028155" y="0"/></a:moveTo><a:lnTo><a:pt x="1031808" y="0"/></a:lnTo></a:path><a:path w="9157970" h="2653665"><a:moveTo><a:pt x="1011658" y="0"/></a:moveTo><a:lnTo><a:pt x="1023602" y="0"/></a:lnTo></a:path><a:path w="9157970" h="2653665"><a:moveTo><a:pt x="886550" y="2233711"/></a:moveTo><a:lnTo><a:pt x="888264" y="2233711"/></a:lnTo></a:path><a:path w="9157970" h="2653665"><a:moveTo><a:pt x="886550" y="0"/></a:moveTo><a:lnTo><a:pt x="888264" y="0"/></a:lnTo></a:path><a:path w="9157970" h="2653665"><a:moveTo><a:pt x="950422" y="2233711"/></a:moveTo><a:lnTo><a:pt x="952136" y="2233711"/></a:lnTo></a:path><a:path w="9157970" h="2653665"><a:moveTo><a:pt x="950422" y="0"/></a:moveTo><a:lnTo><a:pt x="952136" y="0"/></a:lnTo></a:path><a:path w="9157970" h="2653665"><a:moveTo><a:pt x="1051881" y="0"/></a:moveTo><a:lnTo><a:pt x="1040007" y="0"/></a:lnTo></a:path><a:path w="9157970" h="2653665"><a:moveTo><a:pt x="1159840" y="2233711"/></a:moveTo><a:lnTo><a:pt x="1161554" y="2233711"/></a:lnTo></a:path><a:path w="9157970" h="2653665"><a:moveTo><a:pt x="1159840" y="0"/></a:moveTo><a:lnTo><a:pt x="1161554" y="0"/></a:lnTo></a:path><a:path w="9157970" h="2653665"><a:moveTo><a:pt x="1176353" y="2233711"/></a:moveTo><a:lnTo><a:pt x="1174647" y="2233711"/></a:lnTo></a:path><a:path w="9157970" h="2653665"><a:moveTo><a:pt x="1176353" y="0"/></a:moveTo><a:lnTo><a:pt x="1174647" y="0"/></a:lnTo></a:path><a:path w="9157970" h="2653665"><a:moveTo><a:pt x="1369258" y="2233711"/></a:moveTo><a:lnTo><a:pt x="1370972" y="2233711"/></a:lnTo></a:path><a:path w="9157970" h="2653665"><a:moveTo><a:pt x="1369258" y="0"/></a:moveTo><a:lnTo><a:pt x="1370972" y="0"/></a:lnTo></a:path><a:path w="9157970" h="2653665"><a:moveTo><a:pt x="1384064" y="0"/></a:moveTo><a:lnTo><a:pt x="1370972" y="0"/></a:lnTo></a:path><a:path w="9157970" h="2653665"><a:moveTo><a:pt x="1305385" y="2233711"/></a:moveTo><a:lnTo><a:pt x="1307099" y="2233711"/></a:lnTo></a:path><a:path w="9157970" h="2653665"><a:moveTo><a:pt x="1305385" y="0"/></a:moveTo><a:lnTo><a:pt x="1307099" y="0"/></a:lnTo></a:path><a:path w="9157970" h="2653665"><a:moveTo><a:pt x="1320192" y="0"/></a:moveTo><a:lnTo><a:pt x="1307099" y="0"/></a:lnTo></a:path><a:path w="9157970" h="2653665"><a:moveTo><a:pt x="1430493" y="2233711"/></a:moveTo><a:lnTo><a:pt x="1385771" y="2233711"/></a:lnTo></a:path><a:path w="9157970" h="2653665"><a:moveTo><a:pt x="1430493" y="0"/></a:moveTo><a:lnTo><a:pt x="1385771" y="0"/></a:lnTo></a:path><a:path w="9157970" h="2653665"><a:moveTo><a:pt x="1446572" y="0"/></a:moveTo><a:lnTo><a:pt x="1444702" y="0"/></a:lnTo></a:path><a:path w="9157970" h="2653665"><a:moveTo><a:pt x="1446572" y="0"/></a:moveTo><a:lnTo><a:pt x="1449255" y="0"/></a:lnTo></a:path><a:path w="9157970" h="2653665"><a:moveTo><a:pt x="1369258" y="2233711"/></a:moveTo><a:lnTo><a:pt x="1321898" y="2233711"/></a:lnTo></a:path><a:path w="9157970" h="2653665"><a:moveTo><a:pt x="1369258" y="0"/></a:moveTo><a:lnTo><a:pt x="1321898" y="0"/></a:lnTo></a:path><a:path w="9157970" h="2653665"><a:moveTo><a:pt x="1385771" y="2233711"/></a:moveTo><a:lnTo><a:pt x="1384064" y="2233711"/></a:lnTo></a:path><a:path w="9157970" h="2653665"><a:moveTo><a:pt x="1385771" y="0"/></a:moveTo><a:lnTo><a:pt x="1384064" y="0"/></a:lnTo></a:path><a:path w="9157970" h="2653665"><a:moveTo><a:pt x="1449255" y="0"/></a:moveTo><a:lnTo><a:pt x="1459098" y="0"/></a:lnTo></a:path><a:path w="9157970" h="2653665"><a:moveTo><a:pt x="1321898" y="2233711"/></a:moveTo><a:lnTo><a:pt x="1320192" y="2233711"/></a:lnTo></a:path><a:path w="9157970" h="2653665"><a:moveTo><a:pt x="1321898" y="0"/></a:moveTo><a:lnTo><a:pt x="1320192" y="0"/></a:lnTo></a:path><a:path w="9157970" h="2653665"><a:moveTo><a:pt x="1430493" y="0"/></a:moveTo><a:lnTo><a:pt x="1444702" y="0"/></a:lnTo></a:path><a:path w="9157970" h="2653665"><a:moveTo><a:pt x="1261299" y="0"/></a:moveTo><a:lnTo><a:pt x="1249417" y="0"/></a:lnTo></a:path><a:path w="9157970" h="2653665"><a:moveTo><a:pt x="1305385" y="2233711"/></a:moveTo><a:lnTo><a:pt x="1261299" y="2233711"/></a:lnTo></a:path><a:path w="9157970" h="2653665"><a:moveTo><a:pt x="1305385" y="0"/></a:moveTo><a:lnTo><a:pt x="1261299" y="0"/></a:lnTo></a:path><a:path w="9157970" h="2653665"><a:moveTo><a:pt x="1480916" y="2233711"/></a:moveTo><a:lnTo><a:pt x="1475510" y="2233711"/></a:lnTo></a:path><a:path w="9157970" h="2653665"><a:moveTo><a:pt x="741005" y="2233711"/></a:moveTo><a:lnTo><a:pt x="693645" y="2233711"/></a:lnTo></a:path><a:path w="9157970" h="2653665"><a:moveTo><a:pt x="677132" y="2233711"/></a:moveTo><a:lnTo><a:pt x="678854" y="2233711"/></a:lnTo></a:path><a:path w="9157970" h="2653665"><a:moveTo><a:pt x="802240" y="2233711"/></a:moveTo><a:lnTo><a:pt x="757518" y="2233711"/></a:lnTo></a:path><a:path w="9157970" h="2653665"><a:moveTo><a:pt x="693645" y="2233711"/></a:moveTo><a:lnTo><a:pt x="691939" y="2233711"/></a:lnTo></a:path><a:path w="9157970" h="2653665"><a:moveTo><a:pt x="741005" y="2233711"/></a:moveTo><a:lnTo><a:pt x="742719" y="2233711"/></a:lnTo></a:path><a:path w="9157970" h="2653665"><a:moveTo><a:pt x="757518" y="2233711"/></a:moveTo><a:lnTo><a:pt x="755811" y="2233711"/></a:lnTo></a:path><a:path w="9157970" h="2653665"><a:moveTo><a:pt x="1480916" y="2233711"/></a:moveTo><a:lnTo><a:pt x="1480916" y="0"/></a:lnTo></a:path><a:path w="9157970" h="2653665"><a:moveTo><a:pt x="1461766" y="0"/></a:moveTo><a:lnTo><a:pt x="1463635" y="0"/></a:lnTo></a:path><a:path w="9157970" h="2653665"><a:moveTo><a:pt x="1461766" y="0"/></a:moveTo><a:lnTo><a:pt x="1459098" y="0"/></a:lnTo></a:path><a:path w="9157970" h="2653665"><a:moveTo><a:pt x="1480916" y="0"/></a:moveTo><a:lnTo><a:pt x="1475510" y="0"/></a:lnTo><a:lnTo><a:pt x="1463635" y="0"/></a:lnTo></a:path><a:path w="9157970" h="2653665"><a:moveTo><a:pt x="691939" y="0"/></a:moveTo><a:lnTo><a:pt x="678854" y="0"/></a:lnTo><a:lnTo><a:pt x="677132" y="0"/></a:lnTo><a:lnTo><a:pt x="639724" y="0"/></a:lnTo></a:path><a:path w="9157970" h="2653665"><a:moveTo><a:pt x="826051" y="0"/></a:moveTo><a:lnTo><a:pt x="822391" y="0"/></a:lnTo></a:path><a:path w="9157970" h="2653665"><a:moveTo><a:pt x="816054" y="0"/></a:moveTo><a:lnTo><a:pt x="814184" y="0"/></a:lnTo><a:lnTo><a:pt x="802240" y="0"/></a:lnTo></a:path><a:path w="9157970" h="2653665"><a:moveTo><a:pt x="757518" y="0"/></a:moveTo><a:lnTo><a:pt x="755811" y="0"/></a:lnTo></a:path><a:path w="9157970" h="2653665"><a:moveTo><a:pt x="828720" y="0"/></a:moveTo><a:lnTo><a:pt x="826051" y="0"/></a:lnTo></a:path><a:path w="9157970" h="2653665"><a:moveTo><a:pt x="742719" y="0"/></a:moveTo><a:lnTo><a:pt x="741005" y="0"/></a:lnTo><a:lnTo><a:pt x="693645" y="0"/></a:lnTo></a:path><a:path w="9157970" h="2653665"><a:moveTo><a:pt x="802240" y="0"/></a:moveTo><a:lnTo><a:pt x="757518" y="0"/></a:lnTo></a:path><a:path w="9157970" h="2653665"><a:moveTo><a:pt x="818737" y="0"/></a:moveTo><a:lnTo><a:pt x="822391" y="0"/></a:lnTo></a:path><a:path w="9157970" h="2653665"><a:moveTo><a:pt x="755811" y="0"/></a:moveTo><a:lnTo><a:pt x="742719" y="0"/></a:lnTo></a:path><a:path w="9157970" h="2653665"><a:moveTo><a:pt x="816054" y="0"/></a:moveTo><a:lnTo><a:pt x="818737" y="0"/></a:lnTo></a:path><a:path w="9157970" h="2653665"><a:moveTo><a:pt x="693645" y="0"/></a:moveTo><a:lnTo><a:pt x="691939" y="0"/></a:lnTo></a:path><a:path w="9157970" h="2653665"><a:moveTo><a:pt x="1238829" y="2233711"/></a:moveTo><a:lnTo><a:pt x="1241226" y="2233711"/></a:lnTo><a:lnTo><a:pt x="1243615" y="2233711"/></a:lnTo></a:path><a:path w="9157970" h="2653665"><a:moveTo><a:pt x="1031808" y="2233711"/></a:moveTo><a:lnTo><a:pt x="1034197" y="2233711"/></a:lnTo></a:path><a:path w="9157970" h="2653665"><a:moveTo><a:pt x="822391" y="2233711"/></a:moveTo><a:lnTo><a:pt x="824779" y="2233711"/></a:lnTo></a:path><a:path w="9157970" h="2653665"><a:moveTo><a:pt x="1029412" y="2233711"/></a:moveTo><a:lnTo><a:pt x="1031808" y="2233711"/></a:lnTo></a:path><a:path w="9157970" h="2653665"><a:moveTo><a:pt x="819994" y="2233711"/></a:moveTo><a:lnTo><a:pt x="822391" y="2233711"/></a:lnTo></a:path><a:path w="9157970" h="2653665"><a:moveTo><a:pt x="184279" y="0"/></a:moveTo><a:lnTo><a:pt x="182410" y="0"/></a:lnTo></a:path><a:path w="9157970" h="2653665"><a:moveTo><a:pt x="393697" y="0"/></a:moveTo><a:lnTo><a:pt x="391828" y="0"/></a:lnTo></a:path><a:path w="9157970" h="2653665"><a:moveTo><a:pt x="109230" y="2233711"/></a:moveTo><a:lnTo><a:pt x="61871" y="2233711"/></a:lnTo></a:path><a:path w="9157970" h="2653665"><a:moveTo><a:pt x="109230" y="0"/></a:moveTo><a:lnTo><a:pt x="61871" y="0"/></a:lnTo></a:path><a:path w="9157970" h="2653665"><a:moveTo><a:pt x="124037" y="0"/></a:moveTo><a:lnTo><a:pt x="110944" y="0"/></a:lnTo></a:path><a:path w="9157970" h="2653665"><a:moveTo><a:pt x="196937" y="0"/></a:moveTo><a:lnTo><a:pt x="198807" y="0"/></a:lnTo></a:path><a:path w="9157970" h="2653665"><a:moveTo><a:pt x="254776" y="2233711"/></a:moveTo><a:lnTo><a:pt x="256490" y="2233711"/></a:lnTo></a:path><a:path w="9157970" h="2653665"><a:moveTo><a:pt x="254776" y="0"/></a:moveTo><a:lnTo><a:pt x="256490" y="0"/></a:lnTo></a:path><a:path w="9157970" h="2653665"><a:moveTo><a:pt x="269582" y="0"/></a:moveTo><a:lnTo><a:pt x="256490" y="0"/></a:lnTo></a:path><a:path w="9157970" h="2653665"><a:moveTo><a:pt x="333455" y="0"/></a:moveTo><a:lnTo><a:pt x="320362" y="0"/></a:lnTo></a:path><a:path w="9157970" h="2653665"><a:moveTo><a:pt x="379883" y="2233711"/></a:moveTo><a:lnTo><a:pt x="335161" y="2233711"/></a:lnTo></a:path><a:path w="9157970" h="2653665"><a:moveTo><a:pt x="379883" y="0"/></a:moveTo><a:lnTo><a:pt x="335161" y="0"/></a:lnTo></a:path><a:path w="9157970" h="2653665"><a:moveTo><a:pt x="379883" y="0"/></a:moveTo><a:lnTo><a:pt x="391828" y="0"/></a:lnTo></a:path><a:path w="9157970" h="2653665"><a:moveTo><a:pt x="60164" y="0"/></a:moveTo><a:lnTo><a:pt x="47072" y="0"/></a:lnTo></a:path><a:path w="9157970" h="2653665"><a:moveTo><a:pt x="61871" y="2233711"/></a:moveTo><a:lnTo><a:pt x="60164" y="2233711"/></a:lnTo></a:path><a:path w="9157970" h="2653665"><a:moveTo><a:pt x="61871" y="0"/></a:moveTo><a:lnTo><a:pt x="60164" y="0"/></a:lnTo></a:path><a:path w="9157970" h="2653665"><a:moveTo><a:pt x="125743" y="2233711"/></a:moveTo><a:lnTo><a:pt x="124037" y="2233711"/></a:lnTo></a:path><a:path w="9157970" h="2653665"><a:moveTo><a:pt x="125743" y="0"/></a:moveTo><a:lnTo><a:pt x="124037" y="0"/></a:lnTo></a:path><a:path w="9157970" h="2653665"><a:moveTo><a:pt x="170466" y="2233711"/></a:moveTo><a:lnTo><a:pt x="125743" y="2233711"/></a:lnTo></a:path><a:path w="9157970" h="2653665"><a:moveTo><a:pt x="170466" y="0"/></a:moveTo><a:lnTo><a:pt x="125743" y="0"/></a:lnTo></a:path><a:path w="9157970" h="2653665"><a:moveTo><a:pt x="184279" y="0"/></a:moveTo><a:lnTo><a:pt x="186955" y="0"/></a:lnTo></a:path><a:path w="9157970" h="2653665"><a:moveTo><a:pt x="196937" y="0"/></a:moveTo><a:lnTo><a:pt x="194277" y="0"/></a:lnTo></a:path><a:path w="9157970" h="2653665"><a:moveTo><a:pt x="254776" y="2233711"/></a:moveTo><a:lnTo><a:pt x="210689" y="2233711"/></a:lnTo></a:path><a:path w="9157970" h="2653665"><a:moveTo><a:pt x="254776" y="0"/></a:moveTo><a:lnTo><a:pt x="210689" y="0"/></a:lnTo></a:path><a:path w="9157970" h="2653665"><a:moveTo><a:pt x="318648" y="2233711"/></a:moveTo><a:lnTo><a:pt x="271288" y="2233711"/></a:lnTo></a:path><a:path w="9157970" h="2653665"><a:moveTo><a:pt x="318648" y="0"/></a:moveTo><a:lnTo><a:pt x="271288" y="0"/></a:lnTo></a:path><a:path w="9157970" h="2653665"><a:moveTo><a:pt x="396373" y="0"/></a:moveTo><a:lnTo><a:pt x="400034" y="0"/></a:lnTo></a:path><a:path w="9157970" h="2653665"><a:moveTo><a:pt x="403695" y="0"/></a:moveTo><a:lnTo><a:pt x="400034" y="0"/></a:lnTo></a:path><a:path w="9157970" h="2653665"><a:moveTo><a:pt x="393697" y="0"/></a:moveTo><a:lnTo><a:pt x="396373" y="0"/></a:lnTo></a:path><a:path w="9157970" h="2653665"><a:moveTo><a:pt x="406355" y="0"/></a:moveTo><a:lnTo><a:pt x="403695" y="0"/></a:lnTo></a:path><a:path w="9157970" h="2653665"><a:moveTo><a:pt x="194277" y="0"/></a:moveTo><a:lnTo><a:pt x="190616" y="0"/></a:lnTo></a:path><a:path w="9157970" h="2653665"><a:moveTo><a:pt x="406355" y="0"/></a:moveTo><a:lnTo><a:pt x="408224" y="0"/></a:lnTo></a:path><a:path w="9157970" h="2653665"><a:moveTo><a:pt x="271288" y="2233711"/></a:moveTo><a:lnTo><a:pt x="269582" y="2233711"/></a:lnTo></a:path><a:path w="9157970" h="2653665"><a:moveTo><a:pt x="271288" y="0"/></a:moveTo><a:lnTo><a:pt x="269582" y="0"/></a:lnTo></a:path><a:path w="9157970" h="2653665"><a:moveTo><a:pt x="45358" y="2233711"/></a:moveTo><a:lnTo><a:pt x="1272" y="2233711"/></a:lnTo></a:path><a:path w="9157970" h="2653665"><a:moveTo><a:pt x="45358" y="0"/></a:moveTo><a:lnTo><a:pt x="1272" y="0"/></a:lnTo></a:path><a:path w="9157970" h="2653665"><a:moveTo><a:pt x="186955" y="0"/></a:moveTo><a:lnTo><a:pt x="190616" y="0"/></a:lnTo></a:path><a:path w="9157970" h="2653665"><a:moveTo><a:pt x="170466" y="0"/></a:moveTo><a:lnTo><a:pt x="182410" y="0"/></a:lnTo></a:path><a:path w="9157970" h="2653665"><a:moveTo><a:pt x="45358" y="2233711"/></a:moveTo><a:lnTo><a:pt x="47072" y="2233711"/></a:lnTo></a:path><a:path w="9157970" h="2653665"><a:moveTo><a:pt x="45358" y="0"/></a:moveTo><a:lnTo><a:pt x="47072" y="0"/></a:lnTo></a:path><a:path w="9157970" h="2653665"><a:moveTo><a:pt x="109230" y="2233711"/></a:moveTo><a:lnTo><a:pt x="110944" y="2233711"/></a:lnTo></a:path><a:path w="9157970" h="2653665"><a:moveTo><a:pt x="109230" y="0"/></a:moveTo><a:lnTo><a:pt x="110944" y="0"/></a:lnTo></a:path><a:path w="9157970" h="2653665"><a:moveTo><a:pt x="210689" y="0"/></a:moveTo><a:lnTo><a:pt x="198807" y="0"/></a:lnTo></a:path><a:path w="9157970" h="2653665"><a:moveTo><a:pt x="318648" y="2233711"/></a:moveTo><a:lnTo><a:pt x="320362" y="2233711"/></a:lnTo></a:path><a:path w="9157970" h="2653665"><a:moveTo><a:pt x="318648" y="0"/></a:moveTo><a:lnTo><a:pt x="320362" y="0"/></a:lnTo></a:path><a:path w="9157970" h="2653665"><a:moveTo><a:pt x="335161" y="2233711"/></a:moveTo><a:lnTo><a:pt x="333455" y="2233711"/></a:lnTo></a:path><a:path w="9157970" h="2653665"><a:moveTo><a:pt x="335161" y="0"/></a:moveTo><a:lnTo><a:pt x="333455" y="0"/></a:lnTo></a:path><a:path w="9157970" h="2653665"><a:moveTo><a:pt x="528066" y="2233711"/></a:moveTo><a:lnTo><a:pt x="529780" y="2233711"/></a:lnTo></a:path><a:path w="9157970" h="2653665"><a:moveTo><a:pt x="528066" y="0"/></a:moveTo><a:lnTo><a:pt x="529780" y="0"/></a:lnTo></a:path><a:path w="9157970" h="2653665"><a:moveTo><a:pt x="542872" y="0"/></a:moveTo><a:lnTo><a:pt x="529780" y="0"/></a:lnTo></a:path><a:path w="9157970" h="2653665"><a:moveTo><a:pt x="464193" y="2233711"/></a:moveTo><a:lnTo><a:pt x="465907" y="2233711"/></a:lnTo></a:path><a:path w="9157970" h="2653665"><a:moveTo><a:pt x="464193" y="0"/></a:moveTo><a:lnTo><a:pt x="465907" y="0"/></a:lnTo></a:path><a:path w="9157970" h="2653665"><a:moveTo><a:pt x="479000" y="0"/></a:moveTo><a:lnTo><a:pt x="465907" y="0"/></a:lnTo></a:path><a:path w="9157970" h="2653665"><a:moveTo><a:pt x="589301" y="2233711"/></a:moveTo><a:lnTo><a:pt x="544579" y="2233711"/></a:lnTo></a:path><a:path w="9157970" h="2653665"><a:moveTo><a:pt x="589301" y="0"/></a:moveTo><a:lnTo><a:pt x="544579" y="0"/></a:lnTo></a:path><a:path w="9157970" h="2653665"><a:moveTo><a:pt x="605380" y="0"/></a:moveTo><a:lnTo><a:pt x="603510" y="0"/></a:lnTo></a:path><a:path w="9157970" h="2653665"><a:moveTo><a:pt x="605380" y="0"/></a:moveTo><a:lnTo><a:pt x="608063" y="0"/></a:lnTo></a:path><a:path w="9157970" h="2653665"><a:moveTo><a:pt x="528066" y="2233711"/></a:moveTo><a:lnTo><a:pt x="480706" y="2233711"/></a:lnTo></a:path><a:path w="9157970" h="2653665"><a:moveTo><a:pt x="528066" y="0"/></a:moveTo><a:lnTo><a:pt x="480706" y="0"/></a:lnTo></a:path><a:path w="9157970" h="2653665"><a:moveTo><a:pt x="544579" y="2233711"/></a:moveTo><a:lnTo><a:pt x="542872" y="2233711"/></a:lnTo></a:path><a:path w="9157970" h="2653665"><a:moveTo><a:pt x="544579" y="0"/></a:moveTo><a:lnTo><a:pt x="542872" y="0"/></a:lnTo></a:path><a:path w="9157970" h="2653665"><a:moveTo><a:pt x="608063" y="0"/></a:moveTo><a:lnTo><a:pt x="617906" y="0"/></a:lnTo></a:path><a:path w="9157970" h="2653665"><a:moveTo><a:pt x="480706" y="2233711"/></a:moveTo><a:lnTo><a:pt x="479000" y="2233711"/></a:lnTo></a:path><a:path w="9157970" h="2653665"><a:moveTo><a:pt x="480706" y="0"/></a:moveTo><a:lnTo><a:pt x="479000" y="0"/></a:lnTo></a:path><a:path w="9157970" h="2653665"><a:moveTo><a:pt x="589301" y="0"/></a:moveTo><a:lnTo><a:pt x="603510" y="0"/></a:lnTo></a:path><a:path w="9157970" h="2653665"><a:moveTo><a:pt x="420107" y="0"/></a:moveTo><a:lnTo><a:pt x="408224" y="0"/></a:lnTo></a:path><a:path w="9157970" h="2653665"><a:moveTo><a:pt x="464193" y="2233711"/></a:moveTo><a:lnTo><a:pt x="420107" y="2233711"/></a:lnTo></a:path><a:path w="9157970" h="2653665"><a:moveTo><a:pt x="464193" y="0"/></a:moveTo><a:lnTo><a:pt x="420107" y="0"/></a:lnTo></a:path><a:path w="9157970" h="2653665"><a:moveTo><a:pt x="639724" y="0"/></a:moveTo><a:lnTo><a:pt x="639724" y="2233711"/></a:lnTo><a:lnTo><a:pt x="634318" y="2233711"/></a:lnTo></a:path><a:path w="9157970" h="2653665"><a:moveTo><a:pt x="620566" y="0"/></a:moveTo><a:lnTo><a:pt x="622435" y="0"/></a:lnTo></a:path><a:path w="9157970" h="2653665"><a:moveTo><a:pt x="620566" y="0"/></a:moveTo><a:lnTo><a:pt x="617906" y="0"/></a:lnTo></a:path><a:path w="9157970" h="2653665"><a:moveTo><a:pt x="639724" y="0"/></a:moveTo><a:lnTo><a:pt x="634318" y="0"/></a:lnTo><a:lnTo><a:pt x="622435" y="0"/></a:lnTo></a:path><a:path w="9157970" h="2653665"><a:moveTo><a:pt x="397629" y="2233711"/></a:moveTo><a:lnTo><a:pt x="400034" y="2233711"/></a:lnTo><a:lnTo><a:pt x="402423" y="2233711"/></a:lnTo></a:path><a:path w="9157970" h="2653665"><a:moveTo><a:pt x="188219" y="2233711"/></a:moveTo><a:lnTo><a:pt x="190616" y="2233711"/></a:lnTo><a:lnTo><a:pt x="193005" y="2233711"/></a:lnTo></a:path><a:path w="9157970" h="2653665"><a:moveTo><a:pt x="1272" y="0"/></a:moveTo><a:lnTo><a:pt x="0" y="0"/></a:lnTo></a:path><a:path w="9157970" h="2653665"><a:moveTo><a:pt x="597" y="2233711"/></a:moveTo><a:lnTo><a:pt x="1272" y="2233711"/></a:lnTo></a:path><a:path w="9157970" h="2653665"><a:moveTo><a:pt x="7461420" y="2653477"/></a:moveTo><a:lnTo><a:pt x="7461420" y="2653399"/></a:lnTo></a:path><a:path w="9157970" h="2653665"><a:moveTo><a:pt x="7459016" y="2653399"/></a:moveTo><a:lnTo><a:pt x="7458938" y="2653399"/></a:lnTo><a:lnTo><a:pt x="7458938" y="2653399"/></a:lnTo></a:path><a:path w="9157970" h="2653665"><a:moveTo><a:pt x="7459636" y="2653322"/></a:moveTo><a:lnTo><a:pt x="7459559" y="2653322"/></a:lnTo><a:lnTo><a:pt x="7459559" y="2653322"/></a:lnTo></a:path><a:path w="9157970" h="2653665"><a:moveTo><a:pt x="7459869" y="2653322"/></a:moveTo><a:lnTo><a:pt x="7459869" y="2653322"/></a:lnTo><a:lnTo><a:pt x="7459869" y="2653322"/></a:lnTo></a:path><a:path w="9157970" h="2653665"><a:moveTo><a:pt x="7458706" y="2653399"/></a:moveTo><a:lnTo><a:pt x="7458706" y="2653477"/></a:lnTo></a:path><a:path w="9157970" h="2653665"><a:moveTo><a:pt x="7458706" y="2653477"/></a:moveTo><a:lnTo><a:pt x="7458706" y="2653399"/></a:lnTo></a:path><a:path w="9157970" h="2653665"><a:moveTo><a:pt x="7443891" y="2653399"/></a:moveTo><a:lnTo><a:pt x="7443891" y="2653167"/></a:lnTo></a:path><a:path w="9157970" h="2653665"><a:moveTo><a:pt x="7461575" y="2653322"/></a:moveTo><a:lnTo><a:pt x="7461420" y="2653399"/></a:lnTo></a:path><a:path w="9157970" h="2653665"><a:moveTo><a:pt x="7444744" y="2653322"/></a:moveTo><a:lnTo><a:pt x="7444744" y="2653167"/></a:lnTo></a:path><a:path w="9157970" h="2653665"><a:moveTo><a:pt x="7461575" y="2653322"/></a:moveTo><a:lnTo><a:pt x="7459869" y="2653322"/></a:lnTo></a:path><a:path w="9157970" h="2653665"><a:moveTo><a:pt x="7460800" y="2653244"/></a:moveTo><a:lnTo><a:pt x="7460722" y="2653244"/></a:lnTo><a:lnTo><a:pt x="7460722" y="2653167"/></a:lnTo></a:path><a:path w="9157970" h="2653665"><a:moveTo><a:pt x="7460490" y="2653244"/></a:moveTo><a:lnTo><a:pt x="7460490" y="2653244"/></a:lnTo><a:lnTo><a:pt x="7460490" y="2653167"/></a:lnTo></a:path><a:path w="9157970" h="2653665"><a:moveTo><a:pt x="7461575" y="2653244"/></a:moveTo><a:lnTo><a:pt x="7460800" y="2653244"/></a:lnTo></a:path></a:pathLst></a:custGeom><a:ln w="3878"><a:solidFill><a:srgbClr val="000000"/></a:solidFill></a:ln></p:spPr><p:txBody><a:bodyPr wrap="square" lIns="0" tIns="0" rIns="0" bIns="0" rtlCol="0"/><a:lstStyle/><a:p/></p:txBody></p:sp><p:sp><p:nvSpPr><p:cNvPr id="313" name="object 313"/><p:cNvSpPr/><p:nvPr/></p:nvSpPr><p:spPr><a:xfrm><a:off x="10037229" y="8237871"/><a:ext cx="4445" cy="2237105"/></a:xfrm><a:custGeom><a:avLst/><a:gdLst/><a:ahLst/><a:cxnLst/><a:rect l="l" t="t" r="r" b="b"/><a:pathLst><a:path w="4445" h="2237104"><a:moveTo><a:pt x="3873" y="2235035"/></a:moveTo><a:lnTo><a:pt x="3314" y="2233663"/></a:lnTo><a:lnTo><a:pt x="1943" y="2233091"/></a:lnTo><a:lnTo><a:pt x="571" y="2233663"/></a:lnTo><a:lnTo><a:pt x="0" y="2235035"/></a:lnTo><a:lnTo><a:pt x="571" y="2236406"/></a:lnTo><a:lnTo><a:pt x="1943" y="2236978"/></a:lnTo><a:lnTo><a:pt x="3314" y="2236406"/></a:lnTo><a:lnTo><a:pt x="3873" y="2235035"/></a:lnTo><a:close/></a:path><a:path w="4445" h="2237104"><a:moveTo><a:pt x="3873" y="1943"/></a:moveTo><a:lnTo><a:pt x="3314" y="571"/></a:lnTo><a:lnTo><a:pt x="1943" y="0"/></a:lnTo><a:lnTo><a:pt x="571" y="571"/></a:lnTo><a:lnTo><a:pt x="0" y="1943"/></a:lnTo><a:lnTo><a:pt x="571" y="3314"/></a:lnTo><a:lnTo><a:pt x="1943" y="3886"/></a:lnTo><a:lnTo><a:pt x="3314" y="3314"/></a:lnTo><a:lnTo><a:pt x="3873" y="1943"/></a:lnTo><a:close/></a:path></a:pathLst></a:custGeom><a:solidFill><a:srgbClr val="000000"/></a:solidFill></p:spPr><p:txBody><a:bodyPr wrap="square" lIns="0" tIns="0" rIns="0" bIns="0" rtlCol="0"/><a:lstStyle/><a:p/></p:txBody></p:sp><p:sp><p:nvSpPr><p:cNvPr id="314" name="object 314"/><p:cNvSpPr/><p:nvPr/></p:nvSpPr><p:spPr><a:xfrm><a:off x="10039174" y="8239733"/><a:ext cx="20320" cy="635"/></a:xfrm><a:custGeom><a:avLst/><a:gdLst/><a:ahLst/><a:cxnLst/><a:rect l="l" t="t" r="r" b="b"/><a:pathLst><a:path w="20320" h="634"><a:moveTo><a:pt x="17606" y="0"/></a:moveTo><a:lnTo><a:pt x="20243" y="0"/></a:lnTo></a:path><a:path w="20320" h="634"><a:moveTo><a:pt x="17606" y="0"/></a:moveTo><a:lnTo><a:pt x="3257" y="0"/></a:lnTo><a:lnTo><a:pt x="0" y="77"/></a:lnTo></a:path></a:pathLst></a:custGeom><a:ln w="3878"><a:solidFill><a:srgbClr val="000000"/></a:solidFill></a:ln></p:spPr><p:txBody><a:bodyPr wrap="square" lIns="0" tIns="0" rIns="0" bIns="0" rtlCol="0"/><a:lstStyle/><a:p/></p:txBody></p:sp><p:sp><p:nvSpPr><p:cNvPr id="315" name="object 315"/><p:cNvSpPr/><p:nvPr/></p:nvSpPr><p:spPr><a:xfrm><a:off x="10039950" y="10470963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16" name="object 316"/><p:cNvSpPr/><p:nvPr/></p:nvSpPr><p:spPr><a:xfrm><a:off x="2182054" y="8239733"/><a:ext cx="10278110" cy="2672715"/></a:xfrm><a:custGeom><a:avLst/><a:gdLst/><a:ahLst/><a:cxnLst/><a:rect l="l" t="t" r="r" b="b"/><a:pathLst><a:path w="10278110" h="2672715"><a:moveTo><a:pt x="7879767" y="77"/></a:moveTo><a:lnTo><a:pt x="7877363" y="0"/></a:lnTo></a:path><a:path w="10278110" h="2672715"><a:moveTo><a:pt x="7875579" y="2233478"/></a:moveTo><a:lnTo><a:pt x="7875579" y="2233478"/></a:lnTo><a:lnTo><a:pt x="7875734" y="2233478"/></a:lnTo></a:path><a:path w="10278110" h="2672715"><a:moveTo><a:pt x="7857119" y="2233478"/></a:moveTo><a:lnTo><a:pt x="7857119" y="2233168"/></a:lnTo></a:path><a:path w="10278110" h="2672715"><a:moveTo><a:pt x="7828809" y="930"/></a:moveTo><a:lnTo><a:pt x="7857119" y="930"/></a:lnTo></a:path><a:path w="10278110" h="2672715"><a:moveTo><a:pt x="7828809" y="2234099"/></a:moveTo><a:lnTo><a:pt x="7873562" y="2234099"/></a:lnTo></a:path><a:path w="10278110" h="2672715"><a:moveTo><a:pt x="7812753" y="930"/></a:moveTo><a:lnTo><a:pt x="7814615" y="930"/></a:lnTo></a:path><a:path w="10278110" h="2672715"><a:moveTo><a:pt x="7812753" y="930"/></a:moveTo><a:lnTo><a:pt x="7810039" y="930"/></a:lnTo></a:path><a:path w="10278110" h="2672715"><a:moveTo><a:pt x="7810039" y="930"/></a:moveTo><a:lnTo><a:pt x="7800188" y="930"/></a:lnTo></a:path><a:path w="10278110" h="2672715"><a:moveTo><a:pt x="7828809" y="930"/></a:moveTo><a:lnTo><a:pt x="7814615" y="930"/></a:lnTo></a:path><a:path w="10278110" h="2672715"><a:moveTo><a:pt x="7783435" y="930"/></a:moveTo><a:lnTo><a:pt x="7783823" y="930"/></a:lnTo></a:path><a:path w="10278110" h="2672715"><a:moveTo><a:pt x="7800188" y="930"/></a:moveTo><a:lnTo><a:pt x="7797551" y="930"/></a:lnTo><a:lnTo><a:pt x="7795690" y="930"/></a:lnTo><a:lnTo><a:pt x="7783823" y="930"/></a:lnTo></a:path><a:path w="10278110" h="2672715"><a:moveTo><a:pt x="7778393" y="1813712"/></a:moveTo><a:lnTo><a:pt x="7778393" y="2234099"/></a:lnTo></a:path><a:path w="10278110" h="2672715"><a:moveTo><a:pt x="7874803" y="2233478"/></a:moveTo><a:lnTo><a:pt x="7874803" y="2234099"/></a:lnTo><a:lnTo><a:pt x="7873562" y="2234099"/></a:lnTo></a:path><a:path w="10278110" h="2672715"><a:moveTo><a:pt x="7870382" y="2233478"/></a:moveTo><a:lnTo><a:pt x="7872864" y="2233478"/></a:lnTo></a:path><a:path w="10278110" h="2672715"><a:moveTo><a:pt x="10129301" y="2584912"/></a:moveTo><a:lnTo><a:pt x="10129301" y="2585377"/></a:lnTo><a:lnTo><a:pt x="10129301" y="2596469"/></a:lnTo></a:path><a:path w="10278110" h="2672715"><a:moveTo><a:pt x="10129379" y="2584757"/></a:moveTo><a:lnTo><a:pt x="10129379" y="2584912"/></a:lnTo><a:lnTo><a:pt x="10129379" y="2596469"/></a:lnTo></a:path><a:path w="10278110" h="2672715"><a:moveTo><a:pt x="10270464" y="2583516"/></a:moveTo><a:lnTo><a:pt x="10270619" y="1445214"/></a:lnTo><a:lnTo><a:pt x="10270619" y="1444671"/></a:lnTo></a:path><a:path w="10278110" h="2672715"><a:moveTo><a:pt x="357452" y="1947429"/></a:moveTo><a:lnTo><a:pt x="357452" y="1947584"/></a:lnTo><a:lnTo><a:pt x="357452" y="1951152"/></a:lnTo></a:path><a:path w="10278110" h="2672715"><a:moveTo><a:pt x="10136204" y="2583671"/></a:moveTo><a:lnTo><a:pt x="10136204" y="2584136"/></a:lnTo><a:lnTo><a:pt x="10136204" y="2596934"/></a:lnTo></a:path><a:path w="10278110" h="2672715"><a:moveTo><a:pt x="10136282" y="2583516"/></a:moveTo><a:lnTo><a:pt x="10136282" y="2583671"/></a:lnTo><a:lnTo><a:pt x="10136282" y="2596934"/></a:lnTo></a:path><a:path w="10278110" h="2672715"><a:moveTo><a:pt x="10277367" y="2583593"/></a:moveTo><a:lnTo><a:pt x="10277600" y="1444051"/></a:lnTo><a:lnTo><a:pt x="10277600" y="1443430"/></a:lnTo></a:path><a:path w="10278110" h="2672715"><a:moveTo><a:pt x="10132791" y="2584291"/></a:moveTo><a:lnTo><a:pt x="10132791" y="2584757"/></a:lnTo><a:lnTo><a:pt x="10132791" y="2596701"/></a:lnTo></a:path><a:path w="10278110" h="2672715"><a:moveTo><a:pt x="10132869" y="2584136"/></a:moveTo><a:lnTo><a:pt x="10132869" y="2584291"/></a:lnTo><a:lnTo><a:pt x="10132869" y="2596701"/></a:lnTo></a:path><a:path w="10278110" h="2672715"><a:moveTo><a:pt x="10273954" y="2583593"/></a:moveTo><a:lnTo><a:pt x="10274109" y="1444671"/></a:lnTo><a:lnTo><a:pt x="10274109" y="1444051"/></a:lnTo></a:path><a:path w="10278110" h="2672715"><a:moveTo><a:pt x="9551075" y="2235340"/></a:moveTo><a:lnTo><a:pt x="9551075" y="2235417"/></a:lnTo></a:path><a:path w="10278110" h="2672715"><a:moveTo><a:pt x="7877363" y="2233013"/></a:moveTo><a:lnTo><a:pt x="7879302" y="2233013"/></a:lnTo><a:lnTo><a:pt x="7879845" y="2233013"/></a:lnTo></a:path><a:path w="10278110" h="2672715"><a:moveTo><a:pt x="7875734" y="2566530"/></a:moveTo><a:lnTo><a:pt x="7875734" y="2672635"/></a:lnTo></a:path><a:path w="10278110" h="2672715"><a:moveTo><a:pt x="10125888" y="2585377"/></a:moveTo><a:lnTo><a:pt x="10125888" y="2585455"/></a:lnTo><a:lnTo><a:pt x="10125888" y="2596236"/></a:lnTo></a:path><a:path w="10278110" h="2672715"><a:moveTo><a:pt x="7879767" y="0"/></a:moveTo><a:lnTo><a:pt x="7879845" y="0"/></a:lnTo></a:path><a:path w="10278110" h="2672715"><a:moveTo><a:pt x="7879302" y="2233013"/></a:moveTo><a:lnTo><a:pt x="7879767" y="77"/></a:lnTo><a:lnTo><a:pt x="7879767" y="0"/></a:lnTo></a:path><a:path w="10278110" h="2672715"><a:moveTo><a:pt x="7391824" y="2415671"/></a:moveTo><a:lnTo><a:pt x="7778936" y="2441267"/></a:lnTo><a:lnTo><a:pt x="7875734" y="2447627"/></a:lnTo></a:path><a:path w="10278110" h="2672715"><a:moveTo><a:pt x="0" y="1927496"/></a:moveTo><a:lnTo><a:pt x="357398" y="1951152"/></a:lnTo></a:path><a:path w="10278110" h="2672715"><a:moveTo><a:pt x="379550" y="1813014"/></a:moveTo><a:lnTo><a:pt x="384172" y="1813014"/></a:lnTo></a:path><a:path w="10278110" h="2672715"><a:moveTo><a:pt x="369653" y="1815030"/></a:moveTo><a:lnTo><a:pt x="369653" y="1947429"/></a:lnTo><a:lnTo><a:pt x="369653" y="1951928"/></a:lnTo></a:path><a:path w="10278110" h="2672715"><a:moveTo><a:pt x="9567829" y="2235184"/></a:moveTo><a:lnTo><a:pt x="9567906" y="2235184"/></a:lnTo></a:path><a:path w="10278110" h="2672715"><a:moveTo><a:pt x="9570699" y="2235262"/></a:moveTo><a:lnTo><a:pt x="9571164" y="2235262"/></a:lnTo></a:path><a:path w="10278110" h="2672715"><a:moveTo><a:pt x="9553635" y="2235184"/></a:moveTo><a:lnTo><a:pt x="9555652" y="2235184"/></a:lnTo><a:lnTo><a:pt x="9555729" y="2235262"/></a:lnTo></a:path><a:path w="10278110" h="2672715"><a:moveTo><a:pt x="9568062" y="2235417"/></a:moveTo><a:lnTo><a:pt x="9570699" y="2235340"/></a:lnTo><a:lnTo><a:pt x="9571242" y="2235417"/></a:lnTo><a:lnTo><a:pt x="9573956" y="2235340"/></a:lnTo></a:path><a:path w="10278110" h="2672715"><a:moveTo><a:pt x="9553402" y="2235029"/></a:moveTo><a:lnTo><a:pt x="9553480" y="2235029"/></a:lnTo></a:path><a:path w="10278110" h="2672715"><a:moveTo><a:pt x="9567674" y="2235029"/></a:moveTo><a:lnTo><a:pt x="9567751" y="2235029"/></a:lnTo></a:path><a:path w="10278110" h="2672715"><a:moveTo><a:pt x="9567751" y="2235107"/></a:moveTo><a:lnTo><a:pt x="9567829" y="2235107"/></a:lnTo></a:path><a:path w="10278110" h="2672715"><a:moveTo><a:pt x="9553092" y="2235340"/></a:moveTo><a:lnTo><a:pt x="9553092" y="2235340"/></a:lnTo><a:lnTo><a:pt x="9551075" y="2235340"/></a:lnTo></a:path><a:path w="10278110" h="2672715"><a:moveTo><a:pt x="9551075" y="2235184"/></a:moveTo><a:lnTo><a:pt x="9552859" y="2235107"/></a:lnTo><a:lnTo><a:pt x="9552937" y="2235184"/></a:lnTo></a:path><a:path w="10278110" h="2672715"><a:moveTo><a:pt x="9552859" y="2235107"/></a:moveTo><a:lnTo><a:pt x="9551075" y="2235184"/></a:lnTo></a:path><a:path w="10278110" h="2672715"><a:moveTo><a:pt x="9551075" y="2235107"/></a:moveTo><a:lnTo><a:pt x="9552859" y="2235029"/></a:lnTo></a:path><a:path w="10278110" h="2672715"><a:moveTo><a:pt x="9565269" y="2235262"/></a:moveTo><a:lnTo><a:pt x="9567906" y="2235262"/></a:lnTo><a:lnTo><a:pt x="9568449" y="2235262"/></a:lnTo></a:path><a:path w="10278110" h="2672715"><a:moveTo><a:pt x="9565037" y="2235107"/></a:moveTo><a:lnTo><a:pt x="9567751" y="2235107"/></a:lnTo></a:path><a:path w="10278110" h="2672715"><a:moveTo><a:pt x="9567519" y="2234797"/></a:moveTo><a:lnTo><a:pt x="9567596" y="2234797"/></a:lnTo></a:path><a:path w="10278110" h="2672715"><a:moveTo><a:pt x="9567596" y="2234874"/></a:moveTo><a:lnTo><a:pt x="9568062" y="2234874"/></a:lnTo></a:path><a:path w="10278110" h="2672715"><a:moveTo><a:pt x="9553325" y="2234874"/></a:moveTo><a:lnTo><a:pt x="9553325" y="2234952"/></a:lnTo></a:path><a:path w="10278110" h="2672715"><a:moveTo><a:pt x="9573568" y="2235029"/></a:moveTo><a:lnTo><a:pt x="9573568" y="7135"/></a:lnTo><a:lnTo><a:pt x="9573568" y="6825"/></a:lnTo></a:path><a:path w="10278110" h="2672715"><a:moveTo><a:pt x="9553402" y="2235029"/></a:moveTo><a:lnTo><a:pt x="9555496" y="2235029"/></a:lnTo></a:path></a:pathLst></a:custGeom><a:ln w="3878"><a:solidFill><a:srgbClr val="000000"/></a:solidFill></a:ln></p:spPr><p:txBody><a:bodyPr wrap="square" lIns="0" tIns="0" rIns="0" bIns="0" rtlCol="0"/><a:lstStyle/><a:p/></p:txBody></p:sp><p:sp><p:nvSpPr><p:cNvPr id="317" name="object 317"/><p:cNvSpPr/><p:nvPr/></p:nvSpPr><p:spPr><a:xfrm><a:off x="11733208" y="10472436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18" name="object 318"/><p:cNvSpPr/><p:nvPr/></p:nvSpPr><p:spPr><a:xfrm><a:off x="11733130" y="8245395"/><a:ext cx="22225" cy="2229485"/></a:xfrm><a:custGeom><a:avLst/><a:gdLst/><a:ahLst/><a:cxnLst/><a:rect l="l" t="t" r="r" b="b"/><a:pathLst><a:path w="22225" h="2229484"><a:moveTo><a:pt x="16288" y="2228979"/></a:moveTo><a:lnTo><a:pt x="16365" y="2228979"/></a:lnTo></a:path><a:path w="22225" h="2229484"><a:moveTo><a:pt x="16365" y="2229057"/></a:moveTo><a:lnTo><a:pt x="16443" y="2229057"/></a:lnTo></a:path><a:path w="22225" h="2229484"><a:moveTo><a:pt x="1628" y="2229290"/></a:moveTo><a:lnTo><a:pt x="1628" y="2229290"/></a:lnTo><a:lnTo><a:pt x="0" y="2229367"/></a:lnTo></a:path><a:path w="22225" h="2229484"><a:moveTo><a:pt x="0" y="2229135"/></a:moveTo><a:lnTo><a:pt x="1473" y="2229057"/></a:lnTo><a:lnTo><a:pt x="1473" y="2229135"/></a:lnTo></a:path><a:path w="22225" h="2229484"><a:moveTo><a:pt x="1473" y="2229057"/></a:moveTo><a:lnTo><a:pt x="0" y="2229135"/></a:lnTo></a:path><a:path w="22225" h="2229484"><a:moveTo><a:pt x="0" y="2229057"/></a:moveTo><a:lnTo><a:pt x="1396" y="2229057"/></a:lnTo></a:path><a:path w="22225" h="2229484"><a:moveTo><a:pt x="13806" y="2229290"/></a:moveTo><a:lnTo><a:pt x="16520" y="2229212"/></a:lnTo></a:path><a:path w="22225" h="2229484"><a:moveTo><a:pt x="13650" y="2229057"/></a:moveTo><a:lnTo><a:pt x="16365" y="2229057"/></a:lnTo></a:path><a:path w="22225" h="2229484"><a:moveTo><a:pt x="16055" y="2228747"/></a:moveTo><a:lnTo><a:pt x="16132" y="2228747"/></a:lnTo></a:path><a:path w="22225" h="2229484"><a:moveTo><a:pt x="16132" y="2228902"/></a:moveTo><a:lnTo><a:pt x="16675" y="2228902"/></a:lnTo></a:path><a:path w="22225" h="2229484"><a:moveTo><a:pt x="1861" y="2228824"/></a:moveTo><a:lnTo><a:pt x="1939" y="2228902"/></a:lnTo></a:path><a:path w="22225" h="2229484"><a:moveTo><a:pt x="18925" y="2228979"/></a:moveTo><a:lnTo><a:pt x="19468" y="2228979"/></a:lnTo></a:path><a:path w="22225" h="2229484"><a:moveTo><a:pt x="22182" y="2228979"/></a:moveTo><a:lnTo><a:pt x="22182" y="1163"/></a:lnTo><a:lnTo><a:pt x="22182" y="775"/></a:lnTo></a:path><a:path w="22225" h="2229484"><a:moveTo><a:pt x="2016" y="2228979"/></a:moveTo><a:lnTo><a:pt x="4110" y="2228979"/></a:lnTo></a:path><a:path w="22225" h="2229484"><a:moveTo><a:pt x="1628" y="2228592"/></a:moveTo><a:lnTo><a:pt x="1706" y="2228669"/></a:lnTo></a:path><a:path w="22225" h="2229484"><a:moveTo><a:pt x="15900" y="2228592"/></a:moveTo><a:lnTo><a:pt x="15977" y="2228592"/></a:lnTo></a:path><a:path w="22225" h="2229484"><a:moveTo><a:pt x="15977" y="2228669"/></a:moveTo><a:lnTo><a:pt x="16055" y="2228669"/></a:lnTo></a:path><a:path w="22225" h="2229484"><a:moveTo><a:pt x="13185" y="2228592"/></a:moveTo><a:lnTo><a:pt x="13573" y="2228592"/></a:lnTo></a:path><a:path w="22225" h="2229484"><a:moveTo><a:pt x="1318" y="2228902"/></a:moveTo><a:lnTo><a:pt x="1318" y="2228902"/></a:lnTo><a:lnTo><a:pt x="0" y="2228979"/></a:lnTo></a:path><a:path w="22225" h="2229484"><a:moveTo><a:pt x="0" y="2228747"/></a:moveTo><a:lnTo><a:pt x="1085" y="2228747"/></a:lnTo><a:lnTo><a:pt x="1163" y="2228747"/></a:lnTo></a:path><a:path w="22225" h="2229484"><a:moveTo><a:pt x="1085" y="2228747"/></a:moveTo><a:lnTo><a:pt x="0" y="2228747"/></a:lnTo></a:path><a:path w="22225" h="2229484"><a:moveTo><a:pt x="0" y="2228669"/></a:moveTo><a:lnTo><a:pt x="1008" y="2228669"/></a:lnTo></a:path><a:path w="22225" h="2229484"><a:moveTo><a:pt x="13418" y="2228902"/></a:moveTo><a:lnTo><a:pt x="16132" y="2228902"/></a:lnTo></a:path><a:path w="22225" h="2229484"><a:moveTo><a:pt x="13263" y="2228669"/></a:moveTo><a:lnTo><a:pt x="15977" y="2228669"/></a:lnTo></a:path><a:path w="22225" h="2229484"><a:moveTo><a:pt x="15745" y="2228437"/></a:moveTo><a:lnTo><a:pt x="15822" y="2228437"/></a:lnTo></a:path><a:path w="22225" h="2229484"><a:moveTo><a:pt x="15822" y="2228514"/></a:moveTo><a:lnTo><a:pt x="16288" y="2228514"/></a:lnTo></a:path><a:path w="22225" h="2229484"><a:moveTo><a:pt x="1551" y="2228437"/></a:moveTo><a:lnTo><a:pt x="1551" y="2228514"/></a:lnTo></a:path><a:path w="22225" h="2229484"><a:moveTo><a:pt x="18614" y="2228592"/></a:moveTo><a:lnTo><a:pt x="19080" y="2228592"/></a:lnTo></a:path><a:path w="22225" h="2229484"><a:moveTo><a:pt x="21794" y="2228592"/></a:moveTo><a:lnTo><a:pt x="21794" y="775"/></a:lnTo><a:lnTo><a:pt x="21794" y="387"/></a:lnTo></a:path><a:path w="22225" h="2229484"><a:moveTo><a:pt x="1628" y="2228592"/></a:moveTo><a:lnTo><a:pt x="3722" y="2228592"/></a:lnTo></a:path><a:path w="22225" h="2229484"><a:moveTo><a:pt x="1318" y="2228204"/></a:moveTo><a:lnTo><a:pt x="1318" y="2228281"/></a:lnTo></a:path><a:path w="22225" h="2229484"><a:moveTo><a:pt x="15512" y="2228204"/></a:moveTo><a:lnTo><a:pt x="15589" y="2228204"/></a:lnTo></a:path><a:path w="22225" h="2229484"><a:moveTo><a:pt x="15667" y="2228281"/></a:moveTo><a:lnTo><a:pt x="15745" y="2228281"/></a:lnTo></a:path><a:path w="22225" h="2229484"><a:moveTo><a:pt x="12797" y="2228204"/></a:moveTo><a:lnTo><a:pt x="13263" y="2228204"/></a:lnTo></a:path><a:path w="22225" h="2229484"><a:moveTo><a:pt x="930" y="2228592"/></a:moveTo><a:lnTo><a:pt x="930" y="2228514"/></a:lnTo><a:lnTo><a:pt x="0" y="2228592"/></a:lnTo></a:path><a:path w="22225" h="2229484"><a:moveTo><a:pt x="0" y="2228359"/></a:moveTo><a:lnTo><a:pt x="775" y="2228359"/></a:lnTo><a:lnTo><a:pt x="775" y="2228359"/></a:lnTo></a:path><a:path w="22225" h="2229484"><a:moveTo><a:pt x="775" y="2228359"/></a:moveTo><a:lnTo><a:pt x="0" y="2228437"/></a:lnTo></a:path><a:path w="22225" h="2229484"><a:moveTo><a:pt x="0" y="2228281"/></a:moveTo><a:lnTo><a:pt x="698" y="2228281"/></a:lnTo></a:path><a:path w="22225" h="2229484"><a:moveTo><a:pt x="13107" y="2228514"/></a:moveTo><a:lnTo><a:pt x="15822" y="2228514"/></a:lnTo></a:path><a:path w="22225" h="2229484"><a:moveTo><a:pt x="12952" y="2228281"/></a:moveTo><a:lnTo><a:pt x="15667" y="2228281"/></a:lnTo></a:path><a:path w="22225" h="2229484"><a:moveTo><a:pt x="15357" y="2228049"/></a:moveTo><a:lnTo><a:pt x="15434" y="2228049"/></a:lnTo></a:path><a:path w="22225" h="2229484"><a:moveTo><a:pt x="15434" y="2228126"/></a:moveTo><a:lnTo><a:pt x="15977" y="2228126"/></a:lnTo></a:path><a:path w="22225" h="2229484"><a:moveTo><a:pt x="1163" y="2228126"/></a:moveTo><a:lnTo><a:pt x="1240" y="2228126"/></a:lnTo></a:path><a:path w="22225" h="2229484"><a:moveTo><a:pt x="18227" y="2228204"/></a:moveTo><a:lnTo><a:pt x="18770" y="2228204"/></a:lnTo></a:path><a:path w="22225" h="2229484"><a:moveTo><a:pt x="21407" y="2228204"/></a:moveTo><a:lnTo><a:pt x="21407" y="387"/></a:lnTo><a:lnTo><a:pt x="21407" y="0"/></a:lnTo></a:path><a:path w="22225" h="2229484"><a:moveTo><a:pt x="1318" y="2228204"/></a:moveTo><a:lnTo><a:pt x="3335" y="2228281"/></a:lnTo></a:path><a:path w="22225" h="2229484"><a:moveTo><a:pt x="930" y="2227894"/></a:moveTo><a:lnTo><a:pt x="1008" y="2227894"/></a:lnTo></a:path><a:path w="22225" h="2229484"><a:moveTo><a:pt x="15202" y="2227816"/></a:moveTo><a:lnTo><a:pt x="15279" y="2227894"/></a:lnTo></a:path><a:path w="22225" h="2229484"><a:moveTo><a:pt x="15279" y="2227971"/></a:moveTo><a:lnTo><a:pt x="15357" y="2227971"/></a:lnTo></a:path><a:path w="22225" h="2229484"><a:moveTo><a:pt x="12487" y="2227816"/></a:moveTo><a:lnTo><a:pt x="12952" y="2227816"/></a:lnTo></a:path><a:path w="22225" h="2229484"><a:moveTo><a:pt x="620" y="2228204"/></a:moveTo><a:lnTo><a:pt x="542" y="2228126"/></a:lnTo><a:lnTo><a:pt x="0" y="2228204"/></a:lnTo></a:path><a:path w="22225" h="2229484"><a:moveTo><a:pt x="0" y="2227971"/></a:moveTo><a:lnTo><a:pt x="387" y="2227971"/></a:lnTo><a:lnTo><a:pt x="465" y="2227971"/></a:lnTo></a:path><a:path w="22225" h="2229484"><a:moveTo><a:pt x="387" y="2227971"/></a:moveTo><a:lnTo><a:pt x="0" y="2228049"/></a:lnTo></a:path><a:path w="22225" h="2229484"><a:moveTo><a:pt x="0" y="2227971"/></a:moveTo><a:lnTo><a:pt x="310" y="2227894"/></a:lnTo></a:path><a:path w="22225" h="2229484"><a:moveTo><a:pt x="13806" y="2228049"/></a:moveTo><a:lnTo><a:pt x="12642" y="2228049"/></a:lnTo></a:path><a:path w="22225" h="2229484"><a:moveTo><a:pt x="12720" y="2228126"/></a:moveTo><a:lnTo><a:pt x="15434" y="2228126"/></a:lnTo></a:path><a:path w="22225" h="2229484"><a:moveTo><a:pt x="12565" y="2227971"/></a:moveTo><a:lnTo><a:pt x="15279" y="2227971"/></a:lnTo></a:path><a:path w="22225" h="2229484"><a:moveTo><a:pt x="15047" y="2227661"/></a:moveTo><a:lnTo><a:pt x="15124" y="2227661"/></a:lnTo></a:path><a:path w="22225" h="2229484"><a:moveTo><a:pt x="15124" y="2227738"/></a:moveTo><a:lnTo><a:pt x="15589" y="2227738"/></a:lnTo></a:path></a:pathLst></a:custGeom><a:ln w="3878"><a:solidFill><a:srgbClr val="000000"/></a:solidFill></a:ln></p:spPr><p:txBody><a:bodyPr wrap="square" lIns="0" tIns="0" rIns="0" bIns="0" rtlCol="0"/><a:lstStyle/><a:p/></p:txBody></p:sp><p:sp><p:nvSpPr><p:cNvPr id="319" name="object 319"/><p:cNvSpPr/><p:nvPr/></p:nvSpPr><p:spPr><a:xfrm><a:off x="11732045" y="10471195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20" name="object 320"/><p:cNvSpPr/><p:nvPr/></p:nvSpPr><p:spPr><a:xfrm><a:off x="10860324" y="8244541"/><a:ext cx="894080" cy="2228850"/></a:xfrm><a:custGeom><a:avLst/><a:gdLst/><a:ahLst/><a:cxnLst/><a:rect l="l" t="t" r="r" b="b"/><a:pathLst><a:path w="894079" h="2228850"><a:moveTo><a:pt x="890723" y="2228669"/></a:moveTo><a:lnTo><a:pt x="891188" y="2228669"/></a:lnTo></a:path><a:path w="894079" h="2228850"><a:moveTo><a:pt x="893903" y="2228669"/></a:moveTo><a:lnTo><a:pt x="893903" y="853"/></a:lnTo><a:lnTo><a:pt x="893903" y="465"/></a:lnTo></a:path><a:path w="894079" h="2228850"><a:moveTo><a:pt x="873737" y="2228669"/></a:moveTo><a:lnTo><a:pt x="875831" y="2228747"/></a:lnTo></a:path><a:path w="894079" h="2228850"><a:moveTo><a:pt x="887698" y="2228437"/></a:moveTo><a:lnTo><a:pt x="887853" y="2228437"/></a:lnTo></a:path><a:path w="894079" h="2228850"><a:moveTo><a:pt x="884906" y="2228359"/></a:moveTo><a:lnTo><a:pt x="887620" y="2228359"/></a:lnTo></a:path><a:path w="894079" h="2228850"><a:moveTo><a:pt x="873039" y="2228669"/></a:moveTo><a:lnTo><a:pt x="873039" y="2228669"/></a:lnTo><a:lnTo><a:pt x="872806" y="2228669"/></a:lnTo></a:path><a:path w="894079" h="2228850"><a:moveTo><a:pt x="872806" y="2228514"/></a:moveTo><a:lnTo><a:pt x="872883" y="2228437"/></a:lnTo><a:lnTo><a:pt x="872883" y="2228514"/></a:lnTo></a:path><a:path w="894079" h="2228850"><a:moveTo><a:pt x="886302" y="2228514"/></a:moveTo><a:lnTo><a:pt x="885138" y="2228514"/></a:lnTo></a:path><a:path w="894079" h="2228850"><a:moveTo><a:pt x="885216" y="2228592"/></a:moveTo><a:lnTo><a:pt x="887931" y="2228592"/></a:lnTo></a:path><a:path w="894079" h="2228850"><a:moveTo><a:pt x="885061" y="2228437"/></a:moveTo><a:lnTo><a:pt x="887698" y="2228437"/></a:lnTo></a:path><a:path w="894079" h="2228850"><a:moveTo><a:pt x="874900" y="2228204"/></a:moveTo><a:lnTo><a:pt x="875365" y="2228281"/></a:lnTo></a:path><a:path w="894079" h="2228850"><a:moveTo><a:pt x="890723" y="2228204"/></a:moveTo><a:lnTo><a:pt x="890723" y="155"/></a:lnTo><a:lnTo><a:pt x="890723" y="0"/></a:lnTo></a:path><a:path w="894079" h="2228850"><a:moveTo><a:pt x="887543" y="2228204"/></a:moveTo><a:lnTo><a:pt x="888008" y="2228204"/></a:lnTo></a:path><a:path w="894079" h="2228850"><a:moveTo><a:pt x="875365" y="2228281"/></a:moveTo><a:lnTo><a:pt x="875443" y="2228281"/></a:lnTo></a:path><a:path w="894079" h="2228850"><a:moveTo><a:pt x="890335" y="2228359"/></a:moveTo><a:lnTo><a:pt x="890800" y="2228359"/></a:lnTo></a:path><a:path w="894079" h="2228850"><a:moveTo><a:pt x="893515" y="2228359"/></a:moveTo><a:lnTo><a:pt x="893515" y="465"/></a:lnTo><a:lnTo><a:pt x="893515" y="155"/></a:lnTo></a:path><a:path w="894079" h="2228850"><a:moveTo><a:pt x="884828" y="2228204"/></a:moveTo><a:lnTo><a:pt x="887543" y="2228204"/></a:lnTo></a:path><a:path w="894079" h="2228850"><a:moveTo><a:pt x="222680" y="2228359"/></a:moveTo><a:lnTo><a:pt x="223301" y="2228359"/></a:lnTo><a:lnTo><a:pt x="224542" y="2228359"/></a:lnTo></a:path><a:path w="894079" h="2228850"><a:moveTo><a:pt x="419455" y="2228359"/></a:moveTo><a:lnTo><a:pt x="418835" y="2228359"/></a:lnTo><a:lnTo><a:pt x="417594" y="2228359"/></a:lnTo></a:path><a:path w="894079" h="2228850"><a:moveTo><a:pt x="628873" y="2228359"/></a:moveTo><a:lnTo><a:pt x="628253" y="2228359"/></a:lnTo><a:lnTo><a:pt x="627012" y="2228359"/></a:lnTo></a:path><a:path w="894079" h="2228850"><a:moveTo><a:pt x="432098" y="2228359"/></a:moveTo><a:lnTo><a:pt x="432719" y="2228359"/></a:lnTo><a:lnTo><a:pt x="433960" y="2228359"/></a:lnTo></a:path><a:path w="894079" h="2228850"><a:moveTo><a:pt x="419455" y="2228359"/></a:moveTo><a:lnTo><a:pt x="420696" y="2228359"/></a:lnTo><a:lnTo><a:pt x="422093" y="2228359"/></a:lnTo></a:path><a:path w="894079" h="2228850"><a:moveTo><a:pt x="432098" y="2228359"/></a:moveTo><a:lnTo><a:pt x="430857" y="2228359"/></a:lnTo><a:lnTo><a:pt x="429383" y="2228359"/></a:lnTo></a:path><a:path w="894079" h="2228850"><a:moveTo><a:pt x="631510" y="2228359"/></a:moveTo><a:lnTo><a:pt x="632751" y="2228359"/></a:lnTo></a:path><a:path w="894079" h="2228850"><a:moveTo><a:pt x="638801" y="2228359"/></a:moveTo><a:lnTo><a:pt x="637560" y="2228359"/></a:lnTo></a:path><a:path w="894079" h="2228850"><a:moveTo><a:pt x="628873" y="2228359"/></a:moveTo><a:lnTo><a:pt x="630114" y="2228359"/></a:lnTo><a:lnTo><a:pt x="631510" y="2228359"/></a:lnTo></a:path><a:path w="894079" h="2228850"><a:moveTo><a:pt x="641516" y="2228359"/></a:moveTo><a:lnTo><a:pt x="640275" y="2228359"/></a:lnTo><a:lnTo><a:pt x="638801" y="2228359"/></a:lnTo></a:path><a:path w="894079" h="2228850"><a:moveTo><a:pt x="429383" y="2228359"/></a:moveTo><a:lnTo><a:pt x="428142" y="2228359"/></a:lnTo></a:path><a:path w="894079" h="2228850"><a:moveTo><a:pt x="641516" y="2228359"/></a:moveTo><a:lnTo><a:pt x="642136" y="2228359"/></a:lnTo><a:lnTo><a:pt x="643377" y="2228359"/></a:lnTo></a:path><a:path w="894079" h="2228850"><a:moveTo><a:pt x="422093" y="2228359"/></a:moveTo><a:lnTo><a:pt x="423334" y="2228359"/></a:lnTo></a:path><a:path w="894079" h="2228850"><a:moveTo><a:pt x="843177" y="2228359"/></a:moveTo><a:lnTo><a:pt x="841781" y="2228359"/></a:lnTo><a:lnTo><a:pt x="840540" y="2228359"/></a:lnTo><a:lnTo><a:pt x="839920" y="2228359"/></a:lnTo><a:lnTo><a:pt x="838679" y="2228359"/></a:lnTo></a:path><a:path w="894079" h="2228850"><a:moveTo><a:pt x="853028" y="2228359"/></a:moveTo><a:lnTo><a:pt x="854424" y="2228359"/></a:lnTo><a:lnTo><a:pt x="855742" y="2228359"/></a:lnTo><a:lnTo><a:pt x="856285" y="2228359"/></a:lnTo></a:path><a:path w="894079" h="2228850"><a:moveTo><a:pt x="872806" y="2228359"/></a:moveTo><a:lnTo><a:pt x="869471" y="2228359"/></a:lnTo></a:path><a:path w="894079" h="2228850"><a:moveTo><a:pt x="856285" y="2228359"/></a:moveTo><a:lnTo><a:pt x="857604" y="2228359"/></a:lnTo><a:lnTo><a:pt x="868230" y="2228359"/></a:lnTo></a:path><a:path w="894079" h="2228850"><a:moveTo><a:pt x="13263" y="2228359"/></a:moveTo><a:lnTo><a:pt x="13883" y="2228359"/></a:lnTo></a:path><a:path w="894079" h="2228850"><a:moveTo><a:pt x="212675" y="2228359"/></a:moveTo><a:lnTo><a:pt x="213916" y="2228359"/></a:lnTo></a:path><a:path w="894079" h="2228850"><a:moveTo><a:pt x="219966" y="2228359"/></a:moveTo><a:lnTo><a:pt x="218725" y="2228359"/></a:lnTo></a:path><a:path w="894079" h="2228850"><a:moveTo><a:pt x="71124" y="2228359"/></a:moveTo><a:lnTo><a:pt x="33739" y="2228359"/></a:lnTo></a:path><a:path w="894079" h="2228850"><a:moveTo><a:pt x="620" y="2228359"/></a:moveTo><a:lnTo><a:pt x="0" y="2228359"/></a:lnTo></a:path><a:path w="894079" h="2228850"><a:moveTo><a:pt x="13263" y="2228359"/></a:moveTo><a:lnTo><a:pt x="12022" y="2228359"/></a:lnTo></a:path><a:path w="894079" h="2228850"><a:moveTo><a:pt x="222680" y="2228359"/></a:moveTo><a:lnTo><a:pt x="221439" y="2228359"/></a:lnTo><a:lnTo><a:pt x="219966" y="2228359"/></a:lnTo></a:path><a:path w="894079" h="2228850"><a:moveTo><a:pt x="620" y="2228359"/></a:moveTo><a:lnTo><a:pt x="1861" y="2228359"/></a:lnTo></a:path><a:path w="894079" h="2228850"><a:moveTo><a:pt x="208176" y="2228359"/></a:moveTo><a:lnTo><a:pt x="209417" y="2228359"/></a:lnTo><a:lnTo><a:pt x="210038" y="2228359"/></a:lnTo><a:lnTo><a:pt x="211279" y="2228359"/></a:lnTo><a:lnTo><a:pt x="212675" y="2228359"/></a:lnTo></a:path></a:pathLst></a:custGeom><a:ln w="3878"><a:solidFill><a:srgbClr val="000000"/></a:solidFill></a:ln></p:spPr><p:txBody><a:bodyPr wrap="square" lIns="0" tIns="0" rIns="0" bIns="0" rtlCol="0"/><a:lstStyle/><a:p/></p:txBody></p:sp><p:sp><p:nvSpPr><p:cNvPr id="321" name="object 321"/><p:cNvSpPr/><p:nvPr/></p:nvSpPr><p:spPr><a:xfrm><a:off x="11733286" y="10470963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22" name="object 322"/><p:cNvSpPr/><p:nvPr/></p:nvSpPr><p:spPr><a:xfrm><a:off x="2539453" y="7819734"/><a:ext cx="9914890" cy="3161665"/></a:xfrm><a:custGeom><a:avLst/><a:gdLst/><a:ahLst/><a:cxnLst/><a:rect l="l" t="t" r="r" b="b"/><a:pathLst><a:path w="9914890" h="3161665"><a:moveTo><a:pt x="7702313" y="2653167"/></a:moveTo><a:lnTo><a:pt x="7702933" y="2653167"/></a:lnTo><a:lnTo><a:pt x="7704174" y="2653167"/></a:lnTo></a:path><a:path w="9914890" h="3161665"><a:moveTo><a:pt x="7899088" y="2653167"/></a:moveTo><a:lnTo><a:pt x="7898467" y="2653167"/></a:lnTo><a:lnTo><a:pt x="7897226" y="2653167"/></a:lnTo></a:path><a:path w="9914890" h="3161665"><a:moveTo><a:pt x="8108505" y="2653167"/></a:moveTo><a:lnTo><a:pt x="8107885" y="2653167"/></a:lnTo><a:lnTo><a:pt x="8106644" y="2653167"/></a:lnTo></a:path><a:path w="9914890" h="3161665"><a:moveTo><a:pt x="7911730" y="2653167"/></a:moveTo><a:lnTo><a:pt x="7912351" y="2653167"/></a:lnTo><a:lnTo><a:pt x="7913592" y="2653167"/></a:lnTo></a:path><a:path w="9914890" h="3161665"><a:moveTo><a:pt x="7899088" y="2653167"/></a:moveTo><a:lnTo><a:pt x="7900329" y="2653167"/></a:lnTo><a:lnTo><a:pt x="7901802" y="2653167"/></a:lnTo></a:path><a:path w="9914890" h="3161665"><a:moveTo><a:pt x="7911730" y="2653167"/></a:moveTo><a:lnTo><a:pt x="7910489" y="2653167"/></a:lnTo><a:lnTo><a:pt x="7909093" y="2653167"/></a:lnTo></a:path><a:path w="9914890" h="3161665"><a:moveTo><a:pt x="8111220" y="2653167"/></a:moveTo><a:lnTo><a:pt x="8112461" y="2653167"/></a:lnTo></a:path><a:path w="9914890" h="3161665"><a:moveTo><a:pt x="8118511" y="2653167"/></a:moveTo><a:lnTo><a:pt x="8117270" y="2653167"/></a:lnTo></a:path><a:path w="9914890" h="3161665"><a:moveTo><a:pt x="8108505" y="2653167"/></a:moveTo><a:lnTo><a:pt x="8109746" y="2653167"/></a:lnTo><a:lnTo><a:pt x="8111220" y="2653167"/></a:lnTo></a:path><a:path w="9914890" h="3161665"><a:moveTo><a:pt x="8121148" y="2653167"/></a:moveTo><a:lnTo><a:pt x="8119907" y="2653167"/></a:lnTo><a:lnTo><a:pt x="8118511" y="2653167"/></a:lnTo></a:path><a:path w="9914890" h="3161665"><a:moveTo><a:pt x="7909093" y="2653167"/></a:moveTo><a:lnTo><a:pt x="7907852" y="2653167"/></a:lnTo></a:path><a:path w="9914890" h="3161665"><a:moveTo><a:pt x="8121148" y="2653167"/></a:moveTo><a:lnTo><a:pt x="8121769" y="2653167"/></a:lnTo><a:lnTo><a:pt x="8123010" y="2653167"/></a:lnTo></a:path><a:path w="9914890" h="3161665"><a:moveTo><a:pt x="7901802" y="2653167"/></a:moveTo><a:lnTo><a:pt x="7903043" y="2653167"/></a:lnTo></a:path><a:path w="9914890" h="3161665"><a:moveTo><a:pt x="8320172" y="2653167"/></a:moveTo><a:lnTo><a:pt x="8319630" y="2653167"/></a:lnTo><a:lnTo><a:pt x="8318311" y="2653167"/></a:lnTo></a:path><a:path w="9914890" h="3161665"><a:moveTo><a:pt x="8335375" y="2653167"/></a:moveTo><a:lnTo><a:pt x="8335995" y="2653167"/></a:lnTo><a:lnTo><a:pt x="8337236" y="2653167"/></a:lnTo></a:path><a:path w="9914890" h="3161665"><a:moveTo><a:pt x="7692385" y="2653167"/></a:moveTo><a:lnTo><a:pt x="7693626" y="2653167"/></a:lnTo></a:path><a:path w="9914890" h="3161665"><a:moveTo><a:pt x="7699676" y="2653167"/></a:moveTo><a:lnTo><a:pt x="7698435" y="2653167"/></a:lnTo></a:path><a:path w="9914890" h="3161665"><a:moveTo><a:pt x="7702313" y="2653167"/></a:moveTo><a:lnTo><a:pt x="7701072" y="2653167"/></a:lnTo><a:lnTo><a:pt x="7699676" y="2653167"/></a:lnTo></a:path><a:path w="9914890" h="3161665"><a:moveTo><a:pt x="7687809" y="2653167"/></a:moveTo><a:lnTo><a:pt x="7689050" y="2653167"/></a:lnTo><a:lnTo><a:pt x="7689670" y="2653167"/></a:lnTo><a:lnTo><a:pt x="7690911" y="2653167"/></a:lnTo><a:lnTo><a:pt x="7692385" y="2653167"/></a:lnTo></a:path><a:path w="9914890" h="3161665"><a:moveTo><a:pt x="7522446" y="419998"/></a:moveTo><a:lnTo><a:pt x="7522446" y="2653012"/></a:lnTo><a:lnTo><a:pt x="7522446" y="2653167"/></a:lnTo></a:path><a:path w="9914890" h="3161665"><a:moveTo><a:pt x="5091440" y="2233711"/></a:moveTo><a:lnTo><a:pt x="5092045" y="2233711"/></a:lnTo><a:lnTo><a:pt x="5093309" y="2233711"/></a:lnTo></a:path><a:path w="9914890" h="3161665"><a:moveTo><a:pt x="5288192" y="2233711"/></a:moveTo><a:lnTo><a:pt x="5287571" y="2233711"/></a:lnTo><a:lnTo><a:pt x="5286330" y="2233711"/></a:lnTo></a:path><a:path w="9914890" h="3161665"><a:moveTo><a:pt x="5497610" y="2233711"/></a:moveTo><a:lnTo><a:pt x="5496989" y="2233711"/></a:lnTo><a:lnTo><a:pt x="5495748" y="2233711"/></a:lnTo></a:path><a:path w="9914890" h="3161665"><a:moveTo><a:pt x="5300835" y="2233711"/></a:moveTo><a:lnTo><a:pt x="5301455" y="2233711"/></a:lnTo><a:lnTo><a:pt x="5302696" y="2233711"/></a:lnTo></a:path><a:path w="9914890" h="3161665"><a:moveTo><a:pt x="5483804" y="0"/></a:moveTo><a:lnTo><a:pt x="5490086" y="0"/></a:lnTo><a:lnTo><a:pt x="5495748" y="0"/></a:lnTo></a:path><a:path w="9914890" h="3161665"><a:moveTo><a:pt x="5288192" y="2233711"/></a:moveTo><a:lnTo><a:pt x="5289433" y="2233711"/></a:lnTo><a:lnTo><a:pt x="5290907" y="2233711"/></a:lnTo></a:path><a:path w="9914890" h="3161665"><a:moveTo><a:pt x="5300835" y="2233711"/></a:moveTo><a:lnTo><a:pt x="5299594" y="2233711"/></a:lnTo><a:lnTo><a:pt x="5298197" y="2233711"/></a:lnTo></a:path><a:path w="9914890" h="3161665"><a:moveTo><a:pt x="5500324" y="2233711"/></a:moveTo><a:lnTo><a:pt x="5501565" y="2233711"/></a:lnTo></a:path><a:path w="9914890" h="3161665"><a:moveTo><a:pt x="5507615" y="2233711"/></a:moveTo><a:lnTo><a:pt x="5506374" y="2233711"/></a:lnTo></a:path><a:path w="9914890" h="3161665"><a:moveTo><a:pt x="5497610" y="2233711"/></a:moveTo><a:lnTo><a:pt x="5498851" y="2233711"/></a:lnTo><a:lnTo><a:pt x="5500324" y="2233711"/></a:lnTo></a:path><a:path w="9914890" h="3161665"><a:moveTo><a:pt x="5510252" y="2233711"/></a:moveTo><a:lnTo><a:pt x="5509011" y="2233711"/></a:lnTo><a:lnTo><a:pt x="5507615" y="2233711"/></a:lnTo></a:path><a:path w="9914890" h="3161665"><a:moveTo><a:pt x="5298197" y="2233711"/></a:moveTo><a:lnTo><a:pt x="5296957" y="2233711"/></a:lnTo></a:path><a:path w="9914890" h="3161665"><a:moveTo><a:pt x="5510252" y="2233711"/></a:moveTo><a:lnTo><a:pt x="5510873" y="2233711"/></a:lnTo><a:lnTo><a:pt x="5512114" y="2233711"/></a:lnTo></a:path><a:path w="9914890" h="3161665"><a:moveTo><a:pt x="5290907" y="2233711"/></a:moveTo><a:lnTo><a:pt x="5292148" y="2233711"/></a:lnTo></a:path><a:path w="9914890" h="3161665"><a:moveTo><a:pt x="5709975" y="2233711"/></a:moveTo><a:lnTo><a:pt x="5709277" y="2233711"/></a:lnTo><a:lnTo><a:pt x="5708656" y="2233711"/></a:lnTo><a:lnTo><a:pt x="5707415" y="2233711"/></a:lnTo></a:path><a:path w="9914890" h="3161665"><a:moveTo><a:pt x="5721919" y="2233711"/></a:moveTo><a:lnTo><a:pt x="5723238" y="2233711"/></a:lnTo><a:lnTo><a:pt x="5723781" y="2233711"/></a:lnTo></a:path><a:path w="9914890" h="3161665"><a:moveTo><a:pt x="5724479" y="2233711"/></a:moveTo><a:lnTo><a:pt x="5725099" y="2233711"/></a:lnTo><a:lnTo><a:pt x="5726340" y="2233711"/></a:lnTo></a:path><a:path w="9914890" h="3161665"><a:moveTo><a:pt x="4882030" y="2233711"/></a:moveTo><a:lnTo><a:pt x="4882627" y="2233711"/></a:lnTo></a:path><a:path w="9914890" h="3161665"><a:moveTo><a:pt x="5081458" y="2233711"/></a:moveTo><a:lnTo><a:pt x="5082722" y="2233711"/></a:lnTo></a:path><a:path w="9914890" h="3161665"><a:moveTo><a:pt x="5088780" y="2233711"/></a:moveTo><a:lnTo><a:pt x="5087508" y="2233711"/></a:lnTo></a:path><a:path w="9914890" h="3161665"><a:moveTo><a:pt x="4939861" y="2233711"/></a:moveTo><a:lnTo><a:pt x="4902452" y="2233711"/></a:lnTo></a:path><a:path w="9914890" h="3161665"><a:moveTo><a:pt x="4869364" y="2233711"/></a:moveTo><a:lnTo><a:pt x="4868752" y="2233711"/></a:lnTo></a:path><a:path w="9914890" h="3161665"><a:moveTo><a:pt x="4882030" y="2233711"/></a:moveTo><a:lnTo><a:pt x="4880758" y="2233711"/></a:lnTo></a:path><a:path w="9914890" h="3161665"><a:moveTo><a:pt x="5091440" y="2233711"/></a:moveTo><a:lnTo><a:pt x="5090176" y="2233711"/></a:lnTo><a:lnTo><a:pt x="5088780" y="2233711"/></a:lnTo></a:path><a:path w="9914890" h="3161665"><a:moveTo><a:pt x="4869364" y="2233711"/></a:moveTo><a:lnTo><a:pt x="4870621" y="2233711"/></a:lnTo></a:path><a:path w="9914890" h="3161665"><a:moveTo><a:pt x="5076913" y="2233711"/></a:moveTo><a:lnTo><a:pt x="5078169" y="2233711"/></a:lnTo><a:lnTo><a:pt x="5078782" y="2233711"/></a:lnTo><a:lnTo><a:pt x="5080039" y="2233711"/></a:lnTo><a:lnTo><a:pt x="5081458" y="2233711"/></a:lnTo></a:path><a:path w="9914890" h="3161665"><a:moveTo><a:pt x="5710595" y="2233711"/></a:moveTo><a:lnTo><a:pt x="5711836" y="2233711"/></a:lnTo></a:path><a:path w="9914890" h="3161665"><a:moveTo><a:pt x="2567864" y="2233711"/></a:moveTo><a:lnTo><a:pt x="2568461" y="2233711"/></a:lnTo><a:lnTo><a:pt x="2569733" y="2233711"/></a:lnTo></a:path><a:path w="9914890" h="3161665"><a:moveTo><a:pt x="2764623" y="2233711"/></a:moveTo><a:lnTo><a:pt x="2764011" y="2233711"/></a:lnTo><a:lnTo><a:pt x="2762754" y="2233711"/></a:lnTo></a:path><a:path w="9914890" h="3161665"><a:moveTo><a:pt x="2974033" y="2233711"/></a:moveTo><a:lnTo><a:pt x="2973428" y="2233711"/></a:lnTo><a:lnTo><a:pt x="2972164" y="2233711"/></a:lnTo></a:path><a:path w="9914890" h="3161665"><a:moveTo><a:pt x="2692219" y="2233711"/></a:moveTo><a:lnTo><a:pt x="2691288" y="2233711"/></a:lnTo></a:path><a:path w="9914890" h="3161665"><a:moveTo><a:pt x="2777282" y="2233711"/></a:moveTo><a:lnTo><a:pt x="2777879" y="2233711"/></a:lnTo><a:lnTo><a:pt x="2779151" y="2233711"/></a:lnTo></a:path><a:path w="9914890" h="3161665"><a:moveTo><a:pt x="2901660" y="2233711"/></a:moveTo><a:lnTo><a:pt x="2900706" y="2233711"/></a:lnTo></a:path><a:path w="9914890" h="3161665"><a:moveTo><a:pt x="2628339" y="2233711"/></a:moveTo><a:lnTo><a:pt x="2627416" y="2233711"/></a:lnTo></a:path><a:path w="9914890" h="3161665"><a:moveTo><a:pt x="2764623" y="2233711"/></a:moveTo><a:lnTo><a:pt x="2765880" y="2233711"/></a:lnTo><a:lnTo><a:pt x="2767299" y="2233711"/></a:lnTo></a:path><a:path w="9914890" h="3161665"><a:moveTo><a:pt x="2777282" y="2233711"/></a:moveTo><a:lnTo><a:pt x="2776010" y="2233711"/></a:lnTo><a:lnTo><a:pt x="2774613" y="2233711"/></a:lnTo></a:path><a:path w="9914890" h="3161665"><a:moveTo><a:pt x="2976717" y="2233711"/></a:moveTo><a:lnTo><a:pt x="2977973" y="2233711"/></a:lnTo></a:path><a:path w="9914890" h="3161665"><a:moveTo><a:pt x="2984031" y="2233711"/></a:moveTo><a:lnTo><a:pt x="2982767" y="2233711"/></a:lnTo></a:path><a:path w="9914890" h="3161665"><a:moveTo><a:pt x="2974033" y="2233711"/></a:moveTo><a:lnTo><a:pt x="2975298" y="2233711"/></a:lnTo><a:lnTo><a:pt x="2976717" y="2233711"/></a:lnTo></a:path><a:path w="9914890" h="3161665"><a:moveTo><a:pt x="2986699" y="2233711"/></a:moveTo><a:lnTo><a:pt x="2985427" y="2233711"/></a:lnTo><a:lnTo><a:pt x="2984031" y="2233711"/></a:lnTo></a:path><a:path w="9914890" h="3161665"><a:moveTo><a:pt x="2774613" y="2233711"/></a:moveTo><a:lnTo><a:pt x="2773349" y="2233711"/></a:lnTo></a:path><a:path w="9914890" h="3161665"><a:moveTo><a:pt x="2986699" y="2233711"/></a:moveTo><a:lnTo><a:pt x="2987296" y="2233711"/></a:lnTo><a:lnTo><a:pt x="2988568" y="2233711"/></a:lnTo></a:path><a:path w="9914890" h="3161665"><a:moveTo><a:pt x="2767299" y="2233711"/></a:moveTo><a:lnTo><a:pt x="2768556" y="2233711"/></a:lnTo></a:path><a:path w="9914890" h="3161665"><a:moveTo><a:pt x="3047221" y="2233711"/></a:moveTo><a:lnTo><a:pt x="3046251" y="2233711"/></a:lnTo></a:path><a:path w="9914890" h="3161665"><a:moveTo><a:pt x="3186367" y="2233711"/></a:moveTo><a:lnTo><a:pt x="3185724" y="2233711"/></a:lnTo><a:lnTo><a:pt x="3185111" y="2233711"/></a:lnTo><a:lnTo><a:pt x="3183854" y="2233711"/></a:lnTo></a:path><a:path w="9914890" h="3161665"><a:moveTo><a:pt x="3198366" y="2233711"/></a:moveTo><a:lnTo><a:pt x="3199638" y="2233711"/></a:lnTo><a:lnTo><a:pt x="3200235" y="2233711"/></a:lnTo></a:path><a:path w="9914890" h="3161665"><a:moveTo><a:pt x="3200235" y="2233711"/></a:moveTo><a:lnTo><a:pt x="3200910" y="2233711"/></a:lnTo><a:lnTo><a:pt x="3201507" y="2233711"/></a:lnTo><a:lnTo><a:pt x="3202780" y="2233711"/></a:lnTo></a:path><a:path w="9914890" h="3161665"><a:moveTo><a:pt x="2358446" y="2233711"/></a:moveTo><a:lnTo><a:pt x="2359043" y="2233711"/></a:lnTo></a:path><a:path w="9914890" h="3161665"><a:moveTo><a:pt x="2557882" y="2233711"/></a:moveTo><a:lnTo><a:pt x="2559138" y="2233711"/></a:lnTo></a:path><a:path w="9914890" h="3161665"><a:moveTo><a:pt x="2418898" y="2233711"/></a:moveTo><a:lnTo><a:pt x="2417998" y="2233711"/></a:lnTo></a:path><a:path w="9914890" h="3161665"><a:moveTo><a:pt x="2482770" y="2233711"/></a:moveTo><a:lnTo><a:pt x="2481871" y="2233711"/></a:lnTo></a:path><a:path w="9914890" h="3161665"><a:moveTo><a:pt x="2565203" y="2233711"/></a:moveTo><a:lnTo><a:pt x="2563931" y="2233711"/></a:lnTo></a:path><a:path w="9914890" h="3161665"><a:moveTo><a:pt x="2416284" y="2233711"/></a:moveTo><a:lnTo><a:pt x="2378868" y="2233711"/></a:lnTo></a:path><a:path w="9914890" h="3161665"><a:moveTo><a:pt x="2345788" y="2233711"/></a:moveTo><a:lnTo><a:pt x="2345175" y="2233711"/></a:lnTo></a:path><a:path w="9914890" h="3161665"><a:moveTo><a:pt x="2358446" y="2233711"/></a:moveTo><a:lnTo><a:pt x="2357174" y="2233711"/></a:lnTo></a:path><a:path w="9914890" h="3161665"><a:moveTo><a:pt x="2567864" y="2233711"/></a:moveTo><a:lnTo><a:pt x="2566592" y="2233711"/></a:lnTo><a:lnTo><a:pt x="2565203" y="2233711"/></a:lnTo></a:path><a:path w="9914890" h="3161665"><a:moveTo><a:pt x="2345788" y="2233711"/></a:moveTo><a:lnTo><a:pt x="2347044" y="2233711"/></a:lnTo></a:path><a:path w="9914890" h="3161665"><a:moveTo><a:pt x="2553336" y="2233711"/></a:moveTo><a:lnTo><a:pt x="2554593" y="2233711"/></a:lnTo><a:lnTo><a:pt x="2555206" y="2233711"/></a:lnTo><a:lnTo><a:pt x="2556462" y="2233711"/></a:lnTo><a:lnTo><a:pt x="2557882" y="2233711"/></a:lnTo></a:path><a:path w="9914890" h="3161665"><a:moveTo><a:pt x="3186367" y="2233711"/></a:moveTo><a:lnTo><a:pt x="3186980" y="2233711"/></a:lnTo><a:lnTo><a:pt x="3188237" y="2233711"/></a:lnTo></a:path><a:path w="9914890" h="3161665"><a:moveTo><a:pt x="4250248" y="2233711"/></a:moveTo><a:lnTo><a:pt x="4250845" y="2233711"/></a:lnTo><a:lnTo><a:pt x="4252117" y="2233711"/></a:lnTo></a:path><a:path w="9914890" h="3161665"><a:moveTo><a:pt x="4447008" y="2233711"/></a:moveTo><a:lnTo><a:pt x="4446395" y="2233711"/></a:lnTo><a:lnTo><a:pt x="4445138" y="2233711"/></a:lnTo></a:path><a:path w="9914890" h="3161665"><a:moveTo><a:pt x="4656425" y="2233711"/></a:moveTo><a:lnTo><a:pt x="4655813" y="2233711"/></a:lnTo><a:lnTo><a:pt x="4654556" y="2233711"/></a:lnTo></a:path><a:path w="9914890" h="3161665"><a:moveTo><a:pt x="4459666" y="2233711"/></a:moveTo><a:lnTo><a:pt x="4460263" y="2233711"/></a:lnTo><a:lnTo><a:pt x="4461535" y="2233711"/></a:lnTo></a:path><a:path w="9914890" h="3161665"><a:moveTo><a:pt x="4447008" y="2233711"/></a:moveTo><a:lnTo><a:pt x="4448264" y="2233711"/></a:lnTo><a:lnTo><a:pt x="4449684" y="2233711"/></a:lnTo></a:path><a:path w="9914890" h="3161665"><a:moveTo><a:pt x="4459666" y="2233711"/></a:moveTo><a:lnTo><a:pt x="4458394" y="2233711"/></a:lnTo><a:lnTo><a:pt x="4457005" y="2233711"/></a:lnTo></a:path><a:path w="9914890" h="3161665"><a:moveTo><a:pt x="4659101" y="2233711"/></a:moveTo><a:lnTo><a:pt x="4660358" y="2233711"/></a:lnTo></a:path><a:path w="9914890" h="3161665"><a:moveTo><a:pt x="4666423" y="2233711"/></a:moveTo><a:lnTo><a:pt x="4665151" y="2233711"/></a:lnTo></a:path><a:path w="9914890" h="3161665"><a:moveTo><a:pt x="4656425" y="2233711"/></a:moveTo><a:lnTo><a:pt x="4657682" y="2233711"/></a:lnTo><a:lnTo><a:pt x="4659101" y="2233711"/></a:lnTo></a:path><a:path w="9914890" h="3161665"><a:moveTo><a:pt x="4669083" y="2233711"/></a:moveTo><a:lnTo><a:pt x="4667811" y="2233711"/></a:lnTo><a:lnTo><a:pt x="4666423" y="2233711"/></a:lnTo></a:path><a:path w="9914890" h="3161665"><a:moveTo><a:pt x="4457005" y="2233711"/></a:moveTo><a:lnTo><a:pt x="4455733" y="2233711"/></a:lnTo></a:path><a:path w="9914890" h="3161665"><a:moveTo><a:pt x="4669083" y="2233711"/></a:moveTo><a:lnTo><a:pt x="4669681" y="2233711"/></a:lnTo><a:lnTo><a:pt x="4670953" y="2233711"/></a:lnTo></a:path><a:path w="9914890" h="3161665"><a:moveTo><a:pt x="4449684" y="2233711"/></a:moveTo><a:lnTo><a:pt x="4450940" y="2233711"/></a:lnTo></a:path><a:path w="9914890" h="3161665"><a:moveTo><a:pt x="4868752" y="2233711"/></a:moveTo><a:lnTo><a:pt x="4868108" y="2233711"/></a:lnTo><a:lnTo><a:pt x="4867495" y="2233711"/></a:lnTo><a:lnTo><a:pt x="4866239" y="2233711"/></a:lnTo></a:path><a:path w="9914890" h="3161665"><a:moveTo><a:pt x="4882627" y="2233711"/></a:moveTo><a:lnTo><a:pt x="4883294" y="2233711"/></a:lnTo><a:lnTo><a:pt x="4883892" y="2233711"/></a:lnTo><a:lnTo><a:pt x="4885164" y="2233711"/></a:lnTo></a:path><a:path w="9914890" h="3161665"><a:moveTo><a:pt x="4040830" y="2233711"/></a:moveTo><a:lnTo><a:pt x="4041435" y="2233711"/></a:lnTo></a:path><a:path w="9914890" h="3161665"><a:moveTo><a:pt x="4240266" y="2233711"/></a:moveTo><a:lnTo><a:pt x="4241522" y="2233711"/></a:lnTo></a:path><a:path w="9914890" h="3161665"><a:moveTo><a:pt x="4247588" y="2233711"/></a:moveTo><a:lnTo><a:pt x="4246316" y="2233711"/></a:lnTo></a:path><a:path w="9914890" h="3161665"><a:moveTo><a:pt x="4098668" y="2233711"/></a:moveTo><a:lnTo><a:pt x="4061252" y="2233711"/></a:lnTo></a:path><a:path w="9914890" h="3161665"><a:moveTo><a:pt x="4028172" y="2233711"/></a:moveTo><a:lnTo><a:pt x="4027559" y="2233711"/></a:lnTo></a:path><a:path w="9914890" h="3161665"><a:moveTo><a:pt x="4040830" y="2233711"/></a:moveTo><a:lnTo><a:pt x="4039566" y="2233711"/></a:lnTo></a:path><a:path w="9914890" h="3161665"><a:moveTo><a:pt x="4250248" y="2233711"/></a:moveTo><a:lnTo><a:pt x="4248976" y="2233711"/></a:lnTo><a:lnTo><a:pt x="4247588" y="2233711"/></a:lnTo></a:path><a:path w="9914890" h="3161665"><a:moveTo><a:pt x="4028172" y="2233711"/></a:moveTo><a:lnTo><a:pt x="4029429" y="2233711"/></a:lnTo></a:path><a:path w="9914890" h="3161665"><a:moveTo><a:pt x="4235721" y="2233711"/></a:moveTo><a:lnTo><a:pt x="4236977" y="2233711"/></a:lnTo><a:lnTo><a:pt x="4237590" y="2233711"/></a:lnTo><a:lnTo><a:pt x="4238846" y="2233711"/></a:lnTo><a:lnTo><a:pt x="4240266" y="2233711"/></a:lnTo></a:path><a:path w="9914890" h="3161665"><a:moveTo><a:pt x="3409056" y="2233711"/></a:moveTo><a:lnTo><a:pt x="3409653" y="2233711"/></a:lnTo><a:lnTo><a:pt x="3410925" y="2233711"/></a:lnTo></a:path><a:path w="9914890" h="3161665"><a:moveTo><a:pt x="3605816" y="2233711"/></a:moveTo><a:lnTo><a:pt x="3605203" y="2233711"/></a:lnTo><a:lnTo><a:pt x="3603946" y="2233711"/></a:lnTo></a:path><a:path w="9914890" h="3161665"><a:moveTo><a:pt x="3815233" y="2233711"/></a:moveTo><a:lnTo><a:pt x="3814620" y="2233711"/></a:lnTo><a:lnTo><a:pt x="3813364" y="2233711"/></a:lnTo></a:path><a:path w="9914890" h="3161665"><a:moveTo><a:pt x="3618474" y="2233711"/></a:moveTo><a:lnTo><a:pt x="3619071" y="2233711"/></a:lnTo><a:lnTo><a:pt x="3620343" y="2233711"/></a:lnTo></a:path><a:path w="9914890" h="3161665"><a:moveTo><a:pt x="3605816" y="2233711"/></a:moveTo><a:lnTo><a:pt x="3607072" y="2233711"/></a:lnTo><a:lnTo><a:pt x="3608491" y="2233711"/></a:lnTo></a:path><a:path w="9914890" h="3161665"><a:moveTo><a:pt x="3618474" y="2233711"/></a:moveTo><a:lnTo><a:pt x="3617202" y="2233711"/></a:lnTo><a:lnTo><a:pt x="3615813" y="2233711"/></a:lnTo></a:path><a:path w="9914890" h="3161665"><a:moveTo><a:pt x="3817909" y="2233711"/></a:moveTo><a:lnTo><a:pt x="3819166" y="2233711"/></a:lnTo></a:path><a:path w="9914890" h="3161665"><a:moveTo><a:pt x="3825223" y="2233711"/></a:moveTo><a:lnTo><a:pt x="3823959" y="2233711"/></a:lnTo></a:path><a:path w="9914890" h="3161665"><a:moveTo><a:pt x="3815233" y="2233711"/></a:moveTo><a:lnTo><a:pt x="3816490" y="2233711"/></a:lnTo><a:lnTo><a:pt x="3817909" y="2233711"/></a:lnTo></a:path><a:path w="9914890" h="3161665"><a:moveTo><a:pt x="3827891" y="2233711"/></a:moveTo><a:lnTo><a:pt x="3826619" y="2233711"/></a:lnTo><a:lnTo><a:pt x="3825223" y="2233711"/></a:lnTo></a:path><a:path w="9914890" h="3161665"><a:moveTo><a:pt x="3615813" y="2233711"/></a:moveTo><a:lnTo><a:pt x="3614541" y="2233711"/></a:lnTo></a:path><a:path w="9914890" h="3161665"><a:moveTo><a:pt x="3827891" y="2233711"/></a:moveTo><a:lnTo><a:pt x="3828489" y="2233711"/></a:lnTo><a:lnTo><a:pt x="3829761" y="2233711"/></a:lnTo></a:path><a:path w="9914890" h="3161665"><a:moveTo><a:pt x="3608491" y="2233711"/></a:moveTo><a:lnTo><a:pt x="3609748" y="2233711"/></a:lnTo></a:path><a:path w="9914890" h="3161665"><a:moveTo><a:pt x="4027559" y="2233711"/></a:moveTo><a:lnTo><a:pt x="4026916" y="2233711"/></a:lnTo><a:lnTo><a:pt x="4026303" y="2233711"/></a:lnTo><a:lnTo><a:pt x="4025046" y="2233711"/></a:lnTo></a:path><a:path w="9914890" h="3161665"><a:moveTo><a:pt x="4041435" y="2233711"/></a:moveTo><a:lnTo><a:pt x="4042102" y="2233711"/></a:lnTo><a:lnTo><a:pt x="4042700" y="2233711"/></a:lnTo><a:lnTo><a:pt x="4043972" y="2233711"/></a:lnTo></a:path><a:path w="9914890" h="3161665"><a:moveTo><a:pt x="3399074" y="2233711"/></a:moveTo><a:lnTo><a:pt x="3400330" y="2233711"/></a:lnTo></a:path><a:path w="9914890" h="3161665"><a:moveTo><a:pt x="3260191" y="2233711"/></a:moveTo><a:lnTo><a:pt x="3259190" y="2233711"/></a:lnTo></a:path><a:path w="9914890" h="3161665"><a:moveTo><a:pt x="3324071" y="2233711"/></a:moveTo><a:lnTo><a:pt x="3323063" y="2233711"/></a:lnTo></a:path><a:path w="9914890" h="3161665"><a:moveTo><a:pt x="3406396" y="2233711"/></a:moveTo><a:lnTo><a:pt x="3405124" y="2233711"/></a:lnTo></a:path><a:path w="9914890" h="3161665"><a:moveTo><a:pt x="3257476" y="2233711"/></a:moveTo><a:lnTo><a:pt x="3220060" y="2233711"/></a:lnTo></a:path><a:path w="9914890" h="3161665"><a:moveTo><a:pt x="3409056" y="2233711"/></a:moveTo><a:lnTo><a:pt x="3407784" y="2233711"/></a:lnTo><a:lnTo><a:pt x="3406396" y="2233711"/></a:lnTo></a:path><a:path w="9914890" h="3161665"><a:moveTo><a:pt x="3394529" y="2233711"/></a:moveTo><a:lnTo><a:pt x="3395785" y="2233711"/></a:lnTo><a:lnTo><a:pt x="3396398" y="2233711"/></a:lnTo><a:lnTo><a:pt x="3397654" y="2233711"/></a:lnTo><a:lnTo><a:pt x="3399074" y="2233711"/></a:lnTo></a:path><a:path w="9914890" h="3161665"><a:moveTo><a:pt x="6773817" y="2233711"/></a:moveTo><a:lnTo><a:pt x="6774437" y="2233711"/></a:lnTo><a:lnTo><a:pt x="6775678" y="2233711"/></a:lnTo></a:path><a:path w="9914890" h="3161665"><a:moveTo><a:pt x="6970592" y="2233711"/></a:moveTo><a:lnTo><a:pt x="6969971" y="2233711"/></a:lnTo><a:lnTo><a:pt x="6968730" y="2233711"/></a:lnTo></a:path><a:path w="9914890" h="3161665"><a:moveTo><a:pt x="7180009" y="2233711"/></a:moveTo><a:lnTo><a:pt x="7179389" y="2233711"/></a:lnTo><a:lnTo><a:pt x="7178148" y="2233711"/></a:lnTo></a:path><a:path w="9914890" h="3161665"><a:moveTo><a:pt x="6983234" y="2233711"/></a:moveTo><a:lnTo><a:pt x="6983855" y="2233711"/></a:lnTo><a:lnTo><a:pt x="6985096" y="2233711"/></a:lnTo></a:path><a:path w="9914890" h="3161665"><a:moveTo><a:pt x="6970592" y="2233711"/></a:moveTo><a:lnTo><a:pt x="6971833" y="2233711"/></a:lnTo><a:lnTo><a:pt x="6973229" y="2233711"/></a:lnTo></a:path><a:path w="9914890" h="3161665"><a:moveTo><a:pt x="6983234" y="2233711"/></a:moveTo><a:lnTo><a:pt x="6981993" y="2233711"/></a:lnTo><a:lnTo><a:pt x="6980597" y="2233711"/></a:lnTo></a:path><a:path w="9914890" h="3161665"><a:moveTo><a:pt x="7182647" y="2233711"/></a:moveTo><a:lnTo><a:pt x="7183965" y="2233711"/></a:lnTo></a:path><a:path w="9914890" h="3161665"><a:moveTo><a:pt x="7190015" y="2233711"/></a:moveTo><a:lnTo><a:pt x="7188696" y="2233711"/></a:lnTo></a:path><a:path w="9914890" h="3161665"><a:moveTo><a:pt x="7180009" y="2233711"/></a:moveTo><a:lnTo><a:pt x="7181250" y="2233711"/></a:lnTo><a:lnTo><a:pt x="7182647" y="2233711"/></a:lnTo></a:path><a:path w="9914890" h="3161665"><a:moveTo><a:pt x="7192652" y="2233711"/></a:moveTo><a:lnTo><a:pt x="7191411" y="2233711"/></a:lnTo><a:lnTo><a:pt x="7190015" y="2233711"/></a:lnTo></a:path><a:path w="9914890" h="3161665"><a:moveTo><a:pt x="6980597" y="2233711"/></a:moveTo><a:lnTo><a:pt x="6979279" y="2233711"/></a:lnTo></a:path><a:path w="9914890" h="3161665"><a:moveTo><a:pt x="7192652" y="2233711"/></a:moveTo><a:lnTo><a:pt x="7193273" y="2233711"/></a:lnTo><a:lnTo><a:pt x="7194514" y="2233711"/></a:lnTo></a:path><a:path w="9914890" h="3161665"><a:moveTo><a:pt x="6973229" y="2233711"/></a:moveTo><a:lnTo><a:pt x="6974547" y="2233711"/></a:lnTo></a:path><a:path w="9914890" h="3161665"><a:moveTo><a:pt x="7329161" y="0"/></a:moveTo><a:lnTo><a:pt x="7327377" y="0"/></a:lnTo><a:lnTo><a:pt x="7316053" y="0"/></a:lnTo></a:path><a:path w="9914890" h="3161665"><a:moveTo><a:pt x="7394391" y="2233711"/></a:moveTo><a:lnTo><a:pt x="7392917" y="2233711"/></a:lnTo><a:lnTo><a:pt x="7391676" y="2233711"/></a:lnTo><a:lnTo><a:pt x="7391056" y="2233711"/></a:lnTo><a:lnTo><a:pt x="7389815" y="2233711"/></a:lnTo></a:path><a:path w="9914890" h="3161665"><a:moveTo><a:pt x="7404241" y="2233711"/></a:moveTo><a:lnTo><a:pt x="7405638" y="2233711"/></a:lnTo><a:lnTo><a:pt x="7406879" y="2233711"/></a:lnTo><a:lnTo><a:pt x="7407499" y="2233711"/></a:lnTo></a:path><a:path w="9914890" h="3161665"><a:moveTo><a:pt x="7420995" y="2233711"/></a:moveTo><a:lnTo><a:pt x="7420607" y="2233711"/></a:lnTo></a:path><a:path w="9914890" h="3161665"><a:moveTo><a:pt x="7407499" y="2233711"/></a:moveTo><a:lnTo><a:pt x="7408740" y="2233711"/></a:lnTo></a:path><a:path w="9914890" h="3161665"><a:moveTo><a:pt x="7420607" y="2233711"/></a:moveTo><a:lnTo><a:pt x="7419366" y="2233711"/></a:lnTo><a:lnTo><a:pt x="7408740" y="2233711"/></a:lnTo></a:path><a:path w="9914890" h="3161665"><a:moveTo><a:pt x="6564399" y="2233711"/></a:moveTo><a:lnTo><a:pt x="6565019" y="2233711"/></a:lnTo></a:path><a:path w="9914890" h="3161665"><a:moveTo><a:pt x="6763811" y="2233711"/></a:moveTo><a:lnTo><a:pt x="6765130" y="2233711"/></a:lnTo></a:path><a:path w="9914890" h="3161665"><a:moveTo><a:pt x="6771180" y="2233711"/></a:moveTo><a:lnTo><a:pt x="6769861" y="2233711"/></a:lnTo></a:path><a:path w="9914890" h="3161665"><a:moveTo><a:pt x="6622260" y="2233711"/></a:moveTo><a:lnTo><a:pt x="6584875" y="2233711"/></a:lnTo></a:path><a:path w="9914890" h="3161665"><a:moveTo><a:pt x="6551756" y="2233711"/></a:moveTo><a:lnTo><a:pt x="6551136" y="2233711"/></a:lnTo></a:path><a:path w="9914890" h="3161665"><a:moveTo><a:pt x="6564399" y="2233711"/></a:moveTo><a:lnTo><a:pt x="6563158" y="2233711"/></a:lnTo></a:path><a:path w="9914890" h="3161665"><a:moveTo><a:pt x="6773817" y="2233711"/></a:moveTo><a:lnTo><a:pt x="6772576" y="2233711"/></a:lnTo><a:lnTo><a:pt x="6771180" y="2233711"/></a:lnTo></a:path><a:path w="9914890" h="3161665"><a:moveTo><a:pt x="6551756" y="2233711"/></a:moveTo><a:lnTo><a:pt x="6552997" y="2233711"/></a:lnTo></a:path><a:path w="9914890" h="3161665"><a:moveTo><a:pt x="6759313" y="2233711"/></a:moveTo><a:lnTo><a:pt x="6760554" y="2233711"/></a:lnTo><a:lnTo><a:pt x="6761174" y="2233711"/></a:lnTo><a:lnTo><a:pt x="6762415" y="2233711"/></a:lnTo><a:lnTo><a:pt x="6763811" y="2233711"/></a:lnTo></a:path><a:path w="9914890" h="3161665"><a:moveTo><a:pt x="7426036" y="2233711"/></a:moveTo><a:lnTo><a:pt x="7426036" y="420929"/></a:lnTo><a:lnTo><a:pt x="7426036" y="0"/></a:lnTo></a:path><a:path w="9914890" h="3161665"><a:moveTo><a:pt x="5932656" y="2233711"/></a:moveTo><a:lnTo><a:pt x="5933199" y="2233711"/></a:lnTo><a:lnTo><a:pt x="5934517" y="2233711"/></a:lnTo></a:path><a:path w="9914890" h="3161665"><a:moveTo><a:pt x="6129431" y="2233711"/></a:moveTo><a:lnTo><a:pt x="6128810" y="2233711"/></a:lnTo><a:lnTo><a:pt x="6127492" y="2233711"/></a:lnTo></a:path><a:path w="9914890" h="3161665"><a:moveTo><a:pt x="6338848" y="2233711"/></a:moveTo><a:lnTo><a:pt x="6338228" y="2233711"/></a:lnTo><a:lnTo><a:pt x="6336909" y="2233711"/></a:lnTo></a:path><a:path w="9914890" h="3161665"><a:moveTo><a:pt x="6142073" y="2233711"/></a:moveTo><a:lnTo><a:pt x="6142616" y="2233711"/></a:lnTo><a:lnTo><a:pt x="6143935" y="2233711"/></a:lnTo></a:path><a:path w="9914890" h="3161665"><a:moveTo><a:pt x="6129431" y="2233711"/></a:moveTo><a:lnTo><a:pt x="6130672" y="2233711"/></a:lnTo><a:lnTo><a:pt x="6132068" y="2233711"/></a:lnTo></a:path><a:path w="9914890" h="3161665"><a:moveTo><a:pt x="6142073" y="2233711"/></a:moveTo><a:lnTo><a:pt x="6140755" y="2233711"/></a:lnTo><a:lnTo><a:pt x="6139359" y="2233711"/></a:lnTo></a:path><a:path w="9914890" h="3161665"><a:moveTo><a:pt x="6341485" y="2233711"/></a:moveTo><a:lnTo><a:pt x="6342726" y="2233711"/></a:lnTo></a:path><a:path w="9914890" h="3161665"><a:moveTo><a:pt x="6348776" y="2233711"/></a:moveTo><a:lnTo><a:pt x="6347535" y="2233711"/></a:lnTo></a:path><a:path w="9914890" h="3161665"><a:moveTo><a:pt x="6338848" y="2233711"/></a:moveTo><a:lnTo><a:pt x="6340089" y="2233711"/></a:lnTo><a:lnTo><a:pt x="6341485" y="2233711"/></a:lnTo></a:path><a:path w="9914890" h="3161665"><a:moveTo><a:pt x="6351491" y="2233711"/></a:moveTo><a:lnTo><a:pt x="6350172" y="2233711"/></a:lnTo><a:lnTo><a:pt x="6348776" y="2233711"/></a:lnTo></a:path><a:path w="9914890" h="3161665"><a:moveTo><a:pt x="6139359" y="2233711"/></a:moveTo><a:lnTo><a:pt x="6138118" y="2233711"/></a:lnTo></a:path><a:path w="9914890" h="3161665"><a:moveTo><a:pt x="6351491" y="2233711"/></a:moveTo><a:lnTo><a:pt x="6352034" y="2233711"/></a:lnTo><a:lnTo><a:pt x="6353352" y="2233711"/></a:lnTo></a:path><a:path w="9914890" h="3161665"><a:moveTo><a:pt x="6132068" y="2233711"/></a:moveTo><a:lnTo><a:pt x="6133309" y="2233711"/></a:lnTo></a:path><a:path w="9914890" h="3161665"><a:moveTo><a:pt x="6551136" y="2233711"/></a:moveTo><a:lnTo><a:pt x="6550515" y="2233711"/></a:lnTo><a:lnTo><a:pt x="6549895" y="2233711"/></a:lnTo><a:lnTo><a:pt x="6548654" y="2233711"/></a:lnTo></a:path><a:path w="9914890" h="3161665"><a:moveTo><a:pt x="6489707" y="0"/></a:moveTo><a:lnTo><a:pt x="6488311" y="0"/></a:lnTo><a:lnTo><a:pt x="6488000" y="0"/></a:lnTo></a:path><a:path w="9914890" h="3161665"><a:moveTo><a:pt x="6565019" y="2233711"/></a:moveTo><a:lnTo><a:pt x="6565718" y="2233711"/></a:lnTo><a:lnTo><a:pt x="6566260" y="2233711"/></a:lnTo><a:lnTo><a:pt x="6567579" y="2233711"/></a:lnTo></a:path><a:path w="9914890" h="3161665"><a:moveTo><a:pt x="5922650" y="2233711"/></a:moveTo><a:lnTo><a:pt x="5923891" y="2233711"/></a:lnTo></a:path><a:path w="9914890" h="3161665"><a:moveTo><a:pt x="5929941" y="2233711"/></a:moveTo><a:lnTo><a:pt x="5928700" y="2233711"/></a:lnTo></a:path><a:path w="9914890" h="3161665"><a:moveTo><a:pt x="5781022" y="2233711"/></a:moveTo><a:lnTo><a:pt x="5743637" y="2233711"/></a:lnTo></a:path><a:path w="9914890" h="3161665"><a:moveTo><a:pt x="5932656" y="2233711"/></a:moveTo><a:lnTo><a:pt x="5931337" y="2233711"/></a:lnTo><a:lnTo><a:pt x="5929941" y="2233711"/></a:lnTo></a:path><a:path w="9914890" h="3161665"><a:moveTo><a:pt x="5709975" y="2233711"/></a:moveTo><a:lnTo><a:pt x="5710595" y="2233711"/></a:lnTo></a:path><a:path w="9914890" h="3161665"><a:moveTo><a:pt x="5711836" y="2233711"/></a:moveTo><a:lnTo><a:pt x="5711991" y="2233711"/></a:lnTo></a:path><a:path w="9914890" h="3161665"><a:moveTo><a:pt x="5918074" y="2233711"/></a:moveTo><a:lnTo><a:pt x="5919392" y="2233711"/></a:lnTo><a:lnTo><a:pt x="5920013" y="2233711"/></a:lnTo><a:lnTo><a:pt x="5921254" y="2233711"/></a:lnTo><a:lnTo><a:pt x="5922650" y="2233711"/></a:lnTo></a:path><a:path w="9914890" h="3161665"><a:moveTo><a:pt x="5721842" y="2233711"/></a:moveTo><a:lnTo><a:pt x="5721919" y="2233711"/></a:lnTo></a:path><a:path w="9914890" h="3161665"><a:moveTo><a:pt x="1726672" y="2233711"/></a:moveTo><a:lnTo><a:pt x="1727269" y="2233711"/></a:lnTo><a:lnTo><a:pt x="1728541" y="2233711"/></a:lnTo></a:path><a:path w="9914890" h="3161665"><a:moveTo><a:pt x="1923424" y="2233711"/></a:moveTo><a:lnTo><a:pt x="1922811" y="2233711"/></a:lnTo><a:lnTo><a:pt x="1921554" y="2233711"/></a:lnTo></a:path><a:path w="9914890" h="3161665"><a:moveTo><a:pt x="2132841" y="2233711"/></a:moveTo><a:lnTo><a:pt x="2132228" y="2233711"/></a:lnTo><a:lnTo><a:pt x="2130972" y="2233711"/></a:lnTo></a:path><a:path w="9914890" h="3161665"><a:moveTo><a:pt x="1850918" y="2233711"/></a:moveTo><a:lnTo><a:pt x="1850096" y="2233711"/></a:lnTo></a:path><a:path w="9914890" h="3161665"><a:moveTo><a:pt x="1936089" y="2233711"/></a:moveTo><a:lnTo><a:pt x="1936687" y="2233711"/></a:lnTo><a:lnTo><a:pt x="1937959" y="2233711"/></a:lnTo></a:path><a:path w="9914890" h="3161665"><a:moveTo><a:pt x="2008726" y="2233711"/></a:moveTo><a:lnTo><a:pt x="2007865" y="2233711"/></a:lnTo></a:path><a:path w="9914890" h="3161665"><a:moveTo><a:pt x="2072599" y="2233711"/></a:moveTo><a:lnTo><a:pt x="2071730" y="2233711"/></a:lnTo></a:path><a:path w="9914890" h="3161665"><a:moveTo><a:pt x="1787038" y="2233711"/></a:moveTo><a:lnTo><a:pt x="1786224" y="2233711"/></a:lnTo></a:path><a:path w="9914890" h="3161665"><a:moveTo><a:pt x="1923424" y="2233711"/></a:moveTo><a:lnTo><a:pt x="1924688" y="2233711"/></a:lnTo><a:lnTo><a:pt x="1926107" y="2233711"/></a:lnTo></a:path><a:path w="9914890" h="3161665"><a:moveTo><a:pt x="1936089" y="2233711"/></a:moveTo><a:lnTo><a:pt x="1934817" y="2233711"/></a:lnTo><a:lnTo><a:pt x="1933421" y="2233711"/></a:lnTo></a:path><a:path w="9914890" h="3161665"><a:moveTo><a:pt x="2135525" y="2233711"/></a:moveTo><a:lnTo><a:pt x="2136781" y="2233711"/></a:lnTo></a:path><a:path w="9914890" h="3161665"><a:moveTo><a:pt x="2142839" y="2233711"/></a:moveTo><a:lnTo><a:pt x="2141567" y="2233711"/></a:lnTo></a:path><a:path w="9914890" h="3161665"><a:moveTo><a:pt x="2132841" y="2233711"/></a:moveTo><a:lnTo><a:pt x="2134098" y="2233711"/></a:lnTo><a:lnTo><a:pt x="2135525" y="2233711"/></a:lnTo></a:path><a:path w="9914890" h="3161665"><a:moveTo><a:pt x="2145507" y="2233711"/></a:moveTo><a:lnTo><a:pt x="2144235" y="2233711"/></a:lnTo><a:lnTo><a:pt x="2142839" y="2233711"/></a:lnTo></a:path><a:path w="9914890" h="3161665"><a:moveTo><a:pt x="1933421" y="2233711"/></a:moveTo><a:lnTo><a:pt x="1932157" y="2233711"/></a:lnTo></a:path><a:path w="9914890" h="3161665"><a:moveTo><a:pt x="2145507" y="2233711"/></a:moveTo><a:lnTo><a:pt x="2146104" y="2233711"/></a:lnTo><a:lnTo><a:pt x="2147376" y="2233711"/></a:lnTo></a:path><a:path w="9914890" h="3161665"><a:moveTo><a:pt x="1926107" y="2233711"/></a:moveTo><a:lnTo><a:pt x="1927364" y="2233711"/></a:lnTo></a:path><a:path w="9914890" h="3161665"><a:moveTo><a:pt x="2282016" y="2233711"/></a:moveTo><a:lnTo><a:pt x="2281124" y="2233711"/></a:lnTo></a:path><a:path w="9914890" h="3161665"><a:moveTo><a:pt x="2205928" y="2233711"/></a:moveTo><a:lnTo><a:pt x="2205052" y="2233711"/></a:lnTo></a:path><a:path w="9914890" h="3161665"><a:moveTo><a:pt x="2345175" y="2233711"/></a:moveTo><a:lnTo><a:pt x="2344524" y="2233711"/></a:lnTo><a:lnTo><a:pt x="2343919" y="2233711"/></a:lnTo><a:lnTo><a:pt x="2342654" y="2233711"/></a:lnTo></a:path><a:path w="9914890" h="3161665"><a:moveTo><a:pt x="2359043" y="2233711"/></a:moveTo><a:lnTo><a:pt x="2359718" y="2233711"/></a:lnTo><a:lnTo><a:pt x="2360315" y="2233711"/></a:lnTo><a:lnTo><a:pt x="2361587" y="2233711"/></a:lnTo><a:lnTo><a:pt x="2369584" y="2233711"/></a:lnTo></a:path><a:path w="9914890" h="3161665"><a:moveTo><a:pt x="1517254" y="2233711"/></a:moveTo><a:lnTo><a:pt x="1517851" y="2233711"/></a:lnTo></a:path><a:path w="9914890" h="3161665"><a:moveTo><a:pt x="1716689" y="2233711"/></a:moveTo><a:lnTo><a:pt x="1717946" y="2233711"/></a:lnTo></a:path><a:path w="9914890" h="3161665"><a:moveTo><a:pt x="1577597" y="2233711"/></a:moveTo><a:lnTo><a:pt x="1576806" y="2233711"/></a:lnTo></a:path><a:path w="9914890" h="3161665"><a:moveTo><a:pt x="1641477" y="2233711"/></a:moveTo><a:lnTo><a:pt x="1640679" y="2233711"/></a:lnTo></a:path><a:path w="9914890" h="3161665"><a:moveTo><a:pt x="1724004" y="2233711"/></a:moveTo><a:lnTo><a:pt x="1722739" y="2233711"/></a:lnTo></a:path><a:path w="9914890" h="3161665"><a:moveTo><a:pt x="1575084" y="2233711"/></a:moveTo><a:lnTo><a:pt x="1537676" y="2233711"/></a:lnTo></a:path><a:path w="9914890" h="3161665"><a:moveTo><a:pt x="1504588" y="2233711"/></a:moveTo><a:lnTo><a:pt x="1503983" y="2233711"/></a:lnTo></a:path><a:path w="9914890" h="3161665"><a:moveTo><a:pt x="1517254" y="2233711"/></a:moveTo><a:lnTo><a:pt x="1515982" y="2233711"/></a:lnTo></a:path><a:path w="9914890" h="3161665"><a:moveTo><a:pt x="1726672" y="2233711"/></a:moveTo><a:lnTo><a:pt x="1725400" y="2233711"/></a:lnTo><a:lnTo><a:pt x="1724004" y="2233711"/></a:lnTo></a:path><a:path w="9914890" h="3161665"><a:moveTo><a:pt x="1504588" y="2233711"/></a:moveTo><a:lnTo><a:pt x="1505852" y="2233711"/></a:lnTo></a:path><a:path w="9914890" h="3161665"><a:moveTo><a:pt x="1712137" y="2233711"/></a:moveTo><a:lnTo><a:pt x="1713401" y="2233711"/></a:lnTo><a:lnTo><a:pt x="1714006" y="2233711"/></a:lnTo><a:lnTo><a:pt x="1715270" y="2233711"/></a:lnTo><a:lnTo><a:pt x="1716689" y="2233711"/></a:lnTo></a:path><a:path w="9914890" h="3161665"><a:moveTo><a:pt x="885480" y="2233711"/></a:moveTo><a:lnTo><a:pt x="886077" y="2233711"/></a:lnTo><a:lnTo><a:pt x="887349" y="2233711"/></a:lnTo></a:path><a:path w="9914890" h="3161665"><a:moveTo><a:pt x="1082231" y="2233711"/></a:moveTo><a:lnTo><a:pt x="1081619" y="2233711"/></a:lnTo><a:lnTo><a:pt x="1080362" y="2233711"/></a:lnTo></a:path><a:path w="9914890" h="3161665"><a:moveTo><a:pt x="1291649" y="2233711"/></a:moveTo><a:lnTo><a:pt x="1291036" y="2233711"/></a:lnTo><a:lnTo><a:pt x="1289780" y="2233711"/></a:lnTo></a:path><a:path w="9914890" h="3161665"><a:moveTo><a:pt x="1021989" y="2233711"/></a:moveTo><a:lnTo><a:pt x="1021252" y="2233711"/></a:lnTo></a:path><a:path w="9914890" h="3161665"><a:moveTo><a:pt x="1094897" y="2233711"/></a:moveTo><a:lnTo><a:pt x="1095495" y="2233711"/></a:lnTo><a:lnTo><a:pt x="1096767" y="2233711"/></a:lnTo></a:path><a:path w="9914890" h="3161665"><a:moveTo><a:pt x="1167534" y="2233711"/></a:moveTo><a:lnTo><a:pt x="1166774" y="2233711"/></a:lnTo></a:path><a:path w="9914890" h="3161665"><a:moveTo><a:pt x="1219066" y="2233711"/></a:moveTo><a:lnTo><a:pt x="1218314" y="2233711"/></a:lnTo></a:path><a:path w="9914890" h="3161665"><a:moveTo><a:pt x="945738" y="2233711"/></a:moveTo><a:lnTo><a:pt x="945024" y="2233711"/></a:lnTo></a:path><a:path w="9914890" h="3161665"><a:moveTo><a:pt x="948041" y="0"/></a:moveTo><a:lnTo><a:pt x="945024" y="0"/></a:lnTo></a:path><a:path w="9914890" h="3161665"><a:moveTo><a:pt x="1082231" y="2233711"/></a:moveTo><a:lnTo><a:pt x="1083488" y="2233711"/></a:lnTo><a:lnTo><a:pt x="1084915" y="2233711"/></a:lnTo></a:path><a:path w="9914890" h="3161665"><a:moveTo><a:pt x="1094897" y="2233711"/></a:moveTo><a:lnTo><a:pt x="1093625" y="2233711"/></a:lnTo><a:lnTo><a:pt x="1092229" y="2233711"/></a:lnTo></a:path><a:path w="9914890" h="3161665"><a:moveTo><a:pt x="1294325" y="2233711"/></a:moveTo><a:lnTo><a:pt x="1295589" y="2233711"/></a:lnTo></a:path><a:path w="9914890" h="3161665"><a:moveTo><a:pt x="1301647" y="2233711"/></a:moveTo><a:lnTo><a:pt x="1300375" y="2233711"/></a:lnTo></a:path><a:path w="9914890" h="3161665"><a:moveTo><a:pt x="1291649" y="2233711"/></a:moveTo><a:lnTo><a:pt x="1292906" y="2233711"/></a:lnTo><a:lnTo><a:pt x="1294325" y="2233711"/></a:lnTo></a:path><a:path w="9914890" h="3161665"><a:moveTo><a:pt x="1304307" y="2233711"/></a:moveTo><a:lnTo><a:pt x="1303043" y="2233711"/></a:lnTo><a:lnTo><a:pt x="1301647" y="2233711"/></a:lnTo></a:path><a:path w="9914890" h="3161665"><a:moveTo><a:pt x="1092229" y="2233711"/></a:moveTo><a:lnTo><a:pt x="1090957" y="2233711"/></a:lnTo></a:path><a:path w="9914890" h="3161665"><a:moveTo><a:pt x="1304307" y="2233711"/></a:moveTo><a:lnTo><a:pt x="1304912" y="2233711"/></a:lnTo><a:lnTo><a:pt x="1306176" y="2233711"/></a:lnTo></a:path><a:path w="9914890" h="3161665"><a:moveTo><a:pt x="1084915" y="2233711"/></a:moveTo><a:lnTo><a:pt x="1086172" y="2233711"/></a:lnTo></a:path><a:path w="9914890" h="3161665"><a:moveTo><a:pt x="1440824" y="2233711"/></a:moveTo><a:lnTo><a:pt x="1440033" y="2233711"/></a:lnTo></a:path><a:path w="9914890" h="3161665"><a:moveTo><a:pt x="1364627" y="2233711"/></a:moveTo><a:lnTo><a:pt x="1363859" y="2233711"/></a:lnTo></a:path><a:path w="9914890" h="3161665"><a:moveTo><a:pt x="1503983" y="2233711"/></a:moveTo><a:lnTo><a:pt x="1503332" y="2233711"/></a:lnTo><a:lnTo><a:pt x="1502719" y="2233711"/></a:lnTo><a:lnTo><a:pt x="1501462" y="2233711"/></a:lnTo></a:path><a:path w="9914890" h="3161665"><a:moveTo><a:pt x="1517851" y="2233711"/></a:moveTo><a:lnTo><a:pt x="1518526" y="2233711"/></a:lnTo><a:lnTo><a:pt x="1519123" y="2233711"/></a:lnTo><a:lnTo><a:pt x="1520395" y="2233711"/></a:lnTo><a:lnTo><a:pt x="1528493" y="2233711"/></a:lnTo></a:path><a:path w="9914890" h="3161665"><a:moveTo><a:pt x="676062" y="2233711"/></a:moveTo><a:lnTo><a:pt x="676659" y="2233711"/></a:lnTo></a:path><a:path w="9914890" h="3161665"><a:moveTo><a:pt x="875497" y="2233711"/></a:moveTo><a:lnTo><a:pt x="876754" y="2233711"/></a:lnTo></a:path><a:path w="9914890" h="3161665"><a:moveTo><a:pt x="736297" y="2233711"/></a:moveTo><a:lnTo><a:pt x="735614" y="2233711"/></a:lnTo></a:path><a:path w="9914890" h="3161665"><a:moveTo><a:pt x="800177" y="2233711"/></a:moveTo><a:lnTo><a:pt x="799479" y="2233711"/></a:lnTo></a:path><a:path w="9914890" h="3161665"><a:moveTo><a:pt x="882811" y="2233711"/></a:moveTo><a:lnTo><a:pt x="881539" y="2233711"/></a:lnTo></a:path><a:path w="9914890" h="3161665"><a:moveTo><a:pt x="733892" y="2233711"/></a:moveTo><a:lnTo><a:pt x="696484" y="2233711"/></a:lnTo></a:path><a:path w="9914890" h="3161665"><a:moveTo><a:pt x="663396" y="2233711"/></a:moveTo><a:lnTo><a:pt x="662791" y="2233711"/></a:lnTo></a:path><a:path w="9914890" h="3161665"><a:moveTo><a:pt x="676062" y="2233711"/></a:moveTo><a:lnTo><a:pt x="674790" y="2233711"/></a:lnTo></a:path><a:path w="9914890" h="3161665"><a:moveTo><a:pt x="885480" y="2233711"/></a:moveTo><a:lnTo><a:pt x="884208" y="2233711"/></a:lnTo><a:lnTo><a:pt x="882811" y="2233711"/></a:lnTo></a:path><a:path w="9914890" h="3161665"><a:moveTo><a:pt x="663396" y="2233711"/></a:moveTo><a:lnTo><a:pt x="664660" y="2233711"/></a:lnTo></a:path><a:path w="9914890" h="3161665"><a:moveTo><a:pt x="870944" y="2233711"/></a:moveTo><a:lnTo><a:pt x="872201" y="2233711"/></a:lnTo><a:lnTo><a:pt x="872814" y="2233711"/></a:lnTo><a:lnTo><a:pt x="874070" y="2233711"/></a:lnTo><a:lnTo><a:pt x="875497" y="2233711"/></a:lnTo></a:path><a:path w="9914890" h="3161665"><a:moveTo><a:pt x="56759" y="2233013"/></a:moveTo><a:lnTo><a:pt x="56759" y="0"/></a:lnTo><a:lnTo><a:pt x="56759" y="0"/></a:lnTo></a:path><a:path w="9914890" h="3161665"><a:moveTo><a:pt x="241039" y="2233711"/></a:moveTo><a:lnTo><a:pt x="240427" y="2233711"/></a:lnTo><a:lnTo><a:pt x="239170" y="2233711"/></a:lnTo></a:path><a:path w="9914890" h="3161665"><a:moveTo><a:pt x="450457" y="2233711"/></a:moveTo><a:lnTo><a:pt x="449844" y="2233711"/></a:lnTo><a:lnTo><a:pt x="448588" y="2233711"/></a:lnTo></a:path><a:path w="9914890" h="3161665"><a:moveTo><a:pt x="168325" y="2233711"/></a:moveTo><a:lnTo><a:pt x="167704" y="2233711"/></a:lnTo></a:path><a:path w="9914890" h="3161665"><a:moveTo><a:pt x="253697" y="2233711"/></a:moveTo><a:lnTo><a:pt x="254302" y="2233711"/></a:lnTo><a:lnTo><a:pt x="255567" y="2233711"/></a:lnTo></a:path><a:path w="9914890" h="3161665"><a:moveTo><a:pt x="326342" y="2233711"/></a:moveTo><a:lnTo><a:pt x="325691" y="2233711"/></a:lnTo></a:path><a:path w="9914890" h="3161665"><a:moveTo><a:pt x="377766" y="2233711"/></a:moveTo><a:lnTo><a:pt x="377122" y="2233711"/></a:lnTo></a:path><a:path w="9914890" h="3161665"><a:moveTo><a:pt x="104445" y="2233711"/></a:moveTo><a:lnTo><a:pt x="103832" y="2233711"/></a:lnTo></a:path><a:path w="9914890" h="3161665"><a:moveTo><a:pt x="241039" y="2233711"/></a:moveTo><a:lnTo><a:pt x="242296" y="2233711"/></a:lnTo><a:lnTo><a:pt x="243715" y="2233711"/></a:lnTo></a:path><a:path w="9914890" h="3161665"><a:moveTo><a:pt x="253697" y="2233711"/></a:moveTo><a:lnTo><a:pt x="252433" y="2233711"/></a:lnTo><a:lnTo><a:pt x="251037" y="2233711"/></a:lnTo></a:path><a:path w="9914890" h="3161665"><a:moveTo><a:pt x="453133" y="2233711"/></a:moveTo><a:lnTo><a:pt x="454389" y="2233711"/></a:lnTo></a:path><a:path w="9914890" h="3161665"><a:moveTo><a:pt x="460455" y="2233711"/></a:moveTo><a:lnTo><a:pt x="459183" y="2233711"/></a:lnTo></a:path><a:path w="9914890" h="3161665"><a:moveTo><a:pt x="450457" y="2233711"/></a:moveTo><a:lnTo><a:pt x="451713" y="2233711"/></a:lnTo><a:lnTo><a:pt x="453133" y="2233711"/></a:lnTo></a:path><a:path w="9914890" h="3161665"><a:moveTo><a:pt x="463115" y="2233711"/></a:moveTo><a:lnTo><a:pt x="461851" y="2233711"/></a:lnTo><a:lnTo><a:pt x="460455" y="2233711"/></a:lnTo></a:path><a:path w="9914890" h="3161665"><a:moveTo><a:pt x="251037" y="2233711"/></a:moveTo><a:lnTo><a:pt x="249765" y="2233711"/></a:lnTo></a:path><a:path w="9914890" h="3161665"><a:moveTo><a:pt x="463115" y="2233711"/></a:moveTo><a:lnTo><a:pt x="463712" y="2233711"/></a:lnTo><a:lnTo><a:pt x="464984" y="2233711"/></a:lnTo></a:path><a:path w="9914890" h="3161665"><a:moveTo><a:pt x="243715" y="2233711"/></a:moveTo><a:lnTo><a:pt x="244979" y="2233711"/></a:lnTo></a:path><a:path w="9914890" h="3161665"><a:moveTo><a:pt x="523327" y="2233711"/></a:moveTo><a:lnTo><a:pt x="522667" y="2233711"/></a:lnTo></a:path><a:path w="9914890" h="3161665"><a:moveTo><a:pt x="662791" y="2233711"/></a:moveTo><a:lnTo><a:pt x="662139" y="2233711"/></a:lnTo><a:lnTo><a:pt x="661527" y="2233711"/></a:lnTo><a:lnTo><a:pt x="660270" y="2233711"/></a:lnTo></a:path><a:path w="9914890" h="3161665"><a:moveTo><a:pt x="676659" y="2233711"/></a:moveTo><a:lnTo><a:pt x="677326" y="2233711"/></a:lnTo><a:lnTo><a:pt x="677931" y="2233711"/></a:lnTo><a:lnTo><a:pt x="679195" y="2233711"/></a:lnTo></a:path><a:path w="9914890" h="3161665"><a:moveTo><a:pt x="7502978" y="2653399"/></a:moveTo><a:lnTo><a:pt x="7500651" y="2653399"/></a:lnTo><a:lnTo><a:pt x="7500651" y="2653399"/></a:lnTo></a:path><a:path w="9914890" h="3161665"><a:moveTo><a:pt x="7503909" y="2653322"/></a:moveTo><a:lnTo><a:pt x="7501504" y="2653322"/></a:lnTo></a:path><a:path w="9914890" h="3161665"><a:moveTo><a:pt x="7517482" y="2653477"/></a:moveTo><a:lnTo><a:pt x="7517405" y="2653477"/></a:lnTo><a:lnTo><a:pt x="7517327" y="2653477"/></a:lnTo></a:path><a:path w="9914890" h="3161665"><a:moveTo><a:pt x="7506546" y="2653399"/></a:moveTo><a:lnTo><a:pt x="7503909" y="2653399"/></a:lnTo></a:path><a:path w="9914890" h="3161665"><a:moveTo><a:pt x="7518335" y="2653322"/></a:moveTo><a:lnTo><a:pt x="7516629" y="2653322"/></a:lnTo></a:path><a:path w="9914890" h="3161665"><a:moveTo><a:pt x="7499720" y="2653167"/></a:moveTo><a:lnTo><a:pt x="7499720" y="420929"/></a:lnTo><a:lnTo><a:pt x="7499720" y="420076"/></a:lnTo></a:path><a:path w="9914890" h="3161665"><a:moveTo><a:pt x="7517482" y="2653244"/></a:moveTo><a:lnTo><a:pt x="7517249" y="2653244"/></a:lnTo></a:path><a:path w="9914890" h="3161665"><a:moveTo><a:pt x="7502978" y="2653167"/></a:moveTo><a:lnTo><a:pt x="7502901" y="2653167"/></a:lnTo><a:lnTo><a:pt x="7502435" y="2653167"/></a:lnTo></a:path><a:path w="9914890" h="3161665"><a:moveTo><a:pt x="7518335" y="2653167"/></a:moveTo><a:lnTo><a:pt x="7519964" y="2653167"/></a:lnTo></a:path><a:path w="9914890" h="3161665"><a:moveTo><a:pt x="7504064" y="2653167"/></a:moveTo><a:lnTo><a:pt x="7502978" y="2653167"/></a:lnTo></a:path><a:path w="9914890" h="3161665"><a:moveTo><a:pt x="7500651" y="2653167"/></a:moveTo><a:lnTo><a:pt x="7499720" y="2653167"/></a:lnTo></a:path><a:path w="9914890" h="3161665"><a:moveTo><a:pt x="7502978" y="2653477"/></a:moveTo><a:lnTo><a:pt x="7502901" y="2653477"/></a:lnTo></a:path><a:path w="9914890" h="3161665"><a:moveTo><a:pt x="7499798" y="2653477"/></a:moveTo><a:lnTo><a:pt x="7499720" y="2653477"/></a:lnTo></a:path><a:path w="9914890" h="3161665"><a:moveTo><a:pt x="7519964" y="2653167"/></a:moveTo><a:lnTo><a:pt x="7519964" y="2653012"/></a:lnTo><a:lnTo><a:pt x="7519964" y="419998"/></a:lnTo></a:path><a:path w="9914890" h="3161665"><a:moveTo><a:pt x="7505615" y="2653167"/></a:moveTo><a:lnTo><a:pt x="7505693" y="2653167"/></a:lnTo><a:lnTo><a:pt x="7517249" y="2653167"/></a:lnTo></a:path><a:path w="9914890" h="3161665"><a:moveTo><a:pt x="7507477" y="2653399"/></a:moveTo><a:lnTo><a:pt x="7506546" y="2653399"/></a:lnTo><a:lnTo><a:pt x="7506546" y="2653399"/></a:lnTo></a:path><a:path w="9914890" h="3161665"><a:moveTo><a:pt x="7507399" y="2653322"/></a:moveTo><a:lnTo><a:pt x="7507477" y="2653322"/></a:lnTo><a:lnTo><a:pt x="7516319" y="2653322"/></a:lnTo></a:path><a:path w="9914890" h="3161665"><a:moveTo><a:pt x="7503366" y="2653399"/></a:moveTo><a:lnTo><a:pt x="7503831" y="2653399"/></a:lnTo></a:path><a:path w="9914890" h="3161665"><a:moveTo><a:pt x="7504684" y="2653322"/></a:moveTo><a:lnTo><a:pt x="7504219" y="2653322"/></a:lnTo></a:path><a:path w="9914890" h="3161665"><a:moveTo><a:pt x="7505693" y="2653477"/></a:moveTo><a:lnTo><a:pt x="7512984" y="2653477"/></a:lnTo></a:path><a:path w="9914890" h="3161665"><a:moveTo><a:pt x="7505615" y="2653477"/></a:moveTo><a:lnTo><a:pt x="7502978" y="2653477"/></a:lnTo></a:path><a:path w="9914890" h="3161665"><a:moveTo><a:pt x="7452640" y="2654097"/></a:moveTo><a:lnTo><a:pt x="7454114" y="2654097"/></a:lnTo><a:lnTo><a:pt x="7455355" y="2654097"/></a:lnTo><a:lnTo><a:pt x="7455975" y="2654097"/></a:lnTo><a:lnTo><a:pt x="7457216" y="2654097"/></a:lnTo></a:path><a:path w="9914890" h="3161665"><a:moveTo><a:pt x="7471410" y="2654097"/></a:moveTo><a:lnTo><a:pt x="7470169" y="2654097"/></a:lnTo><a:lnTo><a:pt x="7457216" y="2654097"/></a:lnTo></a:path><a:path w="9914890" h="3161665"><a:moveTo><a:pt x="7442790" y="2654097"/></a:moveTo><a:lnTo><a:pt x="7441394" y="2654097"/></a:lnTo><a:lnTo><a:pt x="7440153" y="2654097"/></a:lnTo><a:lnTo><a:pt x="7439532" y="2654097"/></a:lnTo></a:path><a:path w="9914890" h="3161665"><a:moveTo><a:pt x="7427665" y="2654097"/></a:moveTo><a:lnTo><a:pt x="7426424" y="2654097"/></a:lnTo><a:lnTo><a:pt x="7421538" y="2654097"/></a:lnTo></a:path><a:path w="9914890" h="3161665"><a:moveTo><a:pt x="7439532" y="2654097"/></a:moveTo><a:lnTo><a:pt x="7438291" y="2654097"/></a:lnTo><a:lnTo><a:pt x="7427665" y="2654097"/></a:lnTo></a:path><a:path w="9914890" h="3161665"><a:moveTo><a:pt x="7420995" y="2654097"/></a:moveTo><a:lnTo><a:pt x="7421538" y="2654097"/></a:lnTo></a:path><a:path w="9914890" h="3161665"><a:moveTo><a:pt x="9778883" y="3003515"/></a:moveTo><a:lnTo><a:pt x="9909575" y="3003515"/></a:lnTo></a:path><a:path w="9914890" h="3161665"><a:moveTo><a:pt x="9913066" y="3003515"/></a:moveTo><a:lnTo><a:pt x="9914694" y="3003592"/></a:lnTo></a:path><a:path w="9914890" h="3161665"><a:moveTo><a:pt x="9193677" y="2655416"/></a:moveTo><a:lnTo><a:pt x="9193677" y="2978229"/></a:lnTo><a:lnTo><a:pt x="9193677" y="3161043"/></a:lnTo></a:path><a:path w="9914890" h="3161665"><a:moveTo><a:pt x="9195849" y="2655416"/></a:moveTo><a:lnTo><a:pt x="9195849" y="2655338"/></a:lnTo></a:path><a:path w="9914890" h="3161665"><a:moveTo><a:pt x="7518335" y="2867626"/></a:moveTo><a:lnTo><a:pt x="7518335" y="2986529"/></a:lnTo></a:path><a:path w="9914890" h="3161665"><a:moveTo><a:pt x="9771902" y="3016468"/></a:moveTo><a:lnTo><a:pt x="9771980" y="3016468"/></a:lnTo></a:path><a:path w="9914890" h="3161665"><a:moveTo><a:pt x="0" y="2371151"/></a:moveTo><a:lnTo><a:pt x="54" y="2371151"/></a:lnTo></a:path><a:path w="9914890" h="3161665"><a:moveTo><a:pt x="26774" y="2233013"/></a:moveTo><a:lnTo><a:pt x="56759" y="2233013"/></a:lnTo><a:lnTo><a:pt x="57357" y="2233013"/></a:lnTo></a:path><a:path w="9914890" h="3161665"><a:moveTo><a:pt x="9196237" y="2655261"/></a:moveTo><a:lnTo><a:pt x="9196314" y="2655261"/></a:lnTo><a:lnTo><a:pt x="9198253" y="2655183"/></a:lnTo></a:path><a:path w="9914890" h="3161665"><a:moveTo><a:pt x="9210508" y="2655183"/></a:moveTo><a:lnTo><a:pt x="9210973" y="2655183"/></a:lnTo><a:lnTo><a:pt x="9213610" y="2655183"/></a:lnTo></a:path><a:path w="9914890" h="3161665"><a:moveTo><a:pt x="9211051" y="2655261"/></a:moveTo><a:lnTo><a:pt x="9213300" y="2655261"/></a:lnTo></a:path><a:path w="9914890" h="3161665"><a:moveTo><a:pt x="9196392" y="2655338"/></a:moveTo><a:lnTo><a:pt x="9198331" y="2655338"/></a:lnTo><a:lnTo><a:pt x="9198408" y="2655338"/></a:lnTo></a:path><a:path w="9914890" h="3161665"><a:moveTo><a:pt x="9198331" y="2655261"/></a:moveTo><a:lnTo><a:pt x="9198408" y="2655261"/></a:lnTo></a:path><a:path w="9914890" h="3161665"><a:moveTo><a:pt x="9203062" y="2655416"/></a:moveTo><a:lnTo><a:pt x="9208802" y="2655416"/></a:lnTo><a:lnTo><a:pt x="9210663" y="2655416"/></a:lnTo></a:path><a:path w="9914890" h="3161665"><a:moveTo><a:pt x="9196081" y="2655106"/></a:moveTo><a:lnTo><a:pt x="9198176" y="2655106"/></a:lnTo><a:lnTo><a:pt x="9198253" y="2655106"/></a:lnTo></a:path><a:path w="9914890" h="3161665"><a:moveTo><a:pt x="9210353" y="2655028"/></a:moveTo><a:lnTo><a:pt x="9210741" y="2655028"/></a:lnTo></a:path><a:path w="9914890" h="3161665"><a:moveTo><a:pt x="9210430" y="2655106"/></a:moveTo><a:lnTo><a:pt x="9210818" y="2655106"/></a:lnTo><a:lnTo><a:pt x="9213533" y="2655106"/></a:lnTo></a:path><a:path w="9914890" h="3161665"><a:moveTo><a:pt x="9195306" y="2654951"/></a:moveTo><a:lnTo><a:pt x="9195461" y="2655028"/></a:lnTo></a:path><a:path w="9914890" h="3161665"><a:moveTo><a:pt x="9207561" y="2655028"/></a:moveTo><a:lnTo><a:pt x="9207948" y="2655028"/></a:lnTo><a:lnTo><a:pt x="9210275" y="2655028"/></a:lnTo></a:path><a:path w="9914890" h="3161665"><a:moveTo><a:pt x="9196081" y="2655106"/></a:moveTo><a:lnTo><a:pt x="9198098" y="2655028"/></a:lnTo><a:lnTo><a:pt x="9198098" y="2655028"/></a:lnTo></a:path><a:path w="9914890" h="3161665"><a:moveTo><a:pt x="9210430" y="2655183"/></a:moveTo><a:lnTo><a:pt x="9208957" y="2655183"/></a:lnTo><a:lnTo><a:pt x="9207716" y="2655183"/></a:lnTo></a:path><a:path w="9914890" h="3161665"><a:moveTo><a:pt x="9195926" y="2654951"/></a:moveTo><a:lnTo><a:pt x="9197943" y="2654873"/></a:lnTo></a:path><a:path w="9914890" h="3161665"><a:moveTo><a:pt x="9210198" y="2654795"/></a:moveTo><a:lnTo><a:pt x="9210586" y="2654795"/></a:lnTo><a:lnTo><a:pt x="9213300" y="2654795"/></a:lnTo></a:path><a:path w="9914890" h="3161665"><a:moveTo><a:pt x="9210663" y="2654873"/></a:moveTo><a:lnTo><a:pt x="9212990" y="2654873"/></a:lnTo><a:lnTo><a:pt x="9213378" y="2654873"/></a:lnTo></a:path><a:path w="9914890" h="3161665"><a:moveTo><a:pt x="9195849" y="2654795"/></a:moveTo><a:lnTo><a:pt x="9197865" y="2654795"/></a:lnTo></a:path></a:pathLst></a:custGeom><a:ln w="3878"><a:solidFill><a:srgbClr val="000000"/></a:solidFill></a:ln></p:spPr><p:txBody><a:bodyPr wrap="square" lIns="0" tIns="0" rIns="0" bIns="0" rtlCol="0"/><a:lstStyle/><a:p/></p:txBody></p:sp><p:sp><p:nvSpPr><p:cNvPr id="323" name="object 323"/><p:cNvSpPr/><p:nvPr/></p:nvSpPr><p:spPr><a:xfrm><a:off x="11735457" y="10472669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24" name="object 324"/><p:cNvSpPr/><p:nvPr/></p:nvSpPr><p:spPr><a:xfrm><a:off x="11733130" y="10473754"/><a:ext cx="22860" cy="1270"/></a:xfrm><a:custGeom><a:avLst/><a:gdLst/><a:ahLst/><a:cxnLst/><a:rect l="l" t="t" r="r" b="b"/><a:pathLst><a:path w="22859" h="1270"><a:moveTo><a:pt x="2326" y="1008"/></a:moveTo><a:lnTo><a:pt x="4343" y="930"/></a:lnTo><a:lnTo><a:pt x="4343" y="930"/></a:lnTo></a:path><a:path w="22859" h="1270"><a:moveTo><a:pt x="19855" y="1008"/></a:moveTo><a:lnTo><a:pt x="20088" y="1008"/></a:lnTo><a:lnTo><a:pt x="22493" y="1008"/></a:lnTo></a:path><a:path w="22859" h="1270"><a:moveTo><a:pt x="4265" y="853"/></a:moveTo><a:lnTo><a:pt x="4343" y="930"/></a:lnTo></a:path><a:path w="22859" h="1270"><a:moveTo><a:pt x="5041" y="1008"/></a:moveTo><a:lnTo><a:pt x="10703" y="1008"/></a:lnTo></a:path><a:path w="22859" h="1270"><a:moveTo><a:pt x="2094" y="698"/></a:moveTo><a:lnTo><a:pt x="4110" y="620"/></a:lnTo><a:lnTo><a:pt x="4110" y="698"/></a:lnTo></a:path><a:path w="22859" h="1270"><a:moveTo><a:pt x="16365" y="620"/></a:moveTo><a:lnTo><a:pt x="16753" y="620"/></a:lnTo></a:path><a:path w="22859" h="1270"><a:moveTo><a:pt x="16443" y="698"/></a:moveTo><a:lnTo><a:pt x="16830" y="698"/></a:lnTo><a:lnTo><a:pt x="19545" y="698"/></a:lnTo></a:path><a:path w="22859" h="1270"><a:moveTo><a:pt x="1318" y="542"/></a:moveTo><a:lnTo><a:pt x="1396" y="620"/></a:lnTo></a:path><a:path w="22859" h="1270"><a:moveTo><a:pt x="13573" y="620"/></a:moveTo><a:lnTo><a:pt x="13961" y="620"/></a:lnTo><a:lnTo><a:pt x="16288" y="620"/></a:lnTo></a:path><a:path w="22859" h="1270"><a:moveTo><a:pt x="16443" y="775"/></a:moveTo><a:lnTo><a:pt x="14891" y="775"/></a:lnTo><a:lnTo><a:pt x="13728" y="775"/></a:lnTo></a:path><a:path w="22859" h="1270"><a:moveTo><a:pt x="1939" y="542"/></a:moveTo><a:lnTo><a:pt x="3878" y="465"/></a:lnTo></a:path><a:path w="22859" h="1270"><a:moveTo><a:pt x="16132" y="387"/></a:moveTo><a:lnTo><a:pt x="16598" y="387"/></a:lnTo><a:lnTo><a:pt x="19235" y="387"/></a:lnTo></a:path><a:path w="22859" h="1270"><a:moveTo><a:pt x="16675" y="542"/></a:moveTo><a:lnTo><a:pt x="18925" y="542"/></a:lnTo><a:lnTo><a:pt x="19390" y="542"/></a:lnTo></a:path><a:path w="22859" h="1270"><a:moveTo><a:pt x="1861" y="465"/></a:moveTo><a:lnTo><a:pt x="3800" y="387"/></a:lnTo><a:lnTo><a:pt x="3955" y="465"/></a:lnTo></a:path><a:path w="22859" h="1270"><a:moveTo><a:pt x="3878" y="465"/></a:moveTo><a:lnTo><a:pt x="3955" y="465"/></a:lnTo></a:path><a:path w="22859" h="1270"><a:moveTo><a:pt x="2016" y="620"/></a:moveTo><a:lnTo><a:pt x="3955" y="542"/></a:lnTo><a:lnTo><a:pt x="4033" y="542"/></a:lnTo></a:path><a:path w="22859" h="1270"><a:moveTo><a:pt x="19468" y="620"/></a:moveTo><a:lnTo><a:pt x="19545" y="620"/></a:lnTo></a:path><a:path w="22859" h="1270"><a:moveTo><a:pt x="3955" y="465"/></a:moveTo><a:lnTo><a:pt x="4033" y="542"/></a:lnTo></a:path><a:path w="22859" h="1270"><a:moveTo><a:pt x="4731" y="620"/></a:moveTo><a:lnTo><a:pt x="10393" y="620"/></a:lnTo><a:lnTo><a:pt x="13573" y="620"/></a:lnTo></a:path><a:path w="22859" h="1270"><a:moveTo><a:pt x="1706" y="310"/></a:moveTo><a:lnTo><a:pt x="3722" y="232"/></a:lnTo><a:lnTo><a:pt x="3722" y="310"/></a:lnTo></a:path><a:path w="22859" h="1270"><a:moveTo><a:pt x="15977" y="232"/></a:moveTo><a:lnTo><a:pt x="16365" y="232"/></a:lnTo></a:path><a:path w="22859" h="1270"><a:moveTo><a:pt x="16055" y="310"/></a:moveTo><a:lnTo><a:pt x="16443" y="310"/></a:lnTo><a:lnTo><a:pt x="19157" y="310"/></a:lnTo></a:path><a:path w="22859" h="1270"><a:moveTo><a:pt x="0" y="232"/></a:moveTo><a:lnTo><a:pt x="930" y="155"/></a:lnTo></a:path><a:path w="22859" h="1270"><a:moveTo><a:pt x="930" y="232"/></a:moveTo><a:lnTo><a:pt x="1008" y="232"/></a:lnTo></a:path><a:path w="22859" h="1270"><a:moveTo><a:pt x="13573" y="232"/></a:moveTo><a:lnTo><a:pt x="15900" y="232"/></a:lnTo></a:path><a:path w="22859" h="1270"><a:moveTo><a:pt x="16055" y="387"/></a:moveTo><a:lnTo><a:pt x="14504" y="387"/></a:lnTo><a:lnTo><a:pt x="13340" y="387"/></a:lnTo></a:path><a:path w="22859" h="1270"><a:moveTo><a:pt x="1551" y="155"/></a:moveTo><a:lnTo><a:pt x="3567" y="77"/></a:lnTo></a:path><a:path w="22859" h="1270"><a:moveTo><a:pt x="15822" y="77"/></a:moveTo><a:lnTo><a:pt x="16210" y="77"/></a:lnTo><a:lnTo><a:pt x="18925" y="77"/></a:lnTo></a:path><a:path w="22859" h="1270"><a:moveTo><a:pt x="16288" y="155"/></a:moveTo><a:lnTo><a:pt x="18614" y="155"/></a:lnTo><a:lnTo><a:pt x="19002" y="155"/></a:lnTo></a:path><a:path w="22859" h="1270"><a:moveTo><a:pt x="1473" y="77"/></a:moveTo><a:lnTo><a:pt x="3490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325" name="object 325"/><p:cNvSpPr/><p:nvPr/></p:nvSpPr><p:spPr><a:xfrm><a:off x="11734760" y="10471893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26" name="object 326"/><p:cNvSpPr/><p:nvPr/></p:nvSpPr><p:spPr><a:xfrm><a:off x="2655749" y="7819734"/><a:ext cx="9097010" cy="2654300"/></a:xfrm><a:custGeom><a:avLst/><a:gdLst/><a:ahLst/><a:cxnLst/><a:rect l="l" t="t" r="r" b="b"/><a:pathLst><a:path w="9097010" h="2654300"><a:moveTo><a:pt x="9079009" y="2654253"/></a:moveTo><a:lnTo><a:pt x="9081026" y="2654175"/></a:lnTo><a:lnTo><a:pt x="9081026" y="2654253"/></a:lnTo></a:path><a:path w="9097010" h="2654300"><a:moveTo><a:pt x="9096461" y="2654253"/></a:moveTo><a:lnTo><a:pt x="9096538" y="2654253"/></a:lnTo></a:path><a:path w="9097010" h="2654300"><a:moveTo><a:pt x="9080948" y="2654097"/></a:moveTo><a:lnTo><a:pt x="9081026" y="2654175"/></a:lnTo></a:path><a:path w="9097010" h="2654300"><a:moveTo><a:pt x="9081724" y="2654253"/></a:moveTo><a:lnTo><a:pt x="9087386" y="2654253"/></a:lnTo><a:lnTo><a:pt x="9090566" y="2654253"/></a:lnTo></a:path><a:path w="9097010" h="2654300"><a:moveTo><a:pt x="9078776" y="2653942"/></a:moveTo><a:lnTo><a:pt x="9080716" y="2653942"/></a:lnTo><a:lnTo><a:pt x="9081801" y="2653942"/></a:lnTo></a:path><a:path w="9097010" h="2654300"><a:moveTo><a:pt x="9092970" y="2653865"/></a:moveTo><a:lnTo><a:pt x="9093436" y="2653865"/></a:lnTo></a:path><a:path w="9097010" h="2654300"><a:moveTo><a:pt x="9093125" y="2653942"/></a:moveTo><a:lnTo><a:pt x="9093513" y="2653942"/></a:lnTo><a:lnTo><a:pt x="9096228" y="2653942"/></a:lnTo></a:path><a:path w="9097010" h="2654300"><a:moveTo><a:pt x="9077380" y="2653865"/></a:moveTo><a:lnTo><a:pt x="9077923" y="2653787"/></a:lnTo></a:path><a:path w="9097010" h="2654300"><a:moveTo><a:pt x="9078001" y="2653865"/></a:moveTo><a:lnTo><a:pt x="9078078" y="2653865"/></a:lnTo></a:path><a:path w="9097010" h="2654300"><a:moveTo><a:pt x="9090643" y="2653865"/></a:moveTo><a:lnTo><a:pt x="9092893" y="2653865"/></a:lnTo></a:path><a:path w="9097010" h="2654300"><a:moveTo><a:pt x="9093125" y="2654097"/></a:moveTo><a:lnTo><a:pt x="9091574" y="2654097"/></a:lnTo><a:lnTo><a:pt x="9090411" y="2654097"/></a:lnTo></a:path><a:path w="9097010" h="2654300"><a:moveTo><a:pt x="9078621" y="2653787"/></a:moveTo><a:lnTo><a:pt x="9080560" y="2653710"/></a:lnTo></a:path><a:path w="9097010" h="2654300"><a:moveTo><a:pt x="9092815" y="2653710"/></a:moveTo><a:lnTo><a:pt x="9093203" y="2653710"/></a:lnTo><a:lnTo><a:pt x="9095918" y="2653710"/></a:lnTo></a:path><a:path w="9097010" h="2654300"><a:moveTo><a:pt x="9093358" y="2653787"/></a:moveTo><a:lnTo><a:pt x="9095607" y="2653787"/></a:lnTo><a:lnTo><a:pt x="9095995" y="2653787"/></a:lnTo></a:path><a:path w="9097010" h="2654300"><a:moveTo><a:pt x="9078544" y="2653710"/></a:moveTo><a:lnTo><a:pt x="9080483" y="2653632"/></a:lnTo><a:lnTo><a:pt x="9080638" y="2653710"/></a:lnTo></a:path><a:path w="9097010" h="2654300"><a:moveTo><a:pt x="9080560" y="2653710"/></a:moveTo><a:lnTo><a:pt x="9080638" y="2653787"/></a:lnTo></a:path><a:path w="9097010" h="2654300"><a:moveTo><a:pt x="9078699" y="2653865"/></a:moveTo><a:lnTo><a:pt x="9080638" y="2653787"/></a:lnTo><a:lnTo><a:pt x="9080716" y="2653865"/></a:lnTo></a:path><a:path w="9097010" h="2654300"><a:moveTo><a:pt x="9096150" y="2653865"/></a:moveTo><a:lnTo><a:pt x="9096228" y="2653865"/></a:lnTo></a:path><a:path w="9097010" h="2654300"><a:moveTo><a:pt x="9080638" y="2653787"/></a:moveTo><a:lnTo><a:pt x="9080716" y="2653787"/></a:lnTo></a:path><a:path w="9097010" h="2654300"><a:moveTo><a:pt x="9081414" y="2653865"/></a:moveTo><a:lnTo><a:pt x="9087076" y="2653865"/></a:lnTo><a:lnTo><a:pt x="9090178" y="2653865"/></a:lnTo></a:path><a:path w="9097010" h="2654300"><a:moveTo><a:pt x="9078389" y="2653632"/></a:moveTo><a:lnTo><a:pt x="9080405" y="2653554"/></a:lnTo><a:lnTo><a:pt x="9081491" y="2653632"/></a:lnTo></a:path><a:path w="9097010" h="2654300"><a:moveTo><a:pt x="9092660" y="2653554"/></a:moveTo><a:lnTo><a:pt x="9093048" y="2653477"/></a:lnTo></a:path><a:path w="9097010" h="2654300"><a:moveTo><a:pt x="9092738" y="2653632"/></a:moveTo><a:lnTo><a:pt x="9093125" y="2653632"/></a:lnTo><a:lnTo><a:pt x="9095840" y="2653632"/></a:lnTo></a:path><a:path w="9097010" h="2654300"><a:moveTo><a:pt x="9077380" y="2653477"/></a:moveTo><a:lnTo><a:pt x="9077613" y="2653477"/></a:lnTo></a:path><a:path w="9097010" h="2654300"><a:moveTo><a:pt x="9077613" y="2653477"/></a:moveTo><a:lnTo><a:pt x="9077691" y="2653554"/></a:lnTo></a:path><a:path w="9097010" h="2654300"><a:moveTo><a:pt x="9092738" y="2653710"/></a:moveTo><a:lnTo><a:pt x="9091186" y="2653710"/></a:lnTo></a:path><a:path w="9097010" h="2654300"><a:moveTo><a:pt x="9078234" y="2653399"/></a:moveTo><a:lnTo><a:pt x="9080250" y="2653322"/></a:lnTo></a:path><a:path w="9097010" h="2654300"><a:moveTo><a:pt x="9092505" y="2653322"/></a:moveTo><a:lnTo><a:pt x="9092893" y="2653322"/></a:lnTo><a:lnTo><a:pt x="9095607" y="2653322"/></a:lnTo></a:path><a:path w="9097010" h="2654300"><a:moveTo><a:pt x="9092970" y="2653399"/></a:moveTo><a:lnTo><a:pt x="9095297" y="2653399"/></a:lnTo><a:lnTo><a:pt x="9095685" y="2653399"/></a:lnTo></a:path><a:path w="9097010" h="2654300"><a:moveTo><a:pt x="9078156" y="2653322"/></a:moveTo><a:lnTo><a:pt x="9080173" y="2653244"/></a:lnTo></a:path><a:path w="9097010" h="2654300"><a:moveTo><a:pt x="9080250" y="2653322"/></a:moveTo><a:lnTo><a:pt x="9080250" y="2653399"/></a:lnTo></a:path><a:path w="9097010" h="2654300"><a:moveTo><a:pt x="9078311" y="2653477"/></a:moveTo><a:lnTo><a:pt x="9080328" y="2653477"/></a:lnTo><a:lnTo><a:pt x="9080328" y="2653477"/></a:lnTo></a:path><a:path w="9097010" h="2654300"><a:moveTo><a:pt x="9095763" y="2653477"/></a:moveTo><a:lnTo><a:pt x="9095840" y="2653477"/></a:lnTo></a:path><a:path w="9097010" h="2654300"><a:moveTo><a:pt x="9080250" y="2653399"/></a:moveTo><a:lnTo><a:pt x="9080328" y="2653399"/></a:lnTo></a:path><a:path w="9097010" h="2654300"><a:moveTo><a:pt x="9081026" y="2653554"/></a:moveTo><a:lnTo><a:pt x="9086688" y="2653554"/></a:lnTo></a:path><a:path w="9097010" h="2654300"><a:moveTo><a:pt x="9080017" y="2653167"/></a:moveTo><a:lnTo><a:pt x="9080095" y="2653167"/></a:lnTo></a:path><a:path w="9097010" h="2654300"><a:moveTo><a:pt x="9078078" y="2653244"/></a:moveTo><a:lnTo><a:pt x="9079475" y="2653167"/></a:lnTo></a:path><a:path w="9097010" h="2654300"><a:moveTo><a:pt x="9080095" y="2653167"/></a:moveTo><a:lnTo><a:pt x="9081103" y="2653244"/></a:lnTo></a:path><a:path w="9097010" h="2654300"><a:moveTo><a:pt x="9092195" y="2653167"/></a:moveTo><a:lnTo><a:pt x="9092738" y="2653167"/></a:lnTo></a:path><a:path w="9097010" h="2654300"><a:moveTo><a:pt x="9092427" y="2653244"/></a:moveTo><a:lnTo><a:pt x="9092815" y="2653244"/></a:lnTo><a:lnTo><a:pt x="9095530" y="2653244"/></a:lnTo></a:path><a:path w="9097010" h="2654300"><a:moveTo><a:pt x="9077458" y="2653322"/></a:moveTo><a:lnTo><a:pt x="9077535" y="2653244"/></a:lnTo></a:path><a:path w="9097010" h="2654300"><a:moveTo><a:pt x="9077380" y="2653244"/></a:moveTo><a:lnTo><a:pt x="9077380" y="2653167"/></a:lnTo><a:lnTo><a:pt x="9077458" y="2653167"/></a:lnTo></a:path><a:path w="9097010" h="2654300"><a:moveTo><a:pt x="9092427" y="2653322"/></a:moveTo><a:lnTo><a:pt x="9090876" y="2653322"/></a:lnTo></a:path><a:path w="9097010" h="2654300"><a:moveTo><a:pt x="9092583" y="2653012"/></a:moveTo><a:lnTo><a:pt x="9094909" y="2653012"/></a:lnTo><a:lnTo><a:pt x="9095297" y="2653012"/></a:lnTo></a:path><a:path w="9097010" h="2654300"><a:moveTo><a:pt x="9095375" y="2653167"/></a:moveTo><a:lnTo><a:pt x="9095530" y="2653167"/></a:lnTo></a:path><a:path w="9097010" h="2654300"><a:moveTo><a:pt x="9089480" y="2653167"/></a:moveTo><a:lnTo><a:pt x="9086378" y="2653167"/></a:lnTo><a:lnTo><a:pt x="9080716" y="2653167"/></a:lnTo><a:lnTo><a:pt x="9080095" y="2653167"/></a:lnTo></a:path><a:path w="9097010" h="2654300"><a:moveTo><a:pt x="9089402" y="2653012"/></a:moveTo><a:lnTo><a:pt x="9080017" y="2653089"/></a:lnTo></a:path><a:path w="9097010" h="2654300"><a:moveTo><a:pt x="9074045" y="2653167"/></a:moveTo><a:lnTo><a:pt x="9073968" y="2653167"/></a:lnTo><a:lnTo><a:pt x="9072804" y="2653167"/></a:lnTo></a:path><a:path w="9097010" h="2654300"><a:moveTo><a:pt x="8218458" y="2653167"/></a:moveTo><a:lnTo><a:pt x="8219078" y="2653167"/></a:lnTo></a:path><a:path w="9097010" h="2654300"><a:moveTo><a:pt x="8204574" y="2653167"/></a:moveTo><a:lnTo><a:pt x="8203876" y="2653167"/></a:lnTo></a:path><a:path w="9097010" h="2654300"><a:moveTo><a:pt x="8216596" y="2653167"/></a:moveTo><a:lnTo><a:pt x="8216441" y="2653167"/></a:lnTo></a:path><a:path w="9097010" h="2654300"><a:moveTo><a:pt x="8206435" y="2653167"/></a:moveTo><a:lnTo><a:pt x="8206591" y="2653167"/></a:lnTo></a:path><a:path w="9097010" h="2654300"><a:moveTo><a:pt x="5607484" y="2233711"/></a:moveTo><a:lnTo><a:pt x="5608182" y="2233711"/></a:lnTo></a:path><a:path w="9097010" h="2654300"><a:moveTo><a:pt x="4764462" y="2233711"/></a:moveTo><a:lnTo><a:pt x="4764337" y="2233711"/></a:lnTo></a:path><a:path w="9097010" h="2654300"><a:moveTo><a:pt x="4754324" y="2233711"/></a:moveTo><a:lnTo><a:pt x="4754487" y="2233711"/></a:lnTo></a:path><a:path w="9097010" h="2654300"><a:moveTo><a:pt x="2588077" y="2233711"/></a:moveTo><a:lnTo><a:pt x="2587130" y="2233711"/></a:lnTo></a:path><a:path w="9097010" h="2654300"><a:moveTo><a:pt x="2721483" y="2233711"/></a:moveTo><a:lnTo><a:pt x="2720537" y="2233711"/></a:lnTo></a:path><a:path w="9097010" h="2654300"><a:moveTo><a:pt x="2524204" y="2233711"/></a:moveTo><a:lnTo><a:pt x="2523266" y="2233711"/></a:lnTo></a:path><a:path w="9097010" h="2654300"><a:moveTo><a:pt x="2994804" y="2233711"/></a:moveTo><a:lnTo><a:pt x="2993827" y="2233711"/></a:lnTo></a:path><a:path w="9097010" h="2654300"><a:moveTo><a:pt x="3071940" y="2233711"/></a:moveTo><a:lnTo><a:pt x="3072103" y="2233711"/></a:lnTo></a:path><a:path w="9097010" h="2654300"><a:moveTo><a:pt x="3081945" y="2233711"/></a:moveTo><a:lnTo><a:pt x="3082070" y="2233711"/></a:lnTo></a:path><a:path w="9097010" h="2654300"><a:moveTo><a:pt x="3094371" y="2233711"/></a:moveTo><a:lnTo><a:pt x="3086483" y="2233711"/></a:lnTo></a:path><a:path w="9097010" h="2654300"><a:moveTo><a:pt x="2314786" y="2233711"/></a:moveTo><a:lnTo><a:pt x="2313879" y="2233711"/></a:lnTo></a:path><a:path w="9097010" h="2654300"><a:moveTo><a:pt x="2378659" y="2233711"/></a:moveTo><a:lnTo><a:pt x="2377744" y="2233711"/></a:lnTo></a:path><a:path w="9097010" h="2654300"><a:moveTo><a:pt x="2240877" y="2233711"/></a:moveTo><a:lnTo><a:pt x="2240753" y="2233711"/></a:lnTo></a:path><a:path w="9097010" h="2654300"><a:moveTo><a:pt x="2230748" y="2233711"/></a:moveTo><a:lnTo><a:pt x="2230911" y="2233711"/></a:lnTo></a:path><a:path w="9097010" h="2654300"><a:moveTo><a:pt x="3923269" y="2233711"/></a:moveTo><a:lnTo><a:pt x="3923145" y="2233711"/></a:lnTo></a:path><a:path w="9097010" h="2654300"><a:moveTo><a:pt x="3913132" y="2233711"/></a:moveTo><a:lnTo><a:pt x="3913295" y="2233711"/></a:lnTo></a:path><a:path w="9097010" h="2654300"><a:moveTo><a:pt x="6446861" y="2233711"/></a:moveTo><a:lnTo><a:pt x="6446706" y="2233711"/></a:lnTo></a:path><a:path w="9097010" h="2654300"><a:moveTo><a:pt x="6436701" y="2233711"/></a:moveTo><a:lnTo><a:pt x="6436856" y="2233711"/></a:lnTo></a:path><a:path w="9097010" h="2654300"><a:moveTo><a:pt x="1746884" y="2233711"/></a:moveTo><a:lnTo><a:pt x="1746039" y="2233711"/></a:lnTo></a:path><a:path w="9097010" h="2654300"><a:moveTo><a:pt x="1880183" y="2233711"/></a:moveTo><a:lnTo><a:pt x="1879345" y="2233711"/></a:lnTo></a:path><a:path w="9097010" h="2654300"><a:moveTo><a:pt x="1944063" y="2233711"/></a:moveTo><a:lnTo><a:pt x="1943210" y="2233711"/></a:lnTo></a:path><a:path w="9097010" h="2654300"><a:moveTo><a:pt x="1683012" y="2233711"/></a:moveTo><a:lnTo><a:pt x="1682182" y="2233711"/></a:lnTo></a:path><a:path w="9097010" h="2654300"><a:moveTo><a:pt x="2153512" y="2233711"/></a:moveTo><a:lnTo><a:pt x="2152627" y="2233711"/></a:lnTo></a:path><a:path w="9097010" h="2654300"><a:moveTo><a:pt x="2101847" y="2233711"/></a:moveTo><a:lnTo><a:pt x="2100963" y="2233711"/></a:lnTo></a:path><a:path w="9097010" h="2654300"><a:moveTo><a:pt x="1473594" y="2233711"/></a:moveTo><a:lnTo><a:pt x="1472788" y="2233711"/></a:lnTo></a:path><a:path w="9097010" h="2654300"><a:moveTo><a:pt x="1537467" y="2233711"/></a:moveTo><a:lnTo><a:pt x="1536652" y="2233711"/></a:lnTo></a:path><a:path w="9097010" h="2654300"><a:moveTo><a:pt x="1399685" y="2233711"/></a:moveTo><a:lnTo><a:pt x="1399561" y="2233711"/></a:lnTo></a:path><a:path w="9097010" h="2654300"><a:moveTo><a:pt x="1389556" y="2233711"/></a:moveTo><a:lnTo><a:pt x="1389719" y="2233711"/></a:lnTo></a:path><a:path w="9097010" h="2654300"><a:moveTo><a:pt x="893321" y="2233711"/></a:moveTo><a:lnTo><a:pt x="892600" y="2233711"/></a:lnTo></a:path><a:path w="9097010" h="2654300"><a:moveTo><a:pt x="1038890" y="2233711"/></a:moveTo><a:lnTo><a:pt x="1038145" y="2233711"/></a:lnTo></a:path><a:path w="9097010" h="2654300"><a:moveTo><a:pt x="1115110" y="2233711"/></a:moveTo><a:lnTo><a:pt x="1114342" y="2233711"/></a:lnTo></a:path><a:path w="9097010" h="2654300"><a:moveTo><a:pt x="841820" y="0"/></a:moveTo><a:lnTo><a:pt x="834118" y="0"/></a:lnTo><a:lnTo><a:pt x="831745" y="0"/></a:lnTo></a:path><a:path w="9097010" h="2654300"><a:moveTo><a:pt x="1312211" y="2233711"/></a:moveTo><a:lnTo><a:pt x="1311435" y="2233711"/></a:lnTo></a:path><a:path w="9097010" h="2654300"><a:moveTo><a:pt x="1260655" y="2233711"/></a:moveTo><a:lnTo><a:pt x="1259872" y="2233711"/></a:lnTo></a:path><a:path w="9097010" h="2654300"><a:moveTo><a:pt x="571105" y="2233711"/></a:moveTo><a:lnTo><a:pt x="562899" y="2233711"/></a:lnTo></a:path><a:path w="9097010" h="2654300"><a:moveTo><a:pt x="632402" y="2233711"/></a:moveTo><a:lnTo><a:pt x="631696" y="2233711"/></a:lnTo></a:path><a:path w="9097010" h="2654300"><a:moveTo><a:pt x="696275" y="2233711"/></a:moveTo><a:lnTo><a:pt x="695561" y="2233711"/></a:lnTo></a:path><a:path w="9097010" h="2654300"><a:moveTo><a:pt x="558493" y="2233711"/></a:moveTo><a:lnTo><a:pt x="558369" y="2233711"/></a:lnTo></a:path><a:path w="9097010" h="2654300"><a:moveTo><a:pt x="548364" y="2233711"/></a:moveTo><a:lnTo><a:pt x="548527" y="2233711"/></a:lnTo></a:path><a:path w="9097010" h="2654300"><a:moveTo><a:pt x="64500" y="2233711"/></a:moveTo><a:lnTo><a:pt x="63864" y="2233711"/></a:lnTo></a:path><a:path w="9097010" h="2654300"><a:moveTo><a:pt x="197589" y="2233711"/></a:moveTo><a:lnTo><a:pt x="196953" y="2233711"/></a:lnTo></a:path><a:path w="9097010" h="2654300"><a:moveTo><a:pt x="273918" y="2233711"/></a:moveTo><a:lnTo><a:pt x="273259" y="2233711"/></a:lnTo></a:path><a:path w="9097010" h="2654300"><a:moveTo><a:pt x="628" y="2233711"/></a:moveTo><a:lnTo><a:pt x="0" y="2233711"/></a:lnTo></a:path><a:path w="9097010" h="2654300"><a:moveTo><a:pt x="483336" y="2233711"/></a:moveTo><a:lnTo><a:pt x="482645" y="2233711"/></a:lnTo></a:path><a:path w="9097010" h="2654300"><a:moveTo><a:pt x="470910" y="2233711"/></a:moveTo><a:lnTo><a:pt x="470243" y="2233711"/></a:lnTo></a:path><a:path w="9097010" h="2654300"><a:moveTo><a:pt x="419463" y="2233711"/></a:moveTo><a:lnTo><a:pt x="418781" y="2233711"/></a:lnTo></a:path><a:path w="9097010" h="2654300"><a:moveTo><a:pt x="7388465" y="2653322"/></a:moveTo><a:lnTo><a:pt x="7388388" y="2653322"/></a:lnTo></a:path><a:path w="9097010" h="2654300"><a:moveTo><a:pt x="7399479" y="2653399"/></a:moveTo><a:lnTo><a:pt x="7401030" y="2653477"/></a:lnTo><a:lnTo><a:pt x="7399867" y="2653477"/></a:lnTo></a:path><a:path w="9097010" h="2654300"><a:moveTo><a:pt x="7399402" y="2653399"/></a:moveTo><a:lnTo><a:pt x="7399169" y="2653399"/></a:lnTo></a:path><a:path w="9097010" h="2654300"><a:moveTo><a:pt x="7387612" y="2653399"/></a:moveTo><a:lnTo><a:pt x="7387535" y="2653399"/></a:lnTo></a:path><a:path w="9097010" h="2654300"><a:moveTo><a:pt x="7387922" y="2653322"/></a:moveTo><a:lnTo><a:pt x="7387612" y="2653322"/></a:lnTo></a:path><a:path w="9097010" h="2654300"><a:moveTo><a:pt x="7400332" y="2653322"/></a:moveTo><a:lnTo><a:pt x="7400100" y="2653322"/></a:lnTo></a:path><a:path w="9097010" h="2654300"><a:moveTo><a:pt x="7402039" y="2653244"/></a:moveTo><a:lnTo><a:pt x="7401263" y="2653244"/></a:lnTo></a:path><a:path w="9097010" h="2654300"><a:moveTo><a:pt x="7391102" y="2653322"/></a:moveTo><a:lnTo><a:pt x="7389939" y="2653322"/></a:lnTo><a:lnTo><a:pt x="7388465" y="2653322"/></a:lnTo></a:path><a:path w="9097010" h="2654300"><a:moveTo><a:pt x="7401030" y="2653167"/></a:moveTo><a:lnTo><a:pt x="7401186" y="2653167"/></a:lnTo></a:path><a:path w="9097010" h="2654300"><a:moveTo><a:pt x="7388465" y="2653167"/></a:moveTo><a:lnTo><a:pt x="7387767" y="2653167"/></a:lnTo></a:path></a:pathLst></a:custGeom><a:ln w="3878"><a:solidFill><a:srgbClr val="000000"/></a:solidFill></a:ln></p:spPr><p:txBody><a:bodyPr wrap="square" lIns="0" tIns="0" rIns="0" bIns="0" rtlCol="0"/><a:lstStyle/><a:p/></p:txBody></p:sp><p:sp><p:nvSpPr><p:cNvPr id="327" name="object 327"/><p:cNvSpPr/><p:nvPr/></p:nvSpPr><p:spPr><a:xfrm><a:off x="10038166" y="10470963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28" name="object 328"/><p:cNvSpPr/><p:nvPr/></p:nvSpPr><p:spPr><a:xfrm><a:off x="10039252" y="10473057"/><a:ext cx="2413635" cy="350520"/></a:xfrm><a:custGeom><a:avLst/><a:gdLst/><a:ahLst/><a:cxnLst/><a:rect l="l" t="t" r="r" b="b"/><a:pathLst><a:path w="2413634" h="350520"><a:moveTo><a:pt x="3102" y="155"/></a:moveTo><a:lnTo><a:pt x="2637" y="155"/></a:lnTo><a:lnTo><a:pt x="0" y="155"/></a:lnTo></a:path><a:path w="2413634" h="350520"><a:moveTo><a:pt x="16520" y="0"/></a:moveTo><a:lnTo><a:pt x="16598" y="0"/></a:lnTo></a:path><a:path w="2413634" h="350520"><a:moveTo><a:pt x="5894" y="155"/></a:moveTo><a:lnTo><a:pt x="5817" y="155"/></a:lnTo></a:path><a:path w="2413634" h="350520"><a:moveTo><a:pt x="18382" y="155"/></a:moveTo><a:lnTo><a:pt x="18537" y="155"/></a:lnTo></a:path><a:path w="2413634" h="350520"><a:moveTo><a:pt x="2409777" y="350192"/></a:moveTo><a:lnTo><a:pt x="2411406" y="350192"/></a:lnTo><a:lnTo><a:pt x="2413267" y="350192"/></a:lnTo></a:path><a:path w="2413634" h="350520"><a:moveTo><a:pt x="1693878" y="2016"/></a:moveTo><a:lnTo><a:pt x="1693878" y="2094"/></a:lnTo></a:path><a:path w="2413634" h="350520"><a:moveTo><a:pt x="1696050" y="2016"/></a:moveTo><a:lnTo><a:pt x="1695895" y="2016"/></a:lnTo></a:path></a:pathLst></a:custGeom><a:ln w="3878"><a:solidFill><a:srgbClr val="000000"/></a:solidFill></a:ln></p:spPr><p:txBody><a:bodyPr wrap="square" lIns="0" tIns="0" rIns="0" bIns="0" rtlCol="0"/><a:lstStyle/><a:p/></p:txBody></p:sp><p:sp><p:nvSpPr><p:cNvPr id="329" name="object 329"/><p:cNvSpPr/><p:nvPr/></p:nvSpPr><p:spPr><a:xfrm><a:off x="10055848" y="10471128"/><a:ext cx="4445" cy="4445"/></a:xfrm><a:custGeom><a:avLst/><a:gdLst/><a:ahLst/><a:cxnLst/><a:rect l="l" t="t" r="r" b="b"/><a:pathLst><a:path w="4445" h="4445"><a:moveTo><a:pt x="3873" y="1930"/></a:moveTo><a:lnTo><a:pt x="3302" y="558"/></a:lnTo><a:lnTo><a:pt x="1930" y="0"/></a:lnTo><a:lnTo><a:pt x="558" y="558"/></a:lnTo><a:lnTo><a:pt x="0" y="1930"/></a:lnTo><a:lnTo><a:pt x="0" y="2095"/></a:lnTo><a:lnTo><a:pt x="558" y="3454"/></a:lnTo><a:lnTo><a:pt x="1930" y="4025"/></a:lnTo><a:lnTo><a:pt x="3302" y="3454"/></a:lnTo><a:lnTo><a:pt x="3873" y="2095"/></a:lnTo><a:lnTo><a:pt x="3873" y="1930"/></a:lnTo><a:close/></a:path></a:pathLst></a:custGeom><a:solidFill><a:srgbClr val="000000"/></a:solidFill></p:spPr><p:txBody><a:bodyPr wrap="square" lIns="0" tIns="0" rIns="0" bIns="0" rtlCol="0"/><a:lstStyle/><a:p/></p:txBody></p:sp><p:sp><p:nvSpPr><p:cNvPr id="330" name="object 330"/><p:cNvSpPr/><p:nvPr/></p:nvSpPr><p:spPr><a:xfrm><a:off x="2539507" y="10190885"/><a:ext cx="9775825" cy="645795"/></a:xfrm><a:custGeom><a:avLst/><a:gdLst/><a:ahLst/><a:cxnLst/><a:rect l="l" t="t" r="r" b="b"/><a:pathLst><a:path w="9775825" h="645795"><a:moveTo><a:pt x="9193623" y="607078"/></a:moveTo><a:lnTo><a:pt x="9193855" y="607156"/></a:lnTo></a:path><a:path w="9775825" h="645795"><a:moveTo><a:pt x="9768358" y="645084"/></a:moveTo><a:lnTo><a:pt x="9768435" y="645084"/></a:lnTo><a:lnTo><a:pt x="9771848" y="645316"/></a:lnTo></a:path><a:path w="9775825" h="645795"><a:moveTo><a:pt x="9771926" y="645316"/></a:moveTo><a:lnTo><a:pt x="9775339" y="645549"/></a:lnTo></a:path><a:path w="9775825" h="645795"><a:moveTo><a:pt x="0" y="0"/></a:moveTo><a:lnTo><a:pt x="12200" y="775"/></a:lnTo></a:path><a:path w="9775825" h="645795"><a:moveTo><a:pt x="9198121" y="283954"/></a:moveTo><a:lnTo><a:pt x="9198199" y="284032"/></a:lnTo><a:lnTo><a:pt x="9198276" y="284032"/></a:lnTo></a:path><a:path w="9775825" h="645795"><a:moveTo><a:pt x="9198354" y="284187"/></a:moveTo><a:lnTo><a:pt x="9203008" y="284265"/></a:lnTo></a:path><a:path w="9775825" h="645795"><a:moveTo><a:pt x="9198199" y="283954"/></a:moveTo><a:lnTo><a:pt x="9199130" y="283954"/></a:lnTo><a:lnTo><a:pt x="9203628" y="283954"/></a:lnTo></a:path><a:path w="9775825" h="645795"><a:moveTo><a:pt x="9210686" y="283877"/></a:moveTo><a:lnTo><a:pt x="9212936" y="283877"/></a:lnTo><a:lnTo><a:pt x="9213401" y="283877"/></a:lnTo></a:path></a:pathLst></a:custGeom><a:ln w="3878"><a:solidFill><a:srgbClr val="000000"/></a:solidFill></a:ln></p:spPr><p:txBody><a:bodyPr wrap="square" lIns="0" tIns="0" rIns="0" bIns="0" rtlCol="0"/><a:lstStyle/><a:p/></p:txBody></p:sp><p:sp><p:nvSpPr><p:cNvPr id="331" name="object 331"/><p:cNvSpPr/><p:nvPr/></p:nvSpPr><p:spPr><a:xfrm><a:off x="11732975" y="10472824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32" name="object 332"/><p:cNvSpPr/><p:nvPr/></p:nvSpPr><p:spPr><a:xfrm><a:off x="10042431" y="8239733"/><a:ext cx="1710689" cy="2235835"/></a:xfrm><a:custGeom><a:avLst/><a:gdLst/><a:ahLst/><a:cxnLst/><a:rect l="l" t="t" r="r" b="b"/><a:pathLst><a:path w="1710690" h="2235834"><a:moveTo><a:pt x="1692870" y="2235417"/></a:moveTo><a:lnTo><a:pt x="1693336" y="2235340"/></a:lnTo></a:path><a:path w="1710690" h="2235834"><a:moveTo><a:pt x="1692560" y="2235184"/></a:moveTo><a:lnTo><a:pt x="1692637" y="2235184"/></a:lnTo></a:path><a:path w="1710690" h="2235834"><a:moveTo><a:pt x="1692482" y="2235029"/></a:moveTo><a:lnTo><a:pt x="1692637" y="2235107"/></a:lnTo></a:path><a:path w="1710690" h="2235834"><a:moveTo><a:pt x="1694964" y="2234797"/></a:moveTo><a:lnTo><a:pt x="1704427" y="2234797"/></a:lnTo></a:path><a:path w="1710690" h="2235834"><a:moveTo><a:pt x="1710477" y="2235029"/></a:moveTo><a:lnTo><a:pt x="1710554" y="2235029"/></a:lnTo></a:path><a:path w="1710690" h="2235834"><a:moveTo><a:pt x="1695042" y="2234952"/></a:moveTo><a:lnTo><a:pt x="1696438" y="2234952"/></a:lnTo></a:path><a:path w="1710690" h="2235834"><a:moveTo><a:pt x="1695740" y="2235029"/></a:moveTo><a:lnTo><a:pt x="1695119" y="2235029"/></a:lnTo></a:path><a:path w="1710690" h="2235834"><a:moveTo><a:pt x="1701402" y="2235029"/></a:moveTo><a:lnTo><a:pt x="1704582" y="2235029"/></a:lnTo></a:path><a:path w="1710690" h="2235834"><a:moveTo><a:pt x="1694809" y="2234719"/></a:moveTo><a:lnTo><a:pt x="1695817" y="2234719"/></a:lnTo><a:lnTo><a:pt x="1700471" y="2234719"/></a:lnTo><a:lnTo><a:pt x="1703031" y="2234719"/></a:lnTo></a:path><a:path w="1710690" h="2235834"><a:moveTo><a:pt x="1707452" y="2234641"/></a:moveTo><a:lnTo><a:pt x="1709624" y="2234641"/></a:lnTo></a:path><a:path w="1710690" h="2235834"><a:moveTo><a:pt x="1692095" y="2234641"/></a:moveTo><a:lnTo><a:pt x="1692172" y="2234641"/></a:lnTo></a:path><a:path w="1710690" h="2235834"><a:moveTo><a:pt x="1692172" y="2234797"/></a:moveTo><a:lnTo><a:pt x="1692250" y="2234797"/></a:lnTo></a:path><a:path w="1710690" h="2235834"><a:moveTo><a:pt x="1692327" y="2234797"/></a:moveTo><a:lnTo><a:pt x="1692870" y="2234797"/></a:lnTo></a:path><a:path w="1710690" h="2235834"><a:moveTo><a:pt x="1692095" y="2234719"/></a:moveTo><a:lnTo><a:pt x="1692250" y="2234719"/></a:lnTo></a:path><a:path w="1710690" h="2235834"><a:moveTo><a:pt x="1694654" y="2234486"/></a:moveTo><a:lnTo><a:pt x="1704039" y="2234409"/></a:lnTo></a:path><a:path w="1710690" h="2235834"><a:moveTo><a:pt x="1710244" y="2234641"/></a:moveTo><a:lnTo><a:pt x="1710322" y="2234641"/></a:lnTo></a:path><a:path w="1710690" h="2235834"><a:moveTo><a:pt x="1694732" y="2234564"/></a:moveTo><a:lnTo><a:pt x="1696050" y="2234564"/></a:lnTo></a:path><a:path w="1710690" h="2235834"><a:moveTo><a:pt x="1695430" y="2234641"/></a:moveTo><a:lnTo><a:pt x="1694809" y="2234719"/></a:lnTo></a:path><a:path w="1710690" h="2235834"><a:moveTo><a:pt x="1694421" y="2234331"/></a:moveTo><a:lnTo><a:pt x="1695507" y="2234331"/></a:lnTo><a:lnTo><a:pt x="1700239" y="2234331"/></a:lnTo><a:lnTo><a:pt x="1702643" y="2234331"/></a:lnTo></a:path><a:path w="1710690" h="2235834"><a:moveTo><a:pt x="1707064" y="2234254"/></a:moveTo><a:lnTo><a:pt x="1709313" y="2234254"/></a:lnTo></a:path><a:path w="1710690" h="2235834"><a:moveTo><a:pt x="1691707" y="2234254"/></a:moveTo><a:lnTo><a:pt x="1691784" y="2234254"/></a:lnTo></a:path><a:path w="1710690" h="2235834"><a:moveTo><a:pt x="1691862" y="2234409"/></a:moveTo><a:lnTo><a:pt x="1691862" y="2234486"/></a:lnTo></a:path><a:path w="1710690" h="2235834"><a:moveTo><a:pt x="1691939" y="2234409"/></a:moveTo><a:lnTo><a:pt x="1692482" y="2234409"/></a:lnTo></a:path><a:path w="1710690" h="2235834"><a:moveTo><a:pt x="1691707" y="2234331"/></a:moveTo><a:lnTo><a:pt x="1691862" y="2234331"/></a:lnTo></a:path><a:path w="1710690" h="2235834"><a:moveTo><a:pt x="1694266" y="2234099"/></a:moveTo><a:lnTo><a:pt x="1703729" y="2234099"/></a:lnTo></a:path><a:path w="1710690" h="2235834"><a:moveTo><a:pt x="1709856" y="2234254"/></a:moveTo><a:lnTo><a:pt x="1709934" y="2234254"/></a:lnTo></a:path><a:path w="1710690" h="2235834"><a:moveTo><a:pt x="1694344" y="2234176"/></a:moveTo><a:lnTo><a:pt x="1695740" y="2234176"/></a:lnTo></a:path><a:path w="1710690" h="2235834"><a:moveTo><a:pt x="1695042" y="2234254"/></a:moveTo><a:lnTo><a:pt x="1694421" y="2234331"/></a:lnTo></a:path><a:path w="1710690" h="2235834"><a:moveTo><a:pt x="1695119" y="2233943"/></a:moveTo><a:lnTo><a:pt x="1700006" y="2234021"/></a:lnTo></a:path><a:path w="1710690" h="2235834"><a:moveTo><a:pt x="1706754" y="2233866"/></a:moveTo><a:lnTo><a:pt x="1708925" y="2233866"/></a:lnTo></a:path><a:path w="1710690" h="2235834"><a:moveTo><a:pt x="1691396" y="2233866"/></a:moveTo><a:lnTo><a:pt x="1691474" y="2233866"/></a:lnTo></a:path><a:path w="1710690" h="2235834"><a:moveTo><a:pt x="1691474" y="2234021"/></a:moveTo><a:lnTo><a:pt x="1691552" y="2234099"/></a:lnTo></a:path><a:path w="1710690" h="2235834"><a:moveTo><a:pt x="1691629" y="2234099"/></a:moveTo><a:lnTo><a:pt x="1692095" y="2234021"/></a:lnTo></a:path><a:path w="1710690" h="2235834"><a:moveTo><a:pt x="1691396" y="2233943"/></a:moveTo><a:lnTo><a:pt x="1691552" y="2233943"/></a:lnTo></a:path><a:path w="1710690" h="2235834"><a:moveTo><a:pt x="1693956" y="2233711"/></a:moveTo><a:lnTo><a:pt x="1703341" y="2233711"/></a:lnTo></a:path><a:path w="1710690" h="2235834"><a:moveTo><a:pt x="1709546" y="2233866"/></a:moveTo><a:lnTo><a:pt x="1709624" y="2233866"/></a:lnTo></a:path><a:path w="1710690" h="2235834"><a:moveTo><a:pt x="1694034" y="2233788"/></a:moveTo><a:lnTo><a:pt x="1695352" y="2233788"/></a:lnTo></a:path><a:path w="1710690" h="2235834"><a:moveTo><a:pt x="1694732" y="2233866"/></a:moveTo><a:lnTo><a:pt x="1694111" y="2233943"/></a:lnTo></a:path><a:path w="1710690" h="2235834"><a:moveTo><a:pt x="1694809" y="2233633"/></a:moveTo><a:lnTo><a:pt x="1699773" y="2233633"/></a:lnTo></a:path><a:path w="1710690" h="2235834"><a:moveTo><a:pt x="1706366" y="2233478"/></a:moveTo><a:lnTo><a:pt x="1708615" y="2233478"/></a:lnTo></a:path><a:path w="1710690" h="2235834"><a:moveTo><a:pt x="1691009" y="2233556"/></a:moveTo><a:lnTo><a:pt x="1691086" y="2233478"/></a:lnTo></a:path><a:path w="1710690" h="2235834"><a:moveTo><a:pt x="1703651" y="2233478"/></a:moveTo><a:lnTo><a:pt x="1704660" y="2233478"/></a:lnTo><a:lnTo><a:pt x="1705901" y="2233478"/></a:lnTo></a:path><a:path w="1710690" h="2235834"><a:moveTo><a:pt x="1691164" y="2233633"/></a:moveTo><a:lnTo><a:pt x="1691164" y="2233711"/></a:lnTo></a:path><a:path w="1710690" h="2235834"><a:moveTo><a:pt x="1691241" y="2233711"/></a:moveTo><a:lnTo><a:pt x="1691784" y="2233633"/></a:lnTo></a:path><a:path w="1710690" h="2235834"><a:moveTo><a:pt x="1691009" y="2233556"/></a:moveTo><a:lnTo><a:pt x="1691164" y="2233633"/></a:lnTo></a:path><a:path w="1710690" h="2235834"><a:moveTo><a:pt x="1693568" y="2233323"/></a:moveTo><a:lnTo><a:pt x="1703031" y="2233323"/></a:lnTo></a:path><a:path w="1710690" h="2235834"><a:moveTo><a:pt x="1709158" y="2233478"/></a:moveTo><a:lnTo><a:pt x="1709236" y="2233478"/></a:lnTo></a:path><a:path w="1710690" h="2235834"><a:moveTo><a:pt x="1693646" y="2233400"/></a:moveTo><a:lnTo><a:pt x="1695042" y="2233400"/></a:lnTo></a:path><a:path w="1710690" h="2235834"><a:moveTo><a:pt x="1694344" y="2233556"/></a:moveTo><a:lnTo><a:pt x="1693723" y="2233556"/></a:lnTo></a:path><a:path w="1710690" h="2235834"><a:moveTo><a:pt x="1700006" y="2233556"/></a:moveTo><a:lnTo><a:pt x="1701557" y="2233478"/></a:lnTo></a:path><a:path w="1710690" h="2235834"><a:moveTo><a:pt x="1694421" y="2233245"/></a:moveTo><a:lnTo><a:pt x="1699540" y="2233245"/></a:lnTo></a:path><a:path w="1710690" h="2235834"><a:moveTo><a:pt x="1706056" y="2233168"/></a:moveTo><a:lnTo><a:pt x="1708227" y="2233168"/></a:lnTo></a:path><a:path w="1710690" h="2235834"><a:moveTo><a:pt x="1708848" y="2233168"/></a:moveTo><a:lnTo><a:pt x="1708925" y="2233168"/></a:lnTo></a:path><a:path w="1710690" h="2235834"><a:moveTo><a:pt x="1692793" y="2233168"/></a:moveTo><a:lnTo><a:pt x="1692793" y="2233013"/></a:lnTo><a:lnTo><a:pt x="1692793" y="4808"/></a:lnTo><a:lnTo><a:pt x="1692793" y="0"/></a:lnTo></a:path><a:path w="1710690" h="2235834"><a:moveTo><a:pt x="387" y="2233400"/></a:moveTo><a:lnTo><a:pt x="0" y="2233400"/></a:lnTo></a:path></a:pathLst></a:custGeom><a:ln w="3878"><a:solidFill><a:srgbClr val="000000"/></a:solidFill></a:ln></p:spPr><p:txBody><a:bodyPr wrap="square" lIns="0" tIns="0" rIns="0" bIns="0" rtlCol="0"/><a:lstStyle/><a:p/></p:txBody></p:sp><p:sp><p:nvSpPr><p:cNvPr id="333" name="object 333"/><p:cNvSpPr/><p:nvPr/></p:nvSpPr><p:spPr><a:xfrm><a:off x="10055695" y="10471195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34" name="object 334"/><p:cNvSpPr/><p:nvPr/></p:nvSpPr><p:spPr><a:xfrm><a:off x="10040104" y="10472901"/><a:ext cx="2421255" cy="350520"/></a:xfrm><a:custGeom><a:avLst/><a:gdLst/><a:ahLst/><a:cxnLst/><a:rect l="l" t="t" r="r" b="b"/><a:pathLst><a:path w="2421254" h="350520"><a:moveTo><a:pt x="16830" y="0"/></a:moveTo><a:lnTo><a:pt x="16908" y="77"/></a:lnTo><a:lnTo><a:pt x="17684" y="0"/></a:lnTo></a:path><a:path w="2421254" h="350520"><a:moveTo><a:pt x="853" y="0"/></a:moveTo><a:lnTo><a:pt x="0" y="0"/></a:lnTo></a:path><a:path w="2421254" h="350520"><a:moveTo><a:pt x="16598" y="0"/></a:moveTo><a:lnTo><a:pt x="16598" y="0"/></a:lnTo><a:lnTo><a:pt x="16830" y="77"/></a:lnTo></a:path><a:path w="2421254" h="350520"><a:moveTo><a:pt x="14814" y="232"/></a:moveTo><a:lnTo><a:pt x="15047" y="232"/></a:lnTo><a:lnTo><a:pt x="15512" y="310"/></a:lnTo></a:path><a:path w="2421254" h="350520"><a:moveTo><a:pt x="2414043" y="350425"/></a:moveTo><a:lnTo><a:pt x="2415904" y="350425"/></a:lnTo></a:path><a:path w="2421254" h="350520"><a:moveTo><a:pt x="2419317" y="350425"/></a:moveTo><a:lnTo><a:pt x="2420946" y="350425"/></a:lnTo></a:path><a:path w="2421254" h="350520"><a:moveTo><a:pt x="1693025" y="1473"/></a:moveTo><a:lnTo><a:pt x="1693025" y="1551"/></a:lnTo></a:path></a:pathLst></a:custGeom><a:ln w="3878"><a:solidFill><a:srgbClr val="000000"/></a:solidFill></a:ln></p:spPr><p:txBody><a:bodyPr wrap="square" lIns="0" tIns="0" rIns="0" bIns="0" rtlCol="0"/><a:lstStyle/><a:p/></p:txBody></p:sp><p:sp><p:nvSpPr><p:cNvPr id="335" name="object 335"/><p:cNvSpPr/><p:nvPr/></p:nvSpPr><p:spPr><a:xfrm><a:off x="11731192" y="10472824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36" name="object 336"/><p:cNvSpPr/><p:nvPr/></p:nvSpPr><p:spPr><a:xfrm><a:off x="2551708" y="10053445"/><a:ext cx="10605770" cy="838835"/></a:xfrm><a:custGeom><a:avLst/><a:gdLst/><a:ahLst/><a:cxnLst/><a:rect l="l" t="t" r="r" b="b"/><a:pathLst><a:path w="10605769" h="838834"><a:moveTo><a:pt x="9183439" y="421627"/></a:moveTo><a:lnTo><a:pt x="9181422" y="421627"/></a:lnTo></a:path><a:path w="10605769" h="838834"><a:moveTo><a:pt x="7506081" y="419455"/></a:moveTo><a:lnTo><a:pt x="7506081" y="419533"/></a:lnTo><a:lnTo><a:pt x="7506081" y="419611"/></a:lnTo></a:path><a:path w="10605769" h="838834"><a:moveTo><a:pt x="7506081" y="419611"/></a:moveTo><a:lnTo><a:pt x="7506081" y="419688"/></a:lnTo><a:lnTo><a:pt x="7506081" y="419766"/></a:lnTo></a:path><a:path w="10605769" h="838834"><a:moveTo><a:pt x="9181655" y="744596"/></a:moveTo><a:lnTo><a:pt x="9183594" y="744673"/></a:lnTo><a:lnTo><a:pt x="9756157" y="782524"/></a:lnTo></a:path><a:path w="10605769" h="838834"><a:moveTo><a:pt x="10138849" y="807809"/></a:moveTo><a:lnTo><a:pt x="10605307" y="838601"/></a:lnTo></a:path><a:path w="10605769" h="838834"><a:moveTo><a:pt x="0" y="138215"/></a:moveTo><a:lnTo><a:pt x="9896" y="138913"/></a:lnTo><a:lnTo><a:pt x="2634156" y="312187"/></a:lnTo></a:path><a:path w="10605769" h="838834"><a:moveTo><a:pt x="9186153" y="421550"/></a:moveTo><a:lnTo><a:pt x="9187472" y="421550"/></a:lnTo><a:lnTo><a:pt x="9195616" y="421550"/></a:lnTo></a:path><a:path w="10605769" h="838834"><a:moveTo><a:pt x="9185843" y="421317"/></a:moveTo><a:lnTo><a:pt x="9186929" y="421394"/></a:lnTo></a:path><a:path w="10605769" h="838834"><a:moveTo><a:pt x="9191428" y="421394"/></a:moveTo><a:lnTo><a:pt x="9194065" y="421394"/></a:lnTo><a:lnTo><a:pt x="9195383" y="421394"/></a:lnTo></a:path><a:path w="10605769" h="838834"><a:moveTo><a:pt x="9183206" y="421317"/></a:moveTo><a:lnTo><a:pt x="9183749" y="421317"/></a:lnTo></a:path><a:path w="10605769" h="838834"><a:moveTo><a:pt x="9183361" y="421472"/></a:moveTo><a:lnTo><a:pt x="9183361" y="421472"/></a:lnTo><a:lnTo><a:pt x="9183439" y="421472"/></a:lnTo></a:path><a:path w="10605769" h="838834"><a:moveTo><a:pt x="9183361" y="421394"/></a:moveTo><a:lnTo><a:pt x="9183904" y="421472"/></a:lnTo></a:path><a:path w="10605769" h="838834"><a:moveTo><a:pt x="9187162" y="421239"/></a:moveTo><a:lnTo><a:pt x="9195228" y="421239"/></a:lnTo></a:path><a:path w="10605769" h="838834"><a:moveTo><a:pt x="9193755" y="421007"/></a:moveTo><a:lnTo><a:pt x="9195073" y="421007"/></a:lnTo></a:path><a:path w="10605769" h="838834"><a:moveTo><a:pt x="9182896" y="420929"/></a:moveTo><a:lnTo><a:pt x="9183439" y="420929"/></a:lnTo></a:path><a:path w="10605769" h="838834"><a:moveTo><a:pt x="9182973" y="421084"/></a:moveTo><a:lnTo><a:pt x="9182973" y="421084"/></a:lnTo><a:lnTo><a:pt x="9183051" y="421084"/></a:lnTo></a:path><a:path w="10605769" h="838834"><a:moveTo><a:pt x="9182973" y="421007"/></a:moveTo><a:lnTo><a:pt x="9183594" y="421084"/></a:lnTo></a:path><a:path w="10605769" h="838834"><a:moveTo><a:pt x="9201045" y="420929"/></a:moveTo><a:lnTo><a:pt x="9201123" y="420929"/></a:lnTo><a:lnTo><a:pt x="9203605" y="420929"/></a:lnTo></a:path><a:path w="10605769" h="838834"><a:moveTo><a:pt x="9186774" y="420852"/></a:moveTo><a:lnTo><a:pt x="9194840" y="420852"/></a:lnTo></a:path><a:path w="10605769" h="838834"><a:moveTo><a:pt x="9193367" y="420619"/></a:moveTo><a:lnTo><a:pt x="9194685" y="420619"/></a:lnTo></a:path><a:path w="10605769" h="838834"><a:moveTo><a:pt x="9182508" y="420541"/></a:moveTo><a:lnTo><a:pt x="9183051" y="420541"/></a:lnTo></a:path><a:path w="10605769" h="838834"><a:moveTo><a:pt x="9182586" y="420774"/></a:moveTo><a:lnTo><a:pt x="9182663" y="420774"/></a:lnTo><a:lnTo><a:pt x="9182663" y="420696"/></a:lnTo></a:path><a:path w="10605769" h="838834"><a:moveTo><a:pt x="9200658" y="420541"/></a:moveTo><a:lnTo><a:pt x="9200813" y="420541"/></a:lnTo><a:lnTo><a:pt x="9203217" y="420541"/></a:lnTo></a:path><a:path w="10605769" h="838834"><a:moveTo><a:pt x="9186464" y="420464"/></a:moveTo><a:lnTo><a:pt x="9194530" y="420464"/></a:lnTo></a:path><a:path w="10605769" h="838834"><a:moveTo><a:pt x="9190730" y="420309"/></a:moveTo><a:lnTo><a:pt x="9193056" y="420231"/></a:lnTo></a:path><a:path w="10605769" h="838834"><a:moveTo><a:pt x="9182198" y="420153"/></a:moveTo><a:lnTo><a:pt x="9182741" y="420153"/></a:lnTo></a:path><a:path w="10605769" h="838834"><a:moveTo><a:pt x="9182275" y="420386"/></a:moveTo><a:lnTo><a:pt x="9182275" y="420386"/></a:lnTo><a:lnTo><a:pt x="9182353" y="420386"/></a:lnTo></a:path><a:path w="10605769" h="838834"><a:moveTo><a:pt x="9200347" y="420153"/></a:moveTo><a:lnTo><a:pt x="9200425" y="420153"/></a:lnTo><a:lnTo><a:pt x="9202829" y="420153"/></a:lnTo></a:path><a:path w="10605769" h="838834"><a:moveTo><a:pt x="9186076" y="420076"/></a:moveTo><a:lnTo><a:pt x="9194142" y="420076"/></a:lnTo></a:path><a:path w="10605769" h="838834"><a:moveTo><a:pt x="9190497" y="419921"/></a:moveTo><a:lnTo><a:pt x="9192746" y="419921"/></a:lnTo></a:path><a:path w="10605769" h="838834"><a:moveTo><a:pt x="9181810" y="419766"/></a:moveTo><a:lnTo><a:pt x="9182353" y="419843"/></a:lnTo></a:path><a:path w="10605769" h="838834"><a:moveTo><a:pt x="9181888" y="419998"/></a:moveTo><a:lnTo><a:pt x="9181965" y="419998"/></a:lnTo><a:lnTo><a:pt x="9181965" y="419998"/></a:lnTo></a:path><a:path w="10605769" h="838834"><a:moveTo><a:pt x="9199959" y="419766"/></a:moveTo><a:lnTo><a:pt x="9200037" y="419766"/></a:lnTo><a:lnTo><a:pt x="9202519" y="419766"/></a:lnTo></a:path><a:path w="10605769" h="838834"><a:moveTo><a:pt x="9185766" y="419688"/></a:moveTo><a:lnTo><a:pt x="9193832" y="419688"/></a:lnTo></a:path><a:path w="10605769" h="838834"><a:moveTo><a:pt x="9192281" y="419766"/></a:moveTo><a:lnTo><a:pt x="9193677" y="419766"/></a:lnTo><a:lnTo><a:pt x="9193910" y="419766"/></a:lnTo></a:path><a:path w="10605769" h="838834"><a:moveTo><a:pt x="9185145" y="419533"/></a:moveTo><a:lnTo><a:pt x="9190419" y="419455"/></a:lnTo></a:path><a:path w="10605769" h="838834"><a:moveTo><a:pt x="9182120" y="419533"/></a:moveTo><a:lnTo><a:pt x="9183516" y="419455"/></a:lnTo></a:path><a:path w="10605769" h="838834"><a:moveTo><a:pt x="9182120" y="419533"/></a:moveTo><a:lnTo><a:pt x="9181577" y="419533"/></a:lnTo><a:lnTo><a:pt x="9182043" y="419455"/></a:lnTo></a:path><a:path w="10605769" h="838834"><a:moveTo><a:pt x="9199649" y="419455"/></a:moveTo><a:lnTo><a:pt x="9199727" y="419455"/></a:lnTo><a:lnTo><a:pt x="9202131" y="419455"/></a:lnTo></a:path><a:path w="10605769" h="838834"><a:moveTo><a:pt x="945862" y="0"/></a:moveTo><a:lnTo><a:pt x="945133" y="0"/></a:lnTo></a:path><a:path w="10605769" h="838834"><a:moveTo><a:pt x="7505925" y="419688"/></a:moveTo><a:lnTo><a:pt x="7505770" y="419688"/></a:lnTo></a:path><a:path w="10605769" h="838834"><a:moveTo><a:pt x="7493360" y="419455"/></a:moveTo><a:lnTo><a:pt x="7492507" y="419455"/></a:lnTo></a:path><a:path w="10605769" h="838834"><a:moveTo><a:pt x="7495222" y="419688"/></a:moveTo><a:lnTo><a:pt x="7503211" y="419688"/></a:lnTo><a:lnTo><a:pt x="7503211" y="419688"/></a:lnTo></a:path><a:path w="10605769" h="838834"><a:moveTo><a:pt x="7504141" y="419611"/></a:moveTo><a:lnTo><a:pt x="7504374" y="419611"/></a:lnTo></a:path><a:path w="10605769" h="838834"><a:moveTo><a:pt x="9904301" y="769881"/></a:moveTo><a:lnTo><a:pt x="9905852" y="769881"/></a:lnTo><a:lnTo><a:pt x="9907714" y="769881"/></a:lnTo></a:path><a:path w="10605769" h="838834"><a:moveTo><a:pt x="9909343" y="769881"/></a:moveTo><a:lnTo><a:pt x="9913996" y="769881"/></a:lnTo></a:path><a:path w="10605769" h="838834"><a:moveTo><a:pt x="9181422" y="420541"/></a:moveTo><a:lnTo><a:pt x="9181422" y="420619"/></a:lnTo></a:path></a:pathLst></a:custGeom><a:ln w="3878"><a:solidFill><a:srgbClr val="000000"/></a:solidFill></a:ln></p:spPr><p:txBody><a:bodyPr wrap="square" lIns="0" tIns="0" rIns="0" bIns="0" rtlCol="0"/><a:lstStyle/><a:p/></p:txBody></p:sp><p:sp><p:nvSpPr><p:cNvPr id="337" name="object 337"/><p:cNvSpPr/><p:nvPr/></p:nvSpPr><p:spPr><a:xfrm><a:off x="11731192" y="10472514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38" name="object 338"/><p:cNvSpPr/><p:nvPr/></p:nvSpPr><p:spPr><a:xfrm><a:off x="10056703" y="10472901"/><a:ext cx="2416810" cy="350520"/></a:xfrm><a:custGeom><a:avLst/><a:gdLst/><a:ahLst/><a:cxnLst/><a:rect l="l" t="t" r="r" b="b"/><a:pathLst><a:path w="2416809" h="350520"><a:moveTo><a:pt x="1676427" y="1861"/></a:moveTo><a:lnTo><a:pt x="1676427" y="1939"/></a:lnTo></a:path><a:path w="2416809" h="350520"><a:moveTo><a:pt x="1681158" y="2171"/></a:moveTo><a:lnTo><a:pt x="1690621" y="2094"/></a:lnTo></a:path><a:path w="2416809" h="350520"><a:moveTo><a:pt x="1681081" y="2016"/></a:moveTo><a:lnTo><a:pt x="1686432" y="1939"/></a:lnTo></a:path><a:path w="2416809" h="350520"><a:moveTo><a:pt x="1679064" y="2094"/></a:moveTo><a:lnTo><a:pt x="1680926" y="1939"/></a:lnTo></a:path><a:path w="2416809" h="350520"><a:moveTo><a:pt x="1678444" y="2016"/></a:moveTo><a:lnTo><a:pt x="1678909" y="2016"/></a:lnTo></a:path><a:path w="2416809" h="350520"><a:moveTo><a:pt x="1680770" y="1783"/></a:moveTo><a:lnTo><a:pt x="1690233" y="1783"/></a:lnTo></a:path><a:path w="2416809" h="350520"><a:moveTo><a:pt x="1680693" y="1628"/></a:moveTo><a:lnTo><a:pt x="1686200" y="1551"/></a:lnTo></a:path><a:path w="2416809" h="350520"><a:moveTo><a:pt x="1678676" y="1783"/></a:moveTo><a:lnTo><a:pt x="1680615" y="1628"/></a:lnTo></a:path><a:path w="2416809" h="350520"><a:moveTo><a:pt x="1680460" y="1396"/></a:moveTo><a:lnTo><a:pt x="1689845" y="1396"/></a:lnTo></a:path><a:path w="2416809" h="350520"><a:moveTo><a:pt x="1680383" y="1318"/></a:moveTo><a:lnTo><a:pt x="1685967" y="1163"/></a:lnTo></a:path><a:path w="2416809" h="350520"><a:moveTo><a:pt x="1678366" y="1396"/></a:moveTo><a:lnTo><a:pt x="1680228" y="1240"/></a:lnTo></a:path><a:path w="2416809" h="350520"><a:moveTo><a:pt x="1681546" y="1551"/></a:moveTo><a:lnTo><a:pt x="1686820" y="1473"/></a:lnTo></a:path><a:path w="2416809" h="350520"><a:moveTo><a:pt x="1677668" y="1240"/></a:moveTo><a:lnTo><a:pt x="1678133" y="1163"/></a:lnTo></a:path><a:path w="2416809" h="350520"><a:moveTo><a:pt x="1680072" y="1085"/></a:moveTo><a:lnTo><a:pt x="1689535" y="1008"/></a:lnTo></a:path><a:path w="2416809" h="350520"><a:moveTo><a:pt x="1679995" y="930"/></a:moveTo><a:lnTo><a:pt x="1685734" y="853"/></a:lnTo></a:path><a:path w="2416809" h="350520"><a:moveTo><a:pt x="1688061" y="775"/></a:moveTo><a:lnTo><a:pt x="1689380" y="775"/></a:lnTo></a:path><a:path w="2416809" h="350520"><a:moveTo><a:pt x="1677978" y="1008"/></a:moveTo><a:lnTo><a:pt x="1679917" y="853"/></a:lnTo></a:path><a:path w="2416809" h="350520"><a:moveTo><a:pt x="1681236" y="1163"/></a:moveTo><a:lnTo><a:pt x="1686432" y="1085"/></a:lnTo></a:path><a:path w="2416809" h="350520"><a:moveTo><a:pt x="1677280" y="853"/></a:moveTo><a:lnTo><a:pt x="1677746" y="775"/></a:lnTo></a:path><a:path w="2416809" h="350520"><a:moveTo><a:pt x="1679762" y="698"/></a:moveTo><a:lnTo><a:pt x="1689147" y="620"/></a:lnTo></a:path><a:path w="2416809" h="350520"><a:moveTo><a:pt x="1679685" y="542"/></a:moveTo><a:lnTo><a:pt x="1685502" y="465"/></a:lnTo></a:path><a:path w="2416809" h="350520"><a:moveTo><a:pt x="1687751" y="465"/></a:moveTo><a:lnTo><a:pt x="1688992" y="465"/></a:lnTo></a:path><a:path w="2416809" h="350520"><a:moveTo><a:pt x="1677668" y="620"/></a:moveTo><a:lnTo><a:pt x="1679529" y="465"/></a:lnTo></a:path><a:path w="2416809" h="350520"><a:moveTo><a:pt x="1680848" y="775"/></a:moveTo><a:lnTo><a:pt x="1686122" y="698"/></a:lnTo></a:path><a:path w="2416809" h="350520"><a:moveTo><a:pt x="1676970" y="465"/></a:moveTo><a:lnTo><a:pt x="1677435" y="387"/></a:lnTo></a:path><a:path w="2416809" h="350520"><a:moveTo><a:pt x="1679374" y="310"/></a:moveTo><a:lnTo><a:pt x="1688837" y="232"/></a:lnTo></a:path><a:path w="2416809" h="350520"><a:moveTo><a:pt x="1679297" y="155"/></a:moveTo><a:lnTo><a:pt x="1685269" y="77"/></a:lnTo></a:path><a:path w="2416809" h="350520"><a:moveTo><a:pt x="1677280" y="232"/></a:moveTo><a:lnTo><a:pt x="1679219" y="77"/></a:lnTo></a:path><a:path w="2416809" h="350520"><a:moveTo><a:pt x="1680538" y="465"/></a:moveTo><a:lnTo><a:pt x="1685734" y="387"/></a:lnTo></a:path><a:path w="2416809" h="350520"><a:moveTo><a:pt x="77" y="0"/></a:moveTo><a:lnTo><a:pt x="0" y="0"/></a:lnTo></a:path><a:path w="2416809" h="350520"><a:moveTo><a:pt x="775" y="232"/></a:moveTo><a:lnTo><a:pt x="930" y="310"/></a:lnTo></a:path><a:path w="2416809" h="350520"><a:moveTo><a:pt x="2409001" y="350425"/></a:moveTo><a:lnTo><a:pt x="2416370" y="350425"/></a:lnTo></a:path></a:pathLst></a:custGeom><a:ln w="3878"><a:solidFill><a:srgbClr val="000000"/></a:solidFill></a:ln></p:spPr><p:txBody><a:bodyPr wrap="square" lIns="0" tIns="0" rIns="0" bIns="0" rtlCol="0"/><a:lstStyle/><a:p/></p:txBody></p:sp><p:sp><p:nvSpPr><p:cNvPr id="339" name="object 339"/><p:cNvSpPr/><p:nvPr/></p:nvSpPr><p:spPr><a:xfrm><a:off x="11731192" y="10472048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40" name="object 340"/><p:cNvSpPr/><p:nvPr/></p:nvSpPr><p:spPr><a:xfrm><a:off x="10040958" y="10472901"/><a:ext cx="2649855" cy="388620"/></a:xfrm><a:custGeom><a:avLst/><a:gdLst/><a:ahLst/><a:cxnLst/><a:rect l="l" t="t" r="r" b="b"/><a:pathLst><a:path w="2649854" h="388620"><a:moveTo><a:pt x="1692172" y="1163"/></a:moveTo><a:lnTo><a:pt x="1692172" y="1240"/></a:lnTo></a:path><a:path w="2649854" h="388620"><a:moveTo><a:pt x="1692172" y="1551"/></a:moveTo><a:lnTo><a:pt x="1692172" y="1628"/></a:lnTo></a:path><a:path w="2649854" h="388620"><a:moveTo><a:pt x="1692172" y="1939"/></a:moveTo><a:lnTo><a:pt x="1692172" y="2016"/></a:lnTo></a:path><a:path w="2649854" h="388620"><a:moveTo><a:pt x="1692715" y="465"/></a:moveTo><a:lnTo><a:pt x="1692715" y="542"/></a:lnTo></a:path><a:path w="2649854" h="388620"><a:moveTo><a:pt x="2273888" y="363533"/></a:moveTo><a:lnTo><a:pt x="2277301" y="363766"/></a:lnTo><a:lnTo><a:pt x="2649599" y="388353"/></a:lnTo></a:path><a:path w="2649854" h="388620"><a:moveTo><a:pt x="1698222" y="2094"/></a:moveTo><a:lnTo><a:pt x="1706211" y="2016"/></a:lnTo></a:path><a:path w="2649854" h="388620"><a:moveTo><a:pt x="1697679" y="1939"/></a:moveTo><a:lnTo><a:pt x="1702876" y="1861"/></a:lnTo></a:path><a:path w="2649854" h="388620"><a:moveTo><a:pt x="15977" y="310"/></a:moveTo><a:lnTo><a:pt x="15124" y="155"/></a:lnTo></a:path><a:path w="2649854" h="388620"><a:moveTo><a:pt x="930" y="0"/></a:moveTo><a:lnTo><a:pt x="0" y="0"/></a:lnTo></a:path><a:path w="2649854" h="388620"><a:moveTo><a:pt x="13961" y="310"/></a:moveTo><a:lnTo><a:pt x="5972" y="232"/></a:lnTo></a:path><a:path w="2649854" h="388620"><a:moveTo><a:pt x="2432115" y="350425"/></a:moveTo><a:lnTo><a:pt x="2441732" y="350425"/></a:lnTo></a:path></a:pathLst></a:custGeom><a:ln w="3878"><a:solidFill><a:srgbClr val="000000"/></a:solidFill></a:ln></p:spPr><p:txBody><a:bodyPr wrap="square" lIns="0" tIns="0" rIns="0" bIns="0" rtlCol="0"/><a:lstStyle/><a:p/></p:txBody></p:sp><p:sp><p:nvSpPr><p:cNvPr id="341" name="object 341"/><p:cNvSpPr/><p:nvPr/></p:nvSpPr><p:spPr><a:xfrm><a:off x="11731192" y="10471273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42" name="object 342"/><p:cNvSpPr/><p:nvPr/></p:nvSpPr><p:spPr><a:xfrm><a:off x="11733130" y="10473599"/><a:ext cx="0" cy="635"/></a:xfrm><a:custGeom><a:avLst/><a:gdLst/><a:ahLst/><a:cxnLst/><a:rect l="l" t="t" r="r" b="b"/><a:pathLst><a:path w="0" h="634"><a:moveTo><a:pt x="0" y="0"/></a:moveTo><a:lnTo><a:pt x="0" y="0"/></a:lnTo><a:lnTo><a:pt x="0" y="77"/></a:lnTo></a:path></a:pathLst></a:custGeom><a:ln w="3878"><a:solidFill><a:srgbClr val="000000"/></a:solidFill></a:ln></p:spPr><p:txBody><a:bodyPr wrap="square" lIns="0" tIns="0" rIns="0" bIns="0" rtlCol="0"/><a:lstStyle/><a:p/></p:txBody></p:sp><p:sp><p:nvSpPr><p:cNvPr id="343" name="object 343"/><p:cNvSpPr/><p:nvPr/></p:nvSpPr><p:spPr><a:xfrm><a:off x="11731192" y="10472204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44" name="object 344"/><p:cNvSpPr/><p:nvPr/></p:nvSpPr><p:spPr><a:xfrm><a:off x="10057633" y="10472901"/><a:ext cx="2493645" cy="350520"/></a:xfrm><a:custGeom><a:avLst/><a:gdLst/><a:ahLst/><a:cxnLst/><a:rect l="l" t="t" r="r" b="b"/><a:pathLst><a:path w="2493645" h="350520"><a:moveTo><a:pt x="1675496" y="1628"/></a:moveTo><a:lnTo><a:pt x="1675496" y="1706"/></a:lnTo></a:path><a:path w="2493645" h="350520"><a:moveTo><a:pt x="1675496" y="2016"/></a:moveTo><a:lnTo><a:pt x="1675496" y="2094"/></a:lnTo></a:path><a:path w="2493645" h="350520"><a:moveTo><a:pt x="1681236" y="1783"/></a:moveTo><a:lnTo><a:pt x="1689225" y="1628"/></a:lnTo></a:path><a:path w="2493645" h="350520"><a:moveTo><a:pt x="1680848" y="1396"/></a:moveTo><a:lnTo><a:pt x="1688837" y="1240"/></a:lnTo></a:path><a:path w="2493645" h="350520"><a:moveTo><a:pt x="1680538" y="1008"/></a:moveTo><a:lnTo><a:pt x="1688527" y="930"/></a:lnTo></a:path><a:path w="2493645" h="350520"><a:moveTo><a:pt x="1680150" y="620"/></a:moveTo><a:lnTo><a:pt x="1688139" y="542"/></a:lnTo></a:path><a:path w="2493645" h="350520"><a:moveTo><a:pt x="1679840" y="232"/></a:moveTo><a:lnTo><a:pt x="1687829" y="155"/></a:lnTo></a:path><a:path w="2493645" h="350520"><a:moveTo><a:pt x="2425056" y="350425"/></a:moveTo><a:lnTo><a:pt x="2436303" y="350425"/></a:lnTo></a:path><a:path w="2493645" h="350520"><a:moveTo><a:pt x="1675496" y="310"/></a:moveTo><a:lnTo><a:pt x="1675496" y="387"/></a:lnTo></a:path><a:path w="2493645" h="350520"><a:moveTo><a:pt x="1675496" y="775"/></a:moveTo><a:lnTo><a:pt x="1675496" y="853"/></a:lnTo></a:path><a:path w="2493645" h="350520"><a:moveTo><a:pt x="1675496" y="1240"/></a:moveTo><a:lnTo><a:pt x="1675496" y="1318"/></a:lnTo></a:path><a:path w="2493645" h="350520"><a:moveTo><a:pt x="1675496" y="1706"/></a:moveTo><a:lnTo><a:pt x="1675496" y="1783"/></a:lnTo></a:path><a:path w="2493645" h="350520"><a:moveTo><a:pt x="1675496" y="2094"/></a:moveTo><a:lnTo><a:pt x="1675496" y="2094"/></a:lnTo><a:lnTo><a:pt x="1675496" y="2171"/></a:lnTo></a:path><a:path w="2493645" h="350520"><a:moveTo><a:pt x="1675884" y="310"/></a:moveTo><a:lnTo><a:pt x="1675962" y="465"/></a:lnTo></a:path><a:path w="2493645" h="350520"><a:moveTo><a:pt x="1676349" y="853"/></a:moveTo><a:lnTo><a:pt x="1676427" y="930"/></a:lnTo></a:path><a:path w="2493645" h="350520"><a:moveTo><a:pt x="155" y="232"/></a:moveTo><a:lnTo><a:pt x="0" y="232"/></a:lnTo></a:path><a:path w="2493645" h="350520"><a:moveTo><a:pt x="1675496" y="0"/></a:moveTo><a:lnTo><a:pt x="1675496" y="155"/></a:lnTo></a:path><a:path w="2493645" h="350520"><a:moveTo><a:pt x="1675496" y="387"/></a:moveTo><a:lnTo><a:pt x="1675496" y="465"/></a:lnTo></a:path><a:path w="2493645" h="350520"><a:moveTo><a:pt x="1675496" y="853"/></a:moveTo><a:lnTo><a:pt x="1675496" y="930"/></a:lnTo></a:path><a:path w="2493645" h="350520"><a:moveTo><a:pt x="1675496" y="1318"/></a:moveTo><a:lnTo><a:pt x="1675496" y="1396"/></a:lnTo></a:path><a:path w="2493645" h="350520"><a:moveTo><a:pt x="1675496" y="1783"/></a:moveTo><a:lnTo><a:pt x="1675496" y="1783"/></a:lnTo><a:lnTo><a:pt x="1675496" y="1861"/></a:lnTo></a:path><a:path w="2493645" h="350520"><a:moveTo><a:pt x="1688139" y="1939"/></a:moveTo><a:lnTo><a:pt x="1681546" y="2094"/></a:lnTo></a:path><a:path w="2493645" h="350520"><a:moveTo><a:pt x="1689302" y="1783"/></a:moveTo><a:lnTo><a:pt x="1680538" y="1861"/></a:lnTo></a:path><a:path w="2493645" h="350520"><a:moveTo><a:pt x="1688914" y="1396"/></a:moveTo><a:lnTo><a:pt x="1680228" y="1473"/></a:lnTo></a:path><a:path w="2493645" h="350520"><a:moveTo><a:pt x="1688604" y="1008"/></a:moveTo><a:lnTo><a:pt x="1679840" y="1085"/></a:lnTo></a:path><a:path w="2493645" h="350520"><a:moveTo><a:pt x="1688216" y="620"/></a:moveTo><a:lnTo><a:pt x="1679529" y="698"/></a:lnTo></a:path><a:path w="2493645" h="350520"><a:moveTo><a:pt x="1687906" y="232"/></a:moveTo><a:lnTo><a:pt x="1679142" y="387"/></a:lnTo></a:path><a:path w="2493645" h="350520"><a:moveTo><a:pt x="2436303" y="350425"/></a:moveTo><a:lnTo><a:pt x="2448325" y="350425"/></a:lnTo></a:path><a:path w="2493645" h="350520"><a:moveTo><a:pt x="2488657" y="350425"/></a:moveTo><a:lnTo><a:pt x="2493311" y="350425"/></a:lnTo></a:path><a:path w="2493645" h="350520"><a:moveTo><a:pt x="1675496" y="155"/></a:moveTo><a:lnTo><a:pt x="1675496" y="232"/></a:lnTo></a:path><a:path w="2493645" h="350520"><a:moveTo><a:pt x="1675496" y="465"/></a:moveTo><a:lnTo><a:pt x="1675496" y="542"/></a:lnTo></a:path></a:pathLst></a:custGeom><a:ln w="3878"><a:solidFill><a:srgbClr val="000000"/></a:solidFill></a:ln></p:spPr><p:txBody><a:bodyPr wrap="square" lIns="0" tIns="0" rIns="0" bIns="0" rtlCol="0"/><a:lstStyle/><a:p/></p:txBody></p:sp><p:sp><p:nvSpPr><p:cNvPr id="345" name="object 345"/><p:cNvSpPr/><p:nvPr/></p:nvSpPr><p:spPr><a:xfrm><a:off x="11731192" y="10471893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46" name="object 346"/><p:cNvSpPr/><p:nvPr/></p:nvSpPr><p:spPr><a:xfrm><a:off x="11733130" y="10473599"/><a:ext cx="1270" cy="1270"/></a:xfrm><a:custGeom><a:avLst/><a:gdLst/><a:ahLst/><a:cxnLst/><a:rect l="l" t="t" r="r" b="b"/><a:pathLst><a:path w="1270" h="1270"><a:moveTo><a:pt x="0" y="698"/></a:moveTo><a:lnTo><a:pt x="0" y="698"/></a:lnTo><a:lnTo><a:pt x="0" y="775"/></a:lnTo></a:path><a:path w="1270" h="1270"><a:moveTo><a:pt x="775" y="0"/></a:moveTo><a:lnTo><a:pt x="853" y="77"/></a:lnTo></a:path></a:pathLst></a:custGeom><a:ln w="3878"><a:solidFill><a:srgbClr val="000000"/></a:solidFill></a:ln></p:spPr><p:txBody><a:bodyPr wrap="square" lIns="0" tIns="0" rIns="0" bIns="0" rtlCol="0"/><a:lstStyle/><a:p/></p:txBody></p:sp><p:sp><p:nvSpPr><p:cNvPr id="347" name="object 347"/><p:cNvSpPr/><p:nvPr/></p:nvSpPr><p:spPr><a:xfrm><a:off x="11732433" y="10472204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48" name="object 348"/><p:cNvSpPr/><p:nvPr/></p:nvSpPr><p:spPr><a:xfrm><a:off x="2643898" y="7819734"/><a:ext cx="10046970" cy="3004185"/></a:xfrm><a:custGeom><a:avLst/><a:gdLst/><a:ahLst/><a:cxnLst/><a:rect l="l" t="t" r="r" b="b"/><a:pathLst><a:path w="10046970" h="3004184"><a:moveTo><a:pt x="9907047" y="3003592"/></a:moveTo><a:lnTo><a:pt x="9908598" y="3003592"/></a:lnTo><a:lnTo><a:pt x="10046659" y="3003592"/></a:lnTo></a:path><a:path w="10046970" h="3004184"><a:moveTo><a:pt x="9089232" y="2653399"/></a:moveTo><a:lnTo><a:pt x="9089232" y="2653399"/></a:lnTo><a:lnTo><a:pt x="9089232" y="2653477"/></a:lnTo></a:path><a:path w="10046970" h="3004184"><a:moveTo><a:pt x="9089232" y="2653710"/></a:moveTo><a:lnTo><a:pt x="9089232" y="2653787"/></a:lnTo></a:path><a:path w="10046970" h="3004184"><a:moveTo><a:pt x="9089232" y="2654097"/></a:moveTo><a:lnTo><a:pt x="9089232" y="2654175"/></a:lnTo><a:lnTo><a:pt x="9089232" y="2654253"/></a:lnTo></a:path><a:path w="10046970" h="3004184"><a:moveTo><a:pt x="9862061" y="3003592"/></a:moveTo><a:lnTo><a:pt x="9874160" y="3003592"/></a:lnTo><a:lnTo><a:pt x="9885329" y="3003592"/></a:lnTo><a:lnTo><a:pt x="9895025" y="3003592"/></a:lnTo><a:lnTo><a:pt x="9902393" y="3003592"/></a:lnTo></a:path><a:path w="10046970" h="3004184"><a:moveTo><a:pt x="9089232" y="2653787"/></a:moveTo><a:lnTo><a:pt x="9089232" y="2653787"/></a:lnTo><a:lnTo><a:pt x="9089232" y="2653865"/></a:lnTo></a:path><a:path w="10046970" h="3004184"><a:moveTo><a:pt x="9090318" y="2654253"/></a:moveTo><a:lnTo><a:pt x="9090395" y="2654330"/></a:lnTo></a:path><a:path w="10046970" h="3004184"><a:moveTo><a:pt x="9090783" y="2654718"/></a:moveTo><a:lnTo><a:pt x="9090861" y="2654795"/></a:lnTo></a:path><a:path w="10046970" h="3004184"><a:moveTo><a:pt x="9094971" y="2654951"/></a:moveTo><a:lnTo><a:pt x="9101564" y="2654718"/></a:lnTo></a:path><a:path w="10046970" h="3004184"><a:moveTo><a:pt x="9101176" y="2654330"/></a:moveTo><a:lnTo><a:pt x="9094584" y="2654563"/></a:lnTo></a:path><a:path w="10046970" h="3004184"><a:moveTo><a:pt x="9100866" y="2653942"/></a:moveTo><a:lnTo><a:pt x="9094273" y="2654175"/></a:lnTo></a:path><a:path w="10046970" h="3004184"><a:moveTo><a:pt x="9100556" y="2653632"/></a:moveTo><a:lnTo><a:pt x="9093886" y="2653787"/></a:lnTo></a:path><a:path w="10046970" h="3004184"><a:moveTo><a:pt x="9090706" y="2654640"/></a:moveTo><a:lnTo><a:pt x="9090783" y="2654718"/></a:lnTo></a:path><a:path w="10046970" h="3004184"><a:moveTo><a:pt x="9091171" y="2655106"/></a:moveTo><a:lnTo><a:pt x="9091248" y="2655183"/></a:lnTo></a:path><a:path w="10046970" h="3004184"><a:moveTo><a:pt x="9091016" y="2655028"/></a:moveTo><a:lnTo><a:pt x="9091093" y="2655106"/></a:lnTo></a:path><a:path w="10046970" h="3004184"><a:moveTo><a:pt x="7413890" y="2653477"/></a:moveTo><a:lnTo><a:pt x="7413890" y="2867626"/></a:lnTo></a:path><a:path w="10046970" h="3004184"><a:moveTo><a:pt x="7418001" y="419998"/></a:moveTo><a:lnTo><a:pt x="7446389" y="419998"/></a:lnTo></a:path><a:path w="10046970" h="3004184"><a:moveTo><a:pt x="7271176" y="0"/></a:moveTo><a:lnTo><a:pt x="7285370" y="0"/></a:lnTo></a:path><a:path w="10046970" h="3004184"><a:moveTo><a:pt x="5393165" y="0"/></a:moveTo><a:lnTo><a:pt x="5395879" y="0"/></a:lnTo></a:path><a:path w="10046970" h="3004184"><a:moveTo><a:pt x="5463669" y="0"/></a:moveTo><a:lnTo><a:pt x="5419613" y="0"/></a:lnTo><a:lnTo><a:pt x="5407669" y="0"/></a:lnTo></a:path><a:path w="10046970" h="3004184"><a:moveTo><a:pt x="9091791" y="2655261"/></a:moveTo><a:lnTo><a:pt x="9091869" y="2655338"/></a:lnTo></a:path><a:path w="10046970" h="3004184"><a:moveTo><a:pt x="9091714" y="2655183"/></a:moveTo><a:lnTo><a:pt x="9091791" y="2655183"/></a:lnTo></a:path><a:path w="10046970" h="3004184"><a:moveTo><a:pt x="9091946" y="2655416"/></a:moveTo><a:lnTo><a:pt x="9098617" y="2655416"/></a:lnTo></a:path><a:path w="10046970" h="3004184"><a:moveTo><a:pt x="9091636" y="2655028"/></a:moveTo><a:lnTo><a:pt x="9091636" y="2655106"/></a:lnTo></a:path><a:path w="10046970" h="3004184"><a:moveTo><a:pt x="9091481" y="2654873"/></a:moveTo><a:lnTo><a:pt x="9091559" y="2654951"/></a:lnTo></a:path><a:path w="10046970" h="3004184"><a:moveTo><a:pt x="9091404" y="2654795"/></a:moveTo><a:lnTo><a:pt x="9091404" y="2654873"/></a:lnTo></a:path><a:path w="10046970" h="3004184"><a:moveTo><a:pt x="9091559" y="2655028"/></a:moveTo><a:lnTo><a:pt x="9091559" y="2654951"/></a:lnTo></a:path><a:path w="10046970" h="3004184"><a:moveTo><a:pt x="9091248" y="2654640"/></a:moveTo><a:lnTo><a:pt x="9091326" y="2654718"/></a:lnTo></a:path><a:path w="10046970" h="3004184"><a:moveTo><a:pt x="9091093" y="2654485"/></a:moveTo><a:lnTo><a:pt x="9091171" y="2654563"/></a:lnTo></a:path><a:path w="10046970" h="3004184"><a:moveTo><a:pt x="9091016" y="2654408"/></a:moveTo><a:lnTo><a:pt x="9091093" y="2654485"/></a:lnTo></a:path><a:path w="10046970" h="3004184"><a:moveTo><a:pt x="9091248" y="2654640"/></a:moveTo><a:lnTo><a:pt x="9091171" y="2654563"/></a:lnTo></a:path><a:path w="10046970" h="3004184"><a:moveTo><a:pt x="9090783" y="2654097"/></a:moveTo><a:lnTo><a:pt x="9090783" y="2654175"/></a:lnTo></a:path><a:path w="10046970" h="3004184"><a:moveTo><a:pt x="9090628" y="2654020"/></a:moveTo><a:lnTo><a:pt x="9090706" y="2654097"/></a:lnTo></a:path><a:path w="10046970" h="3004184"><a:moveTo><a:pt x="9090861" y="2654253"/></a:moveTo><a:lnTo><a:pt x="9090783" y="2654175"/></a:lnTo></a:path><a:path w="10046970" h="3004184"><a:moveTo><a:pt x="9090395" y="2653787"/></a:moveTo><a:lnTo><a:pt x="9090473" y="2653787"/></a:lnTo></a:path><a:path w="10046970" h="3004184"><a:moveTo><a:pt x="9090318" y="2653632"/></a:moveTo><a:lnTo><a:pt x="9090395" y="2653710"/></a:lnTo></a:path><a:path w="10046970" h="3004184"><a:moveTo><a:pt x="9090550" y="2653865"/></a:moveTo><a:lnTo><a:pt x="9090473" y="2653787"/></a:lnTo></a:path><a:path w="10046970" h="3004184"><a:moveTo><a:pt x="9090085" y="2653399"/></a:moveTo><a:lnTo><a:pt x="9090085" y="2653477"/></a:lnTo></a:path><a:path w="10046970" h="3004184"><a:moveTo><a:pt x="9090007" y="2653322"/></a:moveTo><a:lnTo><a:pt x="9089930" y="2653244"/></a:lnTo><a:lnTo><a:pt x="9089852" y="2653167"/></a:lnTo></a:path><a:path w="10046970" h="3004184"><a:moveTo><a:pt x="9090163" y="2653477"/></a:moveTo><a:lnTo><a:pt x="9090085" y="2653477"/></a:lnTo></a:path><a:path w="10046970" h="3004184"><a:moveTo><a:pt x="8199750" y="2653167"/></a:moveTo><a:lnTo><a:pt x="8213866" y="2653167"/></a:lnTo></a:path><a:path w="10046970" h="3004184"><a:moveTo><a:pt x="9059603" y="2653167"/></a:moveTo><a:lnTo><a:pt x="9069453" y="2653167"/></a:lnTo></a:path><a:path w="10046970" h="3004184"><a:moveTo><a:pt x="9040911" y="2653167"/></a:moveTo><a:lnTo><a:pt x="9055104" y="2653167"/></a:lnTo></a:path><a:path w="10046970" h="3004184"><a:moveTo><a:pt x="8622075" y="2653167"/></a:moveTo><a:lnTo><a:pt x="8634020" y="2653167"/></a:lnTo></a:path><a:path w="10046970" h="3004184"><a:moveTo><a:pt x="8232791" y="2653167"/></a:moveTo><a:lnTo><a:pt x="8244736" y="2653167"/></a:lnTo></a:path><a:path w="10046970" h="3004184"><a:moveTo><a:pt x="8662330" y="2653167"/></a:moveTo><a:lnTo><a:pt x="8650385" y="2653167"/></a:lnTo></a:path><a:path w="10046970" h="3004184"><a:moveTo><a:pt x="8871748" y="2653167"/></a:moveTo><a:lnTo><a:pt x="8859803" y="2653167"/></a:lnTo></a:path><a:path w="10046970" h="3004184"><a:moveTo><a:pt x="8228292" y="2653167"/></a:moveTo><a:lnTo><a:pt x="8218442" y="2653167"/></a:lnTo></a:path><a:path w="10046970" h="3004184"><a:moveTo><a:pt x="8831493" y="2653167"/></a:moveTo><a:lnTo><a:pt x="8843437" y="2653167"/></a:lnTo></a:path><a:path w="10046970" h="3004184"><a:moveTo><a:pt x="8412658" y="2653167"/></a:moveTo><a:lnTo><a:pt x="8424602" y="2653167"/></a:lnTo></a:path><a:path w="10046970" h="3004184"><a:moveTo><a:pt x="8452912" y="2653167"/></a:moveTo><a:lnTo><a:pt x="8440968" y="2653167"/></a:lnTo></a:path><a:path w="10046970" h="3004184"><a:moveTo><a:pt x="7780914" y="2653167"/></a:moveTo><a:lnTo><a:pt x="7792781" y="2653167"/></a:lnTo></a:path><a:path w="10046970" h="3004184"><a:moveTo><a:pt x="7821091" y="2653167"/></a:moveTo><a:lnTo><a:pt x="7809147" y="2653167"/></a:lnTo></a:path><a:path w="10046970" h="3004184"><a:moveTo><a:pt x="8030509" y="2653167"/></a:moveTo><a:lnTo><a:pt x="8018564" y="2653167"/></a:lnTo></a:path><a:path w="10046970" h="3004184"><a:moveTo><a:pt x="7990332" y="2653167"/></a:moveTo><a:lnTo><a:pt x="8002199" y="2653167"/></a:lnTo></a:path><a:path w="10046970" h="3004184"><a:moveTo><a:pt x="7571496" y="2653167"/></a:moveTo><a:lnTo><a:pt x="7583363" y="2653167"/></a:lnTo></a:path><a:path w="10046970" h="3004184"><a:moveTo><a:pt x="7611674" y="2653167"/></a:moveTo><a:lnTo><a:pt x="7599729" y="2653167"/></a:lnTo></a:path><a:path w="10046970" h="3004184"><a:moveTo><a:pt x="4747584" y="2233711"/></a:moveTo><a:lnTo><a:pt x="4761793" y="2233711"/></a:lnTo></a:path><a:path w="10046970" h="3004184"><a:moveTo><a:pt x="5059640" y="2233711"/></a:moveTo><a:lnTo><a:pt x="5046547" y="2233711"/></a:lnTo></a:path><a:path w="10046970" h="3004184"><a:moveTo><a:pt x="5169941" y="2233711"/></a:moveTo><a:lnTo><a:pt x="5181885" y="2233711"/></a:lnTo></a:path><a:path w="10046970" h="3004184"><a:moveTo><a:pt x="4780719" y="2233711"/></a:moveTo><a:lnTo><a:pt x="4792601" y="2233711"/></a:lnTo></a:path><a:path w="10046970" h="3004184"><a:moveTo><a:pt x="5210196" y="2233711"/></a:moveTo><a:lnTo><a:pt x="5198251" y="2233711"/></a:lnTo></a:path><a:path w="10046970" h="3004184"><a:moveTo><a:pt x="5419613" y="2233711"/></a:moveTo><a:lnTo><a:pt x="5407669" y="2233711"/></a:lnTo></a:path><a:path w="10046970" h="3004184"><a:moveTo><a:pt x="4776189" y="2233711"/></a:moveTo><a:lnTo><a:pt x="4766339" y="2233711"/></a:lnTo></a:path><a:path w="10046970" h="3004184"><a:moveTo><a:pt x="5379358" y="2233711"/></a:moveTo><a:lnTo><a:pt x="5391303" y="2233711"/></a:lnTo></a:path><a:path w="10046970" h="3004184"><a:moveTo><a:pt x="5123481" y="2233711"/></a:moveTo><a:lnTo><a:pt x="5110420" y="2233711"/></a:lnTo></a:path><a:path w="10046970" h="3004184"><a:moveTo><a:pt x="4960523" y="2233711"/></a:moveTo><a:lnTo><a:pt x="4972468" y="2233711"/></a:lnTo></a:path><a:path w="10046970" h="3004184"><a:moveTo><a:pt x="5000747" y="2233711"/></a:moveTo><a:lnTo><a:pt x="4988864" y="2233711"/></a:lnTo></a:path><a:path w="10046970" h="3004184"><a:moveTo><a:pt x="5332899" y="2233711"/></a:moveTo><a:lnTo><a:pt x="5319868" y="2233711"/></a:lnTo></a:path><a:path w="10046970" h="3004184"><a:moveTo><a:pt x="5269065" y="2233711"/></a:moveTo><a:lnTo><a:pt x="5255957" y="2233711"/></a:lnTo></a:path><a:path w="10046970" h="3004184"><a:moveTo><a:pt x="2265139" y="2233711"/></a:moveTo><a:lnTo><a:pt x="2269017" y="2233711"/></a:lnTo></a:path><a:path w="10046970" h="3004184"><a:moveTo><a:pt x="2224000" y="2233711"/></a:moveTo><a:lnTo><a:pt x="2238209" y="2233711"/></a:lnTo></a:path><a:path w="10046970" h="3004184"><a:moveTo><a:pt x="3110209" y="2233711"/></a:moveTo><a:lnTo><a:pt x="3106222" y="2233711"/></a:lnTo></a:path><a:path w="10046970" h="3004184"><a:moveTo><a:pt x="2535117" y="2233711"/></a:moveTo><a:lnTo><a:pt x="2523894" y="2233711"/></a:lnTo></a:path><a:path w="10046970" h="3004184"><a:moveTo><a:pt x="2646364" y="2233711"/></a:moveTo><a:lnTo><a:pt x="2658309" y="2233711"/></a:lnTo></a:path><a:path w="10046970" h="3004184"><a:moveTo><a:pt x="2686580" y="2233711"/></a:moveTo><a:lnTo><a:pt x="2674706" y="2233711"/></a:lnTo></a:path><a:path w="10046970" h="3004184"><a:moveTo><a:pt x="2809346" y="2233711"/></a:moveTo><a:lnTo><a:pt x="2797215" y="2233711"/></a:lnTo></a:path><a:path w="10046970" h="3004184"><a:moveTo><a:pt x="2895998" y="2233711"/></a:moveTo><a:lnTo><a:pt x="2884123" y="2233711"/></a:lnTo></a:path><a:path w="10046970" h="3004184"><a:moveTo><a:pt x="2252605" y="2233711"/></a:moveTo><a:lnTo><a:pt x="2242762" y="2233711"/></a:lnTo></a:path><a:path w="10046970" h="3004184"><a:moveTo><a:pt x="2954891" y="2233711"/></a:moveTo><a:lnTo><a:pt x="2942776" y="2233711"/></a:lnTo></a:path><a:path w="10046970" h="3004184"><a:moveTo><a:pt x="2855782" y="2233711"/></a:moveTo><a:lnTo><a:pt x="2867719" y="2233711"/></a:lnTo></a:path><a:path w="10046970" h="3004184"><a:moveTo><a:pt x="2598982" y="2233711"/></a:moveTo><a:lnTo><a:pt x="2587774" y="2233711"/></a:lnTo></a:path><a:path w="10046970" h="3004184"><a:moveTo><a:pt x="2436947" y="2233711"/></a:moveTo><a:lnTo><a:pt x="2448891" y="2233711"/></a:lnTo></a:path><a:path w="10046970" h="3004184"><a:moveTo><a:pt x="3006656" y="2233711"/></a:moveTo><a:lnTo><a:pt x="3018763" y="2233711"/></a:lnTo></a:path><a:path w="10046970" h="3004184"><a:moveTo><a:pt x="2477163" y="2233711"/></a:moveTo><a:lnTo><a:pt x="2465288" y="2233711"/></a:lnTo></a:path><a:path w="10046970" h="3004184"><a:moveTo><a:pt x="2389595" y="2233711"/></a:moveTo><a:lnTo><a:pt x="2378325" y="2233711"/></a:lnTo></a:path><a:path w="10046970" h="3004184"><a:moveTo><a:pt x="2325730" y="2233711"/></a:moveTo><a:lnTo><a:pt x="2314453" y="2233711"/></a:lnTo></a:path><a:path w="10046970" h="3004184"><a:moveTo><a:pt x="3906392" y="2233711"/></a:moveTo><a:lnTo><a:pt x="3920601" y="2233711"/></a:lnTo></a:path><a:path w="10046970" h="3004184"><a:moveTo><a:pt x="4328749" y="2233711"/></a:moveTo><a:lnTo><a:pt x="4340693" y="2233711"/></a:lnTo></a:path><a:path w="10046970" h="3004184"><a:moveTo><a:pt x="3939526" y="2233711"/></a:moveTo><a:lnTo><a:pt x="3951409" y="2233711"/></a:lnTo></a:path><a:path w="10046970" h="3004184"><a:moveTo><a:pt x="4368972" y="2233711"/></a:moveTo><a:lnTo><a:pt x="4357090" y="2233711"/></a:lnTo></a:path><a:path w="10046970" h="3004184"><a:moveTo><a:pt x="4578390" y="2233711"/></a:moveTo><a:lnTo><a:pt x="4566508" y="2233711"/></a:lnTo></a:path><a:path w="10046970" h="3004184"><a:moveTo><a:pt x="3934997" y="2233711"/></a:moveTo><a:lnTo><a:pt x="3925146" y="2233711"/></a:lnTo></a:path><a:path w="10046970" h="3004184"><a:moveTo><a:pt x="4538166" y="2233711"/></a:moveTo><a:lnTo><a:pt x="4550111" y="2233711"/></a:lnTo></a:path><a:path w="10046970" h="3004184"><a:moveTo><a:pt x="4119331" y="2233711"/></a:moveTo><a:lnTo><a:pt x="4131276" y="2233711"/></a:lnTo></a:path><a:path w="10046970" h="3004184"><a:moveTo><a:pt x="4159555" y="2233711"/></a:moveTo><a:lnTo><a:pt x="4147672" y="2233711"/></a:lnTo></a:path><a:path w="10046970" h="3004184"><a:moveTo><a:pt x="3079409" y="2233711"/></a:moveTo><a:lnTo><a:pt x="3065192" y="2233711"/></a:lnTo></a:path><a:path w="10046970" h="3004184"><a:moveTo><a:pt x="3487557" y="2233711"/></a:moveTo><a:lnTo><a:pt x="3499501" y="2233711"/></a:lnTo></a:path><a:path w="10046970" h="3004184"><a:moveTo><a:pt x="3527780" y="2233711"/></a:moveTo><a:lnTo><a:pt x="3515898" y="2233711"/></a:lnTo></a:path><a:path w="10046970" h="3004184"><a:moveTo><a:pt x="3737190" y="2233711"/></a:moveTo><a:lnTo><a:pt x="3725315" y="2233711"/></a:lnTo></a:path><a:path w="10046970" h="3004184"><a:moveTo><a:pt x="3093797" y="2233711"/></a:moveTo><a:lnTo><a:pt x="3083954" y="2233711"/></a:lnTo></a:path><a:path w="10046970" h="3004184"><a:moveTo><a:pt x="3696974" y="2233711"/></a:moveTo><a:lnTo><a:pt x="3708919" y="2233711"/></a:lnTo></a:path><a:path w="10046970" h="3004184"><a:moveTo><a:pt x="3278139" y="2233711"/></a:moveTo><a:lnTo><a:pt x="3290083" y="2233711"/></a:lnTo></a:path><a:path w="10046970" h="3004184"><a:moveTo><a:pt x="3318363" y="2233711"/></a:moveTo><a:lnTo><a:pt x="3306480" y="2233711"/></a:lnTo></a:path><a:path w="10046970" h="3004184"><a:moveTo><a:pt x="3231702" y="2233711"/></a:moveTo><a:lnTo><a:pt x="3219626" y="2233711"/></a:lnTo></a:path><a:path w="10046970" h="3004184"><a:moveTo><a:pt x="3167838" y="2233711"/></a:moveTo><a:lnTo><a:pt x="3155746" y="2233711"/></a:lnTo></a:path><a:path w="10046970" h="3004184"><a:moveTo><a:pt x="6429937" y="2233711"/></a:moveTo><a:lnTo><a:pt x="6444209" y="2233711"/></a:lnTo></a:path><a:path w="10046970" h="3004184"><a:moveTo><a:pt x="7289946" y="2233711"/></a:moveTo><a:lnTo><a:pt x="7299796" y="2233711"/></a:lnTo></a:path><a:path w="10046970" h="3004184"><a:moveTo><a:pt x="7271176" y="2233711"/></a:moveTo><a:lnTo><a:pt x="7285370" y="2233711"/></a:lnTo></a:path><a:path w="10046970" h="3004184"><a:moveTo><a:pt x="6852341" y="2233711"/></a:moveTo><a:lnTo><a:pt x="6864285" y="2233711"/></a:lnTo></a:path><a:path w="10046970" h="3004184"><a:moveTo><a:pt x="6463134" y="2233711"/></a:moveTo><a:lnTo><a:pt x="6475001" y="2233711"/></a:lnTo></a:path><a:path w="10046970" h="3004184"><a:moveTo><a:pt x="6892518" y="2233711"/></a:moveTo><a:lnTo><a:pt x="6880651" y="2233711"/></a:lnTo></a:path><a:path w="10046970" h="3004184"><a:moveTo><a:pt x="7101935" y="2233711"/></a:moveTo><a:lnTo><a:pt x="7090068" y="2233711"/></a:lnTo></a:path><a:path w="10046970" h="3004184"><a:moveTo><a:pt x="6458558" y="2233711"/></a:moveTo><a:lnTo><a:pt x="6448707" y="2233711"/></a:lnTo></a:path><a:path w="10046970" h="3004184"><a:moveTo><a:pt x="7061758" y="2233711"/></a:moveTo><a:lnTo><a:pt x="7073703" y="2233711"/></a:lnTo></a:path><a:path w="10046970" h="3004184"><a:moveTo><a:pt x="6642923" y="2233711"/></a:moveTo><a:lnTo><a:pt x="6654867" y="2233711"/></a:lnTo></a:path><a:path w="10046970" h="3004184"><a:moveTo><a:pt x="6683100" y="2233711"/></a:moveTo><a:lnTo><a:pt x="6671233" y="2233711"/></a:lnTo></a:path><a:path w="10046970" h="3004184"><a:moveTo><a:pt x="5602970" y="2233711"/></a:moveTo><a:lnTo><a:pt x="5588776" y="2233711"/></a:lnTo></a:path><a:path w="10046970" h="3004184"><a:moveTo><a:pt x="6011102" y="2233711"/></a:moveTo><a:lnTo><a:pt x="6023046" y="2233711"/></a:lnTo></a:path><a:path w="10046970" h="3004184"><a:moveTo><a:pt x="5621895" y="2233711"/></a:moveTo><a:lnTo><a:pt x="5633762" y="2233711"/></a:lnTo></a:path><a:path w="10046970" h="3004184"><a:moveTo><a:pt x="6051357" y="2233711"/></a:moveTo><a:lnTo><a:pt x="6039490" y="2233711"/></a:lnTo></a:path><a:path w="10046970" h="3004184"><a:moveTo><a:pt x="6260774" y="2233711"/></a:moveTo><a:lnTo><a:pt x="6248907" y="2233711"/></a:lnTo></a:path><a:path w="10046970" h="3004184"><a:moveTo><a:pt x="5617397" y="2233711"/></a:moveTo><a:lnTo><a:pt x="5607546" y="2233711"/></a:lnTo></a:path><a:path w="10046970" h="3004184"><a:moveTo><a:pt x="6220520" y="2233711"/></a:moveTo><a:lnTo><a:pt x="6232464" y="2233711"/></a:lnTo></a:path><a:path w="10046970" h="3004184"><a:moveTo><a:pt x="5801684" y="2233711"/></a:moveTo><a:lnTo><a:pt x="5813629" y="2233711"/></a:lnTo></a:path><a:path w="10046970" h="3004184"><a:moveTo><a:pt x="5841939" y="2233711"/></a:moveTo><a:lnTo><a:pt x="5830072" y="2233711"/></a:lnTo></a:path><a:path w="10046970" h="3004184"><a:moveTo><a:pt x="1424048" y="2233711"/></a:moveTo><a:lnTo><a:pt x="1427825" y="2233711"/></a:lnTo></a:path><a:path w="10046970" h="3004184"><a:moveTo><a:pt x="1382808" y="2233711"/></a:moveTo><a:lnTo><a:pt x="1397017" y="2233711"/></a:lnTo></a:path><a:path w="10046970" h="3004184"><a:moveTo><a:pt x="1694034" y="2233711"/></a:moveTo><a:lnTo><a:pt x="1682593" y="2233711"/></a:lnTo></a:path><a:path w="10046970" h="3004184"><a:moveTo><a:pt x="1805165" y="2233711"/></a:moveTo><a:lnTo><a:pt x="1817109" y="2233711"/></a:lnTo></a:path><a:path w="10046970" h="3004184"><a:moveTo><a:pt x="1845388" y="2233711"/></a:moveTo><a:lnTo><a:pt x="1833514" y="2233711"/></a:lnTo></a:path><a:path w="10046970" h="3004184"><a:moveTo><a:pt x="1967285" y="2233711"/></a:moveTo><a:lnTo><a:pt x="1955914" y="2233711"/></a:lnTo></a:path><a:path w="10046970" h="3004184"><a:moveTo><a:pt x="2054806" y="2233711"/></a:moveTo><a:lnTo><a:pt x="2042931" y="2233711"/></a:lnTo></a:path><a:path w="10046970" h="3004184"><a:moveTo><a:pt x="1411413" y="2233711"/></a:moveTo><a:lnTo><a:pt x="1401570" y="2233711"/></a:lnTo></a:path><a:path w="10046970" h="3004184"><a:moveTo><a:pt x="2112815" y="2233711"/></a:moveTo><a:lnTo><a:pt x="2101483" y="2233711"/></a:lnTo></a:path><a:path w="10046970" h="3004184"><a:moveTo><a:pt x="2014582" y="2233711"/></a:moveTo><a:lnTo><a:pt x="2026527" y="2233711"/></a:lnTo></a:path><a:path w="10046970" h="3004184"><a:moveTo><a:pt x="1757890" y="2233711"/></a:moveTo><a:lnTo><a:pt x="1746473" y="2233711"/></a:lnTo></a:path><a:path w="10046970" h="3004184"><a:moveTo><a:pt x="1595747" y="2233711"/></a:moveTo><a:lnTo><a:pt x="1607691" y="2233711"/></a:lnTo></a:path><a:path w="10046970" h="3004184"><a:moveTo><a:pt x="2165363" y="2233711"/></a:moveTo><a:lnTo><a:pt x="2176679" y="2233711"/></a:lnTo></a:path><a:path w="10046970" h="3004184"><a:moveTo><a:pt x="1635971" y="2233711"/></a:moveTo><a:lnTo><a:pt x="1624096" y="2233711"/></a:lnTo></a:path><a:path w="10046970" h="3004184"><a:moveTo><a:pt x="1548504" y="2233711"/></a:moveTo><a:lnTo><a:pt x="1537032" y="2233711"/></a:lnTo></a:path><a:path w="10046970" h="3004184"><a:moveTo><a:pt x="1484639" y="2233711"/></a:moveTo><a:lnTo><a:pt x="1473152" y="2233711"/></a:lnTo></a:path><a:path w="10046970" h="3004184"><a:moveTo><a:pt x="1892034" y="2233711"/></a:moveTo><a:lnTo><a:pt x="1903420" y="2233711"/></a:lnTo></a:path><a:path w="10046970" h="3004184"><a:moveTo><a:pt x="582956" y="2233711"/></a:moveTo><a:lnTo><a:pt x="586633" y="2233711"/></a:lnTo></a:path><a:path w="10046970" h="3004184"><a:moveTo><a:pt x="541616" y="2233711"/></a:moveTo><a:lnTo><a:pt x="555825" y="2233711"/></a:lnTo></a:path><a:path w="10046970" h="3004184"><a:moveTo><a:pt x="852942" y="2233711"/></a:moveTo><a:lnTo><a:pt x="841292" y="2233711"/></a:lnTo></a:path><a:path w="10046970" h="3004184"><a:moveTo><a:pt x="963972" y="2233711"/></a:moveTo><a:lnTo><a:pt x="975917" y="2233711"/></a:lnTo></a:path><a:path w="10046970" h="3004184"><a:moveTo><a:pt x="1004196" y="2233711"/></a:moveTo><a:lnTo><a:pt x="992321" y="2233711"/></a:lnTo></a:path><a:path w="10046970" h="3004184"><a:moveTo><a:pt x="1126194" y="2233711"/></a:moveTo><a:lnTo><a:pt x="1114621" y="2233711"/></a:lnTo></a:path><a:path w="10046970" h="3004184"><a:moveTo><a:pt x="1213614" y="2233711"/></a:moveTo><a:lnTo><a:pt x="1201731" y="2233711"/></a:lnTo></a:path><a:path w="10046970" h="3004184"><a:moveTo><a:pt x="570221" y="2233711"/></a:moveTo><a:lnTo><a:pt x="560378" y="2233711"/></a:lnTo></a:path><a:path w="10046970" h="3004184"><a:moveTo><a:pt x="1271723" y="2233711"/></a:moveTo><a:lnTo><a:pt x="1260182" y="2233711"/></a:lnTo></a:path><a:path w="10046970" h="3004184"><a:moveTo><a:pt x="1173390" y="2233711"/></a:moveTo><a:lnTo><a:pt x="1185335" y="2233711"/></a:lnTo></a:path><a:path w="10046970" h="3004184"><a:moveTo><a:pt x="916807" y="2233711"/></a:moveTo><a:lnTo><a:pt x="905173" y="2233711"/></a:lnTo></a:path><a:path w="10046970" h="3004184"><a:moveTo><a:pt x="754555" y="2233711"/></a:moveTo><a:lnTo><a:pt x="766499" y="2233711"/></a:lnTo></a:path><a:path w="10046970" h="3004184"><a:moveTo><a:pt x="1324062" y="2233711"/></a:moveTo><a:lnTo><a:pt x="1335588" y="2233711"/></a:lnTo></a:path><a:path w="10046970" h="3004184"><a:moveTo><a:pt x="794778" y="2233711"/></a:moveTo><a:lnTo><a:pt x="782904" y="2233711"/></a:lnTo></a:path><a:path w="10046970" h="3004184"><a:moveTo><a:pt x="707412" y="2233711"/></a:moveTo><a:lnTo><a:pt x="695732" y="2233711"/></a:lnTo></a:path><a:path w="10046970" h="3004184"><a:moveTo><a:pt x="643548" y="2233711"/></a:moveTo><a:lnTo><a:pt x="631851" y="2233711"/></a:lnTo></a:path><a:path w="10046970" h="3004184"><a:moveTo><a:pt x="1050741" y="2233711"/></a:moveTo><a:lnTo><a:pt x="1062329" y="2233711"/></a:lnTo></a:path><a:path w="10046970" h="3004184"><a:moveTo><a:pt x="11851" y="2233711"/></a:moveTo><a:lnTo><a:pt x="0" y="2233711"/></a:lnTo></a:path><a:path w="10046970" h="3004184"><a:moveTo><a:pt x="122780" y="2233711"/></a:moveTo><a:lnTo><a:pt x="134725" y="2233711"/></a:lnTo></a:path><a:path w="10046970" h="3004184"><a:moveTo><a:pt x="163004" y="2233711"/></a:moveTo><a:lnTo><a:pt x="151122" y="2233711"/></a:lnTo></a:path><a:path w="10046970" h="3004184"><a:moveTo><a:pt x="285110" y="2233711"/></a:moveTo><a:lnTo><a:pt x="273321" y="2233711"/></a:lnTo></a:path><a:path w="10046970" h="3004184"><a:moveTo><a:pt x="372422" y="2233711"/></a:moveTo><a:lnTo><a:pt x="360539" y="2233711"/></a:lnTo></a:path><a:path w="10046970" h="3004184"><a:moveTo><a:pt x="430632" y="2233711"/></a:moveTo><a:lnTo><a:pt x="418881" y="2233711"/></a:lnTo></a:path><a:path w="10046970" h="3004184"><a:moveTo><a:pt x="332198" y="2233711"/></a:moveTo><a:lnTo><a:pt x="344143" y="2233711"/></a:lnTo></a:path><a:path w="10046970" h="3004184"><a:moveTo><a:pt x="75716" y="2233711"/></a:moveTo><a:lnTo><a:pt x="63880" y="2233711"/></a:lnTo></a:path><a:path w="10046970" h="3004184"><a:moveTo><a:pt x="482762" y="2233711"/></a:moveTo><a:lnTo><a:pt x="494497" y="2233711"/></a:lnTo></a:path><a:path w="10046970" h="3004184"><a:moveTo><a:pt x="209440" y="2233711"/></a:moveTo><a:lnTo><a:pt x="221245" y="2233711"/></a:lnTo></a:path><a:path w="10046970" h="3004184"><a:moveTo><a:pt x="7413580" y="2653399"/></a:moveTo><a:lnTo><a:pt x="7413037" y="2653477"/></a:lnTo></a:path><a:path w="10046970" h="3004184"><a:moveTo><a:pt x="7348195" y="2654097"/></a:moveTo><a:lnTo><a:pt x="7338345" y="2654097"/></a:lnTo></a:path><a:path w="10046970" h="3004184"><a:moveTo><a:pt x="9089775" y="2653710"/></a:moveTo><a:lnTo><a:pt x="9090007" y="2653865"/></a:lnTo></a:path><a:path w="10046970" h="3004184"><a:moveTo><a:pt x="9091248" y="2655183"/></a:moveTo><a:lnTo><a:pt x="9091404" y="2655338"/></a:lnTo></a:path><a:path w="10046970" h="3004184"><a:moveTo><a:pt x="9089309" y="2653167"/></a:moveTo><a:lnTo><a:pt x="9089387" y="2653244"/></a:lnTo><a:lnTo><a:pt x="9089620" y="2653477"/></a:lnTo></a:path><a:path w="10046970" h="3004184"><a:moveTo><a:pt x="9090473" y="2654408"/></a:moveTo><a:lnTo><a:pt x="9090706" y="2654640"/></a:lnTo></a:path><a:path w="10046970" h="3004184"><a:moveTo><a:pt x="9090163" y="2654097"/></a:moveTo><a:lnTo><a:pt x="9090318" y="2654253"/></a:lnTo></a:path><a:path w="10046970" h="3004184"><a:moveTo><a:pt x="9090861" y="2654795"/></a:moveTo><a:lnTo><a:pt x="9091016" y="2655028"/></a:lnTo></a:path><a:path w="10046970" h="3004184"><a:moveTo><a:pt x="9098074" y="2653244"/></a:moveTo><a:lnTo><a:pt x="9101487" y="2653244"/></a:lnTo></a:path><a:path w="10046970" h="3004184"><a:moveTo><a:pt x="4901002" y="2233711"/></a:moveTo><a:lnTo><a:pt x="4914094" y="2233711"/></a:lnTo></a:path><a:path w="10046970" h="3004184"><a:moveTo><a:pt x="4837130" y="2233711"/></a:moveTo><a:lnTo><a:pt x="4850222" y="2233711"/></a:lnTo></a:path><a:path w="10046970" h="3004184"><a:moveTo><a:pt x="2745473" y="2233711"/></a:moveTo><a:lnTo><a:pt x="2733335" y="2233711"/></a:lnTo></a:path><a:path w="10046970" h="3004184"><a:moveTo><a:pt x="4059810" y="2233711"/></a:moveTo><a:lnTo><a:pt x="4072902" y="2233711"/></a:lnTo></a:path><a:path w="10046970" h="3004184"><a:moveTo><a:pt x="4205355" y="2233711"/></a:moveTo><a:lnTo><a:pt x="4218448" y="2233711"/></a:lnTo></a:path><a:path w="10046970" h="3004184"><a:moveTo><a:pt x="4478645" y="2233711"/></a:moveTo><a:lnTo><a:pt x="4491738" y="2233711"/></a:lnTo></a:path><a:path w="10046970" h="3004184"><a:moveTo><a:pt x="4624191" y="2233711"/></a:moveTo><a:lnTo><a:pt x="4637275" y="2233711"/></a:lnTo></a:path><a:path w="10046970" h="3004184"><a:moveTo><a:pt x="3995937" y="2233711"/></a:moveTo><a:lnTo><a:pt x="4009030" y="2233711"/></a:lnTo></a:path><a:path w="10046970" h="3004184"><a:moveTo><a:pt x="4269228" y="2233711"/></a:moveTo><a:lnTo><a:pt x="4282320" y="2233711"/></a:lnTo></a:path><a:path w="10046970" h="3004184"><a:moveTo><a:pt x="4688063" y="2233711"/></a:moveTo><a:lnTo><a:pt x="4701148" y="2233711"/></a:lnTo></a:path><a:path w="10046970" h="3004184"><a:moveTo><a:pt x="4414773" y="2233711"/></a:moveTo><a:lnTo><a:pt x="4427865" y="2233711"/></a:lnTo></a:path><a:path w="10046970" h="3004184"><a:moveTo><a:pt x="3364163" y="2233711"/></a:moveTo><a:lnTo><a:pt x="3377248" y="2233711"/></a:lnTo></a:path><a:path w="10046970" h="3004184"><a:moveTo><a:pt x="3637453" y="2233711"/></a:moveTo><a:lnTo><a:pt x="3650538" y="2233711"/></a:lnTo></a:path><a:path w="10046970" h="3004184"><a:moveTo><a:pt x="3782998" y="2233711"/></a:moveTo><a:lnTo><a:pt x="3796083" y="2233711"/></a:lnTo></a:path><a:path w="10046970" h="3004184"><a:moveTo><a:pt x="3428035" y="2233711"/></a:moveTo><a:lnTo><a:pt x="3441120" y="2233711"/></a:lnTo></a:path><a:path w="10046970" h="3004184"><a:moveTo><a:pt x="3846871" y="2233711"/></a:moveTo><a:lnTo><a:pt x="3859956" y="2233711"/></a:lnTo></a:path><a:path w="10046970" h="3004184"><a:moveTo><a:pt x="3573581" y="2233711"/></a:moveTo><a:lnTo><a:pt x="3586665" y="2233711"/></a:lnTo></a:path><a:path w="10046970" h="3004184"><a:moveTo><a:pt x="9089465" y="2979083"/></a:moveTo><a:lnTo><a:pt x="9089465" y="2978307"/></a:lnTo></a:path></a:pathLst></a:custGeom><a:ln w="3878"><a:solidFill><a:srgbClr val="000000"/></a:solidFill></a:ln></p:spPr><p:txBody><a:bodyPr wrap="square" lIns="0" tIns="0" rIns="0" bIns="0" rtlCol="0"/><a:lstStyle/><a:p/></p:txBody></p:sp><p:pic><p:nvPicPr><p:cNvPr id="349" name="object 349"/><p:cNvPicPr/><p:nvPr/></p:nvPicPr><p:blipFill><a:blip r:embed="rId18" cstate="print"/><a:stretch><a:fillRect/></a:stretch></p:blipFill><p:spPr><a:xfrm><a:off x="8820131" y="693886"/><a:ext cx="8943144" cy="5199050"/></a:xfrm><a:prstGeom prst="rect"><a:avLst/></a:prstGeom></p:spPr></p:pic><p:sp><p:nvSpPr><p:cNvPr id="350" name="object 350"/><p:cNvSpPr/><p:nvPr/></p:nvSpPr><p:spPr><a:xfrm><a:off x="8820130" y="1880152"/><a:ext cx="8943340" cy="3994785"/></a:xfrm><a:custGeom><a:avLst/><a:gdLst/><a:ahLst/><a:cxnLst/><a:rect l="l" t="t" r="r" b="b"/><a:pathLst><a:path w="8943340" h="3994785"><a:moveTo><a:pt x="3659302" y="0"/></a:moveTo><a:lnTo><a:pt x="3659302" y="424326"/></a:lnTo></a:path><a:path w="8943340" h="3994785"><a:moveTo><a:pt x="6872235" y="3001715"/></a:moveTo><a:lnTo><a:pt x="6872235" y="3040310"/></a:lnTo></a:path><a:path w="8943340" h="3994785"><a:moveTo><a:pt x="8350957" y="2588239"/></a:moveTo><a:lnTo><a:pt x="8350957" y="2634784"/></a:lnTo></a:path><a:path w="8943340" h="3994785"><a:moveTo><a:pt x="7979357" y="2634808"/></a:moveTo><a:lnTo><a:pt x="7979357" y="2634986"/></a:lnTo></a:path><a:path w="8943340" h="3994785"><a:moveTo><a:pt x="8350259" y="2513997"/></a:moveTo><a:lnTo><a:pt x="8350259" y="2583632"/></a:lnTo></a:path><a:path w="8943340" h="3994785"><a:moveTo><a:pt x="8351577" y="2659899"/></a:moveTo><a:lnTo><a:pt x="8351577" y="2729705"/></a:lnTo></a:path><a:path w="8943340" h="3994785"><a:moveTo><a:pt x="7979977" y="2729728"/></a:moveTo><a:lnTo><a:pt x="7979977" y="2729907"/></a:lnTo></a:path><a:path w="8943340" h="3994785"><a:moveTo><a:pt x="8348863" y="2369398"/></a:moveTo><a:lnTo><a:pt x="8348863" y="2400857"/></a:lnTo></a:path><a:path w="8943340" h="3994785"><a:moveTo><a:pt x="8352973" y="2807089"/></a:moveTo><a:lnTo><a:pt x="8352973" y="2853626"/></a:lnTo></a:path><a:path w="8943340" h="3994785"><a:moveTo><a:pt x="7981373" y="2853657"/></a:moveTo><a:lnTo><a:pt x="7981373" y="2853828"/></a:lnTo></a:path><a:path w="8943340" h="3994785"><a:moveTo><a:pt x="4079999" y="3001754"/></a:moveTo><a:lnTo><a:pt x="4079999" y="3040364"/></a:lnTo></a:path><a:path w="8943340" h="3994785"><a:moveTo><a:pt x="8352275" y="2734141"/></a:moveTo><a:lnTo><a:pt x="8352275" y="2803947"/></a:lnTo></a:path><a:path w="8943340" h="3994785"><a:moveTo><a:pt x="7980675" y="2803971"/></a:moveTo><a:lnTo><a:pt x="7980675" y="2804149"/></a:lnTo></a:path><a:path w="8943340" h="3994785"><a:moveTo><a:pt x="8349561" y="2442345"/></a:moveTo><a:lnTo><a:pt x="8349561" y="2492241"/></a:lnTo></a:path><a:path w="8943340" h="3994785"><a:moveTo><a:pt x="5476117" y="3001739"/></a:moveTo><a:lnTo><a:pt x="5476117" y="3040333"/></a:lnTo></a:path><a:path w="8943340" h="3994785"><a:moveTo><a:pt x="7349087" y="2652538"/></a:moveTo><a:lnTo><a:pt x="7349087" y="2978299"/></a:lnTo></a:path><a:path w="8943340" h="3994785"><a:moveTo><a:pt x="8268353" y="3001700"/></a:moveTo><a:lnTo><a:pt x="8268353" y="3040279"/></a:lnTo></a:path><a:path w="8943340" h="3994785"><a:moveTo><a:pt x="7346062" y="424319"/></a:moveTo><a:lnTo><a:pt x="7346062" y="418742"/></a:lnTo></a:path><a:path w="8943340" h="3994785"><a:moveTo><a:pt x="5631552" y="424319"/></a:moveTo><a:lnTo><a:pt x="5631552" y="419006"/></a:lnTo></a:path><a:path w="8943340" h="3994785"><a:moveTo><a:pt x="3886404" y="424326"/></a:moveTo><a:lnTo><a:pt x="3886404" y="419269"/></a:lnTo></a:path><a:path w="8943340" h="3994785"><a:moveTo><a:pt x="2137611" y="424326"/></a:moveTo><a:lnTo><a:pt x="2137611" y="419541"/></a:lnTo></a:path><a:path w="8943340" h="3994785"><a:moveTo><a:pt x="2141257" y="424326"/></a:moveTo><a:lnTo><a:pt x="2141257" y="420440"/></a:lnTo></a:path><a:path w="8943340" h="3994785"><a:moveTo><a:pt x="2815427" y="424326"/></a:moveTo><a:lnTo><a:pt x="2815427" y="420440"/></a:lnTo></a:path><a:path w="8943340" h="3994785"><a:moveTo><a:pt x="2815970" y="424326"/></a:moveTo><a:lnTo><a:pt x="2815892" y="217"/></a:lnTo></a:path><a:path w="8943340" h="3994785"><a:moveTo><a:pt x="2817055" y="424326"/></a:moveTo><a:lnTo><a:pt x="2816978" y="1279"/></a:lnTo></a:path><a:path w="8943340" h="3994785"><a:moveTo><a:pt x="0" y="3969101"/></a:moveTo><a:lnTo><a:pt x="2042443" y="3097202"/></a:lnTo></a:path><a:path w="8943340" h="3994785"><a:moveTo><a:pt x="0" y="3937843"/></a:moveTo><a:lnTo><a:pt x="2042443" y="3089996"/></a:lnTo></a:path><a:path w="8943340" h="3994785"><a:moveTo><a:pt x="0" y="3974600"/></a:moveTo><a:lnTo><a:pt x="2654873" y="3078060"/></a:lnTo><a:lnTo><a:pt x="55069" y="3993230"/></a:lnTo></a:path><a:path w="8943340" h="3994785"><a:moveTo><a:pt x="2042443" y="2811890"/></a:moveTo><a:lnTo><a:pt x="0" y="3691855"/></a:lnTo></a:path><a:path w="8943340" h="3994785"><a:moveTo><a:pt x="0" y="3922936"/></a:moveTo><a:lnTo><a:pt x="2042443" y="2865059"/></a:lnTo></a:path><a:path w="8943340" h="3994785"><a:moveTo><a:pt x="55069" y="3993230"/></a:moveTo><a:lnTo><a:pt x="2655959" y="3338451"/></a:lnTo><a:lnTo><a:pt x="147057" y="3991827"/></a:lnTo></a:path><a:path w="8943340" h="3994785"><a:moveTo><a:pt x="6702297" y="1861630"/></a:moveTo><a:lnTo><a:pt x="6702297" y="424311"/></a:lnTo></a:path><a:path w="8943340" h="3994785"><a:moveTo><a:pt x="6700435" y="1861630"/></a:moveTo><a:lnTo><a:pt x="6700435" y="424311"/></a:lnTo></a:path><a:path w="8943340" h="3994785"><a:moveTo><a:pt x="6897133" y="2652515"/></a:moveTo><a:lnTo><a:pt x="6897133" y="424311"/></a:lnTo></a:path><a:path w="8943340" h="3994785"><a:moveTo><a:pt x="6895271" y="2652515"/></a:moveTo><a:lnTo><a:pt x="6895271" y="424311"/></a:lnTo></a:path><a:path w="8943340" h="3994785"><a:moveTo><a:pt x="7106550" y="2652515"/></a:moveTo><a:lnTo><a:pt x="7106550" y="424311"/></a:lnTo></a:path><a:path w="8943340" h="3994785"><a:moveTo><a:pt x="7104689" y="2652515"/></a:moveTo><a:lnTo><a:pt x="7104689" y="424311"/></a:lnTo></a:path><a:path w="8943340" h="3994785"><a:moveTo><a:pt x="6822130" y="2652523"/></a:moveTo><a:lnTo><a:pt x="6822130" y="424319"/></a:lnTo></a:path><a:path w="8943340" h="3994785"><a:moveTo><a:pt x="6774817" y="2652523"/></a:moveTo><a:lnTo><a:pt x="6774817" y="424319"/></a:lnTo></a:path><a:path w="8943340" h="3994785"><a:moveTo><a:pt x="6836944" y="2652523"/></a:moveTo><a:lnTo><a:pt x="6836944" y="424319"/></a:lnTo></a:path><a:path w="8943340" h="3994785"><a:moveTo><a:pt x="6823836" y="2652523"/></a:moveTo><a:lnTo><a:pt x="6823836" y="424319"/></a:lnTo></a:path><a:path w="8943340" h="3994785"><a:moveTo><a:pt x="6911714" y="2652515"/></a:moveTo><a:lnTo><a:pt x="6911714" y="424311"/></a:lnTo></a:path><a:path w="8943340" h="3994785"><a:moveTo><a:pt x="6909775" y="2652515"/></a:moveTo><a:lnTo><a:pt x="6909775" y="424311"/></a:lnTo></a:path><a:path w="8943340" h="3994785"><a:moveTo><a:pt x="6969421" y="2652523"/></a:moveTo><a:lnTo><a:pt x="6969421" y="424319"/></a:lnTo></a:path><a:path w="8943340" h="3994785"><a:moveTo><a:pt x="6967714" y="2652523"/></a:moveTo><a:lnTo><a:pt x="6967714" y="424319"/></a:lnTo></a:path><a:path w="8943340" h="3994785"><a:moveTo><a:pt x="6982529" y="2652523"/></a:moveTo><a:lnTo><a:pt x="6982529" y="424319"/></a:lnTo></a:path><a:path w="8943340" h="3994785"><a:moveTo><a:pt x="7046362" y="2652523"/></a:moveTo><a:lnTo><a:pt x="7046362" y="424319"/></a:lnTo></a:path><a:path w="8943340" h="3994785"><a:moveTo><a:pt x="7033254" y="2652523"/></a:moveTo><a:lnTo><a:pt x="7033254" y="424319"/></a:lnTo></a:path><a:path w="8943340" h="3994785"><a:moveTo><a:pt x="7092822" y="2652523"/></a:moveTo><a:lnTo><a:pt x="7092822" y="424319"/></a:lnTo></a:path><a:path w="8943340" h="3994785"><a:moveTo><a:pt x="7048069" y="2652523"/></a:moveTo><a:lnTo><a:pt x="7048069" y="424319"/></a:lnTo></a:path><a:path w="8943340" h="3994785"><a:moveTo><a:pt x="6773111" y="2652523"/></a:moveTo><a:lnTo><a:pt x="6773111" y="424319"/></a:lnTo></a:path><a:path w="8943340" h="3994785"><a:moveTo><a:pt x="6760003" y="2652523"/></a:moveTo><a:lnTo><a:pt x="6760003" y="424319"/></a:lnTo></a:path><a:path w="8943340" h="3994785"><a:moveTo><a:pt x="6714241" y="1861638"/></a:moveTo><a:lnTo><a:pt x="6714241" y="424319"/></a:lnTo></a:path><a:path w="8943340" h="3994785"><a:moveTo><a:pt x="6838651" y="2652523"/></a:moveTo><a:lnTo><a:pt x="6838651" y="424319"/></a:lnTo></a:path><a:path w="8943340" h="3994785"><a:moveTo><a:pt x="6883404" y="2652523"/></a:moveTo><a:lnTo><a:pt x="6883404" y="424319"/></a:lnTo></a:path><a:path w="8943340" h="3994785"><a:moveTo><a:pt x="6899847" y="2652515"/></a:moveTo><a:lnTo><a:pt x="6899847" y="424311"/></a:lnTo></a:path><a:path w="8943340" h="3994785"><a:moveTo><a:pt x="6907138" y="2652515"/></a:moveTo><a:lnTo><a:pt x="6907138" y="424311"/></a:lnTo></a:path><a:path w="8943340" h="3994785"><a:moveTo><a:pt x="6923659" y="2652523"/></a:moveTo><a:lnTo><a:pt x="6923659" y="424319"/></a:lnTo></a:path><a:path w="8943340" h="3994785"><a:moveTo><a:pt x="7031548" y="2652523"/></a:moveTo><a:lnTo><a:pt x="7031548" y="424319"/></a:lnTo></a:path><a:path w="8943340" h="3994785"><a:moveTo><a:pt x="6984235" y="2652523"/></a:moveTo><a:lnTo><a:pt x="6984235" y="424319"/></a:lnTo></a:path><a:path w="8943340" h="3994785"><a:moveTo><a:pt x="7112910" y="2652515"/></a:moveTo><a:lnTo><a:pt x="7112910" y="424311"/></a:lnTo></a:path><a:path w="8943340" h="3994785"><a:moveTo><a:pt x="7109265" y="2652515"/></a:moveTo><a:lnTo><a:pt x="7109265" y="424311"/></a:lnTo></a:path><a:path w="8943340" h="3994785"><a:moveTo><a:pt x="7116556" y="2652515"/></a:moveTo><a:lnTo><a:pt x="7116556" y="424311"/></a:lnTo></a:path><a:path w="8943340" h="3994785"><a:moveTo><a:pt x="7119193" y="2652515"/></a:moveTo><a:lnTo><a:pt x="7119193" y="424311"/></a:lnTo></a:path><a:path w="8943340" h="3994785"><a:moveTo><a:pt x="6903493" y="2652515"/></a:moveTo><a:lnTo><a:pt x="6903493" y="424311"/></a:lnTo></a:path><a:path w="8943340" h="3994785"><a:moveTo><a:pt x="7121132" y="2652515"/></a:moveTo><a:lnTo><a:pt x="7121132" y="424311"/></a:lnTo></a:path><a:path w="8943340" h="3994785"><a:moveTo><a:pt x="6758296" y="2652523"/></a:moveTo><a:lnTo><a:pt x="6758296" y="424319"/></a:lnTo></a:path><a:path w="8943340" h="3994785"><a:moveTo><a:pt x="7242672" y="2652523"/></a:moveTo><a:lnTo><a:pt x="7242672" y="424319"/></a:lnTo></a:path><a:path w="8943340" h="3994785"><a:moveTo><a:pt x="7240965" y="2652523"/></a:moveTo><a:lnTo><a:pt x="7240965" y="424319"/></a:lnTo></a:path><a:path w="8943340" h="3994785"><a:moveTo><a:pt x="7255780" y="2652523"/></a:moveTo><a:lnTo><a:pt x="7255780" y="424319"/></a:lnTo></a:path><a:path w="8943340" h="3994785"><a:moveTo><a:pt x="7178838" y="2652523"/></a:moveTo><a:lnTo><a:pt x="7178838" y="424319"/></a:lnTo></a:path><a:path w="8943340" h="3994785"><a:moveTo><a:pt x="7177132" y="2652523"/></a:moveTo><a:lnTo><a:pt x="7177132" y="424319"/></a:lnTo></a:path><a:path w="8943340" h="3994785"><a:moveTo><a:pt x="7191946" y="2652523"/></a:moveTo><a:lnTo><a:pt x="7191946" y="424319"/></a:lnTo></a:path><a:path w="8943340" h="3994785"><a:moveTo><a:pt x="7302240" y="2652523"/></a:moveTo><a:lnTo><a:pt x="7302240" y="424319"/></a:lnTo></a:path><a:path w="8943340" h="3994785"><a:moveTo><a:pt x="7257486" y="2652523"/></a:moveTo><a:lnTo><a:pt x="7257486" y="424319"/></a:lnTo></a:path><a:path w="8943340" h="3994785"><a:moveTo><a:pt x="7318217" y="2652515"/></a:moveTo><a:lnTo><a:pt x="7318217" y="424311"/></a:lnTo></a:path><a:path w="8943340" h="3994785"><a:moveTo><a:pt x="7316356" y="2652515"/></a:moveTo><a:lnTo><a:pt x="7316356" y="424311"/></a:lnTo></a:path><a:path w="8943340" h="3994785"><a:moveTo><a:pt x="7320932" y="2652515"/></a:moveTo><a:lnTo><a:pt x="7320932" y="424311"/></a:lnTo></a:path><a:path w="8943340" h="3994785"><a:moveTo><a:pt x="7193653" y="2652523"/></a:moveTo><a:lnTo><a:pt x="7193653" y="424319"/></a:lnTo></a:path><a:path w="8943340" h="3994785"><a:moveTo><a:pt x="7330782" y="2652515"/></a:moveTo><a:lnTo><a:pt x="7330782" y="424311"/></a:lnTo></a:path><a:path w="8943340" h="3994785"><a:moveTo><a:pt x="7133077" y="2652523"/></a:moveTo><a:lnTo><a:pt x="7133077" y="424319"/></a:lnTo></a:path><a:path w="8943340" h="3994785"><a:moveTo><a:pt x="7335281" y="2652515"/></a:moveTo><a:lnTo><a:pt x="7335281" y="424311"/></a:lnTo></a:path><a:path w="8943340" h="3994785"><a:moveTo><a:pt x="7333420" y="2652515"/></a:moveTo><a:lnTo><a:pt x="7333420" y="424311"/></a:lnTo></a:path><a:path w="8943340" h="3994785"><a:moveTo><a:pt x="7347226" y="2652523"/></a:moveTo><a:lnTo><a:pt x="7347226" y="424319"/></a:lnTo></a:path><a:path w="8943340" h="3994785"><a:moveTo><a:pt x="6690430" y="1861638"/></a:moveTo><a:lnTo><a:pt x="6690430" y="424311"/></a:lnTo></a:path><a:path w="8943340" h="3994785"><a:moveTo><a:pt x="6687715" y="1861638"/></a:moveTo><a:lnTo><a:pt x="6687715" y="424311"/></a:lnTo></a:path><a:path w="8943340" h="3994785"><a:moveTo><a:pt x="6694075" y="1861638"/></a:moveTo><a:lnTo><a:pt x="6694075" y="424311"/></a:lnTo></a:path><a:path w="8943340" h="3994785"><a:moveTo><a:pt x="6697720" y="1861630"/></a:moveTo><a:lnTo><a:pt x="6697720" y="424311"/></a:lnTo></a:path><a:path w="8943340" h="3994785"><a:moveTo><a:pt x="6685853" y="1861638"/></a:moveTo><a:lnTo><a:pt x="6685853" y="424311"/></a:lnTo></a:path><a:path w="8943340" h="3994785"><a:moveTo><a:pt x="6673986" y="1861638"/></a:moveTo><a:lnTo><a:pt x="6673986" y="424319"/></a:lnTo></a:path><a:path w="8943340" h="3994785"><a:moveTo><a:pt x="6563693" y="2652523"/></a:moveTo><a:lnTo><a:pt x="6563693" y="424319"/></a:lnTo></a:path><a:path w="8943340" h="3994785"><a:moveTo><a:pt x="6550585" y="2652523"/></a:moveTo><a:lnTo><a:pt x="6550585" y="424319"/></a:lnTo></a:path><a:path w="8943340" h="3994785"><a:moveTo><a:pt x="6565400" y="2652523"/></a:moveTo><a:lnTo><a:pt x="6565400" y="424319"/></a:lnTo></a:path><a:path w="8943340" h="3994785"><a:moveTo><a:pt x="6614419" y="2652523"/></a:moveTo><a:lnTo><a:pt x="6614419" y="424319"/></a:lnTo></a:path><a:path w="8943340" h="3994785"><a:moveTo><a:pt x="6612712" y="2652523"/></a:moveTo><a:lnTo><a:pt x="6612712" y="424319"/></a:lnTo></a:path><a:path w="8943340" h="3994785"><a:moveTo><a:pt x="6629233" y="2652523"/></a:moveTo><a:lnTo><a:pt x="6629233" y="424319"/></a:lnTo></a:path><a:path w="8943340" h="3994785"><a:moveTo><a:pt x="6627527" y="2652523"/></a:moveTo><a:lnTo><a:pt x="6627527" y="424319"/></a:lnTo></a:path><a:path w="8943340" h="3994785"><a:moveTo><a:pt x="6548879" y="2652523"/></a:moveTo><a:lnTo><a:pt x="6548879" y="424319"/></a:lnTo></a:path><a:path w="8943340" h="3994785"><a:moveTo><a:pt x="5861058" y="2652515"/></a:moveTo><a:lnTo><a:pt x="5861058" y="424319"/></a:lnTo></a:path><a:path w="8943340" h="3994785"><a:moveTo><a:pt x="5859196" y="2652515"/></a:moveTo><a:lnTo><a:pt x="5859196" y="424319"/></a:lnTo></a:path><a:path w="8943340" h="3994785"><a:moveTo><a:pt x="6055972" y="2652515"/></a:moveTo><a:lnTo><a:pt x="6055972" y="424319"/></a:lnTo></a:path><a:path w="8943340" h="3994785"><a:moveTo><a:pt x="6054110" y="2652515"/></a:moveTo><a:lnTo><a:pt x="6054110" y="424319"/></a:lnTo></a:path><a:path w="8943340" h="3994785"><a:moveTo><a:pt x="6265389" y="2652515"/></a:moveTo><a:lnTo><a:pt x="6265389" y="424311"/></a:lnTo></a:path><a:path w="8943340" h="3994785"><a:moveTo><a:pt x="6263528" y="2652515"/></a:moveTo><a:lnTo><a:pt x="6263528" y="424311"/></a:lnTo></a:path><a:path w="8943340" h="3994785"><a:moveTo><a:pt x="5980969" y="2652531"/></a:moveTo><a:lnTo><a:pt x="5980969" y="424326"/></a:lnTo></a:path><a:path w="8943340" h="3994785"><a:moveTo><a:pt x="5933579" y="2652531"/></a:moveTo><a:lnTo><a:pt x="5933579" y="424326"/></a:lnTo></a:path><a:path w="8943340" h="3994785"><a:moveTo><a:pt x="5995783" y="2652523"/></a:moveTo><a:lnTo><a:pt x="5995783" y="424319"/></a:lnTo></a:path><a:path w="8943340" h="3994785"><a:moveTo><a:pt x="5982675" y="2652523"/></a:moveTo><a:lnTo><a:pt x="5982675" y="424319"/></a:lnTo></a:path><a:path w="8943340" h="3994785"><a:moveTo><a:pt x="6070476" y="2652515"/></a:moveTo><a:lnTo><a:pt x="6070476" y="424319"/></a:lnTo></a:path><a:path w="8943340" h="3994785"><a:moveTo><a:pt x="6068614" y="2652515"/></a:moveTo><a:lnTo><a:pt x="6068614" y="424319"/></a:lnTo></a:path><a:path w="8943340" h="3994785"><a:moveTo><a:pt x="6128259" y="2652523"/></a:moveTo><a:lnTo><a:pt x="6128259" y="424319"/></a:lnTo></a:path><a:path w="8943340" h="3994785"><a:moveTo><a:pt x="6126553" y="2652531"/></a:moveTo><a:lnTo><a:pt x="6126553" y="424326"/></a:lnTo></a:path><a:path w="8943340" h="3994785"><a:moveTo><a:pt x="6141290" y="2652523"/></a:moveTo><a:lnTo><a:pt x="6141290" y="424319"/></a:lnTo></a:path><a:path w="8943340" h="3994785"><a:moveTo><a:pt x="6205201" y="2652523"/></a:moveTo><a:lnTo><a:pt x="6205201" y="424319"/></a:lnTo></a:path><a:path w="8943340" h="3994785"><a:moveTo><a:pt x="6192093" y="2652523"/></a:moveTo><a:lnTo><a:pt x="6192093" y="424319"/></a:lnTo></a:path><a:path w="8943340" h="3994785"><a:moveTo><a:pt x="6251661" y="2652523"/></a:moveTo><a:lnTo><a:pt x="6251661" y="424326"/></a:lnTo></a:path><a:path w="8943340" h="3994785"><a:moveTo><a:pt x="6206907" y="2652523"/></a:moveTo><a:lnTo><a:pt x="6206907" y="424326"/></a:lnTo></a:path><a:path w="8943340" h="3994785"><a:moveTo><a:pt x="5931872" y="2652523"/></a:moveTo><a:lnTo><a:pt x="5931872" y="424319"/></a:lnTo></a:path><a:path w="8943340" h="3994785"><a:moveTo><a:pt x="5918842" y="2652523"/></a:moveTo><a:lnTo><a:pt x="5918842" y="424319"/></a:lnTo></a:path><a:path w="8943340" h="3994785"><a:moveTo><a:pt x="5873003" y="2652531"/></a:moveTo><a:lnTo><a:pt x="5873003" y="424326"/></a:lnTo></a:path><a:path w="8943340" h="3994785"><a:moveTo><a:pt x="5997490" y="2652531"/></a:moveTo><a:lnTo><a:pt x="5997490" y="424326"/></a:lnTo></a:path><a:path w="8943340" h="3994785"><a:moveTo><a:pt x="6042243" y="2652531"/></a:moveTo><a:lnTo><a:pt x="6042243" y="424326"/></a:lnTo></a:path><a:path w="8943340" h="3994785"><a:moveTo><a:pt x="6058609" y="2652515"/></a:moveTo><a:lnTo><a:pt x="6058609" y="424311"/></a:lnTo></a:path><a:path w="8943340" h="3994785"><a:moveTo><a:pt x="6065977" y="2652515"/></a:moveTo><a:lnTo><a:pt x="6065977" y="424311"/></a:lnTo></a:path><a:path w="8943340" h="3994785"><a:moveTo><a:pt x="6082420" y="2652531"/></a:moveTo><a:lnTo><a:pt x="6082420" y="424326"/></a:lnTo></a:path><a:path w="8943340" h="3994785"><a:moveTo><a:pt x="6190387" y="2652523"/></a:moveTo><a:lnTo><a:pt x="6190387" y="424326"/></a:lnTo></a:path><a:path w="8943340" h="3994785"><a:moveTo><a:pt x="6142996" y="2652531"/></a:moveTo><a:lnTo><a:pt x="6142996" y="424326"/></a:lnTo></a:path><a:path w="8943340" h="3994785"><a:moveTo><a:pt x="6271672" y="2652515"/></a:moveTo><a:lnTo><a:pt x="6271672" y="424311"/></a:lnTo></a:path><a:path w="8943340" h="3994785"><a:moveTo><a:pt x="6268026" y="2652515"/></a:moveTo><a:lnTo><a:pt x="6268026" y="424311"/></a:lnTo></a:path><a:path w="8943340" h="3994785"><a:moveTo><a:pt x="6275395" y="2652515"/></a:moveTo><a:lnTo><a:pt x="6275395" y="424311"/></a:lnTo></a:path><a:path w="8943340" h="3994785"><a:moveTo><a:pt x="6278032" y="2652515"/></a:moveTo><a:lnTo><a:pt x="6278032" y="424311"/></a:lnTo></a:path><a:path w="8943340" h="3994785"><a:moveTo><a:pt x="6062254" y="2652515"/></a:moveTo><a:lnTo><a:pt x="6062254" y="424311"/></a:lnTo></a:path><a:path w="8943340" h="3994785"><a:moveTo><a:pt x="6279893" y="2652515"/></a:moveTo><a:lnTo><a:pt x="6279893" y="424311"/></a:lnTo></a:path><a:path w="8943340" h="3994785"><a:moveTo><a:pt x="5917135" y="2652531"/></a:moveTo><a:lnTo><a:pt x="5917135" y="424326"/></a:lnTo></a:path><a:path w="8943340" h="3994785"><a:moveTo><a:pt x="6401511" y="2652523"/></a:moveTo><a:lnTo><a:pt x="6401511" y="424319"/></a:lnTo></a:path><a:path w="8943340" h="3994785"><a:moveTo><a:pt x="6399804" y="2652523"/></a:moveTo><a:lnTo><a:pt x="6399804" y="424319"/></a:lnTo></a:path><a:path w="8943340" h="3994785"><a:moveTo><a:pt x="6414619" y="2652523"/></a:moveTo><a:lnTo><a:pt x="6414619" y="424319"/></a:lnTo></a:path><a:path w="8943340" h="3994785"><a:moveTo><a:pt x="6337677" y="2652523"/></a:moveTo><a:lnTo><a:pt x="6337677" y="424319"/></a:lnTo></a:path><a:path w="8943340" h="3994785"><a:moveTo><a:pt x="6335971" y="2652523"/></a:moveTo><a:lnTo><a:pt x="6335971" y="424319"/></a:lnTo></a:path><a:path w="8943340" h="3994785"><a:moveTo><a:pt x="6350708" y="2652523"/></a:moveTo><a:lnTo><a:pt x="6350708" y="424319"/></a:lnTo></a:path><a:path w="8943340" h="3994785"><a:moveTo><a:pt x="6461078" y="2652523"/></a:moveTo><a:lnTo><a:pt x="6461078" y="424319"/></a:lnTo></a:path><a:path w="8943340" h="3994785"><a:moveTo><a:pt x="6416325" y="2652523"/></a:moveTo><a:lnTo><a:pt x="6416325" y="424319"/></a:lnTo></a:path><a:path w="8943340" h="3994785"><a:moveTo><a:pt x="6477056" y="2652515"/></a:moveTo><a:lnTo><a:pt x="6477056" y="424311"/></a:lnTo></a:path><a:path w="8943340" h="3994785"><a:moveTo><a:pt x="6475195" y="2652515"/></a:moveTo><a:lnTo><a:pt x="6475195" y="424311"/></a:lnTo></a:path><a:path w="8943340" h="3994785"><a:moveTo><a:pt x="6479693" y="2652515"/></a:moveTo><a:lnTo><a:pt x="6479693" y="424311"/></a:lnTo></a:path><a:path w="8943340" h="3994785"><a:moveTo><a:pt x="6352414" y="2652523"/></a:moveTo><a:lnTo><a:pt x="6352414" y="424319"/></a:lnTo></a:path><a:path w="8943340" h="3994785"><a:moveTo><a:pt x="6489544" y="2652515"/></a:moveTo><a:lnTo><a:pt x="6489544" y="424311"/></a:lnTo></a:path><a:path w="8943340" h="3994785"><a:moveTo><a:pt x="6291838" y="2652523"/></a:moveTo><a:lnTo><a:pt x="6291838" y="424326"/></a:lnTo></a:path><a:path w="8943340" h="3994785"><a:moveTo><a:pt x="6494120" y="2652515"/></a:moveTo><a:lnTo><a:pt x="6494120" y="424311"/></a:lnTo></a:path><a:path w="8943340" h="3994785"><a:moveTo><a:pt x="6492258" y="2652515"/></a:moveTo><a:lnTo><a:pt x="6492258" y="424311"/></a:lnTo></a:path><a:path w="8943340" h="3994785"><a:moveTo><a:pt x="6506064" y="2652523"/></a:moveTo><a:lnTo><a:pt x="6506064" y="424319"/></a:lnTo></a:path><a:path w="8943340" h="3994785"><a:moveTo><a:pt x="5849191" y="2652515"/></a:moveTo><a:lnTo><a:pt x="5849191" y="424311"/></a:lnTo></a:path><a:path w="8943340" h="3994785"><a:moveTo><a:pt x="5846554" y="2652523"/></a:moveTo><a:lnTo><a:pt x="5846554" y="424319"/></a:lnTo></a:path><a:path w="8943340" h="3994785"><a:moveTo><a:pt x="5852836" y="2652515"/></a:moveTo><a:lnTo><a:pt x="5852836" y="424311"/></a:lnTo></a:path><a:path w="8943340" h="3994785"><a:moveTo><a:pt x="5856559" y="2652515"/></a:moveTo><a:lnTo><a:pt x="5856559" y="424311"/></a:lnTo></a:path><a:path w="8943340" h="3994785"><a:moveTo><a:pt x="5844692" y="2652523"/></a:moveTo><a:lnTo><a:pt x="5844692" y="424319"/></a:lnTo></a:path><a:path w="8943340" h="3994785"><a:moveTo><a:pt x="5832825" y="2652531"/></a:moveTo><a:lnTo><a:pt x="5832825" y="424326"/></a:lnTo></a:path><a:path w="8943340" h="3994785"><a:moveTo><a:pt x="5722454" y="2652523"/></a:moveTo><a:lnTo><a:pt x="5722454" y="424319"/></a:lnTo></a:path><a:path w="8943340" h="3994785"><a:moveTo><a:pt x="5709424" y="2652523"/></a:moveTo><a:lnTo><a:pt x="5709424" y="424319"/></a:lnTo></a:path><a:path w="8943340" h="3994785"><a:moveTo><a:pt x="5724161" y="2652531"/></a:moveTo><a:lnTo><a:pt x="5724161" y="424326"/></a:lnTo></a:path><a:path w="8943340" h="3994785"><a:moveTo><a:pt x="5773258" y="2652523"/></a:moveTo><a:lnTo><a:pt x="5773258" y="424319"/></a:lnTo></a:path><a:path w="8943340" h="3994785"><a:moveTo><a:pt x="5771551" y="2652531"/></a:moveTo><a:lnTo><a:pt x="5771551" y="424326"/></a:lnTo></a:path><a:path w="8943340" h="3994785"><a:moveTo><a:pt x="5788072" y="2652531"/></a:moveTo><a:lnTo><a:pt x="5788072" y="424326"/></a:lnTo></a:path><a:path w="8943340" h="3994785"><a:moveTo><a:pt x="5786366" y="2652523"/></a:moveTo><a:lnTo><a:pt x="5786366" y="424319"/></a:lnTo></a:path><a:path w="8943340" h="3994785"><a:moveTo><a:pt x="5707718" y="2652531"/></a:moveTo><a:lnTo><a:pt x="5707718" y="424326"/></a:lnTo></a:path><a:path w="8943340" h="3994785"><a:moveTo><a:pt x="5019897" y="2652523"/></a:moveTo><a:lnTo><a:pt x="5019897" y="424319"/></a:lnTo></a:path><a:path w="8943340" h="3994785"><a:moveTo><a:pt x="5018035" y="2652523"/></a:moveTo><a:lnTo><a:pt x="5018035" y="424319"/></a:lnTo></a:path><a:path w="8943340" h="3994785"><a:moveTo><a:pt x="5214733" y="2652523"/></a:moveTo><a:lnTo><a:pt x="5214733" y="424319"/></a:lnTo></a:path><a:path w="8943340" h="3994785"><a:moveTo><a:pt x="5212871" y="2652523"/></a:moveTo><a:lnTo><a:pt x="5212871" y="424319"/></a:lnTo></a:path><a:path w="8943340" h="3994785"><a:moveTo><a:pt x="5424151" y="2652523"/></a:moveTo><a:lnTo><a:pt x="5424151" y="424319"/></a:lnTo></a:path><a:path w="8943340" h="3994785"><a:moveTo><a:pt x="5422289" y="2652523"/></a:moveTo><a:lnTo><a:pt x="5422289" y="424319"/></a:lnTo></a:path><a:path w="8943340" h="3994785"><a:moveTo><a:pt x="5139808" y="2652531"/></a:moveTo><a:lnTo><a:pt x="5139808" y="424326"/></a:lnTo></a:path><a:path w="8943340" h="3994785"><a:moveTo><a:pt x="5092417" y="2652531"/></a:moveTo><a:lnTo><a:pt x="5092417" y="424326"/></a:lnTo></a:path><a:path w="8943340" h="3994785"><a:moveTo><a:pt x="5154545" y="2652531"/></a:moveTo><a:lnTo><a:pt x="5154545" y="424326"/></a:lnTo></a:path><a:path w="8943340" h="3994785"><a:moveTo><a:pt x="5141514" y="2652531"/></a:moveTo><a:lnTo><a:pt x="5141514" y="424326"/></a:lnTo></a:path><a:path w="8943340" h="3994785"><a:moveTo><a:pt x="5229315" y="2652523"/></a:moveTo><a:lnTo><a:pt x="5229315" y="424319"/></a:lnTo></a:path><a:path w="8943340" h="3994785"><a:moveTo><a:pt x="5227453" y="2652523"/></a:moveTo><a:lnTo><a:pt x="5227453" y="424319"/></a:lnTo></a:path><a:path w="8943340" h="3994785"><a:moveTo><a:pt x="5287021" y="1861653"/></a:moveTo><a:lnTo><a:pt x="5287021" y="424326"/></a:lnTo></a:path><a:path w="8943340" h="3994785"><a:moveTo><a:pt x="5285314" y="1861653"/></a:moveTo><a:lnTo><a:pt x="5285314" y="424326"/></a:lnTo></a:path><a:path w="8943340" h="3994785"><a:moveTo><a:pt x="5300129" y="1861653"/></a:moveTo><a:lnTo><a:pt x="5300129" y="424326"/></a:lnTo></a:path><a:path w="8943340" h="3994785"><a:moveTo><a:pt x="5363962" y="2652523"/></a:moveTo><a:lnTo><a:pt x="5363962" y="424326"/></a:lnTo></a:path><a:path w="8943340" h="3994785"><a:moveTo><a:pt x="5350932" y="2652523"/></a:moveTo><a:lnTo><a:pt x="5350932" y="424326"/></a:lnTo></a:path><a:path w="8943340" h="3994785"><a:moveTo><a:pt x="5410422" y="2652531"/></a:moveTo><a:lnTo><a:pt x="5410422" y="424326"/></a:lnTo></a:path><a:path w="8943340" h="3994785"><a:moveTo><a:pt x="5365746" y="2652531"/></a:moveTo><a:lnTo><a:pt x="5365746" y="424326"/></a:lnTo></a:path><a:path w="8943340" h="3994785"><a:moveTo><a:pt x="5090711" y="2652531"/></a:moveTo><a:lnTo><a:pt x="5090711" y="424326"/></a:lnTo></a:path><a:path w="8943340" h="3994785"><a:moveTo><a:pt x="5077603" y="2652531"/></a:moveTo><a:lnTo><a:pt x="5077603" y="424326"/></a:lnTo></a:path><a:path w="8943340" h="3994785"><a:moveTo><a:pt x="5031841" y="2652531"/></a:moveTo><a:lnTo><a:pt x="5031841" y="424326"/></a:lnTo></a:path><a:path w="8943340" h="3994785"><a:moveTo><a:pt x="5156329" y="2652531"/></a:moveTo><a:lnTo><a:pt x="5156329" y="424326"/></a:lnTo></a:path><a:path w="8943340" h="3994785"><a:moveTo><a:pt x="5201004" y="2652531"/></a:moveTo><a:lnTo><a:pt x="5201004" y="424326"/></a:lnTo></a:path><a:path w="8943340" h="3994785"><a:moveTo><a:pt x="5217448" y="2652515"/></a:moveTo><a:lnTo><a:pt x="5217448" y="424311"/></a:lnTo></a:path><a:path w="8943340" h="3994785"><a:moveTo><a:pt x="5224738" y="2652515"/></a:moveTo><a:lnTo><a:pt x="5224738" y="424311"/></a:lnTo></a:path><a:path w="8943340" h="3994785"><a:moveTo><a:pt x="5241259" y="2652531"/></a:moveTo><a:lnTo><a:pt x="5241259" y="424326"/></a:lnTo></a:path><a:path w="8943340" h="3994785"><a:moveTo><a:pt x="5349226" y="2652531"/></a:moveTo><a:lnTo><a:pt x="5349226" y="424326"/></a:lnTo></a:path><a:path w="8943340" h="3994785"><a:moveTo><a:pt x="5301835" y="1861653"/></a:moveTo><a:lnTo><a:pt x="5301835" y="424326"/></a:lnTo></a:path><a:path w="8943340" h="3994785"><a:moveTo><a:pt x="5430511" y="2652515"/></a:moveTo><a:lnTo><a:pt x="5430511" y="424311"/></a:lnTo></a:path><a:path w="8943340" h="3994785"><a:moveTo><a:pt x="5426865" y="2652515"/></a:moveTo><a:lnTo><a:pt x="5426865" y="424311"/></a:lnTo></a:path><a:path w="8943340" h="3994785"><a:moveTo><a:pt x="5434156" y="2652515"/></a:moveTo><a:lnTo><a:pt x="5434156" y="424311"/></a:lnTo></a:path><a:path w="8943340" h="3994785"><a:moveTo><a:pt x="5436871" y="2652523"/></a:moveTo><a:lnTo><a:pt x="5436871" y="424319"/></a:lnTo></a:path><a:path w="8943340" h="3994785"><a:moveTo><a:pt x="5221093" y="2652515"/></a:moveTo><a:lnTo><a:pt x="5221093" y="424311"/></a:lnTo></a:path><a:path w="8943340" h="3994785"><a:moveTo><a:pt x="5438732" y="2652523"/></a:moveTo><a:lnTo><a:pt x="5438732" y="424319"/></a:lnTo></a:path><a:path w="8943340" h="3994785"><a:moveTo><a:pt x="5075897" y="2652531"/></a:moveTo><a:lnTo><a:pt x="5075897" y="424326"/></a:lnTo></a:path><a:path w="8943340" h="3994785"><a:moveTo><a:pt x="5560350" y="2652523"/></a:moveTo><a:lnTo><a:pt x="5560350" y="424319"/></a:lnTo></a:path><a:path w="8943340" h="3994785"><a:moveTo><a:pt x="5558643" y="2652531"/></a:moveTo><a:lnTo><a:pt x="5558643" y="424326"/></a:lnTo></a:path><a:path w="8943340" h="3994785"><a:moveTo><a:pt x="5573380" y="2652523"/></a:moveTo><a:lnTo><a:pt x="5573380" y="424319"/></a:lnTo></a:path><a:path w="8943340" h="3994785"><a:moveTo><a:pt x="5496438" y="2652523"/></a:moveTo><a:lnTo><a:pt x="5496438" y="424319"/></a:lnTo></a:path><a:path w="8943340" h="3994785"><a:moveTo><a:pt x="5494732" y="2652531"/></a:moveTo><a:lnTo><a:pt x="5494732" y="424326"/></a:lnTo></a:path><a:path w="8943340" h="3994785"><a:moveTo><a:pt x="5509546" y="2652523"/></a:moveTo><a:lnTo><a:pt x="5509546" y="424319"/></a:lnTo></a:path><a:path w="8943340" h="3994785"><a:moveTo><a:pt x="5619840" y="2652531"/></a:moveTo><a:lnTo><a:pt x="5619840" y="424326"/></a:lnTo></a:path><a:path w="8943340" h="3994785"><a:moveTo><a:pt x="5575164" y="2652531"/></a:moveTo><a:lnTo><a:pt x="5575164" y="424326"/></a:lnTo></a:path><a:path w="8943340" h="3994785"><a:moveTo><a:pt x="5635818" y="2652515"/></a:moveTo><a:lnTo><a:pt x="5635818" y="424311"/></a:lnTo></a:path><a:path w="8943340" h="3994785"><a:moveTo><a:pt x="5633956" y="2652515"/></a:moveTo><a:lnTo><a:pt x="5633956" y="424311"/></a:lnTo></a:path><a:path w="8943340" h="3994785"><a:moveTo><a:pt x="5638532" y="2652515"/></a:moveTo><a:lnTo><a:pt x="5638532" y="424311"/></a:lnTo></a:path><a:path w="8943340" h="3994785"><a:moveTo><a:pt x="5511253" y="2652531"/></a:moveTo><a:lnTo><a:pt x="5511253" y="424326"/></a:lnTo></a:path><a:path w="8943340" h="3994785"><a:moveTo><a:pt x="5648383" y="2652515"/></a:moveTo><a:lnTo><a:pt x="5648383" y="424311"/></a:lnTo></a:path><a:path w="8943340" h="3994785"><a:moveTo><a:pt x="5450677" y="2652531"/></a:moveTo><a:lnTo><a:pt x="5450677" y="424326"/></a:lnTo></a:path><a:path w="8943340" h="3994785"><a:moveTo><a:pt x="5652881" y="2652515"/></a:moveTo><a:lnTo><a:pt x="5652881" y="424311"/></a:lnTo></a:path><a:path w="8943340" h="3994785"><a:moveTo><a:pt x="5651020" y="2652515"/></a:moveTo><a:lnTo><a:pt x="5651020" y="424311"/></a:lnTo></a:path><a:path w="8943340" h="3994785"><a:moveTo><a:pt x="5664826" y="2652523"/></a:moveTo><a:lnTo><a:pt x="5664826" y="424319"/></a:lnTo></a:path><a:path w="8943340" h="3994785"><a:moveTo><a:pt x="5008030" y="2652515"/></a:moveTo><a:lnTo><a:pt x="5008030" y="424311"/></a:lnTo></a:path><a:path w="8943340" h="3994785"><a:moveTo><a:pt x="5005315" y="2652523"/></a:moveTo><a:lnTo><a:pt x="5005315" y="424319"/></a:lnTo></a:path><a:path w="8943340" h="3994785"><a:moveTo><a:pt x="5011675" y="2652515"/></a:moveTo><a:lnTo><a:pt x="5011675" y="424311"/></a:lnTo></a:path><a:path w="8943340" h="3994785"><a:moveTo><a:pt x="5015321" y="2652515"/></a:moveTo><a:lnTo><a:pt x="5015321" y="424311"/></a:lnTo></a:path><a:path w="8943340" h="3994785"><a:moveTo><a:pt x="5003454" y="2652523"/></a:moveTo><a:lnTo><a:pt x="5003454" y="424319"/></a:lnTo></a:path><a:path w="8943340" h="3994785"><a:moveTo><a:pt x="4991587" y="2652531"/></a:moveTo><a:lnTo><a:pt x="4991587" y="424326"/></a:lnTo></a:path><a:path w="8943340" h="3994785"><a:moveTo><a:pt x="4881293" y="2652531"/></a:moveTo><a:lnTo><a:pt x="4881293" y="424326"/></a:lnTo></a:path><a:path w="8943340" h="3994785"><a:moveTo><a:pt x="4868185" y="2652531"/></a:moveTo><a:lnTo><a:pt x="4868185" y="424326"/></a:lnTo></a:path><a:path w="8943340" h="3994785"><a:moveTo><a:pt x="4883000" y="2652531"/></a:moveTo><a:lnTo><a:pt x="4883000" y="424326"/></a:lnTo></a:path><a:path w="8943340" h="3994785"><a:moveTo><a:pt x="4932097" y="2652531"/></a:moveTo><a:lnTo><a:pt x="4932097" y="424326"/></a:lnTo></a:path><a:path w="8943340" h="3994785"><a:moveTo><a:pt x="4930390" y="2652531"/></a:moveTo><a:lnTo><a:pt x="4930390" y="424326"/></a:lnTo></a:path><a:path w="8943340" h="3994785"><a:moveTo><a:pt x="4946911" y="2652531"/></a:moveTo><a:lnTo><a:pt x="4946911" y="424326"/></a:lnTo></a:path><a:path w="8943340" h="3994785"><a:moveTo><a:pt x="4945127" y="2652531"/></a:moveTo><a:lnTo><a:pt x="4945127" y="424326"/></a:lnTo></a:path><a:path w="8943340" h="3994785"><a:moveTo><a:pt x="4866479" y="2652531"/></a:moveTo><a:lnTo><a:pt x="4866479" y="424326"/></a:lnTo></a:path><a:path w="8943340" h="3994785"><a:moveTo><a:pt x="4178658" y="2652523"/></a:moveTo><a:lnTo><a:pt x="4178658" y="424319"/></a:lnTo></a:path><a:path w="8943340" h="3994785"><a:moveTo><a:pt x="4176797" y="2652523"/></a:moveTo><a:lnTo><a:pt x="4176797" y="424319"/></a:lnTo></a:path><a:path w="8943340" h="3994785"><a:moveTo><a:pt x="4373572" y="2652523"/></a:moveTo><a:lnTo><a:pt x="4373572" y="424319"/></a:lnTo></a:path><a:path w="8943340" h="3994785"><a:moveTo><a:pt x="4371710" y="2652523"/></a:moveTo><a:lnTo><a:pt x="4371710" y="424319"/></a:lnTo></a:path><a:path w="8943340" h="3994785"><a:moveTo><a:pt x="4582990" y="2652523"/></a:moveTo><a:lnTo><a:pt x="4582990" y="424319"/></a:lnTo></a:path><a:path w="8943340" h="3994785"><a:moveTo><a:pt x="4581128" y="2652523"/></a:moveTo><a:lnTo><a:pt x="4581128" y="424319"/></a:lnTo></a:path><a:path w="8943340" h="3994785"><a:moveTo><a:pt x="4298569" y="2652531"/></a:moveTo><a:lnTo><a:pt x="4298569" y="424326"/></a:lnTo></a:path><a:path w="8943340" h="3994785"><a:moveTo><a:pt x="4251256" y="2652531"/></a:moveTo><a:lnTo><a:pt x="4251256" y="424326"/></a:lnTo></a:path><a:path w="8943340" h="3994785"><a:moveTo><a:pt x="4313384" y="2652531"/></a:moveTo><a:lnTo><a:pt x="4313384" y="424326"/></a:lnTo></a:path><a:path w="8943340" h="3994785"><a:moveTo><a:pt x="4300276" y="2652531"/></a:moveTo><a:lnTo><a:pt x="4300276" y="424326"/></a:lnTo></a:path><a:path w="8943340" h="3994785"><a:moveTo><a:pt x="4388076" y="2652523"/></a:moveTo><a:lnTo><a:pt x="4388076" y="424319"/></a:lnTo></a:path><a:path w="8943340" h="3994785"><a:moveTo><a:pt x="4386214" y="2652523"/></a:moveTo><a:lnTo><a:pt x="4386214" y="424319"/></a:lnTo></a:path><a:path w="8943340" h="3994785"><a:moveTo><a:pt x="4445860" y="2652531"/></a:moveTo><a:lnTo><a:pt x="4445860" y="424326"/></a:lnTo></a:path><a:path w="8943340" h="3994785"><a:moveTo><a:pt x="4444153" y="2652531"/></a:moveTo><a:lnTo><a:pt x="4444153" y="424326"/></a:lnTo></a:path><a:path w="8943340" h="3994785"><a:moveTo><a:pt x="4458968" y="2652531"/></a:moveTo><a:lnTo><a:pt x="4458968" y="424326"/></a:lnTo></a:path><a:path w="8943340" h="3994785"><a:moveTo><a:pt x="4522801" y="2652531"/></a:moveTo><a:lnTo><a:pt x="4522801" y="424326"/></a:lnTo></a:path><a:path w="8943340" h="3994785"><a:moveTo><a:pt x="4509693" y="2652531"/></a:moveTo><a:lnTo><a:pt x="4509693" y="424326"/></a:lnTo></a:path><a:path w="8943340" h="3994785"><a:moveTo><a:pt x="4569261" y="2652531"/></a:moveTo><a:lnTo><a:pt x="4569261" y="424326"/></a:lnTo></a:path><a:path w="8943340" h="3994785"><a:moveTo><a:pt x="4524508" y="2652531"/></a:moveTo><a:lnTo><a:pt x="4524508" y="424326"/></a:lnTo></a:path><a:path w="8943340" h="3994785"><a:moveTo><a:pt x="4249550" y="2652531"/></a:moveTo><a:lnTo><a:pt x="4249550" y="424326"/></a:lnTo></a:path><a:path w="8943340" h="3994785"><a:moveTo><a:pt x="4236442" y="2652531"/></a:moveTo><a:lnTo><a:pt x="4236442" y="424326"/></a:lnTo></a:path><a:path w="8943340" h="3994785"><a:moveTo><a:pt x="4190603" y="2652531"/></a:moveTo><a:lnTo><a:pt x="4190603" y="424326"/></a:lnTo></a:path><a:path w="8943340" h="3994785"><a:moveTo><a:pt x="4315090" y="2652531"/></a:moveTo><a:lnTo><a:pt x="4315090" y="424326"/></a:lnTo></a:path><a:path w="8943340" h="3994785"><a:moveTo><a:pt x="4359843" y="2652531"/></a:moveTo><a:lnTo><a:pt x="4359843" y="424326"/></a:lnTo></a:path><a:path w="8943340" h="3994785"><a:moveTo><a:pt x="4376209" y="2652523"/></a:moveTo><a:lnTo><a:pt x="4376209" y="424319"/></a:lnTo></a:path><a:path w="8943340" h="3994785"><a:moveTo><a:pt x="4383577" y="2652523"/></a:moveTo><a:lnTo><a:pt x="4383577" y="424319"/></a:lnTo></a:path><a:path w="8943340" h="3994785"><a:moveTo><a:pt x="4400020" y="2652531"/></a:moveTo><a:lnTo><a:pt x="4400020" y="424326"/></a:lnTo></a:path><a:path w="8943340" h="3994785"><a:moveTo><a:pt x="4507987" y="2652531"/></a:moveTo><a:lnTo><a:pt x="4507987" y="424326"/></a:lnTo></a:path><a:path w="8943340" h="3994785"><a:moveTo><a:pt x="4460674" y="2652531"/></a:moveTo><a:lnTo><a:pt x="4460674" y="424326"/></a:lnTo></a:path><a:path w="8943340" h="3994785"><a:moveTo><a:pt x="4589350" y="2652515"/></a:moveTo><a:lnTo><a:pt x="4589350" y="424319"/></a:lnTo></a:path><a:path w="8943340" h="3994785"><a:moveTo><a:pt x="4585627" y="2652515"/></a:moveTo><a:lnTo><a:pt x="4585627" y="424319"/></a:lnTo></a:path><a:path w="8943340" h="3994785"><a:moveTo><a:pt x="4592995" y="2652515"/></a:moveTo><a:lnTo><a:pt x="4592995" y="424319"/></a:lnTo></a:path><a:path w="8943340" h="3994785"><a:moveTo><a:pt x="4595632" y="2652523"/></a:moveTo><a:lnTo><a:pt x="4595632" y="424319"/></a:lnTo></a:path><a:path w="8943340" h="3994785"><a:moveTo><a:pt x="4379932" y="2652523"/></a:moveTo><a:lnTo><a:pt x="4379932" y="424319"/></a:lnTo></a:path><a:path w="8943340" h="3994785"><a:moveTo><a:pt x="4597494" y="2652523"/></a:moveTo><a:lnTo><a:pt x="4597494" y="424319"/></a:lnTo></a:path><a:path w="8943340" h="3994785"><a:moveTo><a:pt x="4234736" y="2652531"/></a:moveTo><a:lnTo><a:pt x="4234736" y="424326"/></a:lnTo></a:path><a:path w="8943340" h="3994785"><a:moveTo><a:pt x="4719111" y="2652531"/></a:moveTo><a:lnTo><a:pt x="4719111" y="424326"/></a:lnTo></a:path><a:path w="8943340" h="3994785"><a:moveTo><a:pt x="4717405" y="2652531"/></a:moveTo><a:lnTo><a:pt x="4717405" y="424326"/></a:lnTo></a:path><a:path w="8943340" h="3994785"><a:moveTo><a:pt x="4732219" y="2652531"/></a:moveTo><a:lnTo><a:pt x="4732219" y="424326"/></a:lnTo></a:path><a:path w="8943340" h="3994785"><a:moveTo><a:pt x="4655277" y="2652531"/></a:moveTo><a:lnTo><a:pt x="4655277" y="424326"/></a:lnTo></a:path><a:path w="8943340" h="3994785"><a:moveTo><a:pt x="4653571" y="2652531"/></a:moveTo><a:lnTo><a:pt x="4653571" y="424326"/></a:lnTo></a:path><a:path w="8943340" h="3994785"><a:moveTo><a:pt x="4668308" y="2652531"/></a:moveTo><a:lnTo><a:pt x="4668308" y="424326"/></a:lnTo></a:path><a:path w="8943340" h="3994785"><a:moveTo><a:pt x="4778679" y="2652531"/></a:moveTo><a:lnTo><a:pt x="4778679" y="424326"/></a:lnTo></a:path><a:path w="8943340" h="3994785"><a:moveTo><a:pt x="4733925" y="2652531"/></a:moveTo><a:lnTo><a:pt x="4733925" y="424326"/></a:lnTo></a:path><a:path w="8943340" h="3994785"><a:moveTo><a:pt x="4794657" y="2652515"/></a:moveTo><a:lnTo><a:pt x="4794657" y="424319"/></a:lnTo></a:path><a:path w="8943340" h="3994785"><a:moveTo><a:pt x="4792795" y="2652515"/></a:moveTo><a:lnTo><a:pt x="4792795" y="424319"/></a:lnTo></a:path><a:path w="8943340" h="3994785"><a:moveTo><a:pt x="4797294" y="2652515"/></a:moveTo><a:lnTo><a:pt x="4797294" y="424311"/></a:lnTo></a:path><a:path w="8943340" h="3994785"><a:moveTo><a:pt x="4670092" y="2652531"/></a:moveTo><a:lnTo><a:pt x="4670092" y="424326"/></a:lnTo></a:path><a:path w="8943340" h="3994785"><a:moveTo><a:pt x="4807144" y="2652515"/></a:moveTo><a:lnTo><a:pt x="4807144" y="424311"/></a:lnTo></a:path><a:path w="8943340" h="3994785"><a:moveTo><a:pt x="4609438" y="2652531"/></a:moveTo><a:lnTo><a:pt x="4609438" y="424326"/></a:lnTo></a:path><a:path w="8943340" h="3994785"><a:moveTo><a:pt x="4811720" y="2652515"/></a:moveTo><a:lnTo><a:pt x="4811720" y="424319"/></a:lnTo></a:path><a:path w="8943340" h="3994785"><a:moveTo><a:pt x="4809859" y="2652515"/></a:moveTo><a:lnTo><a:pt x="4809859" y="424319"/></a:lnTo></a:path><a:path w="8943340" h="3994785"><a:moveTo><a:pt x="4823665" y="2652531"/></a:moveTo><a:lnTo><a:pt x="4823665" y="424326"/></a:lnTo></a:path><a:path w="8943340" h="3994785"><a:moveTo><a:pt x="4166791" y="2652523"/></a:moveTo><a:lnTo><a:pt x="4166791" y="424319"/></a:lnTo></a:path><a:path w="8943340" h="3994785"><a:moveTo><a:pt x="4164154" y="2652523"/></a:moveTo><a:lnTo><a:pt x="4164154" y="424319"/></a:lnTo></a:path><a:path w="8943340" h="3994785"><a:moveTo><a:pt x="4170514" y="2652523"/></a:moveTo><a:lnTo><a:pt x="4170514" y="424319"/></a:lnTo></a:path><a:path w="8943340" h="3994785"><a:moveTo><a:pt x="4174160" y="2652523"/></a:moveTo><a:lnTo><a:pt x="4174160" y="424319"/></a:lnTo></a:path><a:path w="8943340" h="3994785"><a:moveTo><a:pt x="4162293" y="2652523"/></a:moveTo><a:lnTo><a:pt x="4162293" y="424319"/></a:lnTo></a:path><a:path w="8943340" h="3994785"><a:moveTo><a:pt x="4150426" y="2652531"/></a:moveTo><a:lnTo><a:pt x="4150426" y="424326"/></a:lnTo></a:path><a:path w="8943340" h="3994785"><a:moveTo><a:pt x="4040132" y="2652531"/></a:moveTo><a:lnTo><a:pt x="4040132" y="424326"/></a:lnTo></a:path><a:path w="8943340" h="3994785"><a:moveTo><a:pt x="4027024" y="2652531"/></a:moveTo><a:lnTo><a:pt x="4027024" y="424326"/></a:lnTo></a:path><a:path w="8943340" h="3994785"><a:moveTo><a:pt x="4041839" y="2652531"/></a:moveTo><a:lnTo><a:pt x="4041839" y="424326"/></a:lnTo></a:path><a:path w="8943340" h="3994785"><a:moveTo><a:pt x="4090858" y="2652531"/></a:moveTo><a:lnTo><a:pt x="4090858" y="424326"/></a:lnTo></a:path><a:path w="8943340" h="3994785"><a:moveTo><a:pt x="4089152" y="2652531"/></a:moveTo><a:lnTo><a:pt x="4089152" y="424326"/></a:lnTo></a:path><a:path w="8943340" h="3994785"><a:moveTo><a:pt x="4105672" y="2652531"/></a:moveTo><a:lnTo><a:pt x="4105672" y="424326"/></a:lnTo></a:path><a:path w="8943340" h="3994785"><a:moveTo><a:pt x="4103966" y="2652531"/></a:moveTo><a:lnTo><a:pt x="4103966" y="424326"/></a:lnTo></a:path><a:path w="8943340" h="3994785"><a:moveTo><a:pt x="4025318" y="2652531"/></a:moveTo><a:lnTo><a:pt x="4025318" y="424326"/></a:lnTo></a:path><a:path w="8943340" h="3994785"><a:moveTo><a:pt x="3337497" y="2652523"/></a:moveTo><a:lnTo><a:pt x="3337497" y="424319"/></a:lnTo></a:path><a:path w="8943340" h="3994785"><a:moveTo><a:pt x="3335636" y="2652523"/></a:moveTo><a:lnTo><a:pt x="3335636" y="424319"/></a:lnTo></a:path><a:path w="8943340" h="3994785"><a:moveTo><a:pt x="3532411" y="2652523"/></a:moveTo><a:lnTo><a:pt x="3532411" y="424319"/></a:lnTo></a:path><a:path w="8943340" h="3994785"><a:moveTo><a:pt x="3530472" y="2652523"/></a:moveTo><a:lnTo><a:pt x="3530472" y="424319"/></a:lnTo></a:path><a:path w="8943340" h="3994785"><a:moveTo><a:pt x="3741828" y="2652523"/></a:moveTo><a:lnTo><a:pt x="3741828" y="424319"/></a:lnTo></a:path><a:path w="8943340" h="3994785"><a:moveTo><a:pt x="3739889" y="2652523"/></a:moveTo><a:lnTo><a:pt x="3739889" y="424319"/></a:lnTo></a:path><a:path w="8943340" h="3994785"><a:moveTo><a:pt x="3457408" y="2652531"/></a:moveTo><a:lnTo><a:pt x="3457408" y="424326"/></a:lnTo></a:path><a:path w="8943340" h="3994785"><a:moveTo><a:pt x="3410018" y="2652531"/></a:moveTo><a:lnTo><a:pt x="3410018" y="424326"/></a:lnTo></a:path><a:path w="8943340" h="3994785"><a:moveTo><a:pt x="3472223" y="2652531"/></a:moveTo><a:lnTo><a:pt x="3472223" y="424326"/></a:lnTo></a:path><a:path w="8943340" h="3994785"><a:moveTo><a:pt x="3459115" y="2652531"/></a:moveTo><a:lnTo><a:pt x="3459115" y="424326"/></a:lnTo></a:path><a:path w="8943340" h="3994785"><a:moveTo><a:pt x="3546915" y="2652523"/></a:moveTo><a:lnTo><a:pt x="3546915" y="424319"/></a:lnTo></a:path><a:path w="8943340" h="3994785"><a:moveTo><a:pt x="3545053" y="2652523"/></a:moveTo><a:lnTo><a:pt x="3545053" y="424319"/></a:lnTo></a:path><a:path w="8943340" h="3994785"><a:moveTo><a:pt x="3604621" y="2652531"/></a:moveTo><a:lnTo><a:pt x="3604621" y="424326"/></a:lnTo></a:path><a:path w="8943340" h="3994785"><a:moveTo><a:pt x="3602915" y="2652531"/></a:moveTo><a:lnTo><a:pt x="3602915" y="424326"/></a:lnTo></a:path><a:path w="8943340" h="3994785"><a:moveTo><a:pt x="3617729" y="2652531"/></a:moveTo><a:lnTo><a:pt x="3617729" y="424326"/></a:lnTo></a:path><a:path w="8943340" h="3994785"><a:moveTo><a:pt x="3681640" y="2652531"/></a:moveTo><a:lnTo><a:pt x="3681640" y="424326"/></a:lnTo></a:path><a:path w="8943340" h="3994785"><a:moveTo><a:pt x="3668532" y="2652531"/></a:moveTo><a:lnTo><a:pt x="3668532" y="424326"/></a:lnTo></a:path><a:path w="8943340" h="3994785"><a:moveTo><a:pt x="3728022" y="2652531"/></a:moveTo><a:lnTo><a:pt x="3728022" y="424326"/></a:lnTo></a:path><a:path w="8943340" h="3994785"><a:moveTo><a:pt x="3683347" y="2652531"/></a:moveTo><a:lnTo><a:pt x="3683347" y="424326"/></a:lnTo></a:path><a:path w="8943340" h="3994785"><a:moveTo><a:pt x="3408311" y="2652531"/></a:moveTo><a:lnTo><a:pt x="3408311" y="424326"/></a:lnTo></a:path><a:path w="8943340" h="3994785"><a:moveTo><a:pt x="3395203" y="2652531"/></a:moveTo><a:lnTo><a:pt x="3395203" y="424326"/></a:lnTo></a:path><a:path w="8943340" h="3994785"><a:moveTo><a:pt x="3349442" y="2652531"/></a:moveTo><a:lnTo><a:pt x="3349442" y="424326"/></a:lnTo></a:path><a:path w="8943340" h="3994785"><a:moveTo><a:pt x="3473929" y="2652531"/></a:moveTo><a:lnTo><a:pt x="3473929" y="424326"/></a:lnTo></a:path><a:path w="8943340" h="3994785"><a:moveTo><a:pt x="3518605" y="2652531"/></a:moveTo><a:lnTo><a:pt x="3518605" y="424326"/></a:lnTo></a:path><a:path w="8943340" h="3994785"><a:moveTo><a:pt x="3535048" y="2652523"/></a:moveTo><a:lnTo><a:pt x="3535048" y="424319"/></a:lnTo></a:path><a:path w="8943340" h="3994785"><a:moveTo><a:pt x="3542339" y="2652523"/></a:moveTo><a:lnTo><a:pt x="3542339" y="424319"/></a:lnTo></a:path><a:path w="8943340" h="3994785"><a:moveTo><a:pt x="3558859" y="2652531"/></a:moveTo><a:lnTo><a:pt x="3558859" y="424326"/></a:lnTo></a:path><a:path w="8943340" h="3994785"><a:moveTo><a:pt x="3666826" y="2652531"/></a:moveTo><a:lnTo><a:pt x="3666826" y="424326"/></a:lnTo></a:path><a:path w="8943340" h="3994785"><a:moveTo><a:pt x="3619435" y="2652531"/></a:moveTo><a:lnTo><a:pt x="3619435" y="424326"/></a:lnTo></a:path><a:path w="8943340" h="3994785"><a:moveTo><a:pt x="3748111" y="2652523"/></a:moveTo><a:lnTo><a:pt x="3748111" y="424319"/></a:lnTo></a:path><a:path w="8943340" h="3994785"><a:moveTo><a:pt x="3744466" y="2652523"/></a:moveTo><a:lnTo><a:pt x="3744466" y="424319"/></a:lnTo></a:path><a:path w="8943340" h="3994785"><a:moveTo><a:pt x="3751756" y="2652523"/></a:moveTo><a:lnTo><a:pt x="3751756" y="424319"/></a:lnTo></a:path><a:path w="8943340" h="3994785"><a:moveTo><a:pt x="3754471" y="2652523"/></a:moveTo><a:lnTo><a:pt x="3754471" y="424319"/></a:lnTo></a:path><a:path w="8943340" h="3994785"><a:moveTo><a:pt x="3538693" y="2652523"/></a:moveTo><a:lnTo><a:pt x="3538693" y="424319"/></a:lnTo></a:path><a:path w="8943340" h="3994785"><a:moveTo><a:pt x="3756333" y="2652523"/></a:moveTo><a:lnTo><a:pt x="3756333" y="424319"/></a:lnTo></a:path><a:path w="8943340" h="3994785"><a:moveTo><a:pt x="3393497" y="2652531"/></a:moveTo><a:lnTo><a:pt x="3393497" y="424326"/></a:lnTo></a:path><a:path w="8943340" h="3994785"><a:moveTo><a:pt x="3877950" y="1861676"/></a:moveTo><a:lnTo><a:pt x="3877950" y="424326"/></a:lnTo></a:path><a:path w="8943340" h="3994785"><a:moveTo><a:pt x="3876244" y="1861676"/></a:moveTo><a:lnTo><a:pt x="3876244" y="424326"/></a:lnTo></a:path><a:path w="8943340" h="3994785"><a:moveTo><a:pt x="3891058" y="1861669"/></a:moveTo><a:lnTo><a:pt x="3891058" y="424326"/></a:lnTo></a:path><a:path w="8943340" h="3994785"><a:moveTo><a:pt x="3814039" y="2652531"/></a:moveTo><a:lnTo><a:pt x="3814039" y="424326"/></a:lnTo></a:path><a:path w="8943340" h="3994785"><a:moveTo><a:pt x="3812332" y="2652531"/></a:moveTo><a:lnTo><a:pt x="3812332" y="424326"/></a:lnTo></a:path><a:path w="8943340" h="3994785"><a:moveTo><a:pt x="3827147" y="2652531"/></a:moveTo><a:lnTo><a:pt x="3827147" y="424326"/></a:lnTo></a:path><a:path w="8943340" h="3994785"><a:moveTo><a:pt x="3937440" y="1861676"/></a:moveTo><a:lnTo><a:pt x="3937440" y="424326"/></a:lnTo></a:path><a:path w="8943340" h="3994785"><a:moveTo><a:pt x="3892764" y="1861669"/></a:moveTo><a:lnTo><a:pt x="3892764" y="424326"/></a:lnTo></a:path><a:path w="8943340" h="3994785"><a:moveTo><a:pt x="3953495" y="2652523"/></a:moveTo><a:lnTo><a:pt x="3953495" y="424319"/></a:lnTo></a:path><a:path w="8943340" h="3994785"><a:moveTo><a:pt x="3951634" y="2652523"/></a:moveTo><a:lnTo><a:pt x="3951634" y="424319"/></a:lnTo></a:path><a:path w="8943340" h="3994785"><a:moveTo><a:pt x="3956133" y="2652515"/></a:moveTo><a:lnTo><a:pt x="3956133" y="424311"/></a:lnTo></a:path><a:path w="8943340" h="3994785"><a:moveTo><a:pt x="3828853" y="2652531"/></a:moveTo><a:lnTo><a:pt x="3828853" y="424326"/></a:lnTo></a:path><a:path w="8943340" h="3994785"><a:moveTo><a:pt x="3965983" y="2652515"/></a:moveTo><a:lnTo><a:pt x="3965983" y="424311"/></a:lnTo></a:path><a:path w="8943340" h="3994785"><a:moveTo><a:pt x="3768277" y="2652531"/></a:moveTo><a:lnTo><a:pt x="3768277" y="424326"/></a:lnTo></a:path><a:path w="8943340" h="3994785"><a:moveTo><a:pt x="3970559" y="2652523"/></a:moveTo><a:lnTo><a:pt x="3970559" y="424319"/></a:lnTo></a:path><a:path w="8943340" h="3994785"><a:moveTo><a:pt x="3968620" y="2652523"/></a:moveTo><a:lnTo><a:pt x="3968620" y="424319"/></a:lnTo></a:path><a:path w="8943340" h="3994785"><a:moveTo><a:pt x="3982504" y="2652531"/></a:moveTo><a:lnTo><a:pt x="3982504" y="424326"/></a:lnTo></a:path><a:path w="8943340" h="3994785"><a:moveTo><a:pt x="3325630" y="2652523"/></a:moveTo><a:lnTo><a:pt x="3325630" y="424319"/></a:lnTo></a:path><a:path w="8943340" h="3994785"><a:moveTo><a:pt x="3322993" y="2652523"/></a:moveTo><a:lnTo><a:pt x="3322993" y="424319"/></a:lnTo></a:path><a:path w="8943340" h="3994785"><a:moveTo><a:pt x="3329276" y="2652523"/></a:moveTo><a:lnTo><a:pt x="3329276" y="424319"/></a:lnTo></a:path><a:path w="8943340" h="3994785"><a:moveTo><a:pt x="3332921" y="2652523"/></a:moveTo><a:lnTo><a:pt x="3332921" y="424319"/></a:lnTo></a:path><a:path w="8943340" h="3994785"><a:moveTo><a:pt x="3321054" y="2652523"/></a:moveTo><a:lnTo><a:pt x="3321054" y="424319"/></a:lnTo></a:path><a:path w="8943340" h="3994785"><a:moveTo><a:pt x="3309187" y="2652531"/></a:moveTo><a:lnTo><a:pt x="3309187" y="424326"/></a:lnTo></a:path><a:path w="8943340" h="3994785"><a:moveTo><a:pt x="3198894" y="2652531"/></a:moveTo><a:lnTo><a:pt x="3198894" y="424326"/></a:lnTo></a:path><a:path w="8943340" h="3994785"><a:moveTo><a:pt x="3185786" y="2652531"/></a:moveTo><a:lnTo><a:pt x="3185786" y="424326"/></a:lnTo></a:path><a:path w="8943340" h="3994785"><a:moveTo><a:pt x="3200600" y="2652531"/></a:moveTo><a:lnTo><a:pt x="3200600" y="424326"/></a:lnTo></a:path><a:path w="8943340" h="3994785"><a:moveTo><a:pt x="3249697" y="2652531"/></a:moveTo><a:lnTo><a:pt x="3249697" y="424326"/></a:lnTo></a:path><a:path w="8943340" h="3994785"><a:moveTo><a:pt x="3247990" y="2652531"/></a:moveTo><a:lnTo><a:pt x="3247990" y="424326"/></a:lnTo></a:path><a:path w="8943340" h="3994785"><a:moveTo><a:pt x="3264511" y="2652531"/></a:moveTo><a:lnTo><a:pt x="3264511" y="424326"/></a:lnTo></a:path><a:path w="8943340" h="3994785"><a:moveTo><a:pt x="3262805" y="2652531"/></a:moveTo><a:lnTo><a:pt x="3262805" y="424326"/></a:lnTo></a:path><a:path w="8943340" h="3994785"><a:moveTo><a:pt x="3184079" y="2652531"/></a:moveTo><a:lnTo><a:pt x="3184079" y="424326"/></a:lnTo></a:path><a:path w="8943340" h="3994785"><a:moveTo><a:pt x="2496336" y="2652523"/></a:moveTo><a:lnTo><a:pt x="2496336" y="424319"/></a:lnTo></a:path><a:path w="8943340" h="3994785"><a:moveTo><a:pt x="2494397" y="2652523"/></a:moveTo><a:lnTo><a:pt x="2494397" y="424319"/></a:lnTo></a:path><a:path w="8943340" h="3994785"><a:moveTo><a:pt x="2691172" y="2652523"/></a:moveTo><a:lnTo><a:pt x="2691172" y="424319"/></a:lnTo></a:path><a:path w="8943340" h="3994785"><a:moveTo><a:pt x="2689311" y="2652523"/></a:moveTo><a:lnTo><a:pt x="2689311" y="424319"/></a:lnTo></a:path><a:path w="8943340" h="3994785"><a:moveTo><a:pt x="2900590" y="2652523"/></a:moveTo><a:lnTo><a:pt x="2900590" y="424319"/></a:lnTo></a:path><a:path w="8943340" h="3994785"><a:moveTo><a:pt x="2898728" y="2652523"/></a:moveTo><a:lnTo><a:pt x="2898728" y="424319"/></a:lnTo></a:path><a:path w="8943340" h="3994785"><a:moveTo><a:pt x="2616170" y="2652531"/></a:moveTo><a:lnTo><a:pt x="2616170" y="424326"/></a:lnTo></a:path><a:path w="8943340" h="3994785"><a:moveTo><a:pt x="2568857" y="2652531"/></a:moveTo><a:lnTo><a:pt x="2568857" y="424326"/></a:lnTo></a:path><a:path w="8943340" h="3994785"><a:moveTo><a:pt x="2630984" y="2652531"/></a:moveTo><a:lnTo><a:pt x="2630984" y="424326"/></a:lnTo></a:path><a:path w="8943340" h="3994785"><a:moveTo><a:pt x="2617876" y="2652531"/></a:moveTo><a:lnTo><a:pt x="2617876" y="424326"/></a:lnTo></a:path><a:path w="8943340" h="3994785"><a:moveTo><a:pt x="2705754" y="2652523"/></a:moveTo><a:lnTo><a:pt x="2705754" y="424319"/></a:lnTo></a:path><a:path w="8943340" h="3994785"><a:moveTo><a:pt x="2703815" y="2652523"/></a:moveTo><a:lnTo><a:pt x="2703815" y="424319"/></a:lnTo></a:path><a:path w="8943340" h="3994785"><a:moveTo><a:pt x="2763460" y="2652531"/></a:moveTo><a:lnTo><a:pt x="2763460" y="424326"/></a:lnTo></a:path><a:path w="8943340" h="3994785"><a:moveTo><a:pt x="2761754" y="2652531"/></a:moveTo><a:lnTo><a:pt x="2761754" y="424326"/></a:lnTo></a:path><a:path w="8943340" h="3994785"><a:moveTo><a:pt x="2776568" y="2652531"/></a:moveTo><a:lnTo><a:pt x="2776568" y="424326"/></a:lnTo></a:path><a:path w="8943340" h="3994785"><a:moveTo><a:pt x="2840402" y="2652531"/></a:moveTo><a:lnTo><a:pt x="2840402" y="424326"/></a:lnTo></a:path><a:path w="8943340" h="3994785"><a:moveTo><a:pt x="2827294" y="2652531"/></a:moveTo><a:lnTo><a:pt x="2827294" y="424326"/></a:lnTo></a:path><a:path w="8943340" h="3994785"><a:moveTo><a:pt x="2886861" y="2652531"/></a:moveTo><a:lnTo><a:pt x="2886861" y="424326"/></a:lnTo></a:path><a:path w="8943340" h="3994785"><a:moveTo><a:pt x="2842108" y="2652531"/></a:moveTo><a:lnTo><a:pt x="2842108" y="424326"/></a:lnTo></a:path><a:path w="8943340" h="3994785"><a:moveTo><a:pt x="2567150" y="2652531"/></a:moveTo><a:lnTo><a:pt x="2567150" y="424326"/></a:lnTo></a:path><a:path w="8943340" h="3994785"><a:moveTo><a:pt x="2554042" y="2652531"/></a:moveTo><a:lnTo><a:pt x="2554042" y="424326"/></a:lnTo></a:path><a:path w="8943340" h="3994785"><a:moveTo><a:pt x="2508281" y="2652531"/></a:moveTo><a:lnTo><a:pt x="2508281" y="424326"/></a:lnTo></a:path><a:path w="8943340" h="3994785"><a:moveTo><a:pt x="2632690" y="2652531"/></a:moveTo><a:lnTo><a:pt x="2632690" y="424326"/></a:lnTo></a:path><a:path w="8943340" h="3994785"><a:moveTo><a:pt x="2677444" y="2652531"/></a:moveTo><a:lnTo><a:pt x="2677444" y="424326"/></a:lnTo></a:path><a:path w="8943340" h="3994785"><a:moveTo><a:pt x="2693887" y="2652523"/></a:moveTo><a:lnTo><a:pt x="2693887" y="424319"/></a:lnTo></a:path><a:path w="8943340" h="3994785"><a:moveTo><a:pt x="2701178" y="2652523"/></a:moveTo><a:lnTo><a:pt x="2701178" y="424319"/></a:lnTo></a:path><a:path w="8943340" h="3994785"><a:moveTo><a:pt x="2717698" y="2652531"/></a:moveTo><a:lnTo><a:pt x="2717698" y="424326"/></a:lnTo></a:path><a:path w="8943340" h="3994785"><a:moveTo><a:pt x="2825587" y="2652531"/></a:moveTo><a:lnTo><a:pt x="2825587" y="424326"/></a:lnTo></a:path><a:path w="8943340" h="3994785"><a:moveTo><a:pt x="2778274" y="2652531"/></a:moveTo><a:lnTo><a:pt x="2778274" y="424326"/></a:lnTo></a:path><a:path w="8943340" h="3994785"><a:moveTo><a:pt x="2906950" y="2652523"/></a:moveTo><a:lnTo><a:pt x="2906950" y="424319"/></a:lnTo></a:path><a:path w="8943340" h="3994785"><a:moveTo><a:pt x="2903304" y="2652523"/></a:moveTo><a:lnTo><a:pt x="2903304" y="424319"/></a:lnTo></a:path><a:path w="8943340" h="3994785"><a:moveTo><a:pt x="2910595" y="2652523"/></a:moveTo><a:lnTo><a:pt x="2910595" y="424319"/></a:lnTo></a:path><a:path w="8943340" h="3994785"><a:moveTo><a:pt x="2913232" y="2652523"/></a:moveTo><a:lnTo><a:pt x="2913232" y="424319"/></a:lnTo></a:path><a:path w="8943340" h="3994785"><a:moveTo><a:pt x="2697532" y="2652523"/></a:moveTo><a:lnTo><a:pt x="2697532" y="424319"/></a:lnTo></a:path><a:path w="8943340" h="3994785"><a:moveTo><a:pt x="2915171" y="2652523"/></a:moveTo><a:lnTo><a:pt x="2915171" y="424319"/></a:lnTo></a:path><a:path w="8943340" h="3994785"><a:moveTo><a:pt x="2552336" y="2652531"/></a:moveTo><a:lnTo><a:pt x="2552336" y="424326"/></a:lnTo></a:path><a:path w="8943340" h="3994785"><a:moveTo><a:pt x="3036711" y="2652531"/></a:moveTo><a:lnTo><a:pt x="3036711" y="424326"/></a:lnTo></a:path><a:path w="8943340" h="3994785"><a:moveTo><a:pt x="3035005" y="2652531"/></a:moveTo><a:lnTo><a:pt x="3035005" y="424326"/></a:lnTo></a:path><a:path w="8943340" h="3994785"><a:moveTo><a:pt x="3049819" y="2652531"/></a:moveTo><a:lnTo><a:pt x="3049819" y="424326"/></a:lnTo></a:path><a:path w="8943340" h="3994785"><a:moveTo><a:pt x="2972878" y="2652531"/></a:moveTo><a:lnTo><a:pt x="2972878" y="424326"/></a:lnTo></a:path><a:path w="8943340" h="3994785"><a:moveTo><a:pt x="2971171" y="2652531"/></a:moveTo><a:lnTo><a:pt x="2971171" y="424326"/></a:lnTo></a:path><a:path w="8943340" h="3994785"><a:moveTo><a:pt x="2985986" y="2652531"/></a:moveTo><a:lnTo><a:pt x="2985986" y="424326"/></a:lnTo></a:path><a:path w="8943340" h="3994785"><a:moveTo><a:pt x="3096279" y="2652531"/></a:moveTo><a:lnTo><a:pt x="3096279" y="424326"/></a:lnTo></a:path><a:path w="8943340" h="3994785"><a:moveTo><a:pt x="3051526" y="2652531"/></a:moveTo><a:lnTo><a:pt x="3051526" y="424326"/></a:lnTo></a:path><a:path w="8943340" h="3994785"><a:moveTo><a:pt x="3112257" y="2652523"/></a:moveTo><a:lnTo><a:pt x="3112257" y="424319"/></a:lnTo></a:path><a:path w="8943340" h="3994785"><a:moveTo><a:pt x="3110395" y="2652523"/></a:moveTo><a:lnTo><a:pt x="3110395" y="424319"/></a:lnTo></a:path><a:path w="8943340" h="3994785"><a:moveTo><a:pt x="3114971" y="2652523"/></a:moveTo><a:lnTo><a:pt x="3114971" y="424319"/></a:lnTo></a:path><a:path w="8943340" h="3994785"><a:moveTo><a:pt x="2987692" y="2652531"/></a:moveTo><a:lnTo><a:pt x="2987692" y="424326"/></a:lnTo></a:path><a:path w="8943340" h="3994785"><a:moveTo><a:pt x="3124822" y="2652523"/></a:moveTo><a:lnTo><a:pt x="3124822" y="424319"/></a:lnTo></a:path><a:path w="8943340" h="3994785"><a:moveTo><a:pt x="2927116" y="2652531"/></a:moveTo><a:lnTo><a:pt x="2927116" y="424326"/></a:lnTo></a:path><a:path w="8943340" h="3994785"><a:moveTo><a:pt x="3129320" y="2652523"/></a:moveTo><a:lnTo><a:pt x="3129320" y="424319"/></a:lnTo></a:path><a:path w="8943340" h="3994785"><a:moveTo><a:pt x="3127459" y="2652523"/></a:moveTo><a:lnTo><a:pt x="3127459" y="424319"/></a:lnTo></a:path><a:path w="8943340" h="3994785"><a:moveTo><a:pt x="3141265" y="2652531"/></a:moveTo><a:lnTo><a:pt x="3141265" y="424326"/></a:lnTo></a:path><a:path w="8943340" h="3994785"><a:moveTo><a:pt x="2484469" y="2652523"/></a:moveTo><a:lnTo><a:pt x="2484469" y="424319"/></a:lnTo></a:path><a:path w="8943340" h="3994785"><a:moveTo><a:pt x="2481754" y="2652523"/></a:moveTo><a:lnTo><a:pt x="2481754" y="424319"/></a:lnTo></a:path><a:path w="8943340" h="3994785"><a:moveTo><a:pt x="2488114" y="2652523"/></a:moveTo><a:lnTo><a:pt x="2488114" y="424319"/></a:lnTo></a:path><a:path w="8943340" h="3994785"><a:moveTo><a:pt x="2491760" y="2652523"/></a:moveTo><a:lnTo><a:pt x="2491760" y="424319"/></a:lnTo></a:path><a:path w="8943340" h="3994785"><a:moveTo><a:pt x="2479893" y="2652523"/></a:moveTo><a:lnTo><a:pt x="2479893" y="424319"/></a:lnTo></a:path><a:path w="8943340" h="3994785"><a:moveTo><a:pt x="2468026" y="2652531"/></a:moveTo><a:lnTo><a:pt x="2468026" y="424326"/></a:lnTo></a:path><a:path w="8943340" h="3994785"><a:moveTo><a:pt x="2357733" y="2652531"/></a:moveTo><a:lnTo><a:pt x="2357733" y="424326"/></a:lnTo></a:path><a:path w="8943340" h="3994785"><a:moveTo><a:pt x="2344625" y="2652531"/></a:moveTo><a:lnTo><a:pt x="2344625" y="424326"/></a:lnTo></a:path><a:path w="8943340" h="3994785"><a:moveTo><a:pt x="2359439" y="2652531"/></a:moveTo><a:lnTo><a:pt x="2359439" y="424326"/></a:lnTo></a:path><a:path w="8943340" h="3994785"><a:moveTo><a:pt x="2408458" y="2652531"/></a:moveTo><a:lnTo><a:pt x="2408458" y="424326"/></a:lnTo></a:path><a:path w="8943340" h="3994785"><a:moveTo><a:pt x="2406752" y="2652531"/></a:moveTo><a:lnTo><a:pt x="2406752" y="424326"/></a:lnTo></a:path><a:path w="8943340" h="3994785"><a:moveTo><a:pt x="2423273" y="2652531"/></a:moveTo><a:lnTo><a:pt x="2423273" y="424326"/></a:lnTo></a:path><a:path w="8943340" h="3994785"><a:moveTo><a:pt x="2421566" y="2652531"/></a:moveTo><a:lnTo><a:pt x="2421566" y="424326"/></a:lnTo></a:path><a:path w="8943340" h="3994785"><a:moveTo><a:pt x="2342918" y="2652531"/></a:moveTo><a:lnTo><a:pt x="2342918" y="424326"/></a:lnTo></a:path><a:path w="8943340" h="3994785"><a:moveTo><a:pt x="2059429" y="2652523"/></a:moveTo><a:lnTo><a:pt x="2059429" y="424319"/></a:lnTo></a:path><a:path w="8943340" h="3994785"><a:moveTo><a:pt x="2057567" y="2652523"/></a:moveTo><a:lnTo><a:pt x="2057567" y="424319"/></a:lnTo></a:path><a:path w="8943340" h="3994785"><a:moveTo><a:pt x="2065711" y="2652523"/></a:moveTo><a:lnTo><a:pt x="2065711" y="424319"/></a:lnTo></a:path><a:path w="8943340" h="3994785"><a:moveTo><a:pt x="2062066" y="2652523"/></a:moveTo><a:lnTo><a:pt x="2062066" y="424319"/></a:lnTo></a:path><a:path w="8943340" h="3994785"><a:moveTo><a:pt x="2069357" y="2652523"/></a:moveTo><a:lnTo><a:pt x="2069357" y="424319"/></a:lnTo></a:path><a:path w="8943340" h="3994785"><a:moveTo><a:pt x="2072071" y="2652523"/></a:moveTo><a:lnTo><a:pt x="2072071" y="424319"/></a:lnTo></a:path><a:path w="8943340" h="3994785"><a:moveTo><a:pt x="2073933" y="2652523"/></a:moveTo><a:lnTo><a:pt x="2073933" y="424319"/></a:lnTo></a:path><a:path w="8943340" h="3994785"><a:moveTo><a:pt x="2195550" y="2652531"/></a:moveTo><a:lnTo><a:pt x="2195550" y="424326"/></a:lnTo></a:path><a:path w="8943340" h="3994785"><a:moveTo><a:pt x="2193844" y="2652531"/></a:moveTo><a:lnTo><a:pt x="2193844" y="424326"/></a:lnTo></a:path><a:path w="8943340" h="3994785"><a:moveTo><a:pt x="2208658" y="2652531"/></a:moveTo><a:lnTo><a:pt x="2208658" y="424326"/></a:lnTo></a:path><a:path w="8943340" h="3994785"><a:moveTo><a:pt x="2131639" y="2652531"/></a:moveTo><a:lnTo><a:pt x="2131639" y="424326"/></a:lnTo></a:path><a:path w="8943340" h="3994785"><a:moveTo><a:pt x="2129933" y="2652531"/></a:moveTo><a:lnTo><a:pt x="2129933" y="424326"/></a:lnTo></a:path><a:path w="8943340" h="3994785"><a:moveTo><a:pt x="2144747" y="2652531"/></a:moveTo><a:lnTo><a:pt x="2144747" y="424326"/></a:lnTo></a:path><a:path w="8943340" h="3994785"><a:moveTo><a:pt x="2255118" y="2652531"/></a:moveTo><a:lnTo><a:pt x="2255118" y="424326"/></a:lnTo></a:path><a:path w="8943340" h="3994785"><a:moveTo><a:pt x="2210365" y="2652531"/></a:moveTo><a:lnTo><a:pt x="2210365" y="424326"/></a:lnTo></a:path><a:path w="8943340" h="3994785"><a:moveTo><a:pt x="2271096" y="2652523"/></a:moveTo><a:lnTo><a:pt x="2271096" y="424319"/></a:lnTo></a:path><a:path w="8943340" h="3994785"><a:moveTo><a:pt x="2269234" y="2652523"/></a:moveTo><a:lnTo><a:pt x="2269234" y="424319"/></a:lnTo></a:path><a:path w="8943340" h="3994785"><a:moveTo><a:pt x="2273733" y="2652523"/></a:moveTo><a:lnTo><a:pt x="2273733" y="424319"/></a:lnTo></a:path><a:path w="8943340" h="3994785"><a:moveTo><a:pt x="2146453" y="2652531"/></a:moveTo><a:lnTo><a:pt x="2146453" y="424326"/></a:lnTo></a:path><a:path w="8943340" h="3994785"><a:moveTo><a:pt x="2283583" y="2652523"/></a:moveTo><a:lnTo><a:pt x="2283583" y="424319"/></a:lnTo></a:path><a:path w="8943340" h="3994785"><a:moveTo><a:pt x="2085877" y="2652531"/></a:moveTo><a:lnTo><a:pt x="2085877" y="424326"/></a:lnTo></a:path><a:path w="8943340" h="3994785"><a:moveTo><a:pt x="2288159" y="2652523"/></a:moveTo><a:lnTo><a:pt x="2288159" y="424319"/></a:lnTo></a:path><a:path w="8943340" h="3994785"><a:moveTo><a:pt x="2286298" y="2652523"/></a:moveTo><a:lnTo><a:pt x="2286298" y="424319"/></a:lnTo></a:path><a:path w="8943340" h="3994785"><a:moveTo><a:pt x="2300104" y="2652531"/></a:moveTo><a:lnTo><a:pt x="2300104" y="424326"/></a:lnTo></a:path><a:path w="8943340" h="3994785"><a:moveTo><a:pt x="2042210" y="2652740"/></a:moveTo><a:lnTo><a:pt x="2042210" y="2652709"/></a:lnTo></a:path><a:path w="8943340" h="3994785"><a:moveTo><a:pt x="2042365" y="2652779"/></a:moveTo><a:lnTo><a:pt x="2042365" y="2652709"/></a:lnTo></a:path><a:path w="8943340" h="3994785"><a:moveTo><a:pt x="2044925" y="2652546"/></a:moveTo><a:lnTo><a:pt x="2044925" y="2511996"/></a:lnTo></a:path><a:path w="8943340" h="3994785"><a:moveTo><a:pt x="2044925" y="2420108"/></a:moveTo><a:lnTo><a:pt x="2044925" y="1458423"/></a:lnTo></a:path><a:path w="8943340" h="3994785"><a:moveTo><a:pt x="2044769" y="2652546"/></a:moveTo><a:lnTo><a:pt x="2044769" y="535837"/></a:lnTo></a:path><a:path w="8943340" h="3994785"><a:moveTo><a:pt x="2706840" y="424319"/></a:moveTo><a:lnTo><a:pt x="2706840" y="420510"/></a:lnTo></a:path><a:path w="8943340" h="3994785"><a:moveTo><a:pt x="2638973" y="424326"/></a:moveTo><a:lnTo><a:pt x="2638973" y="420495"/></a:lnTo></a:path><a:path w="8943340" h="3994785"><a:moveTo><a:pt x="2699394" y="424319"/></a:moveTo><a:lnTo><a:pt x="2699394" y="420502"/></a:lnTo></a:path><a:path w="8943340" h="3994785"><a:moveTo><a:pt x="2704435" y="424319"/></a:moveTo><a:lnTo><a:pt x="2704435" y="420510"/></a:lnTo></a:path><a:path w="8943340" h="3994785"><a:moveTo><a:pt x="2697532" y="424319"/></a:moveTo><a:lnTo><a:pt x="2697455" y="420502"/></a:lnTo></a:path><a:path w="8943340" h="3994785"><a:moveTo><a:pt x="2702031" y="424319"/></a:moveTo><a:lnTo><a:pt x="2702031" y="420510"/></a:lnTo></a:path><a:path w="8943340" h="3994785"><a:moveTo><a:pt x="2637266" y="424326"/></a:moveTo><a:lnTo><a:pt x="2637266" y="420495"/></a:lnTo></a:path><a:path w="8943340" h="3994785"><a:moveTo><a:pt x="2709477" y="424319"/></a:moveTo><a:lnTo><a:pt x="2709477" y="420502"/></a:lnTo></a:path><a:path w="8943340" h="3994785"><a:moveTo><a:pt x="2685588" y="424319"/></a:moveTo><a:lnTo><a:pt x="2685588" y="420495"/></a:lnTo></a:path><a:path w="8943340" h="3994785"><a:moveTo><a:pt x="2711338" y="424326"/></a:moveTo><a:lnTo><a:pt x="2711338" y="420502"/></a:lnTo></a:path><a:path w="8943340" h="3994785"><a:moveTo><a:pt x="2220137" y="424326"/></a:moveTo><a:lnTo><a:pt x="2220137" y="420495"/></a:lnTo></a:path><a:path w="8943340" h="3994785"><a:moveTo><a:pt x="2266752" y="424319"/></a:moveTo><a:lnTo><a:pt x="2266752" y="420495"/></a:lnTo></a:path><a:path w="8943340" h="3994785"><a:moveTo><a:pt x="2218431" y="424326"/></a:moveTo><a:lnTo><a:pt x="2218431" y="420495"/></a:lnTo></a:path><a:path w="8943340" h="3994785"><a:moveTo><a:pt x="2142343" y="424326"/></a:moveTo><a:lnTo><a:pt x="2142343" y="420495"/></a:lnTo></a:path><a:path w="8943340" h="3994785"><a:moveTo><a:pt x="2156304" y="424326"/></a:moveTo><a:lnTo><a:pt x="2156304" y="420495"/></a:lnTo></a:path><a:path w="8943340" h="3994785"><a:moveTo><a:pt x="2278619" y="424319"/></a:moveTo><a:lnTo><a:pt x="2278619" y="420502"/></a:lnTo></a:path><a:path w="8943340" h="3994785"><a:moveTo><a:pt x="2280558" y="424319"/></a:moveTo><a:lnTo><a:pt x="2280558" y="420502"/></a:lnTo></a:path><a:path w="8943340" h="3994785"><a:moveTo><a:pt x="2283195" y="424319"/></a:moveTo><a:lnTo><a:pt x="2283195" y="420502"/></a:lnTo></a:path><a:path w="8943340" h="3994785"><a:moveTo><a:pt x="2285600" y="424319"/></a:moveTo><a:lnTo><a:pt x="2285600" y="420502"/></a:lnTo></a:path><a:path w="8943340" h="3994785"><a:moveTo><a:pt x="2144049" y="424326"/></a:moveTo><a:lnTo><a:pt x="2144049" y="420495"/></a:lnTo></a:path><a:path w="8943340" h="3994785"><a:moveTo><a:pt x="2154597" y="424326"/></a:moveTo><a:lnTo><a:pt x="2154597" y="420495"/></a:lnTo></a:path><a:path w="8943340" h="3994785"><a:moveTo><a:pt x="2206176" y="424326"/></a:moveTo><a:lnTo><a:pt x="2206176" y="420495"/></a:lnTo></a:path><a:path w="8943340" h="3994785"><a:moveTo><a:pt x="2207883" y="424326"/></a:moveTo><a:lnTo><a:pt x="2207883" y="420495"/></a:lnTo></a:path><a:path w="8943340" h="3994785"><a:moveTo><a:pt x="2290641" y="424319"/></a:moveTo><a:lnTo><a:pt x="2290641" y="420502"/></a:lnTo></a:path><a:path w="8943340" h="3994785"><a:moveTo><a:pt x="2292503" y="424319"/></a:moveTo><a:lnTo><a:pt x="2292503" y="420502"/></a:lnTo></a:path><a:path w="8943340" h="3994785"><a:moveTo><a:pt x="2304447" y="424326"/></a:moveTo><a:lnTo><a:pt x="2304447" y="420495"/></a:lnTo></a:path><a:path w="8943340" h="3994785"><a:moveTo><a:pt x="2427849" y="424326"/></a:moveTo><a:lnTo><a:pt x="2427849" y="420495"/></a:lnTo></a:path><a:path w="8943340" h="3994785"><a:moveTo><a:pt x="2429555" y="424326"/></a:moveTo><a:lnTo><a:pt x="2429555" y="420495"/></a:lnTo></a:path><a:path w="8943340" h="3994785"><a:moveTo><a:pt x="2489976" y="424319"/></a:moveTo><a:lnTo><a:pt x="2489976" y="420502"/></a:lnTo></a:path><a:path w="8943340" h="3994785"><a:moveTo><a:pt x="2353467" y="424326"/></a:moveTo><a:lnTo><a:pt x="2353467" y="420495"/></a:lnTo></a:path><a:path w="8943340" h="3994785"><a:moveTo><a:pt x="2492613" y="424319"/></a:moveTo><a:lnTo><a:pt x="2492613" y="420502"/></a:lnTo></a:path><a:path w="8943340" h="3994785"><a:moveTo><a:pt x="2495017" y="424319"/></a:moveTo><a:lnTo><a:pt x="2495017" y="420502"/></a:lnTo></a:path><a:path w="8943340" h="3994785"><a:moveTo><a:pt x="2500059" y="424319"/></a:moveTo><a:lnTo><a:pt x="2500059" y="420502"/></a:lnTo></a:path><a:path w="8943340" h="3994785"><a:moveTo><a:pt x="2501921" y="424326"/></a:moveTo><a:lnTo><a:pt x="2501921" y="420502"/></a:lnTo></a:path><a:path w="8943340" h="3994785"><a:moveTo><a:pt x="2561100" y="424326"/></a:moveTo><a:lnTo><a:pt x="2561100" y="420495"/></a:lnTo></a:path><a:path w="8943340" h="3994785"><a:moveTo><a:pt x="2488114" y="424319"/></a:moveTo><a:lnTo><a:pt x="2488037" y="420502"/></a:lnTo></a:path><a:path w="8943340" h="3994785"><a:moveTo><a:pt x="2288004" y="424319"/></a:moveTo><a:lnTo><a:pt x="2288004" y="420502"/></a:lnTo></a:path><a:path w="8943340" h="3994785"><a:moveTo><a:pt x="2415594" y="424326"/></a:moveTo><a:lnTo><a:pt x="2415594" y="420495"/></a:lnTo></a:path><a:path w="8943340" h="3994785"><a:moveTo><a:pt x="2417300" y="424326"/></a:moveTo><a:lnTo><a:pt x="2417300" y="420495"/></a:lnTo></a:path><a:path w="8943340" h="3994785"><a:moveTo><a:pt x="2476170" y="424319"/></a:moveTo><a:lnTo><a:pt x="2476170" y="420495"/></a:lnTo></a:path><a:path w="8943340" h="3994785"><a:moveTo><a:pt x="2365721" y="424326"/></a:moveTo><a:lnTo><a:pt x="2365721" y="420495"/></a:lnTo></a:path><a:path w="8943340" h="3994785"><a:moveTo><a:pt x="2513865" y="424326"/></a:moveTo><a:lnTo><a:pt x="2513865" y="420495"/></a:lnTo></a:path><a:path w="8943340" h="3994785"><a:moveTo><a:pt x="2573433" y="424326"/></a:moveTo><a:lnTo><a:pt x="2573433" y="420495"/></a:lnTo></a:path><a:path w="8943340" h="3994785"><a:moveTo><a:pt x="2562884" y="424326"/></a:moveTo><a:lnTo><a:pt x="2562884" y="420495"/></a:lnTo></a:path><a:path w="8943340" h="3994785"><a:moveTo><a:pt x="2575139" y="424326"/></a:moveTo><a:lnTo><a:pt x="2575139" y="420495"/></a:lnTo></a:path><a:path w="8943340" h="3994785"><a:moveTo><a:pt x="2351683" y="424326"/></a:moveTo><a:lnTo><a:pt x="2351683" y="420495"/></a:lnTo></a:path><a:path w="8943340" h="3994785"><a:moveTo><a:pt x="2625012" y="424326"/></a:moveTo><a:lnTo><a:pt x="2625012" y="420495"/></a:lnTo></a:path><a:path w="8943340" h="3994785"><a:moveTo><a:pt x="2364015" y="424326"/></a:moveTo><a:lnTo><a:pt x="2364015" y="420495"/></a:lnTo></a:path><a:path w="8943340" h="3994785"><a:moveTo><a:pt x="2497422" y="424319"/></a:moveTo><a:lnTo><a:pt x="2497422" y="420502"/></a:lnTo></a:path><a:path w="8943340" h="3994785"><a:moveTo><a:pt x="2626718" y="424326"/></a:moveTo><a:lnTo><a:pt x="2626718" y="420495"/></a:lnTo></a:path><a:path w="8943340" h="3994785"><a:moveTo><a:pt x="2045080" y="2652546"/></a:moveTo><a:lnTo><a:pt x="2045002" y="2512019"/></a:lnTo></a:path><a:path w="8943340" h="3994785"><a:moveTo><a:pt x="2141489" y="424326"/></a:moveTo><a:lnTo><a:pt x="2141489" y="420495"/></a:lnTo></a:path><a:path w="8943340" h="3994785"><a:moveTo><a:pt x="2045002" y="2512019"/></a:moveTo><a:lnTo><a:pt x="2045002" y="2511996"/></a:lnTo></a:path><a:path w="8943340" h="3994785"><a:moveTo><a:pt x="3652787" y="424326"/></a:moveTo><a:lnTo><a:pt x="3652787" y="3211"/></a:lnTo><a:lnTo><a:pt x="3659302" y="0"/></a:lnTo><a:lnTo><a:pt x="5887507" y="7"/></a:lnTo><a:lnTo><a:pt x="5887507" y="424326"/></a:lnTo></a:path><a:path w="8943340" h="3994785"><a:moveTo><a:pt x="6872235" y="3001715"/></a:moveTo><a:lnTo><a:pt x="6872933" y="3001894"/></a:lnTo></a:path><a:path w="8943340" h="3994785"><a:moveTo><a:pt x="6500015" y="3001746"/></a:moveTo><a:lnTo><a:pt x="6500015" y="3040256"/></a:lnTo></a:path><a:path w="8943340" h="3994785"><a:moveTo><a:pt x="6872933" y="3001894"/></a:moveTo><a:lnTo><a:pt x="6872933" y="3015940"/></a:lnTo></a:path><a:path w="8943340" h="3994785"><a:moveTo><a:pt x="6645987" y="1861653"/></a:moveTo><a:lnTo><a:pt x="6641410" y="1861653"/></a:lnTo><a:lnTo><a:pt x="6639782" y="1861661"/></a:lnTo></a:path><a:path w="8943340" h="3994785"><a:moveTo><a:pt x="6732856" y="1861645"/></a:moveTo><a:lnTo><a:pt x="6731305" y="1861638"/></a:lnTo></a:path><a:path w="8943340" h="3994785"><a:moveTo><a:pt x="6662973" y="1861638"/></a:moveTo><a:lnTo><a:pt x="6653355" y="1861645"/></a:lnTo></a:path><a:path w="8943340" h="3994785"><a:moveTo><a:pt x="6731305" y="1861638"/></a:moveTo><a:lnTo><a:pt x="6726574" y="1861638"/></a:lnTo><a:lnTo><a:pt x="6719205" y="1861638"/></a:lnTo></a:path><a:path w="8943340" h="3994785"><a:moveTo><a:pt x="6653355" y="1861645"/></a:moveTo><a:lnTo><a:pt x="6645987" y="1861653"/></a:lnTo></a:path><a:path w="8943340" h="3994785"><a:moveTo><a:pt x="7978659" y="2588270"/></a:moveTo><a:lnTo><a:pt x="8035977" y="2588263"/></a:lnTo></a:path><a:path w="8943340" h="3994785"><a:moveTo><a:pt x="8213672" y="2588255"/></a:moveTo><a:lnTo><a:pt x="8350957" y="2588239"/></a:lnTo><a:lnTo><a:pt x="8351577" y="2588418"/></a:lnTo></a:path><a:path w="8943340" h="3994785"><a:moveTo><a:pt x="8213672" y="2634792"/></a:moveTo><a:lnTo><a:pt x="8350957" y="2634784"/></a:lnTo><a:lnTo><a:pt x="8351577" y="2634955"/></a:lnTo><a:lnTo><a:pt x="8213672" y="2634971"/></a:lnTo></a:path><a:path w="8943340" h="3994785"><a:moveTo><a:pt x="8036055" y="2634978"/></a:moveTo><a:lnTo><a:pt x="7979357" y="2634986"/></a:lnTo><a:lnTo><a:pt x="7978659" y="2634808"/></a:lnTo></a:path><a:path w="8943340" h="3994785"><a:moveTo><a:pt x="7978659" y="2588270"/></a:moveTo><a:lnTo><a:pt x="7978659" y="2634808"/></a:lnTo></a:path><a:path w="8943340" h="3994785"><a:moveTo><a:pt x="8351577" y="2588418"/></a:moveTo><a:lnTo><a:pt x="8351577" y="2634955"/></a:lnTo></a:path><a:path w="8943340" h="3994785"><a:moveTo><a:pt x="8211578" y="1519821"/></a:moveTo><a:lnTo><a:pt x="8211578" y="1448169"/></a:lnTo></a:path><a:path w="8943340" h="3994785"><a:moveTo><a:pt x="8118503" y="1861614"/></a:moveTo><a:lnTo><a:pt x="8118503" y="1448185"/></a:lnTo></a:path><a:path w="8943340" h="3994785"><a:moveTo><a:pt x="7978038" y="2514028"/></a:moveTo><a:lnTo><a:pt x="8035977" y="2514020"/></a:lnTo></a:path><a:path w="8943340" h="3994785"><a:moveTo><a:pt x="8213672" y="2514005"/></a:moveTo><a:lnTo><a:pt x="8350259" y="2513997"/></a:lnTo><a:lnTo><a:pt x="8350879" y="2514175"/></a:lnTo></a:path><a:path w="8943340" h="3994785"><a:moveTo><a:pt x="7978038" y="2514028"/></a:moveTo><a:lnTo><a:pt x="7978038" y="2583578"/></a:lnTo></a:path><a:path w="8943340" h="3994785"><a:moveTo><a:pt x="8350879" y="2514175"/></a:moveTo><a:lnTo><a:pt x="8350879" y="2559262"/></a:lnTo></a:path><a:path w="8943340" h="3994785"><a:moveTo><a:pt x="8210880" y="1448169"/></a:moveTo><a:lnTo><a:pt x="8210880" y="1373927"/></a:lnTo></a:path><a:path w="8943340" h="3994785"><a:moveTo><a:pt x="8117883" y="1861614"/></a:moveTo><a:lnTo><a:pt x="8117805" y="1373935"/></a:lnTo></a:path><a:path w="8943340" h="3994785"><a:moveTo><a:pt x="7979357" y="2659922"/></a:moveTo><a:lnTo><a:pt x="8036055" y="2659915"/></a:lnTo></a:path><a:path w="8943340" h="3994785"><a:moveTo><a:pt x="8213672" y="2659907"/></a:moveTo><a:lnTo><a:pt x="8351577" y="2659899"/></a:lnTo><a:lnTo><a:pt x="8352275" y="2660077"/></a:lnTo></a:path><a:path w="8943340" h="3994785"><a:moveTo><a:pt x="8213672" y="2729713"/></a:moveTo><a:lnTo><a:pt x="8351577" y="2729705"/></a:lnTo><a:lnTo><a:pt x="8352275" y="2729883"/></a:lnTo><a:lnTo><a:pt x="8213672" y="2729891"/></a:lnTo></a:path><a:path w="8943340" h="3994785"><a:moveTo><a:pt x="8036055" y="2729899"/></a:moveTo><a:lnTo><a:pt x="7979977" y="2729907"/></a:lnTo><a:lnTo><a:pt x="7979357" y="2729728"/></a:lnTo></a:path><a:path w="8943340" h="3994785"><a:moveTo><a:pt x="7979357" y="2659922"/></a:moveTo><a:lnTo><a:pt x="7979357" y="2729728"/></a:lnTo></a:path><a:path w="8943340" h="3994785"><a:moveTo><a:pt x="8352275" y="2660077"/></a:moveTo><a:lnTo><a:pt x="8352275" y="2729883"/></a:lnTo></a:path><a:path w="8943340" h="3994785"><a:moveTo><a:pt x="8212276" y="1594064"/></a:moveTo><a:lnTo><a:pt x="8212198" y="1519821"/></a:lnTo></a:path><a:path w="8943340" h="3994785"><a:moveTo><a:pt x="8119201" y="1861614"/></a:moveTo><a:lnTo><a:pt x="8119124" y="1519837"/></a:lnTo></a:path><a:path w="8943340" h="3994785"><a:moveTo><a:pt x="7976642" y="2369421"/></a:moveTo><a:lnTo><a:pt x="8035977" y="2369421"/></a:lnTo></a:path><a:path w="8943340" h="3994785"><a:moveTo><a:pt x="8213672" y="2369406"/></a:moveTo><a:lnTo><a:pt x="8348863" y="2369398"/></a:lnTo><a:lnTo><a:pt x="8349561" y="2369576"/></a:lnTo></a:path><a:path w="8943340" h="3994785"><a:moveTo><a:pt x="7976642" y="2369421"/></a:moveTo><a:lnTo><a:pt x="7976642" y="2400803"/></a:lnTo></a:path><a:path w="8943340" h="3994785"><a:moveTo><a:pt x="8349561" y="2369576"/></a:moveTo><a:lnTo><a:pt x="8349561" y="2376487"/></a:lnTo></a:path><a:path w="8943340" h="3994785"><a:moveTo><a:pt x="8174968" y="1229312"/></a:moveTo><a:lnTo><a:pt x="8162946" y="1229312"/></a:lnTo></a:path><a:path w="8943340" h="3994785"><a:moveTo><a:pt x="8209561" y="1302267"/></a:moveTo><a:lnTo><a:pt x="8209561" y="1229320"/></a:lnTo></a:path><a:path w="8943340" h="3994785"><a:moveTo><a:pt x="8122614" y="1229328"/></a:moveTo><a:lnTo><a:pt x="8118038" y="1229328"/></a:lnTo></a:path><a:path w="8943340" h="3994785"><a:moveTo><a:pt x="8162946" y="1229312"/></a:moveTo><a:lnTo><a:pt x="8150847" y="1229312"/></a:lnTo></a:path><a:path w="8943340" h="3994785"><a:moveTo><a:pt x="8118038" y="1229328"/></a:moveTo><a:lnTo><a:pt x="8116487" y="1229336"/></a:lnTo></a:path><a:path w="8943340" h="3994785"><a:moveTo><a:pt x="8150847" y="1229312"/></a:moveTo><a:lnTo><a:pt x="8139678" y="1229320"/></a:lnTo></a:path><a:path w="8943340" h="3994785"><a:moveTo><a:pt x="8209561" y="1229320"/></a:moveTo><a:lnTo><a:pt x="8207932" y="1229320"/></a:lnTo></a:path><a:path w="8943340" h="3994785"><a:moveTo><a:pt x="8195833" y="1229312"/></a:moveTo><a:lnTo><a:pt x="8186215" y="1229312"/></a:lnTo></a:path><a:path w="8943340" h="3994785"><a:moveTo><a:pt x="8139678" y="1229320"/></a:moveTo><a:lnTo><a:pt x="8130060" y="1229320"/></a:lnTo></a:path><a:path w="8943340" h="3994785"><a:moveTo><a:pt x="8207932" y="1229320"/></a:moveTo><a:lnTo><a:pt x="8203279" y="1229312"/></a:lnTo><a:lnTo><a:pt x="8195833" y="1229312"/></a:lnTo></a:path><a:path w="8943340" h="3994785"><a:moveTo><a:pt x="8130060" y="1229320"/></a:moveTo><a:lnTo><a:pt x="8122614" y="1229328"/></a:lnTo></a:path><a:path w="8943340" h="3994785"><a:moveTo><a:pt x="8186215" y="1229312"/></a:moveTo><a:lnTo><a:pt x="8174968" y="1229312"/></a:lnTo></a:path><a:path w="8943340" h="3994785"><a:moveTo><a:pt x="8116564" y="1861614"/></a:moveTo><a:lnTo><a:pt x="8116487" y="1229336"/></a:lnTo></a:path><a:path w="8943340" h="3994785"><a:moveTo><a:pt x="7980675" y="2807120"/></a:moveTo><a:lnTo><a:pt x="8036055" y="2807112"/></a:lnTo></a:path><a:path w="8943340" h="3994785"><a:moveTo><a:pt x="8352973" y="2807089"/></a:moveTo><a:lnTo><a:pt x="8353594" y="2807267"/></a:lnTo></a:path><a:path w="8943340" h="3994785"><a:moveTo><a:pt x="8129129" y="2853641"/></a:moveTo><a:lnTo><a:pt x="8352973" y="2853626"/></a:lnTo><a:lnTo><a:pt x="8353594" y="2853804"/></a:lnTo><a:lnTo><a:pt x="8129129" y="2853820"/></a:lnTo></a:path><a:path w="8943340" h="3994785"><a:moveTo><a:pt x="8036055" y="2853828"/></a:moveTo><a:lnTo><a:pt x="7981373" y="2853828"/></a:lnTo><a:lnTo><a:pt x="7980675" y="2853657"/></a:lnTo></a:path><a:path w="8943340" h="3994785"><a:moveTo><a:pt x="7980675" y="2807120"/></a:moveTo><a:lnTo><a:pt x="7980675" y="2853657"/></a:lnTo></a:path><a:path w="8943340" h="3994785"><a:moveTo><a:pt x="8353594" y="2807267"/></a:moveTo><a:lnTo><a:pt x="8353594" y="2853804"/></a:lnTo></a:path><a:path w="8943340" h="3994785"><a:moveTo><a:pt x="8120520" y="1861614"/></a:moveTo><a:lnTo><a:pt x="8120520" y="1667034"/></a:lnTo></a:path><a:path w="8943340" h="3994785"><a:moveTo><a:pt x="4079999" y="3001754"/></a:moveTo><a:lnTo><a:pt x="4080697" y="3001932"/></a:lnTo></a:path><a:path w="8943340" h="3994785"><a:moveTo><a:pt x="3707779" y="3001785"/></a:moveTo><a:lnTo><a:pt x="3707779" y="3040318"/></a:lnTo></a:path><a:path w="8943340" h="3994785"><a:moveTo><a:pt x="4080697" y="3001932"/></a:moveTo><a:lnTo><a:pt x="4080697" y="3016002"/></a:lnTo></a:path><a:path w="8943340" h="3994785"><a:moveTo><a:pt x="3906105" y="1861669"/></a:moveTo><a:lnTo><a:pt x="3894005" y="1861669"/></a:lnTo></a:path><a:path w="8943340" h="3994785"><a:moveTo><a:pt x="3853751" y="1861684"/></a:moveTo><a:lnTo><a:pt x="3849174" y="1861692"/></a:lnTo><a:lnTo><a:pt x="3847546" y="1861692"/></a:lnTo></a:path><a:path w="8943340" h="3994785"><a:moveTo><a:pt x="3940620" y="1861684"/></a:moveTo><a:lnTo><a:pt x="3939069" y="1861676"/></a:lnTo></a:path><a:path w="8943340" h="3994785"><a:moveTo><a:pt x="3926969" y="1861669"/></a:moveTo><a:lnTo><a:pt x="3917351" y="1861669"/></a:lnTo></a:path><a:path w="8943340" h="3994785"><a:moveTo><a:pt x="3870814" y="1861676"/></a:moveTo><a:lnTo><a:pt x="3861119" y="1861684"/></a:lnTo></a:path><a:path w="8943340" h="3994785"><a:moveTo><a:pt x="3934415" y="1861676"/></a:moveTo><a:lnTo><a:pt x="3926969" y="1861669"/></a:lnTo></a:path><a:path w="8943340" h="3994785"><a:moveTo><a:pt x="3861119" y="1861684"/></a:moveTo><a:lnTo><a:pt x="3853751" y="1861684"/></a:lnTo></a:path><a:path w="8943340" h="3994785"><a:moveTo><a:pt x="3917351" y="1861669"/></a:moveTo><a:lnTo><a:pt x="3906105" y="1861669"/></a:lnTo></a:path><a:path w="8943340" h="3994785"><a:moveTo><a:pt x="7980055" y="2734165"/></a:moveTo><a:lnTo><a:pt x="8036055" y="2734165"/></a:lnTo></a:path><a:path w="8943340" h="3994785"><a:moveTo><a:pt x="8213672" y="2734149"/></a:moveTo><a:lnTo><a:pt x="8352275" y="2734141"/></a:lnTo><a:lnTo><a:pt x="8352896" y="2734320"/></a:lnTo></a:path><a:path w="8943340" h="3994785"><a:moveTo><a:pt x="8213749" y="2803955"/></a:moveTo><a:lnTo><a:pt x="8352275" y="2803947"/></a:lnTo><a:lnTo><a:pt x="8352896" y="2804126"/></a:lnTo><a:lnTo><a:pt x="8213749" y="2804134"/></a:lnTo></a:path><a:path w="8943340" h="3994785"><a:moveTo><a:pt x="8036055" y="2804149"/></a:moveTo><a:lnTo><a:pt x="7980675" y="2804149"/></a:lnTo><a:lnTo><a:pt x="7980055" y="2803971"/></a:lnTo></a:path><a:path w="8943340" h="3994785"><a:moveTo><a:pt x="7980055" y="2734165"/></a:moveTo><a:lnTo><a:pt x="7980055" y="2803971"/></a:lnTo></a:path><a:path w="8943340" h="3994785"><a:moveTo><a:pt x="8352896" y="2734320"/></a:moveTo><a:lnTo><a:pt x="8352896" y="2804126"/></a:lnTo></a:path><a:path w="8943340" h="3994785"><a:moveTo><a:pt x="8212896" y="1667019"/></a:moveTo><a:lnTo><a:pt x="8212896" y="1594072"/></a:lnTo></a:path><a:path w="8943340" h="3994785"><a:moveTo><a:pt x="8119899" y="1861614"/></a:moveTo><a:lnTo><a:pt x="8119822" y="1594079"/></a:lnTo></a:path><a:path w="8943340" h="3994785"><a:moveTo><a:pt x="7977340" y="2442368"/></a:moveTo><a:lnTo><a:pt x="8035977" y="2442368"/></a:lnTo></a:path><a:path w="8943340" h="3994785"><a:moveTo><a:pt x="8213672" y="2442353"/></a:moveTo><a:lnTo><a:pt x="8349561" y="2442345"/></a:lnTo><a:lnTo><a:pt x="8350259" y="2442523"/></a:lnTo></a:path><a:path w="8943340" h="3994785"><a:moveTo><a:pt x="7977340" y="2442368"/></a:moveTo><a:lnTo><a:pt x="7977340" y="2492194"/></a:lnTo></a:path><a:path w="8943340" h="3994785"><a:moveTo><a:pt x="8350259" y="2442523"/></a:moveTo><a:lnTo><a:pt x="8350259" y="2467879"/></a:lnTo></a:path><a:path w="8943340" h="3994785"><a:moveTo><a:pt x="8210182" y="1373919"/></a:moveTo><a:lnTo><a:pt x="8210182" y="1302275"/></a:lnTo></a:path><a:path w="8943340" h="3994785"><a:moveTo><a:pt x="8117185" y="1861614"/></a:moveTo><a:lnTo><a:pt x="8117107" y="1302283"/></a:lnTo></a:path><a:path w="8943340" h="3994785"><a:moveTo><a:pt x="5476117" y="3001739"/></a:moveTo><a:lnTo><a:pt x="5476815" y="3001917"/></a:lnTo></a:path><a:path w="8943340" h="3994785"><a:moveTo><a:pt x="5103897" y="3001762"/></a:moveTo><a:lnTo><a:pt x="5103897" y="3040287"/></a:lnTo></a:path><a:path w="8943340" h="3994785"><a:moveTo><a:pt x="5476815" y="3001917"/></a:moveTo><a:lnTo><a:pt x="5476815" y="3015971"/></a:lnTo></a:path><a:path w="8943340" h="3994785"><a:moveTo><a:pt x="5249869" y="1861669"/></a:moveTo><a:lnTo><a:pt x="5245292" y="1861676"/></a:lnTo><a:lnTo><a:pt x="5243664" y="1861676"/></a:lnTo></a:path><a:path w="8943340" h="3994785"><a:moveTo><a:pt x="5278101" y="1861653"/></a:moveTo><a:lnTo><a:pt x="5266855" y="1861661"/></a:lnTo></a:path><a:path w="8943340" h="3994785"><a:moveTo><a:pt x="5336738" y="1861661"/></a:moveTo><a:lnTo><a:pt x="5335187" y="1861661"/></a:lnTo></a:path><a:path w="8943340" h="3994785"><a:moveTo><a:pt x="5323087" y="1861653"/></a:moveTo><a:lnTo><a:pt x="5313469" y="1861653"/></a:lnTo></a:path><a:path w="8943340" h="3994785"><a:moveTo><a:pt x="5266855" y="1861661"/></a:moveTo><a:lnTo><a:pt x="5257237" y="1861661"/></a:lnTo></a:path><a:path w="8943340" h="3994785"><a:moveTo><a:pt x="5335187" y="1861661"/></a:moveTo><a:lnTo><a:pt x="5330533" y="1861653"/></a:lnTo><a:lnTo><a:pt x="5323087" y="1861653"/></a:lnTo></a:path><a:path w="8943340" h="3994785"><a:moveTo><a:pt x="5257237" y="1861661"/></a:moveTo><a:lnTo><a:pt x="5249869" y="1861669"/></a:lnTo></a:path><a:path w="8943340" h="3994785"><a:moveTo><a:pt x="5313469" y="1861653"/></a:moveTo><a:lnTo><a:pt x="5302223" y="1861653"/></a:lnTo></a:path><a:path w="8943340" h="3994785"><a:moveTo><a:pt x="7349087" y="2652538"/></a:moveTo><a:lnTo><a:pt x="7352965" y="2653508"/></a:lnTo><a:lnTo><a:pt x="7352965" y="2862926"/></a:lnTo><a:lnTo><a:pt x="7349087" y="2978299"/></a:lnTo></a:path><a:path w="8943340" h="3994785"><a:moveTo><a:pt x="2042443" y="3160531"/></a:moveTo><a:lnTo><a:pt x="2652158" y="2978307"/></a:lnTo></a:path><a:path w="8943340" h="3994785"><a:moveTo><a:pt x="8268353" y="3001700"/></a:moveTo><a:lnTo><a:pt x="8269051" y="3001878"/></a:lnTo></a:path><a:path w="8943340" h="3994785"><a:moveTo><a:pt x="7896133" y="3001723"/></a:moveTo><a:lnTo><a:pt x="7896133" y="3040225"/></a:lnTo></a:path><a:path w="8943340" h="3994785"><a:moveTo><a:pt x="8269051" y="3001878"/></a:moveTo><a:lnTo><a:pt x="8269051" y="3015909"/></a:lnTo></a:path><a:path w="8943340" h="3994785"><a:moveTo><a:pt x="8094459" y="1861614"/></a:moveTo><a:lnTo><a:pt x="8082359" y="1861614"/></a:lnTo></a:path><a:path w="8943340" h="3994785"><a:moveTo><a:pt x="8042105" y="1861630"/></a:moveTo><a:lnTo><a:pt x="8037528" y="1861638"/></a:lnTo></a:path><a:path w="8943340" h="3994785"><a:moveTo><a:pt x="8082359" y="1861614"/></a:moveTo><a:lnTo><a:pt x="8070337" y="1861622"/></a:lnTo></a:path><a:path w="8943340" h="3994785"><a:moveTo><a:pt x="8037528" y="1861638"/></a:moveTo><a:lnTo><a:pt x="8035900" y="1861638"/></a:lnTo></a:path><a:path w="8943340" h="3994785"><a:moveTo><a:pt x="8070337" y="1861622"/></a:moveTo><a:lnTo><a:pt x="8059091" y="1861622"/></a:lnTo></a:path><a:path w="8943340" h="3994785"><a:moveTo><a:pt x="8128974" y="1861630"/></a:moveTo><a:lnTo><a:pt x="8127423" y="1861622"/></a:lnTo></a:path><a:path w="8943340" h="3994785"><a:moveTo><a:pt x="8115323" y="1861614"/></a:moveTo><a:lnTo><a:pt x="8105628" y="1861614"/></a:lnTo></a:path><a:path w="8943340" h="3994785"><a:moveTo><a:pt x="8059091" y="1861622"/></a:moveTo><a:lnTo><a:pt x="8049473" y="1861622"/></a:lnTo><a:lnTo><a:pt x="8042105" y="1861630"/></a:lnTo></a:path><a:path w="8943340" h="3994785"><a:moveTo><a:pt x="8105628" y="1861614"/></a:moveTo><a:lnTo><a:pt x="8094459" y="1861614"/></a:lnTo></a:path><a:path w="8943340" h="3994785"><a:moveTo><a:pt x="7346450" y="2652531"/></a:moveTo><a:lnTo><a:pt x="7346528" y="2652538"/></a:lnTo></a:path><a:path w="8943340" h="3994785"><a:moveTo><a:pt x="7253220" y="418750"/></a:moveTo><a:lnTo><a:pt x="7346062" y="418742"/></a:lnTo><a:lnTo><a:pt x="7346295" y="418773"/></a:lnTo></a:path><a:path w="8943340" h="3994785"><a:moveTo><a:pt x="7346295" y="424319"/></a:moveTo><a:lnTo><a:pt x="7346295" y="418773"/></a:lnTo></a:path><a:path w="8943340" h="3994785"><a:moveTo><a:pt x="7253220" y="424319"/></a:moveTo><a:lnTo><a:pt x="7253220" y="418750"/></a:lnTo></a:path><a:path w="8943340" h="3994785"><a:moveTo><a:pt x="5538710" y="419013"/></a:moveTo><a:lnTo><a:pt x="5631552" y="419006"/></a:lnTo><a:lnTo><a:pt x="5631784" y="419037"/></a:lnTo></a:path><a:path w="8943340" h="3994785"><a:moveTo><a:pt x="5631784" y="424319"/></a:moveTo><a:lnTo><a:pt x="5631784" y="419037"/></a:lnTo></a:path><a:path w="8943340" h="3994785"><a:moveTo><a:pt x="5538710" y="424326"/></a:moveTo><a:lnTo><a:pt x="5538710" y="419013"/></a:lnTo></a:path><a:path w="8943340" h="3994785"><a:moveTo><a:pt x="3793562" y="419285"/></a:moveTo><a:lnTo><a:pt x="3886404" y="419269"/></a:lnTo><a:lnTo><a:pt x="3886637" y="419308"/></a:lnTo></a:path><a:path w="8943340" h="3994785"><a:moveTo><a:pt x="3886637" y="424326"/></a:moveTo><a:lnTo><a:pt x="3886637" y="419308"/></a:lnTo></a:path><a:path w="8943340" h="3994785"><a:moveTo><a:pt x="3793562" y="424326"/></a:moveTo><a:lnTo><a:pt x="3793562" y="419285"/></a:lnTo></a:path><a:path w="8943340" h="3994785"><a:moveTo><a:pt x="2044769" y="419556"/></a:moveTo><a:lnTo><a:pt x="2137611" y="419541"/></a:lnTo><a:lnTo><a:pt x="2137844" y="419579"/></a:lnTo></a:path><a:path w="8943340" h="3994785"><a:moveTo><a:pt x="2137844" y="420440"/></a:moveTo><a:lnTo><a:pt x="2141257" y="420440"/></a:lnTo><a:lnTo><a:pt x="2141489" y="420495"/></a:lnTo></a:path><a:path w="8943340" h="3994785"><a:moveTo><a:pt x="2815427" y="420440"/></a:moveTo><a:lnTo><a:pt x="2815659" y="420479"/></a:lnTo></a:path><a:path w="8943340" h="3994785"><a:moveTo><a:pt x="2815659" y="424326"/></a:moveTo><a:lnTo><a:pt x="2815659" y="420479"/></a:lnTo></a:path><a:path w="8943340" h="3994785"><a:moveTo><a:pt x="2723050" y="232"/></a:moveTo><a:lnTo><a:pt x="2815892" y="217"/></a:lnTo><a:lnTo><a:pt x="2816125" y="248"/></a:lnTo></a:path><a:path w="8943340" h="3994785"><a:moveTo><a:pt x="2816125" y="1279"/></a:moveTo><a:lnTo><a:pt x="2816978" y="1279"/></a:lnTo><a:lnTo><a:pt x="2817210" y="1310"/></a:lnTo></a:path><a:path w="8943340" h="3994785"><a:moveTo><a:pt x="2817288" y="424326"/></a:moveTo><a:lnTo><a:pt x="2817210" y="1310"/></a:lnTo></a:path><a:path w="8943340" h="3994785"><a:moveTo><a:pt x="0" y="3643131"/></a:moveTo><a:lnTo><a:pt x="2021811" y="2635242"/></a:lnTo></a:path><a:path w="8943340" h="3994785"><a:moveTo><a:pt x="147057" y="3991827"/></a:moveTo><a:lnTo><a:pt x="55069" y="3993230"/></a:lnTo><a:lnTo><a:pt x="0" y="3994262"/></a:lnTo></a:path><a:path w="8943340" h="3994785"><a:moveTo><a:pt x="147057" y="3991827"/></a:moveTo><a:lnTo><a:pt x="2656502" y="3486137"/></a:lnTo><a:lnTo><a:pt x="8943144" y="3466126"/></a:lnTo></a:path><a:path w="8943340" h="3994785"><a:moveTo><a:pt x="7352655" y="2321162"/></a:moveTo><a:lnTo><a:pt x="8035977" y="2321162"/></a:lnTo></a:path><a:path w="8943340" h="3994785"><a:moveTo><a:pt x="8213672" y="2321162"/></a:moveTo><a:lnTo><a:pt x="8943144" y="2321170"/></a:lnTo></a:path><a:path w="8943340" h="3994785"><a:moveTo><a:pt x="6700435" y="424311"/></a:moveTo><a:lnTo><a:pt x="6702297" y="424311"/></a:lnTo></a:path><a:path w="8943340" h="3994785"><a:moveTo><a:pt x="6897133" y="424311"/></a:moveTo><a:lnTo><a:pt x="6895271" y="424311"/></a:lnTo></a:path><a:path w="8943340" h="3994785"><a:moveTo><a:pt x="7106550" y="424311"/></a:moveTo><a:lnTo><a:pt x="7104689" y="424311"/></a:lnTo></a:path><a:path w="8943340" h="3994785"><a:moveTo><a:pt x="6822130" y="2652523"/></a:moveTo><a:lnTo><a:pt x="6774817" y="2652523"/></a:lnTo></a:path><a:path w="8943340" h="3994785"><a:moveTo><a:pt x="6822130" y="424319"/></a:moveTo><a:lnTo><a:pt x="6774817" y="424319"/></a:lnTo></a:path><a:path w="8943340" h="3994785"><a:moveTo><a:pt x="6836944" y="424319"/></a:moveTo><a:lnTo><a:pt x="6823836" y="424319"/></a:lnTo></a:path><a:path w="8943340" h="3994785"><a:moveTo><a:pt x="6909775" y="424311"/></a:moveTo><a:lnTo><a:pt x="6911714" y="424311"/></a:lnTo></a:path><a:path w="8943340" h="3994785"><a:moveTo><a:pt x="6967714" y="424319"/></a:moveTo><a:lnTo><a:pt x="6969421" y="424319"/></a:lnTo></a:path><a:path w="8943340" h="3994785"><a:moveTo><a:pt x="6982529" y="424319"/></a:moveTo><a:lnTo><a:pt x="6969421" y="424319"/></a:lnTo></a:path><a:path w="8943340" h="3994785"><a:moveTo><a:pt x="7046362" y="424319"/></a:moveTo><a:lnTo><a:pt x="7033254" y="424319"/></a:lnTo></a:path><a:path w="8943340" h="3994785"><a:moveTo><a:pt x="7092822" y="2652523"/></a:moveTo><a:lnTo><a:pt x="7048069" y="2652523"/></a:lnTo></a:path><a:path w="8943340" h="3994785"><a:moveTo><a:pt x="7092822" y="424319"/></a:moveTo><a:lnTo><a:pt x="7048069" y="424319"/></a:lnTo></a:path><a:path w="8943340" h="3994785"><a:moveTo><a:pt x="7092822" y="424319"/></a:moveTo><a:lnTo><a:pt x="7104689" y="424311"/></a:lnTo></a:path><a:path w="8943340" h="3994785"><a:moveTo><a:pt x="6773111" y="424319"/></a:moveTo><a:lnTo><a:pt x="6760003" y="424319"/></a:lnTo></a:path><a:path w="8943340" h="3994785"><a:moveTo><a:pt x="6714241" y="424319"/></a:moveTo><a:lnTo><a:pt x="6702297" y="424311"/></a:lnTo></a:path><a:path w="8943340" h="3994785"><a:moveTo><a:pt x="6774817" y="424319"/></a:moveTo><a:lnTo><a:pt x="6773111" y="424319"/></a:lnTo></a:path><a:path w="8943340" h="3994785"><a:moveTo><a:pt x="6838651" y="424319"/></a:moveTo><a:lnTo><a:pt x="6836944" y="424319"/></a:lnTo></a:path><a:path w="8943340" h="3994785"><a:moveTo><a:pt x="6883404" y="2652523"/></a:moveTo><a:lnTo><a:pt x="6838651" y="2652523"/></a:lnTo></a:path><a:path w="8943340" h="3994785"><a:moveTo><a:pt x="6883404" y="424319"/></a:moveTo><a:lnTo><a:pt x="6838651" y="424319"/></a:lnTo></a:path><a:path w="8943340" h="3994785"><a:moveTo><a:pt x="6897133" y="424311"/></a:moveTo><a:lnTo><a:pt x="6899847" y="424311"/></a:lnTo></a:path><a:path w="8943340" h="3994785"><a:moveTo><a:pt x="6909775" y="424311"/></a:moveTo><a:lnTo><a:pt x="6907138" y="424311"/></a:lnTo></a:path><a:path w="8943340" h="3994785"><a:moveTo><a:pt x="6967714" y="2652523"/></a:moveTo><a:lnTo><a:pt x="6923659" y="2652523"/></a:lnTo></a:path><a:path w="8943340" h="3994785"><a:moveTo><a:pt x="6967714" y="424319"/></a:moveTo><a:lnTo><a:pt x="6923659" y="424319"/></a:lnTo></a:path><a:path w="8943340" h="3994785"><a:moveTo><a:pt x="7031548" y="2652523"/></a:moveTo><a:lnTo><a:pt x="6984235" y="2652523"/></a:lnTo></a:path><a:path w="8943340" h="3994785"><a:moveTo><a:pt x="7031548" y="424319"/></a:moveTo><a:lnTo><a:pt x="6984235" y="424319"/></a:lnTo></a:path><a:path w="8943340" h="3994785"><a:moveTo><a:pt x="7109265" y="424311"/></a:moveTo><a:lnTo><a:pt x="7112910" y="424311"/></a:lnTo></a:path><a:path w="8943340" h="3994785"><a:moveTo><a:pt x="7116556" y="424311"/></a:moveTo><a:lnTo><a:pt x="7112910" y="424311"/></a:lnTo></a:path><a:path w="8943340" h="3994785"><a:moveTo><a:pt x="7106550" y="424311"/></a:moveTo><a:lnTo><a:pt x="7109265" y="424311"/></a:lnTo></a:path><a:path w="8943340" h="3994785"><a:moveTo><a:pt x="7119193" y="424311"/></a:moveTo><a:lnTo><a:pt x="7116556" y="424311"/></a:lnTo></a:path><a:path w="8943340" h="3994785"><a:moveTo><a:pt x="6907138" y="424311"/></a:moveTo><a:lnTo><a:pt x="6903493" y="424311"/></a:lnTo></a:path><a:path w="8943340" h="3994785"><a:moveTo><a:pt x="7119193" y="424311"/></a:moveTo><a:lnTo><a:pt x="7121132" y="424311"/></a:lnTo></a:path><a:path w="8943340" h="3994785"><a:moveTo><a:pt x="6984235" y="424319"/></a:moveTo><a:lnTo><a:pt x="6982529" y="424319"/></a:lnTo></a:path><a:path w="8943340" h="3994785"><a:moveTo><a:pt x="6758296" y="2652523"/></a:moveTo><a:lnTo><a:pt x="6733011" y="2652538"/></a:lnTo></a:path><a:path w="8943340" h="3994785"><a:moveTo><a:pt x="6758296" y="424319"/></a:moveTo><a:lnTo><a:pt x="6714241" y="424319"/></a:lnTo></a:path><a:path w="8943340" h="3994785"><a:moveTo><a:pt x="6899847" y="424311"/></a:moveTo><a:lnTo><a:pt x="6903493" y="424311"/></a:lnTo></a:path><a:path w="8943340" h="3994785"><a:moveTo><a:pt x="6883404" y="424319"/></a:moveTo><a:lnTo><a:pt x="6895271" y="424311"/></a:lnTo></a:path><a:path w="8943340" h="3994785"><a:moveTo><a:pt x="6758296" y="424319"/></a:moveTo><a:lnTo><a:pt x="6760003" y="424319"/></a:lnTo></a:path><a:path w="8943340" h="3994785"><a:moveTo><a:pt x="6822130" y="424319"/></a:moveTo><a:lnTo><a:pt x="6823836" y="424319"/></a:lnTo></a:path><a:path w="8943340" h="3994785"><a:moveTo><a:pt x="6923659" y="424319"/></a:moveTo><a:lnTo><a:pt x="6911714" y="424311"/></a:lnTo></a:path><a:path w="8943340" h="3994785"><a:moveTo><a:pt x="7031548" y="424319"/></a:moveTo><a:lnTo><a:pt x="7033254" y="424319"/></a:lnTo></a:path><a:path w="8943340" h="3994785"><a:moveTo><a:pt x="7048069" y="424319"/></a:moveTo><a:lnTo><a:pt x="7046362" y="424319"/></a:lnTo></a:path><a:path w="8943340" h="3994785"><a:moveTo><a:pt x="7240965" y="424319"/></a:moveTo><a:lnTo><a:pt x="7242672" y="424319"/></a:lnTo></a:path><a:path w="8943340" h="3994785"><a:moveTo><a:pt x="7177132" y="424319"/></a:moveTo><a:lnTo><a:pt x="7178838" y="424319"/></a:lnTo></a:path><a:path w="8943340" h="3994785"><a:moveTo><a:pt x="7191946" y="424319"/></a:moveTo><a:lnTo><a:pt x="7178838" y="424319"/></a:lnTo></a:path><a:path w="8943340" h="3994785"><a:moveTo><a:pt x="7302240" y="424319"/></a:moveTo><a:lnTo><a:pt x="7257486" y="424319"/></a:lnTo></a:path><a:path w="8943340" h="3994785"><a:moveTo><a:pt x="7318217" y="424311"/></a:moveTo><a:lnTo><a:pt x="7316356" y="424311"/></a:lnTo></a:path><a:path w="8943340" h="3994785"><a:moveTo><a:pt x="7318217" y="424311"/></a:moveTo><a:lnTo><a:pt x="7320932" y="424311"/></a:lnTo></a:path><a:path w="8943340" h="3994785"><a:moveTo><a:pt x="7240965" y="2652523"/></a:moveTo><a:lnTo><a:pt x="7193653" y="2652523"/></a:lnTo></a:path><a:path w="8943340" h="3994785"><a:moveTo><a:pt x="7240965" y="424319"/></a:moveTo><a:lnTo><a:pt x="7193653" y="424319"/></a:lnTo></a:path><a:path w="8943340" h="3994785"><a:moveTo><a:pt x="7257486" y="424319"/></a:moveTo><a:lnTo><a:pt x="7255780" y="424319"/></a:lnTo></a:path><a:path w="8943340" h="3994785"><a:moveTo><a:pt x="7320932" y="424311"/></a:moveTo><a:lnTo><a:pt x="7330782" y="424311"/></a:lnTo></a:path><a:path w="8943340" h="3994785"><a:moveTo><a:pt x="7193653" y="424319"/></a:moveTo><a:lnTo><a:pt x="7191946" y="424319"/></a:lnTo></a:path><a:path w="8943340" h="3994785"><a:moveTo><a:pt x="7302240" y="424319"/></a:moveTo><a:lnTo><a:pt x="7316356" y="424311"/></a:lnTo></a:path><a:path w="8943340" h="3994785"><a:moveTo><a:pt x="7133077" y="424319"/></a:moveTo><a:lnTo><a:pt x="7121132" y="424311"/></a:lnTo></a:path><a:path w="8943340" h="3994785"><a:moveTo><a:pt x="7177132" y="2652523"/></a:moveTo><a:lnTo><a:pt x="7133077" y="2652523"/></a:lnTo></a:path><a:path w="8943340" h="3994785"><a:moveTo><a:pt x="7177132" y="424319"/></a:moveTo><a:lnTo><a:pt x="7133077" y="424319"/></a:lnTo></a:path><a:path w="8943340" h="3994785"><a:moveTo><a:pt x="6612712" y="2652523"/></a:moveTo><a:lnTo><a:pt x="6565400" y="2652523"/></a:lnTo></a:path><a:path w="8943340" h="3994785"><a:moveTo><a:pt x="6639937" y="2652538"/></a:moveTo><a:lnTo><a:pt x="6629233" y="2652523"/></a:lnTo></a:path><a:path w="8943340" h="3994785"><a:moveTo><a:pt x="7333420" y="424311"/></a:moveTo><a:lnTo><a:pt x="7335281" y="424311"/></a:lnTo></a:path><a:path w="8943340" h="3994785"><a:moveTo><a:pt x="7333420" y="424311"/></a:moveTo><a:lnTo><a:pt x="7330782" y="424311"/></a:lnTo></a:path><a:path w="8943340" h="3994785"><a:moveTo><a:pt x="7352655" y="424319"/></a:moveTo><a:lnTo><a:pt x="7347226" y="424319"/></a:lnTo></a:path><a:path w="8943340" h="3994785"><a:moveTo><a:pt x="6563693" y="424319"/></a:moveTo><a:lnTo><a:pt x="6550585" y="424319"/></a:lnTo><a:lnTo><a:pt x="6548879" y="424319"/></a:lnTo><a:lnTo><a:pt x="6511494" y="424319"/></a:lnTo></a:path><a:path w="8943340" h="3994785"><a:moveTo><a:pt x="6697720" y="424311"/></a:moveTo><a:lnTo><a:pt x="6694075" y="424311"/></a:lnTo></a:path><a:path w="8943340" h="3994785"><a:moveTo><a:pt x="6687715" y="424311"/></a:moveTo><a:lnTo><a:pt x="6685853" y="424311"/></a:lnTo><a:lnTo><a:pt x="6673986" y="424319"/></a:lnTo></a:path><a:path w="8943340" h="3994785"><a:moveTo><a:pt x="6629233" y="424319"/></a:moveTo><a:lnTo><a:pt x="6627527" y="424319"/></a:lnTo></a:path><a:path w="8943340" h="3994785"><a:moveTo><a:pt x="6700435" y="424311"/></a:moveTo><a:lnTo><a:pt x="6697720" y="424311"/></a:lnTo></a:path><a:path w="8943340" h="3994785"><a:moveTo><a:pt x="6614419" y="424319"/></a:moveTo><a:lnTo><a:pt x="6612712" y="424319"/></a:lnTo><a:lnTo><a:pt x="6565400" y="424319"/></a:lnTo></a:path><a:path w="8943340" h="3994785"><a:moveTo><a:pt x="6673986" y="424319"/></a:moveTo><a:lnTo><a:pt x="6629233" y="424319"/></a:lnTo></a:path><a:path w="8943340" h="3994785"><a:moveTo><a:pt x="6690430" y="424311"/></a:moveTo><a:lnTo><a:pt x="6694075" y="424311"/></a:lnTo></a:path><a:path w="8943340" h="3994785"><a:moveTo><a:pt x="6627527" y="424319"/></a:moveTo><a:lnTo><a:pt x="6614419" y="424319"/></a:lnTo></a:path><a:path w="8943340" h="3994785"><a:moveTo><a:pt x="6687715" y="424311"/></a:moveTo><a:lnTo><a:pt x="6690430" y="424311"/></a:lnTo></a:path><a:path w="8943340" h="3994785"><a:moveTo><a:pt x="6565400" y="424319"/></a:moveTo><a:lnTo><a:pt x="6563693" y="424319"/></a:lnTo></a:path><a:path w="8943340" h="3994785"><a:moveTo><a:pt x="7110506" y="2652515"/></a:moveTo><a:lnTo><a:pt x="7112910" y="2652515"/></a:lnTo><a:lnTo><a:pt x="7115315" y="2652515"/></a:lnTo></a:path><a:path w="8943340" h="3994785"><a:moveTo><a:pt x="6901088" y="2652515"/></a:moveTo><a:lnTo><a:pt x="6903493" y="2652515"/></a:lnTo><a:lnTo><a:pt x="6905897" y="2652515"/></a:lnTo></a:path><a:path w="8943340" h="3994785"><a:moveTo><a:pt x="5859196" y="424319"/></a:moveTo><a:lnTo><a:pt x="5861058" y="424319"/></a:lnTo></a:path><a:path w="8943340" h="3994785"><a:moveTo><a:pt x="6055972" y="424319"/></a:moveTo><a:lnTo><a:pt x="6054110" y="424319"/></a:lnTo></a:path><a:path w="8943340" h="3994785"><a:moveTo><a:pt x="6265389" y="424311"/></a:moveTo><a:lnTo><a:pt x="6263528" y="424311"/></a:lnTo></a:path><a:path w="8943340" h="3994785"><a:moveTo><a:pt x="5980969" y="2652531"/></a:moveTo><a:lnTo><a:pt x="5933579" y="2652531"/></a:lnTo></a:path><a:path w="8943340" h="3994785"><a:moveTo><a:pt x="5980969" y="424326"/></a:moveTo><a:lnTo><a:pt x="5933579" y="424326"/></a:lnTo></a:path><a:path w="8943340" h="3994785"><a:moveTo><a:pt x="5995783" y="424319"/></a:moveTo><a:lnTo><a:pt x="5982675" y="424319"/></a:lnTo></a:path><a:path w="8943340" h="3994785"><a:moveTo><a:pt x="6068614" y="424319"/></a:moveTo><a:lnTo><a:pt x="6070476" y="424319"/></a:lnTo></a:path><a:path w="8943340" h="3994785"><a:moveTo><a:pt x="6126553" y="424326"/></a:moveTo><a:lnTo><a:pt x="6128259" y="424319"/></a:lnTo></a:path><a:path w="8943340" h="3994785"><a:moveTo><a:pt x="6141290" y="424319"/></a:moveTo><a:lnTo><a:pt x="6128259" y="424319"/></a:lnTo></a:path><a:path w="8943340" h="3994785"><a:moveTo><a:pt x="6205201" y="424319"/></a:moveTo><a:lnTo><a:pt x="6192093" y="424319"/></a:lnTo></a:path><a:path w="8943340" h="3994785"><a:moveTo><a:pt x="6251661" y="2652523"/></a:moveTo><a:lnTo><a:pt x="6206907" y="2652523"/></a:lnTo></a:path><a:path w="8943340" h="3994785"><a:moveTo><a:pt x="6251661" y="424326"/></a:moveTo><a:lnTo><a:pt x="6206907" y="424326"/></a:lnTo></a:path><a:path w="8943340" h="3994785"><a:moveTo><a:pt x="6251661" y="424326"/></a:moveTo><a:lnTo><a:pt x="6263528" y="424311"/></a:lnTo></a:path><a:path w="8943340" h="3994785"><a:moveTo><a:pt x="5931872" y="424319"/></a:moveTo><a:lnTo><a:pt x="5918842" y="424319"/></a:lnTo></a:path><a:path w="8943340" h="3994785"><a:moveTo><a:pt x="5873003" y="424326"/></a:moveTo><a:lnTo><a:pt x="5861058" y="424319"/></a:lnTo></a:path><a:path w="8943340" h="3994785"><a:moveTo><a:pt x="5933579" y="424326"/></a:moveTo><a:lnTo><a:pt x="5931872" y="424319"/></a:lnTo></a:path><a:path w="8943340" h="3994785"><a:moveTo><a:pt x="5997490" y="424326"/></a:moveTo><a:lnTo><a:pt x="5995783" y="424319"/></a:lnTo></a:path><a:path w="8943340" h="3994785"><a:moveTo><a:pt x="6042243" y="2652531"/></a:moveTo><a:lnTo><a:pt x="5997490" y="2652531"/></a:lnTo></a:path><a:path w="8943340" h="3994785"><a:moveTo><a:pt x="6042243" y="424326"/></a:moveTo><a:lnTo><a:pt x="5997490" y="424326"/></a:lnTo></a:path><a:path w="8943340" h="3994785"><a:moveTo><a:pt x="6055972" y="424319"/></a:moveTo><a:lnTo><a:pt x="6058609" y="424311"/></a:lnTo></a:path><a:path w="8943340" h="3994785"><a:moveTo><a:pt x="6068614" y="424319"/></a:moveTo><a:lnTo><a:pt x="6065977" y="424311"/></a:lnTo></a:path><a:path w="8943340" h="3994785"><a:moveTo><a:pt x="6126553" y="2652531"/></a:moveTo><a:lnTo><a:pt x="6082420" y="2652531"/></a:lnTo></a:path><a:path w="8943340" h="3994785"><a:moveTo><a:pt x="6126553" y="424326"/></a:moveTo><a:lnTo><a:pt x="6082420" y="424326"/></a:lnTo></a:path><a:path w="8943340" h="3994785"><a:moveTo><a:pt x="6190387" y="2652523"/></a:moveTo><a:lnTo><a:pt x="6142996" y="2652531"/></a:lnTo></a:path><a:path w="8943340" h="3994785"><a:moveTo><a:pt x="6190387" y="424326"/></a:moveTo><a:lnTo><a:pt x="6142996" y="424326"/></a:lnTo></a:path><a:path w="8943340" h="3994785"><a:moveTo><a:pt x="6268026" y="424311"/></a:moveTo><a:lnTo><a:pt x="6271672" y="424311"/></a:lnTo></a:path><a:path w="8943340" h="3994785"><a:moveTo><a:pt x="6275395" y="424311"/></a:moveTo><a:lnTo><a:pt x="6271672" y="424311"/></a:lnTo></a:path><a:path w="8943340" h="3994785"><a:moveTo><a:pt x="6265389" y="424311"/></a:moveTo><a:lnTo><a:pt x="6268026" y="424311"/></a:lnTo></a:path><a:path w="8943340" h="3994785"><a:moveTo><a:pt x="6278032" y="424311"/></a:moveTo><a:lnTo><a:pt x="6275395" y="424311"/></a:lnTo></a:path><a:path w="8943340" h="3994785"><a:moveTo><a:pt x="6065977" y="424311"/></a:moveTo><a:lnTo><a:pt x="6062254" y="424311"/></a:lnTo></a:path><a:path w="8943340" h="3994785"><a:moveTo><a:pt x="6278032" y="424311"/></a:moveTo><a:lnTo><a:pt x="6279893" y="424311"/></a:lnTo></a:path><a:path w="8943340" h="3994785"><a:moveTo><a:pt x="6142996" y="424326"/></a:moveTo><a:lnTo><a:pt x="6141290" y="424319"/></a:lnTo></a:path><a:path w="8943340" h="3994785"><a:moveTo><a:pt x="5917135" y="2652531"/></a:moveTo><a:lnTo><a:pt x="5873003" y="2652531"/></a:lnTo></a:path><a:path w="8943340" h="3994785"><a:moveTo><a:pt x="6058609" y="424311"/></a:moveTo><a:lnTo><a:pt x="6062254" y="424311"/></a:lnTo></a:path><a:path w="8943340" h="3994785"><a:moveTo><a:pt x="6042243" y="424326"/></a:moveTo><a:lnTo><a:pt x="6054110" y="424319"/></a:lnTo></a:path><a:path w="8943340" h="3994785"><a:moveTo><a:pt x="5917135" y="424326"/></a:moveTo><a:lnTo><a:pt x="5918842" y="424319"/></a:lnTo></a:path><a:path w="8943340" h="3994785"><a:moveTo><a:pt x="5980969" y="424326"/></a:moveTo><a:lnTo><a:pt x="5982675" y="424319"/></a:lnTo></a:path><a:path w="8943340" h="3994785"><a:moveTo><a:pt x="6082420" y="424326"/></a:moveTo><a:lnTo><a:pt x="6070476" y="424319"/></a:lnTo></a:path><a:path w="8943340" h="3994785"><a:moveTo><a:pt x="6190387" y="424326"/></a:moveTo><a:lnTo><a:pt x="6192093" y="424319"/></a:lnTo></a:path><a:path w="8943340" h="3994785"><a:moveTo><a:pt x="6206907" y="424326"/></a:moveTo><a:lnTo><a:pt x="6205201" y="424319"/></a:lnTo></a:path><a:path w="8943340" h="3994785"><a:moveTo><a:pt x="6399804" y="424319"/></a:moveTo><a:lnTo><a:pt x="6401511" y="424319"/></a:lnTo></a:path><a:path w="8943340" h="3994785"><a:moveTo><a:pt x="6414619" y="424319"/></a:moveTo><a:lnTo><a:pt x="6401511" y="424319"/></a:lnTo></a:path><a:path w="8943340" h="3994785"><a:moveTo><a:pt x="6335971" y="424319"/></a:moveTo><a:lnTo><a:pt x="6337677" y="424319"/></a:lnTo></a:path><a:path w="8943340" h="3994785"><a:moveTo><a:pt x="6350708" y="424319"/></a:moveTo><a:lnTo><a:pt x="6337677" y="424319"/></a:lnTo></a:path><a:path w="8943340" h="3994785"><a:moveTo><a:pt x="6461078" y="2652523"/></a:moveTo><a:lnTo><a:pt x="6416325" y="2652523"/></a:lnTo></a:path><a:path w="8943340" h="3994785"><a:moveTo><a:pt x="6461078" y="424319"/></a:moveTo><a:lnTo><a:pt x="6416325" y="424319"/></a:lnTo></a:path><a:path w="8943340" h="3994785"><a:moveTo><a:pt x="6477056" y="424311"/></a:moveTo><a:lnTo><a:pt x="6475195" y="424311"/></a:lnTo></a:path><a:path w="8943340" h="3994785"><a:moveTo><a:pt x="6477056" y="424311"/></a:moveTo><a:lnTo><a:pt x="6479693" y="424311"/></a:lnTo></a:path><a:path w="8943340" h="3994785"><a:moveTo><a:pt x="6399804" y="2652523"/></a:moveTo><a:lnTo><a:pt x="6352414" y="2652523"/></a:lnTo></a:path><a:path w="8943340" h="3994785"><a:moveTo><a:pt x="6399804" y="424319"/></a:moveTo><a:lnTo><a:pt x="6352414" y="424319"/></a:lnTo></a:path><a:path w="8943340" h="3994785"><a:moveTo><a:pt x="6416325" y="424319"/></a:moveTo><a:lnTo><a:pt x="6414619" y="424319"/></a:lnTo></a:path><a:path w="8943340" h="3994785"><a:moveTo><a:pt x="6479693" y="424311"/></a:moveTo><a:lnTo><a:pt x="6489544" y="424311"/></a:lnTo></a:path><a:path w="8943340" h="3994785"><a:moveTo><a:pt x="6352414" y="424319"/></a:moveTo><a:lnTo><a:pt x="6350708" y="424319"/></a:lnTo></a:path><a:path w="8943340" h="3994785"><a:moveTo><a:pt x="6461078" y="424319"/></a:moveTo><a:lnTo><a:pt x="6475195" y="424311"/></a:lnTo></a:path><a:path w="8943340" h="3994785"><a:moveTo><a:pt x="6291838" y="424326"/></a:moveTo><a:lnTo><a:pt x="6279893" y="424311"/></a:lnTo></a:path><a:path w="8943340" h="3994785"><a:moveTo><a:pt x="6335971" y="2652523"/></a:moveTo><a:lnTo><a:pt x="6291838" y="2652523"/></a:lnTo></a:path><a:path w="8943340" h="3994785"><a:moveTo><a:pt x="6335971" y="424319"/></a:moveTo><a:lnTo><a:pt x="6291838" y="424326"/></a:lnTo></a:path><a:path w="8943340" h="3994785"><a:moveTo><a:pt x="6511494" y="2652523"/></a:moveTo><a:lnTo><a:pt x="6506064" y="2652523"/></a:lnTo></a:path><a:path w="8943340" h="3994785"><a:moveTo><a:pt x="5771551" y="2652531"/></a:moveTo><a:lnTo><a:pt x="5724161" y="2652531"/></a:lnTo></a:path><a:path w="8943340" h="3994785"><a:moveTo><a:pt x="5832825" y="2652531"/></a:moveTo><a:lnTo><a:pt x="5788072" y="2652531"/></a:lnTo></a:path><a:path w="8943340" h="3994785"><a:moveTo><a:pt x="6511494" y="2652523"/></a:moveTo><a:lnTo><a:pt x="6511494" y="424319"/></a:lnTo></a:path><a:path w="8943340" h="3994785"><a:moveTo><a:pt x="6492258" y="424311"/></a:moveTo><a:lnTo><a:pt x="6494120" y="424311"/></a:lnTo></a:path><a:path w="8943340" h="3994785"><a:moveTo><a:pt x="6492258" y="424311"/></a:moveTo><a:lnTo><a:pt x="6489544" y="424311"/></a:lnTo></a:path><a:path w="8943340" h="3994785"><a:moveTo><a:pt x="6511494" y="424319"/></a:moveTo><a:lnTo><a:pt x="6506064" y="424319"/></a:lnTo><a:lnTo><a:pt x="6494120" y="424311"/></a:lnTo></a:path><a:path w="8943340" h="3994785"><a:moveTo><a:pt x="5722454" y="424319"/></a:moveTo><a:lnTo><a:pt x="5709424" y="424319"/></a:lnTo><a:lnTo><a:pt x="5707718" y="424326"/></a:lnTo><a:lnTo><a:pt x="5670255" y="424326"/></a:lnTo></a:path><a:path w="8943340" h="3994785"><a:moveTo><a:pt x="5856559" y="424311"/></a:moveTo><a:lnTo><a:pt x="5852836" y="424311"/></a:lnTo></a:path><a:path w="8943340" h="3994785"><a:moveTo><a:pt x="5846554" y="424319"/></a:moveTo><a:lnTo><a:pt x="5844692" y="424319"/></a:lnTo><a:lnTo><a:pt x="5832825" y="424326"/></a:lnTo></a:path><a:path w="8943340" h="3994785"><a:moveTo><a:pt x="5788072" y="424326"/></a:moveTo><a:lnTo><a:pt x="5786366" y="424319"/></a:lnTo></a:path><a:path w="8943340" h="3994785"><a:moveTo><a:pt x="5859196" y="424319"/></a:moveTo><a:lnTo><a:pt x="5856559" y="424311"/></a:lnTo></a:path><a:path w="8943340" h="3994785"><a:moveTo><a:pt x="5773258" y="424319"/></a:moveTo><a:lnTo><a:pt x="5771551" y="424326"/></a:lnTo><a:lnTo><a:pt x="5724161" y="424326"/></a:lnTo></a:path><a:path w="8943340" h="3994785"><a:moveTo><a:pt x="5832825" y="424326"/></a:moveTo><a:lnTo><a:pt x="5788072" y="424326"/></a:lnTo></a:path><a:path w="8943340" h="3994785"><a:moveTo><a:pt x="5849191" y="424311"/></a:moveTo><a:lnTo><a:pt x="5852836" y="424311"/></a:lnTo></a:path><a:path w="8943340" h="3994785"><a:moveTo><a:pt x="5786366" y="424319"/></a:moveTo><a:lnTo><a:pt x="5773258" y="424319"/></a:lnTo></a:path><a:path w="8943340" h="3994785"><a:moveTo><a:pt x="5846554" y="424319"/></a:moveTo><a:lnTo><a:pt x="5849191" y="424311"/></a:lnTo></a:path><a:path w="8943340" h="3994785"><a:moveTo><a:pt x="5724161" y="424326"/></a:moveTo><a:lnTo><a:pt x="5722454" y="424319"/></a:lnTo></a:path><a:path w="8943340" h="3994785"><a:moveTo><a:pt x="6269345" y="2652515"/></a:moveTo><a:lnTo><a:pt x="6271672" y="2652515"/></a:lnTo><a:lnTo><a:pt x="6274076" y="2652515"/></a:lnTo></a:path><a:path w="8943340" h="3994785"><a:moveTo><a:pt x="6062254" y="2652515"/></a:moveTo><a:lnTo><a:pt x="6064659" y="2652515"/></a:lnTo></a:path><a:path w="8943340" h="3994785"><a:moveTo><a:pt x="5852836" y="2652515"/></a:moveTo><a:lnTo><a:pt x="5855241" y="2652515"/></a:lnTo></a:path><a:path w="8943340" h="3994785"><a:moveTo><a:pt x="6059927" y="2652515"/></a:moveTo><a:lnTo><a:pt x="6062254" y="2652515"/></a:lnTo></a:path><a:path w="8943340" h="3994785"><a:moveTo><a:pt x="5850510" y="2652515"/></a:moveTo><a:lnTo><a:pt x="5852836" y="2652515"/></a:lnTo></a:path><a:path w="8943340" h="3994785"><a:moveTo><a:pt x="5018035" y="424319"/></a:moveTo><a:lnTo><a:pt x="5019897" y="424319"/></a:lnTo></a:path><a:path w="8943340" h="3994785"><a:moveTo><a:pt x="5214733" y="424319"/></a:moveTo><a:lnTo><a:pt x="5212871" y="424319"/></a:lnTo></a:path><a:path w="8943340" h="3994785"><a:moveTo><a:pt x="5424151" y="424319"/></a:moveTo><a:lnTo><a:pt x="5422289" y="424319"/></a:lnTo></a:path><a:path w="8943340" h="3994785"><a:moveTo><a:pt x="5139808" y="2652531"/></a:moveTo><a:lnTo><a:pt x="5092417" y="2652531"/></a:lnTo></a:path><a:path w="8943340" h="3994785"><a:moveTo><a:pt x="5139808" y="424326"/></a:moveTo><a:lnTo><a:pt x="5092417" y="424326"/></a:lnTo></a:path><a:path w="8943340" h="3994785"><a:moveTo><a:pt x="5154545" y="424326"/></a:moveTo><a:lnTo><a:pt x="5141514" y="424326"/></a:lnTo></a:path><a:path w="8943340" h="3994785"><a:moveTo><a:pt x="5227453" y="424319"/></a:moveTo><a:lnTo><a:pt x="5229315" y="424319"/></a:lnTo></a:path><a:path w="8943340" h="3994785"><a:moveTo><a:pt x="5285314" y="424326"/></a:moveTo><a:lnTo><a:pt x="5287021" y="424326"/></a:lnTo></a:path><a:path w="8943340" h="3994785"><a:moveTo><a:pt x="5300129" y="424326"/></a:moveTo><a:lnTo><a:pt x="5287021" y="424326"/></a:lnTo></a:path><a:path w="8943340" h="3994785"><a:moveTo><a:pt x="5363962" y="424326"/></a:moveTo><a:lnTo><a:pt x="5350932" y="424326"/></a:lnTo></a:path><a:path w="8943340" h="3994785"><a:moveTo><a:pt x="5410422" y="2652531"/></a:moveTo><a:lnTo><a:pt x="5365746" y="2652531"/></a:lnTo></a:path><a:path w="8943340" h="3994785"><a:moveTo><a:pt x="5410422" y="424326"/></a:moveTo><a:lnTo><a:pt x="5365746" y="424326"/></a:lnTo></a:path><a:path w="8943340" h="3994785"><a:moveTo><a:pt x="5410422" y="424326"/></a:moveTo><a:lnTo><a:pt x="5422289" y="424319"/></a:lnTo></a:path><a:path w="8943340" h="3994785"><a:moveTo><a:pt x="5090711" y="424326"/></a:moveTo><a:lnTo><a:pt x="5077603" y="424326"/></a:lnTo></a:path><a:path w="8943340" h="3994785"><a:moveTo><a:pt x="5031841" y="424326"/></a:moveTo><a:lnTo><a:pt x="5019897" y="424319"/></a:lnTo></a:path><a:path w="8943340" h="3994785"><a:moveTo><a:pt x="5092417" y="424326"/></a:moveTo><a:lnTo><a:pt x="5090711" y="424326"/></a:lnTo></a:path><a:path w="8943340" h="3994785"><a:moveTo><a:pt x="5156329" y="424326"/></a:moveTo><a:lnTo><a:pt x="5154545" y="424326"/></a:lnTo></a:path><a:path w="8943340" h="3994785"><a:moveTo><a:pt x="5201004" y="2652531"/></a:moveTo><a:lnTo><a:pt x="5156329" y="2652531"/></a:lnTo></a:path><a:path w="8943340" h="3994785"><a:moveTo><a:pt x="5201004" y="424326"/></a:moveTo><a:lnTo><a:pt x="5156329" y="424326"/></a:lnTo></a:path><a:path w="8943340" h="3994785"><a:moveTo><a:pt x="5214733" y="424319"/></a:moveTo><a:lnTo><a:pt x="5217448" y="424311"/></a:lnTo></a:path><a:path w="8943340" h="3994785"><a:moveTo><a:pt x="5227453" y="424319"/></a:moveTo><a:lnTo><a:pt x="5224738" y="424311"/></a:lnTo></a:path><a:path w="8943340" h="3994785"><a:moveTo><a:pt x="5243819" y="2652546"/></a:moveTo><a:lnTo><a:pt x="5241259" y="2652531"/></a:lnTo></a:path><a:path w="8943340" h="3994785"><a:moveTo><a:pt x="5285314" y="424326"/></a:moveTo><a:lnTo><a:pt x="5241259" y="424326"/></a:lnTo></a:path><a:path w="8943340" h="3994785"><a:moveTo><a:pt x="5349226" y="2652531"/></a:moveTo><a:lnTo><a:pt x="5336893" y="2652546"/></a:lnTo></a:path><a:path w="8943340" h="3994785"><a:moveTo><a:pt x="5349226" y="424326"/></a:moveTo><a:lnTo><a:pt x="5301835" y="424326"/></a:lnTo></a:path><a:path w="8943340" h="3994785"><a:moveTo><a:pt x="5426865" y="424311"/></a:moveTo><a:lnTo><a:pt x="5430511" y="424311"/></a:lnTo></a:path><a:path w="8943340" h="3994785"><a:moveTo><a:pt x="5434156" y="424311"/></a:moveTo><a:lnTo><a:pt x="5430511" y="424311"/></a:lnTo></a:path><a:path w="8943340" h="3994785"><a:moveTo><a:pt x="5424151" y="424319"/></a:moveTo><a:lnTo><a:pt x="5426865" y="424311"/></a:lnTo></a:path><a:path w="8943340" h="3994785"><a:moveTo><a:pt x="5436871" y="424319"/></a:moveTo><a:lnTo><a:pt x="5434156" y="424311"/></a:lnTo></a:path><a:path w="8943340" h="3994785"><a:moveTo><a:pt x="5224738" y="424311"/></a:moveTo><a:lnTo><a:pt x="5221093" y="424311"/></a:lnTo></a:path><a:path w="8943340" h="3994785"><a:moveTo><a:pt x="5436871" y="424319"/></a:moveTo><a:lnTo><a:pt x="5438732" y="424319"/></a:lnTo></a:path><a:path w="8943340" h="3994785"><a:moveTo><a:pt x="5301835" y="424326"/></a:moveTo><a:lnTo><a:pt x="5300129" y="424326"/></a:lnTo></a:path><a:path w="8943340" h="3994785"><a:moveTo><a:pt x="5075897" y="2652531"/></a:moveTo><a:lnTo><a:pt x="5031841" y="2652531"/></a:lnTo></a:path><a:path w="8943340" h="3994785"><a:moveTo><a:pt x="5075897" y="424326"/></a:moveTo><a:lnTo><a:pt x="5031841" y="424326"/></a:lnTo></a:path><a:path w="8943340" h="3994785"><a:moveTo><a:pt x="5217448" y="424311"/></a:moveTo><a:lnTo><a:pt x="5221093" y="424311"/></a:lnTo></a:path><a:path w="8943340" h="3994785"><a:moveTo><a:pt x="5201004" y="424326"/></a:moveTo><a:lnTo><a:pt x="5212871" y="424319"/></a:lnTo></a:path><a:path w="8943340" h="3994785"><a:moveTo><a:pt x="5075897" y="424326"/></a:moveTo><a:lnTo><a:pt x="5077603" y="424326"/></a:lnTo></a:path><a:path w="8943340" h="3994785"><a:moveTo><a:pt x="5139808" y="424326"/></a:moveTo><a:lnTo><a:pt x="5141514" y="424326"/></a:lnTo></a:path><a:path w="8943340" h="3994785"><a:moveTo><a:pt x="5241259" y="424326"/></a:moveTo><a:lnTo><a:pt x="5229315" y="424319"/></a:lnTo></a:path><a:path w="8943340" h="3994785"><a:moveTo><a:pt x="5349226" y="424326"/></a:moveTo><a:lnTo><a:pt x="5350932" y="424326"/></a:lnTo></a:path><a:path w="8943340" h="3994785"><a:moveTo><a:pt x="5365746" y="424326"/></a:moveTo><a:lnTo><a:pt x="5363962" y="424326"/></a:lnTo></a:path><a:path w="8943340" h="3994785"><a:moveTo><a:pt x="5558643" y="424326"/></a:moveTo><a:lnTo><a:pt x="5560350" y="424319"/></a:lnTo></a:path><a:path w="8943340" h="3994785"><a:moveTo><a:pt x="5573380" y="424319"/></a:moveTo><a:lnTo><a:pt x="5560350" y="424319"/></a:lnTo></a:path><a:path w="8943340" h="3994785"><a:moveTo><a:pt x="5494732" y="424326"/></a:moveTo><a:lnTo><a:pt x="5496438" y="424319"/></a:lnTo></a:path><a:path w="8943340" h="3994785"><a:moveTo><a:pt x="5509546" y="424319"/></a:moveTo><a:lnTo><a:pt x="5496438" y="424319"/></a:lnTo></a:path><a:path w="8943340" h="3994785"><a:moveTo><a:pt x="5619840" y="2652531"/></a:moveTo><a:lnTo><a:pt x="5575164" y="2652531"/></a:lnTo></a:path><a:path w="8943340" h="3994785"><a:moveTo><a:pt x="5619840" y="424326"/></a:moveTo><a:lnTo><a:pt x="5575164" y="424326"/></a:lnTo></a:path><a:path w="8943340" h="3994785"><a:moveTo><a:pt x="5635818" y="424311"/></a:moveTo><a:lnTo><a:pt x="5633956" y="424311"/></a:lnTo></a:path><a:path w="8943340" h="3994785"><a:moveTo><a:pt x="5635818" y="424311"/></a:moveTo><a:lnTo><a:pt x="5638532" y="424311"/></a:lnTo></a:path><a:path w="8943340" h="3994785"><a:moveTo><a:pt x="5558643" y="2652531"/></a:moveTo><a:lnTo><a:pt x="5511253" y="2652531"/></a:lnTo></a:path><a:path w="8943340" h="3994785"><a:moveTo><a:pt x="5575164" y="424326"/></a:moveTo><a:lnTo><a:pt x="5573380" y="424319"/></a:lnTo></a:path><a:path w="8943340" h="3994785"><a:moveTo><a:pt x="5638532" y="424311"/></a:moveTo><a:lnTo><a:pt x="5648383" y="424311"/></a:lnTo></a:path><a:path w="8943340" h="3994785"><a:moveTo><a:pt x="5511253" y="424326"/></a:moveTo><a:lnTo><a:pt x="5509546" y="424319"/></a:lnTo></a:path><a:path w="8943340" h="3994785"><a:moveTo><a:pt x="5450677" y="424326"/></a:moveTo><a:lnTo><a:pt x="5438732" y="424319"/></a:lnTo></a:path><a:path w="8943340" h="3994785"><a:moveTo><a:pt x="5494732" y="2652531"/></a:moveTo><a:lnTo><a:pt x="5450677" y="2652531"/></a:lnTo></a:path><a:path w="8943340" h="3994785"><a:moveTo><a:pt x="5494732" y="424326"/></a:moveTo><a:lnTo><a:pt x="5450677" y="424326"/></a:lnTo></a:path><a:path w="8943340" h="3994785"><a:moveTo><a:pt x="5670255" y="2652523"/></a:moveTo><a:lnTo><a:pt x="5664826" y="2652523"/></a:lnTo></a:path><a:path w="8943340" h="3994785"><a:moveTo><a:pt x="4930390" y="2652531"/></a:moveTo><a:lnTo><a:pt x="4883000" y="2652531"/></a:lnTo></a:path><a:path w="8943340" h="3994785"><a:moveTo><a:pt x="4991587" y="2652531"/></a:moveTo><a:lnTo><a:pt x="4946911" y="2652531"/></a:lnTo></a:path><a:path w="8943340" h="3994785"><a:moveTo><a:pt x="5670255" y="2652523"/></a:moveTo><a:lnTo><a:pt x="5670255" y="424326"/></a:lnTo></a:path><a:path w="8943340" h="3994785"><a:moveTo><a:pt x="5651020" y="424311"/></a:moveTo><a:lnTo><a:pt x="5652881" y="424311"/></a:lnTo></a:path><a:path w="8943340" h="3994785"><a:moveTo><a:pt x="5651020" y="424311"/></a:moveTo><a:lnTo><a:pt x="5648383" y="424311"/></a:lnTo></a:path><a:path w="8943340" h="3994785"><a:moveTo><a:pt x="5670255" y="424326"/></a:moveTo><a:lnTo><a:pt x="5664826" y="424319"/></a:lnTo><a:lnTo><a:pt x="5652881" y="424311"/></a:lnTo></a:path><a:path w="8943340" h="3994785"><a:moveTo><a:pt x="4881293" y="424326"/></a:moveTo><a:lnTo><a:pt x="4868185" y="424326"/></a:lnTo><a:lnTo><a:pt x="4866479" y="424326"/></a:lnTo><a:lnTo><a:pt x="4829094" y="424326"/></a:lnTo></a:path><a:path w="8943340" h="3994785"><a:moveTo><a:pt x="5015321" y="424311"/></a:moveTo><a:lnTo><a:pt x="5011675" y="424311"/></a:lnTo></a:path><a:path w="8943340" h="3994785"><a:moveTo><a:pt x="5005315" y="424319"/></a:moveTo><a:lnTo><a:pt x="5003454" y="424319"/></a:lnTo><a:lnTo><a:pt x="4991587" y="424326"/></a:lnTo></a:path><a:path w="8943340" h="3994785"><a:moveTo><a:pt x="4946911" y="424326"/></a:moveTo><a:lnTo><a:pt x="4945127" y="424326"/></a:lnTo></a:path><a:path w="8943340" h="3994785"><a:moveTo><a:pt x="5018035" y="424319"/></a:moveTo><a:lnTo><a:pt x="5015321" y="424311"/></a:lnTo></a:path><a:path w="8943340" h="3994785"><a:moveTo><a:pt x="4932097" y="424326"/></a:moveTo><a:lnTo><a:pt x="4930390" y="424326"/></a:lnTo><a:lnTo><a:pt x="4883000" y="424326"/></a:lnTo></a:path><a:path w="8943340" h="3994785"><a:moveTo><a:pt x="4991587" y="424326"/></a:moveTo><a:lnTo><a:pt x="4946911" y="424326"/></a:lnTo></a:path><a:path w="8943340" h="3994785"><a:moveTo><a:pt x="5008030" y="424311"/></a:moveTo><a:lnTo><a:pt x="5011675" y="424311"/></a:lnTo></a:path><a:path w="8943340" h="3994785"><a:moveTo><a:pt x="4945127" y="424326"/></a:moveTo><a:lnTo><a:pt x="4932097" y="424326"/></a:lnTo></a:path><a:path w="8943340" h="3994785"><a:moveTo><a:pt x="5005315" y="424319"/></a:moveTo><a:lnTo><a:pt x="5008030" y="424311"/></a:lnTo></a:path><a:path w="8943340" h="3994785"><a:moveTo><a:pt x="4883000" y="424326"/></a:moveTo><a:lnTo><a:pt x="4881293" y="424326"/></a:lnTo></a:path><a:path w="8943340" h="3994785"><a:moveTo><a:pt x="5428106" y="2652523"/></a:moveTo><a:lnTo><a:pt x="5430511" y="2652515"/></a:lnTo><a:lnTo><a:pt x="5432915" y="2652523"/></a:lnTo></a:path><a:path w="8943340" h="3994785"><a:moveTo><a:pt x="5221093" y="2652515"/></a:moveTo><a:lnTo><a:pt x="5223497" y="2652523"/></a:lnTo></a:path><a:path w="8943340" h="3994785"><a:moveTo><a:pt x="5011675" y="2652515"/></a:moveTo><a:lnTo><a:pt x="5014080" y="2652523"/></a:lnTo></a:path><a:path w="8943340" h="3994785"><a:moveTo><a:pt x="5218689" y="2652523"/></a:moveTo><a:lnTo><a:pt x="5221093" y="2652515"/></a:lnTo></a:path><a:path w="8943340" h="3994785"><a:moveTo><a:pt x="5009271" y="2652523"/></a:moveTo><a:lnTo><a:pt x="5011675" y="2652515"/></a:lnTo></a:path><a:path w="8943340" h="3994785"><a:moveTo><a:pt x="4176797" y="424319"/></a:moveTo><a:lnTo><a:pt x="4178658" y="424319"/></a:lnTo></a:path><a:path w="8943340" h="3994785"><a:moveTo><a:pt x="4373572" y="424319"/></a:moveTo><a:lnTo><a:pt x="4371710" y="424319"/></a:lnTo></a:path><a:path w="8943340" h="3994785"><a:moveTo><a:pt x="4582990" y="424319"/></a:moveTo><a:lnTo><a:pt x="4581128" y="424319"/></a:lnTo></a:path><a:path w="8943340" h="3994785"><a:moveTo><a:pt x="4298569" y="2652531"/></a:moveTo><a:lnTo><a:pt x="4251256" y="2652531"/></a:lnTo></a:path><a:path w="8943340" h="3994785"><a:moveTo><a:pt x="4298569" y="424326"/></a:moveTo><a:lnTo><a:pt x="4251256" y="424326"/></a:lnTo></a:path><a:path w="8943340" h="3994785"><a:moveTo><a:pt x="4313384" y="424326"/></a:moveTo><a:lnTo><a:pt x="4300276" y="424326"/></a:lnTo></a:path><a:path w="8943340" h="3994785"><a:moveTo><a:pt x="4386214" y="424319"/></a:moveTo><a:lnTo><a:pt x="4388076" y="424319"/></a:lnTo></a:path><a:path w="8943340" h="3994785"><a:moveTo><a:pt x="4444153" y="424326"/></a:moveTo><a:lnTo><a:pt x="4445860" y="424326"/></a:lnTo></a:path><a:path w="8943340" h="3994785"><a:moveTo><a:pt x="4458968" y="424326"/></a:moveTo><a:lnTo><a:pt x="4445860" y="424326"/></a:lnTo></a:path><a:path w="8943340" h="3994785"><a:moveTo><a:pt x="4522801" y="424326"/></a:moveTo><a:lnTo><a:pt x="4509693" y="424326"/></a:lnTo></a:path><a:path w="8943340" h="3994785"><a:moveTo><a:pt x="4569261" y="2652531"/></a:moveTo><a:lnTo><a:pt x="4524508" y="2652531"/></a:lnTo></a:path><a:path w="8943340" h="3994785"><a:moveTo><a:pt x="4569261" y="424326"/></a:moveTo><a:lnTo><a:pt x="4524508" y="424326"/></a:lnTo></a:path><a:path w="8943340" h="3994785"><a:moveTo><a:pt x="4569261" y="424326"/></a:moveTo><a:lnTo><a:pt x="4581128" y="424319"/></a:lnTo></a:path><a:path w="8943340" h="3994785"><a:moveTo><a:pt x="4249550" y="424326"/></a:moveTo><a:lnTo><a:pt x="4236442" y="424326"/></a:lnTo></a:path><a:path w="8943340" h="3994785"><a:moveTo><a:pt x="4190603" y="424326"/></a:moveTo><a:lnTo><a:pt x="4178658" y="424319"/></a:lnTo></a:path><a:path w="8943340" h="3994785"><a:moveTo><a:pt x="4251256" y="424326"/></a:moveTo><a:lnTo><a:pt x="4249550" y="424326"/></a:lnTo></a:path><a:path w="8943340" h="3994785"><a:moveTo><a:pt x="4315090" y="424326"/></a:moveTo><a:lnTo><a:pt x="4313384" y="424326"/></a:lnTo></a:path><a:path w="8943340" h="3994785"><a:moveTo><a:pt x="4359843" y="2652531"/></a:moveTo><a:lnTo><a:pt x="4315090" y="2652531"/></a:lnTo></a:path><a:path w="8943340" h="3994785"><a:moveTo><a:pt x="4359843" y="424326"/></a:moveTo><a:lnTo><a:pt x="4315090" y="424326"/></a:lnTo></a:path><a:path w="8943340" h="3994785"><a:moveTo><a:pt x="4373572" y="424319"/></a:moveTo><a:lnTo><a:pt x="4376209" y="424319"/></a:lnTo></a:path><a:path w="8943340" h="3994785"><a:moveTo><a:pt x="4386214" y="424319"/></a:moveTo><a:lnTo><a:pt x="4383577" y="424319"/></a:lnTo></a:path><a:path w="8943340" h="3994785"><a:moveTo><a:pt x="4444153" y="2652531"/></a:moveTo><a:lnTo><a:pt x="4400020" y="2652531"/></a:lnTo></a:path><a:path w="8943340" h="3994785"><a:moveTo><a:pt x="4444153" y="424326"/></a:moveTo><a:lnTo><a:pt x="4400020" y="424326"/></a:lnTo></a:path><a:path w="8943340" h="3994785"><a:moveTo><a:pt x="4507987" y="2652531"/></a:moveTo><a:lnTo><a:pt x="4460674" y="2652531"/></a:lnTo></a:path><a:path w="8943340" h="3994785"><a:moveTo><a:pt x="4507987" y="424326"/></a:moveTo><a:lnTo><a:pt x="4460674" y="424326"/></a:lnTo></a:path><a:path w="8943340" h="3994785"><a:moveTo><a:pt x="4585627" y="424319"/></a:moveTo><a:lnTo><a:pt x="4589350" y="424319"/></a:lnTo></a:path><a:path w="8943340" h="3994785"><a:moveTo><a:pt x="4592995" y="424319"/></a:moveTo><a:lnTo><a:pt x="4589350" y="424319"/></a:lnTo></a:path><a:path w="8943340" h="3994785"><a:moveTo><a:pt x="4582990" y="424319"/></a:moveTo><a:lnTo><a:pt x="4585627" y="424319"/></a:lnTo></a:path><a:path w="8943340" h="3994785"><a:moveTo><a:pt x="4595632" y="424319"/></a:moveTo><a:lnTo><a:pt x="4592995" y="424319"/></a:lnTo></a:path><a:path w="8943340" h="3994785"><a:moveTo><a:pt x="4383577" y="424319"/></a:moveTo><a:lnTo><a:pt x="4379932" y="424319"/></a:lnTo></a:path><a:path w="8943340" h="3994785"><a:moveTo><a:pt x="4595632" y="424319"/></a:moveTo><a:lnTo><a:pt x="4597494" y="424319"/></a:lnTo></a:path><a:path w="8943340" h="3994785"><a:moveTo><a:pt x="4460674" y="424326"/></a:moveTo><a:lnTo><a:pt x="4458968" y="424326"/></a:lnTo></a:path><a:path w="8943340" h="3994785"><a:moveTo><a:pt x="4234736" y="2652531"/></a:moveTo><a:lnTo><a:pt x="4190603" y="2652531"/></a:lnTo></a:path><a:path w="8943340" h="3994785"><a:moveTo><a:pt x="4234736" y="424326"/></a:moveTo><a:lnTo><a:pt x="4190603" y="424326"/></a:lnTo></a:path><a:path w="8943340" h="3994785"><a:moveTo><a:pt x="4376209" y="424319"/></a:moveTo><a:lnTo><a:pt x="4379932" y="424319"/></a:lnTo></a:path><a:path w="8943340" h="3994785"><a:moveTo><a:pt x="4359843" y="424326"/></a:moveTo><a:lnTo><a:pt x="4371710" y="424319"/></a:lnTo></a:path><a:path w="8943340" h="3994785"><a:moveTo><a:pt x="4234736" y="424326"/></a:moveTo><a:lnTo><a:pt x="4236442" y="424326"/></a:lnTo></a:path><a:path w="8943340" h="3994785"><a:moveTo><a:pt x="4298569" y="424326"/></a:moveTo><a:lnTo><a:pt x="4300276" y="424326"/></a:lnTo></a:path><a:path w="8943340" h="3994785"><a:moveTo><a:pt x="4400020" y="424326"/></a:moveTo><a:lnTo><a:pt x="4388076" y="424319"/></a:lnTo></a:path><a:path w="8943340" h="3994785"><a:moveTo><a:pt x="4507987" y="424326"/></a:moveTo><a:lnTo><a:pt x="4509693" y="424326"/></a:lnTo></a:path><a:path w="8943340" h="3994785"><a:moveTo><a:pt x="4524508" y="424326"/></a:moveTo><a:lnTo><a:pt x="4522801" y="424326"/></a:lnTo></a:path><a:path w="8943340" h="3994785"><a:moveTo><a:pt x="4717405" y="424326"/></a:moveTo><a:lnTo><a:pt x="4719111" y="424326"/></a:lnTo></a:path><a:path w="8943340" h="3994785"><a:moveTo><a:pt x="4732219" y="424326"/></a:moveTo><a:lnTo><a:pt x="4719111" y="424326"/></a:lnTo></a:path><a:path w="8943340" h="3994785"><a:moveTo><a:pt x="4653571" y="424326"/></a:moveTo><a:lnTo><a:pt x="4655277" y="424326"/></a:lnTo></a:path><a:path w="8943340" h="3994785"><a:moveTo><a:pt x="4668308" y="424326"/></a:moveTo><a:lnTo><a:pt x="4655277" y="424326"/></a:lnTo></a:path><a:path w="8943340" h="3994785"><a:moveTo><a:pt x="4778679" y="2652531"/></a:moveTo><a:lnTo><a:pt x="4733925" y="2652531"/></a:lnTo></a:path><a:path w="8943340" h="3994785"><a:moveTo><a:pt x="4778679" y="424326"/></a:moveTo><a:lnTo><a:pt x="4733925" y="424326"/></a:lnTo></a:path><a:path w="8943340" h="3994785"><a:moveTo><a:pt x="4794657" y="424319"/></a:moveTo><a:lnTo><a:pt x="4792795" y="424319"/></a:lnTo></a:path><a:path w="8943340" h="3994785"><a:moveTo><a:pt x="4794657" y="424319"/></a:moveTo><a:lnTo><a:pt x="4797294" y="424311"/></a:lnTo></a:path><a:path w="8943340" h="3994785"><a:moveTo><a:pt x="4717405" y="2652531"/></a:moveTo><a:lnTo><a:pt x="4670092" y="2652531"/></a:lnTo></a:path><a:path w="8943340" h="3994785"><a:moveTo><a:pt x="4717405" y="424326"/></a:moveTo><a:lnTo><a:pt x="4670092" y="424326"/></a:lnTo></a:path><a:path w="8943340" h="3994785"><a:moveTo><a:pt x="4733925" y="424326"/></a:moveTo><a:lnTo><a:pt x="4732219" y="424326"/></a:lnTo></a:path><a:path w="8943340" h="3994785"><a:moveTo><a:pt x="4797294" y="424311"/></a:moveTo><a:lnTo><a:pt x="4807144" y="424311"/></a:lnTo></a:path><a:path w="8943340" h="3994785"><a:moveTo><a:pt x="4670092" y="424326"/></a:moveTo><a:lnTo><a:pt x="4668308" y="424326"/></a:lnTo></a:path><a:path w="8943340" h="3994785"><a:moveTo><a:pt x="4778679" y="424326"/></a:moveTo><a:lnTo><a:pt x="4792795" y="424319"/></a:lnTo></a:path><a:path w="8943340" h="3994785"><a:moveTo><a:pt x="4609438" y="424326"/></a:moveTo><a:lnTo><a:pt x="4597494" y="424319"/></a:lnTo></a:path><a:path w="8943340" h="3994785"><a:moveTo><a:pt x="4653571" y="2652531"/></a:moveTo><a:lnTo><a:pt x="4609438" y="2652531"/></a:lnTo></a:path><a:path w="8943340" h="3994785"><a:moveTo><a:pt x="4653571" y="424326"/></a:moveTo><a:lnTo><a:pt x="4609438" y="424326"/></a:lnTo></a:path><a:path w="8943340" h="3994785"><a:moveTo><a:pt x="4829094" y="2652531"/></a:moveTo><a:lnTo><a:pt x="4823665" y="2652531"/></a:lnTo></a:path><a:path w="8943340" h="3994785"><a:moveTo><a:pt x="4089152" y="2652531"/></a:moveTo><a:lnTo><a:pt x="4041839" y="2652531"/></a:lnTo></a:path><a:path w="8943340" h="3994785"><a:moveTo><a:pt x="4150426" y="2652531"/></a:moveTo><a:lnTo><a:pt x="4105672" y="2652531"/></a:lnTo></a:path><a:path w="8943340" h="3994785"><a:moveTo><a:pt x="4829094" y="2652531"/></a:moveTo><a:lnTo><a:pt x="4829094" y="424326"/></a:lnTo></a:path><a:path w="8943340" h="3994785"><a:moveTo><a:pt x="4809859" y="424319"/></a:moveTo><a:lnTo><a:pt x="4811720" y="424319"/></a:lnTo></a:path><a:path w="8943340" h="3994785"><a:moveTo><a:pt x="4809859" y="424319"/></a:moveTo><a:lnTo><a:pt x="4807144" y="424311"/></a:lnTo></a:path><a:path w="8943340" h="3994785"><a:moveTo><a:pt x="4829094" y="424326"/></a:moveTo><a:lnTo><a:pt x="4823665" y="424326"/></a:lnTo><a:lnTo><a:pt x="4811720" y="424319"/></a:lnTo></a:path><a:path w="8943340" h="3994785"><a:moveTo><a:pt x="3940775" y="2652546"/></a:moveTo><a:lnTo><a:pt x="3942249" y="2652531"/></a:lnTo></a:path><a:path w="8943340" h="3994785"><a:moveTo><a:pt x="4040132" y="424326"/></a:moveTo><a:lnTo><a:pt x="4027024" y="424326"/></a:lnTo><a:lnTo><a:pt x="4025318" y="424326"/></a:lnTo><a:lnTo><a:pt x="3987855" y="424326"/></a:lnTo></a:path><a:path w="8943340" h="3994785"><a:moveTo><a:pt x="4174160" y="424319"/></a:moveTo><a:lnTo><a:pt x="4170514" y="424319"/></a:lnTo></a:path><a:path w="8943340" h="3994785"><a:moveTo><a:pt x="4164154" y="424319"/></a:moveTo><a:lnTo><a:pt x="4162293" y="424319"/></a:lnTo><a:lnTo><a:pt x="4150426" y="424326"/></a:lnTo></a:path><a:path w="8943340" h="3994785"><a:moveTo><a:pt x="4105672" y="424326"/></a:moveTo><a:lnTo><a:pt x="4103966" y="424326"/></a:lnTo></a:path><a:path w="8943340" h="3994785"><a:moveTo><a:pt x="4176797" y="424319"/></a:moveTo><a:lnTo><a:pt x="4174160" y="424319"/></a:lnTo></a:path><a:path w="8943340" h="3994785"><a:moveTo><a:pt x="4090858" y="424326"/></a:moveTo><a:lnTo><a:pt x="4089152" y="424326"/></a:lnTo><a:lnTo><a:pt x="4041839" y="424326"/></a:lnTo></a:path><a:path w="8943340" h="3994785"><a:moveTo><a:pt x="4150426" y="424326"/></a:moveTo><a:lnTo><a:pt x="4105672" y="424326"/></a:lnTo></a:path><a:path w="8943340" h="3994785"><a:moveTo><a:pt x="4166791" y="424319"/></a:moveTo><a:lnTo><a:pt x="4170514" y="424319"/></a:lnTo></a:path><a:path w="8943340" h="3994785"><a:moveTo><a:pt x="4103966" y="424326"/></a:moveTo><a:lnTo><a:pt x="4090858" y="424326"/></a:lnTo></a:path><a:path w="8943340" h="3994785"><a:moveTo><a:pt x="4164154" y="424319"/></a:moveTo><a:lnTo><a:pt x="4166791" y="424319"/></a:lnTo></a:path><a:path w="8943340" h="3994785"><a:moveTo><a:pt x="4041839" y="424326"/></a:moveTo><a:lnTo><a:pt x="4040132" y="424326"/></a:lnTo></a:path><a:path w="8943340" h="3994785"><a:moveTo><a:pt x="4586945" y="2652523"/></a:moveTo><a:lnTo><a:pt x="4589350" y="2652515"/></a:lnTo><a:lnTo><a:pt x="4591676" y="2652523"/></a:lnTo></a:path><a:path w="8943340" h="3994785"><a:moveTo><a:pt x="4379932" y="2652523"/></a:moveTo><a:lnTo><a:pt x="4382336" y="2652523"/></a:lnTo></a:path><a:path w="8943340" h="3994785"><a:moveTo><a:pt x="4170514" y="2652523"/></a:moveTo><a:lnTo><a:pt x="4172919" y="2652523"/></a:lnTo></a:path><a:path w="8943340" h="3994785"><a:moveTo><a:pt x="4377527" y="2652523"/></a:moveTo><a:lnTo><a:pt x="4379932" y="2652523"/></a:lnTo></a:path><a:path w="8943340" h="3994785"><a:moveTo><a:pt x="4168110" y="2652523"/></a:moveTo><a:lnTo><a:pt x="4170514" y="2652523"/></a:lnTo></a:path><a:path w="8943340" h="3994785"><a:moveTo><a:pt x="3335636" y="424319"/></a:moveTo><a:lnTo><a:pt x="3337497" y="424319"/></a:lnTo></a:path><a:path w="8943340" h="3994785"><a:moveTo><a:pt x="3532411" y="424319"/></a:moveTo><a:lnTo><a:pt x="3530472" y="424319"/></a:lnTo></a:path><a:path w="8943340" h="3994785"><a:moveTo><a:pt x="3741828" y="424319"/></a:moveTo><a:lnTo><a:pt x="3739889" y="424319"/></a:lnTo></a:path><a:path w="8943340" h="3994785"><a:moveTo><a:pt x="3457408" y="2652531"/></a:moveTo><a:lnTo><a:pt x="3410018" y="2652531"/></a:lnTo></a:path><a:path w="8943340" h="3994785"><a:moveTo><a:pt x="3457408" y="424326"/></a:moveTo><a:lnTo><a:pt x="3410018" y="424326"/></a:lnTo></a:path><a:path w="8943340" h="3994785"><a:moveTo><a:pt x="3472223" y="424326"/></a:moveTo><a:lnTo><a:pt x="3459115" y="424326"/></a:lnTo></a:path><a:path w="8943340" h="3994785"><a:moveTo><a:pt x="3545053" y="424319"/></a:moveTo><a:lnTo><a:pt x="3546915" y="424319"/></a:lnTo></a:path><a:path w="8943340" h="3994785"><a:moveTo><a:pt x="3602915" y="424326"/></a:moveTo><a:lnTo><a:pt x="3604621" y="424326"/></a:lnTo></a:path><a:path w="8943340" h="3994785"><a:moveTo><a:pt x="3617729" y="424326"/></a:moveTo><a:lnTo><a:pt x="3604621" y="424326"/></a:lnTo></a:path><a:path w="8943340" h="3994785"><a:moveTo><a:pt x="3681640" y="424326"/></a:moveTo><a:lnTo><a:pt x="3668532" y="424326"/></a:lnTo></a:path><a:path w="8943340" h="3994785"><a:moveTo><a:pt x="3728022" y="2652531"/></a:moveTo><a:lnTo><a:pt x="3683347" y="2652531"/></a:lnTo></a:path><a:path w="8943340" h="3994785"><a:moveTo><a:pt x="3728022" y="424326"/></a:moveTo><a:lnTo><a:pt x="3683347" y="424326"/></a:lnTo></a:path><a:path w="8943340" h="3994785"><a:moveTo><a:pt x="3728022" y="424326"/></a:moveTo><a:lnTo><a:pt x="3739889" y="424319"/></a:lnTo></a:path><a:path w="8943340" h="3994785"><a:moveTo><a:pt x="3408311" y="424326"/></a:moveTo><a:lnTo><a:pt x="3395203" y="424326"/></a:lnTo></a:path><a:path w="8943340" h="3994785"><a:moveTo><a:pt x="3349442" y="424326"/></a:moveTo><a:lnTo><a:pt x="3337497" y="424319"/></a:lnTo></a:path><a:path w="8943340" h="3994785"><a:moveTo><a:pt x="3410018" y="424326"/></a:moveTo><a:lnTo><a:pt x="3408311" y="424326"/></a:lnTo></a:path><a:path w="8943340" h="3994785"><a:moveTo><a:pt x="3473929" y="424326"/></a:moveTo><a:lnTo><a:pt x="3472223" y="424326"/></a:lnTo></a:path><a:path w="8943340" h="3994785"><a:moveTo><a:pt x="3518605" y="2652531"/></a:moveTo><a:lnTo><a:pt x="3473929" y="2652531"/></a:lnTo></a:path><a:path w="8943340" h="3994785"><a:moveTo><a:pt x="3518605" y="424326"/></a:moveTo><a:lnTo><a:pt x="3473929" y="424326"/></a:lnTo></a:path><a:path w="8943340" h="3994785"><a:moveTo><a:pt x="3532411" y="424319"/></a:moveTo><a:lnTo><a:pt x="3535048" y="424319"/></a:lnTo></a:path><a:path w="8943340" h="3994785"><a:moveTo><a:pt x="3545053" y="424319"/></a:moveTo><a:lnTo><a:pt x="3542339" y="424319"/></a:lnTo></a:path><a:path w="8943340" h="3994785"><a:moveTo><a:pt x="3602915" y="2652531"/></a:moveTo><a:lnTo><a:pt x="3558859" y="2652531"/></a:lnTo></a:path><a:path w="8943340" h="3994785"><a:moveTo><a:pt x="3602915" y="424326"/></a:moveTo><a:lnTo><a:pt x="3558859" y="424326"/></a:lnTo></a:path><a:path w="8943340" h="3994785"><a:moveTo><a:pt x="3666826" y="2652531"/></a:moveTo><a:lnTo><a:pt x="3619435" y="2652531"/></a:lnTo></a:path><a:path w="8943340" h="3994785"><a:moveTo><a:pt x="3744466" y="424319"/></a:moveTo><a:lnTo><a:pt x="3748111" y="424319"/></a:lnTo></a:path><a:path w="8943340" h="3994785"><a:moveTo><a:pt x="3751756" y="424319"/></a:moveTo><a:lnTo><a:pt x="3748111" y="424319"/></a:lnTo></a:path><a:path w="8943340" h="3994785"><a:moveTo><a:pt x="3741828" y="424319"/></a:moveTo><a:lnTo><a:pt x="3744466" y="424319"/></a:lnTo></a:path><a:path w="8943340" h="3994785"><a:moveTo><a:pt x="3754471" y="424319"/></a:moveTo><a:lnTo><a:pt x="3751756" y="424319"/></a:lnTo></a:path><a:path w="8943340" h="3994785"><a:moveTo><a:pt x="3542339" y="424319"/></a:moveTo><a:lnTo><a:pt x="3538693" y="424319"/></a:lnTo></a:path><a:path w="8943340" h="3994785"><a:moveTo><a:pt x="3754471" y="424319"/></a:moveTo><a:lnTo><a:pt x="3756333" y="424319"/></a:lnTo></a:path><a:path w="8943340" h="3994785"><a:moveTo><a:pt x="3619435" y="424326"/></a:moveTo><a:lnTo><a:pt x="3617729" y="424326"/></a:lnTo></a:path><a:path w="8943340" h="3994785"><a:moveTo><a:pt x="3393497" y="2652531"/></a:moveTo><a:lnTo><a:pt x="3349442" y="2652531"/></a:lnTo></a:path><a:path w="8943340" h="3994785"><a:moveTo><a:pt x="3393497" y="424326"/></a:moveTo><a:lnTo><a:pt x="3349442" y="424326"/></a:lnTo></a:path><a:path w="8943340" h="3994785"><a:moveTo><a:pt x="3535048" y="424319"/></a:moveTo><a:lnTo><a:pt x="3538693" y="424319"/></a:lnTo></a:path><a:path w="8943340" h="3994785"><a:moveTo><a:pt x="3518605" y="424326"/></a:moveTo><a:lnTo><a:pt x="3530472" y="424319"/></a:lnTo></a:path><a:path w="8943340" h="3994785"><a:moveTo><a:pt x="3393497" y="424326"/></a:moveTo><a:lnTo><a:pt x="3395203" y="424326"/></a:lnTo></a:path><a:path w="8943340" h="3994785"><a:moveTo><a:pt x="3457408" y="424326"/></a:moveTo><a:lnTo><a:pt x="3459115" y="424326"/></a:lnTo></a:path><a:path w="8943340" h="3994785"><a:moveTo><a:pt x="3558859" y="424326"/></a:moveTo><a:lnTo><a:pt x="3546915" y="424319"/></a:lnTo></a:path><a:path w="8943340" h="3994785"><a:moveTo><a:pt x="3666826" y="424326"/></a:moveTo><a:lnTo><a:pt x="3668532" y="424326"/></a:lnTo></a:path><a:path w="8943340" h="3994785"><a:moveTo><a:pt x="3683347" y="424326"/></a:moveTo><a:lnTo><a:pt x="3681640" y="424326"/></a:lnTo></a:path><a:path w="8943340" h="3994785"><a:moveTo><a:pt x="3876244" y="424326"/></a:moveTo><a:lnTo><a:pt x="3877950" y="424326"/></a:lnTo></a:path><a:path w="8943340" h="3994785"><a:moveTo><a:pt x="3812332" y="424326"/></a:moveTo><a:lnTo><a:pt x="3814039" y="424326"/></a:lnTo></a:path><a:path w="8943340" h="3994785"><a:moveTo><a:pt x="3827147" y="424326"/></a:moveTo><a:lnTo><a:pt x="3814039" y="424326"/></a:lnTo></a:path><a:path w="8943340" h="3994785"><a:moveTo><a:pt x="3937440" y="424326"/></a:moveTo><a:lnTo><a:pt x="3892764" y="424326"/></a:lnTo></a:path><a:path w="8943340" h="3994785"><a:moveTo><a:pt x="3953495" y="424319"/></a:moveTo><a:lnTo><a:pt x="3951634" y="424319"/></a:lnTo></a:path><a:path w="8943340" h="3994785"><a:moveTo><a:pt x="3953495" y="424319"/></a:moveTo><a:lnTo><a:pt x="3956133" y="424311"/></a:lnTo></a:path><a:path w="8943340" h="3994785"><a:moveTo><a:pt x="3847701" y="2652546"/></a:moveTo><a:lnTo><a:pt x="3828853" y="2652531"/></a:lnTo></a:path><a:path w="8943340" h="3994785"><a:moveTo><a:pt x="3876244" y="424326"/></a:moveTo><a:lnTo><a:pt x="3828853" y="424326"/></a:lnTo></a:path><a:path w="8943340" h="3994785"><a:moveTo><a:pt x="3892764" y="424326"/></a:moveTo><a:lnTo><a:pt x="3891058" y="424326"/></a:lnTo></a:path><a:path w="8943340" h="3994785"><a:moveTo><a:pt x="3956133" y="424311"/></a:moveTo><a:lnTo><a:pt x="3965983" y="424311"/></a:lnTo></a:path><a:path w="8943340" h="3994785"><a:moveTo><a:pt x="3828853" y="424326"/></a:moveTo><a:lnTo><a:pt x="3827147" y="424326"/></a:lnTo></a:path><a:path w="8943340" h="3994785"><a:moveTo><a:pt x="3937440" y="424326"/></a:moveTo><a:lnTo><a:pt x="3951634" y="424319"/></a:lnTo></a:path><a:path w="8943340" h="3994785"><a:moveTo><a:pt x="3768277" y="424326"/></a:moveTo><a:lnTo><a:pt x="3756333" y="424319"/></a:lnTo></a:path><a:path w="8943340" h="3994785"><a:moveTo><a:pt x="3812332" y="2652531"/></a:moveTo><a:lnTo><a:pt x="3768277" y="2652531"/></a:lnTo></a:path><a:path w="8943340" h="3994785"><a:moveTo><a:pt x="3987855" y="2652531"/></a:moveTo><a:lnTo><a:pt x="3982504" y="2652531"/></a:lnTo></a:path><a:path w="8943340" h="3994785"><a:moveTo><a:pt x="3247990" y="2652531"/></a:moveTo><a:lnTo><a:pt x="3200600" y="2652531"/></a:lnTo></a:path><a:path w="8943340" h="3994785"><a:moveTo><a:pt x="3309187" y="2652531"/></a:moveTo><a:lnTo><a:pt x="3264511" y="2652531"/></a:lnTo></a:path><a:path w="8943340" h="3994785"><a:moveTo><a:pt x="3987855" y="2652531"/></a:moveTo><a:lnTo><a:pt x="3987855" y="424326"/></a:lnTo></a:path><a:path w="8943340" h="3994785"><a:moveTo><a:pt x="3968620" y="424319"/></a:moveTo><a:lnTo><a:pt x="3970559" y="424319"/></a:lnTo></a:path><a:path w="8943340" h="3994785"><a:moveTo><a:pt x="3968620" y="424319"/></a:moveTo><a:lnTo><a:pt x="3965983" y="424311"/></a:lnTo></a:path><a:path w="8943340" h="3994785"><a:moveTo><a:pt x="3987855" y="424326"/></a:moveTo><a:lnTo><a:pt x="3982504" y="424326"/></a:lnTo><a:lnTo><a:pt x="3970559" y="424319"/></a:lnTo></a:path><a:path w="8943340" h="3994785"><a:moveTo><a:pt x="3198894" y="424326"/></a:moveTo><a:lnTo><a:pt x="3185786" y="424326"/></a:lnTo><a:lnTo><a:pt x="3184079" y="424326"/></a:lnTo><a:lnTo><a:pt x="3146694" y="424326"/></a:lnTo></a:path><a:path w="8943340" h="3994785"><a:moveTo><a:pt x="3332921" y="424319"/></a:moveTo><a:lnTo><a:pt x="3329276" y="424319"/></a:lnTo></a:path><a:path w="8943340" h="3994785"><a:moveTo><a:pt x="3322993" y="424319"/></a:moveTo><a:lnTo><a:pt x="3321054" y="424319"/></a:lnTo><a:lnTo><a:pt x="3309187" y="424326"/></a:lnTo></a:path><a:path w="8943340" h="3994785"><a:moveTo><a:pt x="3264511" y="424326"/></a:moveTo><a:lnTo><a:pt x="3262805" y="424326"/></a:lnTo></a:path><a:path w="8943340" h="3994785"><a:moveTo><a:pt x="3335636" y="424319"/></a:moveTo><a:lnTo><a:pt x="3332921" y="424319"/></a:lnTo></a:path><a:path w="8943340" h="3994785"><a:moveTo><a:pt x="3249697" y="424326"/></a:moveTo><a:lnTo><a:pt x="3247990" y="424326"/></a:lnTo><a:lnTo><a:pt x="3200600" y="424326"/></a:lnTo></a:path><a:path w="8943340" h="3994785"><a:moveTo><a:pt x="3309187" y="424326"/></a:moveTo><a:lnTo><a:pt x="3264511" y="424326"/></a:lnTo></a:path><a:path w="8943340" h="3994785"><a:moveTo><a:pt x="3325630" y="424319"/></a:moveTo><a:lnTo><a:pt x="3329276" y="424319"/></a:lnTo></a:path><a:path w="8943340" h="3994785"><a:moveTo><a:pt x="3262805" y="424326"/></a:moveTo><a:lnTo><a:pt x="3249697" y="424326"/></a:lnTo></a:path><a:path w="8943340" h="3994785"><a:moveTo><a:pt x="3322993" y="424319"/></a:moveTo><a:lnTo><a:pt x="3325630" y="424319"/></a:lnTo></a:path><a:path w="8943340" h="3994785"><a:moveTo><a:pt x="3200600" y="424326"/></a:moveTo><a:lnTo><a:pt x="3198894" y="424326"/></a:lnTo></a:path><a:path w="8943340" h="3994785"><a:moveTo><a:pt x="3745707" y="2652523"/></a:moveTo><a:lnTo><a:pt x="3748111" y="2652523"/></a:lnTo><a:lnTo><a:pt x="3750515" y="2652523"/></a:lnTo></a:path><a:path w="8943340" h="3994785"><a:moveTo><a:pt x="3538693" y="2652523"/></a:moveTo><a:lnTo><a:pt x="3541098" y="2652523"/></a:lnTo></a:path><a:path w="8943340" h="3994785"><a:moveTo><a:pt x="3329276" y="2652523"/></a:moveTo><a:lnTo><a:pt x="3331680" y="2652523"/></a:lnTo></a:path><a:path w="8943340" h="3994785"><a:moveTo><a:pt x="3536289" y="2652523"/></a:moveTo><a:lnTo><a:pt x="3538693" y="2652523"/></a:lnTo></a:path><a:path w="8943340" h="3994785"><a:moveTo><a:pt x="3326871" y="2652523"/></a:moveTo><a:lnTo><a:pt x="3329276" y="2652523"/></a:lnTo></a:path><a:path w="8943340" h="3994785"><a:moveTo><a:pt x="2691172" y="424319"/></a:moveTo><a:lnTo><a:pt x="2689311" y="424319"/></a:lnTo></a:path><a:path w="8943340" h="3994785"><a:moveTo><a:pt x="2900590" y="424319"/></a:moveTo><a:lnTo><a:pt x="2898728" y="424319"/></a:lnTo></a:path><a:path w="8943340" h="3994785"><a:moveTo><a:pt x="2616170" y="2652531"/></a:moveTo><a:lnTo><a:pt x="2568857" y="2652531"/></a:lnTo></a:path><a:path w="8943340" h="3994785"><a:moveTo><a:pt x="2761754" y="424326"/></a:moveTo><a:lnTo><a:pt x="2763460" y="424326"/></a:lnTo></a:path><a:path w="8943340" h="3994785"><a:moveTo><a:pt x="2776568" y="424326"/></a:moveTo><a:lnTo><a:pt x="2763460" y="424326"/></a:lnTo></a:path><a:path w="8943340" h="3994785"><a:moveTo><a:pt x="2840402" y="424326"/></a:moveTo><a:lnTo><a:pt x="2827294" y="424326"/></a:lnTo></a:path><a:path w="8943340" h="3994785"><a:moveTo><a:pt x="2886861" y="2652531"/></a:moveTo><a:lnTo><a:pt x="2842108" y="2652531"/></a:lnTo></a:path><a:path w="8943340" h="3994785"><a:moveTo><a:pt x="2886861" y="424326"/></a:moveTo><a:lnTo><a:pt x="2842108" y="424326"/></a:lnTo></a:path><a:path w="8943340" h="3994785"><a:moveTo><a:pt x="2886861" y="424326"/></a:moveTo><a:lnTo><a:pt x="2898728" y="424319"/></a:lnTo></a:path><a:path w="8943340" h="3994785"><a:moveTo><a:pt x="2568857" y="424326"/></a:moveTo><a:lnTo><a:pt x="2567150" y="424326"/></a:lnTo></a:path><a:path w="8943340" h="3994785"><a:moveTo><a:pt x="2632690" y="424326"/></a:moveTo><a:lnTo><a:pt x="2630984" y="424326"/></a:lnTo></a:path><a:path w="8943340" h="3994785"><a:moveTo><a:pt x="2677444" y="2652531"/></a:moveTo><a:lnTo><a:pt x="2632690" y="2652531"/></a:lnTo></a:path><a:path w="8943340" h="3994785"><a:moveTo><a:pt x="2691172" y="424319"/></a:moveTo><a:lnTo><a:pt x="2693887" y="424319"/></a:lnTo></a:path><a:path w="8943340" h="3994785"><a:moveTo><a:pt x="2761754" y="2652531"/></a:moveTo><a:lnTo><a:pt x="2717698" y="2652531"/></a:lnTo></a:path><a:path w="8943340" h="3994785"><a:moveTo><a:pt x="2825587" y="2652531"/></a:moveTo><a:lnTo><a:pt x="2778274" y="2652531"/></a:lnTo></a:path><a:path w="8943340" h="3994785"><a:moveTo><a:pt x="2903304" y="424319"/></a:moveTo><a:lnTo><a:pt x="2906950" y="424319"/></a:lnTo></a:path><a:path w="8943340" h="3994785"><a:moveTo><a:pt x="2910595" y="424319"/></a:moveTo><a:lnTo><a:pt x="2906950" y="424319"/></a:lnTo></a:path><a:path w="8943340" h="3994785"><a:moveTo><a:pt x="2900590" y="424319"/></a:moveTo><a:lnTo><a:pt x="2903304" y="424319"/></a:lnTo></a:path><a:path w="8943340" h="3994785"><a:moveTo><a:pt x="2913232" y="424319"/></a:moveTo><a:lnTo><a:pt x="2910595" y="424319"/></a:lnTo></a:path><a:path w="8943340" h="3994785"><a:moveTo><a:pt x="2913232" y="424319"/></a:moveTo><a:lnTo><a:pt x="2915171" y="424319"/></a:lnTo></a:path><a:path w="8943340" h="3994785"><a:moveTo><a:pt x="2778274" y="424326"/></a:moveTo><a:lnTo><a:pt x="2776568" y="424326"/></a:lnTo></a:path><a:path w="8943340" h="3994785"><a:moveTo><a:pt x="2552336" y="2652531"/></a:moveTo><a:lnTo><a:pt x="2508281" y="2652531"/></a:lnTo></a:path><a:path w="8943340" h="3994785"><a:moveTo><a:pt x="2693887" y="424319"/></a:moveTo><a:lnTo><a:pt x="2697532" y="424319"/></a:lnTo></a:path><a:path w="8943340" h="3994785"><a:moveTo><a:pt x="2552336" y="424326"/></a:moveTo><a:lnTo><a:pt x="2554042" y="424326"/></a:lnTo></a:path><a:path w="8943340" h="3994785"><a:moveTo><a:pt x="2616170" y="424326"/></a:moveTo><a:lnTo><a:pt x="2617876" y="424326"/></a:lnTo></a:path><a:path w="8943340" h="3994785"><a:moveTo><a:pt x="2825587" y="424326"/></a:moveTo><a:lnTo><a:pt x="2827294" y="424326"/></a:lnTo></a:path><a:path w="8943340" h="3994785"><a:moveTo><a:pt x="2842108" y="424326"/></a:moveTo><a:lnTo><a:pt x="2840402" y="424326"/></a:lnTo></a:path><a:path w="8943340" h="3994785"><a:moveTo><a:pt x="3035005" y="424326"/></a:moveTo><a:lnTo><a:pt x="3036711" y="424326"/></a:lnTo></a:path><a:path w="8943340" h="3994785"><a:moveTo><a:pt x="3049819" y="424326"/></a:moveTo><a:lnTo><a:pt x="3036711" y="424326"/></a:lnTo></a:path><a:path w="8943340" h="3994785"><a:moveTo><a:pt x="2971171" y="424326"/></a:moveTo><a:lnTo><a:pt x="2972878" y="424326"/></a:lnTo></a:path><a:path w="8943340" h="3994785"><a:moveTo><a:pt x="2985986" y="424326"/></a:moveTo><a:lnTo><a:pt x="2972878" y="424326"/></a:lnTo></a:path><a:path w="8943340" h="3994785"><a:moveTo><a:pt x="3096279" y="2652531"/></a:moveTo><a:lnTo><a:pt x="3051526" y="2652531"/></a:lnTo></a:path><a:path w="8943340" h="3994785"><a:moveTo><a:pt x="3096279" y="424326"/></a:moveTo><a:lnTo><a:pt x="3051526" y="424326"/></a:lnTo></a:path><a:path w="8943340" h="3994785"><a:moveTo><a:pt x="3112257" y="424319"/></a:moveTo><a:lnTo><a:pt x="3110395" y="424319"/></a:lnTo></a:path><a:path w="8943340" h="3994785"><a:moveTo><a:pt x="3112257" y="424319"/></a:moveTo><a:lnTo><a:pt x="3114971" y="424319"/></a:lnTo></a:path><a:path w="8943340" h="3994785"><a:moveTo><a:pt x="3035005" y="2652531"/></a:moveTo><a:lnTo><a:pt x="2987692" y="2652531"/></a:lnTo></a:path><a:path w="8943340" h="3994785"><a:moveTo><a:pt x="3035005" y="424326"/></a:moveTo><a:lnTo><a:pt x="2987692" y="424326"/></a:lnTo></a:path><a:path w="8943340" h="3994785"><a:moveTo><a:pt x="3051526" y="424326"/></a:moveTo><a:lnTo><a:pt x="3049819" y="424326"/></a:lnTo></a:path><a:path w="8943340" h="3994785"><a:moveTo><a:pt x="3114971" y="424319"/></a:moveTo><a:lnTo><a:pt x="3124822" y="424319"/></a:lnTo></a:path><a:path w="8943340" h="3994785"><a:moveTo><a:pt x="2987692" y="424326"/></a:moveTo><a:lnTo><a:pt x="2985986" y="424326"/></a:lnTo></a:path><a:path w="8943340" h="3994785"><a:moveTo><a:pt x="3096279" y="424326"/></a:moveTo><a:lnTo><a:pt x="3110395" y="424319"/></a:lnTo></a:path><a:path w="8943340" h="3994785"><a:moveTo><a:pt x="2927116" y="424326"/></a:moveTo><a:lnTo><a:pt x="2915171" y="424319"/></a:lnTo></a:path><a:path w="8943340" h="3994785"><a:moveTo><a:pt x="2971171" y="2652531"/></a:moveTo><a:lnTo><a:pt x="2927116" y="2652531"/></a:lnTo></a:path><a:path w="8943340" h="3994785"><a:moveTo><a:pt x="2971171" y="424326"/></a:moveTo><a:lnTo><a:pt x="2927116" y="424326"/></a:lnTo></a:path><a:path w="8943340" h="3994785"><a:moveTo><a:pt x="3146694" y="2652531"/></a:moveTo><a:lnTo><a:pt x="3141265" y="2652531"/></a:lnTo></a:path><a:path w="8943340" h="3994785"><a:moveTo><a:pt x="2406752" y="2652531"/></a:moveTo><a:lnTo><a:pt x="2359439" y="2652531"/></a:lnTo></a:path><a:path w="8943340" h="3994785"><a:moveTo><a:pt x="2468026" y="2652531"/></a:moveTo><a:lnTo><a:pt x="2423273" y="2652531"/></a:lnTo></a:path><a:path w="8943340" h="3994785"><a:moveTo><a:pt x="3146694" y="2652531"/></a:moveTo><a:lnTo><a:pt x="3146694" y="424326"/></a:lnTo></a:path><a:path w="8943340" h="3994785"><a:moveTo><a:pt x="3127459" y="424319"/></a:moveTo><a:lnTo><a:pt x="3129320" y="424319"/></a:lnTo></a:path><a:path w="8943340" h="3994785"><a:moveTo><a:pt x="3127459" y="424319"/></a:moveTo><a:lnTo><a:pt x="3124822" y="424319"/></a:lnTo></a:path><a:path w="8943340" h="3994785"><a:moveTo><a:pt x="3146694" y="424326"/></a:moveTo><a:lnTo><a:pt x="3141265" y="424326"/></a:lnTo><a:lnTo><a:pt x="3129320" y="424319"/></a:lnTo></a:path><a:path w="8943340" h="3994785"><a:moveTo><a:pt x="2344625" y="424326"/></a:moveTo><a:lnTo><a:pt x="2342918" y="424326"/></a:lnTo><a:lnTo><a:pt x="2305533" y="424326"/></a:lnTo></a:path><a:path w="8943340" h="3994785"><a:moveTo><a:pt x="2481754" y="424319"/></a:moveTo><a:lnTo><a:pt x="2479893" y="424319"/></a:lnTo></a:path><a:path w="8943340" h="3994785"><a:moveTo><a:pt x="2423273" y="424326"/></a:moveTo><a:lnTo><a:pt x="2421566" y="424326"/></a:lnTo></a:path><a:path w="8943340" h="3994785"><a:moveTo><a:pt x="2406752" y="424326"/></a:moveTo><a:lnTo><a:pt x="2408458" y="424326"/></a:lnTo></a:path><a:path w="8943340" h="3994785"><a:moveTo><a:pt x="2481754" y="424319"/></a:moveTo><a:lnTo><a:pt x="2484469" y="424319"/></a:lnTo><a:lnTo><a:pt x="2488114" y="424319"/></a:lnTo></a:path><a:path w="8943340" h="3994785"><a:moveTo><a:pt x="2359439" y="424326"/></a:moveTo><a:lnTo><a:pt x="2357733" y="424326"/></a:lnTo></a:path><a:path w="8943340" h="3994785"><a:moveTo><a:pt x="2904545" y="2652523"/></a:moveTo><a:lnTo><a:pt x="2906950" y="2652523"/></a:lnTo><a:lnTo><a:pt x="2909354" y="2652523"/></a:lnTo></a:path><a:path w="8943340" h="3994785"><a:moveTo><a:pt x="2697532" y="2652523"/></a:moveTo><a:lnTo><a:pt x="2699937" y="2652523"/></a:lnTo></a:path><a:path w="8943340" h="3994785"><a:moveTo><a:pt x="2488114" y="2652523"/></a:moveTo><a:lnTo><a:pt x="2490519" y="2652523"/></a:lnTo></a:path><a:path w="8943340" h="3994785"><a:moveTo><a:pt x="2695128" y="2652523"/></a:moveTo><a:lnTo><a:pt x="2697532" y="2652523"/></a:lnTo></a:path><a:path w="8943340" h="3994785"><a:moveTo><a:pt x="2485710" y="2652523"/></a:moveTo><a:lnTo><a:pt x="2488114" y="2652523"/></a:lnTo></a:path><a:path w="8943340" h="3994785"><a:moveTo><a:pt x="2059429" y="424319"/></a:moveTo><a:lnTo><a:pt x="2057567" y="424319"/></a:lnTo></a:path><a:path w="8943340" h="3994785"><a:moveTo><a:pt x="2045700" y="2652531"/></a:moveTo><a:lnTo><a:pt x="2045700" y="424326"/></a:lnTo><a:lnTo><a:pt x="2057567" y="424319"/></a:lnTo></a:path><a:path w="8943340" h="3994785"><a:moveTo><a:pt x="2062066" y="424319"/></a:moveTo><a:lnTo><a:pt x="2065711" y="424319"/></a:lnTo></a:path><a:path w="8943340" h="3994785"><a:moveTo><a:pt x="2069357" y="424319"/></a:moveTo><a:lnTo><a:pt x="2065711" y="424319"/></a:lnTo></a:path><a:path w="8943340" h="3994785"><a:moveTo><a:pt x="2059429" y="424319"/></a:moveTo><a:lnTo><a:pt x="2062066" y="424319"/></a:lnTo></a:path><a:path w="8943340" h="3994785"><a:moveTo><a:pt x="2072071" y="424319"/></a:moveTo><a:lnTo><a:pt x="2069357" y="424319"/></a:lnTo></a:path><a:path w="8943340" h="3994785"><a:moveTo><a:pt x="2072071" y="424319"/></a:moveTo><a:lnTo><a:pt x="2073933" y="424319"/></a:lnTo></a:path><a:path w="8943340" h="3994785"><a:moveTo><a:pt x="2193844" y="424326"/></a:moveTo><a:lnTo><a:pt x="2195550" y="424326"/></a:lnTo></a:path><a:path w="8943340" h="3994785"><a:moveTo><a:pt x="2129933" y="424326"/></a:moveTo><a:lnTo><a:pt x="2131639" y="424326"/></a:lnTo></a:path><a:path w="8943340" h="3994785"><a:moveTo><a:pt x="2255118" y="2652531"/></a:moveTo><a:lnTo><a:pt x="2210365" y="2652531"/></a:lnTo></a:path><a:path w="8943340" h="3994785"><a:moveTo><a:pt x="2271096" y="424319"/></a:moveTo><a:lnTo><a:pt x="2269234" y="424319"/></a:lnTo></a:path><a:path w="8943340" h="3994785"><a:moveTo><a:pt x="2271096" y="424319"/></a:moveTo><a:lnTo><a:pt x="2273733" y="424319"/></a:lnTo></a:path><a:path w="8943340" h="3994785"><a:moveTo><a:pt x="2193844" y="2652531"/></a:moveTo><a:lnTo><a:pt x="2146453" y="2652531"/></a:lnTo></a:path><a:path w="8943340" h="3994785"><a:moveTo><a:pt x="2210365" y="424326"/></a:moveTo><a:lnTo><a:pt x="2208658" y="424326"/></a:lnTo></a:path><a:path w="8943340" h="3994785"><a:moveTo><a:pt x="2146453" y="424326"/></a:moveTo><a:lnTo><a:pt x="2144747" y="424326"/></a:lnTo></a:path><a:path w="8943340" h="3994785"><a:moveTo><a:pt x="2085877" y="424326"/></a:moveTo><a:lnTo><a:pt x="2073933" y="424319"/></a:lnTo></a:path><a:path w="8943340" h="3994785"><a:moveTo><a:pt x="2129933" y="2652531"/></a:moveTo><a:lnTo><a:pt x="2085877" y="2652531"/></a:lnTo></a:path><a:path w="8943340" h="3994785"><a:moveTo><a:pt x="2129933" y="424326"/></a:moveTo><a:lnTo><a:pt x="2085877" y="424326"/></a:lnTo></a:path><a:path w="8943340" h="3994785"><a:moveTo><a:pt x="2305533" y="424326"/></a:moveTo><a:lnTo><a:pt x="2305456" y="2652531"/></a:lnTo><a:lnTo><a:pt x="2300104" y="2652531"/></a:lnTo></a:path><a:path w="8943340" h="3994785"><a:moveTo><a:pt x="2063307" y="2652523"/></a:moveTo><a:lnTo><a:pt x="2065711" y="2652523"/></a:lnTo><a:lnTo><a:pt x="2068116" y="2652523"/></a:lnTo></a:path><a:path w="8943340" h="3994785"><a:moveTo><a:pt x="2045700" y="2652531"/></a:moveTo><a:lnTo><a:pt x="2046941" y="2652531"/></a:lnTo></a:path><a:path w="8943340" h="3994785"><a:moveTo><a:pt x="2029179" y="2653058"/></a:moveTo><a:lnTo><a:pt x="2029179" y="2652942"/></a:lnTo></a:path><a:path w="8943340" h="3994785"><a:moveTo><a:pt x="2041124" y="2652980"/></a:moveTo><a:lnTo><a:pt x="2041124" y="2652949"/></a:lnTo></a:path><a:path w="8943340" h="3994785"><a:moveTo><a:pt x="2028714" y="2652934"/></a:moveTo><a:lnTo><a:pt x="2028714" y="2652825"/></a:lnTo></a:path><a:path w="8943340" h="3994785"><a:moveTo><a:pt x="2042443" y="2652903"/></a:moveTo><a:lnTo><a:pt x="2040814" y="2652903"/></a:lnTo></a:path><a:path w="8943340" h="3994785"><a:moveTo><a:pt x="2040581" y="2652856"/></a:moveTo><a:lnTo><a:pt x="2040581" y="2652825"/></a:lnTo></a:path><a:path w="8943340" h="3994785"><a:moveTo><a:pt x="2041202" y="2652988"/></a:moveTo><a:lnTo><a:pt x="2041202" y="2653012"/></a:lnTo><a:lnTo><a:pt x="2041279" y="2653019"/></a:lnTo></a:path><a:path w="8943340" h="3994785"><a:moveTo><a:pt x="2025534" y="2652942"/></a:moveTo><a:lnTo><a:pt x="2025534" y="2652818"/></a:lnTo></a:path><a:path w="8943340" h="3994785"><a:moveTo><a:pt x="2025069" y="2652818"/></a:moveTo><a:lnTo><a:pt x="2025069" y="2652701"/></a:lnTo></a:path><a:path w="8943340" h="3994785"><a:moveTo><a:pt x="2028249" y="2652810"/></a:moveTo><a:lnTo><a:pt x="2028249" y="2652701"/></a:lnTo></a:path><a:path w="8943340" h="3994785"><a:moveTo><a:pt x="2042443" y="2653012"/></a:moveTo><a:lnTo><a:pt x="2041279" y="2653019"/></a:lnTo></a:path><a:path w="8943340" h="3994785"><a:moveTo><a:pt x="2040116" y="2652709"/></a:moveTo><a:lnTo><a:pt x="2040116" y="2652732"/></a:lnTo><a:lnTo><a:pt x="2040116" y="2652740"/></a:lnTo></a:path><a:path w="8943340" h="3994785"><a:moveTo><a:pt x="2040271" y="2652740"/></a:moveTo><a:lnTo><a:pt x="2040271" y="2652771"/></a:lnTo><a:lnTo><a:pt x="2040271" y="2652779"/></a:lnTo></a:path><a:path w="8943340" h="3994785"><a:moveTo><a:pt x="2042132" y="2652732"/></a:moveTo><a:lnTo><a:pt x="2042132" y="2652709"/></a:lnTo></a:path><a:path w="8943340" h="3994785"><a:moveTo><a:pt x="2042210" y="2652740"/></a:moveTo><a:lnTo><a:pt x="2042287" y="2652771"/></a:lnTo><a:lnTo><a:pt x="2042287" y="2652709"/></a:lnTo></a:path><a:path w="8943340" h="3994785"><a:moveTo><a:pt x="2021889" y="2652701"/></a:moveTo><a:lnTo><a:pt x="2021811" y="2652694"/></a:lnTo></a:path><a:path w="8943340" h="3994785"><a:moveTo><a:pt x="2042365" y="2652779"/></a:moveTo><a:lnTo><a:pt x="2042443" y="2652802"/></a:lnTo></a:path><a:path w="8943340" h="3994785"><a:moveTo><a:pt x="2041745" y="2653136"/></a:moveTo><a:lnTo><a:pt x="2041745" y="2653143"/></a:lnTo><a:lnTo><a:pt x="2042443" y="2653143"/></a:lnTo></a:path><a:path w="8943340" h="3994785"><a:moveTo><a:pt x="2041977" y="2652678"/></a:moveTo><a:lnTo><a:pt x="2041977" y="419533"/></a:lnTo><a:lnTo><a:pt x="2039263" y="419525"/></a:lnTo><a:lnTo><a:pt x="2039263" y="2652678"/></a:lnTo></a:path><a:path w="8943340" h="3994785"><a:moveTo><a:pt x="2025069" y="2652701"/></a:moveTo><a:lnTo><a:pt x="2025069" y="419541"/></a:lnTo><a:lnTo><a:pt x="2021811" y="419541"/></a:lnTo></a:path><a:path w="8943340" h="3994785"><a:moveTo><a:pt x="2039263" y="419525"/></a:moveTo><a:lnTo><a:pt x="2025069" y="419541"/></a:lnTo></a:path><a:path w="8943340" h="3994785"><a:moveTo><a:pt x="2044769" y="419556"/></a:moveTo><a:lnTo><a:pt x="2041977" y="419533"/></a:lnTo></a:path><a:path w="8943340" h="3994785"><a:moveTo><a:pt x="2025999" y="2653058"/></a:moveTo><a:lnTo><a:pt x="2025999" y="2652942"/></a:lnTo></a:path><a:path w="8943340" h="3994785"><a:moveTo><a:pt x="2041745" y="2653136"/></a:moveTo><a:lnTo><a:pt x="2041745" y="2653105"/></a:lnTo></a:path><a:path w="8943340" h="3994785"><a:moveTo><a:pt x="2041589" y="2653097"/></a:moveTo><a:lnTo><a:pt x="2041589" y="2653074"/></a:lnTo></a:path><a:path w="8943340" h="3994785"><a:moveTo><a:pt x="2044847" y="2652546"/></a:moveTo><a:lnTo><a:pt x="2044847" y="2511996"/></a:lnTo></a:path><a:path w="8943340" h="3994785"><a:moveTo><a:pt x="2031119" y="2653539"/></a:moveTo><a:lnTo><a:pt x="2031119" y="2653430"/></a:lnTo></a:path><a:path w="8943340" h="3994785"><a:moveTo><a:pt x="2030653" y="2653423"/></a:moveTo><a:lnTo><a:pt x="2030653" y="2653306"/></a:lnTo></a:path><a:path w="8943340" h="3994785"><a:moveTo><a:pt x="2027473" y="2653430"/></a:moveTo><a:lnTo><a:pt x="2027473" y="2653306"/></a:lnTo></a:path><a:path w="8943340" h="3994785"><a:moveTo><a:pt x="2027008" y="2653306"/></a:moveTo><a:lnTo><a:pt x="2027008" y="2653182"/></a:lnTo></a:path><a:path w="8943340" h="3994785"><a:moveTo><a:pt x="2030188" y="2653298"/></a:moveTo><a:lnTo><a:pt x="2030188" y="2653190"/></a:lnTo></a:path><a:path w="8943340" h="3994785"><a:moveTo><a:pt x="2042055" y="2653190"/></a:moveTo><a:lnTo><a:pt x="2042055" y="2653221"/></a:lnTo><a:lnTo><a:pt x="2042132" y="2653229"/></a:lnTo></a:path><a:path w="8943340" h="3994785"><a:moveTo><a:pt x="2042443" y="2653267"/></a:moveTo><a:lnTo><a:pt x="2042210" y="2653267"/></a:lnTo></a:path><a:path w="8943340" h="3994785"><a:moveTo><a:pt x="2023828" y="2653182"/></a:moveTo><a:lnTo><a:pt x="2023828" y="2653182"/></a:lnTo><a:lnTo><a:pt x="2023828" y="2652701"/></a:lnTo></a:path><a:path w="8943340" h="3994785"><a:moveTo><a:pt x="2041202" y="2653167"/></a:moveTo><a:lnTo><a:pt x="2041202" y="2653074"/></a:lnTo></a:path><a:path w="8943340" h="3994785"><a:moveTo><a:pt x="2027008" y="2653182"/></a:moveTo><a:lnTo><a:pt x="2027008" y="2653066"/></a:lnTo></a:path><a:path w="8943340" h="3994785"><a:moveTo><a:pt x="2042443" y="2653438"/></a:moveTo><a:lnTo><a:pt x="2033368" y="2653430"/></a:lnTo></a:path><a:path w="8943340" h="3994785"><a:moveTo><a:pt x="2042443" y="2653314"/></a:moveTo><a:lnTo><a:pt x="2032902" y="2653306"/></a:lnTo></a:path><a:path w="8943340" h="3994785"><a:moveTo><a:pt x="2042443" y="2653539"/></a:moveTo><a:lnTo><a:pt x="2033911" y="2653554"/></a:lnTo></a:path><a:path w="8943340" h="3994785"><a:moveTo><a:pt x="2027938" y="2653547"/></a:moveTo><a:lnTo><a:pt x="2027938" y="2653430"/></a:lnTo></a:path><a:path w="8943340" h="3994785"><a:moveTo><a:pt x="2699859" y="1202"/></a:moveTo><a:lnTo><a:pt x="2699471" y="1209"/></a:lnTo></a:path><a:path w="8943340" h="3994785"><a:moveTo><a:pt x="2698773" y="2668"/></a:moveTo><a:lnTo><a:pt x="2698463" y="2675"/></a:lnTo></a:path><a:path w="8943340" h="3994785"><a:moveTo><a:pt x="2699471" y="1690"/></a:moveTo><a:lnTo><a:pt x="2699161" y="1698"/></a:lnTo></a:path><a:path w="8943340" h="3994785"><a:moveTo><a:pt x="2699161" y="2179"/></a:moveTo><a:lnTo><a:pt x="2698773" y="2187"/></a:lnTo></a:path><a:path w="8943340" h="3994785"><a:moveTo><a:pt x="2717621" y="420502"/></a:moveTo><a:lnTo><a:pt x="2717621" y="217"/></a:lnTo><a:lnTo><a:pt x="2720335" y="217"/></a:lnTo></a:path><a:path w="8943340" h="3994785"><a:moveTo><a:pt x="2703349" y="420510"/></a:moveTo><a:lnTo><a:pt x="2703349" y="232"/></a:lnTo><a:lnTo><a:pt x="2700169" y="240"/></a:lnTo></a:path><a:path w="8943340" h="3994785"><a:moveTo><a:pt x="2717621" y="217"/></a:moveTo><a:lnTo><a:pt x="2703349" y="232"/></a:lnTo></a:path><a:path w="8943340" h="3994785"><a:moveTo><a:pt x="2723050" y="232"/></a:moveTo><a:lnTo><a:pt x="2720335" y="248"/></a:lnTo></a:path><a:path w="8943340" h="3994785"><a:moveTo><a:pt x="2700169" y="721"/></a:moveTo><a:lnTo><a:pt x="2699859" y="721"/></a:lnTo></a:path><a:path w="8943340" h="3994785"><a:moveTo><a:pt x="2698463" y="3156"/></a:moveTo><a:lnTo><a:pt x="2698153" y="3156"/></a:lnTo></a:path><a:path w="8943340" h="3994785"><a:moveTo><a:pt x="2698153" y="3637"/></a:moveTo><a:lnTo><a:pt x="2697765" y="3645"/></a:lnTo></a:path><a:path w="8943340" h="3994785"><a:moveTo><a:pt x="2697455" y="420502"/></a:moveTo><a:lnTo><a:pt x="2697455" y="4134"/></a:lnTo><a:lnTo><a:pt x="2697765" y="4126"/></a:lnTo></a:path><a:path w="8943340" h="3994785"><a:moveTo><a:pt x="2278619" y="420502"/></a:moveTo><a:lnTo><a:pt x="2266752" y="420495"/></a:lnTo></a:path><a:path w="8943340" h="3994785"><a:moveTo><a:pt x="2144049" y="420495"/></a:moveTo><a:lnTo><a:pt x="2142343" y="420495"/></a:lnTo></a:path><a:path w="8943340" h="3994785"><a:moveTo><a:pt x="2288004" y="420502"/></a:moveTo><a:lnTo><a:pt x="2285600" y="420502"/></a:lnTo></a:path><a:path w="8943340" h="3994785"><a:moveTo><a:pt x="2364015" y="420495"/></a:moveTo><a:lnTo><a:pt x="2353467" y="420495"/></a:lnTo></a:path><a:path w="8943340" h="3994785"><a:moveTo><a:pt x="2501921" y="420502"/></a:moveTo><a:lnTo><a:pt x="2500059" y="420502"/></a:lnTo></a:path><a:path w="8943340" h="3994785"><a:moveTo><a:pt x="2685588" y="420495"/></a:moveTo><a:lnTo><a:pt x="2638973" y="420495"/></a:lnTo></a:path><a:path w="8943340" h="3994785"><a:moveTo><a:pt x="2290641" y="420502"/></a:moveTo><a:lnTo><a:pt x="2288004" y="420502"/></a:lnTo></a:path><a:path w="8943340" h="3994785"><a:moveTo><a:pt x="2285600" y="420502"/></a:moveTo><a:lnTo><a:pt x="2283195" y="420502"/></a:lnTo></a:path><a:path w="8943340" h="3994785"><a:moveTo><a:pt x="2415594" y="420495"/></a:moveTo><a:lnTo><a:pt x="2365721" y="420495"/></a:lnTo></a:path><a:path w="8943340" h="3994785"><a:moveTo><a:pt x="2304447" y="420495"/></a:moveTo><a:lnTo><a:pt x="2292503" y="420502"/></a:lnTo></a:path><a:path w="8943340" h="3994785"><a:moveTo><a:pt x="2427849" y="420495"/></a:moveTo><a:lnTo><a:pt x="2417300" y="420495"/></a:lnTo></a:path><a:path w="8943340" h="3994785"><a:moveTo><a:pt x="2207883" y="420495"/></a:moveTo><a:lnTo><a:pt x="2206176" y="420495"/></a:lnTo></a:path><a:path w="8943340" h="3994785"><a:moveTo><a:pt x="2220137" y="420495"/></a:moveTo><a:lnTo><a:pt x="2218431" y="420495"/></a:lnTo></a:path><a:path w="8943340" h="3994785"><a:moveTo><a:pt x="2476170" y="420495"/></a:moveTo><a:lnTo><a:pt x="2429555" y="420495"/></a:lnTo></a:path><a:path w="8943340" h="3994785"><a:moveTo><a:pt x="2283195" y="420502"/></a:moveTo><a:lnTo><a:pt x="2280558" y="420502"/></a:lnTo></a:path><a:path w="8943340" h="3994785"><a:moveTo><a:pt x="2497422" y="420502"/></a:moveTo><a:lnTo><a:pt x="2495017" y="420502"/></a:lnTo></a:path><a:path w="8943340" h="3994785"><a:moveTo><a:pt x="2154597" y="420495"/></a:moveTo><a:lnTo><a:pt x="2144049" y="420495"/></a:lnTo></a:path><a:path w="8943340" h="3994785"><a:moveTo><a:pt x="2266752" y="420495"/></a:moveTo><a:lnTo><a:pt x="2220137" y="420495"/></a:lnTo></a:path><a:path w="8943340" h="3994785"><a:moveTo><a:pt x="2488037" y="420502"/></a:moveTo><a:lnTo><a:pt x="2476170" y="420495"/></a:lnTo></a:path><a:path w="8943340" h="3994785"><a:moveTo><a:pt x="2500059" y="420502"/></a:moveTo><a:lnTo><a:pt x="2497422" y="420502"/></a:lnTo></a:path><a:path w="8943340" h="3994785"><a:moveTo><a:pt x="2417300" y="420495"/></a:moveTo><a:lnTo><a:pt x="2415594" y="420495"/></a:lnTo></a:path><a:path w="8943340" h="3994785"><a:moveTo><a:pt x="2562884" y="420495"/></a:moveTo><a:lnTo><a:pt x="2561100" y="420495"/></a:lnTo><a:lnTo><a:pt x="2513865" y="420495"/></a:lnTo><a:lnTo><a:pt x="2501921" y="420502"/></a:lnTo></a:path><a:path w="8943340" h="3994785"><a:moveTo><a:pt x="2429555" y="420495"/></a:moveTo><a:lnTo><a:pt x="2427849" y="420495"/></a:lnTo></a:path><a:path w="8943340" h="3994785"><a:moveTo><a:pt x="2365721" y="420495"/></a:moveTo><a:lnTo><a:pt x="2364015" y="420495"/></a:lnTo></a:path><a:path w="8943340" h="3994785"><a:moveTo><a:pt x="2489976" y="420502"/></a:moveTo><a:lnTo><a:pt x="2488037" y="420502"/></a:lnTo></a:path><a:path w="8943340" h="3994785"><a:moveTo><a:pt x="2218431" y="420495"/></a:moveTo><a:lnTo><a:pt x="2207883" y="420495"/></a:lnTo></a:path><a:path w="8943340" h="3994785"><a:moveTo><a:pt x="2495017" y="420502"/></a:moveTo><a:lnTo><a:pt x="2492613" y="420502"/></a:lnTo></a:path><a:path w="8943340" h="3994785"><a:moveTo><a:pt x="2573433" y="420495"/></a:moveTo><a:lnTo><a:pt x="2562884" y="420495"/></a:lnTo></a:path><a:path w="8943340" h="3994785"><a:moveTo><a:pt x="2206176" y="420495"/></a:moveTo><a:lnTo><a:pt x="2156304" y="420495"/></a:lnTo></a:path><a:path w="8943340" h="3994785"><a:moveTo><a:pt x="2353467" y="420495"/></a:moveTo><a:lnTo><a:pt x="2351683" y="420495"/></a:lnTo></a:path><a:path w="8943340" h="3994785"><a:moveTo><a:pt x="2575139" y="420495"/></a:moveTo><a:lnTo><a:pt x="2573433" y="420495"/></a:lnTo></a:path><a:path w="8943340" h="3994785"><a:moveTo><a:pt x="2156304" y="420495"/></a:moveTo><a:lnTo><a:pt x="2154597" y="420495"/></a:lnTo></a:path><a:path w="8943340" h="3994785"><a:moveTo><a:pt x="2625012" y="420495"/></a:moveTo><a:lnTo><a:pt x="2575139" y="420495"/></a:lnTo></a:path><a:path w="8943340" h="3994785"><a:moveTo><a:pt x="2351683" y="420495"/></a:moveTo><a:lnTo><a:pt x="2304447" y="420495"/></a:lnTo></a:path><a:path w="8943340" h="3994785"><a:moveTo><a:pt x="2142343" y="420495"/></a:moveTo><a:lnTo><a:pt x="2141489" y="420495"/></a:lnTo></a:path><a:path w="8943340" h="3994785"><a:moveTo><a:pt x="2280558" y="420502"/></a:moveTo><a:lnTo><a:pt x="2278619" y="420502"/></a:lnTo></a:path><a:path w="8943340" h="3994785"><a:moveTo><a:pt x="2292503" y="420502"/></a:moveTo><a:lnTo><a:pt x="2290641" y="420502"/></a:lnTo></a:path><a:path w="8943340" h="3994785"><a:moveTo><a:pt x="2492613" y="420502"/></a:moveTo><a:lnTo><a:pt x="2489976" y="420502"/></a:lnTo></a:path><a:path w="8943340" h="3994785"><a:moveTo><a:pt x="2638973" y="420495"/></a:moveTo><a:lnTo><a:pt x="2637266" y="420495"/></a:lnTo><a:lnTo><a:pt x="2626718" y="420495"/></a:lnTo><a:lnTo><a:pt x="2625012" y="420495"/></a:lnTo></a:path><a:path w="8943340" h="3994785"><a:moveTo><a:pt x="2711338" y="420502"/></a:moveTo><a:lnTo><a:pt x="2709477" y="420502"/></a:lnTo><a:lnTo><a:pt x="2706840" y="420510"/></a:lnTo><a:lnTo><a:pt x="2704435" y="420510"/></a:lnTo></a:path><a:path w="8943340" h="3994785"><a:moveTo><a:pt x="2044847" y="2420108"/></a:moveTo><a:lnTo><a:pt x="2044847" y="2511996"/></a:lnTo></a:path><a:path w="8943340" h="3994785"><a:moveTo><a:pt x="2723050" y="371638"/></a:moveTo><a:lnTo><a:pt x="2723050" y="371615"/></a:lnTo></a:path><a:path w="8943340" h="3994785"><a:moveTo><a:pt x="6733011" y="3001731"/></a:moveTo><a:lnTo><a:pt x="6733011" y="2978198"/></a:lnTo></a:path><a:path w="8943340" h="3994785"><a:moveTo><a:pt x="6686241" y="1861638"/></a:moveTo><a:lnTo><a:pt x="6685853" y="1861638"/></a:lnTo><a:lnTo><a:pt x="6674219" y="1861638"/></a:lnTo><a:lnTo><a:pt x="6673986" y="1861638"/></a:lnTo><a:lnTo><a:pt x="6662973" y="1861638"/></a:lnTo></a:path><a:path w="8943340" h="3994785"><a:moveTo><a:pt x="6719205" y="1861638"/></a:moveTo><a:lnTo><a:pt x="6714241" y="1861638"/></a:lnTo><a:lnTo><a:pt x="6709510" y="1861630"/></a:lnTo><a:lnTo><a:pt x="6702297" y="1861630"/></a:lnTo></a:path><a:path w="8943340" h="3994785"><a:moveTo><a:pt x="6639937" y="3001739"/></a:moveTo><a:lnTo><a:pt x="6639937" y="2978183"/></a:lnTo></a:path><a:path w="8943340" h="3994785"><a:moveTo><a:pt x="7978659" y="2634808"/></a:moveTo><a:lnTo><a:pt x="7979357" y="2634808"/></a:lnTo><a:lnTo><a:pt x="8036055" y="2634800"/></a:lnTo></a:path><a:path w="8943340" h="3994785"><a:moveTo><a:pt x="8176985" y="1448162"/></a:moveTo><a:lnTo><a:pt x="8176287" y="1448162"/></a:lnTo><a:lnTo><a:pt x="8164963" y="1448162"/></a:lnTo></a:path><a:path w="8943340" h="3994785"><a:moveTo><a:pt x="8124708" y="1448177"/></a:moveTo><a:lnTo><a:pt x="8124010" y="1448177"/></a:lnTo><a:lnTo><a:pt x="8120054" y="1448177"/></a:lnTo></a:path><a:path w="8943340" h="3994785"><a:moveTo><a:pt x="8164963" y="1448162"/></a:moveTo><a:lnTo><a:pt x="8164265" y="1448162"/></a:lnTo><a:lnTo><a:pt x="8152863" y="1448162"/></a:lnTo></a:path><a:path w="8943340" h="3994785"><a:moveTo><a:pt x="8120054" y="1448177"/></a:moveTo><a:lnTo><a:pt x="8119356" y="1448177"/></a:lnTo><a:lnTo><a:pt x="8118503" y="1448185"/></a:lnTo></a:path><a:path w="8943340" h="3994785"><a:moveTo><a:pt x="8152863" y="1448162"/></a:moveTo><a:lnTo><a:pt x="8152243" y="1448162"/></a:lnTo><a:lnTo><a:pt x="8141694" y="1448162"/></a:lnTo></a:path><a:path w="8943340" h="3994785"><a:moveTo><a:pt x="8211578" y="1448169"/></a:moveTo><a:lnTo><a:pt x="8210880" y="1448169"/></a:lnTo><a:lnTo><a:pt x="8209949" y="1448169"/></a:lnTo></a:path><a:path w="8943340" h="3994785"><a:moveTo><a:pt x="8197849" y="1448162"/></a:moveTo><a:lnTo><a:pt x="8197229" y="1448162"/></a:lnTo><a:lnTo><a:pt x="8188232" y="1448162"/></a:lnTo></a:path><a:path w="8943340" h="3994785"><a:moveTo><a:pt x="8141694" y="1448162"/></a:moveTo><a:lnTo><a:pt x="8140996" y="1448162"/></a:lnTo><a:lnTo><a:pt x="8132077" y="1448169"/></a:lnTo></a:path><a:path w="8943340" h="3994785"><a:moveTo><a:pt x="8205295" y="1448162"/></a:moveTo><a:lnTo><a:pt x="8204597" y="1448162"/></a:lnTo><a:lnTo><a:pt x="8197849" y="1448162"/></a:lnTo></a:path><a:path w="8943340" h="3994785"><a:moveTo><a:pt x="8209949" y="1448169"/></a:moveTo><a:lnTo><a:pt x="8209251" y="1448162"/></a:lnTo><a:lnTo><a:pt x="8205295" y="1448162"/></a:lnTo></a:path><a:path w="8943340" h="3994785"><a:moveTo><a:pt x="8132077" y="1448169"/></a:moveTo><a:lnTo><a:pt x="8131379" y="1448169"/></a:lnTo><a:lnTo><a:pt x="8124708" y="1448177"/></a:lnTo></a:path><a:path w="8943340" h="3994785"><a:moveTo><a:pt x="8188232" y="1448162"/></a:moveTo><a:lnTo><a:pt x="8187534" y="1448162"/></a:lnTo><a:lnTo><a:pt x="8176985" y="1448162"/></a:lnTo></a:path><a:path w="8943340" h="3994785"><a:moveTo><a:pt x="8176287" y="1373911"/></a:moveTo><a:lnTo><a:pt x="8175666" y="1373911"/></a:lnTo><a:lnTo><a:pt x="8164265" y="1373911"/></a:lnTo></a:path><a:path w="8943340" h="3994785"><a:moveTo><a:pt x="8124010" y="1373927"/></a:moveTo><a:lnTo><a:pt x="8123312" y="1373927"/></a:lnTo><a:lnTo><a:pt x="8119356" y="1373935"/></a:lnTo></a:path><a:path w="8943340" h="3994785"><a:moveTo><a:pt x="8164265" y="1373911"/></a:moveTo><a:lnTo><a:pt x="8163567" y="1373911"/></a:lnTo><a:lnTo><a:pt x="8152243" y="1373919"/></a:lnTo></a:path><a:path w="8943340" h="3994785"><a:moveTo><a:pt x="8119356" y="1373935"/></a:moveTo><a:lnTo><a:pt x="8118736" y="1373935"/></a:lnTo><a:lnTo><a:pt x="8117805" y="1373935"/></a:lnTo></a:path><a:path w="8943340" h="3994785"><a:moveTo><a:pt x="8152243" y="1373919"/></a:moveTo><a:lnTo><a:pt x="8151545" y="1373919"/></a:lnTo><a:lnTo><a:pt x="8140996" y="1373919"/></a:lnTo></a:path><a:path w="8943340" h="3994785"><a:moveTo><a:pt x="8210880" y="1373927"/></a:moveTo><a:lnTo><a:pt x="8210182" y="1373919"/></a:lnTo><a:lnTo><a:pt x="8209251" y="1373919"/></a:lnTo></a:path><a:path w="8943340" h="3994785"><a:moveTo><a:pt x="8197229" y="1373911"/></a:moveTo><a:lnTo><a:pt x="8196531" y="1373911"/></a:lnTo><a:lnTo><a:pt x="8187534" y="1373911"/></a:lnTo></a:path><a:path w="8943340" h="3994785"><a:moveTo><a:pt x="8140996" y="1373919"/></a:moveTo><a:lnTo><a:pt x="8140376" y="1373919"/></a:lnTo><a:lnTo><a:pt x="8131379" y="1373927"/></a:lnTo></a:path><a:path w="8943340" h="3994785"><a:moveTo><a:pt x="8204597" y="1373919"/></a:moveTo><a:lnTo><a:pt x="8203977" y="1373919"/></a:lnTo><a:lnTo><a:pt x="8197229" y="1373911"/></a:lnTo></a:path><a:path w="8943340" h="3994785"><a:moveTo><a:pt x="8209251" y="1373919"/></a:moveTo><a:lnTo><a:pt x="8208630" y="1373919"/></a:lnTo><a:lnTo><a:pt x="8204597" y="1373919"/></a:lnTo></a:path><a:path w="8943340" h="3994785"><a:moveTo><a:pt x="8131379" y="1373927"/></a:moveTo><a:lnTo><a:pt x="8130680" y="1373927"/></a:lnTo><a:lnTo><a:pt x="8124010" y="1373927"/></a:lnTo></a:path><a:path w="8943340" h="3994785"><a:moveTo><a:pt x="8187534" y="1373911"/></a:moveTo><a:lnTo><a:pt x="8186913" y="1373911"/></a:lnTo><a:lnTo><a:pt x="8176287" y="1373911"/></a:lnTo></a:path><a:path w="8943340" h="3994785"><a:moveTo><a:pt x="7979357" y="2729728"/></a:moveTo><a:lnTo><a:pt x="7979977" y="2729728"/></a:lnTo><a:lnTo><a:pt x="8036055" y="2729720"/></a:lnTo></a:path><a:path w="8943340" h="3994785"><a:moveTo><a:pt x="8177683" y="1519814"/></a:moveTo><a:lnTo><a:pt x="8176985" y="1519814"/></a:lnTo><a:lnTo><a:pt x="8165583" y="1519814"/></a:lnTo></a:path><a:path w="8943340" h="3994785"><a:moveTo><a:pt x="8125329" y="1519829"/></a:moveTo><a:lnTo><a:pt x="8124708" y="1519829"/></a:lnTo><a:lnTo><a:pt x="8120753" y="1519829"/></a:lnTo></a:path><a:path w="8943340" h="3994785"><a:moveTo><a:pt x="8165583" y="1519814"/></a:moveTo><a:lnTo><a:pt x="8164963" y="1519814"/></a:lnTo><a:lnTo><a:pt x="8153561" y="1519814"/></a:lnTo></a:path><a:path w="8943340" h="3994785"><a:moveTo><a:pt x="8120753" y="1519829"/></a:moveTo><a:lnTo><a:pt x="8120054" y="1519837"/></a:lnTo><a:lnTo><a:pt x="8119124" y="1519837"/></a:lnTo></a:path><a:path w="8943340" h="3994785"><a:moveTo><a:pt x="8153561" y="1519814"/></a:moveTo><a:lnTo><a:pt x="8152941" y="1519814"/></a:lnTo><a:lnTo><a:pt x="8142392" y="1519821"/></a:lnTo></a:path><a:path w="8943340" h="3994785"><a:moveTo><a:pt x="8212198" y="1519821"/></a:moveTo><a:lnTo><a:pt x="8211578" y="1519821"/></a:lnTo><a:lnTo><a:pt x="8210647" y="1519821"/></a:lnTo></a:path><a:path w="8943340" h="3994785"><a:moveTo><a:pt x="8198547" y="1519814"/></a:moveTo><a:lnTo><a:pt x="8197849" y="1519814"/></a:lnTo><a:lnTo><a:pt x="8188930" y="1519814"/></a:lnTo></a:path><a:path w="8943340" h="3994785"><a:moveTo><a:pt x="8142392" y="1519821"/></a:moveTo><a:lnTo><a:pt x="8141694" y="1519821"/></a:lnTo><a:lnTo><a:pt x="8132697" y="1519821"/></a:lnTo></a:path><a:path w="8943340" h="3994785"><a:moveTo><a:pt x="8205993" y="1519814"/></a:moveTo><a:lnTo><a:pt x="8205295" y="1519814"/></a:lnTo><a:lnTo><a:pt x="8198547" y="1519814"/></a:lnTo></a:path><a:path w="8943340" h="3994785"><a:moveTo><a:pt x="8210647" y="1519821"/></a:moveTo><a:lnTo><a:pt x="8209949" y="1519821"/></a:lnTo><a:lnTo><a:pt x="8205993" y="1519814"/></a:lnTo></a:path><a:path w="8943340" h="3994785"><a:moveTo><a:pt x="8132697" y="1519821"/></a:moveTo><a:lnTo><a:pt x="8132077" y="1519821"/></a:lnTo><a:lnTo><a:pt x="8125329" y="1519829"/></a:lnTo></a:path><a:path w="8943340" h="3994785"><a:moveTo><a:pt x="8188930" y="1519814"/></a:moveTo><a:lnTo><a:pt x="8188232" y="1519814"/></a:lnTo><a:lnTo><a:pt x="8177683" y="1519814"/></a:lnTo></a:path><a:path w="8943340" h="3994785"><a:moveTo><a:pt x="7980675" y="2853657"/></a:moveTo><a:lnTo><a:pt x="7981373" y="2853657"/></a:lnTo><a:lnTo><a:pt x="8036055" y="2853649"/></a:lnTo></a:path><a:path w="8943340" h="3994785"><a:moveTo><a:pt x="8179002" y="1667003"/></a:moveTo><a:lnTo><a:pt x="8178381" y="1667003"/></a:lnTo><a:lnTo><a:pt x="8166980" y="1667003"/></a:lnTo></a:path><a:path w="8943340" h="3994785"><a:moveTo><a:pt x="8126725" y="1667019"/></a:moveTo><a:lnTo><a:pt x="8126027" y="1667019"/></a:lnTo><a:lnTo><a:pt x="8122071" y="1667026"/></a:lnTo></a:path><a:path w="8943340" h="3994785"><a:moveTo><a:pt x="8166980" y="1667003"/></a:moveTo><a:lnTo><a:pt x="8166281" y="1667003"/></a:lnTo><a:lnTo><a:pt x="8154957" y="1667011"/></a:lnTo></a:path><a:path w="8943340" h="3994785"><a:moveTo><a:pt x="8122071" y="1667026"/></a:moveTo><a:lnTo><a:pt x="8121373" y="1667026"/></a:lnTo><a:lnTo><a:pt x="8120520" y="1667034"/></a:lnTo></a:path><a:path w="8943340" h="3994785"><a:moveTo><a:pt x="8154957" y="1667011"/></a:moveTo><a:lnTo><a:pt x="8154259" y="1667011"/></a:lnTo><a:lnTo><a:pt x="8143711" y="1667011"/></a:lnTo></a:path><a:path w="8943340" h="3994785"><a:moveTo><a:pt x="8213594" y="1667019"/></a:moveTo><a:lnTo><a:pt x="8212896" y="1667019"/></a:lnTo><a:lnTo><a:pt x="8211966" y="1667011"/></a:lnTo></a:path><a:path w="8943340" h="3994785"><a:moveTo><a:pt x="8199866" y="1667003"/></a:moveTo><a:lnTo><a:pt x="8199245" y="1667003"/></a:lnTo><a:lnTo><a:pt x="8190248" y="1667003"/></a:lnTo></a:path><a:path w="8943340" h="3994785"><a:moveTo><a:pt x="8143711" y="1667011"/></a:moveTo><a:lnTo><a:pt x="8143013" y="1667011"/></a:lnTo><a:lnTo><a:pt x="8134093" y="1667019"/></a:lnTo></a:path><a:path w="8943340" h="3994785"><a:moveTo><a:pt x="8207312" y="1667011"/></a:moveTo><a:lnTo><a:pt x="8206614" y="1667011"/></a:lnTo><a:lnTo><a:pt x="8199866" y="1667003"/></a:lnTo></a:path><a:path w="8943340" h="3994785"><a:moveTo><a:pt x="8211966" y="1667011"/></a:moveTo><a:lnTo><a:pt x="8211345" y="1667011"/></a:lnTo><a:lnTo><a:pt x="8207312" y="1667011"/></a:lnTo></a:path><a:path w="8943340" h="3994785"><a:moveTo><a:pt x="8134093" y="1667019"/></a:moveTo><a:lnTo><a:pt x="8133395" y="1667019"/></a:lnTo><a:lnTo><a:pt x="8126725" y="1667019"/></a:lnTo></a:path><a:path w="8943340" h="3994785"><a:moveTo><a:pt x="8190248" y="1667003"/></a:moveTo><a:lnTo><a:pt x="8189550" y="1667003"/></a:lnTo><a:lnTo><a:pt x="8179002" y="1667003"/></a:lnTo></a:path><a:path w="8943340" h="3994785"><a:moveTo><a:pt x="3940775" y="3001762"/></a:moveTo><a:lnTo><a:pt x="3940775" y="2977725"/></a:lnTo></a:path><a:path w="8943340" h="3994785"><a:moveTo><a:pt x="3891058" y="1861669"/></a:moveTo><a:lnTo><a:pt x="3881983" y="1861676"/></a:lnTo><a:lnTo><a:pt x="3877950" y="1861676"/></a:lnTo></a:path><a:path w="8943340" h="3994785"><a:moveTo><a:pt x="3939069" y="1861676"/></a:moveTo><a:lnTo><a:pt x="3937440" y="1861676"/></a:lnTo><a:lnTo><a:pt x="3934415" y="1861676"/></a:lnTo></a:path><a:path w="8943340" h="3994785"><a:moveTo><a:pt x="3847701" y="3001770"/></a:moveTo><a:lnTo><a:pt x="3847701" y="2977710"/></a:lnTo></a:path><a:path w="8943340" h="3994785"><a:moveTo><a:pt x="7980055" y="2803971"/></a:moveTo><a:lnTo><a:pt x="7980675" y="2803971"/></a:lnTo><a:lnTo><a:pt x="8036055" y="2803971"/></a:lnTo></a:path><a:path w="8943340" h="3994785"><a:moveTo><a:pt x="8178304" y="1594056"/></a:moveTo><a:lnTo><a:pt x="8177683" y="1594056"/></a:lnTo><a:lnTo><a:pt x="8166281" y="1594056"/></a:lnTo></a:path><a:path w="8943340" h="3994785"><a:moveTo><a:pt x="8126027" y="1594072"/></a:moveTo><a:lnTo><a:pt x="8125329" y="1594072"/></a:lnTo><a:lnTo><a:pt x="8121373" y="1594079"/></a:lnTo></a:path><a:path w="8943340" h="3994785"><a:moveTo><a:pt x="8166281" y="1594056"/></a:moveTo><a:lnTo><a:pt x="8165583" y="1594056"/></a:lnTo><a:lnTo><a:pt x="8154259" y="1594056"/></a:lnTo></a:path><a:path w="8943340" h="3994785"><a:moveTo><a:pt x="8121373" y="1594079"/></a:moveTo><a:lnTo><a:pt x="8120753" y="1594079"/></a:lnTo><a:lnTo><a:pt x="8119822" y="1594079"/></a:lnTo></a:path><a:path w="8943340" h="3994785"><a:moveTo><a:pt x="8154259" y="1594056"/></a:moveTo><a:lnTo><a:pt x="8153561" y="1594056"/></a:lnTo><a:lnTo><a:pt x="8143013" y="1594064"/></a:lnTo></a:path><a:path w="8943340" h="3994785"><a:moveTo><a:pt x="8212896" y="1594072"/></a:moveTo><a:lnTo><a:pt x="8212276" y="1594064"/></a:lnTo><a:lnTo><a:pt x="8211268" y="1594064"/></a:lnTo></a:path><a:path w="8943340" h="3994785"><a:moveTo><a:pt x="8199245" y="1594056"/></a:moveTo><a:lnTo><a:pt x="8198547" y="1594056"/></a:lnTo><a:lnTo><a:pt x="8189550" y="1594056"/></a:lnTo></a:path><a:path w="8943340" h="3994785"><a:moveTo><a:pt x="8143013" y="1594064"/></a:moveTo><a:lnTo><a:pt x="8142392" y="1594064"/></a:lnTo><a:lnTo><a:pt x="8133395" y="1594064"/></a:lnTo></a:path><a:path w="8943340" h="3994785"><a:moveTo><a:pt x="8206614" y="1594064"/></a:moveTo><a:lnTo><a:pt x="8205993" y="1594064"/></a:lnTo><a:lnTo><a:pt x="8199245" y="1594056"/></a:lnTo></a:path><a:path w="8943340" h="3994785"><a:moveTo><a:pt x="8211268" y="1594064"/></a:moveTo><a:lnTo><a:pt x="8210647" y="1594064"/></a:lnTo><a:lnTo><a:pt x="8206614" y="1594064"/></a:lnTo></a:path><a:path w="8943340" h="3994785"><a:moveTo><a:pt x="8133395" y="1594064"/></a:moveTo><a:lnTo><a:pt x="8132775" y="1594064"/></a:lnTo><a:lnTo><a:pt x="8126027" y="1594072"/></a:lnTo></a:path><a:path w="8943340" h="3994785"><a:moveTo><a:pt x="8189550" y="1594056"/></a:moveTo><a:lnTo><a:pt x="8188930" y="1594056"/></a:lnTo><a:lnTo><a:pt x="8178304" y="1594056"/></a:lnTo></a:path><a:path w="8943340" h="3994785"><a:moveTo><a:pt x="8175666" y="1302260"/></a:moveTo><a:lnTo><a:pt x="8174968" y="1302260"/></a:lnTo><a:lnTo><a:pt x="8163567" y="1302260"/></a:lnTo></a:path><a:path w="8943340" h="3994785"><a:moveTo><a:pt x="8123312" y="1302275"/></a:moveTo><a:lnTo><a:pt x="8122692" y="1302275"/></a:lnTo><a:lnTo><a:pt x="8118658" y="1302283"/></a:lnTo></a:path><a:path w="8943340" h="3994785"><a:moveTo><a:pt x="8163567" y="1302260"/></a:moveTo><a:lnTo><a:pt x="8162946" y="1302260"/></a:lnTo><a:lnTo><a:pt x="8151545" y="1302260"/></a:lnTo></a:path><a:path w="8943340" h="3994785"><a:moveTo><a:pt x="8118658" y="1302283"/></a:moveTo><a:lnTo><a:pt x="8118038" y="1302283"/></a:lnTo><a:lnTo><a:pt x="8117107" y="1302283"/></a:lnTo></a:path><a:path w="8943340" h="3994785"><a:moveTo><a:pt x="8151545" y="1302260"/></a:moveTo><a:lnTo><a:pt x="8150847" y="1302267"/></a:lnTo><a:lnTo><a:pt x="8140298" y="1302267"/></a:lnTo></a:path><a:path w="8943340" h="3994785"><a:moveTo><a:pt x="8210182" y="1302275"/></a:moveTo><a:lnTo><a:pt x="8209561" y="1302267"/></a:lnTo><a:lnTo><a:pt x="8208630" y="1302267"/></a:lnTo></a:path><a:path w="8943340" h="3994785"><a:moveTo><a:pt x="8196531" y="1302260"/></a:moveTo><a:lnTo><a:pt x="8195833" y="1302260"/></a:lnTo><a:lnTo><a:pt x="8186835" y="1302260"/></a:lnTo></a:path><a:path w="8943340" h="3994785"><a:moveTo><a:pt x="8140298" y="1302267"/></a:moveTo><a:lnTo><a:pt x="8139678" y="1302267"/></a:lnTo><a:lnTo><a:pt x="8130680" y="1302267"/></a:lnTo></a:path><a:path w="8943340" h="3994785"><a:moveTo><a:pt x="8203899" y="1302267"/></a:moveTo><a:lnTo><a:pt x="8203279" y="1302267"/></a:lnTo><a:lnTo><a:pt x="8196531" y="1302260"/></a:lnTo></a:path><a:path w="8943340" h="3994785"><a:moveTo><a:pt x="8208630" y="1302267"/></a:moveTo><a:lnTo><a:pt x="8207932" y="1302267"/></a:lnTo><a:lnTo><a:pt x="8203899" y="1302267"/></a:lnTo></a:path><a:path w="8943340" h="3994785"><a:moveTo><a:pt x="8130680" y="1302267"/></a:moveTo><a:lnTo><a:pt x="8130060" y="1302267"/></a:lnTo><a:lnTo><a:pt x="8123312" y="1302275"/></a:lnTo></a:path><a:path w="8943340" h="3994785"><a:moveTo><a:pt x="8186835" y="1302260"/></a:moveTo><a:lnTo><a:pt x="8186215" y="1302260"/></a:lnTo><a:lnTo><a:pt x="8175666" y="1302260"/></a:lnTo></a:path><a:path w="8943340" h="3994785"><a:moveTo><a:pt x="5300129" y="1861653"/></a:moveTo><a:lnTo><a:pt x="5290123" y="1861653"/></a:lnTo></a:path><a:path w="8943340" h="3994785"><a:moveTo><a:pt x="5336893" y="3001746"/></a:moveTo><a:lnTo><a:pt x="5336893" y="2977966"/></a:lnTo></a:path><a:path w="8943340" h="3994785"><a:moveTo><a:pt x="5290123" y="1861653"/></a:moveTo><a:lnTo><a:pt x="5287021" y="1861653"/></a:lnTo></a:path><a:path w="8943340" h="3994785"><a:moveTo><a:pt x="5243819" y="3001754"/></a:moveTo><a:lnTo><a:pt x="5243819" y="2977942"/></a:lnTo></a:path><a:path w="8943340" h="3994785"><a:moveTo><a:pt x="2042443" y="3097202"/></a:moveTo><a:lnTo><a:pt x="2042443" y="3160531"/></a:lnTo></a:path><a:path w="8943340" h="3994785"><a:moveTo><a:pt x="8129129" y="3001707"/></a:moveTo><a:lnTo><a:pt x="8129129" y="2853820"/></a:lnTo></a:path><a:path w="8943340" h="3994785"><a:moveTo><a:pt x="8127423" y="1861622"/></a:moveTo><a:lnTo><a:pt x="8126725" y="1861622"/></a:lnTo><a:lnTo><a:pt x="8122692" y="1861622"/></a:lnTo></a:path><a:path w="8943340" h="3994785"><a:moveTo><a:pt x="2137844" y="424326"/></a:moveTo><a:lnTo><a:pt x="2137844" y="420440"/></a:lnTo><a:lnTo><a:pt x="2137844" y="419579"/></a:lnTo></a:path><a:path w="8943340" h="3994785"><a:moveTo><a:pt x="2044769" y="535837"/></a:moveTo><a:lnTo><a:pt x="2044769" y="419556"/></a:lnTo></a:path><a:path w="8943340" h="3994785"><a:moveTo><a:pt x="2723050" y="420456"/></a:moveTo><a:lnTo><a:pt x="2815427" y="420440"/></a:lnTo></a:path><a:path w="8943340" h="3994785"><a:moveTo><a:pt x="2722585" y="424326"/></a:moveTo><a:lnTo><a:pt x="2722585" y="420495"/></a:lnTo><a:lnTo><a:pt x="2722585" y="420456"/></a:lnTo></a:path><a:path w="8943340" h="3994785"><a:moveTo><a:pt x="6897133" y="2652515"/></a:moveTo><a:lnTo><a:pt x="6896590" y="2652523"/></a:lnTo><a:lnTo><a:pt x="6895271" y="2652515"/></a:lnTo></a:path><a:path w="8943340" h="3994785"><a:moveTo><a:pt x="7106550" y="2652515"/></a:moveTo><a:lnTo><a:pt x="7106007" y="2652515"/></a:lnTo><a:lnTo><a:pt x="7104689" y="2652515"/></a:lnTo></a:path><a:path w="8943340" h="3994785"><a:moveTo><a:pt x="6909775" y="2652515"/></a:moveTo><a:lnTo><a:pt x="6910396" y="2652523"/></a:lnTo><a:lnTo><a:pt x="6911714" y="2652515"/></a:lnTo></a:path><a:path w="8943340" h="3994785"><a:moveTo><a:pt x="6967714" y="2652523"/></a:moveTo><a:lnTo><a:pt x="6968955" y="2652531"/></a:lnTo><a:lnTo><a:pt x="6969421" y="2652523"/></a:lnTo></a:path><a:path w="8943340" h="3994785"><a:moveTo><a:pt x="7092822" y="2652523"/></a:moveTo><a:lnTo><a:pt x="7094063" y="2652531"/></a:lnTo><a:lnTo><a:pt x="7104689" y="2652515"/></a:lnTo></a:path><a:path w="8943340" h="3994785"><a:moveTo><a:pt x="6774817" y="2652523"/></a:moveTo><a:lnTo><a:pt x="6773576" y="2652531"/></a:lnTo><a:lnTo><a:pt x="6773111" y="2652523"/></a:lnTo></a:path><a:path w="8943340" h="3994785"><a:moveTo><a:pt x="6838651" y="2652523"/></a:moveTo><a:lnTo><a:pt x="6837410" y="2652531"/></a:lnTo><a:lnTo><a:pt x="6836944" y="2652523"/></a:lnTo></a:path><a:path w="8943340" h="3994785"><a:moveTo><a:pt x="6897133" y="2652515"/></a:moveTo><a:lnTo><a:pt x="6898451" y="2652523"/></a:lnTo><a:lnTo><a:pt x="6899847" y="2652515"/></a:lnTo></a:path><a:path w="8943340" h="3994785"><a:moveTo><a:pt x="6909775" y="2652515"/></a:moveTo><a:lnTo><a:pt x="6908534" y="2652523"/></a:lnTo><a:lnTo><a:pt x="6907138" y="2652515"/></a:lnTo></a:path><a:path w="8943340" h="3994785"><a:moveTo><a:pt x="7109265" y="2652515"/></a:moveTo><a:lnTo><a:pt x="7110506" y="2652515"/></a:lnTo></a:path><a:path w="8943340" h="3994785"><a:moveTo><a:pt x="7116556" y="2652515"/></a:moveTo><a:lnTo><a:pt x="7115315" y="2652515"/></a:lnTo></a:path><a:path w="8943340" h="3994785"><a:moveTo><a:pt x="7106550" y="2652515"/></a:moveTo><a:lnTo><a:pt x="7107869" y="2652515"/></a:lnTo><a:lnTo><a:pt x="7109265" y="2652515"/></a:lnTo></a:path><a:path w="8943340" h="3994785"><a:moveTo><a:pt x="7119193" y="2652515"/></a:moveTo><a:lnTo><a:pt x="7117952" y="2652515"/></a:lnTo><a:lnTo><a:pt x="7116556" y="2652515"/></a:lnTo></a:path><a:path w="8943340" h="3994785"><a:moveTo><a:pt x="6907138" y="2652515"/></a:moveTo><a:lnTo><a:pt x="6905897" y="2652515"/></a:lnTo></a:path><a:path w="8943340" h="3994785"><a:moveTo><a:pt x="7119193" y="2652515"/></a:moveTo><a:lnTo><a:pt x="7119813" y="2652515"/></a:lnTo><a:lnTo><a:pt x="7121132" y="2652515"/></a:lnTo></a:path><a:path w="8943340" h="3994785"><a:moveTo><a:pt x="6984235" y="2652523"/></a:moveTo><a:lnTo><a:pt x="6982994" y="2652531"/></a:lnTo><a:lnTo><a:pt x="6982529" y="2652523"/></a:lnTo></a:path><a:path w="8943340" h="3994785"><a:moveTo><a:pt x="6899847" y="2652515"/></a:moveTo><a:lnTo><a:pt x="6901088" y="2652515"/></a:lnTo></a:path><a:path w="8943340" h="3994785"><a:moveTo><a:pt x="6883404" y="2652523"/></a:moveTo><a:lnTo><a:pt x="6884645" y="2652531"/></a:lnTo><a:lnTo><a:pt x="6895271" y="2652515"/></a:lnTo></a:path><a:path w="8943340" h="3994785"><a:moveTo><a:pt x="6758296" y="2652523"/></a:moveTo><a:lnTo><a:pt x="6759537" y="2652531"/></a:lnTo><a:lnTo><a:pt x="6760003" y="2652523"/></a:lnTo></a:path><a:path w="8943340" h="3994785"><a:moveTo><a:pt x="6822130" y="2652523"/></a:moveTo><a:lnTo><a:pt x="6823449" y="2652531"/></a:lnTo><a:lnTo><a:pt x="6823836" y="2652523"/></a:lnTo></a:path><a:path w="8943340" h="3994785"><a:moveTo><a:pt x="6923659" y="2652523"/></a:moveTo><a:lnTo><a:pt x="6922340" y="2652531"/></a:lnTo><a:lnTo><a:pt x="6911714" y="2652515"/></a:lnTo></a:path><a:path w="8943340" h="3994785"><a:moveTo><a:pt x="7031548" y="2652523"/></a:moveTo><a:lnTo><a:pt x="7032866" y="2652531"/></a:lnTo><a:lnTo><a:pt x="7033254" y="2652523"/></a:lnTo></a:path><a:path w="8943340" h="3994785"><a:moveTo><a:pt x="7048069" y="2652523"/></a:moveTo><a:lnTo><a:pt x="7046828" y="2652531"/></a:lnTo><a:lnTo><a:pt x="7046362" y="2652523"/></a:lnTo></a:path><a:path w="8943340" h="3994785"><a:moveTo><a:pt x="7240965" y="2652523"/></a:moveTo><a:lnTo><a:pt x="7242284" y="2652531"/></a:lnTo><a:lnTo><a:pt x="7242672" y="2652523"/></a:lnTo></a:path><a:path w="8943340" h="3994785"><a:moveTo><a:pt x="7255780" y="424319"/></a:moveTo><a:lnTo><a:pt x="7253220" y="424319"/></a:lnTo><a:lnTo><a:pt x="7242672" y="424319"/></a:lnTo></a:path><a:path w="8943340" h="3994785"><a:moveTo><a:pt x="7177132" y="2652523"/></a:moveTo><a:lnTo><a:pt x="7178373" y="2652531"/></a:lnTo><a:lnTo><a:pt x="7178838" y="2652523"/></a:lnTo></a:path><a:path w="8943340" h="3994785"><a:moveTo><a:pt x="7302240" y="2652523"/></a:moveTo><a:lnTo><a:pt x="7264079" y="2652538"/></a:lnTo><a:lnTo><a:pt x="7257486" y="2652523"/></a:lnTo></a:path><a:path w="8943340" h="3994785"><a:moveTo><a:pt x="7320932" y="2652515"/></a:moveTo><a:lnTo><a:pt x="7319536" y="2652515"/></a:lnTo><a:lnTo><a:pt x="7318217" y="2652515"/></a:lnTo><a:lnTo><a:pt x="7317674" y="2652515"/></a:lnTo><a:lnTo><a:pt x="7316356" y="2652515"/></a:lnTo></a:path><a:path w="8943340" h="3994785"><a:moveTo><a:pt x="7257486" y="2652523"/></a:moveTo><a:lnTo><a:pt x="7256245" y="2652531"/></a:lnTo><a:lnTo><a:pt x="7255780" y="2652523"/></a:lnTo></a:path><a:path w="8943340" h="3994785"><a:moveTo><a:pt x="7193653" y="2652523"/></a:moveTo><a:lnTo><a:pt x="7192412" y="2652531"/></a:lnTo><a:lnTo><a:pt x="7191946" y="2652523"/></a:lnTo></a:path><a:path w="8943340" h="3994785"><a:moveTo><a:pt x="7302240" y="2652523"/></a:moveTo><a:lnTo><a:pt x="7303481" y="2652531"/></a:lnTo><a:lnTo><a:pt x="7316356" y="2652515"/></a:lnTo></a:path><a:path w="8943340" h="3994785"><a:moveTo><a:pt x="7133077" y="2652523"/></a:moveTo><a:lnTo><a:pt x="7131758" y="2652531"/></a:lnTo><a:lnTo><a:pt x="7121132" y="2652515"/></a:lnTo></a:path><a:path w="8943340" h="3994785"><a:moveTo><a:pt x="7330782" y="2652515"/></a:moveTo><a:lnTo><a:pt x="7332179" y="2652515"/></a:lnTo><a:lnTo><a:pt x="7333420" y="2652515"/></a:lnTo><a:lnTo><a:pt x="7334040" y="2652515"/></a:lnTo></a:path><a:path w="8943340" h="3994785"><a:moveTo><a:pt x="7352655" y="2652523"/></a:moveTo><a:lnTo><a:pt x="7349087" y="2652538"/></a:lnTo><a:lnTo><a:pt x="7347226" y="2652523"/></a:lnTo></a:path><a:path w="8943340" h="3994785"><a:moveTo><a:pt x="7334040" y="2652515"/></a:moveTo><a:lnTo><a:pt x="7335281" y="2652515"/></a:lnTo></a:path><a:path w="8943340" h="3994785"><a:moveTo><a:pt x="6494120" y="2652515"/></a:moveTo><a:lnTo><a:pt x="6492879" y="2652515"/></a:lnTo></a:path><a:path w="8943340" h="3994785"><a:moveTo><a:pt x="6491017" y="2652515"/></a:moveTo><a:lnTo><a:pt x="6491560" y="2652523"/></a:lnTo></a:path><a:path w="8943340" h="3994785"><a:moveTo><a:pt x="6511494" y="2652523"/></a:moveTo><a:lnTo><a:pt x="6548879" y="2652523"/></a:lnTo><a:lnTo><a:pt x="6550120" y="2652531"/></a:lnTo><a:lnTo><a:pt x="6550585" y="2652523"/></a:lnTo></a:path><a:path w="8943340" h="3994785"><a:moveTo><a:pt x="6478297" y="2652515"/></a:moveTo><a:lnTo><a:pt x="6477754" y="2652523"/></a:lnTo></a:path><a:path w="8943340" h="3994785"><a:moveTo><a:pt x="6491017" y="2652515"/></a:moveTo><a:lnTo><a:pt x="6489699" y="2652523"/></a:lnTo></a:path><a:path w="8943340" h="3994785"><a:moveTo><a:pt x="6478297" y="2652515"/></a:moveTo><a:lnTo><a:pt x="6479616" y="2652523"/></a:lnTo></a:path><a:path w="8943340" h="3994785"><a:moveTo><a:pt x="6565400" y="2652523"/></a:moveTo><a:lnTo><a:pt x="6564159" y="2652531"/></a:lnTo><a:lnTo><a:pt x="6563693" y="2652523"/></a:lnTo></a:path><a:path w="8943340" h="3994785"><a:moveTo><a:pt x="6612712" y="2652523"/></a:moveTo><a:lnTo><a:pt x="6614031" y="2652531"/></a:lnTo><a:lnTo><a:pt x="6614419" y="2652523"/></a:lnTo></a:path><a:path w="8943340" h="3994785"><a:moveTo><a:pt x="6629233" y="2652523"/></a:moveTo><a:lnTo><a:pt x="6627992" y="2652531"/></a:lnTo><a:lnTo><a:pt x="6627527" y="2652523"/></a:lnTo></a:path><a:path w="8943340" h="3994785"><a:moveTo><a:pt x="7345985" y="2652523"/></a:moveTo><a:lnTo><a:pt x="7346450" y="2652531"/></a:lnTo></a:path><a:path w="8943340" h="3994785"><a:moveTo><a:pt x="7352655" y="2652523"/></a:moveTo><a:lnTo><a:pt x="7352655" y="2321162"/></a:lnTo><a:lnTo><a:pt x="7352655" y="424319"/></a:lnTo></a:path><a:path w="8943340" h="3994785"><a:moveTo><a:pt x="7335281" y="2652515"/></a:moveTo><a:lnTo><a:pt x="7345985" y="2652523"/></a:lnTo></a:path><a:path w="8943340" h="3994785"><a:moveTo><a:pt x="7346062" y="424319"/></a:moveTo><a:lnTo><a:pt x="7335281" y="424311"/></a:lnTo></a:path><a:path w="8943340" h="3994785"><a:moveTo><a:pt x="7320932" y="2652515"/></a:moveTo><a:lnTo><a:pt x="7322173" y="2652515"/></a:lnTo></a:path><a:path w="8943340" h="3994785"><a:moveTo><a:pt x="5859196" y="2652515"/></a:moveTo><a:lnTo><a:pt x="5859817" y="2652523"/></a:lnTo><a:lnTo><a:pt x="5861058" y="2652515"/></a:lnTo></a:path><a:path w="8943340" h="3994785"><a:moveTo><a:pt x="6055972" y="2652515"/></a:moveTo><a:lnTo><a:pt x="6055351" y="2652523"/></a:lnTo><a:lnTo><a:pt x="6054110" y="2652515"/></a:lnTo></a:path><a:path w="8943340" h="3994785"><a:moveTo><a:pt x="6265389" y="2652515"/></a:moveTo><a:lnTo><a:pt x="6264769" y="2652523"/></a:lnTo><a:lnTo><a:pt x="6263528" y="2652515"/></a:lnTo></a:path><a:path w="8943340" h="3994785"><a:moveTo><a:pt x="6068614" y="2652515"/></a:moveTo><a:lnTo><a:pt x="6069235" y="2652523"/></a:lnTo><a:lnTo><a:pt x="6070476" y="2652515"/></a:lnTo></a:path><a:path w="8943340" h="3994785"><a:moveTo><a:pt x="6126553" y="2652531"/></a:moveTo><a:lnTo><a:pt x="6127794" y="2652531"/></a:lnTo><a:lnTo><a:pt x="6128259" y="2652523"/></a:lnTo></a:path><a:path w="8943340" h="3994785"><a:moveTo><a:pt x="6251661" y="2652523"/></a:moveTo><a:lnTo><a:pt x="6252902" y="2652531"/></a:lnTo><a:lnTo><a:pt x="6263528" y="2652515"/></a:lnTo></a:path><a:path w="8943340" h="3994785"><a:moveTo><a:pt x="5873003" y="2652531"/></a:moveTo><a:lnTo><a:pt x="5871762" y="2652531"/></a:lnTo><a:lnTo><a:pt x="5861058" y="2652515"/></a:lnTo></a:path><a:path w="8943340" h="3994785"><a:moveTo><a:pt x="5933579" y="2652531"/></a:moveTo><a:lnTo><a:pt x="5932338" y="2652531"/></a:lnTo><a:lnTo><a:pt x="5931872" y="2652523"/></a:lnTo></a:path><a:path w="8943340" h="3994785"><a:moveTo><a:pt x="5997490" y="2652531"/></a:moveTo><a:lnTo><a:pt x="5996249" y="2652531"/></a:lnTo><a:lnTo><a:pt x="5995783" y="2652523"/></a:lnTo></a:path><a:path w="8943340" h="3994785"><a:moveTo><a:pt x="6055972" y="2652515"/></a:moveTo><a:lnTo><a:pt x="6057213" y="2652523"/></a:lnTo><a:lnTo><a:pt x="6058609" y="2652515"/></a:lnTo></a:path><a:path w="8943340" h="3994785"><a:moveTo><a:pt x="6068614" y="2652515"/></a:moveTo><a:lnTo><a:pt x="6067373" y="2652523"/></a:lnTo><a:lnTo><a:pt x="6065977" y="2652515"/></a:lnTo></a:path><a:path w="8943340" h="3994785"><a:moveTo><a:pt x="6268026" y="2652515"/></a:moveTo><a:lnTo><a:pt x="6269345" y="2652515"/></a:lnTo></a:path><a:path w="8943340" h="3994785"><a:moveTo><a:pt x="6275395" y="2652515"/></a:moveTo><a:lnTo><a:pt x="6274076" y="2652515"/></a:lnTo></a:path><a:path w="8943340" h="3994785"><a:moveTo><a:pt x="6265389" y="2652515"/></a:moveTo><a:lnTo><a:pt x="6266630" y="2652523"/></a:lnTo><a:lnTo><a:pt x="6268026" y="2652515"/></a:lnTo></a:path><a:path w="8943340" h="3994785"><a:moveTo><a:pt x="6278032" y="2652515"/></a:moveTo><a:lnTo><a:pt x="6276791" y="2652523"/></a:lnTo><a:lnTo><a:pt x="6275395" y="2652515"/></a:lnTo></a:path><a:path w="8943340" h="3994785"><a:moveTo><a:pt x="6065977" y="2652515"/></a:moveTo><a:lnTo><a:pt x="6064659" y="2652515"/></a:lnTo></a:path><a:path w="8943340" h="3994785"><a:moveTo><a:pt x="6278032" y="2652515"/></a:moveTo><a:lnTo><a:pt x="6278652" y="2652523"/></a:lnTo><a:lnTo><a:pt x="6279893" y="2652515"/></a:lnTo></a:path><a:path w="8943340" h="3994785"><a:moveTo><a:pt x="6142996" y="2652531"/></a:moveTo><a:lnTo><a:pt x="6141755" y="2652531"/></a:lnTo><a:lnTo><a:pt x="6141290" y="2652523"/></a:lnTo></a:path><a:path w="8943340" h="3994785"><a:moveTo><a:pt x="5917135" y="424326"/></a:moveTo><a:lnTo><a:pt x="5887507" y="424326"/></a:lnTo><a:lnTo><a:pt x="5873003" y="424326"/></a:lnTo></a:path><a:path w="8943340" h="3994785"><a:moveTo><a:pt x="6058609" y="2652515"/></a:moveTo><a:lnTo><a:pt x="6059927" y="2652515"/></a:lnTo></a:path><a:path w="8943340" h="3994785"><a:moveTo><a:pt x="6042243" y="2652531"/></a:moveTo><a:lnTo><a:pt x="6043484" y="2652531"/></a:lnTo><a:lnTo><a:pt x="6054110" y="2652515"/></a:lnTo></a:path><a:path w="8943340" h="3994785"><a:moveTo><a:pt x="5917135" y="2652531"/></a:moveTo><a:lnTo><a:pt x="5918376" y="2652531"/></a:lnTo><a:lnTo><a:pt x="5918842" y="2652523"/></a:lnTo></a:path><a:path w="8943340" h="3994785"><a:moveTo><a:pt x="5980969" y="2652531"/></a:moveTo><a:lnTo><a:pt x="5982210" y="2652531"/></a:lnTo><a:lnTo><a:pt x="5982675" y="2652523"/></a:lnTo></a:path><a:path w="8943340" h="3994785"><a:moveTo><a:pt x="6082420" y="2652531"/></a:moveTo><a:lnTo><a:pt x="6081179" y="2652531"/></a:lnTo><a:lnTo><a:pt x="6070476" y="2652515"/></a:lnTo></a:path><a:path w="8943340" h="3994785"><a:moveTo><a:pt x="6190387" y="2652523"/></a:moveTo><a:lnTo><a:pt x="6191628" y="2652531"/></a:lnTo><a:lnTo><a:pt x="6192093" y="2652523"/></a:lnTo></a:path><a:path w="8943340" h="3994785"><a:moveTo><a:pt x="6206907" y="2652523"/></a:moveTo><a:lnTo><a:pt x="6205666" y="2652531"/></a:lnTo><a:lnTo><a:pt x="6205201" y="2652523"/></a:lnTo></a:path><a:path w="8943340" h="3994785"><a:moveTo><a:pt x="6399804" y="2652523"/></a:moveTo><a:lnTo><a:pt x="6401045" y="2652531"/></a:lnTo><a:lnTo><a:pt x="6401511" y="2652523"/></a:lnTo></a:path><a:path w="8943340" h="3994785"><a:moveTo><a:pt x="6335971" y="2652523"/></a:moveTo><a:lnTo><a:pt x="6337212" y="2652531"/></a:lnTo><a:lnTo><a:pt x="6337677" y="2652523"/></a:lnTo></a:path><a:path w="8943340" h="3994785"><a:moveTo><a:pt x="6477056" y="2652515"/></a:moveTo><a:lnTo><a:pt x="6476436" y="2652515"/></a:lnTo><a:lnTo><a:pt x="6475195" y="2652515"/></a:lnTo></a:path><a:path w="8943340" h="3994785"><a:moveTo><a:pt x="6416325" y="2652523"/></a:moveTo><a:lnTo><a:pt x="6415084" y="2652531"/></a:lnTo><a:lnTo><a:pt x="6414619" y="2652523"/></a:lnTo></a:path><a:path w="8943340" h="3994785"><a:moveTo><a:pt x="6352414" y="2652523"/></a:moveTo><a:lnTo><a:pt x="6351173" y="2652531"/></a:lnTo><a:lnTo><a:pt x="6350708" y="2652523"/></a:lnTo></a:path><a:path w="8943340" h="3994785"><a:moveTo><a:pt x="6291838" y="2652523"/></a:moveTo><a:lnTo><a:pt x="6290597" y="2652531"/></a:lnTo><a:lnTo><a:pt x="6279893" y="2652515"/></a:lnTo></a:path><a:path w="8943340" h="3994785"><a:moveTo><a:pt x="6492258" y="2652515"/></a:moveTo><a:lnTo><a:pt x="6492879" y="2652515"/></a:lnTo></a:path><a:path w="8943340" h="3994785"><a:moveTo><a:pt x="5649779" y="2652523"/></a:moveTo><a:lnTo><a:pt x="5650399" y="2652523"/></a:lnTo></a:path><a:path w="8943340" h="3994785"><a:moveTo><a:pt x="5849191" y="2652515"/></a:moveTo><a:lnTo><a:pt x="5850510" y="2652515"/></a:lnTo></a:path><a:path w="8943340" h="3994785"><a:moveTo><a:pt x="5832825" y="2652531"/></a:moveTo><a:lnTo><a:pt x="5834066" y="2652531"/></a:lnTo><a:lnTo><a:pt x="5844692" y="2652523"/></a:lnTo></a:path><a:path w="8943340" h="3994785"><a:moveTo><a:pt x="5707718" y="2652531"/></a:moveTo><a:lnTo><a:pt x="5708959" y="2652531"/></a:lnTo><a:lnTo><a:pt x="5709424" y="2652523"/></a:lnTo></a:path><a:path w="8943340" h="3994785"><a:moveTo><a:pt x="5856559" y="2652515"/></a:moveTo><a:lnTo><a:pt x="5855241" y="2652515"/></a:lnTo></a:path><a:path w="8943340" h="3994785"><a:moveTo><a:pt x="5707718" y="2652531"/></a:moveTo><a:lnTo><a:pt x="5670255" y="2652523"/></a:lnTo></a:path><a:path w="8943340" h="3994785"><a:moveTo><a:pt x="5637136" y="2652523"/></a:moveTo><a:lnTo><a:pt x="5636516" y="2652523"/></a:lnTo></a:path><a:path w="8943340" h="3994785"><a:moveTo><a:pt x="5649779" y="2652523"/></a:moveTo><a:lnTo><a:pt x="5648538" y="2652523"/></a:lnTo></a:path><a:path w="8943340" h="3994785"><a:moveTo><a:pt x="5859196" y="2652515"/></a:moveTo><a:lnTo><a:pt x="5857955" y="2652523"/></a:lnTo><a:lnTo><a:pt x="5856559" y="2652515"/></a:lnTo></a:path><a:path w="8943340" h="3994785"><a:moveTo><a:pt x="5637136" y="2652523"/></a:moveTo><a:lnTo><a:pt x="5638377" y="2652523"/></a:lnTo></a:path><a:path w="8943340" h="3994785"><a:moveTo><a:pt x="5846554" y="2652523"/></a:moveTo><a:lnTo><a:pt x="5847795" y="2652523"/></a:lnTo><a:lnTo><a:pt x="5849191" y="2652515"/></a:lnTo></a:path><a:path w="8943340" h="3994785"><a:moveTo><a:pt x="5724161" y="2652531"/></a:moveTo><a:lnTo><a:pt x="5722920" y="2652531"/></a:lnTo><a:lnTo><a:pt x="5722454" y="2652523"/></a:lnTo></a:path><a:path w="8943340" h="3994785"><a:moveTo><a:pt x="5846554" y="2652523"/></a:moveTo><a:lnTo><a:pt x="5845933" y="2652523"/></a:lnTo><a:lnTo><a:pt x="5844692" y="2652523"/></a:lnTo></a:path><a:path w="8943340" h="3994785"><a:moveTo><a:pt x="5771551" y="2652531"/></a:moveTo><a:lnTo><a:pt x="5772792" y="2652531"/></a:lnTo><a:lnTo><a:pt x="5773258" y="2652523"/></a:lnTo></a:path><a:path w="8943340" h="3994785"><a:moveTo><a:pt x="5788072" y="2652531"/></a:moveTo><a:lnTo><a:pt x="5786831" y="2652531"/></a:lnTo><a:lnTo><a:pt x="5786366" y="2652523"/></a:lnTo></a:path><a:path w="8943340" h="3994785"><a:moveTo><a:pt x="6461078" y="2652523"/></a:moveTo><a:lnTo><a:pt x="6462319" y="2652531"/></a:lnTo></a:path><a:path w="8943340" h="3994785"><a:moveTo><a:pt x="5018035" y="2652523"/></a:moveTo><a:lnTo><a:pt x="5018656" y="2652523"/></a:lnTo><a:lnTo><a:pt x="5019897" y="2652523"/></a:lnTo></a:path><a:path w="8943340" h="3994785"><a:moveTo><a:pt x="5214733" y="2652523"/></a:moveTo><a:lnTo><a:pt x="5214190" y="2652523"/></a:lnTo><a:lnTo><a:pt x="5212871" y="2652523"/></a:lnTo></a:path><a:path w="8943340" h="3994785"><a:moveTo><a:pt x="5424151" y="2652523"/></a:moveTo><a:lnTo><a:pt x="5423608" y="2652523"/></a:lnTo><a:lnTo><a:pt x="5422289" y="2652523"/></a:lnTo></a:path><a:path w="8943340" h="3994785"><a:moveTo><a:pt x="5227453" y="2652523"/></a:moveTo><a:lnTo><a:pt x="5228074" y="2652523"/></a:lnTo><a:lnTo><a:pt x="5229315" y="2652523"/></a:lnTo></a:path><a:path w="8943340" h="3994785"><a:moveTo><a:pt x="5410422" y="2652531"/></a:moveTo><a:lnTo><a:pt x="5411741" y="2652531"/></a:lnTo><a:lnTo><a:pt x="5422289" y="2652523"/></a:lnTo></a:path><a:path w="8943340" h="3994785"><a:moveTo><a:pt x="5031841" y="2652531"/></a:moveTo><a:lnTo><a:pt x="5030600" y="2652531"/></a:lnTo><a:lnTo><a:pt x="5019897" y="2652523"/></a:lnTo></a:path><a:path w="8943340" h="3994785"><a:moveTo><a:pt x="5092417" y="2652531"/></a:moveTo><a:lnTo><a:pt x="5091176" y="2652531"/></a:lnTo><a:lnTo><a:pt x="5090711" y="2652531"/></a:lnTo></a:path><a:path w="8943340" h="3994785"><a:moveTo><a:pt x="5156329" y="2652531"/></a:moveTo><a:lnTo><a:pt x="5155010" y="2652531"/></a:lnTo><a:lnTo><a:pt x="5154545" y="2652531"/></a:lnTo></a:path><a:path w="8943340" h="3994785"><a:moveTo><a:pt x="5214733" y="2652523"/></a:moveTo><a:lnTo><a:pt x="5216051" y="2652523"/></a:lnTo><a:lnTo><a:pt x="5217448" y="2652515"/></a:lnTo></a:path><a:path w="8943340" h="3994785"><a:moveTo><a:pt x="5227453" y="2652523"/></a:moveTo><a:lnTo><a:pt x="5226135" y="2652523"/></a:lnTo><a:lnTo><a:pt x="5224738" y="2652515"/></a:lnTo></a:path><a:path w="8943340" h="3994785"><a:moveTo><a:pt x="5426865" y="2652515"/></a:moveTo><a:lnTo><a:pt x="5428106" y="2652523"/></a:lnTo></a:path><a:path w="8943340" h="3994785"><a:moveTo><a:pt x="5434156" y="2652515"/></a:moveTo><a:lnTo><a:pt x="5432915" y="2652523"/></a:lnTo></a:path><a:path w="8943340" h="3994785"><a:moveTo><a:pt x="5424151" y="2652523"/></a:moveTo><a:lnTo><a:pt x="5425469" y="2652523"/></a:lnTo><a:lnTo><a:pt x="5426865" y="2652515"/></a:lnTo></a:path><a:path w="8943340" h="3994785"><a:moveTo><a:pt x="5436871" y="2652523"/></a:moveTo><a:lnTo><a:pt x="5435552" y="2652523"/></a:lnTo><a:lnTo><a:pt x="5434156" y="2652515"/></a:lnTo></a:path><a:path w="8943340" h="3994785"><a:moveTo><a:pt x="5224738" y="2652515"/></a:moveTo><a:lnTo><a:pt x="5223497" y="2652523"/></a:lnTo></a:path><a:path w="8943340" h="3994785"><a:moveTo><a:pt x="5436871" y="2652523"/></a:moveTo><a:lnTo><a:pt x="5437491" y="2652523"/></a:lnTo><a:lnTo><a:pt x="5438732" y="2652523"/></a:lnTo></a:path><a:path w="8943340" h="3994785"><a:moveTo><a:pt x="5217448" y="2652515"/></a:moveTo><a:lnTo><a:pt x="5218689" y="2652523"/></a:lnTo></a:path><a:path w="8943340" h="3994785"><a:moveTo><a:pt x="5201004" y="2652531"/></a:moveTo><a:lnTo><a:pt x="5202323" y="2652531"/></a:lnTo><a:lnTo><a:pt x="5212871" y="2652523"/></a:lnTo></a:path><a:path w="8943340" h="3994785"><a:moveTo><a:pt x="5075897" y="2652531"/></a:moveTo><a:lnTo><a:pt x="5077215" y="2652531"/></a:lnTo><a:lnTo><a:pt x="5077603" y="2652531"/></a:lnTo></a:path><a:path w="8943340" h="3994785"><a:moveTo><a:pt x="5139808" y="2652531"/></a:moveTo><a:lnTo><a:pt x="5141049" y="2652531"/></a:lnTo><a:lnTo><a:pt x="5141514" y="2652531"/></a:lnTo></a:path><a:path w="8943340" h="3994785"><a:moveTo><a:pt x="5241259" y="2652531"/></a:moveTo><a:lnTo><a:pt x="5240018" y="2652531"/></a:lnTo><a:lnTo><a:pt x="5229315" y="2652523"/></a:lnTo></a:path><a:path w="8943340" h="3994785"><a:moveTo><a:pt x="5349226" y="2652531"/></a:moveTo><a:lnTo><a:pt x="5350467" y="2652531"/></a:lnTo><a:lnTo><a:pt x="5350932" y="2652523"/></a:lnTo></a:path><a:path w="8943340" h="3994785"><a:moveTo><a:pt x="5365746" y="2652531"/></a:moveTo><a:lnTo><a:pt x="5364428" y="2652531"/></a:lnTo><a:lnTo><a:pt x="5363962" y="2652523"/></a:lnTo></a:path><a:path w="8943340" h="3994785"><a:moveTo><a:pt x="5558643" y="2652531"/></a:moveTo><a:lnTo><a:pt x="5559884" y="2652531"/></a:lnTo><a:lnTo><a:pt x="5560350" y="2652523"/></a:lnTo></a:path><a:path w="8943340" h="3994785"><a:moveTo><a:pt x="5494732" y="2652531"/></a:moveTo><a:lnTo><a:pt x="5496051" y="2652531"/></a:lnTo><a:lnTo><a:pt x="5496438" y="2652523"/></a:lnTo></a:path><a:path w="8943340" h="3994785"><a:moveTo><a:pt x="5635818" y="2652515"/></a:moveTo><a:lnTo><a:pt x="5635275" y="2652523"/></a:lnTo><a:lnTo><a:pt x="5633956" y="2652515"/></a:lnTo></a:path><a:path w="8943340" h="3994785"><a:moveTo><a:pt x="5558643" y="424326"/></a:moveTo><a:lnTo><a:pt x="5538710" y="424326"/></a:lnTo><a:lnTo><a:pt x="5511253" y="424326"/></a:lnTo></a:path><a:path w="8943340" h="3994785"><a:moveTo><a:pt x="5575164" y="2652531"/></a:moveTo><a:lnTo><a:pt x="5573845" y="2652531"/></a:lnTo><a:lnTo><a:pt x="5573380" y="2652523"/></a:lnTo></a:path><a:path w="8943340" h="3994785"><a:moveTo><a:pt x="5511253" y="2652531"/></a:moveTo><a:lnTo><a:pt x="5510012" y="2652531"/></a:lnTo><a:lnTo><a:pt x="5509546" y="2652523"/></a:lnTo></a:path><a:path w="8943340" h="3994785"><a:moveTo><a:pt x="5619840" y="424326"/></a:moveTo><a:lnTo><a:pt x="5631552" y="424319"/></a:lnTo></a:path><a:path w="8943340" h="3994785"><a:moveTo><a:pt x="5450677" y="2652531"/></a:moveTo><a:lnTo><a:pt x="5449436" y="2652531"/></a:lnTo><a:lnTo><a:pt x="5438732" y="2652523"/></a:lnTo></a:path><a:path w="8943340" h="3994785"><a:moveTo><a:pt x="5651020" y="2652515"/></a:moveTo><a:lnTo><a:pt x="5651640" y="2652523"/></a:lnTo><a:lnTo><a:pt x="5652881" y="2652515"/></a:lnTo></a:path><a:path w="8943340" h="3994785"><a:moveTo><a:pt x="4808618" y="2652523"/></a:moveTo><a:lnTo><a:pt x="4809238" y="2652523"/></a:lnTo></a:path><a:path w="8943340" h="3994785"><a:moveTo><a:pt x="5008030" y="2652515"/></a:moveTo><a:lnTo><a:pt x="5009271" y="2652523"/></a:lnTo></a:path><a:path w="8943340" h="3994785"><a:moveTo><a:pt x="4991587" y="2652531"/></a:moveTo><a:lnTo><a:pt x="4992905" y="2652531"/></a:lnTo><a:lnTo><a:pt x="5003454" y="2652523"/></a:lnTo></a:path><a:path w="8943340" h="3994785"><a:moveTo><a:pt x="4866479" y="2652531"/></a:moveTo><a:lnTo><a:pt x="4867798" y="2652531"/></a:lnTo><a:lnTo><a:pt x="4868185" y="2652531"/></a:lnTo></a:path><a:path w="8943340" h="3994785"><a:moveTo><a:pt x="5015321" y="2652515"/></a:moveTo><a:lnTo><a:pt x="5014080" y="2652523"/></a:lnTo></a:path><a:path w="8943340" h="3994785"><a:moveTo><a:pt x="4866479" y="2652531"/></a:moveTo><a:lnTo><a:pt x="4829094" y="2652531"/></a:lnTo></a:path><a:path w="8943340" h="3994785"><a:moveTo><a:pt x="4795898" y="2652523"/></a:moveTo><a:lnTo><a:pt x="4795355" y="2652523"/></a:lnTo></a:path><a:path w="8943340" h="3994785"><a:moveTo><a:pt x="4808618" y="2652523"/></a:moveTo><a:lnTo><a:pt x="4807299" y="2652523"/></a:lnTo></a:path><a:path w="8943340" h="3994785"><a:moveTo><a:pt x="5018035" y="2652523"/></a:moveTo><a:lnTo><a:pt x="5016717" y="2652523"/></a:lnTo><a:lnTo><a:pt x="5015321" y="2652515"/></a:lnTo></a:path><a:path w="8943340" h="3994785"><a:moveTo><a:pt x="4795898" y="2652523"/></a:moveTo><a:lnTo><a:pt x="4797216" y="2652523"/></a:lnTo></a:path><a:path w="8943340" h="3994785"><a:moveTo><a:pt x="5005315" y="2652523"/></a:moveTo><a:lnTo><a:pt x="5006634" y="2652523"/></a:lnTo><a:lnTo><a:pt x="5008030" y="2652515"/></a:lnTo></a:path><a:path w="8943340" h="3994785"><a:moveTo><a:pt x="4883000" y="2652531"/></a:moveTo><a:lnTo><a:pt x="4881759" y="2652531"/></a:lnTo><a:lnTo><a:pt x="4881293" y="2652531"/></a:lnTo></a:path><a:path w="8943340" h="3994785"><a:moveTo><a:pt x="5005315" y="2652523"/></a:moveTo><a:lnTo><a:pt x="5004772" y="2652523"/></a:lnTo><a:lnTo><a:pt x="5003454" y="2652523"/></a:lnTo></a:path><a:path w="8943340" h="3994785"><a:moveTo><a:pt x="4930390" y="2652531"/></a:moveTo><a:lnTo><a:pt x="4931631" y="2652531"/></a:lnTo><a:lnTo><a:pt x="4932097" y="2652531"/></a:lnTo></a:path><a:path w="8943340" h="3994785"><a:moveTo><a:pt x="4946911" y="2652531"/></a:moveTo><a:lnTo><a:pt x="4945592" y="2652531"/></a:lnTo><a:lnTo><a:pt x="4945127" y="2652531"/></a:lnTo></a:path><a:path w="8943340" h="3994785"><a:moveTo><a:pt x="5619840" y="2652531"/></a:moveTo><a:lnTo><a:pt x="5621158" y="2652531"/></a:lnTo></a:path><a:path w="8943340" h="3994785"><a:moveTo><a:pt x="4176797" y="2652523"/></a:moveTo><a:lnTo><a:pt x="4177417" y="2652523"/></a:lnTo><a:lnTo><a:pt x="4178658" y="2652523"/></a:lnTo></a:path><a:path w="8943340" h="3994785"><a:moveTo><a:pt x="4373572" y="2652523"/></a:moveTo><a:lnTo><a:pt x="4372951" y="2652523"/></a:lnTo><a:lnTo><a:pt x="4371710" y="2652523"/></a:lnTo></a:path><a:path w="8943340" h="3994785"><a:moveTo><a:pt x="4582990" y="2652523"/></a:moveTo><a:lnTo><a:pt x="4582369" y="2652523"/></a:lnTo><a:lnTo><a:pt x="4581128" y="2652523"/></a:lnTo></a:path><a:path w="8943340" h="3994785"><a:moveTo><a:pt x="4386214" y="2652523"/></a:moveTo><a:lnTo><a:pt x="4386835" y="2652523"/></a:lnTo><a:lnTo><a:pt x="4388076" y="2652523"/></a:lnTo></a:path><a:path w="8943340" h="3994785"><a:moveTo><a:pt x="4444153" y="2652531"/></a:moveTo><a:lnTo><a:pt x="4445394" y="2652531"/></a:lnTo><a:lnTo><a:pt x="4445860" y="2652531"/></a:lnTo></a:path><a:path w="8943340" h="3994785"><a:moveTo><a:pt x="4569261" y="2652531"/></a:moveTo><a:lnTo><a:pt x="4570502" y="2652531"/></a:lnTo><a:lnTo><a:pt x="4581128" y="2652523"/></a:lnTo></a:path><a:path w="8943340" h="3994785"><a:moveTo><a:pt x="4190603" y="2652531"/></a:moveTo><a:lnTo><a:pt x="4189362" y="2652531"/></a:lnTo><a:lnTo><a:pt x="4178658" y="2652523"/></a:lnTo></a:path><a:path w="8943340" h="3994785"><a:moveTo><a:pt x="4251256" y="2652531"/></a:moveTo><a:lnTo><a:pt x="4249938" y="2652531"/></a:lnTo><a:lnTo><a:pt x="4249550" y="2652531"/></a:lnTo></a:path><a:path w="8943340" h="3994785"><a:moveTo><a:pt x="4315090" y="2652531"/></a:moveTo><a:lnTo><a:pt x="4313849" y="2652531"/></a:lnTo><a:lnTo><a:pt x="4313384" y="2652531"/></a:lnTo></a:path><a:path w="8943340" h="3994785"><a:moveTo><a:pt x="4373572" y="2652523"/></a:moveTo><a:lnTo><a:pt x="4374813" y="2652523"/></a:lnTo><a:lnTo><a:pt x="4376209" y="2652523"/></a:lnTo></a:path><a:path w="8943340" h="3994785"><a:moveTo><a:pt x="4386214" y="2652523"/></a:moveTo><a:lnTo><a:pt x="4384973" y="2652523"/></a:lnTo><a:lnTo><a:pt x="4383577" y="2652523"/></a:lnTo></a:path><a:path w="8943340" h="3994785"><a:moveTo><a:pt x="4585627" y="2652515"/></a:moveTo><a:lnTo><a:pt x="4586945" y="2652523"/></a:lnTo></a:path><a:path w="8943340" h="3994785"><a:moveTo><a:pt x="4592995" y="2652515"/></a:moveTo><a:lnTo><a:pt x="4591676" y="2652523"/></a:lnTo></a:path><a:path w="8943340" h="3994785"><a:moveTo><a:pt x="4582990" y="2652523"/></a:moveTo><a:lnTo><a:pt x="4584231" y="2652523"/></a:lnTo><a:lnTo><a:pt x="4585627" y="2652515"/></a:lnTo></a:path><a:path w="8943340" h="3994785"><a:moveTo><a:pt x="4595632" y="2652523"/></a:moveTo><a:lnTo><a:pt x="4594391" y="2652523"/></a:lnTo><a:lnTo><a:pt x="4592995" y="2652515"/></a:lnTo></a:path><a:path w="8943340" h="3994785"><a:moveTo><a:pt x="4383577" y="2652523"/></a:moveTo><a:lnTo><a:pt x="4382336" y="2652523"/></a:lnTo></a:path><a:path w="8943340" h="3994785"><a:moveTo><a:pt x="4595632" y="2652523"/></a:moveTo><a:lnTo><a:pt x="4596253" y="2652523"/></a:lnTo><a:lnTo><a:pt x="4597494" y="2652523"/></a:lnTo></a:path><a:path w="8943340" h="3994785"><a:moveTo><a:pt x="4460674" y="2652531"/></a:moveTo><a:lnTo><a:pt x="4459356" y="2652531"/></a:lnTo><a:lnTo><a:pt x="4458968" y="2652531"/></a:lnTo></a:path><a:path w="8943340" h="3994785"><a:moveTo><a:pt x="4376209" y="2652523"/></a:moveTo><a:lnTo><a:pt x="4377527" y="2652523"/></a:lnTo></a:path><a:path w="8943340" h="3994785"><a:moveTo><a:pt x="4359843" y="2652531"/></a:moveTo><a:lnTo><a:pt x="4361084" y="2652531"/></a:lnTo><a:lnTo><a:pt x="4371710" y="2652523"/></a:lnTo></a:path><a:path w="8943340" h="3994785"><a:moveTo><a:pt x="4234736" y="2652531"/></a:moveTo><a:lnTo><a:pt x="4235977" y="2652531"/></a:lnTo><a:lnTo><a:pt x="4236442" y="2652531"/></a:lnTo></a:path><a:path w="8943340" h="3994785"><a:moveTo><a:pt x="4298569" y="2652531"/></a:moveTo><a:lnTo><a:pt x="4299888" y="2652531"/></a:lnTo><a:lnTo><a:pt x="4300276" y="2652531"/></a:lnTo></a:path><a:path w="8943340" h="3994785"><a:moveTo><a:pt x="4400020" y="2652531"/></a:moveTo><a:lnTo><a:pt x="4398780" y="2652531"/></a:lnTo><a:lnTo><a:pt x="4388076" y="2652523"/></a:lnTo></a:path><a:path w="8943340" h="3994785"><a:moveTo><a:pt x="4507987" y="2652531"/></a:moveTo><a:lnTo><a:pt x="4509306" y="2652531"/></a:lnTo><a:lnTo><a:pt x="4509693" y="2652531"/></a:lnTo></a:path><a:path w="8943340" h="3994785"><a:moveTo><a:pt x="4524508" y="2652531"/></a:moveTo><a:lnTo><a:pt x="4523267" y="2652531"/></a:lnTo><a:lnTo><a:pt x="4522801" y="2652531"/></a:lnTo></a:path><a:path w="8943340" h="3994785"><a:moveTo><a:pt x="4717405" y="2652531"/></a:moveTo><a:lnTo><a:pt x="4718723" y="2652531"/></a:lnTo><a:lnTo><a:pt x="4719111" y="2652531"/></a:lnTo></a:path><a:path w="8943340" h="3994785"><a:moveTo><a:pt x="4653571" y="2652531"/></a:moveTo><a:lnTo><a:pt x="4654812" y="2652531"/></a:lnTo><a:lnTo><a:pt x="4655277" y="2652531"/></a:lnTo></a:path><a:path w="8943340" h="3994785"><a:moveTo><a:pt x="4794657" y="2652515"/></a:moveTo><a:lnTo><a:pt x="4794036" y="2652523"/></a:lnTo><a:lnTo><a:pt x="4792795" y="2652515"/></a:lnTo></a:path><a:path w="8943340" h="3994785"><a:moveTo><a:pt x="4733925" y="2652531"/></a:moveTo><a:lnTo><a:pt x="4732684" y="2652531"/></a:lnTo><a:lnTo><a:pt x="4732219" y="2652531"/></a:lnTo></a:path><a:path w="8943340" h="3994785"><a:moveTo><a:pt x="4670092" y="2652531"/></a:moveTo><a:lnTo><a:pt x="4668773" y="2652531"/></a:lnTo><a:lnTo><a:pt x="4668308" y="2652531"/></a:lnTo></a:path><a:path w="8943340" h="3994785"><a:moveTo><a:pt x="4609438" y="2652531"/></a:moveTo><a:lnTo><a:pt x="4608197" y="2652531"/></a:lnTo><a:lnTo><a:pt x="4597494" y="2652523"/></a:lnTo></a:path><a:path w="8943340" h="3994785"><a:moveTo><a:pt x="4809859" y="2652515"/></a:moveTo><a:lnTo><a:pt x="4810479" y="2652523"/></a:lnTo><a:lnTo><a:pt x="4811720" y="2652515"/></a:lnTo></a:path><a:path w="8943340" h="3994785"><a:moveTo><a:pt x="3967379" y="2652523"/></a:moveTo><a:lnTo><a:pt x="3968000" y="2652523"/></a:lnTo></a:path><a:path w="8943340" h="3994785"><a:moveTo><a:pt x="4166791" y="2652523"/></a:moveTo><a:lnTo><a:pt x="4168110" y="2652523"/></a:lnTo></a:path><a:path w="8943340" h="3994785"><a:moveTo><a:pt x="4150426" y="2652531"/></a:moveTo><a:lnTo><a:pt x="4151667" y="2652531"/></a:lnTo><a:lnTo><a:pt x="4162293" y="2652523"/></a:lnTo></a:path><a:path w="8943340" h="3994785"><a:moveTo><a:pt x="4025318" y="2652531"/></a:moveTo><a:lnTo><a:pt x="4026559" y="2652531"/></a:lnTo><a:lnTo><a:pt x="4027024" y="2652531"/></a:lnTo></a:path><a:path w="8943340" h="3994785"><a:moveTo><a:pt x="4174160" y="2652523"/></a:moveTo><a:lnTo><a:pt x="4172919" y="2652523"/></a:lnTo></a:path><a:path w="8943340" h="3994785"><a:moveTo><a:pt x="4025318" y="2652531"/></a:moveTo><a:lnTo><a:pt x="3987855" y="2652531"/></a:lnTo></a:path><a:path w="8943340" h="3994785"><a:moveTo><a:pt x="3954736" y="2652523"/></a:moveTo><a:lnTo><a:pt x="3954116" y="2652523"/></a:lnTo></a:path><a:path w="8943340" h="3994785"><a:moveTo><a:pt x="3967379" y="2652523"/></a:moveTo><a:lnTo><a:pt x="3966138" y="2652523"/></a:lnTo></a:path><a:path w="8943340" h="3994785"><a:moveTo><a:pt x="4176797" y="2652523"/></a:moveTo><a:lnTo><a:pt x="4175556" y="2652523"/></a:lnTo><a:lnTo><a:pt x="4174160" y="2652523"/></a:lnTo></a:path><a:path w="8943340" h="3994785"><a:moveTo><a:pt x="3954736" y="2652523"/></a:moveTo><a:lnTo><a:pt x="3955977" y="2652523"/></a:lnTo></a:path><a:path w="8943340" h="3994785"><a:moveTo><a:pt x="4164154" y="2652523"/></a:moveTo><a:lnTo><a:pt x="4165395" y="2652523"/></a:lnTo><a:lnTo><a:pt x="4166791" y="2652523"/></a:lnTo></a:path><a:path w="8943340" h="3994785"><a:moveTo><a:pt x="4041839" y="2652531"/></a:moveTo><a:lnTo><a:pt x="4040520" y="2652531"/></a:lnTo><a:lnTo><a:pt x="4040132" y="2652531"/></a:lnTo></a:path><a:path w="8943340" h="3994785"><a:moveTo><a:pt x="4164154" y="2652523"/></a:moveTo><a:lnTo><a:pt x="4163534" y="2652523"/></a:lnTo><a:lnTo><a:pt x="4162293" y="2652523"/></a:lnTo></a:path><a:path w="8943340" h="3994785"><a:moveTo><a:pt x="4089152" y="2652531"/></a:moveTo><a:lnTo><a:pt x="4090470" y="2652531"/></a:lnTo><a:lnTo><a:pt x="4090858" y="2652531"/></a:lnTo></a:path><a:path w="8943340" h="3994785"><a:moveTo><a:pt x="4105672" y="2652531"/></a:moveTo><a:lnTo><a:pt x="4104431" y="2652531"/></a:lnTo><a:lnTo><a:pt x="4103966" y="2652531"/></a:lnTo></a:path><a:path w="8943340" h="3994785"><a:moveTo><a:pt x="4778679" y="2652531"/></a:moveTo><a:lnTo><a:pt x="4779920" y="2652531"/></a:lnTo></a:path><a:path w="8943340" h="3994785"><a:moveTo><a:pt x="3335636" y="2652523"/></a:moveTo><a:lnTo><a:pt x="3336256" y="2652523"/></a:lnTo><a:lnTo><a:pt x="3337497" y="2652523"/></a:lnTo></a:path><a:path w="8943340" h="3994785"><a:moveTo><a:pt x="3532411" y="2652523"/></a:moveTo><a:lnTo><a:pt x="3531790" y="2652523"/></a:lnTo><a:lnTo><a:pt x="3530472" y="2652523"/></a:lnTo></a:path><a:path w="8943340" h="3994785"><a:moveTo><a:pt x="3741828" y="2652523"/></a:moveTo><a:lnTo><a:pt x="3741208" y="2652523"/></a:lnTo><a:lnTo><a:pt x="3739889" y="2652523"/></a:lnTo></a:path><a:path w="8943340" h="3994785"><a:moveTo><a:pt x="3545053" y="2652523"/></a:moveTo><a:lnTo><a:pt x="3545674" y="2652523"/></a:lnTo><a:lnTo><a:pt x="3546915" y="2652523"/></a:lnTo></a:path><a:path w="8943340" h="3994785"><a:moveTo><a:pt x="3602915" y="2652531"/></a:moveTo><a:lnTo><a:pt x="3604233" y="2652531"/></a:lnTo><a:lnTo><a:pt x="3604621" y="2652531"/></a:lnTo></a:path><a:path w="8943340" h="3994785"><a:moveTo><a:pt x="3728022" y="2652531"/></a:moveTo><a:lnTo><a:pt x="3729341" y="2652531"/></a:lnTo><a:lnTo><a:pt x="3739889" y="2652523"/></a:lnTo></a:path><a:path w="8943340" h="3994785"><a:moveTo><a:pt x="3349442" y="2652531"/></a:moveTo><a:lnTo><a:pt x="3348201" y="2652531"/></a:lnTo><a:lnTo><a:pt x="3337497" y="2652523"/></a:lnTo></a:path><a:path w="8943340" h="3994785"><a:moveTo><a:pt x="3410018" y="2652531"/></a:moveTo><a:lnTo><a:pt x="3408777" y="2652531"/></a:lnTo><a:lnTo><a:pt x="3408311" y="2652531"/></a:lnTo></a:path><a:path w="8943340" h="3994785"><a:moveTo><a:pt x="3473929" y="2652531"/></a:moveTo><a:lnTo><a:pt x="3472688" y="2652531"/></a:lnTo><a:lnTo><a:pt x="3472223" y="2652531"/></a:lnTo></a:path><a:path w="8943340" h="3994785"><a:moveTo><a:pt x="3532411" y="2652523"/></a:moveTo><a:lnTo><a:pt x="3533652" y="2652523"/></a:lnTo><a:lnTo><a:pt x="3535048" y="2652523"/></a:lnTo></a:path><a:path w="8943340" h="3994785"><a:moveTo><a:pt x="3545053" y="2652523"/></a:moveTo><a:lnTo><a:pt x="3543812" y="2652523"/></a:lnTo><a:lnTo><a:pt x="3542339" y="2652523"/></a:lnTo></a:path><a:path w="8943340" h="3994785"><a:moveTo><a:pt x="3652787" y="424326"/></a:moveTo><a:lnTo><a:pt x="3619435" y="424326"/></a:lnTo></a:path><a:path w="8943340" h="3994785"><a:moveTo><a:pt x="3744466" y="2652523"/></a:moveTo><a:lnTo><a:pt x="3745707" y="2652523"/></a:lnTo></a:path><a:path w="8943340" h="3994785"><a:moveTo><a:pt x="3751756" y="2652523"/></a:moveTo><a:lnTo><a:pt x="3750515" y="2652523"/></a:lnTo></a:path><a:path w="8943340" h="3994785"><a:moveTo><a:pt x="3741828" y="2652523"/></a:moveTo><a:lnTo><a:pt x="3743069" y="2652523"/></a:lnTo><a:lnTo><a:pt x="3744466" y="2652523"/></a:lnTo></a:path><a:path w="8943340" h="3994785"><a:moveTo><a:pt x="3754471" y="2652523"/></a:moveTo><a:lnTo><a:pt x="3753230" y="2652523"/></a:lnTo><a:lnTo><a:pt x="3751756" y="2652523"/></a:lnTo></a:path><a:path w="8943340" h="3994785"><a:moveTo><a:pt x="3542339" y="2652523"/></a:moveTo><a:lnTo><a:pt x="3541098" y="2652523"/></a:lnTo></a:path><a:path w="8943340" h="3994785"><a:moveTo><a:pt x="3754471" y="2652523"/></a:moveTo><a:lnTo><a:pt x="3755092" y="2652523"/></a:lnTo><a:lnTo><a:pt x="3756333" y="2652523"/></a:lnTo></a:path><a:path w="8943340" h="3994785"><a:moveTo><a:pt x="3619435" y="2652531"/></a:moveTo><a:lnTo><a:pt x="3618194" y="2652531"/></a:lnTo><a:lnTo><a:pt x="3617729" y="2652531"/></a:lnTo></a:path><a:path w="8943340" h="3994785"><a:moveTo><a:pt x="3535048" y="2652523"/></a:moveTo><a:lnTo><a:pt x="3536289" y="2652523"/></a:lnTo></a:path><a:path w="8943340" h="3994785"><a:moveTo><a:pt x="3518605" y="2652531"/></a:moveTo><a:lnTo><a:pt x="3519923" y="2652531"/></a:lnTo><a:lnTo><a:pt x="3530472" y="2652523"/></a:lnTo></a:path><a:path w="8943340" h="3994785"><a:moveTo><a:pt x="3393497" y="2652531"/></a:moveTo><a:lnTo><a:pt x="3394816" y="2652531"/></a:lnTo><a:lnTo><a:pt x="3395203" y="2652531"/></a:lnTo></a:path><a:path w="8943340" h="3994785"><a:moveTo><a:pt x="3457408" y="2652531"/></a:moveTo><a:lnTo><a:pt x="3458649" y="2652531"/></a:lnTo><a:lnTo><a:pt x="3459115" y="2652531"/></a:lnTo></a:path><a:path w="8943340" h="3994785"><a:moveTo><a:pt x="3558859" y="2652531"/></a:moveTo><a:lnTo><a:pt x="3557618" y="2652531"/></a:lnTo><a:lnTo><a:pt x="3546915" y="2652523"/></a:lnTo></a:path><a:path w="8943340" h="3994785"><a:moveTo><a:pt x="3666826" y="2652531"/></a:moveTo><a:lnTo><a:pt x="3668067" y="2652531"/></a:lnTo><a:lnTo><a:pt x="3668532" y="2652531"/></a:lnTo></a:path><a:path w="8943340" h="3994785"><a:moveTo><a:pt x="3683347" y="2652531"/></a:moveTo><a:lnTo><a:pt x="3682106" y="2652531"/></a:lnTo><a:lnTo><a:pt x="3681640" y="2652531"/></a:lnTo></a:path><a:path w="8943340" h="3994785"><a:moveTo><a:pt x="3886404" y="424326"/></a:moveTo><a:lnTo><a:pt x="3877950" y="424326"/></a:lnTo></a:path><a:path w="8943340" h="3994785"><a:moveTo><a:pt x="3812332" y="2652531"/></a:moveTo><a:lnTo><a:pt x="3813651" y="2652531"/></a:lnTo><a:lnTo><a:pt x="3814039" y="2652531"/></a:lnTo></a:path><a:path w="8943340" h="3994785"><a:moveTo><a:pt x="3953495" y="2652523"/></a:moveTo><a:lnTo><a:pt x="3952875" y="2652523"/></a:lnTo><a:lnTo><a:pt x="3951634" y="2652523"/></a:lnTo></a:path><a:path w="8943340" h="3994785"><a:moveTo><a:pt x="3828853" y="2652531"/></a:moveTo><a:lnTo><a:pt x="3827612" y="2652531"/></a:lnTo><a:lnTo><a:pt x="3827147" y="2652531"/></a:lnTo></a:path><a:path w="8943340" h="3994785"><a:moveTo><a:pt x="3768277" y="2652531"/></a:moveTo><a:lnTo><a:pt x="3767036" y="2652531"/></a:lnTo><a:lnTo><a:pt x="3756333" y="2652523"/></a:lnTo></a:path><a:path w="8943340" h="3994785"><a:moveTo><a:pt x="3812332" y="424326"/></a:moveTo><a:lnTo><a:pt x="3793562" y="424326"/></a:lnTo><a:lnTo><a:pt x="3768277" y="424326"/></a:lnTo></a:path><a:path w="8943340" h="3994785"><a:moveTo><a:pt x="3968620" y="2652523"/></a:moveTo><a:lnTo><a:pt x="3969241" y="2652523"/></a:lnTo><a:lnTo><a:pt x="3970559" y="2652523"/></a:lnTo></a:path><a:path w="8943340" h="3994785"><a:moveTo><a:pt x="3126218" y="2652523"/></a:moveTo><a:lnTo><a:pt x="3126838" y="2652523"/></a:lnTo></a:path><a:path w="8943340" h="3994785"><a:moveTo><a:pt x="3325630" y="2652523"/></a:moveTo><a:lnTo><a:pt x="3326871" y="2652523"/></a:lnTo></a:path><a:path w="8943340" h="3994785"><a:moveTo><a:pt x="3309187" y="2652531"/></a:moveTo><a:lnTo><a:pt x="3310506" y="2652531"/></a:lnTo><a:lnTo><a:pt x="3321054" y="2652523"/></a:lnTo></a:path><a:path w="8943340" h="3994785"><a:moveTo><a:pt x="3184079" y="2652531"/></a:moveTo><a:lnTo><a:pt x="3185398" y="2652531"/></a:lnTo><a:lnTo><a:pt x="3185786" y="2652531"/></a:lnTo></a:path><a:path w="8943340" h="3994785"><a:moveTo><a:pt x="3332921" y="2652523"/></a:moveTo><a:lnTo><a:pt x="3331680" y="2652523"/></a:lnTo></a:path><a:path w="8943340" h="3994785"><a:moveTo><a:pt x="3184079" y="2652531"/></a:moveTo><a:lnTo><a:pt x="3146694" y="2652531"/></a:lnTo></a:path><a:path w="8943340" h="3994785"><a:moveTo><a:pt x="3113575" y="2652523"/></a:moveTo><a:lnTo><a:pt x="3112955" y="2652523"/></a:lnTo></a:path><a:path w="8943340" h="3994785"><a:moveTo><a:pt x="3126218" y="2652523"/></a:moveTo><a:lnTo><a:pt x="3124977" y="2652523"/></a:lnTo></a:path><a:path w="8943340" h="3994785"><a:moveTo><a:pt x="3335636" y="2652523"/></a:moveTo><a:lnTo><a:pt x="3334395" y="2652523"/></a:lnTo><a:lnTo><a:pt x="3332921" y="2652523"/></a:lnTo></a:path><a:path w="8943340" h="3994785"><a:moveTo><a:pt x="3113575" y="2652523"/></a:moveTo><a:lnTo><a:pt x="3114816" y="2652523"/></a:lnTo></a:path><a:path w="8943340" h="3994785"><a:moveTo><a:pt x="3322993" y="2652523"/></a:moveTo><a:lnTo><a:pt x="3324234" y="2652523"/></a:lnTo><a:lnTo><a:pt x="3325630" y="2652523"/></a:lnTo></a:path><a:path w="8943340" h="3994785"><a:moveTo><a:pt x="3200600" y="2652531"/></a:moveTo><a:lnTo><a:pt x="3199359" y="2652531"/></a:lnTo><a:lnTo><a:pt x="3198894" y="2652531"/></a:lnTo></a:path><a:path w="8943340" h="3994785"><a:moveTo><a:pt x="3322993" y="2652523"/></a:moveTo><a:lnTo><a:pt x="3322373" y="2652523"/></a:lnTo><a:lnTo><a:pt x="3321054" y="2652523"/></a:lnTo></a:path><a:path w="8943340" h="3994785"><a:moveTo><a:pt x="3247990" y="2652531"/></a:moveTo><a:lnTo><a:pt x="3249231" y="2652531"/></a:lnTo><a:lnTo><a:pt x="3249697" y="2652531"/></a:lnTo></a:path><a:path w="8943340" h="3994785"><a:moveTo><a:pt x="3264511" y="2652531"/></a:moveTo><a:lnTo><a:pt x="3263270" y="2652531"/></a:lnTo><a:lnTo><a:pt x="3262805" y="2652531"/></a:lnTo></a:path><a:path w="8943340" h="3994785"><a:moveTo><a:pt x="2494397" y="2652523"/></a:moveTo><a:lnTo><a:pt x="2495017" y="2652523"/></a:lnTo><a:lnTo><a:pt x="2496336" y="2652523"/></a:lnTo></a:path><a:path w="8943340" h="3994785"><a:moveTo><a:pt x="2494397" y="424319"/></a:moveTo><a:lnTo><a:pt x="2495017" y="424319"/></a:lnTo><a:lnTo><a:pt x="2496336" y="424319"/></a:lnTo></a:path><a:path w="8943340" h="3994785"><a:moveTo><a:pt x="2691172" y="2652523"/></a:moveTo><a:lnTo><a:pt x="2690552" y="2652523"/></a:lnTo><a:lnTo><a:pt x="2689311" y="2652523"/></a:lnTo></a:path><a:path w="8943340" h="3994785"><a:moveTo><a:pt x="2900590" y="2652523"/></a:moveTo><a:lnTo><a:pt x="2899969" y="2652523"/></a:lnTo><a:lnTo><a:pt x="2898728" y="2652523"/></a:lnTo></a:path><a:path w="8943340" h="3994785"><a:moveTo><a:pt x="2573433" y="424326"/></a:moveTo><a:lnTo><a:pt x="2568857" y="424326"/></a:lnTo></a:path><a:path w="8943340" h="3994785"><a:moveTo><a:pt x="2625012" y="424326"/></a:moveTo><a:lnTo><a:pt x="2617876" y="424326"/></a:lnTo></a:path><a:path w="8943340" h="3994785"><a:moveTo><a:pt x="2703815" y="2652523"/></a:moveTo><a:lnTo><a:pt x="2704435" y="2652523"/></a:lnTo><a:lnTo><a:pt x="2705754" y="2652523"/></a:lnTo></a:path><a:path w="8943340" h="3994785"><a:moveTo><a:pt x="2703815" y="424319"/></a:moveTo><a:lnTo><a:pt x="2704435" y="424319"/></a:lnTo><a:lnTo><a:pt x="2705754" y="424319"/></a:lnTo></a:path><a:path w="8943340" h="3994785"><a:moveTo><a:pt x="2761754" y="2652531"/></a:moveTo><a:lnTo><a:pt x="2762995" y="2652531"/></a:lnTo><a:lnTo><a:pt x="2763460" y="2652531"/></a:lnTo></a:path><a:path w="8943340" h="3994785"><a:moveTo><a:pt x="2886861" y="2652531"/></a:moveTo><a:lnTo><a:pt x="2888102" y="2652531"/></a:lnTo><a:lnTo><a:pt x="2898728" y="2652523"/></a:lnTo></a:path><a:path w="8943340" h="3994785"><a:moveTo><a:pt x="2561100" y="424326"/></a:moveTo><a:lnTo><a:pt x="2554042" y="424326"/></a:lnTo></a:path><a:path w="8943340" h="3994785"><a:moveTo><a:pt x="2508281" y="2652531"/></a:moveTo><a:lnTo><a:pt x="2506962" y="2652531"/></a:lnTo><a:lnTo><a:pt x="2496336" y="2652523"/></a:lnTo></a:path><a:path w="8943340" h="3994785"><a:moveTo><a:pt x="2568857" y="2652531"/></a:moveTo><a:lnTo><a:pt x="2567616" y="2652531"/></a:lnTo><a:lnTo><a:pt x="2567150" y="2652531"/></a:lnTo></a:path><a:path w="8943340" h="3994785"><a:moveTo><a:pt x="2632690" y="2652531"/></a:moveTo><a:lnTo><a:pt x="2631449" y="2652531"/></a:lnTo><a:lnTo><a:pt x="2630984" y="2652531"/></a:lnTo></a:path><a:path w="8943340" h="3994785"><a:moveTo><a:pt x="2677444" y="424326"/></a:moveTo><a:lnTo><a:pt x="2638973" y="424326"/></a:lnTo></a:path><a:path w="8943340" h="3994785"><a:moveTo><a:pt x="2691172" y="2652523"/></a:moveTo><a:lnTo><a:pt x="2692491" y="2652523"/></a:lnTo><a:lnTo><a:pt x="2693887" y="2652523"/></a:lnTo></a:path><a:path w="8943340" h="3994785"><a:moveTo><a:pt x="2703815" y="2652523"/></a:moveTo><a:lnTo><a:pt x="2702574" y="2652523"/></a:lnTo><a:lnTo><a:pt x="2701178" y="2652523"/></a:lnTo></a:path><a:path w="8943340" h="3994785"><a:moveTo><a:pt x="2703815" y="424319"/></a:moveTo><a:lnTo><a:pt x="2702031" y="424319"/></a:lnTo><a:lnTo><a:pt x="2701178" y="424319"/></a:lnTo></a:path><a:path w="8943340" h="3994785"><a:moveTo><a:pt x="2761754" y="424326"/></a:moveTo><a:lnTo><a:pt x="2722585" y="424326"/></a:lnTo><a:lnTo><a:pt x="2717698" y="424326"/></a:lnTo></a:path><a:path w="8943340" h="3994785"><a:moveTo><a:pt x="2815427" y="424326"/></a:moveTo><a:lnTo><a:pt x="2778274" y="424326"/></a:lnTo></a:path><a:path w="8943340" h="3994785"><a:moveTo><a:pt x="2903304" y="2652523"/></a:moveTo><a:lnTo><a:pt x="2904545" y="2652523"/></a:lnTo></a:path><a:path w="8943340" h="3994785"><a:moveTo><a:pt x="2910595" y="2652523"/></a:moveTo><a:lnTo><a:pt x="2909354" y="2652523"/></a:lnTo></a:path><a:path w="8943340" h="3994785"><a:moveTo><a:pt x="2900590" y="2652523"/></a:moveTo><a:lnTo><a:pt x="2901908" y="2652523"/></a:lnTo><a:lnTo><a:pt x="2903304" y="2652523"/></a:lnTo></a:path><a:path w="8943340" h="3994785"><a:moveTo><a:pt x="2913232" y="2652523"/></a:moveTo><a:lnTo><a:pt x="2911991" y="2652523"/></a:lnTo><a:lnTo><a:pt x="2910595" y="2652523"/></a:lnTo></a:path><a:path w="8943340" h="3994785"><a:moveTo><a:pt x="2701178" y="2652523"/></a:moveTo><a:lnTo><a:pt x="2699937" y="2652523"/></a:lnTo></a:path><a:path w="8943340" h="3994785"><a:moveTo><a:pt x="2701178" y="424319"/></a:moveTo><a:lnTo><a:pt x="2699394" y="424319"/></a:lnTo><a:lnTo><a:pt x="2697532" y="424319"/></a:lnTo></a:path><a:path w="8943340" h="3994785"><a:moveTo><a:pt x="2913232" y="2652523"/></a:moveTo><a:lnTo><a:pt x="2913853" y="2652523"/></a:lnTo><a:lnTo><a:pt x="2915171" y="2652523"/></a:lnTo></a:path><a:path w="8943340" h="3994785"><a:moveTo><a:pt x="2778274" y="2652531"/></a:moveTo><a:lnTo><a:pt x="2777033" y="2652531"/></a:lnTo><a:lnTo><a:pt x="2776568" y="2652531"/></a:lnTo></a:path><a:path w="8943340" h="3994785"><a:moveTo><a:pt x="2552336" y="424326"/></a:moveTo><a:lnTo><a:pt x="2513865" y="424326"/></a:lnTo><a:lnTo><a:pt x="2508281" y="424326"/></a:lnTo></a:path><a:path w="8943340" h="3994785"><a:moveTo><a:pt x="2693887" y="2652523"/></a:moveTo><a:lnTo><a:pt x="2695128" y="2652523"/></a:lnTo></a:path><a:path w="8943340" h="3994785"><a:moveTo><a:pt x="2677444" y="2652531"/></a:moveTo><a:lnTo><a:pt x="2678685" y="2652531"/></a:lnTo><a:lnTo><a:pt x="2689311" y="2652523"/></a:lnTo></a:path><a:path w="8943340" h="3994785"><a:moveTo><a:pt x="2677444" y="424326"/></a:moveTo><a:lnTo><a:pt x="2685588" y="424319"/></a:lnTo><a:lnTo><a:pt x="2689311" y="424319"/></a:lnTo></a:path><a:path w="8943340" h="3994785"><a:moveTo><a:pt x="2552336" y="2652531"/></a:moveTo><a:lnTo><a:pt x="2553577" y="2652531"/></a:lnTo><a:lnTo><a:pt x="2554042" y="2652531"/></a:lnTo></a:path><a:path w="8943340" h="3994785"><a:moveTo><a:pt x="2616170" y="2652531"/></a:moveTo><a:lnTo><a:pt x="2617488" y="2652531"/></a:lnTo><a:lnTo><a:pt x="2617876" y="2652531"/></a:lnTo></a:path><a:path w="8943340" h="3994785"><a:moveTo><a:pt x="2717698" y="2652531"/></a:moveTo><a:lnTo><a:pt x="2716380" y="2652531"/></a:lnTo><a:lnTo><a:pt x="2705754" y="2652523"/></a:lnTo></a:path><a:path w="8943340" h="3994785"><a:moveTo><a:pt x="2706840" y="424319"/></a:moveTo><a:lnTo><a:pt x="2705754" y="424319"/></a:lnTo></a:path><a:path w="8943340" h="3994785"><a:moveTo><a:pt x="2825587" y="2652531"/></a:moveTo><a:lnTo><a:pt x="2826906" y="2652531"/></a:lnTo><a:lnTo><a:pt x="2827294" y="2652531"/></a:lnTo></a:path><a:path w="8943340" h="3994785"><a:moveTo><a:pt x="2842108" y="2652531"/></a:moveTo><a:lnTo><a:pt x="2840867" y="2652531"/></a:lnTo><a:lnTo><a:pt x="2840402" y="2652531"/></a:lnTo></a:path><a:path w="8943340" h="3994785"><a:moveTo><a:pt x="3035005" y="2652531"/></a:moveTo><a:lnTo><a:pt x="3036323" y="2652531"/></a:lnTo><a:lnTo><a:pt x="3036711" y="2652531"/></a:lnTo></a:path><a:path w="8943340" h="3994785"><a:moveTo><a:pt x="2971171" y="2652531"/></a:moveTo><a:lnTo><a:pt x="2972412" y="2652531"/></a:lnTo><a:lnTo><a:pt x="2972878" y="2652531"/></a:lnTo></a:path><a:path w="8943340" h="3994785"><a:moveTo><a:pt x="3112257" y="2652523"/></a:moveTo><a:lnTo><a:pt x="3111714" y="2652523"/></a:lnTo><a:lnTo><a:pt x="3110395" y="2652523"/></a:lnTo></a:path><a:path w="8943340" h="3994785"><a:moveTo><a:pt x="3051526" y="2652531"/></a:moveTo><a:lnTo><a:pt x="3050285" y="2652531"/></a:lnTo><a:lnTo><a:pt x="3049819" y="2652531"/></a:lnTo></a:path><a:path w="8943340" h="3994785"><a:moveTo><a:pt x="2987692" y="2652531"/></a:moveTo><a:lnTo><a:pt x="2986451" y="2652531"/></a:lnTo><a:lnTo><a:pt x="2985986" y="2652531"/></a:lnTo></a:path><a:path w="8943340" h="3994785"><a:moveTo><a:pt x="2927116" y="2652531"/></a:moveTo><a:lnTo><a:pt x="2925797" y="2652531"/></a:lnTo><a:lnTo><a:pt x="2915171" y="2652523"/></a:lnTo></a:path><a:path w="8943340" h="3994785"><a:moveTo><a:pt x="3127459" y="2652523"/></a:moveTo><a:lnTo><a:pt x="3128079" y="2652523"/></a:lnTo><a:lnTo><a:pt x="3129320" y="2652523"/></a:lnTo></a:path><a:path w="8943340" h="3994785"><a:moveTo><a:pt x="2284979" y="2652523"/></a:moveTo><a:lnTo><a:pt x="2285600" y="2652523"/></a:lnTo></a:path><a:path w="8943340" h="3994785"><a:moveTo><a:pt x="2484469" y="2652523"/></a:moveTo><a:lnTo><a:pt x="2485710" y="2652523"/></a:lnTo></a:path><a:path w="8943340" h="3994785"><a:moveTo><a:pt x="2468026" y="2652531"/></a:moveTo><a:lnTo><a:pt x="2469267" y="2652531"/></a:lnTo><a:lnTo><a:pt x="2479893" y="2652523"/></a:lnTo></a:path><a:path w="8943340" h="3994785"><a:moveTo><a:pt x="2342918" y="2652531"/></a:moveTo><a:lnTo><a:pt x="2344159" y="2652531"/></a:lnTo><a:lnTo><a:pt x="2344625" y="2652531"/></a:lnTo></a:path><a:path w="8943340" h="3994785"><a:moveTo><a:pt x="2491760" y="2652523"/></a:moveTo><a:lnTo><a:pt x="2490519" y="2652523"/></a:lnTo></a:path><a:path w="8943340" h="3994785"><a:moveTo><a:pt x="2342918" y="2652531"/></a:moveTo><a:lnTo><a:pt x="2305456" y="2652531"/></a:lnTo></a:path><a:path w="8943340" h="3994785"><a:moveTo><a:pt x="2272337" y="2652523"/></a:moveTo><a:lnTo><a:pt x="2271716" y="2652523"/></a:lnTo></a:path><a:path w="8943340" h="3994785"><a:moveTo><a:pt x="2284979" y="2652523"/></a:moveTo><a:lnTo><a:pt x="2283738" y="2652523"/></a:lnTo></a:path><a:path w="8943340" h="3994785"><a:moveTo><a:pt x="2494397" y="2652523"/></a:moveTo><a:lnTo><a:pt x="2493156" y="2652523"/></a:lnTo><a:lnTo><a:pt x="2491760" y="2652523"/></a:lnTo></a:path><a:path w="8943340" h="3994785"><a:moveTo><a:pt x="2272337" y="2652523"/></a:moveTo><a:lnTo><a:pt x="2273655" y="2652523"/></a:lnTo></a:path><a:path w="8943340" h="3994785"><a:moveTo><a:pt x="2481754" y="2652523"/></a:moveTo><a:lnTo><a:pt x="2483073" y="2652523"/></a:lnTo><a:lnTo><a:pt x="2484469" y="2652523"/></a:lnTo></a:path><a:path w="8943340" h="3994785"><a:moveTo><a:pt x="2359439" y="2652531"/></a:moveTo><a:lnTo><a:pt x="2358198" y="2652531"/></a:lnTo><a:lnTo><a:pt x="2357733" y="2652531"/></a:lnTo></a:path><a:path w="8943340" h="3994785"><a:moveTo><a:pt x="2481754" y="2652523"/></a:moveTo><a:lnTo><a:pt x="2481134" y="2652523"/></a:lnTo><a:lnTo><a:pt x="2479893" y="2652523"/></a:lnTo></a:path><a:path w="8943340" h="3994785"><a:moveTo><a:pt x="2406752" y="2652531"/></a:moveTo><a:lnTo><a:pt x="2408070" y="2652531"/></a:lnTo><a:lnTo><a:pt x="2408458" y="2652531"/></a:lnTo></a:path><a:path w="8943340" h="3994785"><a:moveTo><a:pt x="2423273" y="2652531"/></a:moveTo><a:lnTo><a:pt x="2422032" y="2652531"/></a:lnTo><a:lnTo><a:pt x="2421566" y="2652531"/></a:lnTo></a:path><a:path w="8943340" h="3994785"><a:moveTo><a:pt x="2357733" y="424326"/></a:moveTo><a:lnTo><a:pt x="2353467" y="424326"/></a:lnTo></a:path><a:path w="8943340" h="3994785"><a:moveTo><a:pt x="3096279" y="2652531"/></a:moveTo><a:lnTo><a:pt x="3097520" y="2652531"/></a:lnTo></a:path><a:path w="8943340" h="3994785"><a:moveTo><a:pt x="2491760" y="424319"/></a:moveTo><a:lnTo><a:pt x="2489976" y="424319"/></a:lnTo><a:lnTo><a:pt x="2488114" y="424319"/></a:lnTo></a:path><a:path w="8943340" h="3994785"><a:moveTo><a:pt x="2468026" y="424326"/></a:moveTo><a:lnTo><a:pt x="2476170" y="424319"/></a:lnTo><a:lnTo><a:pt x="2479893" y="424319"/></a:lnTo></a:path><a:path w="8943340" h="3994785"><a:moveTo><a:pt x="2494397" y="424319"/></a:moveTo><a:lnTo><a:pt x="2492613" y="424319"/></a:lnTo><a:lnTo><a:pt x="2491760" y="424319"/></a:lnTo></a:path><a:path w="8943340" h="3994785"><a:moveTo><a:pt x="2406752" y="424326"/></a:moveTo><a:lnTo><a:pt x="2365721" y="424326"/></a:lnTo></a:path><a:path w="8943340" h="3994785"><a:moveTo><a:pt x="2427849" y="424326"/></a:moveTo><a:lnTo><a:pt x="2423273" y="424326"/></a:lnTo></a:path><a:path w="8943340" h="3994785"><a:moveTo><a:pt x="2415594" y="424326"/></a:moveTo><a:lnTo><a:pt x="2408458" y="424326"/></a:lnTo></a:path><a:path w="8943340" h="3994785"><a:moveTo><a:pt x="2059429" y="2652523"/></a:moveTo><a:lnTo><a:pt x="2058808" y="2652523"/></a:lnTo><a:lnTo><a:pt x="2057567" y="2652523"/></a:lnTo><a:lnTo><a:pt x="2046941" y="2652531"/></a:lnTo></a:path><a:path w="8943340" h="3994785"><a:moveTo><a:pt x="2062066" y="2652523"/></a:moveTo><a:lnTo><a:pt x="2063307" y="2652523"/></a:lnTo></a:path><a:path w="8943340" h="3994785"><a:moveTo><a:pt x="2069357" y="2652523"/></a:moveTo><a:lnTo><a:pt x="2068116" y="2652523"/></a:lnTo></a:path><a:path w="8943340" h="3994785"><a:moveTo><a:pt x="2059429" y="2652523"/></a:moveTo><a:lnTo><a:pt x="2060670" y="2652523"/></a:lnTo><a:lnTo><a:pt x="2062066" y="2652523"/></a:lnTo></a:path><a:path w="8943340" h="3994785"><a:moveTo><a:pt x="2073933" y="2652523"/></a:moveTo><a:lnTo><a:pt x="2072692" y="2652523"/></a:lnTo><a:lnTo><a:pt x="2072071" y="2652523"/></a:lnTo><a:lnTo><a:pt x="2070830" y="2652523"/></a:lnTo><a:lnTo><a:pt x="2069357" y="2652523"/></a:lnTo></a:path><a:path w="8943340" h="3994785"><a:moveTo><a:pt x="2193844" y="2652531"/></a:moveTo><a:lnTo><a:pt x="2195085" y="2652531"/></a:lnTo><a:lnTo><a:pt x="2195550" y="2652531"/></a:lnTo></a:path><a:path w="8943340" h="3994785"><a:moveTo><a:pt x="2206176" y="424326"/></a:moveTo><a:lnTo><a:pt x="2195550" y="424326"/></a:lnTo></a:path><a:path w="8943340" h="3994785"><a:moveTo><a:pt x="2129933" y="2652531"/></a:moveTo><a:lnTo><a:pt x="2131251" y="2652531"/></a:lnTo><a:lnTo><a:pt x="2131639" y="2652531"/></a:lnTo></a:path><a:path w="8943340" h="3994785"><a:moveTo><a:pt x="2255118" y="424326"/></a:moveTo><a:lnTo><a:pt x="2220137" y="424326"/></a:lnTo></a:path><a:path w="8943340" h="3994785"><a:moveTo><a:pt x="2271096" y="2652523"/></a:moveTo><a:lnTo><a:pt x="2270475" y="2652523"/></a:lnTo><a:lnTo><a:pt x="2269234" y="2652523"/></a:lnTo></a:path><a:path w="8943340" h="3994785"><a:moveTo><a:pt x="2193844" y="424326"/></a:moveTo><a:lnTo><a:pt x="2156304" y="424326"/></a:lnTo></a:path><a:path w="8943340" h="3994785"><a:moveTo><a:pt x="2210365" y="2652531"/></a:moveTo><a:lnTo><a:pt x="2209124" y="2652531"/></a:lnTo><a:lnTo><a:pt x="2208658" y="2652531"/></a:lnTo></a:path><a:path w="8943340" h="3994785"><a:moveTo><a:pt x="2273733" y="424319"/></a:moveTo><a:lnTo><a:pt x="2278619" y="424319"/></a:lnTo></a:path><a:path w="8943340" h="3994785"><a:moveTo><a:pt x="2146453" y="2652531"/></a:moveTo><a:lnTo><a:pt x="2145212" y="2652531"/></a:lnTo><a:lnTo><a:pt x="2144747" y="2652531"/></a:lnTo></a:path><a:path w="8943340" h="3994785"><a:moveTo><a:pt x="2255118" y="424326"/></a:moveTo><a:lnTo><a:pt x="2266752" y="424319"/></a:lnTo><a:lnTo><a:pt x="2269234" y="424319"/></a:lnTo></a:path><a:path w="8943340" h="3994785"><a:moveTo><a:pt x="2085877" y="2652531"/></a:moveTo><a:lnTo><a:pt x="2084636" y="2652531"/></a:lnTo><a:lnTo><a:pt x="2073933" y="2652523"/></a:lnTo></a:path><a:path w="8943340" h="3994785"><a:moveTo><a:pt x="2286298" y="2652523"/></a:moveTo><a:lnTo><a:pt x="2286918" y="2652523"/></a:lnTo><a:lnTo><a:pt x="2288159" y="2652523"/></a:lnTo></a:path><a:path w="8943340" h="3994785"><a:moveTo><a:pt x="2283583" y="424319"/></a:moveTo><a:lnTo><a:pt x="2285600" y="424319"/></a:lnTo><a:lnTo><a:pt x="2286298" y="424319"/></a:lnTo><a:lnTo><a:pt x="2288004" y="424319"/></a:lnTo><a:lnTo><a:pt x="2288159" y="424319"/></a:lnTo><a:lnTo><a:pt x="2290641" y="424319"/></a:lnTo></a:path><a:path w="8943340" h="3994785"><a:moveTo><a:pt x="2305533" y="424326"/></a:moveTo><a:lnTo><a:pt x="2304447" y="424326"/></a:lnTo><a:lnTo><a:pt x="2300104" y="424326"/></a:lnTo></a:path><a:path w="8943340" h="3994785"><a:moveTo><a:pt x="2255118" y="2652531"/></a:moveTo><a:lnTo><a:pt x="2256359" y="2652531"/></a:lnTo></a:path><a:path w="8943340" h="3994785"><a:moveTo><a:pt x="2028714" y="2652825"/></a:moveTo><a:lnTo><a:pt x="2028249" y="2652825"/></a:lnTo></a:path><a:path w="8943340" h="3994785"><a:moveTo><a:pt x="2029257" y="2653066"/></a:moveTo><a:lnTo><a:pt x="2029179" y="2653058"/></a:lnTo></a:path><a:path w="8943340" h="3994785"><a:moveTo><a:pt x="2028714" y="2652942"/></a:moveTo><a:lnTo><a:pt x="2028714" y="2652934"/></a:lnTo></a:path><a:path w="8943340" h="3994785"><a:moveTo><a:pt x="2025999" y="2652942"/></a:moveTo><a:lnTo><a:pt x="2025534" y="2652942"/></a:lnTo></a:path><a:path w="8943340" h="3994785"><a:moveTo><a:pt x="2025534" y="2652818"/></a:moveTo><a:lnTo><a:pt x="2025069" y="2652818"/></a:lnTo></a:path><a:path w="8943340" h="3994785"><a:moveTo><a:pt x="2029179" y="2652942"/></a:moveTo><a:lnTo><a:pt x="2028714" y="2652942"/></a:lnTo></a:path><a:path w="8943340" h="3994785"><a:moveTo><a:pt x="2042443" y="2652864"/></a:moveTo><a:lnTo><a:pt x="2040814" y="2652903"/></a:lnTo></a:path><a:path w="8943340" h="3994785"><a:moveTo><a:pt x="2023828" y="2652701"/></a:moveTo><a:lnTo><a:pt x="2021889" y="2652701"/></a:lnTo></a:path><a:path w="8943340" h="3994785"><a:moveTo><a:pt x="2021811" y="2652694"/></a:moveTo><a:lnTo><a:pt x="2021811" y="2635242"/></a:lnTo><a:lnTo><a:pt x="2021811" y="419541"/></a:lnTo></a:path><a:path w="8943340" h="3994785"><a:moveTo><a:pt x="2028249" y="2652825"/></a:moveTo><a:lnTo><a:pt x="2028249" y="2652810"/></a:lnTo></a:path><a:path w="8943340" h="3994785"><a:moveTo><a:pt x="2024526" y="2652694"/></a:moveTo><a:lnTo><a:pt x="2025069" y="2652701"/></a:lnTo></a:path><a:path w="8943340" h="3994785"><a:moveTo><a:pt x="2039263" y="2652678"/></a:moveTo><a:lnTo><a:pt x="2040116" y="2652709"/></a:lnTo></a:path></a:pathLst></a:custGeom><a:ln w="3878"><a:solidFill><a:srgbClr val="000000"/></a:solidFill></a:ln></p:spPr><p:txBody><a:bodyPr wrap="square" lIns="0" tIns="0" rIns="0" bIns="0" rtlCol="0"/><a:lstStyle/><a:p/></p:txBody></p:sp><p:sp><p:nvSpPr><p:cNvPr id="351" name="object 351"/><p:cNvSpPr/><p:nvPr/></p:nvSpPr><p:spPr><a:xfrm><a:off x="10843261" y="4530915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52" name="object 352"/><p:cNvSpPr/><p:nvPr/></p:nvSpPr><p:spPr><a:xfrm><a:off x="10841941" y="3338575"/><a:ext cx="23495" cy="1195705"/></a:xfrm><a:custGeom><a:avLst/><a:gdLst/><a:ahLst/><a:cxnLst/><a:rect l="l" t="t" r="r" b="b"/><a:pathLst><a:path w="23495" h="1195704"><a:moveTo><a:pt x="2016" y="1194278"/></a:moveTo><a:lnTo><a:pt x="0" y="1194270"/></a:lnTo></a:path><a:path w="23495" h="1195704"><a:moveTo><a:pt x="5196" y="1194759"/></a:moveTo><a:lnTo><a:pt x="4653" y="1194759"/></a:lnTo></a:path><a:path w="23495" h="1195704"><a:moveTo><a:pt x="7368" y="1194634"/></a:moveTo><a:lnTo><a:pt x="6903" y="1194634"/></a:lnTo></a:path><a:path w="23495" h="1195704"><a:moveTo><a:pt x="6437" y="1194278"/></a:moveTo><a:lnTo><a:pt x="5972" y="1194278"/></a:lnTo></a:path><a:path w="23495" h="1195704"><a:moveTo><a:pt x="19312" y="1194557"/></a:moveTo><a:lnTo><a:pt x="9617" y="1194518"/></a:lnTo></a:path><a:path w="23495" h="1195704"><a:moveTo><a:pt x="10548" y="1194751"/></a:moveTo><a:lnTo><a:pt x="10626" y="1194759"/></a:lnTo></a:path><a:path w="23495" h="1195704"><a:moveTo><a:pt x="18770" y="1194433"/></a:moveTo><a:lnTo><a:pt x="9152" y="1194402"/></a:lnTo></a:path><a:path w="23495" h="1195704"><a:moveTo><a:pt x="19390" y="1194650"/></a:moveTo><a:lnTo><a:pt x="10160" y="1194642"/></a:lnTo></a:path><a:path w="23495" h="1195704"><a:moveTo><a:pt x="6437" y="1194510"/></a:moveTo><a:lnTo><a:pt x="6903" y="1194510"/></a:lnTo></a:path><a:path w="23495" h="1195704"><a:moveTo><a:pt x="10083" y="1194634"/></a:moveTo><a:lnTo><a:pt x="10160" y="1194642"/></a:lnTo></a:path><a:path w="23495" h="1195704"><a:moveTo><a:pt x="23191" y="1053595"/></a:moveTo><a:lnTo><a:pt x="23268" y="1053572"/></a:lnTo></a:path><a:path w="23495" h="1195704"><a:moveTo><a:pt x="23035" y="961684"/></a:moveTo><a:lnTo><a:pt x="23113" y="0"/></a:lnTo></a:path><a:path w="23495" h="1195704"><a:moveTo><a:pt x="23191" y="1194122"/></a:moveTo><a:lnTo><a:pt x="23191" y="1053595"/></a:lnTo></a:path><a:path w="23495" h="1195704"><a:moveTo><a:pt x="8842" y="1194883"/></a:moveTo><a:lnTo><a:pt x="8376" y="1194883"/></a:lnTo></a:path><a:path w="23495" h="1195704"><a:moveTo><a:pt x="9385" y="1195131"/></a:moveTo><a:lnTo><a:pt x="9307" y="1195115"/></a:lnTo></a:path><a:path w="23495" h="1195704"><a:moveTo><a:pt x="6127" y="1195007"/></a:moveTo><a:lnTo><a:pt x="5662" y="1195007"/></a:lnTo></a:path><a:path w="23495" h="1195704"><a:moveTo><a:pt x="5662" y="1194883"/></a:moveTo><a:lnTo><a:pt x="5196" y="1194883"/></a:lnTo></a:path><a:path w="23495" h="1195704"><a:moveTo><a:pt x="9307" y="1195007"/></a:moveTo><a:lnTo><a:pt x="8842" y="1195007"/></a:lnTo><a:lnTo><a:pt x="8842" y="1194999"/></a:lnTo></a:path><a:path w="23495" h="1195704"><a:moveTo><a:pt x="20631" y="1194805"/></a:moveTo><a:lnTo><a:pt x="20398" y="1194844"/></a:lnTo></a:path><a:path w="23495" h="1195704"><a:moveTo><a:pt x="4653" y="1194759"/></a:moveTo><a:lnTo><a:pt x="2016" y="1194759"/></a:lnTo></a:path><a:path w="23495" h="1195704"><a:moveTo><a:pt x="8376" y="1194883"/></a:moveTo><a:lnTo><a:pt x="8376" y="1194875"/></a:lnTo></a:path><a:path w="23495" h="1195704"><a:moveTo><a:pt x="19390" y="1194743"/></a:moveTo><a:lnTo><a:pt x="20243" y="1194766"/></a:lnTo></a:path></a:pathLst></a:custGeom><a:ln w="3878"><a:solidFill><a:srgbClr val="000000"/></a:solidFill></a:ln></p:spPr><p:txBody><a:bodyPr wrap="square" lIns="0" tIns="0" rIns="0" bIns="0" rtlCol="0"/><a:lstStyle/><a:p/></p:txBody></p:sp><p:sp><p:nvSpPr><p:cNvPr id="353" name="object 353"/><p:cNvSpPr/><p:nvPr/></p:nvSpPr><p:spPr><a:xfrm><a:off x="10845199" y="4531396"/><a:ext cx="4445" cy="4445"/></a:xfrm><a:custGeom><a:avLst/><a:gdLst/><a:ahLst/><a:cxnLst/><a:rect l="l" t="t" r="r" b="b"/><a:pathLst><a:path w="4445" h="4445"><a:moveTo><a:pt x="0" y="1938"/></a:moveTo><a:lnTo><a:pt x="567" y="3309"/></a:lnTo><a:lnTo><a:pt x="1938" y="3877"/></a:lnTo><a:lnTo><a:pt x="3309" y="3309"/></a:lnTo><a:lnTo><a:pt x="3877" y="1938"/></a:lnTo><a:lnTo><a:pt x="3309" y="567"/></a:lnTo><a:lnTo><a:pt x="1938" y="0"/></a:lnTo><a:lnTo><a:pt x="567" y="567"/></a:lnTo><a:lnTo><a:pt x="0" y="1938"/></a:lnTo><a:close/></a:path></a:pathLst></a:custGeom><a:solidFill><a:srgbClr val="000000"/></a:solidFill></p:spPr><p:txBody><a:bodyPr wrap="square" lIns="0" tIns="0" rIns="0" bIns="0" rtlCol="0"/><a:lstStyle/><a:p/></p:txBody></p:sp><p:sp><p:nvSpPr><p:cNvPr id="354" name="object 354"/><p:cNvSpPr/><p:nvPr/></p:nvSpPr><p:spPr><a:xfrm><a:off x="10843958" y="1880369"/><a:ext cx="6329680" cy="3097530"/></a:xfrm><a:custGeom><a:avLst/><a:gdLst/><a:ahLst/><a:cxnLst/><a:rect l="l" t="t" r="r" b="b"/><a:pathLst><a:path w="6329680" h="3097529"><a:moveTo><a:pt x="2637" y="2652965"/></a:moveTo><a:lnTo><a:pt x="0" y="2652965"/></a:lnTo></a:path><a:path w="6329680" h="3097529"><a:moveTo><a:pt x="8686" y="2653330"/></a:moveTo><a:lnTo><a:pt x="7368" y="2653337"/></a:lnTo></a:path><a:path w="6329680" h="3097529"><a:moveTo><a:pt x="7290" y="2653322"/></a:moveTo><a:lnTo><a:pt x="6825" y="2653330"/></a:lnTo><a:lnTo><a:pt x="4110" y="2653330"/></a:lnTo></a:path><a:path w="6329680" h="3097529"><a:moveTo><a:pt x="9540" y="2653205"/></a:moveTo><a:lnTo><a:pt x="9540" y="2653213"/></a:lnTo></a:path><a:path w="6329680" h="3097529"><a:moveTo><a:pt x="9074" y="2653081"/></a:moveTo><a:lnTo><a:pt x="9074" y="2653089"/></a:lnTo></a:path><a:path w="6329680" h="3097529"><a:moveTo><a:pt x="6360" y="2653205"/></a:moveTo><a:lnTo><a:pt x="6825" y="2653205"/></a:lnTo></a:path><a:path w="6329680" h="3097529"><a:moveTo><a:pt x="10005" y="2653322"/></a:moveTo><a:lnTo><a:pt x="10083" y="2653337"/></a:lnTo></a:path><a:path w="6329680" h="3097529"><a:moveTo><a:pt x="675643" y="420285"/></a:moveTo><a:lnTo><a:pt x="675643" y="1473"/></a:lnTo><a:lnTo><a:pt x="675643" y="992"/></a:lnTo></a:path><a:path w="6329680" h="3097529"><a:moveTo><a:pt x="674635" y="420285"/></a:moveTo><a:lnTo><a:pt x="674635" y="2939"/></a:lnTo><a:lnTo><a:pt x="674635" y="2458"/></a:lnTo></a:path><a:path w="6329680" h="3097529"><a:moveTo><a:pt x="675333" y="420285"/></a:moveTo><a:lnTo><a:pt x="675333" y="1962"/></a:lnTo><a:lnTo><a:pt x="675333" y="1481"/></a:lnTo></a:path><a:path w="6329680" h="3097529"><a:moveTo><a:pt x="674945" y="420285"/></a:moveTo><a:lnTo><a:pt x="674945" y="2450"/></a:lnTo><a:lnTo><a:pt x="674945" y="1970"/></a:lnTo></a:path><a:path w="6329680" h="3097529"><a:moveTo><a:pt x="676341" y="420285"/></a:moveTo><a:lnTo><a:pt x="676341" y="504"/></a:lnTo><a:lnTo><a:pt x="676341" y="23"/></a:lnTo></a:path><a:path w="6329680" h="3097529"><a:moveTo><a:pt x="696507" y="420278"/></a:moveTo><a:lnTo><a:pt x="696507" y="31"/></a:lnTo><a:lnTo><a:pt x="696507" y="0"/></a:lnTo></a:path><a:path w="6329680" h="3097529"><a:moveTo><a:pt x="699222" y="420239"/></a:moveTo><a:lnTo><a:pt x="699222" y="371421"/></a:lnTo></a:path><a:path w="6329680" h="3097529"><a:moveTo><a:pt x="676031" y="420285"/></a:moveTo><a:lnTo><a:pt x="676031" y="985"/></a:lnTo><a:lnTo><a:pt x="676031" y="504"/></a:lnTo></a:path><a:path w="6329680" h="3097529"><a:moveTo><a:pt x="674324" y="420285"/></a:moveTo><a:lnTo><a:pt x="674324" y="3420"/></a:lnTo><a:lnTo><a:pt x="674324" y="2939"/></a:lnTo></a:path><a:path w="6329680" h="3097529"><a:moveTo><a:pt x="673937" y="420285"/></a:moveTo><a:lnTo><a:pt x="673937" y="3909"/></a:lnTo><a:lnTo><a:pt x="673937" y="3428"/></a:lnTo></a:path><a:path w="6329680" h="3097529"><a:moveTo><a:pt x="673626" y="420285"/></a:moveTo><a:lnTo><a:pt x="673626" y="420285"/></a:lnTo><a:lnTo><a:pt x="661759" y="420278"/></a:lnTo></a:path><a:path w="6329680" h="3097529"><a:moveTo><a:pt x="675643" y="420285"/></a:moveTo><a:lnTo><a:pt x="675565" y="420285"/></a:lnTo></a:path><a:path w="6329680" h="3097529"><a:moveTo><a:pt x="680607" y="420293"/></a:moveTo><a:lnTo><a:pt x="679521" y="420293"/></a:lnTo><a:lnTo><a:pt x="678203" y="420293"/></a:lnTo></a:path><a:path w="6329680" h="3097529"><a:moveTo><a:pt x="698757" y="420278"/></a:moveTo><a:lnTo><a:pt x="696507" y="420278"/></a:lnTo></a:path><a:path w="6329680" h="3097529"><a:moveTo><a:pt x="21096" y="2419891"/></a:moveTo><a:lnTo><a:pt x="21019" y="2419891"/></a:lnTo></a:path><a:path w="6329680" h="3097529"><a:moveTo><a:pt x="21252" y="2511810"/></a:moveTo><a:lnTo><a:pt x="21174" y="2511802"/></a:lnTo></a:path><a:path w="6329680" h="3097529"><a:moveTo><a:pt x="4707554" y="3001514"/></a:moveTo><a:lnTo><a:pt x="4709183" y="3001514"/></a:lnTo><a:lnTo><a:pt x="4848407" y="3001498"/></a:lnTo></a:path><a:path w="6329680" h="3097529"><a:moveTo><a:pt x="4670247" y="1861420"/></a:moveTo><a:lnTo><a:pt x="4666601" y="1861420"/></a:lnTo><a:lnTo><a:pt x="4663887" y="1861420"/></a:lnTo><a:lnTo><a:pt x="4662413" y="1861420"/></a:lnTo></a:path><a:path w="6329680" h="3097529"><a:moveTo><a:pt x="4709183" y="2977981"/></a:moveTo><a:lnTo><a:pt x="4709183" y="2652321"/></a:lnTo><a:lnTo><a:pt x="4709028" y="1861428"/></a:lnTo></a:path><a:path w="6329680" h="3097529"><a:moveTo><a:pt x="4678468" y="1861413"/></a:moveTo><a:lnTo><a:pt x="4676607" y="1861413"/></a:lnTo><a:lnTo><a:pt x="4674513" y="1861413"/></a:lnTo></a:path><a:path w="6329680" h="3097529"><a:moveTo><a:pt x="4616109" y="2977966"/></a:moveTo><a:lnTo><a:pt x="4616109" y="2652321"/></a:lnTo><a:lnTo><a:pt x="4615953" y="1861444"/></a:lnTo></a:path><a:path w="6329680" h="3097529"><a:moveTo><a:pt x="6188293" y="2806887"/></a:moveTo><a:lnTo><a:pt x="6189921" y="2806887"/></a:lnTo><a:lnTo><a:pt x="6329145" y="2806871"/></a:lnTo></a:path><a:path w="6329680" h="3097529"><a:moveTo><a:pt x="6189844" y="2588038"/></a:moveTo><a:lnTo><a:pt x="6189844" y="2583392"/></a:lnTo></a:path><a:path w="6329680" h="3097529"><a:moveTo><a:pt x="1915318" y="3001545"/></a:moveTo><a:lnTo><a:pt x="1916947" y="3001545"/></a:lnTo><a:lnTo><a:pt x="2056171" y="3001537"/></a:lnTo></a:path><a:path w="6329680" h="3097529"><a:moveTo><a:pt x="1916947" y="2977508"/></a:moveTo><a:lnTo><a:pt x="1916947" y="2652329"/></a:lnTo><a:lnTo><a:pt x="1916792" y="1861467"/></a:lnTo></a:path><a:path w="6329680" h="3097529"><a:moveTo><a:pt x="1870177" y="1861451"/></a:moveTo><a:lnTo><a:pt x="1868936" y="1861451"/></a:lnTo><a:lnTo><a:pt x="1867230" y="1861451"/></a:lnTo></a:path><a:path w="6329680" h="3097529"><a:moveTo><a:pt x="1854122" y="1861459"/></a:moveTo><a:lnTo><a:pt x="1852415" y="1861459"/></a:lnTo><a:lnTo><a:pt x="1846986" y="1861459"/></a:lnTo></a:path><a:path w="6329680" h="3097529"><a:moveTo><a:pt x="1823873" y="2977493"/></a:moveTo><a:lnTo><a:pt x="1823873" y="2652329"/></a:lnTo><a:lnTo><a:pt x="1823717" y="1861475"/></a:lnTo></a:path><a:path w="6329680" h="3097529"><a:moveTo><a:pt x="3311436" y="3001529"/></a:moveTo><a:lnTo><a:pt x="3313065" y="3001529"/></a:lnTo><a:lnTo><a:pt x="3452289" y="3001521"/></a:lnTo></a:path><a:path w="6329680" h="3097529"><a:moveTo><a:pt x="3278395" y="1861436"/></a:moveTo><a:lnTo><a:pt x="3278007" y="1861436"/></a:lnTo><a:lnTo><a:pt x="3276301" y="1861436"/></a:lnTo></a:path><a:path w="6329680" h="3097529"><a:moveTo><a:pt x="3313065" y="2977749"/></a:moveTo><a:lnTo><a:pt x="3313065" y="2652329"/></a:lnTo><a:lnTo><a:pt x="3312910" y="1861444"/></a:lnTo></a:path><a:path w="6329680" h="3097529"><a:moveTo><a:pt x="3263193" y="1861436"/></a:moveTo><a:lnTo><a:pt x="3261486" y="1861436"/></a:lnTo><a:lnTo><a:pt x="3254273" y="1861436"/></a:lnTo></a:path><a:path w="6329680" h="3097529"><a:moveTo><a:pt x="3219991" y="2977725"/></a:moveTo><a:lnTo><a:pt x="3219991" y="2652329"/></a:lnTo><a:lnTo><a:pt x="3219835" y="1861459"/></a:lnTo></a:path><a:path w="6329680" h="3097529"><a:moveTo><a:pt x="18614" y="3089779"/></a:moveTo><a:lnTo><a:pt x="18614" y="3096985"/></a:lnTo></a:path><a:path w="6329680" h="3097529"><a:moveTo><a:pt x="18614" y="2652329"/></a:moveTo><a:lnTo><a:pt x="20941" y="2652329"/></a:lnTo><a:lnTo><a:pt x="21096" y="2652329"/></a:lnTo></a:path><a:path w="6329680" h="3097529"><a:moveTo><a:pt x="6103672" y="3001490"/></a:moveTo><a:lnTo><a:pt x="6105301" y="3001490"/></a:lnTo><a:lnTo><a:pt x="6244525" y="3001483"/></a:lnTo></a:path><a:path w="6329680" h="3097529"><a:moveTo><a:pt x="6105301" y="2853603"/></a:moveTo><a:lnTo><a:pt x="6105301" y="2853424"/></a:lnTo></a:path><a:path w="6329680" h="3097529"><a:moveTo><a:pt x="6095373" y="1861397"/></a:moveTo><a:lnTo><a:pt x="6094675" y="1861397"/></a:lnTo><a:lnTo><a:pt x="6094055" y="1861397"/></a:lnTo></a:path><a:path w="6329680" h="3097529"><a:moveTo><a:pt x="6012149" y="2588045"/></a:moveTo><a:lnTo><a:pt x="6012149" y="2583368"/></a:lnTo></a:path><a:path w="6329680" h="3097529"><a:moveTo><a:pt x="698757" y="420239"/></a:moveTo><a:lnTo><a:pt x="699222" y="420239"/></a:lnTo><a:lnTo><a:pt x="699222" y="371421"/></a:lnTo></a:path><a:path w="6329680" h="3097529"><a:moveTo><a:pt x="5323397" y="2652306"/></a:moveTo><a:lnTo><a:pt x="5322699" y="2652321"/></a:lnTo></a:path><a:path w="6329680" h="3097529"><a:moveTo><a:pt x="4479677" y="2652313"/></a:moveTo><a:lnTo><a:pt x="4470292" y="2652298"/></a:lnTo></a:path><a:path w="6329680" h="3097529"><a:moveTo><a:pt x="4467732" y="2652306"/></a:moveTo><a:lnTo><a:pt x="4468430" y="2652298"/></a:lnTo></a:path><a:path w="6329680" h="3097529"><a:moveTo><a:pt x="4453926" y="2652306"/></a:moveTo><a:lnTo><a:pt x="4453228" y="2652298"/></a:lnTo></a:path><a:path w="6329680" h="3097529"><a:moveTo><a:pt x="4465871" y="2652306"/></a:moveTo><a:lnTo><a:pt x="4465716" y="2652298"/></a:lnTo></a:path><a:path w="6329680" h="3097529"><a:moveTo><a:pt x="4455788" y="2652306"/></a:moveTo><a:lnTo><a:pt x="4455865" y="2652298"/></a:lnTo></a:path><a:path w="6329680" h="3097529"><a:moveTo><a:pt x="5323397" y="424101"/></a:moveTo><a:lnTo><a:pt x="5322467" y="424101"/></a:lnTo><a:lnTo><a:pt x="5322234" y="424101"/></a:lnTo></a:path><a:path w="6329680" h="3097529"><a:moveTo><a:pt x="3638516" y="2652313"/></a:moveTo><a:lnTo><a:pt x="3629053" y="2652298"/></a:lnTo></a:path><a:path w="6329680" h="3097529"><a:moveTo><a:pt x="3626571" y="2652306"/></a:moveTo><a:lnTo><a:pt x="3627192" y="2652298"/></a:lnTo></a:path><a:path w="6329680" h="3097529"><a:moveTo><a:pt x="3612688" y="2652306"/></a:moveTo><a:lnTo><a:pt x="3611989" y="2652298"/></a:lnTo></a:path><a:path w="6329680" h="3097529"><a:moveTo><a:pt x="3624710" y="2652306"/></a:moveTo><a:lnTo><a:pt x="3624555" y="2652298"/></a:lnTo></a:path><a:path w="6329680" h="3097529"><a:moveTo><a:pt x="3614549" y="2652306"/></a:moveTo><a:lnTo><a:pt x="3614704" y="2652298"/></a:lnTo></a:path><a:path w="6329680" h="3097529"><a:moveTo><a:pt x="3607724" y="424101"/></a:moveTo><a:lnTo><a:pt x="3607956" y="424101"/></a:lnTo><a:lnTo><a:pt x="3610128" y="424094"/></a:lnTo></a:path><a:path w="6329680" h="3097529"><a:moveTo><a:pt x="2797355" y="2652313"/></a:moveTo><a:lnTo><a:pt x="2787892" y="2652298"/></a:lnTo></a:path><a:path w="6329680" h="3097529"><a:moveTo><a:pt x="2785410" y="2652306"/></a:moveTo><a:lnTo><a:pt x="2786031" y="2652298"/></a:lnTo></a:path><a:path w="6329680" h="3097529"><a:moveTo><a:pt x="2771526" y="2652306"/></a:moveTo><a:lnTo><a:pt x="2770828" y="2652298"/></a:lnTo></a:path><a:path w="6329680" h="3097529"><a:moveTo><a:pt x="2783471" y="2652306"/></a:moveTo><a:lnTo><a:pt x="2783316" y="2652298"/></a:lnTo></a:path><a:path w="6329680" h="3097529"><a:moveTo><a:pt x="2773388" y="2652306"/></a:moveTo><a:lnTo><a:pt x="2773465" y="2652298"/></a:lnTo></a:path><a:path w="6329680" h="3097529"><a:moveTo><a:pt x="1956116" y="2652313"/></a:moveTo><a:lnTo><a:pt x="1946731" y="2652306"/></a:lnTo></a:path><a:path w="6329680" h="3097529"><a:moveTo><a:pt x="1944171" y="2652306"/></a:moveTo><a:lnTo><a:pt x="1944792" y="2652306"/></a:lnTo></a:path><a:path w="6329680" h="3097529"><a:moveTo><a:pt x="1930288" y="2652306"/></a:moveTo><a:lnTo><a:pt x="1929667" y="2652306"/></a:lnTo></a:path><a:path w="6329680" h="3097529"><a:moveTo><a:pt x="1942310" y="2652306"/></a:moveTo><a:lnTo><a:pt x="1942155" y="2652298"/></a:lnTo></a:path><a:path w="6329680" h="3097529"><a:moveTo><a:pt x="1932149" y="2652306"/></a:moveTo><a:lnTo><a:pt x="1932304" y="2652298"/></a:lnTo></a:path><a:path w="6329680" h="3097529"><a:moveTo><a:pt x="1642998" y="424109"/></a:moveTo><a:lnTo><a:pt x="1635474" y="424109"/></a:lnTo><a:lnTo><a:pt x="1628959" y="424109"/></a:lnTo></a:path><a:path w="6329680" h="3097529"><a:moveTo><a:pt x="1867230" y="424109"/></a:moveTo><a:lnTo><a:pt x="1862809" y="424109"/></a:lnTo><a:lnTo><a:pt x="1862576" y="424109"/></a:lnTo></a:path><a:path w="6329680" h="3097529"><a:moveTo><a:pt x="1114955" y="2652313"/></a:moveTo><a:lnTo><a:pt x="1105492" y="2652306"/></a:lnTo></a:path><a:path w="6329680" h="3097529"><a:moveTo><a:pt x="1103010" y="2652306"/></a:moveTo><a:lnTo><a:pt x="1103631" y="2652306"/></a:lnTo></a:path><a:path w="6329680" h="3097529"><a:moveTo><a:pt x="1089127" y="2652306"/></a:moveTo><a:lnTo><a:pt x="1088429" y="2652306"/></a:lnTo></a:path><a:path w="6329680" h="3097529"><a:moveTo><a:pt x="1101149" y="2652306"/></a:moveTo><a:lnTo><a:pt x="1100994" y="2652306"/></a:lnTo></a:path><a:path w="6329680" h="3097529"><a:moveTo><a:pt x="1090988" y="2652306"/></a:moveTo><a:lnTo><a:pt x="1091143" y="2652306"/></a:lnTo></a:path><a:path w="6329680" h="3097529"><a:moveTo><a:pt x="592341" y="424109"/></a:moveTo><a:lnTo><a:pt x="551311" y="424109"/></a:lnTo><a:lnTo><a:pt x="549605" y="424109"/></a:lnTo></a:path><a:path w="6329680" h="3097529"><a:moveTo><a:pt x="607156" y="424109"/></a:moveTo><a:lnTo><a:pt x="602890" y="424109"/></a:lnTo><a:lnTo><a:pt x="601183" y="424109"/></a:lnTo></a:path><a:path w="6329680" h="3097529"><a:moveTo><a:pt x="543322" y="424109"/></a:moveTo><a:lnTo><a:pt x="539056" y="424109"/></a:lnTo><a:lnTo><a:pt x="537272" y="424109"/></a:lnTo></a:path><a:path w="6329680" h="3097529"><a:moveTo><a:pt x="484452" y="424109"/></a:moveTo><a:lnTo><a:pt x="478092" y="424109"/></a:lnTo><a:lnTo><a:pt x="476231" y="424101"/></a:lnTo><a:lnTo><a:pt x="473594" y="424101"/></a:lnTo><a:lnTo><a:pt x="472508" y="424101"/></a:lnTo></a:path><a:path w="6329680" h="3097529"><a:moveTo><a:pt x="615145" y="424109"/></a:moveTo><a:lnTo><a:pt x="613438" y="424109"/></a:lnTo><a:lnTo><a:pt x="608862" y="424109"/></a:lnTo></a:path><a:path w="6329680" h="3097529"><a:moveTo><a:pt x="791831" y="424109"/></a:moveTo><a:lnTo><a:pt x="791598" y="424109"/></a:lnTo></a:path><a:path w="6329680" h="3097529"><a:moveTo><a:pt x="685649" y="424101"/></a:moveTo><a:lnTo><a:pt x="683011" y="424101"/></a:lnTo></a:path><a:path w="6329680" h="3097529"><a:moveTo><a:pt x="273716" y="2652313"/></a:moveTo><a:lnTo><a:pt x="264331" y="2652306"/></a:lnTo></a:path><a:path w="6329680" h="3097529"><a:moveTo><a:pt x="261772" y="2652306"/></a:moveTo><a:lnTo><a:pt x="262470" y="2652306"/></a:lnTo></a:path><a:path w="6329680" h="3097529"><a:moveTo><a:pt x="247888" y="2652306"/></a:moveTo><a:lnTo><a:pt x="247268" y="2652306"/></a:lnTo></a:path><a:path w="6329680" h="3097529"><a:moveTo><a:pt x="259910" y="2652306"/></a:moveTo><a:lnTo><a:pt x="259755" y="2652306"/></a:lnTo></a:path><a:path w="6329680" h="3097529"><a:moveTo><a:pt x="249827" y="2652306"/></a:moveTo><a:lnTo><a:pt x="249905" y="2652306"/></a:lnTo></a:path><a:path w="6329680" h="3097529"><a:moveTo><a:pt x="329638" y="424109"/></a:moveTo><a:lnTo><a:pt x="327855" y="424109"/></a:lnTo><a:lnTo><a:pt x="320796" y="424109"/></a:lnTo></a:path><a:path w="6329680" h="3097529"><a:moveTo><a:pt x="341893" y="424109"/></a:moveTo><a:lnTo><a:pt x="340187" y="424109"/></a:lnTo><a:lnTo><a:pt x="335611" y="424109"/></a:lnTo></a:path><a:path w="6329680" h="3097529"><a:moveTo><a:pt x="444198" y="424109"/></a:moveTo><a:lnTo><a:pt x="405727" y="424109"/></a:lnTo><a:lnTo><a:pt x="404021" y="424109"/></a:lnTo></a:path><a:path w="6329680" h="3097529"><a:moveTo><a:pt x="397738" y="424109"/></a:moveTo><a:lnTo><a:pt x="393472" y="424109"/></a:lnTo><a:lnTo><a:pt x="391766" y="424109"/></a:lnTo></a:path><a:path w="6329680" h="3097529"><a:moveTo><a:pt x="184830" y="424109"/></a:moveTo><a:lnTo><a:pt x="184054" y="424109"/></a:lnTo><a:lnTo><a:pt x="182348" y="424109"/></a:lnTo></a:path><a:path w="6329680" h="3097529"><a:moveTo><a:pt x="118514" y="424109"/></a:moveTo><a:lnTo><a:pt x="117661" y="424109"/></a:lnTo></a:path><a:path w="6329680" h="3097529"><a:moveTo><a:pt x="113783" y="424109"/></a:moveTo><a:lnTo><a:pt x="107811" y="424109"/></a:lnTo></a:path><a:path w="6329680" h="3097529"><a:moveTo><a:pt x="196309" y="424109"/></a:moveTo><a:lnTo><a:pt x="194603" y="424109"/></a:lnTo><a:lnTo><a:pt x="186536" y="424109"/></a:lnTo></a:path><a:path w="6329680" h="3097529"><a:moveTo><a:pt x="132476" y="424109"/></a:moveTo><a:lnTo><a:pt x="130769" y="424109"/></a:lnTo><a:lnTo><a:pt x="122625" y="424109"/></a:lnTo></a:path><a:path w="6329680" h="3097529"><a:moveTo><a:pt x="254791" y="424101"/></a:moveTo><a:lnTo><a:pt x="256730" y="424101"/></a:lnTo></a:path><a:path w="6329680" h="3097529"><a:moveTo><a:pt x="276276" y="424109"/></a:moveTo><a:lnTo><a:pt x="268675" y="424101"/></a:lnTo><a:lnTo><a:pt x="266813" y="424101"/></a:lnTo></a:path><a:path w="6329680" h="3097529"><a:moveTo><a:pt x="4421" y="2652717"/></a:moveTo><a:lnTo><a:pt x="2171" y="2652725"/></a:lnTo></a:path><a:path w="6329680" h="3097529"><a:moveTo><a:pt x="4421" y="2652593"/></a:moveTo><a:lnTo><a:pt x="3955" y="2652600"/></a:lnTo><a:lnTo><a:pt x="1706" y="2652600"/></a:lnTo></a:path><a:path w="6329680" h="3097529"><a:moveTo><a:pt x="18614" y="2652763"/></a:moveTo><a:lnTo><a:pt x="17451" y="2652802"/></a:lnTo></a:path><a:path w="6329680" h="3097529"><a:moveTo><a:pt x="16443" y="2652554"/></a:moveTo><a:lnTo><a:pt x="16288" y="2652523"/></a:lnTo></a:path><a:path w="6329680" h="3097529"><a:moveTo><a:pt x="18537" y="2652562"/></a:moveTo><a:lnTo><a:pt x="18459" y="2652554"/></a:lnTo></a:path><a:path w="6329680" h="3097529"><a:moveTo><a:pt x="698" y="2652476"/></a:moveTo><a:lnTo><a:pt x="0" y="2652484"/></a:lnTo></a:path><a:path w="6329680" h="3097529"><a:moveTo><a:pt x="16288" y="2652492"/></a:moveTo><a:lnTo><a:pt x="16288" y="2652523"/></a:lnTo></a:path><a:path w="6329680" h="3097529"><a:moveTo><a:pt x="5894" y="2652973"/></a:moveTo><a:lnTo><a:pt x="5817" y="2652957"/></a:lnTo></a:path><a:path w="6329680" h="3097529"><a:moveTo><a:pt x="4886" y="2652841"/></a:moveTo><a:lnTo><a:pt x="3180" y="2652849"/></a:lnTo><a:lnTo><a:pt x="2171" y="2652841"/></a:lnTo></a:path><a:path w="6329680" h="3097529"><a:moveTo><a:pt x="18304" y="2653012"/></a:moveTo><a:lnTo><a:pt x="18227" y="2652973"/></a:lnTo></a:path><a:path w="6329680" h="3097529"><a:moveTo><a:pt x="5817" y="2652957"/></a:moveTo><a:lnTo><a:pt x="5817" y="2652965"/></a:lnTo></a:path><a:path w="6329680" h="3097529"><a:moveTo><a:pt x="6360" y="2652973"/></a:moveTo><a:lnTo><a:pt x="5894" y="2652973"/></a:lnTo></a:path><a:path w="6329680" h="3097529"><a:moveTo><a:pt x="18614" y="2652887"/></a:moveTo><a:lnTo><a:pt x="17916" y="2652926"/></a:lnTo></a:path><a:path w="6329680" h="3097529"><a:moveTo><a:pt x="3878" y="2652476"/></a:moveTo><a:lnTo><a:pt x="3955" y="2652484"/></a:lnTo></a:path><a:path w="6329680" h="3097529"><a:moveTo><a:pt x="7601" y="2652717"/></a:moveTo><a:lnTo><a:pt x="7601" y="2652725"/></a:lnTo></a:path><a:path w="6329680" h="3097529"><a:moveTo><a:pt x="7135" y="2652593"/></a:moveTo><a:lnTo><a:pt x="7135" y="2652608"/></a:lnTo></a:path><a:path w="6329680" h="3097529"><a:moveTo><a:pt x="17761" y="2652880"/></a:moveTo><a:lnTo><a:pt x="17373" y="2652856"/></a:lnTo></a:path><a:path w="6329680" h="3097529"><a:moveTo><a:pt x="7833" y="2653089"/></a:moveTo><a:lnTo><a:pt x="6825" y="2653089"/></a:lnTo></a:path><a:path w="6329680" h="3097529"><a:moveTo><a:pt x="6360" y="2653205"/></a:moveTo><a:lnTo><a:pt x="4110" y="2653213"/></a:lnTo></a:path><a:path w="6329680" h="3097529"><a:moveTo><a:pt x="6360" y="2653081"/></a:moveTo><a:lnTo><a:pt x="5894" y="2653089"/></a:lnTo><a:lnTo><a:pt x="3645" y="2653089"/></a:lnTo></a:path><a:path w="6329680" h="3097529"><a:moveTo><a:pt x="8221" y="2653205"/></a:moveTo><a:lnTo><a:pt x="7290" y="2653213"/></a:lnTo></a:path><a:path w="6329680" h="3097529"><a:moveTo><a:pt x="18382" y="2653043"/></a:moveTo><a:lnTo><a:pt x="18304" y="2653012"/></a:lnTo></a:path><a:path w="6329680" h="3097529"><a:moveTo><a:pt x="675565" y="420285"/></a:moveTo><a:lnTo><a:pt x="675333" y="420285"/></a:lnTo></a:path><a:path w="6329680" h="3097529"><a:moveTo><a:pt x="674635" y="420285"/></a:moveTo><a:lnTo><a:pt x="674324" y="420285"/></a:lnTo></a:path><a:path w="6329680" h="3097529"><a:moveTo><a:pt x="678203" y="420293"/></a:moveTo><a:lnTo><a:pt x="676341" y="420285"/></a:lnTo></a:path><a:path w="6329680" h="3097529"><a:moveTo><a:pt x="696507" y="420278"/></a:moveTo><a:lnTo><a:pt x="693793" y="420285"/></a:lnTo><a:lnTo><a:pt x="687510" y="420285"/></a:lnTo></a:path><a:path w="6329680" h="3097529"><a:moveTo><a:pt x="21252" y="2419891"/></a:moveTo><a:lnTo><a:pt x="21174" y="2419891"/></a:lnTo><a:lnTo><a:pt x="21096" y="2419891"/></a:lnTo></a:path><a:path w="6329680" h="3097529"><a:moveTo><a:pt x="21019" y="2511779"/></a:moveTo><a:lnTo><a:pt x="21096" y="2511779"/></a:lnTo><a:lnTo><a:pt x="21174" y="2511802"/></a:lnTo></a:path><a:path w="6329680" h="3097529"><a:moveTo><a:pt x="4476186" y="3001529"/></a:moveTo><a:lnTo><a:pt x="4616109" y="3001521"/></a:lnTo></a:path><a:path w="6329680" h="3097529"><a:moveTo><a:pt x="4674513" y="1861413"/></a:moveTo><a:lnTo><a:pt x="4673892" y="1861413"/></a:lnTo><a:lnTo><a:pt x="4670247" y="1861420"/></a:lnTo></a:path><a:path w="6329680" h="3097529"><a:moveTo><a:pt x="6105301" y="2806887"/></a:moveTo><a:lnTo><a:pt x="6110420" y="2806887"/></a:lnTo><a:lnTo><a:pt x="6120038" y="2806887"/></a:lnTo></a:path><a:path w="6329680" h="3097529"><a:moveTo><a:pt x="6189844" y="2634575"/></a:moveTo><a:lnTo><a:pt x="6189844" y="2588038"/></a:lnTo></a:path><a:path w="6329680" h="3097529"><a:moveTo><a:pt x="6189844" y="2400617"/></a:moveTo><a:lnTo><a:pt x="6189844" y="2369188"/></a:lnTo></a:path><a:path w="6329680" h="3097529"><a:moveTo><a:pt x="1683950" y="3001568"/></a:moveTo><a:lnTo><a:pt x="1823873" y="3001552"/></a:lnTo></a:path><a:path w="6329680" h="3097529"><a:moveTo><a:pt x="3080068" y="3001545"/></a:moveTo><a:lnTo><a:pt x="3219991" y="3001537"/></a:lnTo></a:path><a:path w="6329680" h="3097529"><a:moveTo><a:pt x="21096" y="2652329"/></a:moveTo><a:lnTo><a:pt x="21174" y="2652329"/></a:lnTo></a:path><a:path w="6329680" h="3097529"><a:moveTo><a:pt x="5872304" y="3001506"/></a:moveTo><a:lnTo><a:pt x="6012227" y="3001498"/></a:lnTo></a:path><a:path w="6329680" h="3097529"><a:moveTo><a:pt x="6105301" y="2853424"/></a:moveTo><a:lnTo><a:pt x="6105301" y="2806887"/></a:lnTo><a:lnTo><a:pt x="6105146" y="1861413"/></a:lnTo></a:path><a:path w="6329680" h="3097529"><a:moveTo><a:pt x="6092736" y="1861397"/></a:moveTo><a:lnTo><a:pt x="6091495" y="1861397"/></a:lnTo></a:path><a:path w="6329680" h="3097529"><a:moveTo><a:pt x="6012227" y="2634583"/></a:moveTo><a:lnTo><a:pt x="6012149" y="2588045"/></a:lnTo></a:path><a:path w="6329680" h="3097529"><a:moveTo><a:pt x="6012149" y="2400593"/></a:moveTo><a:lnTo><a:pt x="6012149" y="2369204"/></a:lnTo></a:path><a:path w="6329680" h="3097529"><a:moveTo><a:pt x="792296" y="1062"/></a:moveTo><a:lnTo><a:pt x="792296" y="31"/></a:lnTo></a:path><a:path w="6329680" h="3097529"><a:moveTo><a:pt x="1926953" y="2652306"/></a:moveTo><a:lnTo><a:pt x="1927806" y="2652306"/></a:lnTo></a:path><a:path w="6329680" h="3097529"><a:moveTo><a:pt x="792141" y="424109"/></a:moveTo><a:lnTo><a:pt x="791831" y="424109"/></a:lnTo></a:path><a:path w="6329680" h="3097529"><a:moveTo><a:pt x="693870" y="424109"/></a:moveTo><a:lnTo><a:pt x="687510" y="424109"/></a:lnTo><a:lnTo><a:pt x="685649" y="424101"/></a:lnTo></a:path><a:path w="6329680" h="3097529"><a:moveTo><a:pt x="120919" y="424109"/></a:moveTo><a:lnTo><a:pt x="120221" y="424109"/></a:lnTo><a:lnTo><a:pt x="118514" y="424109"/></a:lnTo></a:path><a:path w="6329680" h="3097529"><a:moveTo><a:pt x="114016" y="424109"/></a:moveTo><a:lnTo><a:pt x="113783" y="424109"/></a:lnTo></a:path><a:path w="6329680" h="3097529"><a:moveTo><a:pt x="256730" y="424101"/></a:moveTo><a:lnTo><a:pt x="259367" y="424101"/></a:lnTo><a:lnTo><a:pt x="259755" y="424101"/></a:lnTo></a:path><a:path w="6329680" h="3097529"><a:moveTo><a:pt x="18382" y="2652523"/></a:moveTo><a:lnTo><a:pt x="18304" y="2652515"/></a:lnTo></a:path><a:path w="6329680" h="3097529"><a:moveTo><a:pt x="18149" y="2652461"/></a:moveTo><a:lnTo><a:pt x="16443" y="2652562"/></a:lnTo></a:path><a:path w="6329680" h="3097529"><a:moveTo><a:pt x="3878" y="2652476"/></a:moveTo><a:lnTo><a:pt x="2947" y="2652476"/></a:lnTo><a:lnTo><a:pt x="1240" y="2652484"/></a:lnTo></a:path><a:path w="6329680" h="3097529"><a:moveTo><a:pt x="15434" y="2652461"/></a:moveTo><a:lnTo><a:pt x="11479" y="2652469"/></a:lnTo><a:lnTo><a:pt x="4421" y="2652484"/></a:lnTo></a:path><a:path w="6329680" h="3097529"><a:moveTo><a:pt x="8066" y="2652841"/></a:moveTo><a:lnTo><a:pt x="6825" y="2652849"/></a:lnTo><a:lnTo><a:pt x="5429" y="2652849"/></a:lnTo></a:path><a:path w="6329680" h="3097529"><a:moveTo><a:pt x="18614" y="2652957"/></a:moveTo><a:lnTo><a:pt x="18382" y="2653012"/></a:lnTo><a:lnTo><a:pt x="18304" y="2653012"/></a:lnTo></a:path><a:path w="6329680" h="3097529"><a:moveTo><a:pt x="17373" y="2652949"/></a:moveTo><a:lnTo><a:pt x="11711" y="2652957"/></a:lnTo></a:path><a:path w="6329680" h="3097529"><a:moveTo><a:pt x="16986" y="2652686"/></a:moveTo><a:lnTo><a:pt x="18614" y="2652608"/></a:lnTo></a:path><a:path w="6329680" h="3097529"><a:moveTo><a:pt x="4886" y="2652608"/></a:moveTo><a:lnTo><a:pt x="5972" y="2652600"/></a:lnTo><a:lnTo><a:pt x="7135" y="2652593"/></a:lnTo></a:path><a:path w="6329680" h="3097529"><a:moveTo><a:pt x="9074" y="2653081"/></a:moveTo><a:lnTo><a:pt x="7833" y="2653089"/></a:lnTo></a:path><a:path w="6329680" h="3097529"><a:moveTo><a:pt x="10005" y="2653322"/></a:moveTo><a:lnTo><a:pt x="8686" y="2653330"/></a:lnTo></a:path><a:path w="6329680" h="3097529"><a:moveTo><a:pt x="675333" y="420285"/></a:moveTo><a:lnTo><a:pt x="674945" y="420285"/></a:lnTo><a:lnTo><a:pt x="674635" y="420285"/></a:lnTo></a:path><a:path w="6329680" h="3097529"><a:moveTo><a:pt x="674324" y="420285"/></a:moveTo><a:lnTo><a:pt x="673937" y="420285"/></a:lnTo><a:lnTo><a:pt x="673626" y="420285"/></a:lnTo></a:path><a:path w="6329680" h="3097529"><a:moveTo><a:pt x="676341" y="420285"/></a:moveTo><a:lnTo><a:pt x="676031" y="420285"/></a:lnTo><a:lnTo><a:pt x="675643" y="420285"/></a:lnTo></a:path><a:path w="6329680" h="3097529"><a:moveTo><a:pt x="4639300" y="3001514"/></a:moveTo><a:lnTo><a:pt x="4650546" y="3001514"/></a:lnTo></a:path><a:path w="6329680" h="3097529"><a:moveTo><a:pt x="4674590" y="3001514"/></a:moveTo><a:lnTo><a:pt x="4685837" y="3001514"/></a:lnTo></a:path><a:path w="6329680" h="3097529"><a:moveTo><a:pt x="6120038" y="2806887"/></a:moveTo><a:lnTo><a:pt x="6131207" y="2806887"/></a:lnTo></a:path><a:path w="6329680" h="3097529"><a:moveTo><a:pt x="6155329" y="2806887"/></a:moveTo><a:lnTo><a:pt x="6166575" y="2806887"/></a:lnTo></a:path><a:path w="6329680" h="3097529"><a:moveTo><a:pt x="6189844" y="2634753"/></a:moveTo><a:lnTo><a:pt x="6189844" y="2634575"/></a:lnTo></a:path><a:path w="6329680" h="3097529"><a:moveTo><a:pt x="6189844" y="2583392"/></a:moveTo><a:lnTo><a:pt x="6189844" y="2513788"/></a:lnTo><a:lnTo><a:pt x="6189844" y="2492008"/></a:lnTo><a:lnTo><a:pt x="6189844" y="2442136"/></a:lnTo><a:lnTo><a:pt x="6189844" y="2400617"/></a:lnTo></a:path><a:path w="6329680" h="3097529"><a:moveTo><a:pt x="6189844" y="2369188"/></a:moveTo><a:lnTo><a:pt x="6189844" y="2320945"/></a:lnTo><a:lnTo><a:pt x="6189766" y="1666802"/></a:lnTo></a:path><a:path w="6329680" h="3097529"><a:moveTo><a:pt x="1847064" y="3001552"/></a:moveTo><a:lnTo><a:pt x="1858310" y="3001552"/></a:lnTo></a:path><a:path w="6329680" h="3097529"><a:moveTo><a:pt x="1882354" y="3001552"/></a:moveTo><a:lnTo><a:pt x="1893601" y="3001552"/></a:lnTo></a:path><a:path w="6329680" h="3097529"><a:moveTo><a:pt x="3243182" y="3001537"/></a:moveTo><a:lnTo><a:pt x="3254428" y="3001537"/></a:lnTo></a:path><a:path w="6329680" h="3097529"><a:moveTo><a:pt x="3278472" y="3001529"/></a:moveTo><a:lnTo><a:pt x="3289719" y="3001529"/></a:lnTo></a:path><a:path w="6329680" h="3097529"><a:moveTo><a:pt x="18614" y="2811673"/></a:moveTo><a:lnTo><a:pt x="18614" y="2864841"/></a:lnTo><a:lnTo><a:pt x="18614" y="3089779"/></a:lnTo></a:path><a:path w="6329680" h="3097529"><a:moveTo><a:pt x="21174" y="2652329"/></a:moveTo><a:lnTo><a:pt x="21252" y="2652329"/></a:lnTo></a:path><a:path w="6329680" h="3097529"><a:moveTo><a:pt x="6035418" y="3001498"/></a:moveTo><a:lnTo><a:pt x="6046664" y="3001498"/></a:lnTo></a:path><a:path w="6329680" h="3097529"><a:moveTo><a:pt x="6070708" y="3001498"/></a:moveTo><a:lnTo><a:pt x="6081955" y="3001490"/></a:lnTo></a:path><a:path w="6329680" h="3097529"><a:moveTo><a:pt x="6098863" y="1861405"/></a:moveTo><a:lnTo><a:pt x="6098243" y="1861405"/></a:lnTo><a:lnTo><a:pt x="6096692" y="1861397"/></a:lnTo><a:lnTo><a:pt x="6096071" y="1861397"/></a:lnTo><a:lnTo><a:pt x="6095373" y="1861397"/></a:lnTo></a:path><a:path w="6329680" h="3097529"><a:moveTo><a:pt x="6094055" y="1861397"/></a:moveTo><a:lnTo><a:pt x="6093357" y="1861397"/></a:lnTo><a:lnTo><a:pt x="6092736" y="1861397"/></a:lnTo></a:path><a:path w="6329680" h="3097529"><a:moveTo><a:pt x="6012227" y="2634761"/></a:moveTo><a:lnTo><a:pt x="6012227" y="2634583"/></a:lnTo></a:path><a:path w="6329680" h="3097529"><a:moveTo><a:pt x="6012149" y="2583368"/></a:moveTo><a:lnTo><a:pt x="6012149" y="2513803"/></a:lnTo><a:lnTo><a:pt x="6012149" y="2491985"/></a:lnTo><a:lnTo><a:pt x="6012149" y="2442151"/></a:lnTo><a:lnTo><a:pt x="6012149" y="2400593"/></a:lnTo></a:path><a:path w="6329680" h="3097529"><a:moveTo><a:pt x="6012149" y="2369204"/></a:moveTo><a:lnTo><a:pt x="6012149" y="2320945"/></a:lnTo><a:lnTo><a:pt x="6012071" y="1861420"/></a:lnTo></a:path><a:path w="6329680" h="3097529"><a:moveTo><a:pt x="21252" y="2652329"/></a:moveTo><a:lnTo><a:pt x="21252" y="2511810"/></a:lnTo></a:path><a:path w="6329680" h="3097529"><a:moveTo><a:pt x="792296" y="424109"/></a:moveTo><a:lnTo><a:pt x="792141" y="424109"/></a:lnTo></a:path><a:path w="6329680" h="3097529"><a:moveTo><a:pt x="117661" y="424109"/></a:moveTo><a:lnTo><a:pt x="117429" y="424109"/></a:lnTo><a:lnTo><a:pt x="114016" y="424109"/></a:lnTo></a:path><a:path w="6329680" h="3097529"><a:moveTo><a:pt x="16288" y="2652515"/></a:moveTo><a:lnTo><a:pt x="11479" y="2652469"/></a:lnTo></a:path><a:path w="6329680" h="3097529"><a:moveTo><a:pt x="11711" y="2652957"/></a:moveTo><a:lnTo><a:pt x="9695" y="2652957"/></a:lnTo><a:lnTo><a:pt x="8609" y="2652965"/></a:lnTo></a:path><a:path w="6329680" h="3097529"><a:moveTo><a:pt x="8531" y="2652957"/></a:moveTo><a:lnTo><a:pt x="7290" y="2652965"/></a:lnTo><a:lnTo><a:pt x="6360" y="2652973"/></a:lnTo></a:path><a:path w="6329680" h="3097529"><a:moveTo><a:pt x="18614" y="2652732"/></a:moveTo><a:lnTo><a:pt x="17451" y="2652802"/></a:lnTo></a:path><a:path w="6329680" h="3097529"><a:moveTo><a:pt x="5351" y="2652725"/></a:moveTo><a:lnTo><a:pt x="6360" y="2652717"/></a:lnTo><a:lnTo><a:pt x="7601" y="2652717"/></a:lnTo></a:path><a:path w="6329680" h="3097529"><a:moveTo><a:pt x="9540" y="2653205"/></a:moveTo><a:lnTo><a:pt x="8221" y="2653205"/></a:lnTo></a:path><a:path w="6329680" h="3097529"><a:moveTo><a:pt x="4616109" y="3001521"/></a:moveTo><a:lnTo><a:pt x="4617660" y="3001521"/></a:lnTo><a:lnTo><a:pt x="4622314" y="3001521"/></a:lnTo><a:lnTo><a:pt x="4629682" y="3001521"/></a:lnTo><a:lnTo><a:pt x="4639300" y="3001514"/></a:lnTo></a:path><a:path w="6329680" h="3097529"><a:moveTo><a:pt x="4650546" y="3001514"/></a:moveTo><a:lnTo><a:pt x="4662568" y="3001514"/></a:lnTo><a:lnTo><a:pt x="4674590" y="3001514"/></a:lnTo></a:path><a:path w="6329680" h="3097529"><a:moveTo><a:pt x="4702901" y="3001514"/></a:moveTo><a:lnTo><a:pt x="4707554" y="3001514"/></a:lnTo></a:path><a:path w="6329680" h="3097529"><a:moveTo><a:pt x="6131207" y="2806887"/></a:moveTo><a:lnTo><a:pt x="6143229" y="2806887"/></a:lnTo><a:lnTo><a:pt x="6155329" y="2806887"/></a:lnTo></a:path><a:path w="6329680" h="3097529"><a:moveTo><a:pt x="6183639" y="2806887"/></a:moveTo><a:lnTo><a:pt x="6188293" y="2806887"/></a:lnTo></a:path><a:path w="6329680" h="3097529"><a:moveTo><a:pt x="6189844" y="2659690"/></a:moveTo><a:lnTo><a:pt x="6189844" y="2634753"/></a:lnTo></a:path><a:path w="6329680" h="3097529"><a:moveTo><a:pt x="1823873" y="3001552"/></a:moveTo><a:lnTo><a:pt x="1825424" y="3001552"/></a:lnTo><a:lnTo><a:pt x="1830078" y="3001552"/></a:lnTo><a:lnTo><a:pt x="1837446" y="3001552"/></a:lnTo><a:lnTo><a:pt x="1847064" y="3001552"/></a:lnTo></a:path><a:path w="6329680" h="3097529"><a:moveTo><a:pt x="1858310" y="3001552"/></a:moveTo><a:lnTo><a:pt x="1870332" y="3001552"/></a:lnTo><a:lnTo><a:pt x="1882354" y="3001552"/></a:lnTo></a:path><a:path w="6329680" h="3097529"><a:moveTo><a:pt x="1910665" y="3001545"/></a:moveTo><a:lnTo><a:pt x="1915318" y="3001545"/></a:lnTo></a:path><a:path w="6329680" h="3097529"><a:moveTo><a:pt x="3219991" y="3001537"/></a:moveTo><a:lnTo><a:pt x="3221542" y="3001537"/></a:lnTo><a:lnTo><a:pt x="3226196" y="3001537"/></a:lnTo><a:lnTo><a:pt x="3233564" y="3001537"/></a:lnTo><a:lnTo><a:pt x="3243182" y="3001537"/></a:lnTo></a:path><a:path w="6329680" h="3097529"><a:moveTo><a:pt x="3254428" y="3001537"/></a:moveTo><a:lnTo><a:pt x="3266450" y="3001537"/></a:lnTo><a:lnTo><a:pt x="3278472" y="3001529"/></a:lnTo></a:path><a:path w="6329680" h="3097529"><a:moveTo><a:pt x="3306783" y="3001529"/></a:moveTo><a:lnTo><a:pt x="3311436" y="3001529"/></a:lnTo></a:path><a:path w="6329680" h="3097529"><a:moveTo><a:pt x="6012227" y="3001498"/></a:moveTo><a:lnTo><a:pt x="6013778" y="3001498"/></a:lnTo><a:lnTo><a:pt x="6018432" y="3001498"/></a:lnTo><a:lnTo><a:pt x="6025800" y="3001498"/></a:lnTo><a:lnTo><a:pt x="6035418" y="3001498"/></a:lnTo></a:path><a:path w="6329680" h="3097529"><a:moveTo><a:pt x="6046664" y="3001498"/></a:moveTo><a:lnTo><a:pt x="6058686" y="3001498"/></a:lnTo><a:lnTo><a:pt x="6070708" y="3001498"/></a:lnTo></a:path><a:path w="6329680" h="3097529"><a:moveTo><a:pt x="6099019" y="3001490"/></a:moveTo><a:lnTo><a:pt x="6103672" y="3001490"/></a:lnTo></a:path><a:path w="6329680" h="3097529"><a:moveTo><a:pt x="6012227" y="2659697"/></a:moveTo><a:lnTo><a:pt x="6012227" y="2634761"/></a:lnTo></a:path><a:path w="6329680" h="3097529"><a:moveTo><a:pt x="21252" y="2511810"/></a:moveTo><a:lnTo><a:pt x="21174" y="2511779"/></a:lnTo></a:path><a:path w="6329680" h="3097529"><a:moveTo><a:pt x="793227" y="424109"/></a:moveTo><a:lnTo><a:pt x="792296" y="424109"/></a:lnTo></a:path><a:path w="6329680" h="3097529"><a:moveTo><a:pt x="18614" y="2652492"/></a:moveTo><a:lnTo><a:pt x="18537" y="2652492"/></a:lnTo></a:path><a:path w="6329680" h="3097529"><a:moveTo><a:pt x="18614" y="2652833"/></a:moveTo><a:lnTo><a:pt x="17916" y="2652926"/></a:lnTo></a:path><a:path w="6329680" h="3097529"><a:moveTo><a:pt x="18614" y="2652973"/></a:moveTo><a:lnTo><a:pt x="18382" y="2653012"/></a:lnTo></a:path><a:path w="6329680" h="3097529"><a:moveTo><a:pt x="4685837" y="3001514"/></a:moveTo><a:lnTo><a:pt x="4695532" y="3001514"/></a:lnTo><a:lnTo><a:pt x="4702901" y="3001514"/></a:lnTo></a:path><a:path w="6329680" h="3097529"><a:moveTo><a:pt x="6166575" y="2806887"/></a:moveTo><a:lnTo><a:pt x="6176193" y="2806887"/></a:lnTo><a:lnTo><a:pt x="6183639" y="2806887"/></a:lnTo></a:path><a:path w="6329680" h="3097529"><a:moveTo><a:pt x="6189844" y="2729496"/></a:moveTo><a:lnTo><a:pt x="6189844" y="2659690"/></a:lnTo></a:path><a:path w="6329680" h="3097529"><a:moveTo><a:pt x="1893601" y="3001552"/></a:moveTo><a:lnTo><a:pt x="1903296" y="3001552"/></a:lnTo><a:lnTo><a:pt x="1910665" y="3001545"/></a:lnTo></a:path><a:path w="6329680" h="3097529"><a:moveTo><a:pt x="3289719" y="3001529"/></a:moveTo><a:lnTo><a:pt x="3299414" y="3001529"/></a:lnTo><a:lnTo><a:pt x="3306783" y="3001529"/></a:lnTo></a:path><a:path w="6329680" h="3097529"><a:moveTo><a:pt x="18614" y="2652585"/></a:moveTo></a:path><a:path w="6329680" h="3097529"><a:moveTo><a:pt x="18614" y="2652794"/></a:moveTo><a:lnTo><a:pt x="18614" y="2652833"/></a:lnTo></a:path><a:path w="6329680" h="3097529"><a:moveTo><a:pt x="6081955" y="3001490"/></a:moveTo><a:lnTo><a:pt x="6091650" y="3001490"/></a:lnTo><a:lnTo><a:pt x="6099019" y="3001490"/></a:lnTo></a:path><a:path w="6329680" h="3097529"><a:moveTo><a:pt x="6012227" y="2729503"/></a:moveTo><a:lnTo><a:pt x="6012227" y="2659697"/></a:lnTo></a:path><a:path w="6329680" h="3097529"><a:moveTo><a:pt x="21174" y="2511779"/></a:moveTo><a:lnTo><a:pt x="21174" y="2419891"/></a:lnTo></a:path><a:path w="6329680" h="3097529"><a:moveTo><a:pt x="801759" y="424109"/></a:moveTo><a:lnTo><a:pt x="793460" y="424109"/></a:lnTo><a:lnTo><a:pt x="793227" y="424109"/></a:lnTo></a:path><a:path w="6329680" h="3097529"><a:moveTo><a:pt x="18537" y="2652492"/></a:moveTo><a:lnTo><a:pt x="18459" y="2652492"/></a:lnTo><a:lnTo><a:pt x="18382" y="2652523"/></a:lnTo></a:path><a:path w="6329680" h="3097529"><a:moveTo><a:pt x="18227" y="2653004"/></a:moveTo><a:lnTo><a:pt x="11711" y="2652957"/></a:lnTo></a:path><a:path w="6329680" h="3097529"><a:moveTo><a:pt x="6189844" y="2729674"/></a:moveTo><a:lnTo><a:pt x="6189844" y="2729496"/></a:lnTo></a:path><a:path w="6329680" h="3097529"><a:moveTo><a:pt x="18614" y="2652329"/></a:moveTo><a:lnTo><a:pt x="18614" y="2652492"/></a:lnTo><a:lnTo><a:pt x="18614" y="2652585"/></a:lnTo></a:path><a:path w="6329680" h="3097529"><a:moveTo><a:pt x="18614" y="2652763"/></a:moveTo><a:lnTo><a:pt x="18614" y="2652794"/></a:lnTo></a:path><a:path w="6329680" h="3097529"><a:moveTo><a:pt x="18614" y="2652926"/></a:moveTo><a:lnTo><a:pt x="18614" y="2652957"/></a:lnTo></a:path><a:path w="6329680" h="3097529"><a:moveTo><a:pt x="21252" y="2652329"/></a:moveTo><a:lnTo><a:pt x="21872" y="2652313"/></a:lnTo></a:path><a:path w="6329680" h="3097529"><a:moveTo><a:pt x="6012227" y="2729682"/></a:moveTo><a:lnTo><a:pt x="6012227" y="2729503"/></a:lnTo></a:path><a:path w="6329680" h="3097529"><a:moveTo><a:pt x="6189844" y="2733932"/></a:moveTo><a:lnTo><a:pt x="6189844" y="2729674"/></a:lnTo></a:path><a:path w="6329680" h="3097529"><a:moveTo><a:pt x="18614" y="2652686"/></a:moveTo><a:lnTo><a:pt x="18614" y="2652732"/></a:lnTo><a:lnTo><a:pt x="18614" y="2652763"/></a:lnTo></a:path><a:path w="6329680" h="3097529"><a:moveTo><a:pt x="18614" y="2652833"/></a:moveTo><a:lnTo><a:pt x="18614" y="2652887"/></a:lnTo><a:lnTo><a:pt x="18614" y="2652926"/></a:lnTo></a:path><a:path w="6329680" h="3097529"><a:moveTo><a:pt x="18614" y="2652957"/></a:moveTo><a:lnTo><a:pt x="18614" y="2653012"/></a:lnTo></a:path><a:path w="6329680" h="3097529"><a:moveTo><a:pt x="18614" y="2653322"/></a:moveTo><a:lnTo><a:pt x="18614" y="2811673"/></a:lnTo></a:path><a:path w="6329680" h="3097529"><a:moveTo><a:pt x="6189921" y="2803738"/></a:moveTo><a:lnTo><a:pt x="6189844" y="2733932"/></a:lnTo></a:path><a:path w="6329680" h="3097529"><a:moveTo><a:pt x="18614" y="2653012"/></a:moveTo><a:lnTo><a:pt x="18614" y="2653221"/></a:lnTo></a:path><a:path w="6329680" h="3097529"><a:moveTo><a:pt x="6012227" y="2853432"/></a:moveTo><a:lnTo><a:pt x="6012227" y="2806895"/></a:lnTo></a:path><a:path w="6329680" h="3097529"><a:moveTo><a:pt x="6012227" y="2733948"/></a:moveTo><a:lnTo><a:pt x="6012227" y="2729682"/></a:lnTo></a:path><a:path w="6329680" h="3097529"><a:moveTo><a:pt x="6189921" y="2806887"/></a:moveTo><a:lnTo><a:pt x="6189921" y="2803916"/></a:lnTo><a:lnTo><a:pt x="6189921" y="2803738"/></a:lnTo></a:path><a:path w="6329680" h="3097529"><a:moveTo><a:pt x="6012227" y="3001498"/></a:moveTo><a:lnTo><a:pt x="6012227" y="2853610"/></a:lnTo><a:lnTo><a:pt x="6012227" y="2853432"/></a:lnTo></a:path><a:path w="6329680" h="3097529"><a:moveTo><a:pt x="6012227" y="2803753"/></a:moveTo><a:lnTo><a:pt x="6012227" y="2733948"/></a:lnTo></a:path><a:path w="6329680" h="3097529"><a:moveTo><a:pt x="6012227" y="2806895"/></a:moveTo><a:lnTo><a:pt x="6012227" y="2803932"/></a:lnTo><a:lnTo><a:pt x="6012227" y="2803753"/></a:lnTo></a:path><a:path w="6329680" h="3097529"><a:moveTo><a:pt x="5298345" y="2652298"/></a:moveTo><a:lnTo><a:pt x="5306954" y="2652298"/></a:lnTo></a:path><a:path w="6329680" h="3097529"><a:moveTo><a:pt x="4479677" y="2652313"/></a:moveTo><a:lnTo><a:pt x="4482236" y="2652306"/></a:lnTo></a:path><a:path w="6329680" h="3097529"><a:moveTo><a:pt x="4463234" y="2652298"/></a:moveTo><a:lnTo><a:pt x="4465716" y="2652298"/></a:lnTo></a:path><a:path w="6329680" h="3097529"><a:moveTo><a:pt x="4438491" y="2652313"/></a:moveTo><a:lnTo><a:pt x="4451367" y="2652298"/></a:lnTo></a:path><a:path w="6329680" h="3097529"><a:moveTo><a:pt x="4455865" y="2652298"/></a:moveTo><a:lnTo><a:pt x="4463234" y="2652298"/></a:lnTo></a:path><a:path w="6329680" h="3097529"><a:moveTo><a:pt x="4749283" y="2652306"/></a:moveTo><a:lnTo><a:pt x="4736175" y="2652306"/></a:lnTo></a:path><a:path w="6329680" h="3097529"><a:moveTo><a:pt x="5022534" y="2652306"/></a:moveTo><a:lnTo><a:pt x="5009426" y="2652306"/></a:lnTo></a:path><a:path w="6329680" h="3097529"><a:moveTo><a:pt x="5168118" y="2652306"/></a:moveTo><a:lnTo><a:pt x="5155010" y="2652306"/></a:lnTo></a:path><a:path w="6329680" h="3097529"><a:moveTo><a:pt x="4813116" y="2652306"/></a:moveTo><a:lnTo><a:pt x="4800008" y="2652306"/></a:lnTo></a:path><a:path w="6329680" h="3097529"><a:moveTo><a:pt x="5218844" y="2652306"/></a:moveTo><a:lnTo><a:pt x="5231952" y="2652306"/></a:lnTo></a:path><a:path w="6329680" h="3097529"><a:moveTo><a:pt x="4603699" y="2652306"/></a:moveTo><a:lnTo><a:pt x="4590591" y="2652306"/></a:lnTo></a:path><a:path w="6329680" h="3097529"><a:moveTo><a:pt x="4539865" y="2652306"/></a:moveTo><a:lnTo><a:pt x="4526757" y="2652306"/></a:lnTo></a:path><a:path w="6329680" h="3097529"><a:moveTo><a:pt x="4945592" y="2652306"/></a:moveTo><a:lnTo><a:pt x="4958700" y="2652306"/></a:lnTo></a:path><a:path w="6329680" h="3097529"><a:moveTo><a:pt x="3638516" y="2652313"/></a:moveTo><a:lnTo><a:pt x="3640998" y="2652306"/></a:lnTo></a:path><a:path w="6329680" h="3097529"><a:moveTo><a:pt x="3621995" y="2652298"/></a:moveTo><a:lnTo><a:pt x="3624555" y="2652298"/></a:lnTo></a:path><a:path w="6329680" h="3097529"><a:moveTo><a:pt x="3597330" y="2652313"/></a:moveTo><a:lnTo><a:pt x="3610128" y="2652298"/></a:lnTo></a:path><a:path w="6329680" h="3097529"><a:moveTo><a:pt x="3614704" y="2652298"/></a:moveTo><a:lnTo><a:pt x="3621995" y="2652298"/></a:lnTo></a:path><a:path w="6329680" h="3097529"><a:moveTo><a:pt x="3908044" y="2652306"/></a:moveTo><a:lnTo><a:pt x="3895014" y="2652306"/></a:lnTo></a:path><a:path w="6329680" h="3097529"><a:moveTo><a:pt x="4181373" y="2652306"/></a:moveTo><a:lnTo><a:pt x="4168265" y="2652306"/></a:lnTo></a:path><a:path w="6329680" h="3097529"><a:moveTo><a:pt x="4326879" y="2652306"/></a:moveTo><a:lnTo><a:pt x="4313849" y="2652306"/></a:lnTo></a:path><a:path w="6329680" h="3097529"><a:moveTo><a:pt x="3971955" y="2652306"/></a:moveTo><a:lnTo><a:pt x="3958847" y="2652306"/></a:lnTo></a:path><a:path w="6329680" h="3097529"><a:moveTo><a:pt x="4377683" y="2652306"/></a:moveTo><a:lnTo><a:pt x="4390791" y="2652306"/></a:lnTo></a:path><a:path w="6329680" h="3097529"><a:moveTo><a:pt x="3762538" y="2652306"/></a:moveTo><a:lnTo><a:pt x="3749430" y="2652306"/></a:lnTo></a:path><a:path w="6329680" h="3097529"><a:moveTo><a:pt x="3698626" y="2652306"/></a:moveTo><a:lnTo><a:pt x="3685596" y="2652306"/></a:lnTo></a:path><a:path w="6329680" h="3097529"><a:moveTo><a:pt x="4104431" y="2652306"/></a:moveTo><a:lnTo><a:pt x="4117462" y="2652306"/></a:lnTo></a:path><a:path w="6329680" h="3097529"><a:moveTo><a:pt x="2797355" y="2652313"/></a:moveTo><a:lnTo><a:pt x="2799837" y="2652313"/></a:lnTo></a:path><a:path w="6329680" h="3097529"><a:moveTo><a:pt x="2780834" y="2652306"/></a:moveTo><a:lnTo><a:pt x="2783316" y="2652298"/></a:lnTo></a:path><a:path w="6329680" h="3097529"><a:moveTo><a:pt x="2756092" y="2652313"/></a:moveTo><a:lnTo><a:pt x="2768967" y="2652298"/></a:lnTo></a:path><a:path w="6329680" h="3097529"><a:moveTo><a:pt x="2773465" y="2652298"/></a:moveTo><a:lnTo><a:pt x="2780834" y="2652306"/></a:lnTo></a:path><a:path w="6329680" h="3097529"><a:moveTo><a:pt x="3066883" y="2652313"/></a:moveTo><a:lnTo><a:pt x="3053775" y="2652313"/></a:lnTo></a:path><a:path w="6329680" h="3097529"><a:moveTo><a:pt x="3340134" y="2652306"/></a:moveTo><a:lnTo><a:pt x="3327104" y="2652306"/></a:lnTo></a:path><a:path w="6329680" h="3097529"><a:moveTo><a:pt x="3485718" y="2652306"/></a:moveTo><a:lnTo><a:pt x="3472610" y="2652306"/></a:lnTo></a:path><a:path w="6329680" h="3097529"><a:moveTo><a:pt x="3130717" y="2652313"/></a:moveTo><a:lnTo><a:pt x="3117686" y="2652313"/></a:lnTo></a:path><a:path w="6329680" h="3097529"><a:moveTo><a:pt x="3536522" y="2652306"/></a:moveTo><a:lnTo><a:pt x="3549552" y="2652306"/></a:lnTo></a:path><a:path w="6329680" h="3097529"><a:moveTo><a:pt x="2921299" y="2652313"/></a:moveTo><a:lnTo><a:pt x="2908268" y="2652313"/></a:lnTo></a:path><a:path w="6329680" h="3097529"><a:moveTo><a:pt x="2857465" y="2652313"/></a:moveTo><a:lnTo><a:pt x="2844357" y="2652313"/></a:lnTo></a:path><a:path w="6329680" h="3097529"><a:moveTo><a:pt x="1956116" y="2652313"/></a:moveTo><a:lnTo><a:pt x="1958675" y="2652313"/></a:lnTo></a:path><a:path w="6329680" h="3097529"><a:moveTo><a:pt x="1932304" y="2652298"/></a:moveTo><a:lnTo><a:pt x="1939673" y="2652306"/></a:lnTo><a:lnTo><a:pt x="1942155" y="2652298"/></a:lnTo></a:path><a:path w="6329680" h="3097529"><a:moveTo><a:pt x="2225722" y="2652313"/></a:moveTo><a:lnTo><a:pt x="2212614" y="2652313"/></a:lnTo></a:path><a:path w="6329680" h="3097529"><a:moveTo><a:pt x="2498973" y="2652313"/></a:moveTo><a:lnTo><a:pt x="2485865" y="2652313"/></a:lnTo></a:path><a:path w="6329680" h="3097529"><a:moveTo><a:pt x="2644480" y="2652313"/></a:moveTo><a:lnTo><a:pt x="2631449" y="2652313"/></a:lnTo></a:path><a:path w="6329680" h="3097529"><a:moveTo><a:pt x="2289555" y="2652313"/></a:moveTo><a:lnTo><a:pt x="2276447" y="2652313"/></a:lnTo></a:path><a:path w="6329680" h="3097529"><a:moveTo><a:pt x="2695283" y="2652313"/></a:moveTo><a:lnTo><a:pt x="2708391" y="2652313"/></a:lnTo></a:path><a:path w="6329680" h="3097529"><a:moveTo><a:pt x="2080138" y="2652313"/></a:moveTo><a:lnTo><a:pt x="2067030" y="2652313"/></a:lnTo></a:path><a:path w="6329680" h="3097529"><a:moveTo><a:pt x="2016304" y="2652313"/></a:moveTo><a:lnTo><a:pt x="2003196" y="2652313"/></a:lnTo></a:path><a:path w="6329680" h="3097529"><a:moveTo><a:pt x="2422032" y="2652313"/></a:moveTo><a:lnTo><a:pt x="2435140" y="2652313"/></a:lnTo></a:path><a:path w="6329680" h="3097529"><a:moveTo><a:pt x="1114955" y="2652313"/></a:moveTo><a:lnTo><a:pt x="1117437" y="2652313"/></a:lnTo></a:path><a:path w="6329680" h="3097529"><a:moveTo><a:pt x="1098434" y="2652306"/></a:moveTo><a:lnTo><a:pt x="1100994" y="2652306"/></a:lnTo></a:path><a:path w="6329680" h="3097529"><a:moveTo><a:pt x="1073692" y="2652313"/></a:moveTo><a:lnTo><a:pt x="1086567" y="2652306"/></a:lnTo></a:path><a:path w="6329680" h="3097529"><a:moveTo><a:pt x="1091143" y="2652306"/></a:moveTo><a:lnTo><a:pt x="1098434" y="2652306"/></a:lnTo></a:path><a:path w="6329680" h="3097529"><a:moveTo><a:pt x="1384483" y="2652313"/></a:moveTo><a:lnTo><a:pt x="1371375" y="2652313"/></a:lnTo></a:path><a:path w="6329680" h="3097529"><a:moveTo><a:pt x="1657812" y="2652313"/></a:moveTo><a:lnTo><a:pt x="1644704" y="2652313"/></a:lnTo></a:path><a:path w="6329680" h="3097529"><a:moveTo><a:pt x="1803319" y="2652313"/></a:moveTo><a:lnTo><a:pt x="1790211" y="2652313"/></a:lnTo></a:path><a:path w="6329680" h="3097529"><a:moveTo><a:pt x="1448394" y="2652313"/></a:moveTo><a:lnTo><a:pt x="1435286" y="2652313"/></a:lnTo></a:path><a:path w="6329680" h="3097529"><a:moveTo><a:pt x="1238977" y="2652313"/></a:moveTo><a:lnTo><a:pt x="1225869" y="2652313"/></a:lnTo></a:path><a:path w="6329680" h="3097529"><a:moveTo><a:pt x="1175065" y="2652313"/></a:moveTo><a:lnTo><a:pt x="1161957" y="2652313"/></a:lnTo></a:path><a:path w="6329680" h="3097529"><a:moveTo><a:pt x="1580793" y="2652313"/></a:moveTo><a:lnTo><a:pt x="1593901" y="2652313"/></a:lnTo></a:path><a:path w="6329680" h="3097529"><a:moveTo><a:pt x="273716" y="2652313"/></a:moveTo><a:lnTo><a:pt x="276276" y="2652313"/></a:lnTo></a:path><a:path w="6329680" h="3097529"><a:moveTo><a:pt x="257273" y="2652306"/></a:moveTo><a:lnTo><a:pt x="259755" y="2652306"/></a:lnTo></a:path><a:path w="6329680" h="3097529"><a:moveTo><a:pt x="232531" y="2652313"/></a:moveTo><a:lnTo><a:pt x="245406" y="2652306"/></a:lnTo></a:path><a:path w="6329680" h="3097529"><a:moveTo><a:pt x="249905" y="2652306"/></a:moveTo><a:lnTo><a:pt x="257273" y="2652306"/></a:lnTo></a:path><a:path w="6329680" h="3097529"><a:moveTo><a:pt x="543322" y="2652313"/></a:moveTo><a:lnTo><a:pt x="530214" y="2652313"/></a:lnTo></a:path><a:path w="6329680" h="3097529"><a:moveTo><a:pt x="816573" y="2652313"/></a:moveTo><a:lnTo><a:pt x="803465" y="2652313"/></a:lnTo></a:path><a:path w="6329680" h="3097529"><a:moveTo><a:pt x="962157" y="2652313"/></a:moveTo><a:lnTo><a:pt x="949049" y="2652313"/></a:lnTo></a:path><a:path w="6329680" h="3097529"><a:moveTo><a:pt x="607156" y="2652313"/></a:moveTo><a:lnTo><a:pt x="594048" y="2652313"/></a:lnTo></a:path><a:path w="6329680" h="3097529"><a:moveTo><a:pt x="1012883" y="2652313"/></a:moveTo><a:lnTo><a:pt x="1025991" y="2652313"/></a:lnTo></a:path><a:path w="6329680" h="3097529"><a:moveTo><a:pt x="397738" y="2652313"/></a:moveTo><a:lnTo><a:pt x="384630" y="2652313"/></a:lnTo></a:path><a:path w="6329680" h="3097529"><a:moveTo><a:pt x="333904" y="2652313"/></a:moveTo><a:lnTo><a:pt x="320796" y="2652313"/></a:lnTo></a:path><a:path w="6329680" h="3097529"><a:moveTo><a:pt x="739632" y="2652313"/></a:moveTo><a:lnTo><a:pt x="752740" y="2652313"/></a:lnTo></a:path><a:path w="6329680" h="3097529"><a:moveTo><a:pt x="120919" y="2652313"/></a:moveTo><a:lnTo><a:pt x="107811" y="2652313"/></a:lnTo></a:path><a:path w="6329680" h="3097529"><a:moveTo><a:pt x="171722" y="2652313"/></a:moveTo><a:lnTo><a:pt x="184830" y="2652313"/></a:lnTo></a:path><a:path w="6329680" h="3097529"><a:moveTo><a:pt x="17296" y="2652763"/></a:moveTo><a:lnTo><a:pt x="17373" y="2652794"/></a:lnTo></a:path><a:path w="6329680" h="3097529"><a:moveTo><a:pt x="16753" y="2652639"/></a:moveTo><a:lnTo><a:pt x="16908" y="2652678"/></a:lnTo></a:path><a:path w="6329680" h="3097529"><a:moveTo><a:pt x="18304" y="2652515"/></a:moveTo><a:lnTo><a:pt x="18149" y="2652461"/></a:lnTo></a:path><a:path w="6329680" h="3097529"><a:moveTo><a:pt x="17761" y="2652880"/></a:moveTo><a:lnTo><a:pt x="17916" y="2652918"/></a:lnTo></a:path><a:path w="6329680" h="3097529"><a:moveTo><a:pt x="21174" y="2419891"/></a:moveTo><a:lnTo><a:pt x="21096" y="1458206"/></a:lnTo><a:lnTo><a:pt x="20941" y="535620"/></a:lnTo></a:path><a:path w="6329680" h="3097529"><a:moveTo><a:pt x="699222" y="15"/></a:moveTo><a:lnTo><a:pt x="699222" y="371398"/></a:lnTo></a:path><a:path w="6329680" h="3097529"><a:moveTo><a:pt x="792296" y="1062"/></a:moveTo><a:lnTo><a:pt x="792296" y="424109"/></a:lnTo></a:path><a:path w="6329680" h="3097529"><a:moveTo><a:pt x="1918421" y="2652313"/></a:moveTo><a:lnTo><a:pt x="1926953" y="2652306"/></a:lnTo></a:path><a:path w="6329680" h="3097529"><a:moveTo><a:pt x="3180" y="2652965"/></a:moveTo><a:lnTo><a:pt x="5817" y="2652965"/></a:lnTo></a:path><a:path w="6329680" h="3097529"><a:moveTo><a:pt x="628330" y="2978090"/></a:moveTo><a:lnTo><a:pt x="630657" y="2977291"/></a:lnTo></a:path></a:pathLst></a:custGeom><a:ln w="3878"><a:solidFill><a:srgbClr val="000000"/></a:solidFill></a:ln></p:spPr><p:txBody><a:bodyPr wrap="square" lIns="0" tIns="0" rIns="0" bIns="0" rtlCol="0"/><a:lstStyle/><a:p/></p:txBody></p:sp></p:grpSp><p:grpSp><p:nvGrpSpPr><p:cNvPr id="355" name="object 355"/><p:cNvGrpSpPr/><p:nvPr/></p:nvGrpSpPr><p:grpSpPr><a:xfrm><a:off x="3507102" y="4756691"/><a:ext cx="45720" cy="780415"/><a:chOff x="3507102" y="4756691"/><a:chExt cx="45720" cy="780415"/></a:xfrm></p:grpSpPr><p:sp><p:nvSpPr><p:cNvPr id="356" name="object 356"/><p:cNvSpPr/><p:nvPr/></p:nvSpPr><p:spPr><a:xfrm><a:off x="3537483" y="4763082"/><a:ext cx="635" cy="772160"/></a:xfrm><a:custGeom><a:avLst/><a:gdLst/><a:ahLst/><a:cxnLst/><a:rect l="l" t="t" r="r" b="b"/><a:pathLst><a:path w="635" h="772160"><a:moveTo><a:pt x="0" y="771595"/></a:moveTo><a:lnTo><a:pt x="271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357" name="object 357"/><p:cNvSpPr/><p:nvPr/></p:nvSpPr><p:spPr><a:xfrm><a:off x="3548520" y="4756691"/><a:ext cx="4445" cy="772160"/></a:xfrm><a:custGeom><a:avLst/><a:gdLst/><a:ahLst/><a:cxnLst/><a:rect l="l" t="t" r="r" b="b"/><a:pathLst><a:path w="4445" h="772160"><a:moveTo><a:pt x="3878" y="771843"/></a:moveTo><a:lnTo><a:pt x="0" y="771843"/></a:lnTo><a:lnTo><a:pt x="0" y="0"/></a:lnTo><a:lnTo><a:pt x="3878" y="0"/></a:lnTo><a:lnTo><a:pt x="3878" y="771843"/></a:lnTo><a:close/></a:path></a:pathLst></a:custGeom><a:solidFill><a:srgbClr val="000000"/></a:solidFill></p:spPr><p:txBody><a:bodyPr wrap="square" lIns="0" tIns="0" rIns="0" bIns="0" rtlCol="0"/><a:lstStyle/><a:p/></p:txBody></p:sp><p:sp><p:nvSpPr><p:cNvPr id="358" name="object 358"/><p:cNvSpPr/><p:nvPr/></p:nvSpPr><p:spPr><a:xfrm><a:off x="3522615" y="5464025"/><a:ext cx="0" cy="71755"/></a:xfrm><a:custGeom><a:avLst/><a:gdLst/><a:ahLst/><a:cxnLst/><a:rect l="l" t="t" r="r" b="b"/><a:pathLst><a:path w="0" h="71754"><a:moveTo><a:pt x="0" y="71434"/></a:moveTo><a:lnTo><a:pt x="0" y="0"/></a:lnTo></a:path></a:pathLst></a:custGeom><a:ln w="31024"><a:solidFill><a:srgbClr val="000000"/></a:solidFill></a:ln></p:spPr><p:txBody><a:bodyPr wrap="square" lIns="0" tIns="0" rIns="0" bIns="0" rtlCol="0"/><a:lstStyle/><a:p/></p:txBody></p:sp></p:grpSp><p:sp><p:nvSpPr><p:cNvPr id="359" name="object 359"/><p:cNvSpPr txBox="1"/><p:nvPr/></p:nvSpPr><p:spPr><a:xfrm><a:off x="3227022" y="6145949"/><a:ext cx="187388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FENCING</a:t></a:r><a:r><a:rPr dirty="0" sz="950" spc="60"><a:latin typeface="Calibri"/><a:cs typeface="Calibri"/></a:rPr><a:t> </a:t></a:r><a:r><a:rPr dirty="0" sz="950"><a:latin typeface="Calibri"/><a:cs typeface="Calibri"/></a:rPr><a:t>DETAILS</a:t></a:r><a:r><a:rPr dirty="0" sz="950" spc="60"><a:latin typeface="Calibri"/><a:cs typeface="Calibri"/></a:rPr><a:t> </a:t></a:r><a:r><a:rPr dirty="0" sz="950"><a:latin typeface="Calibri"/><a:cs typeface="Calibri"/></a:rPr><a:t>-</a:t></a:r><a:r><a:rPr dirty="0" sz="950" spc="65"><a:latin typeface="Calibri"/><a:cs typeface="Calibri"/></a:rPr><a:t> </a:t></a:r><a:r><a:rPr dirty="0" sz="950"><a:latin typeface="Calibri"/><a:cs typeface="Calibri"/></a:rPr><a:t>ISOMETRIC</a:t></a:r><a:r><a:rPr dirty="0" sz="950" spc="60"><a:latin typeface="Calibri"/><a:cs typeface="Calibri"/></a:rPr><a:t> </a:t></a:r><a:r><a:rPr dirty="0" sz="950" spc="-20"><a:latin typeface="Calibri"/><a:cs typeface="Calibri"/></a:rPr><a:t>VIEW</a:t></a:r><a:endParaRPr sz="950"><a:latin typeface="Calibri"/><a:cs typeface="Calibri"/></a:endParaRPr></a:p></p:txBody></p:sp><p:sp><p:nvSpPr><p:cNvPr id="360" name="object 360"/><p:cNvSpPr txBox="1"/><p:nvPr/></p:nvSpPr><p:spPr><a:xfrm><a:off x="2918069" y="6184629"/><a:ext cx="8890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50"><a:latin typeface="Calibri"/><a:cs typeface="Calibri"/></a:rPr><a:t>1</a:t></a:r><a:endParaRPr sz="950"><a:latin typeface="Calibri"/><a:cs typeface="Calibri"/></a:endParaRPr></a:p></p:txBody></p:sp><p:sp><p:nvSpPr><p:cNvPr id="361" name="object 361"/><p:cNvSpPr txBox="1"/><p:nvPr/></p:nvSpPr><p:spPr><a:xfrm><a:off x="2842446" y="6335875"/><a:ext cx="240029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0"><a:latin typeface="Calibri"/><a:cs typeface="Calibri"/></a:rPr><a:t>S3.0</a:t></a:r><a:endParaRPr sz="950"><a:latin typeface="Calibri"/><a:cs typeface="Calibri"/></a:endParaRPr></a:p></p:txBody></p:sp><p:grpSp><p:nvGrpSpPr><p:cNvPr id="362" name="object 362"/><p:cNvGrpSpPr/><p:nvPr/></p:nvGrpSpPr><p:grpSpPr><a:xfrm><a:off x="2735147" y="6130219"/><a:ext cx="3293745" cy="449580"/><a:chOff x="2735147" y="6130219"/><a:chExt cx="3293745" cy="449580"/></a:xfrm></p:grpSpPr><p:sp><p:nvSpPr><p:cNvPr id="363" name="object 363"/><p:cNvSpPr/><p:nvPr/></p:nvSpPr><p:spPr><a:xfrm><a:off x="2743092" y="6354772"/><a:ext cx="3281679" cy="0"/></a:xfrm><a:custGeom><a:avLst/><a:gdLst/><a:ahLst/><a:cxnLst/><a:rect l="l" t="t" r="r" b="b"/><a:pathLst><a:path w="3281679" h="0"><a:moveTo><a:pt x="0" y="0"/></a:moveTo><a:lnTo><a:pt x="3281365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64" name="object 364"/><p:cNvSpPr/><p:nvPr/></p:nvSpPr><p:spPr><a:xfrm><a:off x="2743084" y="6138156"/><a:ext cx="433705" cy="433705"/></a:xfrm><a:custGeom><a:avLst/><a:gdLst/><a:ahLst/><a:cxnLst/><a:rect l="l" t="t" r="r" b="b"/><a:pathLst><a:path w="433705" h="433704"><a:moveTo><a:pt x="0" y="216615"/></a:moveTo><a:lnTo><a:pt x="5721" y="166948"/></a:lnTo><a:lnTo><a:pt x="22018" y="121354"/></a:lnTo><a:lnTo><a:pt x="47591" y="81134"/></a:lnTo><a:lnTo><a:pt x="81138" y="47588"/></a:lnTo><a:lnTo><a:pt x="121360" y="22017"/></a:lnTo><a:lnTo><a:pt x="166955" y="5721"/></a:lnTo><a:lnTo><a:pt x="216623" y="0"/></a:lnTo><a:lnTo><a:pt x="266293" y="5721"/></a:lnTo><a:lnTo><a:pt x="311889" y="22017"/></a:lnTo><a:lnTo><a:pt x="352110" y="47588"/></a:lnTo><a:lnTo><a:pt x="385657" y="81134"/></a:lnTo><a:lnTo><a:pt x="411228" y="121354"/></a:lnTo><a:lnTo><a:pt x="427525" y="166948"/></a:lnTo><a:lnTo><a:pt x="433246" y="216615"/></a:lnTo><a:lnTo><a:pt x="427525" y="266285"/></a:lnTo><a:lnTo><a:pt x="411228" y="311881"/></a:lnTo><a:lnTo><a:pt x="385657" y="352103"/></a:lnTo><a:lnTo><a:pt x="352110" y="385649"/></a:lnTo><a:lnTo><a:pt x="311889" y="411221"/></a:lnTo><a:lnTo><a:pt x="266293" y="427517"/></a:lnTo><a:lnTo><a:pt x="216623" y="433238"/></a:lnTo><a:lnTo><a:pt x="166955" y="427517"/></a:lnTo><a:lnTo><a:pt x="121360" y="411221"/></a:lnTo><a:lnTo><a:pt x="81138" y="385649"/></a:lnTo><a:lnTo><a:pt x="47591" y="352103"/></a:lnTo><a:lnTo><a:pt x="22018" y="311881"/></a:lnTo><a:lnTo><a:pt x="5721" y="266285"/></a:lnTo><a:lnTo><a:pt x="0" y="216615"/></a:lnTo></a:path></a:pathLst></a:custGeom><a:ln w="15512"><a:solidFill><a:srgbClr val="000000"/></a:solidFill></a:ln></p:spPr><p:txBody><a:bodyPr wrap="square" lIns="0" tIns="0" rIns="0" bIns="0" rtlCol="0"/><a:lstStyle/><a:p/></p:txBody></p:sp></p:grpSp><p:sp><p:nvSpPr><p:cNvPr id="365" name="object 365"/><p:cNvSpPr txBox="1"/><p:nvPr/></p:nvSpPr><p:spPr><a:xfrm><a:off x="3193562" y="6418913"/><a:ext cx="59436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SCALE:</a:t></a:r><a:r><a:rPr dirty="0" sz="700" spc="135"><a:latin typeface="Verdana"/><a:cs typeface="Verdana"/></a:rPr><a:t> </a:t></a:r><a:r><a:rPr dirty="0" sz="700" spc="-25"><a:latin typeface="Verdana"/><a:cs typeface="Verdana"/></a:rPr><a:t>NTS</a:t></a:r><a:endParaRPr sz="700"><a:latin typeface="Verdana"/><a:cs typeface="Verdana"/></a:endParaRPr></a:p></p:txBody></p:sp><p:sp><p:nvSpPr><p:cNvPr id="366" name="object 366"/><p:cNvSpPr txBox="1"/><p:nvPr/></p:nvSpPr><p:spPr><a:xfrm><a:off x="12648927" y="6080137"/><a:ext cx="1991995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FENCING</a:t></a:r><a:r><a:rPr dirty="0" sz="950" spc="60"><a:latin typeface="Calibri"/><a:cs typeface="Calibri"/></a:rPr><a:t> </a:t></a:r><a:r><a:rPr dirty="0" sz="950"><a:latin typeface="Calibri"/><a:cs typeface="Calibri"/></a:rPr><a:t>DETAILS</a:t></a:r><a:r><a:rPr dirty="0" sz="950" spc="65"><a:latin typeface="Calibri"/><a:cs typeface="Calibri"/></a:rPr><a:t> </a:t></a:r><a:r><a:rPr dirty="0" sz="950"><a:latin typeface="Calibri"/><a:cs typeface="Calibri"/></a:rPr><a:t>-</a:t></a:r><a:r><a:rPr dirty="0" sz="950" spc="60"><a:latin typeface="Calibri"/><a:cs typeface="Calibri"/></a:rPr><a:t> </a:t></a:r><a:r><a:rPr dirty="0" sz="950"><a:latin typeface="Calibri"/><a:cs typeface="Calibri"/></a:rPr><a:t>PARKING</a:t></a:r><a:r><a:rPr dirty="0" sz="950" spc="65"><a:latin typeface="Calibri"/><a:cs typeface="Calibri"/></a:rPr><a:t> </a:t></a:r><a:r><a:rPr dirty="0" sz="950"><a:latin typeface="Calibri"/><a:cs typeface="Calibri"/></a:rPr><a:t>LOT</a:t></a:r><a:r><a:rPr dirty="0" sz="950" spc="65"><a:latin typeface="Calibri"/><a:cs typeface="Calibri"/></a:rPr><a:t> </a:t></a:r><a:r><a:rPr dirty="0" sz="950" spc="-20"><a:latin typeface="Calibri"/><a:cs typeface="Calibri"/></a:rPr><a:t>VIEW</a:t></a:r><a:endParaRPr sz="950"><a:latin typeface="Calibri"/><a:cs typeface="Calibri"/></a:endParaRPr></a:p></p:txBody></p:sp><p:sp><p:nvSpPr><p:cNvPr id="367" name="object 367"/><p:cNvSpPr txBox="1"/><p:nvPr/></p:nvSpPr><p:spPr><a:xfrm><a:off x="12339997" y="6118817"/><a:ext cx="8890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50"><a:latin typeface="Calibri"/><a:cs typeface="Calibri"/></a:rPr><a:t>2</a:t></a:r><a:endParaRPr sz="950"><a:latin typeface="Calibri"/><a:cs typeface="Calibri"/></a:endParaRPr></a:p></p:txBody></p:sp><p:sp><p:nvSpPr><p:cNvPr id="368" name="object 368"/><p:cNvSpPr txBox="1"/><p:nvPr/></p:nvSpPr><p:spPr><a:xfrm><a:off x="12264374" y="6270064"/><a:ext cx="240029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0"><a:latin typeface="Calibri"/><a:cs typeface="Calibri"/></a:rPr><a:t>S3.0</a:t></a:r><a:endParaRPr sz="950"><a:latin typeface="Calibri"/><a:cs typeface="Calibri"/></a:endParaRPr></a:p></p:txBody></p:sp><p:grpSp><p:nvGrpSpPr><p:cNvPr id="369" name="object 369"/><p:cNvGrpSpPr/><p:nvPr/></p:nvGrpSpPr><p:grpSpPr><a:xfrm><a:off x="12157059" y="6064399"/><a:ext cx="3293745" cy="449580"/><a:chOff x="12157059" y="6064399"/><a:chExt cx="3293745" cy="449580"/></a:xfrm></p:grpSpPr><p:sp><p:nvSpPr><p:cNvPr id="370" name="object 370"/><p:cNvSpPr/><p:nvPr/></p:nvSpPr><p:spPr><a:xfrm><a:off x="12164996" y="6288960"/><a:ext cx="3281679" cy="0"/></a:xfrm><a:custGeom><a:avLst/><a:gdLst/><a:ahLst/><a:cxnLst/><a:rect l="l" t="t" r="r" b="b"/><a:pathLst><a:path w="3281680" h="0"><a:moveTo><a:pt x="0" y="0"/></a:moveTo><a:lnTo><a:pt x="328142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71" name="object 371"/><p:cNvSpPr/><p:nvPr/></p:nvSpPr><p:spPr><a:xfrm><a:off x="12164996" y="6072337"/><a:ext cx="433705" cy="433705"/></a:xfrm><a:custGeom><a:avLst/><a:gdLst/><a:ahLst/><a:cxnLst/><a:rect l="l" t="t" r="r" b="b"/><a:pathLst><a:path w="433704" h="433704"><a:moveTo><a:pt x="0" y="216623"/></a:moveTo><a:lnTo><a:pt x="5723" y="166955"/></a:lnTo><a:lnTo><a:pt x="22025" y="121360"/></a:lnTo><a:lnTo><a:pt x="47604" y="81138"/></a:lnTo><a:lnTo><a:pt x="81156" y="47591"/></a:lnTo><a:lnTo><a:pt x="121380" y="22018"/></a:lnTo><a:lnTo><a:pt x="166972" y="5721"/></a:lnTo><a:lnTo><a:pt x="216630" y="0"/></a:lnTo><a:lnTo><a:pt x="266313" y="5721"/></a:lnTo><a:lnTo><a:pt x="311915" y="22018"/></a:lnTo><a:lnTo><a:pt x="352137" y="47591"/></a:lnTo><a:lnTo><a:pt x="385682" y="81138"/></a:lnTo><a:lnTo><a:pt x="411249" y="121360"/></a:lnTo><a:lnTo><a:pt x="427542" y="166955"/></a:lnTo><a:lnTo><a:pt x="433261" y="216623"/></a:lnTo><a:lnTo><a:pt x="427542" y="266293"/></a:lnTo><a:lnTo><a:pt x="411249" y="311889"/></a:lnTo><a:lnTo><a:pt x="385682" y="352110"/></a:lnTo><a:lnTo><a:pt x="352137" y="385657"/></a:lnTo><a:lnTo><a:pt x="311915" y="411228"/></a:lnTo><a:lnTo><a:pt x="266313" y="427525"/></a:lnTo><a:lnTo><a:pt x="216630" y="433246"/></a:lnTo><a:lnTo><a:pt x="166972" y="427525"/></a:lnTo><a:lnTo><a:pt x="121380" y="411228"/></a:lnTo><a:lnTo><a:pt x="81156" y="385657"/></a:lnTo><a:lnTo><a:pt x="47604" y="352110"/></a:lnTo><a:lnTo><a:pt x="22025" y="311889"/></a:lnTo><a:lnTo><a:pt x="5723" y="266293"/></a:lnTo><a:lnTo><a:pt x="0" y="216623"/></a:lnTo></a:path></a:pathLst></a:custGeom><a:ln w="15512"><a:solidFill><a:srgbClr val="000000"/></a:solidFill></a:ln></p:spPr><p:txBody><a:bodyPr wrap="square" lIns="0" tIns="0" rIns="0" bIns="0" rtlCol="0"/><a:lstStyle/><a:p/></p:txBody></p:sp></p:grpSp><p:sp><p:nvSpPr><p:cNvPr id="372" name="object 372"/><p:cNvSpPr txBox="1"/><p:nvPr/></p:nvSpPr><p:spPr><a:xfrm><a:off x="12615498" y="6353102"/><a:ext cx="59436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SCALE:</a:t></a:r><a:r><a:rPr dirty="0" sz="700" spc="135"><a:latin typeface="Verdana"/><a:cs typeface="Verdana"/></a:rPr><a:t> </a:t></a:r><a:r><a:rPr dirty="0" sz="700" spc="-25"><a:latin typeface="Verdana"/><a:cs typeface="Verdana"/></a:rPr><a:t>NTS</a:t></a:r><a:endParaRPr sz="700"><a:latin typeface="Verdana"/><a:cs typeface="Verdana"/></a:endParaRPr></a:p></p:txBody></p:sp><p:sp><p:nvSpPr><p:cNvPr id="373" name="object 373"/><p:cNvSpPr txBox="1"/><p:nvPr/></p:nvSpPr><p:spPr><a:xfrm><a:off x="6264789" y="12318978"/><a:ext cx="261493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><a:latin typeface="Calibri"/><a:cs typeface="Calibri"/></a:rPr><a:t>FENCING</a:t></a:r><a:r><a:rPr dirty="0" sz="950" spc="60"><a:latin typeface="Calibri"/><a:cs typeface="Calibri"/></a:rPr><a:t> </a:t></a:r><a:r><a:rPr dirty="0" sz="950"><a:latin typeface="Calibri"/><a:cs typeface="Calibri"/></a:rPr><a:t>DETAILS</a:t></a:r><a:r><a:rPr dirty="0" sz="950" spc="65"><a:latin typeface="Calibri"/><a:cs typeface="Calibri"/></a:rPr><a:t> </a:t></a:r><a:r><a:rPr dirty="0" sz="950"><a:latin typeface="Calibri"/><a:cs typeface="Calibri"/></a:rPr><a:t>-</a:t></a:r><a:r><a:rPr dirty="0" sz="950" spc="60"><a:latin typeface="Calibri"/><a:cs typeface="Calibri"/></a:rPr><a:t> </a:t></a:r><a:r><a:rPr dirty="0" sz="950"><a:latin typeface="Calibri"/><a:cs typeface="Calibri"/></a:rPr><a:t>CLAREMONT</a:t></a:r><a:r><a:rPr dirty="0" sz="950" spc="65"><a:latin typeface="Calibri"/><a:cs typeface="Calibri"/></a:rPr><a:t> </a:t></a:r><a:r><a:rPr dirty="0" sz="950"><a:latin typeface="Calibri"/><a:cs typeface="Calibri"/></a:rPr><a:t>AVE.</a:t></a:r><a:r><a:rPr dirty="0" sz="950" spc="65"><a:latin typeface="Calibri"/><a:cs typeface="Calibri"/></a:rPr><a:t> </a:t></a:r><a:r><a:rPr dirty="0" sz="950"><a:latin typeface="Calibri"/><a:cs typeface="Calibri"/></a:rPr><a:t>STREET</a:t></a:r><a:r><a:rPr dirty="0" sz="950" spc="60"><a:latin typeface="Calibri"/><a:cs typeface="Calibri"/></a:rPr><a:t> </a:t></a:r><a:r><a:rPr dirty="0" sz="950" spc="-20"><a:latin typeface="Calibri"/><a:cs typeface="Calibri"/></a:rPr><a:t>VIEW</a:t></a:r><a:endParaRPr sz="950"><a:latin typeface="Calibri"/><a:cs typeface="Calibri"/></a:endParaRPr></a:p></p:txBody></p:sp><p:sp><p:nvSpPr><p:cNvPr id="374" name="object 374"/><p:cNvSpPr txBox="1"/><p:nvPr/></p:nvSpPr><p:spPr><a:xfrm><a:off x="5955836" y="12357603"/><a:ext cx="8890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50"><a:latin typeface="Calibri"/><a:cs typeface="Calibri"/></a:rPr><a:t>3</a:t></a:r><a:endParaRPr sz="950"><a:latin typeface="Calibri"/><a:cs typeface="Calibri"/></a:endParaRPr></a:p></p:txBody></p:sp><p:sp><p:nvSpPr><p:cNvPr id="375" name="object 375"/><p:cNvSpPr txBox="1"/><p:nvPr/></p:nvSpPr><p:spPr><a:xfrm><a:off x="5880213" y="12508850"/><a:ext cx="240029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spc="-20"><a:latin typeface="Calibri"/><a:cs typeface="Calibri"/></a:rPr><a:t>S3.0</a:t></a:r><a:endParaRPr sz="950"><a:latin typeface="Calibri"/><a:cs typeface="Calibri"/></a:endParaRPr></a:p></p:txBody></p:sp><p:grpSp><p:nvGrpSpPr><p:cNvPr id="376" name="object 376"/><p:cNvGrpSpPr/><p:nvPr/></p:nvGrpSpPr><p:grpSpPr><a:xfrm><a:off x="5772921" y="12303186"/><a:ext cx="3293745" cy="449580"/><a:chOff x="5772921" y="12303186"/><a:chExt cx="3293745" cy="449580"/></a:xfrm></p:grpSpPr><p:sp><p:nvSpPr><p:cNvPr id="377" name="object 377"/><p:cNvSpPr/><p:nvPr/></p:nvSpPr><p:spPr><a:xfrm><a:off x="5780859" y="12527754"/><a:ext cx="3281679" cy="0"/></a:xfrm><a:custGeom><a:avLst/><a:gdLst/><a:ahLst/><a:cxnLst/><a:rect l="l" t="t" r="r" b="b"/><a:pathLst><a:path w="3281679" h="0"><a:moveTo><a:pt x="0" y="0"/></a:moveTo><a:lnTo><a:pt x="3281342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78" name="object 378"/><p:cNvSpPr/><p:nvPr/></p:nvSpPr><p:spPr><a:xfrm><a:off x="5780859" y="12311123"/><a:ext cx="433705" cy="433705"/></a:xfrm><a:custGeom><a:avLst/><a:gdLst/><a:ahLst/><a:cxnLst/><a:rect l="l" t="t" r="r" b="b"/><a:pathLst><a:path w="433704" h="433704"><a:moveTo><a:pt x="0" y="216630"/></a:moveTo><a:lnTo><a:pt x="5721" y="166972"/></a:lnTo><a:lnTo><a:pt x="22017" y="121380"/></a:lnTo><a:lnTo><a:pt x="47589" y="81156"/></a:lnTo><a:lnTo><a:pt x="81135" y="47604"/></a:lnTo><a:lnTo><a:pt x="121357" y="22025"/></a:lnTo><a:lnTo><a:pt x="166952" y="5723"/></a:lnTo><a:lnTo><a:pt x="216623" y="0"/></a:lnTo><a:lnTo><a:pt x="266291" y="5723"/></a:lnTo><a:lnTo><a:pt x="311886" y="22025"/></a:lnTo><a:lnTo><a:pt x="352107" y="47604"/></a:lnTo><a:lnTo><a:pt x="385654" y="81156"/></a:lnTo><a:lnTo><a:pt x="411227" y="121380"/></a:lnTo><a:lnTo><a:pt x="427524" y="166972"/></a:lnTo><a:lnTo><a:pt x="433246" y="216630"/></a:lnTo><a:lnTo><a:pt x="427524" y="266313"/></a:lnTo><a:lnTo><a:pt x="411227" y="311915"/></a:lnTo><a:lnTo><a:pt x="385654" y="352137"/></a:lnTo><a:lnTo><a:pt x="352107" y="385682"/></a:lnTo><a:lnTo><a:pt x="311886" y="411249"/></a:lnTo><a:lnTo><a:pt x="266291" y="427542"/></a:lnTo><a:lnTo><a:pt x="216623" y="433261"/></a:lnTo><a:lnTo><a:pt x="166952" y="427542"/></a:lnTo><a:lnTo><a:pt x="121357" y="411249"/></a:lnTo><a:lnTo><a:pt x="81135" y="385682"/></a:lnTo><a:lnTo><a:pt x="47589" y="352137"/></a:lnTo><a:lnTo><a:pt x="22017" y="311915"/></a:lnTo><a:lnTo><a:pt x="5721" y="266313"/></a:lnTo><a:lnTo><a:pt x="0" y="216630"/></a:lnTo></a:path></a:pathLst></a:custGeom><a:ln w="15512"><a:solidFill><a:srgbClr val="000000"/></a:solidFill></a:ln></p:spPr><p:txBody><a:bodyPr wrap="square" lIns="0" tIns="0" rIns="0" bIns="0" rtlCol="0"/><a:lstStyle/><a:p/></p:txBody></p:sp></p:grpSp><p:sp><p:nvSpPr><p:cNvPr id="379" name="object 379"/><p:cNvSpPr txBox="1"/><p:nvPr/></p:nvSpPr><p:spPr><a:xfrm><a:off x="6231329" y="12591919"/><a:ext cx="59436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SCALE:</a:t></a:r><a:r><a:rPr dirty="0" sz="700" spc="135"><a:latin typeface="Verdana"/><a:cs typeface="Verdana"/></a:rPr><a:t> </a:t></a:r><a:r><a:rPr dirty="0" sz="700" spc="-25"><a:latin typeface="Verdana"/><a:cs typeface="Verdana"/></a:rPr><a:t>NTS</a:t></a:r><a:endParaRPr sz="700"><a:latin typeface="Verdana"/><a:cs typeface="Verdana"/></a:endParaRPr></a:p></p:txBody></p:sp><p:grpSp><p:nvGrpSpPr><p:cNvPr id="380" name="object 380"/><p:cNvGrpSpPr/><p:nvPr/></p:nvGrpSpPr><p:grpSpPr><a:xfrm><a:off x="16211722" y="2281203"/><a:ext cx="286385" cy="2275205"/><a:chOff x="16211722" y="2281203"/><a:chExt cx="286385" cy="2275205"/></a:xfrm></p:grpSpPr><p:sp><p:nvSpPr><p:cNvPr id="381" name="object 381"/><p:cNvSpPr/><p:nvPr/></p:nvSpPr><p:spPr><a:xfrm><a:off x="16211715" y="2302539"/><a:ext cx="184785" cy="2232660"/></a:xfrm><a:custGeom><a:avLst/><a:gdLst/><a:ahLst/><a:cxnLst/><a:rect l="l" t="t" r="r" b="b"/><a:pathLst><a:path w="184784" h="2232660"><a:moveTo><a:pt x="184594" y="0"/></a:moveTo><a:lnTo><a:pt x="141935" y="0"/></a:lnTo><a:lnTo><a:pt x="0" y="0"/></a:lnTo><a:lnTo><a:pt x="0" y="3873"/></a:lnTo><a:lnTo><a:pt x="140004" y="3873"/></a:lnTo><a:lnTo><a:pt x="140004" y="2228215"/></a:lnTo><a:lnTo><a:pt x="12725" y="2228215"/></a:lnTo><a:lnTo><a:pt x="12725" y="2232101"/></a:lnTo><a:lnTo><a:pt x="141935" y="2232101"/></a:lnTo><a:lnTo><a:pt x="184594" y="2232101"/></a:lnTo><a:lnTo><a:pt x="184594" y="2228215"/></a:lnTo><a:lnTo><a:pt x="143878" y="2228215"/></a:lnTo><a:lnTo><a:pt x="143878" y="3873"/></a:lnTo><a:lnTo><a:pt x="184594" y="3873"/></a:lnTo><a:lnTo><a:pt x="184594" y="0"/></a:lnTo><a:close/></a:path></a:pathLst></a:custGeom><a:solidFill><a:srgbClr val="000000"/></a:solidFill></p:spPr><p:txBody><a:bodyPr wrap="square" lIns="0" tIns="0" rIns="0" bIns="0" rtlCol="0"/><a:lstStyle/><a:p/></p:txBody></p:sp><p:sp><p:nvSpPr><p:cNvPr id="382" name="object 382"/><p:cNvSpPr/><p:nvPr/></p:nvSpPr><p:spPr><a:xfrm><a:off x="16342026" y="4521058"/><a:ext cx="23495" cy="23495"/></a:xfrm><a:custGeom><a:avLst/><a:gdLst/><a:ahLst/><a:cxnLst/><a:rect l="l" t="t" r="r" b="b"/><a:pathLst><a:path w="23494" h="23495"><a:moveTo><a:pt x="0" y="0"/></a:moveTo><a:lnTo><a:pt x="23268" y="23268"/></a:lnTo></a:path></a:pathLst></a:custGeom><a:ln w="7756"><a:solidFill><a:srgbClr val="000000"/></a:solidFill></a:ln></p:spPr><p:txBody><a:bodyPr wrap="square" lIns="0" tIns="0" rIns="0" bIns="0" rtlCol="0"/><a:lstStyle/><a:p/></p:txBody></p:sp><p:sp><p:nvSpPr><p:cNvPr id="383" name="object 383"/><p:cNvSpPr/><p:nvPr/></p:nvSpPr><p:spPr><a:xfrm><a:off x="16351721" y="4532692"/><a:ext cx="4445" cy="23495"/></a:xfrm><a:custGeom><a:avLst/><a:gdLst/><a:ahLst/><a:cxnLst/><a:rect l="l" t="t" r="r" b="b"/><a:pathLst><a:path w="4444" h="23495"><a:moveTo><a:pt x="3878" y="23268"/></a:moveTo><a:lnTo><a:pt x="0" y="23268"/></a:lnTo><a:lnTo><a:pt x="0" y="0"/></a:lnTo><a:lnTo><a:pt x="3878" y="0"/></a:lnTo><a:lnTo><a:pt x="3878" y="23268"/></a:lnTo><a:close/></a:path></a:pathLst></a:custGeom><a:solidFill><a:srgbClr val="000000"/></a:solidFill></p:spPr><p:txBody><a:bodyPr wrap="square" lIns="0" tIns="0" rIns="0" bIns="0" rtlCol="0"/><a:lstStyle/><a:p/></p:txBody></p:sp><p:sp><p:nvSpPr><p:cNvPr id="384" name="object 384"/><p:cNvSpPr/><p:nvPr/></p:nvSpPr><p:spPr><a:xfrm><a:off x="16342026" y="2292838"/><a:ext cx="23495" cy="23495"/></a:xfrm><a:custGeom><a:avLst/><a:gdLst/><a:ahLst/><a:cxnLst/><a:rect l="l" t="t" r="r" b="b"/><a:pathLst><a:path w="23494" h="23494"><a:moveTo><a:pt x="23268" y="23268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85" name="object 385"/><p:cNvSpPr/><p:nvPr/></p:nvSpPr><p:spPr><a:xfrm><a:off x="16351721" y="2281203"/><a:ext cx="4445" cy="23495"/></a:xfrm><a:custGeom><a:avLst/><a:gdLst/><a:ahLst/><a:cxnLst/><a:rect l="l" t="t" r="r" b="b"/><a:pathLst><a:path w="4444" h="23494"><a:moveTo><a:pt x="3878" y="23268"/></a:moveTo><a:lnTo><a:pt x="0" y="23268"/></a:lnTo><a:lnTo><a:pt x="0" y="0"/></a:lnTo><a:lnTo><a:pt x="3878" y="0"/></a:lnTo><a:lnTo><a:pt x="3878" y="23268"/></a:lnTo><a:close/></a:path></a:pathLst></a:custGeom><a:solidFill><a:srgbClr val="000000"/></a:solidFill></p:spPr><p:txBody><a:bodyPr wrap="square" lIns="0" tIns="0" rIns="0" bIns="0" rtlCol="0"/><a:lstStyle/><a:p/></p:txBody></p:sp><p:sp><p:nvSpPr><p:cNvPr id="386" name="object 386"/><p:cNvSpPr/><p:nvPr/></p:nvSpPr><p:spPr><a:xfrm><a:off x="16381738" y="3254343"/><a:ext cx="112395" cy="328930"/></a:xfrm><a:custGeom><a:avLst/><a:gdLst/><a:ahLst/><a:cxnLst/><a:rect l="l" t="t" r="r" b="b"/><a:pathLst><a:path w="112394" h="328929"><a:moveTo><a:pt x="112077" y="328475"/></a:moveTo><a:lnTo><a:pt x="0" y="328475"/></a:lnTo><a:lnTo><a:pt x="0" y="0"/></a:lnTo><a:lnTo><a:pt x="112077" y="0"/></a:lnTo><a:lnTo><a:pt x="112077" y="328475"/></a:lnTo><a:close/></a:path></a:pathLst></a:custGeom><a:solidFill><a:srgbClr val="FFFFFF"/></a:solidFill></p:spPr><p:txBody><a:bodyPr wrap="square" lIns="0" tIns="0" rIns="0" bIns="0" rtlCol="0"/><a:lstStyle/><a:p/></p:txBody></p:sp><p:sp><p:nvSpPr><p:cNvPr id="387" name="object 387"/><p:cNvSpPr/><p:nvPr/></p:nvSpPr><p:spPr><a:xfrm><a:off x="16381738" y="3254343"/><a:ext cx="112395" cy="328930"/></a:xfrm><a:custGeom><a:avLst/><a:gdLst/><a:ahLst/><a:cxnLst/><a:rect l="l" t="t" r="r" b="b"/><a:pathLst><a:path w="112394" h="328929"><a:moveTo><a:pt x="0" y="328475"/></a:moveTo><a:lnTo><a:pt x="0" y="0"/></a:lnTo><a:lnTo><a:pt x="112077" y="0"/></a:lnTo><a:lnTo><a:pt x="112077" y="328475"/></a:lnTo><a:lnTo><a:pt x="0" y="328475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388" name="object 388"/><p:cNvSpPr txBox="1"/><p:nvPr/></p:nvSpPr><p:spPr><a:xfrm><a:off x="16368531" y="3291736"/><a:ext cx="139065" cy="254000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><a:latin typeface="Verdana"/><a:cs typeface="Verdana"/></a:rPr><a:t>8&apos;-</a:t></a:r><a:r><a:rPr dirty="0" sz="700" spc="-25"><a:latin typeface="Verdana"/><a:cs typeface="Verdana"/></a:rPr><a:t>0&quot;</a:t></a:r><a:endParaRPr sz="700"><a:latin typeface="Verdana"/><a:cs typeface="Verdana"/></a:endParaRPr></a:p></p:txBody></p:sp><p:grpSp><p:nvGrpSpPr><p:cNvPr id="389" name="object 389"/><p:cNvGrpSpPr/><p:nvPr/></p:nvGrpSpPr><p:grpSpPr><a:xfrm><a:off x="1483188" y="7796467"/><a:ext cx="1007110" cy="2279650"/><a:chOff x="1483188" y="7796467"/><a:chExt cx="1007110" cy="2279650"/></a:xfrm></p:grpSpPr><p:sp><p:nvSpPr><p:cNvPr id="390" name="object 390"/><p:cNvSpPr/><p:nvPr/></p:nvSpPr><p:spPr><a:xfrm><a:off x="1584744" y="7817806"/><a:ext cx="905510" cy="2237105"/></a:xfrm><a:custGeom><a:avLst/><a:gdLst/><a:ahLst/><a:cxnLst/><a:rect l="l" t="t" r="r" b="b"/><a:pathLst><a:path w="905510" h="2237104"><a:moveTo><a:pt x="905230" y="2233015"/></a:moveTo><a:lnTo><a:pt x="44602" y="2233015"/></a:lnTo><a:lnTo><a:pt x="44602" y="3873"/></a:lnTo><a:lnTo><a:pt x="899604" y="3873"/></a:lnTo><a:lnTo><a:pt x="899604" y="0"/></a:lnTo><a:lnTo><a:pt x="42659" y="0"/></a:lnTo><a:lnTo><a:pt x="0" y="0"/></a:lnTo><a:lnTo><a:pt x="0" y="3873"/></a:lnTo><a:lnTo><a:pt x="40728" y="3873"/></a:lnTo><a:lnTo><a:pt x="40728" y="2233015"/></a:lnTo><a:lnTo><a:pt x="0" y="2233015"/></a:lnTo><a:lnTo><a:pt x="0" y="2236889"/></a:lnTo><a:lnTo><a:pt x="42659" y="2236889"/></a:lnTo><a:lnTo><a:pt x="905230" y="2236889"/></a:lnTo><a:lnTo><a:pt x="905230" y="2233015"/></a:lnTo><a:close/></a:path></a:pathLst></a:custGeom><a:solidFill><a:srgbClr val="000000"/></a:solidFill></p:spPr><p:txBody><a:bodyPr wrap="square" lIns="0" tIns="0" rIns="0" bIns="0" rtlCol="0"/><a:lstStyle/><a:p/></p:txBody></p:sp><p:sp><p:nvSpPr><p:cNvPr id="391" name="object 391"/><p:cNvSpPr/><p:nvPr/></p:nvSpPr><p:spPr><a:xfrm><a:off x="1615781" y="10041115"/><a:ext cx="23495" cy="23495"/></a:xfrm><a:custGeom><a:avLst/><a:gdLst/><a:ahLst/><a:cxnLst/><a:rect l="l" t="t" r="r" b="b"/><a:pathLst><a:path w="23494" h="23495"><a:moveTo><a:pt x="0" y="0"/></a:moveTo><a:lnTo><a:pt x="23268" y="23268"/></a:lnTo></a:path></a:pathLst></a:custGeom><a:ln w="7756"><a:solidFill><a:srgbClr val="000000"/></a:solidFill></a:ln></p:spPr><p:txBody><a:bodyPr wrap="square" lIns="0" tIns="0" rIns="0" bIns="0" rtlCol="0"/><a:lstStyle/><a:p/></p:txBody></p:sp><p:sp><p:nvSpPr><p:cNvPr id="392" name="object 392"/><p:cNvSpPr/><p:nvPr/></p:nvSpPr><p:spPr><a:xfrm><a:off x="1625476" y="10052749"/><a:ext cx="4445" cy="23495"/></a:xfrm><a:custGeom><a:avLst/><a:gdLst/><a:ahLst/><a:cxnLst/><a:rect l="l" t="t" r="r" b="b"/><a:pathLst><a:path w="4444" h="23495"><a:moveTo><a:pt x="3878" y="23268"/></a:moveTo><a:lnTo><a:pt x="0" y="23268"/></a:lnTo><a:lnTo><a:pt x="0" y="0"/></a:lnTo><a:lnTo><a:pt x="3878" y="0"/></a:lnTo><a:lnTo><a:pt x="3878" y="23268"/></a:lnTo><a:close/></a:path></a:pathLst></a:custGeom><a:solidFill><a:srgbClr val="000000"/></a:solidFill></p:spPr><p:txBody><a:bodyPr wrap="square" lIns="0" tIns="0" rIns="0" bIns="0" rtlCol="0"/><a:lstStyle/><a:p/></p:txBody></p:sp><p:sp><p:nvSpPr><p:cNvPr id="393" name="object 393"/><p:cNvSpPr/><p:nvPr/></p:nvSpPr><p:spPr><a:xfrm><a:off x="1615781" y="7808101"/><a:ext cx="23495" cy="23495"/></a:xfrm><a:custGeom><a:avLst/><a:gdLst/><a:ahLst/><a:cxnLst/><a:rect l="l" t="t" r="r" b="b"/><a:pathLst><a:path w="23494" h="23495"><a:moveTo><a:pt x="23268" y="23268"/></a:move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394" name="object 394"/><p:cNvSpPr/><p:nvPr/></p:nvSpPr><p:spPr><a:xfrm><a:off x="1625476" y="7796467"/><a:ext cx="4445" cy="23495"/></a:xfrm><a:custGeom><a:avLst/><a:gdLst/><a:ahLst/><a:cxnLst/><a:rect l="l" t="t" r="r" b="b"/><a:pathLst><a:path w="4444" h="23495"><a:moveTo><a:pt x="3878" y="23268"/></a:moveTo><a:lnTo><a:pt x="0" y="23268"/></a:lnTo><a:lnTo><a:pt x="0" y="0"/></a:lnTo><a:lnTo><a:pt x="3878" y="0"/></a:lnTo><a:lnTo><a:pt x="3878" y="23268"/></a:lnTo><a:close/></a:path></a:pathLst></a:custGeom><a:solidFill><a:srgbClr val="000000"/></a:solidFill></p:spPr><p:txBody><a:bodyPr wrap="square" lIns="0" tIns="0" rIns="0" bIns="0" rtlCol="0"/><a:lstStyle/><a:p/></p:txBody></p:sp><p:sp><p:nvSpPr><p:cNvPr id="395" name="object 395"/><p:cNvSpPr/><p:nvPr/></p:nvSpPr><p:spPr><a:xfrm><a:off x="1487315" y="8772042"/><a:ext cx="112395" cy="328930"/></a:xfrm><a:custGeom><a:avLst/><a:gdLst/><a:ahLst/><a:cxnLst/><a:rect l="l" t="t" r="r" b="b"/><a:pathLst><a:path w="112394" h="328929"><a:moveTo><a:pt x="0" y="328475"/></a:moveTo><a:lnTo><a:pt x="0" y="0"/></a:lnTo><a:lnTo><a:pt x="112077" y="0"/></a:lnTo><a:lnTo><a:pt x="112077" y="328475"/></a:lnTo><a:lnTo><a:pt x="0" y="328475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396" name="object 396"/><p:cNvSpPr txBox="1"/><p:nvPr/></p:nvSpPr><p:spPr><a:xfrm><a:off x="1474138" y="8809132"/><a:ext cx="139065" cy="254000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><a:latin typeface="Verdana"/><a:cs typeface="Verdana"/></a:rPr><a:t>8&apos;-</a:t></a:r><a:r><a:rPr dirty="0" sz="700" spc="-25"><a:latin typeface="Verdana"/><a:cs typeface="Verdana"/></a:rPr><a:t>0&quot;</a:t></a:r><a:endParaRPr sz="700"><a:latin typeface="Verdana"/><a:cs typeface="Verdana"/></a:endParaRPr></a:p></p:txBody></p:sp><p:grpSp><p:nvGrpSpPr><p:cNvPr id="397" name="object 397"/><p:cNvGrpSpPr/><p:nvPr/></p:nvGrpSpPr><p:grpSpPr><a:xfrm><a:off x="1873435" y="2634924"/><a:ext cx="2497455" cy="817880"/><a:chOff x="1873435" y="2634924"/><a:chExt cx="2497455" cy="817880"/></a:xfrm></p:grpSpPr><p:sp><p:nvSpPr><p:cNvPr id="398" name="object 398"/><p:cNvSpPr/><p:nvPr/></p:nvSpPr><p:spPr><a:xfrm><a:off x="2965726" y="2644262"/><a:ext cx="1402715" cy="806450"/></a:xfrm><a:custGeom><a:avLst/><a:gdLst/><a:ahLst/><a:cxnLst/><a:rect l="l" t="t" r="r" b="b"/><a:pathLst><a:path w="1402714" h="806450"><a:moveTo><a:pt x="0" y="702255"/></a:moveTo><a:lnTo><a:pt x="119523" y="806227"/></a:lnTo></a:path><a:path w="1402714" h="806450"><a:moveTo><a:pt x="856440" y="235059"/></a:moveTo><a:lnTo><a:pt x="975971" y="339031"/></a:lnTo></a:path><a:path w="1402714" h="806450"><a:moveTo><a:pt x="1282970" y="0"/></a:moveTo><a:lnTo><a:pt x="1402493" y="103972"/></a:lnTo></a:path></a:pathLst></a:custGeom><a:ln w="3878"><a:solidFill><a:srgbClr val="000000"/></a:solidFill></a:ln></p:spPr><p:txBody><a:bodyPr wrap="square" lIns="0" tIns="0" rIns="0" bIns="0" rtlCol="0"/><a:lstStyle/><a:p/></p:txBody></p:sp><p:sp><p:nvSpPr><p:cNvPr id="399" name="object 399"/><p:cNvSpPr/><p:nvPr/></p:nvSpPr><p:spPr><a:xfrm><a:off x="1873435" y="2634924"/><a:ext cx="973455" cy="112395"/></a:xfrm><a:custGeom><a:avLst/><a:gdLst/><a:ahLst/><a:cxnLst/><a:rect l="l" t="t" r="r" b="b"/><a:pathLst><a:path w="973455" h="112394"><a:moveTo><a:pt x="973404" y="112077"/></a:moveTo><a:lnTo><a:pt x="0" y="112077"/></a:lnTo><a:lnTo><a:pt x="0" y="0"/></a:lnTo><a:lnTo><a:pt x="973404" y="0"/></a:lnTo><a:lnTo><a:pt x="973404" y="112077"/></a:lnTo><a:close/></a:path></a:pathLst></a:custGeom><a:solidFill><a:srgbClr val="FFFFFF"/></a:solidFill></p:spPr><p:txBody><a:bodyPr wrap="square" lIns="0" tIns="0" rIns="0" bIns="0" rtlCol="0"/><a:lstStyle/><a:p/></p:txBody></p:sp></p:grpSp><p:sp><p:nvSpPr><p:cNvPr id="400" name="object 400"/><p:cNvSpPr txBox="1"/><p:nvPr/></p:nvSpPr><p:spPr><a:xfrm><a:off x="1876247" y="2622224"/><a:ext cx="869315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BESS</a:t></a:r><a:r><a:rPr dirty="0" sz="700" spc="100"><a:latin typeface="Verdana"/><a:cs typeface="Verdana"/></a:rPr><a:t> </a:t></a:r><a:r><a:rPr dirty="0" sz="700" spc="-10"><a:latin typeface="Verdana"/><a:cs typeface="Verdana"/></a:rPr><a:t>CONTAINER</a:t></a:r><a:endParaRPr sz="700"><a:latin typeface="Verdana"/><a:cs typeface="Verdana"/></a:endParaRPr></a:p></p:txBody></p:sp><p:grpSp><p:nvGrpSpPr><p:cNvPr id="401" name="object 401"/><p:cNvGrpSpPr/><p:nvPr/></p:nvGrpSpPr><p:grpSpPr><a:xfrm><a:off x="2799199" y="2686835"/><a:ext cx="701040" cy="587375"/><a:chOff x="2799199" y="2686835"/><a:chExt cx="701040" cy="587375"/></a:xfrm></p:grpSpPr><p:sp><p:nvSpPr><p:cNvPr id="402" name="object 402"/><p:cNvSpPr/><p:nvPr/></p:nvSpPr><p:spPr><a:xfrm><a:off x="2803327" y="2690963"/><a:ext cx="645795" cy="527685"/></a:xfrm><a:custGeom><a:avLst/><a:gdLst/><a:ahLst/><a:cxnLst/><a:rect l="l" t="t" r="r" b="b"/><a:pathLst><a:path w="645795" h="527685"><a:moveTo><a:pt x="645720" y="527181"/></a:moveTo><a:lnTo><a:pt x="167976" y="0"/></a:lnTo><a:lnTo><a:pt x="47390" y="0"/></a:lnTo><a:lnTo><a:pt x="0" y="0"/></a:lnTo></a:path></a:pathLst></a:custGeom><a:ln w="7756"><a:solidFill><a:srgbClr val="070707"/></a:solidFill></a:ln></p:spPr><p:txBody><a:bodyPr wrap="square" lIns="0" tIns="0" rIns="0" bIns="0" rtlCol="0"/><a:lstStyle/><a:p/></p:txBody></p:sp><p:sp><p:nvSpPr><p:cNvPr id="403" name="object 403"/><p:cNvSpPr/><p:nvPr/></p:nvSpPr><p:spPr><a:xfrm><a:off x="3440337" y="3210233"/><a:ext cx="55880" cy="59690"/></a:xfrm><a:custGeom><a:avLst/><a:gdLst/><a:ahLst/><a:cxnLst/><a:rect l="l" t="t" r="r" b="b"/><a:pathLst><a:path w="55879" h="59689"><a:moveTo><a:pt x="55495" y="59536"/></a:moveTo><a:lnTo><a:pt x="0" y="15628"/></a:lnTo><a:lnTo><a:pt x="17242" y="0"/></a:lnTo><a:lnTo><a:pt x="55495" y="59536"/></a:lnTo><a:close/></a:path></a:pathLst></a:custGeom><a:solidFill><a:srgbClr val="070707"/></a:solidFill></p:spPr><p:txBody><a:bodyPr wrap="square" lIns="0" tIns="0" rIns="0" bIns="0" rtlCol="0"/><a:lstStyle/><a:p/></p:txBody></p:sp><p:sp><p:nvSpPr><p:cNvPr id="404" name="object 404"/><p:cNvSpPr/><p:nvPr/></p:nvSpPr><p:spPr><a:xfrm><a:off x="3440337" y="3210233"/><a:ext cx="55880" cy="59690"/></a:xfrm><a:custGeom><a:avLst/><a:gdLst/><a:ahLst/><a:cxnLst/><a:rect l="l" t="t" r="r" b="b"/><a:pathLst><a:path w="55879" h="59689"><a:moveTo><a:pt x="55495" y="59536"/></a:moveTo><a:lnTo><a:pt x="0" y="15628"/></a:lnTo><a:lnTo><a:pt x="17242" y="0"/></a:lnTo><a:lnTo><a:pt x="55495" y="59536"/></a:lnTo><a:close/></a:path></a:pathLst></a:custGeom><a:ln w="7756"><a:solidFill><a:srgbClr val="070707"/></a:solidFill></a:ln></p:spPr><p:txBody><a:bodyPr wrap="square" lIns="0" tIns="0" rIns="0" bIns="0" rtlCol="0"/><a:lstStyle/><a:p/></p:txBody></p:sp></p:grpSp><p:sp><p:nvSpPr><p:cNvPr id="405" name="object 405"/><p:cNvSpPr txBox="1"/><p:nvPr/></p:nvSpPr><p:spPr><a:xfrm><a:off x="6780224" y="1927883"/><a:ext cx="819150" cy="112395"/></a:xfrm><a:prstGeom prst="rect"><a:avLst/></a:prstGeom><a:solidFill><a:srgbClr val="FFFFFF"/></a:solidFill></p:spPr><p:txBody><a:bodyPr wrap="square" lIns="0" tIns="3810" rIns="0" bIns="0" rtlCol="0" vert="horz"><a:spAutoFit/></a:bodyPr><a:lstStyle/><a:p><a:pPr marL="15240"><a:lnSpc><a:spcPct val="100000"/></a:lnSpc><a:spcBef><a:spcPts val="30"/></a:spcBef></a:pPr><a:endParaRPr sz="700"><a:latin typeface="Verdana"/><a:cs typeface="Verdana"/></a:endParaRPr><a:r><a:rPr dirty="0" sz="700"><a:latin typeface="Verdana"/><a:t>{{XFMR_SIZE}}kVA XFMR</a:t></a:r></a:p></p:txBody></p:sp><p:grpSp><p:nvGrpSpPr><p:cNvPr id="406" name="object 406"/><p:cNvGrpSpPr/><p:nvPr/></p:nvGrpSpPr><p:grpSpPr><a:xfrm><a:off x="5896557" y="1979795"/><a:ext cx="883919" cy="635635"/><a:chOff x="5896557" y="1979795"/><a:chExt cx="883919" cy="635635"/></a:xfrm></p:grpSpPr><p:sp><p:nvSpPr><p:cNvPr id="407" name="object 407"/><p:cNvSpPr/><p:nvPr/></p:nvSpPr><p:spPr><a:xfrm><a:off x="5941878" y="1983922"/><a:ext cx="835025" cy="589280"/></a:xfrm><a:custGeom><a:avLst/><a:gdLst/><a:ahLst/><a:cxnLst/><a:rect l="l" t="t" r="r" b="b"/><a:pathLst><a:path w="835025" h="589280"><a:moveTo><a:pt x="0" y="589223"/></a:moveTo><a:lnTo><a:pt x="720606" y="0"/></a:lnTo><a:lnTo><a:pt x="834467" y="0"/></a:lnTo></a:path></a:pathLst></a:custGeom><a:ln w="7756"><a:solidFill><a:srgbClr val="070707"/></a:solidFill></a:ln></p:spPr><p:txBody><a:bodyPr wrap="square" lIns="0" tIns="0" rIns="0" bIns="0" rtlCol="0"/><a:lstStyle/><a:p/></p:txBody></p:sp><p:sp><p:nvSpPr><p:cNvPr id="408" name="object 408"/><p:cNvSpPr/><p:nvPr/></p:nvSpPr><p:spPr><a:xfrm><a:off x="5900685" y="2564529"/><a:ext cx="46990" cy="46990"/></a:xfrm><a:custGeom><a:avLst/><a:gdLst/><a:ahLst/><a:cxnLst/><a:rect l="l" t="t" r="r" b="b"/><a:pathLst><a:path w="46989" h="46989"><a:moveTo><a:pt x="23268" y="46537"/></a:moveTo><a:lnTo><a:pt x="14210" y="44708"/></a:lnTo><a:lnTo><a:pt x="6814" y="39722"/></a:lnTo><a:lnTo><a:pt x="1828" y="32326"/></a:lnTo><a:lnTo><a:pt x="0" y="23268"/></a:lnTo><a:lnTo><a:pt x="1828" y="14214"/></a:lnTo><a:lnTo><a:pt x="6814" y="6817"/></a:lnTo><a:lnTo><a:pt x="14210" y="1829"/></a:lnTo><a:lnTo><a:pt x="23268" y="0"/></a:lnTo><a:lnTo><a:pt x="32326" y="1829"/></a:lnTo><a:lnTo><a:pt x="39722" y="6817"/></a:lnTo><a:lnTo><a:pt x="44708" y="14214"/></a:lnTo><a:lnTo><a:pt x="46537" y="23268"/></a:lnTo><a:lnTo><a:pt x="44708" y="32326"/></a:lnTo><a:lnTo><a:pt x="39722" y="39722"/></a:lnTo><a:lnTo><a:pt x="32326" y="44708"/></a:lnTo><a:lnTo><a:pt x="23268" y="46537"/></a:lnTo><a:close/></a:path></a:pathLst></a:custGeom><a:solidFill><a:srgbClr val="070707"/></a:solidFill></p:spPr><p:txBody><a:bodyPr wrap="square" lIns="0" tIns="0" rIns="0" bIns="0" rtlCol="0"/><a:lstStyle/><a:p/></p:txBody></p:sp><p:sp><p:nvSpPr><p:cNvPr id="409" name="object 409"/><p:cNvSpPr/><p:nvPr/></p:nvSpPr><p:spPr><a:xfrm><a:off x="5900685" y="2564529"/><a:ext cx="46990" cy="46990"/></a:xfrm><a:custGeom><a:avLst/><a:gdLst/><a:ahLst/><a:cxnLst/><a:rect l="l" t="t" r="r" b="b"/><a:pathLst><a:path w="46989" h="46989"><a:moveTo><a:pt x="0" y="23268"/></a:moveTo><a:lnTo><a:pt x="1828" y="14214"/></a:lnTo><a:lnTo><a:pt x="6814" y="6817"/></a:lnTo><a:lnTo><a:pt x="14210" y="1829"/></a:lnTo><a:lnTo><a:pt x="23268" y="0"/></a:lnTo><a:lnTo><a:pt x="32326" y="1829"/></a:lnTo><a:lnTo><a:pt x="39722" y="6817"/></a:lnTo><a:lnTo><a:pt x="44708" y="14214"/></a:lnTo><a:lnTo><a:pt x="46537" y="23268"/></a:lnTo><a:lnTo><a:pt x="44708" y="32326"/></a:lnTo><a:lnTo><a:pt x="39722" y="39722"/></a:lnTo><a:lnTo><a:pt x="32326" y="44708"/></a:lnTo><a:lnTo><a:pt x="23268" y="46537"/></a:lnTo><a:lnTo><a:pt x="14210" y="44708"/></a:lnTo><a:lnTo><a:pt x="6814" y="39722"/></a:lnTo><a:lnTo><a:pt x="1828" y="32326"/></a:lnTo><a:lnTo><a:pt x="0" y="23268"/></a:lnTo></a:path></a:pathLst></a:custGeom><a:ln w="7756"><a:solidFill><a:srgbClr val="070707"/></a:solidFill></a:ln></p:spPr><p:txBody><a:bodyPr wrap="square" lIns="0" tIns="0" rIns="0" bIns="0" rtlCol="0"/><a:lstStyle/><a:p/></p:txBody></p:sp></p:grpSp><p:sp><p:nvSpPr><p:cNvPr id="410" name="object 410"/><p:cNvSpPr txBox="1"/><p:nvPr/></p:nvSpPr><p:spPr><a:xfrm><a:off x="6217751" y="1482180"/><a:ext cx="1223645" cy="112395"/></a:xfrm><a:prstGeom prst="rect"><a:avLst/></a:prstGeom><a:solidFill><a:srgbClr val="FFFFFF"/></a:solidFill></p:spPr><p:txBody><a:bodyPr wrap="square" lIns="0" tIns="3810" rIns="0" bIns="0" rtlCol="0" vert="horz"><a:spAutoFit/></a:bodyPr><a:lstStyle/><a:p><a:pPr marL="15240"><a:lnSpc><a:spcPct val="100000"/></a:lnSpc><a:spcBef><a:spcPts val="30"/></a:spcBef></a:pPr><a:endParaRPr sz="700"><a:latin typeface="Verdana"/><a:cs typeface="Verdana"/></a:endParaRPr><a:r><a:rPr dirty="0" sz="700"><a:latin typeface="Verdana"/><a:t>{{ACDIS}}A AC DISCONNECT</a:t></a:r></a:p></p:txBody></p:sp><p:grpSp><p:nvGrpSpPr><p:cNvPr id="411" name="object 411"/><p:cNvGrpSpPr/><p:nvPr/></p:nvGrpSpPr><p:grpSpPr><a:xfrm><a:off x="5524794" y="1534092"/><a:ext cx="3699510" cy="1087755"/><a:chOff x="5524794" y="1534092"/><a:chExt cx="3699510" cy="1087755"/></a:xfrm></p:grpSpPr><p:sp><p:nvSpPr><p:cNvPr id="412" name="object 412"/><p:cNvSpPr/><p:nvPr/></p:nvSpPr><p:spPr><a:xfrm><a:off x="5568517" y="1538219"/><a:ext cx="645795" cy="532765"/></a:xfrm><a:custGeom><a:avLst/><a:gdLst/><a:ahLst/><a:cxnLst/><a:rect l="l" t="t" r="r" b="b"/><a:pathLst><a:path w="645795" h="532764"><a:moveTo><a:pt x="0" y="532269"/></a:moveTo><a:lnTo><a:pt x="525087" y="0"/></a:lnTo><a:lnTo><a:pt x="645355" y="0"/></a:lnTo></a:path></a:pathLst></a:custGeom><a:ln w="7756"><a:solidFill><a:srgbClr val="070707"/></a:solidFill></a:ln></p:spPr><p:txBody><a:bodyPr wrap="square" lIns="0" tIns="0" rIns="0" bIns="0" rtlCol="0"/><a:lstStyle/><a:p/></p:txBody></p:sp><p:sp><p:nvSpPr><p:cNvPr id="413" name="object 413"/><p:cNvSpPr/><p:nvPr/></p:nvSpPr><p:spPr><a:xfrm><a:off x="5528922" y="2063772"/><a:ext cx="46990" cy="46990"/></a:xfrm><a:custGeom><a:avLst/><a:gdLst/><a:ahLst/><a:cxnLst/><a:rect l="l" t="t" r="r" b="b"/><a:pathLst><a:path w="46989" h="46989"><a:moveTo><a:pt x="23268" y="46537"/></a:moveTo><a:lnTo><a:pt x="14214" y="44708"/></a:lnTo><a:lnTo><a:pt x="6817" y="39722"/></a:lnTo><a:lnTo><a:pt x="1829" y="32326"/></a:lnTo><a:lnTo><a:pt x="0" y="23268"/></a:lnTo><a:lnTo><a:pt x="1829" y="14210"/></a:lnTo><a:lnTo><a:pt x="6817" y="6814"/></a:lnTo><a:lnTo><a:pt x="14214" y="1828"/></a:lnTo><a:lnTo><a:pt x="23268" y="0"/></a:lnTo><a:lnTo><a:pt x="32326" y="1828"/></a:lnTo><a:lnTo><a:pt x="39722" y="6814"/></a:lnTo><a:lnTo><a:pt x="44708" y="14210"/></a:lnTo><a:lnTo><a:pt x="46537" y="23268"/></a:lnTo><a:lnTo><a:pt x="44708" y="32326"/></a:lnTo><a:lnTo><a:pt x="39722" y="39722"/></a:lnTo><a:lnTo><a:pt x="32326" y="44708"/></a:lnTo><a:lnTo><a:pt x="23268" y="46537"/></a:lnTo><a:close/></a:path></a:pathLst></a:custGeom><a:solidFill><a:srgbClr val="070707"/></a:solidFill></p:spPr><p:txBody><a:bodyPr wrap="square" lIns="0" tIns="0" rIns="0" bIns="0" rtlCol="0"/><a:lstStyle/><a:p/></p:txBody></p:sp><p:sp><p:nvSpPr><p:cNvPr id="414" name="object 414"/><p:cNvSpPr/><p:nvPr/></p:nvSpPr><p:spPr><a:xfrm><a:off x="5528922" y="2063772"/><a:ext cx="46990" cy="46990"/></a:xfrm><a:custGeom><a:avLst/><a:gdLst/><a:ahLst/><a:cxnLst/><a:rect l="l" t="t" r="r" b="b"/><a:pathLst><a:path w="46989" h="46989"><a:moveTo><a:pt x="0" y="23268"/></a:moveTo><a:lnTo><a:pt x="1829" y="14210"/></a:lnTo><a:lnTo><a:pt x="6817" y="6814"/></a:lnTo><a:lnTo><a:pt x="14214" y="1828"/></a:lnTo><a:lnTo><a:pt x="23268" y="0"/></a:lnTo><a:lnTo><a:pt x="32326" y="1828"/></a:lnTo><a:lnTo><a:pt x="39722" y="6814"/></a:lnTo><a:lnTo><a:pt x="44708" y="14210"/></a:lnTo><a:lnTo><a:pt x="46537" y="23268"/></a:lnTo><a:lnTo><a:pt x="44708" y="32326"/></a:lnTo><a:lnTo><a:pt x="39722" y="39722"/></a:lnTo><a:lnTo><a:pt x="32326" y="44708"/></a:lnTo><a:lnTo><a:pt x="23268" y="46537"/></a:lnTo><a:lnTo><a:pt x="14214" y="44708"/></a:lnTo><a:lnTo><a:pt x="6817" y="39722"/></a:lnTo><a:lnTo><a:pt x="1829" y="32326"/></a:lnTo><a:lnTo><a:pt x="0" y="23268"/></a:lnTo></a:path></a:pathLst></a:custGeom><a:ln w="7756"><a:solidFill><a:srgbClr val="070707"/></a:solidFill></a:ln></p:spPr><p:txBody><a:bodyPr wrap="square" lIns="0" tIns="0" rIns="0" bIns="0" rtlCol="0"/><a:lstStyle/><a:p/></p:txBody></p:sp><p:sp><p:nvSpPr><p:cNvPr id="415" name="object 415"/><p:cNvSpPr/><p:nvPr/></p:nvSpPr><p:spPr><a:xfrm><a:off x="7298067" y="2397258"/><a:ext cx="1926589" cy="224154"/></a:xfrm><a:custGeom><a:avLst/><a:gdLst/><a:ahLst/><a:cxnLst/><a:rect l="l" t="t" r="r" b="b"/><a:pathLst><a:path w="1926590" h="224155"><a:moveTo><a:pt x="1926239" y="224154"/></a:moveTo><a:lnTo><a:pt x="0" y="224154"/></a:lnTo><a:lnTo><a:pt x="0" y="0"/></a:lnTo><a:lnTo><a:pt x="1926239" y="0"/></a:lnTo><a:lnTo><a:pt x="1926239" y="224154"/></a:lnTo><a:close/></a:path></a:pathLst></a:custGeom><a:solidFill><a:srgbClr val="FFFFFF"/></a:solidFill></p:spPr><p:txBody><a:bodyPr wrap="square" lIns="0" tIns="0" rIns="0" bIns="0" rtlCol="0"/><a:lstStyle/><a:p/></p:txBody></p:sp></p:grpSp><p:sp><p:nvSpPr><p:cNvPr id="416" name="object 416"/><p:cNvSpPr txBox="1"/><p:nvPr/></p:nvSpPr><p:spPr><a:xfrm><a:off x="7300879" y="2384558"/><a:ext cx="1859914" cy="249554"/></a:xfrm><a:prstGeom prst="rect"><a:avLst/></a:prstGeom></p:spPr><p:txBody><a:bodyPr wrap="square" lIns="0" tIns="11430" rIns="0" bIns="0" rtlCol="0" vert="horz"><a:spAutoFit/></a:bodyPr><a:lstStyle/><a:p><a:pPr marL="12700" marR="5080"><a:lnSpc><a:spcPct val="105100"/></a:lnSpc><a:spcBef><a:spcPts val="90"/></a:spcBef></a:pPr><a:endParaRPr sz="700"><a:latin typeface="Verdana"/><a:cs typeface="Verdana"/></a:endParaRPr><a:r><a:rPr dirty="0" sz="700"><a:latin typeface="Verdana"/><a:t>{{INV_MFR}} {{INV_MODEL}} BATTERY INVERTER</a:t></a:r></a:p></p:txBody></p:sp><p:grpSp><p:nvGrpSpPr><p:cNvPr id="417" name="object 417"/><p:cNvGrpSpPr/><p:nvPr/></p:nvGrpSpPr><p:grpSpPr><a:xfrm><a:off x="6542564" y="2447882"/><a:ext cx="756285" cy="452755"/><a:chOff x="6542564" y="2447882"/><a:chExt cx="756285" cy="452755"/></a:xfrm></p:grpSpPr><p:sp><p:nvSpPr><p:cNvPr id="418" name="object 418"/><p:cNvSpPr/><p:nvPr/></p:nvSpPr><p:spPr><a:xfrm><a:off x="6588365" y="2452009"/><a:ext cx="706120" cy="407034"/></a:xfrm><a:custGeom><a:avLst/><a:gdLst/><a:ahLst/><a:cxnLst/><a:rect l="l" t="t" r="r" b="b"/><a:pathLst><a:path w="706120" h="407035"><a:moveTo><a:pt x="0" y="406572"/></a:moveTo><a:lnTo><a:pt x="531308" y="0"/></a:lnTo><a:lnTo><a:pt x="705822" y="0"/></a:lnTo></a:path></a:pathLst></a:custGeom><a:ln w="7756"><a:solidFill><a:srgbClr val="070707"/></a:solidFill></a:ln></p:spPr><p:txBody><a:bodyPr wrap="square" lIns="0" tIns="0" rIns="0" bIns="0" rtlCol="0"/><a:lstStyle/><a:p/></p:txBody></p:sp><p:sp><p:nvSpPr><p:cNvPr id="419" name="object 419"/><p:cNvSpPr/><p:nvPr/></p:nvSpPr><p:spPr><a:xfrm><a:off x="6546691" y="2849399"/><a:ext cx="46990" cy="46990"/></a:xfrm><a:custGeom><a:avLst/><a:gdLst/><a:ahLst/><a:cxnLst/><a:rect l="l" t="t" r="r" b="b"/><a:pathLst><a:path w="46990" h="46989"><a:moveTo><a:pt x="23268" y="46537"/></a:moveTo><a:lnTo><a:pt x="14210" y="44707"/></a:lnTo><a:lnTo><a:pt x="6814" y="39719"/></a:lnTo><a:lnTo><a:pt x="1828" y="32323"/></a:lnTo><a:lnTo><a:pt x="0" y="23268"/></a:lnTo><a:lnTo><a:pt x="1828" y="14210"/></a:lnTo><a:lnTo><a:pt x="6814" y="6814"/></a:lnTo><a:lnTo><a:pt x="14210" y="1828"/></a:lnTo><a:lnTo><a:pt x="23268" y="0"/></a:lnTo><a:lnTo><a:pt x="32326" y="1828"/></a:lnTo><a:lnTo><a:pt x="39722" y="6814"/></a:lnTo><a:lnTo><a:pt x="44708" y="14210"/></a:lnTo><a:lnTo><a:pt x="46537" y="23268"/></a:lnTo><a:lnTo><a:pt x="44708" y="32323"/></a:lnTo><a:lnTo><a:pt x="39722" y="39719"/></a:lnTo><a:lnTo><a:pt x="32326" y="44707"/></a:lnTo><a:lnTo><a:pt x="23268" y="46537"/></a:lnTo><a:close/></a:path></a:pathLst></a:custGeom><a:solidFill><a:srgbClr val="070707"/></a:solidFill></p:spPr><p:txBody><a:bodyPr wrap="square" lIns="0" tIns="0" rIns="0" bIns="0" rtlCol="0"/><a:lstStyle/><a:p/></p:txBody></p:sp><p:sp><p:nvSpPr><p:cNvPr id="420" name="object 420"/><p:cNvSpPr/><p:nvPr/></p:nvSpPr><p:spPr><a:xfrm><a:off x="6546691" y="2849399"/><a:ext cx="46990" cy="46990"/></a:xfrm><a:custGeom><a:avLst/><a:gdLst/><a:ahLst/><a:cxnLst/><a:rect l="l" t="t" r="r" b="b"/><a:pathLst><a:path w="46990" h="46989"><a:moveTo><a:pt x="0" y="23268"/></a:moveTo><a:lnTo><a:pt x="1828" y="14210"/></a:lnTo><a:lnTo><a:pt x="6814" y="6814"/></a:lnTo><a:lnTo><a:pt x="14210" y="1828"/></a:lnTo><a:lnTo><a:pt x="23268" y="0"/></a:lnTo><a:lnTo><a:pt x="32326" y="1828"/></a:lnTo><a:lnTo><a:pt x="39722" y="6814"/></a:lnTo><a:lnTo><a:pt x="44708" y="14210"/></a:lnTo><a:lnTo><a:pt x="46537" y="23268"/></a:lnTo><a:lnTo><a:pt x="44708" y="32323"/></a:lnTo><a:lnTo><a:pt x="39722" y="39719"/></a:lnTo><a:lnTo><a:pt x="32326" y="44707"/></a:lnTo><a:lnTo><a:pt x="23268" y="46537"/></a:lnTo><a:lnTo><a:pt x="14210" y="44707"/></a:lnTo><a:lnTo><a:pt x="6814" y="39719"/></a:lnTo><a:lnTo><a:pt x="1828" y="32323"/></a:lnTo><a:lnTo><a:pt x="0" y="23268"/></a:lnTo></a:path></a:pathLst></a:custGeom><a:ln w="7756"><a:solidFill><a:srgbClr val="070707"/></a:solidFill></a:ln></p:spPr><p:txBody><a:bodyPr wrap="square" lIns="0" tIns="0" rIns="0" bIns="0" rtlCol="0"/><a:lstStyle/><a:p/></p:txBody></p:sp></p:grpSp><p:sp><p:nvSpPr><p:cNvPr id="421" name="object 421"/><p:cNvSpPr txBox="1"/><p:nvPr/></p:nvSpPr><p:spPr><a:xfrm><a:off x="3240110" y="984053"/><a:ext cx="1841500" cy="336550"/></a:xfrm><a:prstGeom prst="rect"><a:avLst/></a:prstGeom><a:solidFill><a:srgbClr val="FFFFFF"/></a:solidFill></p:spPr><p:txBody><a:bodyPr wrap="square" lIns="0" tIns="3175" rIns="0" bIns="0" rtlCol="0" vert="horz"><a:spAutoFit/></a:bodyPr><a:lstStyle/><a:p><a:pPr algn="r" marL="445770" marR="31115" indent="-361315"><a:lnSpc><a:spcPts val="880"/></a:lnSpc><a:spcBef><a:spcPts val="25"/></a:spcBef></a:pPr><a:r><a:rPr dirty="0" sz="700"><a:latin typeface="Verdana"/><a:cs typeface="Verdana"/></a:rPr><a:t>6X6</a:t></a:r><a:r><a:rPr dirty="0" sz="700" spc="95"><a:latin typeface="Verdana"/><a:cs typeface="Verdana"/></a:rPr><a:t> </a:t></a:r><a:r><a:rPr dirty="0" sz="700"><a:latin typeface="Verdana"/><a:cs typeface="Verdana"/></a:rPr><a:t>PTDF</a:t></a:r><a:r><a:rPr dirty="0" sz="700" spc="95"><a:latin typeface="Verdana"/><a:cs typeface="Verdana"/></a:rPr><a:t> </a:t></a:r><a:r><a:rPr dirty="0" sz="700"><a:latin typeface="Verdana"/><a:cs typeface="Verdana"/></a:rPr><a:t>WOOD</a:t></a:r><a:r><a:rPr dirty="0" sz="700" spc="95"><a:latin typeface="Verdana"/><a:cs typeface="Verdana"/></a:rPr><a:t> </a:t></a:r><a:r><a:rPr dirty="0" sz="700"><a:latin typeface="Verdana"/><a:cs typeface="Verdana"/></a:rPr><a:t>POSTS</a:t></a:r><a:r><a:rPr dirty="0" sz="700" spc="100"><a:latin typeface="Verdana"/><a:cs typeface="Verdana"/></a:rPr><a:t> </a:t></a:r><a:r><a:rPr dirty="0" sz="700"><a:latin typeface="Verdana"/><a:cs typeface="Verdana"/></a:rPr><a:t>RATED</a:t></a:r><a:r><a:rPr dirty="0" sz="700" spc="95"><a:latin typeface="Verdana"/><a:cs typeface="Verdana"/></a:rPr><a:t> </a:t></a:r><a:r><a:rPr dirty="0" sz="700" spc="-25"><a:latin typeface="Verdana"/><a:cs typeface="Verdana"/></a:rPr><a:t>FOR </a:t></a:r><a:r><a:rPr dirty="0" sz="700"><a:latin typeface="Verdana"/><a:cs typeface="Verdana"/></a:rPr><a:t>GROUND</a:t></a:r><a:r><a:rPr dirty="0" sz="700" spc="140"><a:latin typeface="Verdana"/><a:cs typeface="Verdana"/></a:rPr><a:t> </a:t></a:r><a:r><a:rPr dirty="0" sz="700"><a:latin typeface="Verdana"/><a:cs typeface="Verdana"/></a:rPr><a:t>CONTACT</a:t></a:r><a:r><a:rPr dirty="0" sz="700" spc="140"><a:latin typeface="Verdana"/><a:cs typeface="Verdana"/></a:rPr><a:t> </a:t></a:r><a:r><a:rPr dirty="0" sz="700" spc="-10"><a:latin typeface="Verdana"/><a:cs typeface="Verdana"/></a:rPr><a:t>PAINTED</a:t></a:r><a:endParaRPr sz="700"><a:latin typeface="Verdana"/><a:cs typeface="Verdana"/></a:endParaRPr></a:p><a:p><a:pPr algn="r" marR="3175"><a:lnSpc><a:spcPct val="100000"/></a:lnSpc><a:spcBef><a:spcPts val="10"/></a:spcBef></a:pPr><a:r><a:rPr dirty="0" sz="700"><a:latin typeface="Verdana"/><a:cs typeface="Verdana"/></a:rPr><a:t>TO</a:t></a:r><a:r><a:rPr dirty="0" sz="700" spc="80"><a:latin typeface="Verdana"/><a:cs typeface="Verdana"/></a:rPr><a:t> </a:t></a:r><a:r><a:rPr dirty="0" sz="700"><a:latin typeface="Verdana"/><a:cs typeface="Verdana"/></a:rPr><a:t>MATCH</a:t></a:r><a:r><a:rPr dirty="0" sz="700" spc="80"><a:latin typeface="Verdana"/><a:cs typeface="Verdana"/></a:rPr><a:t> </a:t></a:r><a:r><a:rPr dirty="0" sz="700" spc="-10"><a:latin typeface="Verdana"/><a:cs typeface="Verdana"/></a:rPr><a:t>SHEETING</a:t></a:r><a:endParaRPr sz="700"><a:latin typeface="Verdana"/><a:cs typeface="Verdana"/></a:endParaRPr></a:p></p:txBody></p:sp><p:grpSp><p:nvGrpSpPr><p:cNvPr id="422" name="object 422"/><p:cNvGrpSpPr/><p:nvPr/></p:nvGrpSpPr><p:grpSpPr><a:xfrm><a:off x="2174117" y="1039572"/><a:ext cx="13969365" cy="10709275"/><a:chOff x="2174117" y="1039572"/><a:chExt cx="13969365" cy="10709275"/></a:xfrm></p:grpSpPr><p:sp><p:nvSpPr><p:cNvPr id="423" name="object 423"/><p:cNvSpPr/><p:nvPr/></p:nvSpPr><p:spPr><a:xfrm><a:off x="5084925" y="1264246"/><a:ext cx="398145" cy="259715"/></a:xfrm><a:custGeom><a:avLst/><a:gdLst/><a:ahLst/><a:cxnLst/><a:rect l="l" t="t" r="r" b="b"/><a:pathLst><a:path w="398145" h="259715"><a:moveTo><a:pt x="397722" y="259352"/></a:moveTo><a:lnTo><a:pt x="120593" y="0"/></a:lnTo><a:lnTo><a:pt x="0" y="0"/></a:lnTo></a:path></a:pathLst></a:custGeom><a:ln w="7756"><a:solidFill><a:srgbClr val="070707"/></a:solidFill></a:ln></p:spPr><p:txBody><a:bodyPr wrap="square" lIns="0" tIns="0" rIns="0" bIns="0" rtlCol="0"/><a:lstStyle/><a:p/></p:txBody></p:sp><p:pic><p:nvPicPr><p:cNvPr id="424" name="object 424"/><p:cNvPicPr/><p:nvPr/></p:nvPicPr><p:blipFill><a:blip r:embed="rId19" cstate="print"/><a:stretch><a:fillRect/></a:stretch></p:blipFill><p:spPr><a:xfrm><a:off x="5470726" y="1511150"/><a:ext cx="66672" cy="63949"/></a:xfrm><a:prstGeom prst="rect"><a:avLst/></a:prstGeom></p:spPr></p:pic><p:sp><p:nvSpPr><p:cNvPr id="425" name="object 425"/><p:cNvSpPr/><p:nvPr/></p:nvSpPr><p:spPr><a:xfrm><a:off x="14403273" y="1575832"/><a:ext cx="1718945" cy="701040"/></a:xfrm><a:custGeom><a:avLst/><a:gdLst/><a:ahLst/><a:cxnLst/><a:rect l="l" t="t" r="r" b="b"/><a:pathLst><a:path w="1718944" h="701039"><a:moveTo><a:pt x="1718475" y="0"/></a:moveTo><a:lnTo><a:pt x="1714588" y="0"/></a:lnTo><a:lnTo><a:pt x="1714588" y="40728"/></a:lnTo><a:lnTo><a:pt x="3886" y="40728"/></a:lnTo><a:lnTo><a:pt x="3886" y="0"/></a:lnTo><a:lnTo><a:pt x="0" y="0"/></a:lnTo><a:lnTo><a:pt x="0" y="42659"/></a:lnTo><a:lnTo><a:pt x="0" y="647941"/></a:lnTo><a:lnTo><a:pt x="3886" y="647941"/></a:lnTo><a:lnTo><a:pt x="3886" y="44602"/></a:lnTo><a:lnTo><a:pt x="1714588" y="44602"/></a:lnTo><a:lnTo><a:pt x="1714588" y="700620"/></a:lnTo><a:lnTo><a:pt x="1718475" y="700620"/></a:lnTo><a:lnTo><a:pt x="1718475" y="42659"/></a:lnTo><a:lnTo><a:pt x="1718475" y="0"/></a:lnTo><a:close/></a:path></a:pathLst></a:custGeom><a:solidFill><a:srgbClr val="000000"/></a:solidFill></p:spPr><p:txBody><a:bodyPr wrap="square" lIns="0" tIns="0" rIns="0" bIns="0" rtlCol="0"/><a:lstStyle/><a:p/></p:txBody></p:sp><p:sp><p:nvSpPr><p:cNvPr id="426" name="object 426"/><p:cNvSpPr/><p:nvPr/></p:nvSpPr><p:spPr><a:xfrm><a:off x="14393588" y="1606855"/><a:ext cx="23495" cy="23495"/></a:xfrm><a:custGeom><a:avLst/><a:gdLst/><a:ahLst/><a:cxnLst/><a:rect l="l" t="t" r="r" b="b"/><a:pathLst><a:path w="23494" h="23494"><a:moveTo><a:pt x="23268" y="0"/></a:moveTo><a:lnTo><a:pt x="0" y="23268"/></a:lnTo></a:path></a:pathLst></a:custGeom><a:ln w="7756"><a:solidFill><a:srgbClr val="000000"/></a:solidFill></a:ln></p:spPr><p:txBody><a:bodyPr wrap="square" lIns="0" tIns="0" rIns="0" bIns="0" rtlCol="0"/><a:lstStyle/><a:p/></p:txBody></p:sp><p:sp><p:nvSpPr><p:cNvPr id="427" name="object 427"/><p:cNvSpPr/><p:nvPr/></p:nvSpPr><p:spPr><a:xfrm><a:off x="14381954" y="1616550"/><a:ext cx="23495" cy="4445"/></a:xfrm><a:custGeom><a:avLst/><a:gdLst/><a:ahLst/><a:cxnLst/><a:rect l="l" t="t" r="r" b="b"/><a:pathLst><a:path w="23494" h="4444"><a:moveTo><a:pt x="23268" y="3878"/></a:moveTo><a:lnTo><a:pt x="0" y="3878"/></a:lnTo><a:lnTo><a:pt x="0" y="0"/></a:lnTo><a:lnTo><a:pt x="23268" y="0"/></a:lnTo><a:lnTo><a:pt x="23268" y="3878"/></a:lnTo><a:close/></a:path></a:pathLst></a:custGeom><a:solidFill><a:srgbClr val="000000"/></a:solidFill></p:spPr><p:txBody><a:bodyPr wrap="square" lIns="0" tIns="0" rIns="0" bIns="0" rtlCol="0"/><a:lstStyle/><a:p/></p:txBody></p:sp><p:sp><p:nvSpPr><p:cNvPr id="428" name="object 428"/><p:cNvSpPr/><p:nvPr/></p:nvSpPr><p:spPr><a:xfrm><a:off x="16108176" y="1606855"/><a:ext cx="23495" cy="23495"/></a:xfrm><a:custGeom><a:avLst/><a:gdLst/><a:ahLst/><a:cxnLst/><a:rect l="l" t="t" r="r" b="b"/><a:pathLst><a:path w="23494" h="23494"><a:moveTo><a:pt x="0" y="23268"/></a:moveTo><a:lnTo><a:pt x="2326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429" name="object 429"/><p:cNvSpPr/><p:nvPr/></p:nvSpPr><p:spPr><a:xfrm><a:off x="16119810" y="1616550"/><a:ext cx="23495" cy="4445"/></a:xfrm><a:custGeom><a:avLst/><a:gdLst/><a:ahLst/><a:cxnLst/><a:rect l="l" t="t" r="r" b="b"/><a:pathLst><a:path w="23494" h="4444"><a:moveTo><a:pt x="23268" y="3878"/></a:moveTo><a:lnTo><a:pt x="0" y="3878"/></a:lnTo><a:lnTo><a:pt x="0" y="0"/></a:lnTo><a:lnTo><a:pt x="23268" y="0"/></a:lnTo><a:lnTo><a:pt x="23268" y="3878"/></a:lnTo><a:close/></a:path></a:pathLst></a:custGeom><a:solidFill><a:srgbClr val="000000"/></a:solidFill></p:spPr><p:txBody><a:bodyPr wrap="square" lIns="0" tIns="0" rIns="0" bIns="0" rtlCol="0"/><a:lstStyle/><a:p/></p:txBody></p:sp><p:sp><p:nvSpPr><p:cNvPr id="430" name="object 430"/><p:cNvSpPr/><p:nvPr/></p:nvSpPr><p:spPr><a:xfrm><a:off x="2187856" y="10369200"/><a:ext cx="3027045" cy="1248410"/></a:xfrm><a:custGeom><a:avLst/><a:gdLst/><a:ahLst/><a:cxnLst/><a:rect l="l" t="t" r="r" b="b"/><a:pathLst><a:path w="3027045" h="1248409"><a:moveTo><a:pt x="0" y="1248207"/></a:moveTo><a:lnTo><a:pt x="2989437" y="0"/></a:lnTo><a:lnTo><a:pt x="3010837" y="1628"/></a:lnTo><a:lnTo><a:pt x="3026830" y="8066"/></a:lnTo></a:path></a:pathLst></a:custGeom><a:ln w="15512"><a:solidFill><a:srgbClr val="C1C1C1"/></a:solidFill></a:ln></p:spPr><p:txBody><a:bodyPr wrap="square" lIns="0" tIns="0" rIns="0" bIns="0" rtlCol="0"/><a:lstStyle/><a:p/></p:txBody></p:sp><p:sp><p:nvSpPr><p:cNvPr id="431" name="object 431"/><p:cNvSpPr/><p:nvPr/></p:nvSpPr><p:spPr><a:xfrm><a:off x="5214686" y="10377267"/><a:ext cx="4399915" cy="1363345"/></a:xfrm><a:custGeom><a:avLst/><a:gdLst/><a:ahLst/><a:cxnLst/><a:rect l="l" t="t" r="r" b="b"/><a:pathLst><a:path w="4399915" h="1363345"><a:moveTo><a:pt x="3615216" y="1360284"/></a:moveTo><a:lnTo><a:pt x="4352832" y="287367"/></a:lnTo><a:lnTo><a:pt x="4399524" y="290702"/></a:lnTo></a:path><a:path w="4399915" h="1363345"><a:moveTo><a:pt x="0" y="0"/></a:moveTo><a:lnTo><a:pt x="3369965" y="1360904"/></a:lnTo><a:lnTo><a:pt x="3375316" y="1363076"/></a:lnTo></a:path></a:pathLst></a:custGeom><a:ln w="15512"><a:solidFill><a:srgbClr val="B6B6B6"/></a:solidFill></a:ln></p:spPr><p:txBody><a:bodyPr wrap="square" lIns="0" tIns="0" rIns="0" bIns="0" rtlCol="0"/><a:lstStyle/><a:p/></p:txBody></p:sp><p:sp><p:nvSpPr><p:cNvPr id="432" name="object 432"/><p:cNvSpPr/><p:nvPr/></p:nvSpPr><p:spPr><a:xfrm><a:off x="9612117" y="10667350"/><a:ext cx="3439795" cy="1072515"/></a:xfrm><a:custGeom><a:avLst/><a:gdLst/><a:ahLst/><a:cxnLst/><a:rect l="l" t="t" r="r" b="b"/><a:pathLst><a:path w="3439794" h="1072515"><a:moveTo><a:pt x="0" y="0"/></a:moveTo><a:lnTo><a:pt x="441483" y="137595"/></a:lnTo></a:path><a:path w="3439794" h="1072515"><a:moveTo><a:pt x="3439181" y="1072218"/></a:moveTo><a:lnTo><a:pt x="830922" y="259057"/></a:lnTo></a:path></a:pathLst></a:custGeom><a:ln w="15512"><a:solidFill><a:srgbClr val="A6A6A6"/></a:solidFill></a:ln></p:spPr><p:txBody><a:bodyPr wrap="square" lIns="0" tIns="0" rIns="0" bIns="0" rtlCol="0"/><a:lstStyle/><a:p/></p:txBody></p:sp><p:sp><p:nvSpPr><p:cNvPr id="433" name="object 433"/><p:cNvSpPr/><p:nvPr/></p:nvSpPr><p:spPr><a:xfrm><a:off x="2182054" y="10176536"/><a:ext cx="10975340" cy="1563370"/></a:xfrm><a:custGeom><a:avLst/><a:gdLst/><a:ahLst/><a:cxnLst/><a:rect l="l" t="t" r="r" b="b"/><a:pathLst><a:path w="10975340" h="1563370"><a:moveTo><a:pt x="10974961" y="1563031"/></a:moveTo><a:lnTo><a:pt x="0" y="1563031"/></a:lnTo><a:lnTo><a:pt x="7763" y="0"/></a:lnTo></a:path></a:pathLst></a:custGeom><a:ln w="15512"><a:solidFill><a:srgbClr val="C1C1C1"/></a:solidFill></a:ln></p:spPr><p:txBody><a:bodyPr wrap="square" lIns="0" tIns="0" rIns="0" bIns="0" rtlCol="0"/><a:lstStyle/><a:p/></p:txBody></p:sp><p:sp><p:nvSpPr><p:cNvPr id="434" name="object 434"/><p:cNvSpPr/><p:nvPr/></p:nvSpPr><p:spPr><a:xfrm><a:off x="8820130" y="4695012"/><a:ext cx="2650490" cy="1179830"/></a:xfrm><a:custGeom><a:avLst/><a:gdLst/><a:ahLst/><a:cxnLst/><a:rect l="l" t="t" r="r" b="b"/><a:pathLst><a:path w="2650490" h="1179829"><a:moveTo><a:pt x="0" y="876994"/></a:moveTo><a:lnTo><a:pt x="2035540" y="0"/></a:lnTo><a:lnTo><a:pt x="2035540" y="53773"/></a:lnTo><a:lnTo><a:pt x="3102" y="1106446"/></a:lnTo><a:lnTo><a:pt x="3102" y="1121679"/></a:lnTo><a:lnTo><a:pt x="2036548" y="277579"/></a:lnTo><a:lnTo><a:pt x="2036548" y="284839"/></a:lnTo><a:lnTo><a:pt x="3955" y="1152557"/></a:lnTo><a:lnTo><a:pt x="3955" y="1158405"/></a:lnTo><a:lnTo><a:pt x="2650297" y="264812"/></a:lnTo><a:lnTo><a:pt x="67944" y="1173840"/></a:lnTo><a:lnTo><a:pt x="2646264" y="525770"/></a:lnTo><a:lnTo><a:pt x="2646264" y="529221"/></a:lnTo><a:lnTo><a:pt x="147057" y="1176966"/></a:lnTo><a:lnTo><a:pt x="0" y="1179215"/></a:lnTo><a:lnTo><a:pt x="5817" y="827874"/></a:lnTo></a:path></a:pathLst></a:custGeom><a:ln w="15512"><a:solidFill><a:srgbClr val="6D6D6D"/></a:solidFill></a:ln></p:spPr><p:txBody><a:bodyPr wrap="square" lIns="0" tIns="0" rIns="0" bIns="0" rtlCol="0"/><a:lstStyle/><a:p/></p:txBody></p:sp><p:sp><p:nvSpPr><p:cNvPr id="435" name="object 435"/><p:cNvSpPr/><p:nvPr/></p:nvSpPr><p:spPr><a:xfrm><a:off x="4496585" y="4136728"/><a:ext cx="3278504" cy="1511935"/></a:xfrm><a:custGeom><a:avLst/><a:gdLst/><a:ahLst/><a:cxnLst/><a:rect l="l" t="t" r="r" b="b"/><a:pathLst><a:path w="3278504" h="1511935"><a:moveTo><a:pt x="0" y="1511662"/></a:moveTo><a:lnTo><a:pt x="65237" y="927588"/></a:lnTo><a:lnTo><a:pt x="81168" y="919599"/></a:lnTo><a:lnTo><a:pt x="2326801" y="1358523"/></a:lnTo><a:lnTo><a:pt x="2335340" y="1352776"/></a:lnTo><a:lnTo><a:pt x="1752143" y="8361"/></a:lnTo><a:lnTo><a:pt x="1751352" y="6522"/></a:lnTo><a:lnTo><a:pt x="1764010" y="0"/></a:lnTo><a:lnTo><a:pt x="2047856" y="35942"/></a:lnTo></a:path><a:path w="3278504" h="1511935"><a:moveTo><a:pt x="2262106" y="63089"/></a:moveTo><a:lnTo><a:pt x="3278007" y="191756"/></a:lnTo></a:path><a:path w="3278504" h="1511935"><a:moveTo><a:pt x="2127800" y="1511662"/></a:moveTo><a:lnTo><a:pt x="2338854" y="1360873"/></a:lnTo><a:lnTo><a:pt x="2790661" y="1076771"/></a:lnTo><a:lnTo><a:pt x="3116476" y="871906"/></a:lnTo><a:lnTo><a:pt x="3275758" y="771743"/></a:lnTo></a:path></a:pathLst></a:custGeom><a:ln w="15512"><a:solidFill><a:srgbClr val="FFFFFF"/></a:solidFill></a:ln></p:spPr><p:txBody><a:bodyPr wrap="square" lIns="0" tIns="0" rIns="0" bIns="0" rtlCol="0"/><a:lstStyle/><a:p/></p:txBody></p:sp><p:sp><p:nvSpPr><p:cNvPr id="436" name="object 436"/><p:cNvSpPr/><p:nvPr/></p:nvSpPr><p:spPr><a:xfrm><a:off x="6468664" y="4081225"/><a:ext cx="4374515" cy="6863715"/></a:xfrm><a:custGeom><a:avLst/><a:gdLst/><a:ahLst/><a:cxnLst/><a:rect l="l" t="t" r="r" b="b"/><a:pathLst><a:path w="4374515" h="6863715"><a:moveTo><a:pt x="0" y="0"/></a:moveTo><a:lnTo><a:pt x="155682" y="198543"/></a:lnTo><a:lnTo><a:pt x="456034" y="28496"/></a:lnTo></a:path><a:path w="4374515" h="6863715"><a:moveTo><a:pt x="3589124" y="6831143"/></a:moveTo><a:lnTo><a:pt x="4374130" y="6863176"/></a:lnTo></a:path></a:pathLst></a:custGeom><a:ln w="3878"><a:solidFill><a:srgbClr val="000000"/></a:solidFill></a:ln></p:spPr><p:txBody><a:bodyPr wrap="square" lIns="0" tIns="0" rIns="0" bIns="0" rtlCol="0"/><a:lstStyle/><a:p/></p:txBody></p:sp><p:sp><p:nvSpPr><p:cNvPr id="437" name="object 437"/><p:cNvSpPr/><p:nvPr/></p:nvSpPr><p:spPr><a:xfrm><a:off x="6107349" y="1039572"/><a:ext cx="2407920" cy="224154"/></a:xfrm><a:custGeom><a:avLst/><a:gdLst/><a:ahLst/><a:cxnLst/><a:rect l="l" t="t" r="r" b="b"/><a:pathLst><a:path w="2407920" h="224155"><a:moveTo><a:pt x="2407884" y="224154"/></a:moveTo><a:lnTo><a:pt x="0" y="224154"/></a:lnTo><a:lnTo><a:pt x="0" y="0"/></a:lnTo><a:lnTo><a:pt x="2407884" y="0"/></a:lnTo><a:lnTo><a:pt x="2407884" y="224154"/></a:lnTo><a:close/></a:path></a:pathLst></a:custGeom><a:solidFill><a:srgbClr val="FFFFFF"/></a:solidFill></p:spPr><p:txBody><a:bodyPr wrap="square" lIns="0" tIns="0" rIns="0" bIns="0" rtlCol="0"/><a:lstStyle/><a:p/></p:txBody></p:sp></p:grpSp><p:sp><p:nvSpPr><p:cNvPr id="438" name="object 438"/><p:cNvSpPr txBox="1"/><p:nvPr/></p:nvSpPr><p:spPr><a:xfrm><a:off x="14353100" y="1394334"/><a:ext cx="1819275" cy="112395"/></a:xfrm><a:prstGeom prst="rect"><a:avLst/></a:prstGeom><a:solidFill><a:srgbClr val="FFFFFF"/></a:solidFill><a:ln w="7756"><a:solidFill><a:srgbClr val="000000"/></a:solidFill></a:ln></p:spPr><p:txBody><a:bodyPr wrap="square" lIns="0" tIns="3810" rIns="0" bIns="0" rtlCol="0" vert="horz"><a:spAutoFit/></a:bodyPr><a:lstStyle/><a:p><a:pPr marL="50165"><a:lnSpc><a:spcPct val="100000"/></a:lnSpc><a:spcBef><a:spcPts val="30"/></a:spcBef></a:pPr><a:r><a:rPr dirty="0" sz="700"><a:latin typeface="Verdana"/><a:cs typeface="Verdana"/></a:rPr><a:t>6&apos;-3&quot;</a:t></a:r><a:r><a:rPr dirty="0" sz="700" spc="85"><a:latin typeface="Verdana"/><a:cs typeface="Verdana"/></a:rPr><a:t> </a:t></a:r><a:r><a:rPr dirty="0" sz="700"><a:latin typeface="Verdana"/><a:cs typeface="Verdana"/></a:rPr><a:t>OC</a:t></a:r><a:r><a:rPr dirty="0" sz="700" spc="85"><a:latin typeface="Verdana"/><a:cs typeface="Verdana"/></a:rPr><a:t> </a:t></a:r><a:r><a:rPr dirty="0" sz="700"><a:latin typeface="Verdana"/><a:cs typeface="Verdana"/></a:rPr><a:t>MAX</a:t></a:r><a:r><a:rPr dirty="0" sz="700" spc="85"><a:latin typeface="Verdana"/><a:cs typeface="Verdana"/></a:rPr><a:t> </a:t></a:r><a:r><a:rPr dirty="0" sz="700"><a:latin typeface="Verdana"/><a:cs typeface="Verdana"/></a:rPr><a:t>WOOD</a:t></a:r><a:r><a:rPr dirty="0" sz="700" spc="85"><a:latin typeface="Verdana"/><a:cs typeface="Verdana"/></a:rPr><a:t> </a:t></a:r><a:r><a:rPr dirty="0" sz="700"><a:latin typeface="Verdana"/><a:cs typeface="Verdana"/></a:rPr><a:t>POST</a:t></a:r><a:r><a:rPr dirty="0" sz="700" spc="85"><a:latin typeface="Verdana"/><a:cs typeface="Verdana"/></a:rPr><a:t> </a:t></a:r><a:r><a:rPr dirty="0" sz="700" spc="-10"><a:latin typeface="Verdana"/><a:cs typeface="Verdana"/></a:rPr><a:t>SPACING</a:t></a:r><a:endParaRPr sz="700"><a:latin typeface="Verdana"/><a:cs typeface="Verdana"/></a:endParaRPr></a:p></p:txBody></p:sp><p:sp><p:nvSpPr><p:cNvPr id="439" name="object 439"/><p:cNvSpPr txBox="1"/><p:nvPr/></p:nvSpPr><p:spPr><a:xfrm><a:off x="6110161" y="1026872"/><a:ext cx="2343785" cy="249554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8&apos;</a:t></a:r><a:r><a:rPr dirty="0" sz="700" spc="80"><a:latin typeface="Verdana"/><a:cs typeface="Verdana"/></a:rPr><a:t> </a:t></a:r><a:r><a:rPr dirty="0" sz="700"><a:latin typeface="Verdana"/><a:cs typeface="Verdana"/></a:rPr><a:t>HIGH</a:t></a:r><a:r><a:rPr dirty="0" sz="700" spc="85"><a:latin typeface="Verdana"/><a:cs typeface="Verdana"/></a:rPr><a:t> </a:t></a:r><a:r><a:rPr dirty="0" sz="700"><a:latin typeface="Verdana"/><a:cs typeface="Verdana"/></a:rPr><a:t>PRIVACY</a:t></a:r><a:r><a:rPr dirty="0" sz="700" spc="80"><a:latin typeface="Verdana"/><a:cs typeface="Verdana"/></a:rPr><a:t> </a:t></a:r><a:r><a:rPr dirty="0" sz="700" spc="-10"><a:latin typeface="Verdana"/><a:cs typeface="Verdana"/></a:rPr><a:t>FENCE</a:t></a:r><a:endParaRPr sz="700"><a:latin typeface="Verdana"/><a:cs typeface="Verdana"/></a:endParaRPr></a:p><a:p><a:pPr marL="12700"><a:lnSpc><a:spcPct val="100000"/></a:lnSpc><a:spcBef><a:spcPts val="45"/></a:spcBef></a:pPr><a:r><a:rPr dirty="0" sz="700"><a:latin typeface="Verdana"/><a:cs typeface="Verdana"/></a:rPr><a:t>(ON</a:t></a:r><a:r><a:rPr dirty="0" sz="700" spc="80"><a:latin typeface="Verdana"/><a:cs typeface="Verdana"/></a:rPr><a:t> </a:t></a:r><a:r><a:rPr dirty="0" sz="700"><a:latin typeface="Verdana"/><a:cs typeface="Verdana"/></a:rPr><a:t>TOP</a:t></a:r><a:r><a:rPr dirty="0" sz="700" spc="85"><a:latin typeface="Verdana"/><a:cs typeface="Verdana"/></a:rPr><a:t> </a:t></a:r><a:r><a:rPr dirty="0" sz="700"><a:latin typeface="Verdana"/><a:cs typeface="Verdana"/></a:rPr><a:t>OF</a:t></a:r><a:r><a:rPr dirty="0" sz="700" spc="80"><a:latin typeface="Verdana"/><a:cs typeface="Verdana"/></a:rPr><a:t> </a:t></a:r><a:r><a:rPr dirty="0" sz="700"><a:latin typeface="Verdana"/><a:cs typeface="Verdana"/></a:rPr><a:t>EQUIPMENT</a:t></a:r><a:r><a:rPr dirty="0" sz="700" spc="85"><a:latin typeface="Verdana"/><a:cs typeface="Verdana"/></a:rPr><a:t> </a:t></a:r><a:r><a:rPr dirty="0" sz="700"><a:latin typeface="Verdana"/><a:cs typeface="Verdana"/></a:rPr><a:t>&amp;</a:t></a:r><a:r><a:rPr dirty="0" sz="700" spc="80"><a:latin typeface="Verdana"/><a:cs typeface="Verdana"/></a:rPr><a:t> </a:t></a:r><a:r><a:rPr dirty="0" sz="700"><a:latin typeface="Verdana"/><a:cs typeface="Verdana"/></a:rPr><a:t>BESS</a:t></a:r><a:r><a:rPr dirty="0" sz="700" spc="85"><a:latin typeface="Verdana"/><a:cs typeface="Verdana"/></a:rPr><a:t> </a:t></a:r><a:r><a:rPr dirty="0" sz="700" spc="-10"><a:latin typeface="Verdana"/><a:cs typeface="Verdana"/></a:rPr><a:t>FOUNDATIONS)</a:t></a:r><a:endParaRPr sz="700"><a:latin typeface="Verdana"/><a:cs typeface="Verdana"/></a:endParaRPr></a:p></p:txBody></p:sp><p:grpSp><p:nvGrpSpPr><p:cNvPr id="440" name="object 440"/><p:cNvGrpSpPr/><p:nvPr/></p:nvGrpSpPr><p:grpSpPr><a:xfrm><a:off x="5309871" y="1091483"/><a:ext cx="3652520" cy="3868420"/><a:chOff x="5309871" y="1091483"/><a:chExt cx="3652520" cy="3868420"/></a:xfrm></p:grpSpPr><p:sp><p:nvSpPr><p:cNvPr id="441" name="object 441"/><p:cNvSpPr/><p:nvPr/></p:nvSpPr><p:spPr><a:xfrm><a:off x="5696091" y="1095611"/><a:ext cx="407670" cy="387350"/></a:xfrm><a:custGeom><a:avLst/><a:gdLst/><a:ahLst/><a:cxnLst/><a:rect l="l" t="t" r="r" b="b"/><a:pathLst><a:path w="407670" h="387350"><a:moveTo><a:pt x="0" y="387034"/></a:moveTo><a:lnTo><a:pt x="268116" y="0"/></a:lnTo><a:lnTo><a:pt x="407379" y="0"/></a:lnTo></a:path></a:pathLst></a:custGeom><a:ln w="7756"><a:solidFill><a:srgbClr val="070707"/></a:solidFill></a:ln></p:spPr><p:txBody><a:bodyPr wrap="square" lIns="0" tIns="0" rIns="0" bIns="0" rtlCol="0"/><a:lstStyle/><a:p/></p:txBody></p:sp><p:sp><p:nvSpPr><p:cNvPr id="442" name="object 442"/><p:cNvSpPr/><p:nvPr/></p:nvSpPr><p:spPr><a:xfrm><a:off x="5656372" y="1475968"/><a:ext cx="49530" cy="64135"/></a:xfrm><a:custGeom><a:avLst/><a:gdLst/><a:ahLst/><a:cxnLst/><a:rect l="l" t="t" r="r" b="b"/><a:pathLst><a:path w="49529" h="64134"><a:moveTo><a:pt x="0" y="64004"/></a:moveTo><a:lnTo><a:pt x="30187" y="0"/></a:lnTo><a:lnTo><a:pt x="49313" y="13247"/></a:lnTo><a:lnTo><a:pt x="0" y="64004"/></a:lnTo><a:close/></a:path></a:pathLst></a:custGeom><a:solidFill><a:srgbClr val="070707"/></a:solidFill></p:spPr><p:txBody><a:bodyPr wrap="square" lIns="0" tIns="0" rIns="0" bIns="0" rtlCol="0"/><a:lstStyle/><a:p/></p:txBody></p:sp><p:sp><p:nvSpPr><p:cNvPr id="443" name="object 443"/><p:cNvSpPr/><p:nvPr/></p:nvSpPr><p:spPr><a:xfrm><a:off x="5656372" y="1475968"/><a:ext cx="49530" cy="64135"/></a:xfrm><a:custGeom><a:avLst/><a:gdLst/><a:ahLst/><a:cxnLst/><a:rect l="l" t="t" r="r" b="b"/><a:pathLst><a:path w="49529" h="64134"><a:moveTo><a:pt x="0" y="64004"/></a:moveTo><a:lnTo><a:pt x="30187" y="0"/></a:lnTo><a:lnTo><a:pt x="49313" y="13247"/></a:lnTo><a:lnTo><a:pt x="0" y="64004"/></a:lnTo><a:close/></a:path></a:pathLst></a:custGeom><a:ln w="7756"><a:solidFill><a:srgbClr val="070707"/></a:solidFill></a:ln></p:spPr><p:txBody><a:bodyPr wrap="square" lIns="0" tIns="0" rIns="0" bIns="0" rtlCol="0"/><a:lstStyle/><a:p/></p:txBody></p:sp><p:sp><p:nvSpPr><p:cNvPr id="444" name="object 444"/><p:cNvSpPr/><p:nvPr/></p:nvSpPr><p:spPr><a:xfrm><a:off x="5309871" y="4847554"/><a:ext cx="3652520" cy="112395"/></a:xfrm><a:custGeom><a:avLst/><a:gdLst/><a:ahLst/><a:cxnLst/><a:rect l="l" t="t" r="r" b="b"/><a:pathLst><a:path w="3652520" h="112395"><a:moveTo><a:pt x="3652043" y="112077"/></a:moveTo><a:lnTo><a:pt x="0" y="112077"/></a:lnTo><a:lnTo><a:pt x="0" y="0"/></a:lnTo><a:lnTo><a:pt x="3652043" y="0"/></a:lnTo><a:lnTo><a:pt x="3652043" y="112077"/></a:lnTo><a:close/></a:path></a:pathLst></a:custGeom><a:solidFill><a:srgbClr val="FFFFFF"/></a:solidFill></p:spPr><p:txBody><a:bodyPr wrap="square" lIns="0" tIns="0" rIns="0" bIns="0" rtlCol="0"/><a:lstStyle/><a:p/></p:txBody></p:sp></p:grpSp><p:sp><p:nvSpPr><p:cNvPr id="445" name="object 445"/><p:cNvSpPr txBox="1"/><p:nvPr/></p:nvSpPr><p:spPr><a:xfrm><a:off x="5312683" y="4834854"/><a:ext cx="3594100" cy="137160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r><a:rPr dirty="0" sz="700"><a:latin typeface="Verdana"/><a:cs typeface="Verdana"/></a:rPr><a:t>26</a:t></a:r><a:r><a:rPr dirty="0" sz="700" spc="85"><a:latin typeface="Verdana"/><a:cs typeface="Verdana"/></a:rPr><a:t> </a:t></a:r><a:r><a:rPr dirty="0" sz="700"><a:latin typeface="Verdana"/><a:cs typeface="Verdana"/></a:rPr><a:t>GAUGE</a:t></a:r><a:r><a:rPr dirty="0" sz="700" spc="85"><a:latin typeface="Verdana"/><a:cs typeface="Verdana"/></a:rPr><a:t> </a:t></a:r><a:r><a:rPr dirty="0" sz="700"><a:latin typeface="Verdana"/><a:cs typeface="Verdana"/></a:rPr><a:t>MBCI</a:t></a:r><a:r><a:rPr dirty="0" sz="700" spc="90"><a:latin typeface="Verdana"/><a:cs typeface="Verdana"/></a:rPr><a:t> </a:t></a:r><a:r><a:rPr dirty="0" sz="700"><a:latin typeface="Verdana"/><a:cs typeface="Verdana"/></a:rPr><a:t>PBR</a:t></a:r><a:r><a:rPr dirty="0" sz="700" spc="85"><a:latin typeface="Verdana"/><a:cs typeface="Verdana"/></a:rPr><a:t> </a:t></a:r><a:r><a:rPr dirty="0" sz="700"><a:latin typeface="Verdana"/><a:cs typeface="Verdana"/></a:rPr><a:t>WALL</a:t></a:r><a:r><a:rPr dirty="0" sz="700" spc="85"><a:latin typeface="Verdana"/><a:cs typeface="Verdana"/></a:rPr><a:t> </a:t></a:r><a:r><a:rPr dirty="0" sz="700"><a:latin typeface="Verdana"/><a:cs typeface="Verdana"/></a:rPr><a:t>PANEL,</a:t></a:r><a:r><a:rPr dirty="0" sz="700" spc="90"><a:latin typeface="Verdana"/><a:cs typeface="Verdana"/></a:rPr><a:t> </a:t></a:r><a:r><a:rPr dirty="0" sz="700"><a:latin typeface="Verdana"/><a:cs typeface="Verdana"/></a:rPr><a:t>OR</a:t></a:r><a:r><a:rPr dirty="0" sz="700" spc="85"><a:latin typeface="Verdana"/><a:cs typeface="Verdana"/></a:rPr><a:t> </a:t></a:r><a:r><a:rPr dirty="0" sz="700"><a:latin typeface="Verdana"/><a:cs typeface="Verdana"/></a:rPr><a:t>SIMILAR,</a:t></a:r><a:r><a:rPr dirty="0" sz="700" spc="85"><a:latin typeface="Verdana"/><a:cs typeface="Verdana"/></a:rPr><a:t> </a:t></a:r><a:r><a:rPr dirty="0" sz="700"><a:latin typeface="Verdana"/><a:cs typeface="Verdana"/></a:rPr><a:t>8&apos;,</a:t></a:r><a:r><a:rPr dirty="0" sz="700" spc="90"><a:latin typeface="Verdana"/><a:cs typeface="Verdana"/></a:rPr><a:t> </a:t></a:r><a:r><a:rPr dirty="0" sz="700"><a:latin typeface="Verdana"/><a:cs typeface="Verdana"/></a:rPr><a:t>TAN</a:t></a:r><a:r><a:rPr dirty="0" sz="700" spc="85"><a:latin typeface="Verdana"/><a:cs typeface="Verdana"/></a:rPr><a:t> </a:t></a:r><a:r><a:rPr dirty="0" sz="700" spc="-10"><a:latin typeface="Verdana"/><a:cs typeface="Verdana"/></a:rPr><a:t>PAINTED,#987665</a:t></a:r><a:endParaRPr sz="700"><a:latin typeface="Verdana"/><a:cs typeface="Verdana"/></a:endParaRPr></a:p></p:txBody></p:sp><p:grpSp><p:nvGrpSpPr><p:cNvPr id="446" name="object 446"/><p:cNvGrpSpPr/><p:nvPr/></p:nvGrpSpPr><p:grpSpPr><a:xfrm><a:off x="1680976" y="2575523"/><a:ext cx="18087975" cy="9387205"/><a:chOff x="1680976" y="2575523"/><a:chExt cx="18087975" cy="9387205"/></a:xfrm></p:grpSpPr><p:pic><p:nvPicPr><p:cNvPr id="447" name="object 447"/><p:cNvPicPr/><p:nvPr/></p:nvPicPr><p:blipFill><a:blip r:embed="rId20" cstate="print"/><a:stretch><a:fillRect/></a:stretch></p:blipFill><p:spPr><a:xfrm><a:off x="5112134" y="4604040"/><a:ext cx="197736" cy="303430"/></a:xfrm><a:prstGeom prst="rect"><a:avLst/></a:prstGeom></p:spPr></p:pic><p:sp><p:nvSpPr><p:cNvPr id="448" name="object 448"/><p:cNvSpPr/><p:nvPr/></p:nvSpPr><p:spPr><a:xfrm><a:off x="1683198" y="2577745"/><a:ext cx="5906770" cy="1575435"/></a:xfrm><a:custGeom><a:avLst/><a:gdLst/><a:ahLst/><a:cxnLst/><a:rect l="l" t="t" r="r" b="b"/><a:pathLst><a:path w="5906770" h="1575435"><a:moveTo><a:pt x="3599936" y="0"/></a:moveTo><a:lnTo><a:pt x="3708492" y="93656"/></a:lnTo></a:path><a:path w="5906770" h="1575435"><a:moveTo><a:pt x="427584" y="1237263"/></a:moveTo><a:lnTo><a:pt x="547115" y="1341235"/></a:lnTo><a:lnTo><a:pt x="690535" y="1264161"/></a:lnTo></a:path><a:path w="5906770" h="1575435"><a:moveTo><a:pt x="0" y="1471407"/></a:moveTo><a:lnTo><a:pt x="119530" y="1575379"/></a:lnTo><a:lnTo><a:pt x="263214" y="1498096"/></a:lnTo></a:path><a:path w="5906770" h="1575435"><a:moveTo><a:pt x="855168" y="1002660"/></a:moveTo><a:lnTo><a:pt x="974699" y="1106640"/></a:lnTo><a:lnTo><a:pt x="1118119" y="1029567"/></a:lnTo></a:path><a:path w="5906770" h="1575435"><a:moveTo><a:pt x="1282745" y="768966"/></a:moveTo><a:lnTo><a:pt x="1402276" y="872938"/></a:lnTo><a:lnTo><a:pt x="1545704" y="795864"/></a:lnTo></a:path><a:path w="5906770" h="1575435"><a:moveTo><a:pt x="1710329" y="534364"/></a:moveTo><a:lnTo><a:pt x="1829860" y="638336"/></a:lnTo><a:lnTo><a:pt x="1973280" y="561262"/></a:lnTo></a:path><a:path w="5906770" h="1575435"><a:moveTo><a:pt x="2137914" y="300669"/></a:moveTo><a:lnTo><a:pt x="2257445" y="404641"/></a:lnTo><a:lnTo><a:pt x="2400865" y="327568"/></a:lnTo></a:path><a:path w="5906770" h="1575435"><a:moveTo><a:pt x="2565490" y="66517"/></a:moveTo><a:lnTo><a:pt x="2685021" y="170489"/></a:lnTo><a:lnTo><a:pt x="2828449" y="93415"/></a:lnTo></a:path><a:path w="5906770" h="1575435"><a:moveTo><a:pt x="5906471" y="964112"/></a:moveTo><a:lnTo><a:pt x="5763624" y="1041759"/></a:lnTo><a:lnTo><a:pt x="5694268" y="952625"/></a:lnTo></a:path></a:pathLst></a:custGeom><a:ln w="3878"><a:solidFill><a:srgbClr val="000000"/></a:solidFill></a:ln></p:spPr><p:txBody><a:bodyPr wrap="square" lIns="0" tIns="0" rIns="0" bIns="0" rtlCol="0"/><a:lstStyle/><a:p/></p:txBody></p:sp><p:sp><p:nvSpPr><p:cNvPr id="449" name="object 449"/><p:cNvSpPr/><p:nvPr/></p:nvSpPr><p:spPr><a:xfrm><a:off x="6432474" y="4031220"/><a:ext cx="190500" cy="175895"/></a:xfrm><a:custGeom><a:avLst/><a:gdLst/><a:ahLst/><a:cxnLst/><a:rect l="l" t="t" r="r" b="b"/><a:pathLst><a:path w="190500" h="175895"><a:moveTo><a:pt x="189926" y="175298"/></a:moveTo><a:lnTo><a:pt x="12619" y="16862"/></a:lnTo><a:lnTo><a:pt x="0" y="0"/></a:lnTo><a:lnTo><a:pt x="189926" y="158986"/></a:lnTo><a:lnTo><a:pt x="189926" y="175298"/></a:lnTo><a:close/></a:path></a:pathLst></a:custGeom><a:solidFill><a:srgbClr val="BFBFBF"/></a:solidFill></p:spPr><p:txBody><a:bodyPr wrap="square" lIns="0" tIns="0" rIns="0" bIns="0" rtlCol="0"/><a:lstStyle/><a:p/></p:txBody></p:sp><p:sp><p:nvSpPr><p:cNvPr id="450" name="object 450"/><p:cNvSpPr/><p:nvPr/></p:nvSpPr><p:spPr><a:xfrm><a:off x="3498136" y="5520956"/><a:ext cx="27940" cy="24130"/></a:xfrm><a:custGeom><a:avLst/><a:gdLst/><a:ahLst/><a:cxnLst/><a:rect l="l" t="t" r="r" b="b"/><a:pathLst><a:path w="27939" h="24129"><a:moveTo><a:pt x="0" y="0"/></a:moveTo><a:lnTo><a:pt x="27681" y="24067"/></a:lnTo></a:path></a:pathLst></a:custGeom><a:ln w="23268"><a:solidFill><a:srgbClr val="C1C1C1"/></a:solidFill></a:ln></p:spPr><p:txBody><a:bodyPr wrap="square" lIns="0" tIns="0" rIns="0" bIns="0" rtlCol="0"/><a:lstStyle/><a:p/></p:txBody></p:sp><p:sp><p:nvSpPr><p:cNvPr id="451" name="object 451"/><p:cNvSpPr/><p:nvPr/></p:nvSpPr><p:spPr><a:xfrm><a:off x="3512462" y="5460830"/><a:ext cx="19685" cy="17145"/></a:xfrm><a:custGeom><a:avLst/><a:gdLst/><a:ahLst/><a:cxnLst/><a:rect l="l" t="t" r="r" b="b"/><a:pathLst><a:path w="19685" h="17145"><a:moveTo><a:pt x="19266" y="16993"/></a:moveTo><a:lnTo><a:pt x="0" y="0"/></a:lnTo><a:lnTo><a:pt x="19266" y="0"/></a:lnTo><a:lnTo><a:pt x="19266" y="16993"/></a:lnTo><a:close/></a:path></a:pathLst></a:custGeom><a:solidFill><a:srgbClr val="BFBFBF"/></a:solidFill></p:spPr><p:txBody><a:bodyPr wrap="square" lIns="0" tIns="0" rIns="0" bIns="0" rtlCol="0"/><a:lstStyle/><a:p/></p:txBody></p:sp><p:pic><p:nvPicPr><p:cNvPr id="452" name="object 452"/><p:cNvPicPr/><p:nvPr/></p:nvPicPr><p:blipFill><a:blip r:embed="rId21" cstate="print"/><a:stretch><a:fillRect/></a:stretch></p:blipFill><p:spPr><a:xfrm><a:off x="3512462" y="5460830"/><a:ext cx="19266" cy="16993"/></a:xfrm><a:prstGeom prst="rect"><a:avLst/></a:prstGeom></p:spPr></p:pic><p:sp><p:nvSpPr><p:cNvPr id="453" name="object 453"/><p:cNvSpPr/><p:nvPr/></p:nvSpPr><p:spPr><a:xfrm><a:off x="3512462" y="5460830"/><a:ext cx="19685" cy="17145"/></a:xfrm><a:custGeom><a:avLst/><a:gdLst/><a:ahLst/><a:cxnLst/><a:rect l="l" t="t" r="r" b="b"/><a:pathLst><a:path w="19685" h="17145"><a:moveTo><a:pt x="0" y="0"/></a:moveTo><a:lnTo><a:pt x="19266" y="16993"/></a:lnTo><a:lnTo><a:pt x="19266" y="0"/></a:lnTo></a:path></a:pathLst></a:custGeom><a:ln w="7756"><a:solidFill><a:srgbClr val="C1C1C1"/></a:solidFill></a:ln></p:spPr><p:txBody><a:bodyPr wrap="square" lIns="0" tIns="0" rIns="0" bIns="0" rtlCol="0"/><a:lstStyle/><a:p/></p:txBody></p:sp><p:pic><p:nvPicPr><p:cNvPr id="454" name="object 454"/><p:cNvPicPr/><p:nvPr/></p:nvPicPr><p:blipFill><a:blip r:embed="rId22" cstate="print"/><a:stretch><a:fillRect/></a:stretch></p:blipFill><p:spPr><a:xfrm><a:off x="18709144" y="11370993"/><a:ext cx="1059731" cy="591333"/></a:xfrm><a:prstGeom prst="rect"><a:avLst/></a:prstGeom></p:spPr></p:pic><p:sp><p:nvSpPr><p:cNvPr id="455" name="object 455"/><p:cNvSpPr/><p:nvPr/></p:nvSpPr><p:spPr><a:xfrm><a:off x="18663460" y="11184999"/><a:ext cx="168275" cy="146050"/></a:xfrm><a:custGeom><a:avLst/><a:gdLst/><a:ahLst/><a:cxnLst/><a:rect l="l" t="t" r="r" b="b"/><a:pathLst><a:path w="168275" h="146050"><a:moveTo><a:pt x="83999" y="0"/></a:moveTo><a:lnTo><a:pt x="168077" y="145584"/></a:lnTo><a:lnTo><a:pt x="0" y="145584"/></a:lnTo><a:lnTo><a:pt x="83999" y="0"/></a:lnTo><a:close/></a:path></a:pathLst></a:custGeom><a:ln w="7756"><a:solidFill><a:srgbClr val="FF0000"/></a:solidFill></a:ln></p:spPr><p:txBody><a:bodyPr wrap="square" lIns="0" tIns="0" rIns="0" bIns="0" rtlCol="0"/><a:lstStyle/><a:p/></p:txBody></p:sp></p:grpSp><p:sp><p:nvSpPr><p:cNvPr id="456" name="object 456"/><p:cNvSpPr txBox="1"/><p:nvPr/></p:nvSpPr><p:spPr><a:xfrm><a:off x="18710174" y="11214803"/><a:ext cx="74930" cy="118745"/></a:xfrm><a:prstGeom prst="rect"><a:avLst/></a:prstGeom></p:spPr><p:txBody><a:bodyPr wrap="square" lIns="0" tIns="13970" rIns="0" bIns="0" rtlCol="0" vert="horz"><a:spAutoFit/></a:bodyPr><a:lstStyle/><a:p><a:pPr marL="12700"><a:lnSpc><a:spcPct val="100000"/></a:lnSpc><a:spcBef><a:spcPts val="110"/></a:spcBef></a:pPr><a:r><a:rPr dirty="0" sz="600" spc="-50"><a:solidFill><a:srgbClr val="FF0000"/></a:solidFill><a:latin typeface="Verdana"/><a:cs typeface="Verdana"/></a:rPr><a:t>1</a:t></a:r><a:endParaRPr sz="600"><a:latin typeface="Verdana"/><a:cs typeface="Verdana"/></a:endParaRPr></a:p></p:txBody></p:sp><p:grpSp><p:nvGrpSpPr><p:cNvPr id="457" name="object 457"/><p:cNvGrpSpPr/><p:nvPr/></p:nvGrpSpPr><p:grpSpPr><a:xfrm><a:off x="10398984" y="2242640"/><a:ext cx="5763260" cy="2026920"/><a:chOff x="10398984" y="2242640"/><a:chExt cx="5763260" cy="2026920"/></a:xfrm></p:grpSpPr><p:sp><p:nvSpPr><p:cNvPr id="458" name="object 458"/><p:cNvSpPr/><p:nvPr/></p:nvSpPr><p:spPr><a:xfrm><a:off x="10864900" y="2578955"/><a:ext cx="5292725" cy="1686560"/></a:xfrm><a:custGeom><a:avLst/><a:gdLst/><a:ahLst/><a:cxnLst/><a:rect l="l" t="t" r="r" b="b"/><a:pathLst><a:path w="5292725" h="1686560"><a:moveTo><a:pt x="232" y="0"/></a:moveTo><a:lnTo><a:pt x="5292605" y="0"/></a:lnTo><a:lnTo><a:pt x="5292605" y="127294"/></a:lnTo><a:lnTo><a:pt x="232" y="127294"/></a:lnTo><a:lnTo><a:pt x="232" y="0"/></a:lnTo><a:close/></a:path><a:path w="5292725" h="1686560"><a:moveTo><a:pt x="0" y="1559122"/></a:moveTo><a:lnTo><a:pt x="5292373" y="1559122"/></a:lnTo><a:lnTo><a:pt x="5292373" y="1686425"/></a:lnTo><a:lnTo><a:pt x="0" y="1686425"/></a:lnTo><a:lnTo><a:pt x="0" y="1559122"/></a:lnTo><a:close/></a:path></a:pathLst></a:custGeom><a:ln w="7756"><a:solidFill><a:srgbClr val="6969FF"/></a:solidFill><a:prstDash val="lgDash"/></a:ln></p:spPr><p:txBody><a:bodyPr wrap="square" lIns="0" tIns="0" rIns="0" bIns="0" rtlCol="0"/><a:lstStyle/><a:p/></p:txBody></p:sp><p:sp><p:nvSpPr><p:cNvPr id="459" name="object 459"/><p:cNvSpPr/><p:nvPr/></p:nvSpPr><p:spPr><a:xfrm><a:off x="10470337" y="2298703"/><a:ext cx="375920" cy="282575"/></a:xfrm><a:custGeom><a:avLst/><a:gdLst/><a:ahLst/><a:cxnLst/><a:rect l="l" t="t" r="r" b="b"/><a:pathLst><a:path w="375920" h="282575"><a:moveTo><a:pt x="372300" y="278320"/></a:moveTo><a:lnTo><a:pt x="42659" y="278320"/></a:lnTo><a:lnTo><a:pt x="0" y="278320"/></a:lnTo><a:lnTo><a:pt x="0" y="282194"/></a:lnTo><a:lnTo><a:pt x="42659" y="282194"/></a:lnTo><a:lnTo><a:pt x="372300" y="282194"/></a:lnTo><a:lnTo><a:pt x="372300" y="278320"/></a:lnTo><a:close/></a:path><a:path w="375920" h="282575"><a:moveTo><a:pt x="375793" y="0"/></a:moveTo><a:lnTo><a:pt x="42659" y="0"/></a:lnTo><a:lnTo><a:pt x="42659" y="3873"/></a:lnTo><a:lnTo><a:pt x="375793" y="3873"/></a:lnTo><a:lnTo><a:pt x="375793" y="0"/></a:lnTo><a:close/></a:path></a:pathLst></a:custGeom><a:solidFill><a:srgbClr val="000000"/></a:solidFill></p:spPr><p:txBody><a:bodyPr wrap="square" lIns="0" tIns="0" rIns="0" bIns="0" rtlCol="0"/><a:lstStyle/><a:p/></p:txBody></p:sp><p:pic><p:nvPicPr><p:cNvPr id="460" name="object 460"/><p:cNvPicPr/><p:nvPr/></p:nvPicPr><p:blipFill><a:blip r:embed="rId23" cstate="print"/><a:stretch><a:fillRect/></a:stretch></p:blipFill><p:spPr><a:xfrm><a:off x="10398984" y="2242640"/><a:ext cx="129528" cy="326458"/></a:xfrm><a:prstGeom prst="rect"><a:avLst/></a:prstGeom></p:spPr></p:pic></p:grpSp><p:sp><p:nvSpPr><p:cNvPr id="461" name="object 461"/><p:cNvSpPr txBox="1"/><p:nvPr/></p:nvSpPr><p:spPr><a:xfrm><a:off x="10344846" y="1916102"/><a:ext cx="112395" cy="328930"/></a:xfrm><a:prstGeom prst="rect"><a:avLst/></a:prstGeom><a:solidFill><a:srgbClr val="FFFFFF"/></a:solidFill><a:ln w="7756"><a:solidFill><a:srgbClr val="000000"/></a:solidFill></a:ln></p:spPr><p:txBody><a:bodyPr wrap="square" lIns="0" tIns="3810" rIns="0" bIns="0" rtlCol="0" vert="vert270"><a:spAutoFit/></a:bodyPr><a:lstStyle/><a:p><a:pPr marL="49530"><a:lnSpc><a:spcPct val="100000"/></a:lnSpc><a:spcBef><a:spcPts val="30"/></a:spcBef></a:pPr><a:r><a:rPr dirty="0" sz="700"><a:latin typeface="Verdana"/><a:cs typeface="Verdana"/></a:rPr><a:t>1&apos;-</a:t></a:r><a:r><a:rPr dirty="0" sz="700" spc="-25"><a:latin typeface="Verdana"/><a:cs typeface="Verdana"/></a:rPr><a:t>0&quot;</a:t></a:r><a:endParaRPr sz="700"><a:latin typeface="Verdana"/><a:cs typeface="Verdana"/></a:endParaRPr></a:p></p:txBody></p:sp><p:grpSp><p:nvGrpSpPr><p:cNvPr id="462" name="object 462"/><p:cNvGrpSpPr/><p:nvPr/></p:nvGrpSpPr><p:grpSpPr><a:xfrm><a:off x="10339012" y="4263443"/><a:ext cx="507365" cy="608330"/><a:chOff x="10339012" y="4263443"/><a:chExt cx="507365" cy="608330"/></a:xfrm></p:grpSpPr><p:sp><p:nvSpPr><p:cNvPr id="463" name="object 463"/><p:cNvSpPr/><p:nvPr/></p:nvSpPr><p:spPr><a:xfrm><a:off x="10468546" y="4263444"/><a:ext cx="377825" cy="272415"/></a:xfrm><a:custGeom><a:avLst/><a:gdLst/><a:ahLst/><a:cxnLst/><a:rect l="l" t="t" r="r" b="b"/><a:pathLst><a:path w="377825" h="272414"><a:moveTo><a:pt x="373849" y="0"/></a:moveTo><a:lnTo><a:pt x="42659" y="0"/></a:lnTo><a:lnTo><a:pt x="0" y="0"/></a:lnTo><a:lnTo><a:pt x="0" y="3886"/></a:lnTo><a:lnTo><a:pt x="42659" y="3886"/></a:lnTo><a:lnTo><a:pt x="373849" y="3886"/></a:lnTo><a:lnTo><a:pt x="373849" y="0"/></a:lnTo><a:close/></a:path><a:path w="377825" h="272414"><a:moveTo><a:pt x="377583" y="268414"/></a:moveTo><a:lnTo><a:pt x="42659" y="268414"/></a:lnTo><a:lnTo><a:pt x="42659" y="272288"/></a:lnTo><a:lnTo><a:pt x="377583" y="272288"/></a:lnTo><a:lnTo><a:pt x="377583" y="268414"/></a:lnTo><a:close/></a:path></a:pathLst></a:custGeom><a:solidFill><a:srgbClr val="000000"/></a:solidFill></p:spPr><p:txBody><a:bodyPr wrap="square" lIns="0" tIns="0" rIns="0" bIns="0" rtlCol="0"/><a:lstStyle/><a:p/></p:txBody></p:sp><p:pic><p:nvPicPr><p:cNvPr id="464" name="object 464"/><p:cNvPicPr/><p:nvPr/></p:nvPicPr><p:blipFill><a:blip r:embed="rId24" cstate="print"/><a:stretch><a:fillRect/></a:stretch></p:blipFill><p:spPr><a:xfrm><a:off x="10397200" y="4275232"/><a:ext cx="129528" cy="265332"/></a:xfrm><a:prstGeom prst="rect"><a:avLst/></a:prstGeom></p:spPr></p:pic><p:sp><p:nvSpPr><p:cNvPr id="465" name="object 465"/><p:cNvSpPr/><p:nvPr/></p:nvSpPr><p:spPr><a:xfrm><a:off x="10343139" y="4538624"/><a:ext cx="112395" cy="328930"/></a:xfrm><a:custGeom><a:avLst/><a:gdLst/><a:ahLst/><a:cxnLst/><a:rect l="l" t="t" r="r" b="b"/><a:pathLst><a:path w="112395" h="328929"><a:moveTo><a:pt x="112077" y="328475"/></a:moveTo><a:lnTo><a:pt x="0" y="328475"/></a:lnTo><a:lnTo><a:pt x="0" y="0"/></a:lnTo><a:lnTo><a:pt x="112077" y="0"/></a:lnTo><a:lnTo><a:pt x="112077" y="328475"/></a:lnTo><a:close/></a:path></a:pathLst></a:custGeom><a:solidFill><a:srgbClr val="FFFFFF"/></a:solidFill></p:spPr><p:txBody><a:bodyPr wrap="square" lIns="0" tIns="0" rIns="0" bIns="0" rtlCol="0"/><a:lstStyle/><a:p/></p:txBody></p:sp><p:sp><p:nvSpPr><p:cNvPr id="466" name="object 466"/><p:cNvSpPr/><p:nvPr/></p:nvSpPr><p:spPr><a:xfrm><a:off x="10343139" y="4538624"/><a:ext cx="112395" cy="328930"/></a:xfrm><a:custGeom><a:avLst/><a:gdLst/><a:ahLst/><a:cxnLst/><a:rect l="l" t="t" r="r" b="b"/><a:pathLst><a:path w="112395" h="328929"><a:moveTo><a:pt x="0" y="328475"/></a:moveTo><a:lnTo><a:pt x="0" y="0"/></a:lnTo><a:lnTo><a:pt x="112077" y="0"/></a:lnTo><a:lnTo><a:pt x="112077" y="328475"/></a:lnTo><a:lnTo><a:pt x="0" y="328475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467" name="object 467"/><p:cNvSpPr txBox="1"/><p:nvPr/></p:nvSpPr><p:spPr><a:xfrm><a:off x="10329917" y="4576087"/><a:ext cx="139065" cy="254000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><a:latin typeface="Verdana"/><a:cs typeface="Verdana"/></a:rPr><a:t>1&apos;-</a:t></a:r><a:r><a:rPr dirty="0" sz="700" spc="-25"><a:latin typeface="Verdana"/><a:cs typeface="Verdana"/></a:rPr><a:t>0&quot;</a:t></a:r><a:endParaRPr sz="700"><a:latin typeface="Verdana"/><a:cs typeface="Verdana"/></a:endParaRPr></a:p></p:txBody></p:sp><p:sp><p:nvSpPr><p:cNvPr id="468" name="object 468"/><p:cNvSpPr txBox="1"/><p:nvPr/></p:nvSpPr><p:spPr><a:xfrm><a:off x="9626001" y="3249215"/><a:ext cx="40005" cy="132080"/></a:xfrm><a:prstGeom prst="rect"><a:avLst/></a:prstGeom></p:spPr><p:txBody><a:bodyPr wrap="square" lIns="0" tIns="1270" rIns="0" bIns="0" rtlCol="0" vert="horz"><a:spAutoFit/></a:bodyPr><a:lstStyle/><a:p><a:pPr><a:lnSpc><a:spcPct val="100000"/></a:lnSpc><a:spcBef><a:spcPts val="10"/></a:spcBef></a:pPr><a:r><a:rPr dirty="0" sz="850" spc="-50"><a:latin typeface="Verdana"/><a:cs typeface="Verdana"/></a:rPr><a:t>.</a:t></a:r><a:endParaRPr sz="850"><a:latin typeface="Verdana"/><a:cs typeface="Verdana"/></a:endParaRPr></a:p></p:txBody></p:sp><p:grpSp><p:nvGrpSpPr><p:cNvPr id="469" name="object 469"/><p:cNvGrpSpPr/><p:nvPr/></p:nvGrpSpPr><p:grpSpPr><a:xfrm><a:off x="8215145" y="2590147"/><a:ext cx="2613660" cy="837565"/><a:chOff x="8215145" y="2590147"/><a:chExt cx="2613660" cy="837565"/></a:xfrm></p:grpSpPr><p:sp><p:nvSpPr><p:cNvPr id="470" name="object 470"/><p:cNvSpPr/><p:nvPr/></p:nvSpPr><p:spPr><a:xfrm><a:off x="9684560" y="2653461"/><a:ext cx="1068705" cy="662305"/></a:xfrm><a:custGeom><a:avLst/><a:gdLst/><a:ahLst/><a:cxnLst/><a:rect l="l" t="t" r="r" b="b"/><a:pathLst><a:path w="1068704" h="662304"><a:moveTo><a:pt x="1068418" y="0"/></a:moveTo><a:lnTo><a:pt x="271157" y="662070"/></a:lnTo><a:lnTo><a:pt x="0" y="662070"/></a:lnTo></a:path></a:pathLst></a:custGeom><a:ln w="7756"><a:solidFill><a:srgbClr val="000000"/></a:solidFill></a:ln></p:spPr><p:txBody><a:bodyPr wrap="square" lIns="0" tIns="0" rIns="0" bIns="0" rtlCol="0"/><a:lstStyle/><a:p/></p:txBody></p:sp><p:pic><p:nvPicPr><p:cNvPr id="471" name="object 471"/><p:cNvPicPr/><p:nvPr/></p:nvPicPr><p:blipFill><a:blip r:embed="rId25" cstate="print"/><a:stretch><a:fillRect/></a:stretch></p:blipFill><p:spPr><a:xfrm><a:off x="10739094" y="2590147"/><a:ext cx="89273" cy="79152"/></a:xfrm><a:prstGeom prst="rect"><a:avLst/></a:prstGeom></p:spPr></p:pic><p:sp><p:nvSpPr><p:cNvPr id="472" name="object 472"/><p:cNvSpPr/><p:nvPr/></p:nvSpPr><p:spPr><a:xfrm><a:off x="8215145" y="3203454"/><a:ext cx="1465580" cy="224154"/></a:xfrm><a:custGeom><a:avLst/><a:gdLst/><a:ahLst/><a:cxnLst/><a:rect l="l" t="t" r="r" b="b"/><a:pathLst><a:path w="1465579" h="224154"><a:moveTo><a:pt x="1465536" y="224154"/></a:moveTo><a:lnTo><a:pt x="0" y="224154"/></a:lnTo><a:lnTo><a:pt x="0" y="0"/></a:lnTo><a:lnTo><a:pt x="1465536" y="0"/></a:lnTo><a:lnTo><a:pt x="1465536" y="224154"/></a:lnTo><a:close/></a:path></a:pathLst></a:custGeom><a:solidFill><a:srgbClr val="FFFFFF"/></a:solidFill></p:spPr><p:txBody><a:bodyPr wrap="square" lIns="0" tIns="0" rIns="0" bIns="0" rtlCol="0"/><a:lstStyle/><a:p/></p:txBody></p:sp></p:grpSp><p:sp><p:nvSpPr><p:cNvPr id="473" name="object 473"/><p:cNvSpPr txBox="1"/><p:nvPr/></p:nvSpPr><p:spPr><a:xfrm><a:off x="8215145" y="3203454"/><a:ext cx="1465580" cy="224154"/></a:xfrm><a:prstGeom prst="rect"><a:avLst/></a:prstGeom><a:ln w="7756"><a:solidFill><a:srgbClr val="000000"/></a:solidFill></a:ln></p:spPr><p:txBody><a:bodyPr wrap="square" lIns="0" tIns="635" rIns="0" bIns="0" rtlCol="0" vert="horz"><a:spAutoFit/></a:bodyPr><a:lstStyle/><a:p><a:pPr marL="85090" marR="635" indent="161290"><a:lnSpc><a:spcPts val="880"/></a:lnSpc><a:spcBef><a:spcPts val="5"/></a:spcBef></a:pPr><a:r><a:rPr dirty="0" sz="700"><a:latin typeface="Verdana"/><a:cs typeface="Verdana"/></a:rPr><a:t>TOP</a:t></a:r><a:r><a:rPr dirty="0" sz="700" spc="85"><a:latin typeface="Verdana"/><a:cs typeface="Verdana"/></a:rPr><a:t> </a:t></a:r><a:r><a:rPr dirty="0" sz="700"><a:latin typeface="Verdana"/><a:cs typeface="Verdana"/></a:rPr><a:t>AND</a:t></a:r><a:r><a:rPr dirty="0" sz="700" spc="90"><a:latin typeface="Verdana"/><a:cs typeface="Verdana"/></a:rPr><a:t> </a:t></a:r><a:r><a:rPr dirty="0" sz="700"><a:latin typeface="Verdana"/><a:cs typeface="Verdana"/></a:rPr><a:t>BOTTOM</a:t></a:r><a:r><a:rPr dirty="0" sz="700" spc="90"><a:latin typeface="Verdana"/><a:cs typeface="Verdana"/></a:rPr><a:t> </a:t></a:r><a:r><a:rPr dirty="0" sz="700" spc="-10"><a:latin typeface="Verdana"/><a:cs typeface="Verdana"/></a:rPr><a:t>RAILS </a:t></a:r><a:r><a:rPr dirty="0" sz="700"><a:latin typeface="Verdana"/><a:cs typeface="Verdana"/></a:rPr><a:t>(2x4</a:t></a:r><a:r><a:rPr dirty="0" sz="700" spc="65"><a:latin typeface="Verdana"/><a:cs typeface="Verdana"/></a:rPr><a:t> </a:t></a:r><a:r><a:rPr dirty="0" sz="700"><a:latin typeface="Verdana"/><a:cs typeface="Verdana"/></a:rPr><a:t>FLAT</a:t></a:r><a:r><a:rPr dirty="0" sz="700" spc="65"><a:latin typeface="Verdana"/><a:cs typeface="Verdana"/></a:rPr><a:t> </a:t></a:r><a:r><a:rPr dirty="0" sz="700"><a:latin typeface="Verdana"/><a:cs typeface="Verdana"/></a:rPr><a:t>OR</a:t></a:r><a:r><a:rPr dirty="0" sz="700" spc="70"><a:latin typeface="Verdana"/><a:cs typeface="Verdana"/></a:rPr><a:t> </a:t></a:r><a:r><a:rPr dirty="0" sz="700"><a:latin typeface="Verdana"/><a:cs typeface="Verdana"/></a:rPr><a:t>2x4</a:t></a:r><a:r><a:rPr dirty="0" sz="700" spc="65"><a:latin typeface="Verdana"/><a:cs typeface="Verdana"/></a:rPr><a:t> </a:t></a:r><a:r><a:rPr dirty="0" sz="700" spc="-10"><a:latin typeface="Verdana"/><a:cs typeface="Verdana"/></a:rPr><a:t>STACKED)</a:t></a:r><a:endParaRPr sz="700"><a:latin typeface="Verdana"/><a:cs typeface="Verdana"/></a:endParaRPr></a:p></p:txBody></p:sp><p:grpSp><p:nvGrpSpPr><p:cNvPr id="474" name="object 474"/><p:cNvGrpSpPr/><p:nvPr/></p:nvGrpSpPr><p:grpSpPr><a:xfrm><a:off x="9680433" y="2300335"/><a:ext cx="6491605" cy="2236470"/><a:chOff x="9680433" y="2300335"/><a:chExt cx="6491605" cy="2236470"/></a:xfrm></p:grpSpPr><p:sp><p:nvSpPr><p:cNvPr id="475" name="object 475"/><p:cNvSpPr/><p:nvPr/></p:nvSpPr><p:spPr><a:xfrm><a:off x="9684560" y="3315532"/><a:ext cx="1099820" cy="866140"/></a:xfrm><a:custGeom><a:avLst/><a:gdLst/><a:ahLst/><a:cxnLst/><a:rect l="l" t="t" r="r" b="b"/><a:pathLst><a:path w="1099820" h="866139"><a:moveTo><a:pt x="1099753" y="865655"/></a:moveTo><a:lnTo><a:pt x="271157" y="0"/></a:lnTo><a:lnTo><a:pt x="0" y="0"/></a:lnTo></a:path></a:pathLst></a:custGeom><a:ln w="7756"><a:solidFill><a:srgbClr val="000000"/></a:solidFill></a:ln></p:spPr><p:txBody><a:bodyPr wrap="square" lIns="0" tIns="0" rIns="0" bIns="0" rtlCol="0"/><a:lstStyle/><a:p/></p:txBody></p:sp><p:pic><p:nvPicPr><p:cNvPr id="476" name="object 476"/><p:cNvPicPr/><p:nvPr/></p:nvPicPr><p:blipFill><a:blip r:embed="rId26" cstate="print"/><a:stretch><a:fillRect/></a:stretch></p:blipFill><p:spPr><a:xfrm><a:off x="10769111" y="4166497"/><a:ext cx="83379" cy="85721"/></a:xfrm><a:prstGeom prst="rect"><a:avLst/></a:prstGeom></p:spPr></p:pic><p:sp><p:nvSpPr><p:cNvPr id="477" name="object 477"/><p:cNvSpPr/><p:nvPr/></p:nvSpPr><p:spPr><a:xfrm><a:off x="10873432" y="2304463"/><a:ext cx="5293995" cy="2228215"/></a:xfrm><a:custGeom><a:avLst/><a:gdLst/><a:ahLst/><a:cxnLst/><a:rect l="l" t="t" r="r" b="b"/><a:pathLst><a:path w="5293994" h="2228215"><a:moveTo><a:pt x="5202478" y="7"/></a:moveTo><a:lnTo><a:pt x="5293924" y="7"/></a:lnTo><a:lnTo><a:pt x="5293924" y="2228212"/></a:lnTo><a:lnTo><a:pt x="5202478" y="2228212"/></a:lnTo><a:lnTo><a:pt x="5202478" y="7"/></a:lnTo><a:close/></a:path><a:path w="5293994" h="2228215"><a:moveTo><a:pt x="3495026" y="0"/></a:moveTo><a:lnTo><a:pt x="3586472" y="0"/></a:lnTo><a:lnTo><a:pt x="3586472" y="2228204"/></a:lnTo><a:lnTo><a:pt x="3495026" y="2228204"/></a:lnTo><a:lnTo><a:pt x="3495026" y="0"/></a:lnTo><a:close/></a:path><a:path w="5293994" h="2228215"><a:moveTo><a:pt x="1746310" y="15"/></a:moveTo><a:lnTo><a:pt x="1837756" y="15"/></a:lnTo><a:lnTo><a:pt x="1837756" y="2228219"/></a:lnTo><a:lnTo><a:pt x="1746310" y="2228219"/></a:lnTo><a:lnTo><a:pt x="1746310" y="15"/></a:lnTo><a:close/></a:path><a:path w="5293994" h="2228215"><a:moveTo><a:pt x="0" y="15"/></a:moveTo><a:lnTo><a:pt x="91445" y="15"/></a:lnTo><a:lnTo><a:pt x="91445" y="2228219"/></a:lnTo><a:lnTo><a:pt x="0" y="2228219"/></a:lnTo><a:lnTo><a:pt x="0" y="15"/></a:lnTo><a:close/></a:path></a:pathLst></a:custGeom><a:ln w="7756"><a:solidFill><a:srgbClr val="704EFF"/></a:solidFill><a:prstDash val="lgDash"/></a:ln></p:spPr><p:txBody><a:bodyPr wrap="square" lIns="0" tIns="0" rIns="0" bIns="0" rtlCol="0"/><a:lstStyle/><a:p/></p:txBody></p:sp></p:grpSp><p:sp><p:nvSpPr><p:cNvPr id="478" name="object 478"/><p:cNvSpPr txBox="1"/><p:nvPr/></p:nvSpPr><p:spPr><a:xfrm><a:off x="10929819" y="1319928"/><a:ext cx="1097280" cy="394970"/></a:xfrm><a:prstGeom prst="rect"><a:avLst/></a:prstGeom><a:solidFill><a:srgbClr val="FFFFFF"/></a:solidFill><a:ln w="7756"><a:solidFill><a:srgbClr val="000000"/></a:solidFill></a:ln></p:spPr><p:txBody><a:bodyPr wrap="square" lIns="0" tIns="0" rIns="0" bIns="0" rtlCol="0" vert="horz"><a:spAutoFit/></a:bodyPr><a:lstStyle/><a:p><a:pPr algn="r" marL="85090" marR="3810" indent="93980"><a:lnSpc><a:spcPts val="1040"/></a:lnSpc></a:pPr><a:r><a:rPr dirty="0" sz="850"><a:latin typeface="Verdana"/><a:cs typeface="Verdana"/></a:rPr><a:t>SIMPSON </a:t></a:r><a:r><a:rPr dirty="0" sz="850" spc="-10"><a:latin typeface="Verdana"/><a:cs typeface="Verdana"/></a:rPr><a:t>FB24Z </a:t></a:r><a:r><a:rPr dirty="0" sz="850"><a:latin typeface="Verdana"/><a:cs typeface="Verdana"/></a:rPr><a:t>BRACKET </a:t></a:r><a:r><a:rPr dirty="0" sz="850" spc="-10"><a:latin typeface="Verdana"/><a:cs typeface="Verdana"/></a:rPr><a:t>W/HZ10 </a:t></a:r><a:r><a:rPr dirty="0" sz="850"><a:latin typeface="Verdana"/><a:cs typeface="Verdana"/></a:rPr><a:t>COATING, </a:t></a:r><a:r><a:rPr dirty="0" sz="850" spc="-20"><a:latin typeface="Verdana"/><a:cs typeface="Verdana"/></a:rPr><a:t>TYP.</a:t></a:r><a:endParaRPr sz="850"><a:latin typeface="Verdana"/><a:cs typeface="Verdana"/></a:endParaRPr></a:p></p:txBody></p:sp><p:grpSp><p:nvGrpSpPr><p:cNvPr id="479" name="object 479"/><p:cNvGrpSpPr/><p:nvPr/></p:nvGrpSpPr><p:grpSpPr><a:xfrm><a:off x="2096418" y="1644470"/><a:ext cx="10516235" cy="8413115"/><a:chOff x="2096418" y="1644470"/><a:chExt cx="10516235" cy="8413115"/></a:xfrm></p:grpSpPr><p:sp><p:nvSpPr><p:cNvPr id="480" name="object 480"/><p:cNvSpPr/><p:nvPr/></p:nvSpPr><p:spPr><a:xfrm><a:off x="12030426" y="1648598"/><a:ext cx="534035" cy="828040"/></a:xfrm><a:custGeom><a:avLst/><a:gdLst/><a:ahLst/><a:cxnLst/><a:rect l="l" t="t" r="r" b="b"/><a:pathLst><a:path w="534034" h="828039"><a:moveTo><a:pt x="534015" y="827642"/></a:moveTo><a:lnTo><a:pt x="88498" y="0"/></a:lnTo><a:lnTo><a:pt x="0" y="0"/></a:lnTo></a:path></a:pathLst></a:custGeom><a:ln w="7756"><a:solidFill><a:srgbClr val="000000"/></a:solidFill></a:ln></p:spPr><p:txBody><a:bodyPr wrap="square" lIns="0" tIns="0" rIns="0" bIns="0" rtlCol="0"/><a:lstStyle/><a:p/></p:txBody></p:sp><p:pic><p:nvPicPr><p:cNvPr id="481" name="object 481"/><p:cNvPicPr/><p:nvPr/></p:nvPicPr><p:blipFill><a:blip r:embed="rId27" cstate="print"/><a:stretch><a:fillRect/></a:stretch></p:blipFill><p:spPr><a:xfrm><a:off x="12546912" y="2464993"/><a:ext cx="65462" cy="97068"/></a:xfrm><a:prstGeom prst="rect"><a:avLst/></a:prstGeom></p:spPr></p:pic><p:sp><p:nvSpPr><p:cNvPr id="482" name="object 482"/><p:cNvSpPr/><p:nvPr/></p:nvSpPr><p:spPr><a:xfrm><a:off x="2566662" y="8094226"/><a:ext cx="7362825" cy="1686560"/></a:xfrm><a:custGeom><a:avLst/><a:gdLst/><a:ahLst/><a:cxnLst/><a:rect l="l" t="t" r="r" b="b"/><a:pathLst><a:path w="7362825" h="1686559"><a:moveTo><a:pt x="325" y="0"/></a:moveTo><a:lnTo><a:pt x="7362606" y="0"/></a:lnTo><a:lnTo><a:pt x="7362606" y="127356"/></a:lnTo><a:lnTo><a:pt x="325" y="127356"/></a:lnTo><a:lnTo><a:pt x="325" y="0"/></a:lnTo><a:close/></a:path><a:path w="7362825" h="1686559"><a:moveTo><a:pt x="0" y="1559153"/></a:moveTo><a:lnTo><a:pt x="7362296" y="1559153"/></a:lnTo><a:lnTo><a:pt x="7362296" y="1686432"/></a:lnTo><a:lnTo><a:pt x="0" y="1686432"/></a:lnTo><a:lnTo><a:pt x="0" y="1559153"/></a:lnTo><a:close/></a:path></a:pathLst></a:custGeom><a:ln w="7756"><a:solidFill><a:srgbClr val="6969FF"/></a:solidFill><a:prstDash val="lgDash"/></a:ln></p:spPr><p:txBody><a:bodyPr wrap="square" lIns="0" tIns="0" rIns="0" bIns="0" rtlCol="0"/><a:lstStyle/><a:p/></p:txBody></p:sp><p:sp><p:nvSpPr><p:cNvPr id="483" name="object 483"/><p:cNvSpPr/><p:nvPr/></p:nvSpPr><p:spPr><a:xfrm><a:off x="2575217" y="7819734"/><a:ext cx="7354570" cy="2233930"/></a:xfrm><a:custGeom><a:avLst/><a:gdLst/><a:ahLst/><a:cxnLst/><a:rect l="l" t="t" r="r" b="b"/><a:pathLst><a:path w="7354570" h="2233929"><a:moveTo><a:pt x="5202478" y="0"/></a:moveTo><a:lnTo><a:pt x="5293924" y="0"/></a:lnTo><a:lnTo><a:pt x="5293924" y="2228204"/></a:lnTo><a:lnTo><a:pt x="5202478" y="2228204"/></a:lnTo><a:lnTo><a:pt x="5202478" y="0"/></a:lnTo><a:close/></a:path><a:path w="7354570" h="2233929"><a:moveTo><a:pt x="3495026" y="0"/></a:moveTo><a:lnTo><a:pt x="3586464" y="0"/></a:lnTo><a:lnTo><a:pt x="3586464" y="2228204"/></a:lnTo><a:lnTo><a:pt x="3495026" y="2228204"/></a:lnTo><a:lnTo><a:pt x="3495026" y="0"/></a:lnTo><a:close/></a:path><a:path w="7354570" h="2233929"><a:moveTo><a:pt x="1746256" y="0"/></a:moveTo><a:lnTo><a:pt x="1837702" y="0"/></a:lnTo><a:lnTo><a:pt x="1837702" y="2228204"/></a:lnTo><a:lnTo><a:pt x="1746256" y="2228204"/></a:lnTo><a:lnTo><a:pt x="1746256" y="0"/></a:lnTo><a:close/></a:path><a:path w="7354570" h="2233929"><a:moveTo><a:pt x="0" y="77"/></a:moveTo><a:lnTo><a:pt x="91445" y="77"/></a:lnTo><a:lnTo><a:pt x="91445" y="2228281"/></a:lnTo><a:lnTo><a:pt x="0" y="2228281"/></a:lnTo><a:lnTo><a:pt x="0" y="77"/></a:lnTo><a:close/></a:path><a:path w="7354570" h="2233929"><a:moveTo><a:pt x="7262605" y="5506"/></a:moveTo><a:lnTo><a:pt x="7354051" y="5506"/></a:lnTo><a:lnTo><a:pt x="7354051" y="2233711"/></a:lnTo><a:lnTo><a:pt x="7262605" y="2233711"/></a:lnTo><a:lnTo><a:pt x="7262605" y="5506"/></a:lnTo><a:close/></a:path></a:pathLst></a:custGeom><a:ln w="7756"><a:solidFill><a:srgbClr val="704EFF"/></a:solidFill><a:prstDash val="lgDash"/></a:ln></p:spPr><p:txBody><a:bodyPr wrap="square" lIns="0" tIns="0" rIns="0" bIns="0" rtlCol="0"/><a:lstStyle/><a:p/></p:txBody></p:sp><p:sp><p:nvSpPr><p:cNvPr id="484" name="object 484"/><p:cNvSpPr/><p:nvPr/></p:nvSpPr><p:spPr><a:xfrm><a:off x="2221865" y="7817806"/><a:ext cx="323215" cy="278765"/></a:xfrm><a:custGeom><a:avLst/><a:gdLst/><a:ahLst/><a:cxnLst/><a:rect l="l" t="t" r="r" b="b"/><a:pathLst><a:path w="323214" h="278765"><a:moveTo><a:pt x="322326" y="0"/></a:moveTo><a:lnTo><a:pt x="42659" y="0"/></a:lnTo><a:lnTo><a:pt x="0" y="0"/></a:lnTo><a:lnTo><a:pt x="0" y="3873"/></a:lnTo><a:lnTo><a:pt x="42659" y="3873"/></a:lnTo><a:lnTo><a:pt x="322326" y="3873"/></a:lnTo><a:lnTo><a:pt x="322326" y="0"/></a:lnTo><a:close/></a:path><a:path w="323214" h="278765"><a:moveTo><a:pt x="322656" y="274485"/></a:moveTo><a:lnTo><a:pt x="42659" y="274485"/></a:lnTo><a:lnTo><a:pt x="42659" y="278371"/></a:lnTo><a:lnTo><a:pt x="322656" y="278371"/></a:lnTo><a:lnTo><a:pt x="322656" y="274485"/></a:lnTo><a:close/></a:path></a:pathLst></a:custGeom><a:solidFill><a:srgbClr val="000000"/></a:solidFill></p:spPr><p:txBody><a:bodyPr wrap="square" lIns="0" tIns="0" rIns="0" bIns="0" rtlCol="0"/><a:lstStyle/><a:p/></p:txBody></p:sp><p:pic><p:nvPicPr><p:cNvPr id="485" name="object 485"/><p:cNvPicPr/><p:nvPr/></p:nvPicPr><p:blipFill><a:blip r:embed="rId28" cstate="print"/><a:stretch><a:fillRect/></a:stretch></p:blipFill><p:spPr><a:xfrm><a:off x="2150518" y="7829586"/><a:ext cx="129528" cy="322658"/></a:xfrm><a:prstGeom prst="rect"><a:avLst/></a:prstGeom></p:spPr></p:pic><p:sp><p:nvSpPr><p:cNvPr id="486" name="object 486"/><p:cNvSpPr/><p:nvPr/></p:nvSpPr><p:spPr><a:xfrm><a:off x="2096418" y="8150303"/><a:ext cx="112395" cy="328930"/></a:xfrm><a:custGeom><a:avLst/><a:gdLst/><a:ahLst/><a:cxnLst/><a:rect l="l" t="t" r="r" b="b"/><a:pathLst><a:path w="112394" h="328929"><a:moveTo><a:pt x="112077" y="328475"/></a:moveTo><a:lnTo><a:pt x="0" y="328475"/></a:lnTo><a:lnTo><a:pt x="0" y="0"/></a:lnTo><a:lnTo><a:pt x="112077" y="0"/></a:lnTo><a:lnTo><a:pt x="112077" y="328475"/></a:lnTo><a:close/></a:path></a:pathLst></a:custGeom><a:solidFill><a:srgbClr val="FFFFFF"/></a:solidFill></p:spPr><p:txBody><a:bodyPr wrap="square" lIns="0" tIns="0" rIns="0" bIns="0" rtlCol="0"/><a:lstStyle/><a:p/></p:txBody></p:sp></p:grpSp><p:sp><p:nvSpPr><p:cNvPr id="487" name="object 487"/><p:cNvSpPr txBox="1"/><p:nvPr/></p:nvSpPr><p:spPr><a:xfrm><a:off x="2096418" y="8150304"/><a:ext cx="112395" cy="328930"/></a:xfrm><a:prstGeom prst="rect"><a:avLst/></a:prstGeom><a:ln w="7756"><a:solidFill><a:srgbClr val="000000"/></a:solidFill></a:ln></p:spPr><p:txBody><a:bodyPr wrap="square" lIns="0" tIns="3810" rIns="0" bIns="0" rtlCol="0" vert="vert270"><a:spAutoFit/></a:bodyPr><a:lstStyle/><a:p><a:pPr marL="50165"><a:lnSpc><a:spcPct val="100000"/></a:lnSpc><a:spcBef><a:spcPts val="30"/></a:spcBef></a:pPr><a:r><a:rPr dirty="0" sz="700"><a:latin typeface="Verdana"/><a:cs typeface="Verdana"/></a:rPr><a:t>1&apos;-</a:t></a:r><a:r><a:rPr dirty="0" sz="700" spc="-25"><a:latin typeface="Verdana"/><a:cs typeface="Verdana"/></a:rPr><a:t>0&quot;</a:t></a:r><a:endParaRPr sz="700"><a:latin typeface="Verdana"/><a:cs typeface="Verdana"/></a:endParaRPr></a:p></p:txBody></p:sp><p:grpSp><p:nvGrpSpPr><p:cNvPr id="488" name="object 488"/><p:cNvGrpSpPr/><p:nvPr/></p:nvGrpSpPr><p:grpSpPr><a:xfrm><a:off x="2010067" y="9381818"/><a:ext cx="536575" cy="673100"/><a:chOff x="2010067" y="9381818"/><a:chExt cx="536575" cy="673100"/></a:xfrm></p:grpSpPr><p:sp><p:nvSpPr><p:cNvPr id="489" name="object 489"/><p:cNvSpPr/><p:nvPr/></p:nvSpPr><p:spPr><a:xfrm><a:off x="2133531" y="9773525"/><a:ext cx="410845" cy="279400"/></a:xfrm><a:custGeom><a:avLst/><a:gdLst/><a:ahLst/><a:cxnLst/><a:rect l="l" t="t" r="r" b="b"/><a:pathLst><a:path w="410844" h="279400"><a:moveTo><a:pt x="405618" y="278835"/></a:moveTo><a:lnTo><a:pt x="42651" y="272087"/></a:lnTo></a:path><a:path w="410844" h="279400"><a:moveTo><a:pt x="42651" y="272087"/></a:moveTo><a:lnTo><a:pt x="0" y="271312"/></a:lnTo></a:path><a:path w="410844" h="279400"><a:moveTo><a:pt x="410675" y="6747"/></a:moveTo><a:lnTo><a:pt x="47708" y="0"/></a:lnTo></a:path></a:pathLst></a:custGeom><a:ln w="3878"><a:solidFill><a:srgbClr val="000000"/></a:solidFill></a:ln></p:spPr><p:txBody><a:bodyPr wrap="square" lIns="0" tIns="0" rIns="0" bIns="0" rtlCol="0"/><a:lstStyle/><a:p/></p:txBody></p:sp><p:pic><p:nvPicPr><p:cNvPr id="490" name="object 490"/><p:cNvPicPr/><p:nvPr/></p:nvPicPr><p:blipFill><a:blip r:embed="rId29" cstate="print"/><a:stretch><a:fillRect/></a:stretch></p:blipFill><p:spPr><a:xfrm><a:off x="2068278" y="9713492"/><a:ext cx="125945" cy="322270"/></a:xfrm><a:prstGeom prst="rect"><a:avLst/></a:prstGeom></p:spPr></p:pic><p:sp><p:nvSpPr><p:cNvPr id="491" name="object 491"/><p:cNvSpPr/><p:nvPr/></p:nvSpPr><p:spPr><a:xfrm><a:off x="2014194" y="9385946"/><a:ext cx="118745" cy="330835"/></a:xfrm><a:custGeom><a:avLst/><a:gdLst/><a:ahLst/><a:cxnLst/><a:rect l="l" t="t" r="r" b="b"/><a:pathLst><a:path w="118744" h="330834"><a:moveTo><a:pt x="0" y="328475"/></a:moveTo><a:lnTo><a:pt x="6096" y="0"/></a:lnTo><a:lnTo><a:pt x="118158" y="2094"/></a:lnTo><a:lnTo><a:pt x="112053" y="330492"/></a:lnTo><a:lnTo><a:pt x="0" y="328475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492" name="object 492"/><p:cNvSpPr txBox="1"/><p:nvPr/></p:nvSpPr><p:spPr><a:xfrm rot="16320000"><a:off x="1955048" y="9505041"/><a:ext cx="248688" cy="93345"/></a:xfrm><a:prstGeom prst="rect"><a:avLst/></a:prstGeom></p:spPr><p:txBody><a:bodyPr wrap="square" lIns="0" tIns="0" rIns="0" bIns="0" rtlCol="0" vert="horz"><a:spAutoFit/></a:bodyPr><a:lstStyle/><a:p><a:pPr><a:lnSpc><a:spcPts val="735"/></a:lnSpc></a:pPr><a:r><a:rPr dirty="0" sz="700"><a:latin typeface="Verdana"/><a:cs typeface="Verdana"/></a:rPr><a:t>1&apos;-</a:t></a:r><a:r><a:rPr dirty="0" sz="700" spc="-25"><a:latin typeface="Verdana"/><a:cs typeface="Verdana"/></a:rPr><a:t>0&quot;</a:t></a:r><a:endParaRPr sz="700"><a:latin typeface="Verdana"/><a:cs typeface="Verdana"/></a:endParaRPr></a:p></p:txBody></p:sp><p:grpSp><p:nvGrpSpPr><p:cNvPr id="493" name="object 493"/><p:cNvGrpSpPr/><p:nvPr/></p:nvGrpSpPr><p:grpSpPr><a:xfrm><a:off x="4189089" y="2474710"/><a:ext cx="8655050" cy="8002905"/><a:chOff x="4189089" y="2474710"/><a:chExt cx="8655050" cy="8002905"/></a:xfrm></p:grpSpPr><p:sp><p:nvSpPr><p:cNvPr id="494" name="object 494"/><p:cNvSpPr/><p:nvPr/></p:nvSpPr><p:spPr><a:xfrm><a:off x="9961689" y="8495998"/><a:ext cx="1782445" cy="1707514"/></a:xfrm><a:custGeom><a:avLst/><a:gdLst/><a:ahLst/><a:cxnLst/><a:rect l="l" t="t" r="r" b="b"/><a:pathLst><a:path w="1782445" h="1707515"><a:moveTo><a:pt x="8842" y="0"/></a:moveTo><a:lnTo><a:pt x="1782377" y="0"/></a:lnTo><a:lnTo><a:pt x="1782377" y="127356"/></a:lnTo><a:lnTo><a:pt x="8842" y="127356"/></a:lnTo><a:lnTo><a:pt x="8842" y="0"/></a:lnTo><a:close/></a:path><a:path w="1782445" h="1707515"><a:moveTo><a:pt x="0" y="1580017"/></a:moveTo><a:lnTo><a:pt x="1773535" y="1580017"/></a:lnTo><a:lnTo><a:pt x="1773535" y="1707374"/></a:lnTo><a:lnTo><a:pt x="0" y="1707374"/></a:lnTo><a:lnTo><a:pt x="0" y="1580017"/></a:lnTo><a:close/></a:path></a:pathLst></a:custGeom><a:ln w="7756"><a:solidFill><a:srgbClr val="6969FF"/></a:solidFill><a:prstDash val="lgDash"/></a:ln></p:spPr><p:txBody><a:bodyPr wrap="square" lIns="0" tIns="0" rIns="0" bIns="0" rtlCol="0"/><a:lstStyle/><a:p/></p:txBody></p:sp><p:sp><p:nvSpPr><p:cNvPr id="495" name="object 495"/><p:cNvSpPr/><p:nvPr/></p:nvSpPr><p:spPr><a:xfrm><a:off x="9970454" y="8239733"/><a:ext cx="1765300" cy="2233295"/></a:xfrm><a:custGeom><a:avLst/><a:gdLst/><a:ahLst/><a:cxnLst/><a:rect l="l" t="t" r="r" b="b"/><a:pathLst><a:path w="1765300" h="2233295"><a:moveTo><a:pt x="1673324" y="4963"/></a:moveTo><a:lnTo><a:pt x="1764770" y="4963"/></a:lnTo><a:lnTo><a:pt x="1764770" y="2233168"/></a:lnTo><a:lnTo><a:pt x="1673324" y="2233168"/></a:lnTo><a:lnTo><a:pt x="1673324" y="4963"/></a:lnTo><a:close/></a:path><a:path w="1765300" h="2233295"><a:moveTo><a:pt x="0" y="0"/></a:moveTo><a:lnTo><a:pt x="91445" y="0"/></a:lnTo><a:lnTo><a:pt x="91445" y="2228204"/></a:lnTo><a:lnTo><a:pt x="0" y="2228204"/></a:lnTo><a:lnTo><a:pt x="0" y="0"/></a:lnTo><a:close/></a:path></a:pathLst></a:custGeom><a:ln w="7756"><a:solidFill><a:srgbClr val="704EFF"/></a:solidFill><a:prstDash val="lgDash"/></a:ln></p:spPr><p:txBody><a:bodyPr wrap="square" lIns="0" tIns="0" rIns="0" bIns="0" rtlCol="0"/><a:lstStyle/><a:p/></p:txBody></p:sp><p:sp><p:nvSpPr><p:cNvPr id="496" name="object 496"/><p:cNvSpPr/><p:nvPr/></p:nvSpPr><p:spPr><a:xfrm><a:off x="4193217" y="2478838"/><a:ext cx="8646795" cy="5850255"/></a:xfrm><a:custGeom><a:avLst/><a:gdLst/><a:ahLst/><a:cxnLst/><a:rect l="l" t="t" r="r" b="b"/><a:pathLst><a:path w="8646795" h="5850255"><a:moveTo><a:pt x="8305374" y="170396"/></a:moveTo><a:lnTo><a:pt x="8311468" y="125128"/></a:lnTo><a:lnTo><a:pt x="8328662" y="84432"/></a:lnTo><a:lnTo><a:pt x="8355324" y="49940"/></a:lnTo><a:lnTo><a:pt x="8389819" y="23283"/></a:lnTo><a:lnTo><a:pt x="8430514" y="6092"/></a:lnTo><a:lnTo><a:pt x="8475778" y="0"/></a:lnTo><a:lnTo><a:pt x="8521041" y="6092"/></a:lnTo><a:lnTo><a:pt x="8561737" y="23283"/></a:lnTo><a:lnTo><a:pt x="8596232" y="49940"/></a:lnTo><a:lnTo><a:pt x="8622893" y="84432"/></a:lnTo><a:lnTo><a:pt x="8640087" y="125128"/></a:lnTo><a:lnTo><a:pt x="8646182" y="170396"/></a:lnTo><a:lnTo><a:pt x="8640087" y="215664"/></a:lnTo><a:lnTo><a:pt x="8622893" y="256360"/></a:lnTo><a:lnTo><a:pt x="8596232" y="290852"/></a:lnTo><a:lnTo><a:pt x="8561737" y="317509"/></a:lnTo><a:lnTo><a:pt x="8521041" y="334699"/></a:lnTo><a:lnTo><a:pt x="8475778" y="340792"/></a:lnTo><a:lnTo><a:pt x="8430514" y="334699"/></a:lnTo><a:lnTo><a:pt x="8389819" y="317509"/></a:lnTo><a:lnTo><a:pt x="8355324" y="290852"/></a:lnTo><a:lnTo><a:pt x="8328662" y="256360"/></a:lnTo><a:lnTo><a:pt x="8311468" y="215664"/></a:lnTo><a:lnTo><a:pt x="8305374" y="170396"/></a:lnTo><a:close/></a:path><a:path w="8646795" h="5850255"><a:moveTo><a:pt x="8305374" y="170396"/></a:moveTo><a:lnTo><a:pt x="8311468" y="125128"/></a:lnTo><a:lnTo><a:pt x="8328662" y="84432"/></a:lnTo><a:lnTo><a:pt x="8355324" y="49940"/></a:lnTo><a:lnTo><a:pt x="8389819" y="23283"/></a:lnTo><a:lnTo><a:pt x="8430514" y="6092"/></a:lnTo><a:lnTo><a:pt x="8475778" y="0"/></a:lnTo><a:lnTo><a:pt x="8521041" y="6092"/></a:lnTo><a:lnTo><a:pt x="8561737" y="23283"/></a:lnTo><a:lnTo><a:pt x="8596232" y="49940"/></a:lnTo><a:lnTo><a:pt x="8622893" y="84432"/></a:lnTo><a:lnTo><a:pt x="8640087" y="125128"/></a:lnTo><a:lnTo><a:pt x="8646182" y="170396"/></a:lnTo><a:lnTo><a:pt x="8640087" y="215664"/></a:lnTo><a:lnTo><a:pt x="8622893" y="256360"/></a:lnTo><a:lnTo><a:pt x="8596232" y="290852"/></a:lnTo><a:lnTo><a:pt x="8561737" y="317509"/></a:lnTo><a:lnTo><a:pt x="8521041" y="334699"/></a:lnTo><a:lnTo><a:pt x="8475778" y="340792"/></a:lnTo><a:lnTo><a:pt x="8430514" y="334699"/></a:lnTo><a:lnTo><a:pt x="8389819" y="317509"/></a:lnTo><a:lnTo><a:pt x="8355324" y="290852"/></a:lnTo><a:lnTo><a:pt x="8328662" y="256360"/></a:lnTo><a:lnTo><a:pt x="8311468" y="215664"/></a:lnTo><a:lnTo><a:pt x="8305374" y="170396"/></a:lnTo><a:close/></a:path><a:path w="8646795" h="5850255"><a:moveTo><a:pt x="8305374" y="170396"/></a:moveTo><a:lnTo><a:pt x="8311468" y="125128"/></a:lnTo><a:lnTo><a:pt x="8328662" y="84432"/></a:lnTo><a:lnTo><a:pt x="8355324" y="49940"/></a:lnTo><a:lnTo><a:pt x="8389819" y="23283"/></a:lnTo><a:lnTo><a:pt x="8430514" y="6092"/></a:lnTo><a:lnTo><a:pt x="8475778" y="0"/></a:lnTo><a:lnTo><a:pt x="8521041" y="6092"/></a:lnTo><a:lnTo><a:pt x="8561737" y="23283"/></a:lnTo><a:lnTo><a:pt x="8596232" y="49940"/></a:lnTo><a:lnTo><a:pt x="8622893" y="84432"/></a:lnTo><a:lnTo><a:pt x="8640087" y="125128"/></a:lnTo><a:lnTo><a:pt x="8646182" y="170396"/></a:lnTo><a:lnTo><a:pt x="8640087" y="215664"/></a:lnTo><a:lnTo><a:pt x="8622893" y="256360"/></a:lnTo><a:lnTo><a:pt x="8596232" y="290852"/></a:lnTo><a:lnTo><a:pt x="8561737" y="317509"/></a:lnTo><a:lnTo><a:pt x="8521041" y="334699"/></a:lnTo><a:lnTo><a:pt x="8475778" y="340792"/></a:lnTo><a:lnTo><a:pt x="8430514" y="334699"/></a:lnTo><a:lnTo><a:pt x="8389819" y="317509"/></a:lnTo><a:lnTo><a:pt x="8355324" y="290852"/></a:lnTo><a:lnTo><a:pt x="8328662" y="256360"/></a:lnTo><a:lnTo><a:pt x="8311468" y="215664"/></a:lnTo><a:lnTo><a:pt x="8305374" y="170396"/></a:lnTo><a:close/></a:path><a:path w="8646795" h="5850255"><a:moveTo><a:pt x="0" y="5679299"/></a:moveTo><a:lnTo><a:pt x="6092" y="5634041"/></a:lnTo><a:lnTo><a:pt x="23283" y="5593360"/></a:lnTo><a:lnTo><a:pt x="49941" y="5558884"/></a:lnTo><a:lnTo><a:pt x="84434" y="5532241"/></a:lnTo><a:lnTo><a:pt x="125132" y="5515061"/></a:lnTo><a:lnTo><a:pt x="170403" y="5508973"/></a:lnTo><a:lnTo><a:pt x="215672" y="5515061"/></a:lnTo><a:lnTo><a:pt x="256367" y="5532241"/></a:lnTo><a:lnTo><a:pt x="290859" y="5558884"/></a:lnTo><a:lnTo><a:pt x="317516" y="5593360"/></a:lnTo><a:lnTo><a:pt x="334707" y="5634041"/></a:lnTo><a:lnTo><a:pt x="340800" y="5679299"/></a:lnTo><a:lnTo><a:pt x="334707" y="5724589"/></a:lnTo><a:lnTo><a:pt x="317516" y="5765292"/></a:lnTo><a:lnTo><a:pt x="290859" y="5799782"/></a:lnTo><a:lnTo><a:pt x="256367" y="5826431"/></a:lnTo><a:lnTo><a:pt x="215672" y="5843614"/></a:lnTo><a:lnTo><a:pt x="170403" y="5849703"/></a:lnTo><a:lnTo><a:pt x="125132" y="5843614"/></a:lnTo><a:lnTo><a:pt x="84434" y="5826431"/></a:lnTo><a:lnTo><a:pt x="49941" y="5799782"/></a:lnTo><a:lnTo><a:pt x="23283" y="5765292"/></a:lnTo><a:lnTo><a:pt x="6092" y="5724589"/></a:lnTo><a:lnTo><a:pt x="0" y="5679299"/></a:lnTo><a:close/></a:path></a:pathLst></a:custGeom><a:ln w="7756"><a:solidFill><a:srgbClr val="6248FF"/></a:solidFill><a:prstDash val="lgDash"/></a:ln></p:spPr><p:txBody><a:bodyPr wrap="square" lIns="0" tIns="0" rIns="0" bIns="0" rtlCol="0"/><a:lstStyle/><a:p/></p:txBody></p:sp></p:grpSp><p:sp><p:nvSpPr><p:cNvPr id="497" name="object 497"/><p:cNvSpPr txBox="1"/><p:nvPr/></p:nvSpPr><p:spPr><a:xfrm><a:off x="3038007" y="7250063"/><a:ext cx="1097280" cy="394970"/></a:xfrm><a:prstGeom prst="rect"><a:avLst/></a:prstGeom><a:solidFill><a:srgbClr val="FFFFFF"/></a:solidFill><a:ln w="7756"><a:solidFill><a:srgbClr val="000000"/></a:solidFill></a:ln></p:spPr><p:txBody><a:bodyPr wrap="square" lIns="0" tIns="0" rIns="0" bIns="0" rtlCol="0" vert="horz"><a:spAutoFit/></a:bodyPr><a:lstStyle/><a:p><a:pPr algn="r" marL="85090" marR="3810" indent="93980"><a:lnSpc><a:spcPts val="1040"/></a:lnSpc></a:pPr><a:r><a:rPr dirty="0" sz="850"><a:latin typeface="Verdana"/><a:cs typeface="Verdana"/></a:rPr><a:t>SIMPSON </a:t></a:r><a:r><a:rPr dirty="0" sz="850" spc="-10"><a:latin typeface="Verdana"/><a:cs typeface="Verdana"/></a:rPr><a:t>FB24Z </a:t></a:r><a:r><a:rPr dirty="0" sz="850"><a:latin typeface="Verdana"/><a:cs typeface="Verdana"/></a:rPr><a:t>BRACKET </a:t></a:r><a:r><a:rPr dirty="0" sz="850" spc="-10"><a:latin typeface="Verdana"/><a:cs typeface="Verdana"/></a:rPr><a:t>W/HZ10 </a:t></a:r><a:r><a:rPr dirty="0" sz="850"><a:latin typeface="Verdana"/><a:cs typeface="Verdana"/></a:rPr><a:t>COATING, </a:t></a:r><a:r><a:rPr dirty="0" sz="850" spc="-20"><a:latin typeface="Verdana"/><a:cs typeface="Verdana"/></a:rPr><a:t>TYP.</a:t></a:r><a:endParaRPr sz="850"><a:latin typeface="Verdana"/><a:cs typeface="Verdana"/></a:endParaRPr></a:p></p:txBody></p:sp><p:grpSp><p:nvGrpSpPr><p:cNvPr id="498" name="object 498"/><p:cNvGrpSpPr/><p:nvPr/></p:nvGrpSpPr><p:grpSpPr><a:xfrm><a:off x="4134486" y="6914902"/><a:ext cx="5777865" cy="1161415"/><a:chOff x="4134486" y="6914902"/><a:chExt cx="5777865" cy="1161415"/></a:xfrm></p:grpSpPr><p:sp><p:nvSpPr><p:cNvPr id="499" name="object 499"/><p:cNvSpPr/><p:nvPr/></p:nvSpPr><p:spPr><a:xfrm><a:off x="4138613" y="7578733"/><a:ext cx="149860" cy="403860"/></a:xfrm><a:custGeom><a:avLst/><a:gdLst/><a:ahLst/><a:cxnLst/><a:rect l="l" t="t" r="r" b="b"/><a:pathLst><a:path w="149860" h="403859"><a:moveTo><a:pt x="149291" y="403803"/></a:moveTo><a:lnTo><a:pt x="27922" y="0"/></a:lnTo><a:lnTo><a:pt x="0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500" name="object 500"/><p:cNvSpPr/><p:nvPr/></p:nvSpPr><p:spPr><a:xfrm><a:off x="4273044" y="7978038"/><a:ext cx="41910" cy="93980"/></a:xfrm><a:custGeom><a:avLst/><a:gdLst/><a:ahLst/><a:cxnLst/><a:rect l="l" t="t" r="r" b="b"/><a:pathLst><a:path w="41910" h="93979"><a:moveTo><a:pt x="41643" y="93617"/></a:moveTo><a:lnTo><a:pt x="0" y="8919"/></a:lnTo><a:lnTo><a:pt x="29706" y="0"/></a:lnTo><a:lnTo><a:pt x="41643" y="93617"/></a:lnTo><a:close/></a:path></a:pathLst></a:custGeom><a:solidFill><a:srgbClr val="000000"/></a:solidFill></p:spPr><p:txBody><a:bodyPr wrap="square" lIns="0" tIns="0" rIns="0" bIns="0" rtlCol="0"/><a:lstStyle/><a:p/></p:txBody></p:sp><p:sp><p:nvSpPr><p:cNvPr id="501" name="object 501"/><p:cNvSpPr/><p:nvPr/></p:nvSpPr><p:spPr><a:xfrm><a:off x="4273044" y="7978038"/><a:ext cx="41910" cy="93980"/></a:xfrm><a:custGeom><a:avLst/><a:gdLst/><a:ahLst/><a:cxnLst/><a:rect l="l" t="t" r="r" b="b"/><a:pathLst><a:path w="41910" h="93979"><a:moveTo><a:pt x="41643" y="93617"/></a:moveTo><a:lnTo><a:pt x="0" y="8919"/></a:lnTo><a:lnTo><a:pt x="29706" y="0"/></a:lnTo><a:lnTo><a:pt x="41643" y="93617"/></a:lnTo><a:close/></a:path></a:pathLst></a:custGeom><a:ln w="7756"><a:solidFill><a:srgbClr val="000000"/></a:solidFill></a:ln></p:spPr><p:txBody><a:bodyPr wrap="square" lIns="0" tIns="0" rIns="0" bIns="0" rtlCol="0"/><a:lstStyle/><a:p/></p:txBody></p:sp><p:sp><p:nvSpPr><p:cNvPr id="502" name="object 502"/><p:cNvSpPr/><p:nvPr/></p:nvSpPr><p:spPr><a:xfrm><a:off x="7821511" y="7096408"/><a:ext cx="2069464" cy="701040"/></a:xfrm><a:custGeom><a:avLst/><a:gdLst/><a:ahLst/><a:cxnLst/><a:rect l="l" t="t" r="r" b="b"/><a:pathLst><a:path w="2069465" h="701040"><a:moveTo><a:pt x="2069363" y="0"/></a:moveTo><a:lnTo><a:pt x="2065477" y="0"/></a:lnTo><a:lnTo><a:pt x="2065477" y="40716"/></a:lnTo><a:lnTo><a:pt x="3873" y="40716"/></a:lnTo><a:lnTo><a:pt x="3873" y="0"/></a:lnTo><a:lnTo><a:pt x="0" y="0"/></a:lnTo><a:lnTo><a:pt x="0" y="42659"/></a:lnTo><a:lnTo><a:pt x="0" y="647979"/></a:lnTo><a:lnTo><a:pt x="3873" y="647979"/></a:lnTo><a:lnTo><a:pt x="3873" y="44589"/></a:lnTo><a:lnTo><a:pt x="2065477" y="44589"/></a:lnTo><a:lnTo><a:pt x="2065477" y="700608"/></a:lnTo><a:lnTo><a:pt x="2069363" y="700608"/></a:lnTo><a:lnTo><a:pt x="2069363" y="42659"/></a:lnTo><a:lnTo><a:pt x="2069363" y="0"/></a:lnTo><a:close/></a:path></a:pathLst></a:custGeom><a:solidFill><a:srgbClr val="000000"/></a:solidFill></p:spPr><p:txBody><a:bodyPr wrap="square" lIns="0" tIns="0" rIns="0" bIns="0" rtlCol="0"/><a:lstStyle/><a:p/></p:txBody></p:sp><p:sp><p:nvSpPr><p:cNvPr id="503" name="object 503"/><p:cNvSpPr/><p:nvPr/></p:nvSpPr><p:spPr><a:xfrm><a:off x="7811823" y="7127424"/><a:ext cx="23495" cy="23495"/></a:xfrm><a:custGeom><a:avLst/><a:gdLst/><a:ahLst/><a:cxnLst/><a:rect l="l" t="t" r="r" b="b"/><a:pathLst><a:path w="23495" h="23495"><a:moveTo><a:pt x="23268" y="0"/></a:moveTo><a:lnTo><a:pt x="0" y="23268"/></a:lnTo></a:path></a:pathLst></a:custGeom><a:ln w="7756"><a:solidFill><a:srgbClr val="000000"/></a:solidFill></a:ln></p:spPr><p:txBody><a:bodyPr wrap="square" lIns="0" tIns="0" rIns="0" bIns="0" rtlCol="0"/><a:lstStyle/><a:p/></p:txBody></p:sp><p:sp><p:nvSpPr><p:cNvPr id="504" name="object 504"/><p:cNvSpPr/><p:nvPr/></p:nvSpPr><p:spPr><a:xfrm><a:off x="7800189" y="7137119"/><a:ext cx="23495" cy="4445"/></a:xfrm><a:custGeom><a:avLst/><a:gdLst/><a:ahLst/><a:cxnLst/><a:rect l="l" t="t" r="r" b="b"/><a:pathLst><a:path w="23495" h="4445"><a:moveTo><a:pt x="23268" y="3878"/></a:moveTo><a:lnTo><a:pt x="0" y="3878"/></a:lnTo><a:lnTo><a:pt x="0" y="0"/></a:lnTo><a:lnTo><a:pt x="23268" y="0"/></a:lnTo><a:lnTo><a:pt x="23268" y="3878"/></a:lnTo><a:close/></a:path></a:pathLst></a:custGeom><a:solidFill><a:srgbClr val="000000"/></a:solidFill></p:spPr><p:txBody><a:bodyPr wrap="square" lIns="0" tIns="0" rIns="0" bIns="0" rtlCol="0"/><a:lstStyle/><a:p/></p:txBody></p:sp><p:sp><p:nvSpPr><p:cNvPr id="505" name="object 505"/><p:cNvSpPr/><p:nvPr/></p:nvSpPr><p:spPr><a:xfrm><a:off x="9877302" y="7127424"/><a:ext cx="23495" cy="23495"/></a:xfrm><a:custGeom><a:avLst/><a:gdLst/><a:ahLst/><a:cxnLst/><a:rect l="l" t="t" r="r" b="b"/><a:pathLst><a:path w="23495" h="23495"><a:moveTo><a:pt x="0" y="23268"/></a:moveTo><a:lnTo><a:pt x="23268" y="0"/></a:lnTo></a:path></a:pathLst></a:custGeom><a:ln w="7756"><a:solidFill><a:srgbClr val="000000"/></a:solidFill></a:ln></p:spPr><p:txBody><a:bodyPr wrap="square" lIns="0" tIns="0" rIns="0" bIns="0" rtlCol="0"/><a:lstStyle/><a:p/></p:txBody></p:sp><p:sp><p:nvSpPr><p:cNvPr id="506" name="object 506"/><p:cNvSpPr/><p:nvPr/></p:nvSpPr><p:spPr><a:xfrm><a:off x="9888936" y="7137119"/><a:ext cx="23495" cy="4445"/></a:xfrm><a:custGeom><a:avLst/><a:gdLst/><a:ahLst/><a:cxnLst/><a:rect l="l" t="t" r="r" b="b"/><a:pathLst><a:path w="23495" h="4445"><a:moveTo><a:pt x="23268" y="3878"/></a:moveTo><a:lnTo><a:pt x="0" y="3878"/></a:lnTo><a:lnTo><a:pt x="0" y="0"/></a:lnTo><a:lnTo><a:pt x="23268" y="0"/></a:lnTo><a:lnTo><a:pt x="23268" y="3878"/></a:lnTo><a:close/></a:path></a:pathLst></a:custGeom><a:solidFill><a:srgbClr val="000000"/></a:solidFill></p:spPr><p:txBody><a:bodyPr wrap="square" lIns="0" tIns="0" rIns="0" bIns="0" rtlCol="0"/><a:lstStyle/><a:p/></p:txBody></p:sp><p:sp><p:nvSpPr><p:cNvPr id="507" name="object 507"/><p:cNvSpPr/><p:nvPr/></p:nvSpPr><p:spPr><a:xfrm><a:off x="7946781" y="6914902"/><a:ext cx="1819275" cy="112395"/></a:xfrm><a:custGeom><a:avLst/><a:gdLst/><a:ahLst/><a:cxnLst/><a:rect l="l" t="t" r="r" b="b"/><a:pathLst><a:path w="1819275" h="112395"><a:moveTo><a:pt x="1818831" y="112077"/></a:moveTo><a:lnTo><a:pt x="0" y="112077"/></a:lnTo><a:lnTo><a:pt x="0" y="0"/></a:lnTo><a:lnTo><a:pt x="1818831" y="0"/></a:lnTo><a:lnTo><a:pt x="1818831" y="112077"/></a:lnTo><a:close/></a:path></a:pathLst></a:custGeom><a:solidFill><a:srgbClr val="FFFFFF"/></a:solidFill></p:spPr><p:txBody><a:bodyPr wrap="square" lIns="0" tIns="0" rIns="0" bIns="0" rtlCol="0"/><a:lstStyle/><a:p/></p:txBody></p:sp></p:grpSp><p:sp><p:nvSpPr><p:cNvPr id="508" name="object 508"/><p:cNvSpPr txBox="1"/><p:nvPr/></p:nvSpPr><p:spPr><a:xfrm><a:off x="7946780" y="6914902"/><a:ext cx="1819275" cy="112395"/></a:xfrm><a:prstGeom prst="rect"><a:avLst/></a:prstGeom><a:ln w="7756"><a:solidFill><a:srgbClr val="000000"/></a:solidFill></a:ln></p:spPr><p:txBody><a:bodyPr wrap="square" lIns="0" tIns="3810" rIns="0" bIns="0" rtlCol="0" vert="horz"><a:spAutoFit/></a:bodyPr><a:lstStyle/><a:p><a:pPr marL="49530"><a:lnSpc><a:spcPct val="100000"/></a:lnSpc><a:spcBef><a:spcPts val="30"/></a:spcBef></a:pPr><a:r><a:rPr dirty="0" sz="700"><a:latin typeface="Verdana"/><a:cs typeface="Verdana"/></a:rPr><a:t>6&apos;-3&quot;</a:t></a:r><a:r><a:rPr dirty="0" sz="700" spc="85"><a:latin typeface="Verdana"/><a:cs typeface="Verdana"/></a:rPr><a:t> </a:t></a:r><a:r><a:rPr dirty="0" sz="700"><a:latin typeface="Verdana"/><a:cs typeface="Verdana"/></a:rPr><a:t>OC</a:t></a:r><a:r><a:rPr dirty="0" sz="700" spc="85"><a:latin typeface="Verdana"/><a:cs typeface="Verdana"/></a:rPr><a:t> </a:t></a:r><a:r><a:rPr dirty="0" sz="700"><a:latin typeface="Verdana"/><a:cs typeface="Verdana"/></a:rPr><a:t>MAX</a:t></a:r><a:r><a:rPr dirty="0" sz="700" spc="85"><a:latin typeface="Verdana"/><a:cs typeface="Verdana"/></a:rPr><a:t> </a:t></a:r><a:r><a:rPr dirty="0" sz="700"><a:latin typeface="Verdana"/><a:cs typeface="Verdana"/></a:rPr><a:t>WOOD</a:t></a:r><a:r><a:rPr dirty="0" sz="700" spc="85"><a:latin typeface="Verdana"/><a:cs typeface="Verdana"/></a:rPr><a:t> </a:t></a:r><a:r><a:rPr dirty="0" sz="700"><a:latin typeface="Verdana"/><a:cs typeface="Verdana"/></a:rPr><a:t>POST</a:t></a:r><a:r><a:rPr dirty="0" sz="700" spc="85"><a:latin typeface="Verdana"/><a:cs typeface="Verdana"/></a:rPr><a:t> </a:t></a:r><a:r><a:rPr dirty="0" sz="700" spc="-10"><a:latin typeface="Verdana"/><a:cs typeface="Verdana"/></a:rPr><a:t>SPACING</a:t></a:r><a:endParaRPr sz="700"><a:latin typeface="Verdana"/><a:cs typeface="Verdana"/></a:endParaRPr></a:p></p:txBody></p:sp><p:grpSp><p:nvGrpSpPr><p:cNvPr id="509" name="object 509"/><p:cNvGrpSpPr/><p:nvPr/></p:nvGrpSpPr><p:grpSpPr><a:xfrm><a:off x="11757717" y="8151314"/><a:ext cx="424815" cy="438150"/><a:chOff x="11757717" y="8151314"/><a:chExt cx="424815" cy="438150"/></a:xfrm></p:grpSpPr><p:sp><p:nvSpPr><p:cNvPr id="510" name="object 510"/><p:cNvSpPr/><p:nvPr/></p:nvSpPr><p:spPr><a:xfrm><a:off x="11757711" y="8242761"/><a:ext cx="308610" cy="346710"/></a:xfrm><a:custGeom><a:avLst/><a:gdLst/><a:ahLst/><a:cxnLst/><a:rect l="l" t="t" r="r" b="b"/><a:pathLst><a:path w="308609" h="346709"><a:moveTo><a:pt x="281940" y="299935"/></a:moveTo><a:lnTo><a:pt x="278066" y="299935"/></a:lnTo><a:lnTo><a:pt x="278066" y="346633"/></a:lnTo><a:lnTo><a:pt x="281940" y="346633"/></a:lnTo><a:lnTo><a:pt x="281940" y="299935"/></a:lnTo><a:close/></a:path><a:path w="308609" h="346709"><a:moveTo><a:pt x="308000" y="251307"/></a:moveTo><a:lnTo><a:pt x="279996" y="251307"/></a:lnTo><a:lnTo><a:pt x="8839" y="251307"/></a:lnTo><a:lnTo><a:pt x="8839" y="255181"/></a:lnTo><a:lnTo><a:pt x="279996" y="255181"/></a:lnTo><a:lnTo><a:pt x="308000" y="255181"/></a:lnTo><a:lnTo><a:pt x="308000" y="251307"/></a:lnTo><a:close/></a:path><a:path w="308609" h="346709"><a:moveTo><a:pt x="308000" y="0"/></a:moveTo><a:lnTo><a:pt x="279996" y="0"/></a:lnTo><a:lnTo><a:pt x="0" y="0"/></a:lnTo><a:lnTo><a:pt x="0" y="3886"/></a:lnTo><a:lnTo><a:pt x="279996" y="3886"/></a:lnTo><a:lnTo><a:pt x="308000" y="3886"/></a:lnTo><a:lnTo><a:pt x="308000" y="0"/></a:lnTo><a:close/></a:path></a:pathLst></a:custGeom><a:solidFill><a:srgbClr val="000000"/></a:solidFill></p:spPr><p:txBody><a:bodyPr wrap="square" lIns="0" tIns="0" rIns="0" bIns="0" rtlCol="0"/><a:lstStyle/><a:p/></p:txBody></p:sp><p:sp><p:nvSpPr><p:cNvPr id="511" name="object 511"/><p:cNvSpPr/><p:nvPr/></p:nvSpPr><p:spPr><a:xfrm><a:off x="12031900" y="8507789"/><a:ext cx="12065" cy="34925"/></a:xfrm><a:custGeom><a:avLst/><a:gdLst/><a:ahLst/><a:cxnLst/><a:rect l="l" t="t" r="r" b="b"/><a:pathLst><a:path w="12065" h="34925"><a:moveTo><a:pt x="11634" y="34902"/></a:moveTo><a:lnTo><a:pt x="0" y="34902"/></a:lnTo><a:lnTo><a:pt x="5817" y="0"/></a:lnTo><a:lnTo><a:pt x="11634" y="34902"/></a:lnTo><a:close/></a:path></a:pathLst></a:custGeom><a:solidFill><a:srgbClr val="000000"/></a:solidFill></p:spPr><p:txBody><a:bodyPr wrap="square" lIns="0" tIns="0" rIns="0" bIns="0" rtlCol="0"/><a:lstStyle/><a:p/></p:txBody></p:sp><p:sp><p:nvSpPr><p:cNvPr id="512" name="object 512"/><p:cNvSpPr/><p:nvPr/></p:nvSpPr><p:spPr><a:xfrm><a:off x="12031900" y="8507789"/><a:ext cx="12065" cy="34925"/></a:xfrm><a:custGeom><a:avLst/><a:gdLst/><a:ahLst/><a:cxnLst/><a:rect l="l" t="t" r="r" b="b"/><a:pathLst><a:path w="12065" h="34925"><a:moveTo><a:pt x="5817" y="0"/></a:moveTo><a:lnTo><a:pt x="11634" y="34902"/></a:lnTo><a:lnTo><a:pt x="0" y="34902"/></a:lnTo><a:lnTo><a:pt x="5817" y="0"/></a:lnTo></a:path></a:pathLst></a:custGeom><a:ln w="3878"><a:solidFill><a:srgbClr val="000000"/></a:solidFill></a:ln></p:spPr><p:txBody><a:bodyPr wrap="square" lIns="0" tIns="0" rIns="0" bIns="0" rtlCol="0"/><a:lstStyle/><a:p/></p:txBody></p:sp><p:sp><p:nvSpPr><p:cNvPr id="513" name="object 513"/><p:cNvSpPr/><p:nvPr/></p:nvSpPr><p:spPr><a:xfrm><a:off x="12035778" y="8151314"/><a:ext cx="4445" cy="46990"/></a:xfrm><a:custGeom><a:avLst/><a:gdLst/><a:ahLst/><a:cxnLst/><a:rect l="l" t="t" r="r" b="b"/><a:pathLst><a:path w="4445" h="46990"><a:moveTo><a:pt x="3878" y="46692"/></a:moveTo><a:lnTo><a:pt x="0" y="46692"/></a:lnTo><a:lnTo><a:pt x="0" y="0"/></a:lnTo><a:lnTo><a:pt x="3878" y="0"/></a:lnTo><a:lnTo><a:pt x="3878" y="46692"/></a:lnTo><a:close/></a:path></a:pathLst></a:custGeom><a:solidFill><a:srgbClr val="000000"/></a:solidFill></p:spPr><p:txBody><a:bodyPr wrap="square" lIns="0" tIns="0" rIns="0" bIns="0" rtlCol="0"/><a:lstStyle/><a:p/></p:txBody></p:sp><p:sp><p:nvSpPr><p:cNvPr id="514" name="object 514"/><p:cNvSpPr/><p:nvPr/></p:nvSpPr><p:spPr><a:xfrm><a:off x="12031900" y="8198006"/><a:ext cx="12065" cy="34925"/></a:xfrm><a:custGeom><a:avLst/><a:gdLst/><a:ahLst/><a:cxnLst/><a:rect l="l" t="t" r="r" b="b"/><a:pathLst><a:path w="12065" h="34925"><a:moveTo><a:pt x="5817" y="34902"/></a:moveTo><a:lnTo><a:pt x="0" y="0"/></a:lnTo><a:lnTo><a:pt x="11634" y="0"/></a:lnTo><a:lnTo><a:pt x="5817" y="34902"/></a:lnTo><a:close/></a:path></a:pathLst></a:custGeom><a:solidFill><a:srgbClr val="000000"/></a:solidFill></p:spPr><p:txBody><a:bodyPr wrap="square" lIns="0" tIns="0" rIns="0" bIns="0" rtlCol="0"/><a:lstStyle/><a:p/></p:txBody></p:sp><p:sp><p:nvSpPr><p:cNvPr id="515" name="object 515"/><p:cNvSpPr/><p:nvPr/></p:nvSpPr><p:spPr><a:xfrm><a:off x="12031900" y="8198006"/><a:ext cx="12065" cy="34925"/></a:xfrm><a:custGeom><a:avLst/><a:gdLst/><a:ahLst/><a:cxnLst/><a:rect l="l" t="t" r="r" b="b"/><a:pathLst><a:path w="12065" h="34925"><a:moveTo><a:pt x="5817" y="34902"/></a:moveTo><a:lnTo><a:pt x="0" y="0"/></a:lnTo><a:lnTo><a:pt x="11634" y="0"/></a:lnTo><a:lnTo><a:pt x="5817" y="34902"/></a:lnTo></a:path></a:pathLst></a:custGeom><a:ln w="3878"><a:solidFill><a:srgbClr val="000000"/></a:solidFill></a:ln></p:spPr><p:txBody><a:bodyPr wrap="square" lIns="0" tIns="0" rIns="0" bIns="0" rtlCol="0"/><a:lstStyle/><a:p/></p:txBody></p:sp><p:sp><p:nvSpPr><p:cNvPr id="516" name="object 516"/><p:cNvSpPr/><p:nvPr/></p:nvSpPr><p:spPr><a:xfrm><a:off x="12065717" y="8206149"/><a:ext cx="112395" cy="328930"/></a:xfrm><a:custGeom><a:avLst/><a:gdLst/><a:ahLst/><a:cxnLst/><a:rect l="l" t="t" r="r" b="b"/><a:pathLst><a:path w="112395" h="328929"><a:moveTo><a:pt x="112077" y="328475"/></a:moveTo><a:lnTo><a:pt x="0" y="328475"/></a:lnTo><a:lnTo><a:pt x="0" y="0"/></a:lnTo><a:lnTo><a:pt x="112077" y="0"/></a:lnTo><a:lnTo><a:pt x="112077" y="328475"/></a:lnTo><a:close/></a:path></a:pathLst></a:custGeom><a:solidFill><a:srgbClr val="FFFFFF"/></a:solidFill></p:spPr><p:txBody><a:bodyPr wrap="square" lIns="0" tIns="0" rIns="0" bIns="0" rtlCol="0"/><a:lstStyle/><a:p/></p:txBody></p:sp><p:sp><p:nvSpPr><p:cNvPr id="517" name="object 517"/><p:cNvSpPr/><p:nvPr/></p:nvSpPr><p:spPr><a:xfrm><a:off x="12065717" y="8206149"/><a:ext cx="112395" cy="328930"/></a:xfrm><a:custGeom><a:avLst/><a:gdLst/><a:ahLst/><a:cxnLst/><a:rect l="l" t="t" r="r" b="b"/><a:pathLst><a:path w="112395" h="328929"><a:moveTo><a:pt x="0" y="328475"/></a:moveTo><a:lnTo><a:pt x="0" y="0"/></a:lnTo><a:lnTo><a:pt x="112077" y="0"/></a:lnTo><a:lnTo><a:pt x="112077" y="328475"/></a:lnTo><a:lnTo><a:pt x="0" y="328475"/></a:lnTo><a:close/></a:path></a:pathLst></a:custGeom><a:ln w="7756"><a:solidFill><a:srgbClr val="000000"/></a:solidFill><a:prstDash val="lgDash"/></a:ln></p:spPr><p:txBody><a:bodyPr wrap="square" lIns="0" tIns="0" rIns="0" bIns="0" rtlCol="0"/><a:lstStyle/><a:p/></p:txBody></p:sp></p:grpSp><p:sp><p:nvSpPr><p:cNvPr id="518" name="object 518"/><p:cNvSpPr txBox="1"/><p:nvPr/></p:nvSpPr><p:spPr><a:xfrm><a:off x="12052572" y="8243611"/><a:ext cx="139065" cy="254000"/></a:xfrm><a:prstGeom prst="rect"><a:avLst/></a:prstGeom></p:spPr><p:txBody><a:bodyPr wrap="square" lIns="0" tIns="17145" rIns="0" bIns="0" rtlCol="0" vert="vert270"><a:spAutoFit/></a:bodyPr><a:lstStyle/><a:p><a:pPr marL="12700"><a:lnSpc><a:spcPct val="100000"/></a:lnSpc><a:spcBef><a:spcPts val="135"/></a:spcBef></a:pPr><a:r><a:rPr dirty="0" sz="700"><a:latin typeface="Verdana"/><a:cs typeface="Verdana"/></a:rPr><a:t>1&apos;-</a:t></a:r><a:r><a:rPr dirty="0" sz="700" spc="-25"><a:latin typeface="Verdana"/><a:cs typeface="Verdana"/></a:rPr><a:t>0&quot;</a:t></a:r><a:endParaRPr sz="700"><a:latin typeface="Verdana"/><a:cs typeface="Verdana"/></a:endParaRPr></a:p></p:txBody></p:sp><p:pic><p:nvPicPr><p:cNvPr id="519" name="object 519"/><p:cNvPicPr/><p:nvPr/></p:nvPicPr><p:blipFill><a:blip r:embed="rId30" cstate="print"/><a:stretch><a:fillRect/></a:stretch></p:blipFill><p:spPr><a:xfrm><a:off x="11757717" y="10201435"/><a:ext cx="308542" cy="346159"/></a:xfrm><a:prstGeom prst="rect"><a:avLst/></a:prstGeom></p:spPr></p:pic><p:sp><p:nvSpPr><p:cNvPr id="520" name="object 520"/><p:cNvSpPr txBox="1"/><p:nvPr/></p:nvSpPr><p:spPr><a:xfrm><a:off x="12008243" y="10545654"/><a:ext cx="112395" cy="328930"/></a:xfrm><a:prstGeom prst="rect"><a:avLst/></a:prstGeom><a:solidFill><a:srgbClr val="FFFFFF"/></a:solidFill><a:ln w="7756"><a:solidFill><a:srgbClr val="000000"/></a:solidFill></a:ln></p:spPr><p:txBody><a:bodyPr wrap="square" lIns="0" tIns="3810" rIns="0" bIns="0" rtlCol="0" vert="vert270"><a:spAutoFit/></a:bodyPr><a:lstStyle/><a:p><a:pPr marL="49530"><a:lnSpc><a:spcPct val="100000"/></a:lnSpc><a:spcBef><a:spcPts val="30"/></a:spcBef></a:pPr><a:r><a:rPr dirty="0" sz="700"><a:latin typeface="Verdana"/><a:cs typeface="Verdana"/></a:rPr><a:t>1&apos;-</a:t></a:r><a:r><a:rPr dirty="0" sz="700" spc="-25"><a:latin typeface="Verdana"/><a:cs typeface="Verdana"/></a:rPr><a:t>0&quot;</a:t></a:r><a:endParaRPr sz="700"><a:latin typeface="Verdana"/><a:cs typeface="Verdana"/></a:endParaRPr></a:p></p:txBody></p:sp><p:sp><p:nvSpPr><p:cNvPr id="521" name="object 521"/><p:cNvSpPr/><p:nvPr/></p:nvSpPr><p:spPr><a:xfrm><a:off x="12295223" y="8291390"/><a:ext cx="4445" cy="2134870"/></a:xfrm><a:custGeom><a:avLst/><a:gdLst/><a:ahLst/><a:cxnLst/><a:rect l="l" t="t" r="r" b="b"/><a:pathLst><a:path w="4445" h="2134870"><a:moveTo><a:pt x="3878" y="2134664"/></a:moveTo><a:lnTo><a:pt x="0" y="2134664"/></a:lnTo><a:lnTo><a:pt x="0" y="0"/></a:lnTo><a:lnTo><a:pt x="3878" y="0"/></a:lnTo><a:lnTo><a:pt x="3878" y="2134664"/></a:lnTo><a:close/></a:path></a:pathLst></a:custGeom><a:solidFill><a:srgbClr val="000000"/></a:solidFill></p:spPr><p:txBody><a:bodyPr wrap="square" lIns="0" tIns="0" rIns="0" bIns="0" rtlCol="0"/><a:lstStyle/><a:p/></p:txBody></p:sp><p:grpSp><p:nvGrpSpPr><p:cNvPr id="522" name="object 522"/><p:cNvGrpSpPr/><p:nvPr/></p:nvGrpSpPr><p:grpSpPr><a:xfrm><a:off x="11773540" y="6542426"/><a:ext cx="7838440" cy="3932554"/><a:chOff x="11773540" y="6542426"/><a:chExt cx="7838440" cy="3932554"/></a:xfrm></p:grpSpPr><p:sp><p:nvSpPr><p:cNvPr id="523" name="object 523"/><p:cNvSpPr/><p:nvPr/></p:nvSpPr><p:spPr><a:xfrm><a:off x="11773535" y="8242761"/><a:ext cx="566420" cy="2232025"/></a:xfrm><a:custGeom><a:avLst/><a:gdLst/><a:ahLst/><a:cxnLst/><a:rect l="l" t="t" r="r" b="b"/><a:pathLst><a:path w="566420" h="2232025"><a:moveTo><a:pt x="566280" y="2228050"/></a:moveTo><a:lnTo><a:pt x="523621" y="2228050"/></a:lnTo><a:lnTo><a:pt x="0" y="2228050"/></a:lnTo><a:lnTo><a:pt x="0" y="2231936"/></a:lnTo><a:lnTo><a:pt x="523621" y="2231936"/></a:lnTo><a:lnTo><a:pt x="566280" y="2231936"/></a:lnTo><a:lnTo><a:pt x="566280" y="2228050"/></a:lnTo><a:close/></a:path><a:path w="566420" h="2232025"><a:moveTo><a:pt x="566280" y="0"/></a:moveTo><a:lnTo><a:pt x="523621" y="0"/></a:lnTo><a:lnTo><a:pt x="2794" y="0"/></a:lnTo><a:lnTo><a:pt x="2794" y="3886"/></a:lnTo><a:lnTo><a:pt x="523621" y="3886"/></a:lnTo><a:lnTo><a:pt x="566280" y="3886"/></a:lnTo><a:lnTo><a:pt x="566280" y="0"/></a:lnTo><a:close/></a:path></a:pathLst></a:custGeom><a:solidFill><a:srgbClr val="000000"/></a:solidFill></p:spPr><p:txBody><a:bodyPr wrap="square" lIns="0" tIns="0" rIns="0" bIns="0" rtlCol="0"/><a:lstStyle/><a:p/></p:txBody></p:sp><p:sp><p:nvSpPr><p:cNvPr id="524" name="object 524"/><p:cNvSpPr/><p:nvPr/></p:nvSpPr><p:spPr><a:xfrm><a:off x="12291344" y="10426055"/><a:ext cx="12065" cy="34925"/></a:xfrm><a:custGeom><a:avLst/><a:gdLst/><a:ahLst/><a:cxnLst/><a:rect l="l" t="t" r="r" b="b"/><a:pathLst><a:path w="12065" h="34925"><a:moveTo><a:pt x="5817" y="34902"/></a:moveTo><a:lnTo><a:pt x="0" y="0"/></a:lnTo><a:lnTo><a:pt x="11634" y="0"/></a:lnTo><a:lnTo><a:pt x="5817" y="34902"/></a:lnTo><a:close/></a:path></a:pathLst></a:custGeom><a:solidFill><a:srgbClr val="000000"/></a:solidFill></p:spPr><p:txBody><a:bodyPr wrap="square" lIns="0" tIns="0" rIns="0" bIns="0" rtlCol="0"/><a:lstStyle/><a:p/></p:txBody></p:sp><p:sp><p:nvSpPr><p:cNvPr id="525" name="object 525"/><p:cNvSpPr/><p:nvPr/></p:nvSpPr><p:spPr><a:xfrm><a:off x="12291344" y="10426055"/><a:ext cx="12065" cy="34925"/></a:xfrm><a:custGeom><a:avLst/><a:gdLst/><a:ahLst/><a:cxnLst/><a:rect l="l" t="t" r="r" b="b"/><a:pathLst><a:path w="12065" h="34925"><a:moveTo><a:pt x="5817" y="34902"/></a:moveTo><a:lnTo><a:pt x="0" y="0"/></a:lnTo><a:lnTo><a:pt x="11634" y="0"/></a:lnTo><a:lnTo><a:pt x="5817" y="34902"/></a:lnTo></a:path></a:pathLst></a:custGeom><a:ln w="3878"><a:solidFill><a:srgbClr val="000000"/></a:solidFill></a:ln></p:spPr><p:txBody><a:bodyPr wrap="square" lIns="0" tIns="0" rIns="0" bIns="0" rtlCol="0"/><a:lstStyle/><a:p/></p:txBody></p:sp><p:sp><p:nvSpPr><p:cNvPr id="526" name="object 526"/><p:cNvSpPr/><p:nvPr/></p:nvSpPr><p:spPr><a:xfrm><a:off x="12291344" y="8256487"/><a:ext cx="12065" cy="34925"/></a:xfrm><a:custGeom><a:avLst/><a:gdLst/><a:ahLst/><a:cxnLst/><a:rect l="l" t="t" r="r" b="b"/><a:pathLst><a:path w="12065" h="34925"><a:moveTo><a:pt x="11634" y="34902"/></a:moveTo><a:lnTo><a:pt x="0" y="34902"/></a:lnTo><a:lnTo><a:pt x="5817" y="0"/></a:lnTo><a:lnTo><a:pt x="11634" y="34902"/></a:lnTo><a:close/></a:path></a:pathLst></a:custGeom><a:solidFill><a:srgbClr val="000000"/></a:solidFill></p:spPr><p:txBody><a:bodyPr wrap="square" lIns="0" tIns="0" rIns="0" bIns="0" rtlCol="0"/><a:lstStyle/><a:p/></p:txBody></p:sp><p:sp><p:nvSpPr><p:cNvPr id="527" name="object 527"/><p:cNvSpPr/><p:nvPr/></p:nvSpPr><p:spPr><a:xfrm><a:off x="12291344" y="8256487"/><a:ext cx="12065" cy="34925"/></a:xfrm><a:custGeom><a:avLst/><a:gdLst/><a:ahLst/><a:cxnLst/><a:rect l="l" t="t" r="r" b="b"/><a:pathLst><a:path w="12065" h="34925"><a:moveTo><a:pt x="5817" y="0"/></a:moveTo><a:lnTo><a:pt x="11634" y="34902"/></a:lnTo><a:lnTo><a:pt x="0" y="34902"/></a:lnTo><a:lnTo><a:pt x="5817" y="0"/></a:lnTo></a:path></a:pathLst></a:custGeom><a:ln w="3878"><a:solidFill><a:srgbClr val="000000"/></a:solidFill></a:ln></p:spPr><p:txBody><a:bodyPr wrap="square" lIns="0" tIns="0" rIns="0" bIns="0" rtlCol="0"/><a:lstStyle/><a:p/></p:txBody></p:sp><p:pic><p:nvPicPr><p:cNvPr id="528" name="object 528"/><p:cNvPicPr/><p:nvPr/></p:nvPicPr><p:blipFill><a:blip r:embed="rId31" cstate="print"/><a:stretch><a:fillRect/></a:stretch></p:blipFill><p:spPr><a:xfrm><a:off x="18740635" y="6542426"/><a:ext cx="871177" cy="1005205"/></a:xfrm><a:prstGeom prst="rect"><a:avLst/></a:prstGeom></p:spPr></p:pic></p:grpSp><p:sp><p:nvSpPr><p:cNvPr id="529" name="object 529"/><p:cNvSpPr txBox="1"/><p:nvPr/></p:nvSpPr><p:spPr><a:xfrm><a:off x="12325162" y="9194523"/><a:ext cx="112395" cy="328930"/></a:xfrm><a:prstGeom prst="rect"><a:avLst/></a:prstGeom><a:solidFill><a:srgbClr val="FFFFFF"/></a:solidFill><a:ln w="7756"><a:solidFill><a:srgbClr val="000000"/></a:solidFill></a:ln></p:spPr><p:txBody><a:bodyPr wrap="square" lIns="0" tIns="3810" rIns="0" bIns="0" rtlCol="0" vert="vert270"><a:spAutoFit/></a:bodyPr><a:lstStyle/><a:p><a:pPr marL="49530"><a:lnSpc><a:spcPct val="100000"/></a:lnSpc><a:spcBef><a:spcPts val="30"/></a:spcBef></a:pPr><a:r><a:rPr dirty="0" sz="700"><a:latin typeface="Verdana"/><a:cs typeface="Verdana"/></a:rPr><a:t>8&apos;-</a:t></a:r><a:r><a:rPr dirty="0" sz="700" spc="-25"><a:latin typeface="Verdana"/><a:cs typeface="Verdana"/></a:rPr><a:t>0&quot;</a:t></a:r><a:endParaRPr sz="700"><a:latin typeface="Verdana"/><a:cs typeface="Verdana"/></a:endParaRPr></a:p></p:txBody></p:sp><p:sp><p:nvSpPr><p:cNvPr id="530" name="object 530"/><p:cNvSpPr txBox="1"/><p:nvPr/></p:nvSpPr><p:spPr><a:xfrm><a:off x="18724522" y="7404883"/><a:ext cx="901065" cy="129539"/></a:xfrm><a:prstGeom prst="rect"><a:avLst/></a:prstGeom></p:spPr><p:txBody><a:bodyPr wrap="square" lIns="0" tIns="16510" rIns="0" bIns="0" rtlCol="0" vert="horz"><a:spAutoFit/></a:bodyPr><a:lstStyle/><a:p><a:pPr marL="12700"><a:lnSpc><a:spcPct val="100000"/></a:lnSpc><a:spcBef><a:spcPts val="130"/></a:spcBef></a:pPr><a:endParaRPr sz="650"><a:latin typeface="Arial"/><a:cs typeface="Arial"/></a:endParaRPr><a:r><a:rPr dirty="0" sz="650"><a:solidFill><a:srgbClr val="FF0000"/><a:t>{{ISSUE_DATE}}, 1:10:52 PM</a:t></a:r></a:p></p:txBody></p:sp><p:sp><p:nvSpPr><p:cNvPr id="531" name="object 531"/><p:cNvSpPr txBox="1"/><p:nvPr/></p:nvSpPr><p:spPr><a:xfrm><a:off x="14353227" y="10736491"/><a:ext cx="181610" cy="156210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25"><a:solidFill><a:srgbClr val="C00000"/></a:solidFill><a:latin typeface="Arial"/><a:cs typeface="Arial"/></a:rPr><a:t>By:</a:t></a:r><a:endParaRPr sz="850"><a:latin typeface="Arial"/><a:cs typeface="Arial"/></a:endParaRPr></a:p></p:txBody></p:sp><p:sp><p:nvSpPr><p:cNvPr id="532" name="object 532"/><p:cNvSpPr txBox="1"/><p:nvPr/></p:nvSpPr><p:spPr><a:xfrm><a:off x="14688295" y="10886064"/><a:ext cx="1778000" cy="1348105"/></a:xfrm><a:prstGeom prst="rect"><a:avLst/></a:prstGeom></p:spPr><p:txBody><a:bodyPr wrap="square" lIns="0" tIns="82550" rIns="0" bIns="0" rtlCol="0" vert="horz"><a:spAutoFit/></a:bodyPr><a:lstStyle/><a:p><a:pPr marL="15240"><a:lnSpc><a:spcPct val="100000"/></a:lnSpc><a:spcBef><a:spcPts val="650"/></a:spcBef></a:pPr><a:r><a:rPr dirty="0" sz="850"><a:solidFill><a:srgbClr val="C00000"/></a:solidFill><a:latin typeface="Arial"/><a:cs typeface="Arial"/></a:rPr><a:t>BUILDING</a:t></a:r><a:r><a:rPr dirty="0" sz="850" spc="-10"><a:solidFill><a:srgbClr val="C00000"/></a:solidFill><a:latin typeface="Arial"/><a:cs typeface="Arial"/></a:rPr><a:t> </a:t></a:r><a:r><a:rPr dirty="0" sz="850" spc="-20"><a:solidFill><a:srgbClr val="C00000"/></a:solidFill><a:latin typeface="Arial"/><a:cs typeface="Arial"/></a:rPr><a:t>CODE</a:t></a:r><a:endParaRPr sz="850"><a:latin typeface="Arial"/><a:cs typeface="Arial"/></a:endParaRPr></a:p><a:p><a:pPr marL="12700" marR="5080"><a:lnSpc><a:spcPct val="107300"/></a:lnSpc><a:spcBef><a:spcPts val="440"/></a:spcBef></a:pPr><a:r><a:rPr dirty="0" sz="700"><a:solidFill><a:srgbClr val="C00000"/></a:solidFill><a:latin typeface="Arial"/><a:cs typeface="Arial"/></a:rPr><a:t>Subject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to</a:t></a:r><a:r><a:rPr dirty="0" sz="700" spc="85"><a:solidFill><a:srgbClr val="C00000"/></a:solidFill><a:latin typeface="Arial"/><a:cs typeface="Arial"/></a:rPr><a:t> </a:t></a:r><a:r><a:rPr dirty="0" sz="700"><a:solidFill><a:srgbClr val="C00000"/></a:solidFill><a:latin typeface="Arial"/><a:cs typeface="Arial"/></a:rPr><a:t>CBC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Sections</a:t></a:r><a:r><a:rPr dirty="0" sz="700" spc="85"><a:solidFill><a:srgbClr val="C00000"/></a:solidFill><a:latin typeface="Arial"/><a:cs typeface="Arial"/></a:rPr><a:t> </a:t></a:r><a:r><a:rPr dirty="0" sz="700"><a:solidFill><a:srgbClr val="C00000"/></a:solidFill><a:latin typeface="Arial"/><a:cs typeface="Arial"/></a:rPr><a:t>105.4,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107.3</a:t></a:r><a:r><a:rPr dirty="0" sz="700" spc="85"><a:solidFill><a:srgbClr val="C00000"/></a:solidFill><a:latin typeface="Arial"/><a:cs typeface="Arial"/></a:rPr><a:t> </a:t></a:r><a:r><a:rPr dirty="0" sz="700" spc="-25"><a:solidFill><a:srgbClr val="C00000"/></a:solidFill><a:latin typeface="Arial"/><a:cs typeface="Arial"/></a:rPr><a:t>and</a:t></a:r><a:r><a:rPr dirty="0" sz="700" spc="500"><a:solidFill><a:srgbClr val="C00000"/></a:solidFill><a:latin typeface="Arial"/><a:cs typeface="Arial"/></a:rPr><a:t> </a:t></a:r><a:r><a:rPr dirty="0" sz="700"><a:solidFill><a:srgbClr val="C00000"/></a:solidFill><a:latin typeface="Arial"/><a:cs typeface="Arial"/></a:rPr><a:t>CRC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R105.4</a:t></a:r><a:r><a:rPr dirty="0" sz="700" spc="80"><a:solidFill><a:srgbClr val="C00000"/></a:solidFill><a:latin typeface="Arial"/><a:cs typeface="Arial"/></a:rPr><a:t> </a:t></a:r><a:r><a:rPr dirty="0" sz="700"><a:solidFill><a:srgbClr val="C00000"/></a:solidFill><a:latin typeface="Arial"/><a:cs typeface="Arial"/></a:rPr><a:t>and</a:t></a:r><a:r><a:rPr dirty="0" sz="700" spc="80"><a:solidFill><a:srgbClr val="C00000"/></a:solidFill><a:latin typeface="Arial"/><a:cs typeface="Arial"/></a:rPr><a:t> </a:t></a:r><a:r><a:rPr dirty="0" sz="700" spc="-10"><a:solidFill><a:srgbClr val="C00000"/></a:solidFill><a:latin typeface="Arial"/><a:cs typeface="Arial"/></a:rPr><a:t>R106.3</a:t></a:r><a:endParaRPr sz="700"><a:latin typeface="Arial"/><a:cs typeface="Arial"/></a:endParaRPr></a:p><a:p><a:pPr marL="15240" marR="187960"><a:lnSpc><a:spcPct val="124300"/></a:lnSpc><a:spcBef><a:spcPts val="254"/></a:spcBef></a:pPr><a:r><a:rPr dirty="0" sz="850"><a:solidFill><a:srgbClr val="C00000"/></a:solidFill><a:latin typeface="Arial"/><a:cs typeface="Arial"/></a:rPr><a:t>SURVEY</a:t></a:r><a:r><a:rPr dirty="0" sz="850" spc="10"><a:solidFill><a:srgbClr val="C00000"/></a:solidFill><a:latin typeface="Arial"/><a:cs typeface="Arial"/></a:rPr><a:t> </a:t></a:r><a:r><a:rPr dirty="0" sz="850"><a:solidFill><a:srgbClr val="C00000"/></a:solidFill><a:latin typeface="Arial"/><a:cs typeface="Arial"/></a:rPr><a:t>(REVIEW</a:t></a:r><a:r><a:rPr dirty="0" sz="850" spc="30"><a:solidFill><a:srgbClr val="C00000"/></a:solidFill><a:latin typeface="Arial"/><a:cs typeface="Arial"/></a:rPr><a:t> </a:t></a:r><a:r><a:rPr dirty="0" sz="850" spc="-20"><a:solidFill><a:srgbClr val="C00000"/></a:solidFill><a:latin typeface="Arial"/><a:cs typeface="Arial"/></a:rPr><a:t>ONLY) </a:t></a:r><a:r><a:rPr dirty="0" sz="850"><a:solidFill><a:srgbClr val="C00000"/></a:solidFill><a:latin typeface="Arial"/><a:cs typeface="Arial"/></a:rPr><a:t>PLOT</a:t></a:r><a:r><a:rPr dirty="0" sz="850" spc="15"><a:solidFill><a:srgbClr val="C00000"/></a:solidFill><a:latin typeface="Arial"/><a:cs typeface="Arial"/></a:rPr><a:t> </a:t></a:r><a:r><a:rPr dirty="0" sz="850"><a:solidFill><a:srgbClr val="C00000"/></a:solidFill><a:latin typeface="Arial"/><a:cs typeface="Arial"/></a:rPr><a:t>PLAN</a:t></a:r><a:r><a:rPr dirty="0" sz="850" spc="15"><a:solidFill><a:srgbClr val="C00000"/></a:solidFill><a:latin typeface="Arial"/><a:cs typeface="Arial"/></a:rPr><a:t> </a:t></a:r><a:r><a:rPr dirty="0" sz="850" spc="-10"><a:solidFill><a:srgbClr val="C00000"/></a:solidFill><a:latin typeface="Arial"/><a:cs typeface="Arial"/></a:rPr><a:t>REVIEW </a:t></a:r><a:r><a:rPr dirty="0" sz="850"><a:solidFill><a:srgbClr val="C00000"/></a:solidFill><a:latin typeface="Arial"/><a:cs typeface="Arial"/></a:rPr><a:t>PARKING/DRIVEWAY</a:t></a:r><a:r><a:rPr dirty="0" sz="850" spc="90"><a:solidFill><a:srgbClr val="C00000"/></a:solidFill><a:latin typeface="Arial"/><a:cs typeface="Arial"/></a:rPr><a:t> </a:t></a:r><a:r><a:rPr dirty="0" sz="850" spc="-10"><a:solidFill><a:srgbClr val="C00000"/></a:solidFill><a:latin typeface="Arial"/><a:cs typeface="Arial"/></a:rPr><a:t>LAYOUT</a:t></a:r><a:endParaRPr sz="850"><a:latin typeface="Arial"/><a:cs typeface="Arial"/></a:endParaRPr></a:p><a:p><a:pPr marL="15240" marR="49530"><a:lnSpc><a:spcPct val="124300"/></a:lnSpc></a:pPr><a:r><a:rPr dirty="0" sz="850"><a:solidFill><a:srgbClr val="C00000"/></a:solidFill><a:latin typeface="Arial"/><a:cs typeface="Arial"/></a:rPr><a:t>GRADING</a:t></a:r><a:r><a:rPr dirty="0" sz="850" spc="-10"><a:solidFill><a:srgbClr val="C00000"/></a:solidFill><a:latin typeface="Arial"/><a:cs typeface="Arial"/></a:rPr><a:t> </a:t></a:r><a:r><a:rPr dirty="0" sz="850"><a:solidFill><a:srgbClr val="C00000"/></a:solidFill><a:latin typeface="Arial"/><a:cs typeface="Arial"/></a:rPr><a:t>&amp;</a:t></a:r><a:r><a:rPr dirty="0" sz="850" spc="-10"><a:solidFill><a:srgbClr val="C00000"/></a:solidFill><a:latin typeface="Arial"/><a:cs typeface="Arial"/></a:rPr><a:t> </a:t></a:r><a:r><a:rPr dirty="0" sz="850"><a:solidFill><a:srgbClr val="C00000"/></a:solidFill><a:latin typeface="Arial"/><a:cs typeface="Arial"/></a:rPr><a:t>EROSION</a:t></a:r><a:r><a:rPr dirty="0" sz="850" spc="-5"><a:solidFill><a:srgbClr val="C00000"/></a:solidFill><a:latin typeface="Arial"/><a:cs typeface="Arial"/></a:rPr><a:t> </a:t></a:r><a:r><a:rPr dirty="0" sz="850" spc="-10"><a:solidFill><a:srgbClr val="C00000"/></a:solidFill><a:latin typeface="Arial"/><a:cs typeface="Arial"/></a:rPr><a:t>CONTROL </a:t></a:r><a:r><a:rPr dirty="0" sz="850"><a:solidFill><a:srgbClr val="C00000"/></a:solidFill><a:latin typeface="Arial"/><a:cs typeface="Arial"/></a:rPr><a:t>SOILS</a:t></a:r><a:r><a:rPr dirty="0" sz="850" spc="5"><a:solidFill><a:srgbClr val="C00000"/></a:solidFill><a:latin typeface="Arial"/><a:cs typeface="Arial"/></a:rPr><a:t> </a:t></a:r><a:r><a:rPr dirty="0" sz="850"><a:solidFill><a:srgbClr val="C00000"/></a:solidFill><a:latin typeface="Arial"/><a:cs typeface="Arial"/></a:rPr><a:t>REPORT</a:t></a:r><a:r><a:rPr dirty="0" sz="850" spc="5"><a:solidFill><a:srgbClr val="C00000"/></a:solidFill><a:latin typeface="Arial"/><a:cs typeface="Arial"/></a:rPr><a:t> </a:t></a:r><a:r><a:rPr dirty="0" sz="850"><a:solidFill><a:srgbClr val="C00000"/></a:solidFill><a:latin typeface="Arial"/><a:cs typeface="Arial"/></a:rPr><a:t>ON</a:t></a:r><a:r><a:rPr dirty="0" sz="850" spc="5"><a:solidFill><a:srgbClr val="C00000"/></a:solidFill><a:latin typeface="Arial"/><a:cs typeface="Arial"/></a:rPr><a:t> </a:t></a:r><a:r><a:rPr dirty="0" sz="850" spc="-20"><a:solidFill><a:srgbClr val="C00000"/></a:solidFill><a:latin typeface="Arial"/><a:cs typeface="Arial"/></a:rPr><a:t>FILE</a:t></a:r><a:endParaRPr sz="850"><a:latin typeface="Arial"/><a:cs typeface="Arial"/></a:endParaRPr></a:p></p:txBody></p:sp><p:sp><p:nvSpPr><p:cNvPr id="533" name="object 533"/><p:cNvSpPr txBox="1"/><p:nvPr/></p:nvSpPr><p:spPr><a:xfrm><a:off x="14353282" y="12796360"/><a:ext cx="285750" cy="156210"/></a:xfrm><a:prstGeom prst="rect"><a:avLst/></a:prstGeom></p:spPr><p:txBody><a:bodyPr wrap="square" lIns="0" tIns="13335" rIns="0" bIns="0" rtlCol="0" vert="horz"><a:spAutoFit/></a:bodyPr><a:lstStyle/><a:p><a:pPr marL="12700"><a:lnSpc><a:spcPct val="100000"/></a:lnSpc><a:spcBef><a:spcPts val="105"/></a:spcBef></a:pPr><a:r><a:rPr dirty="0" sz="850" spc="-10"><a:solidFill><a:srgbClr val="C00000"/></a:solidFill><a:latin typeface="Arial"/><a:cs typeface="Arial"/></a:rPr><a:t>Date:</a:t></a:r><a:endParaRPr sz="850"><a:latin typeface="Arial"/><a:cs typeface="Arial"/></a:endParaRPr></a:p></p:txBody></p:sp><p:sp><p:nvSpPr><p:cNvPr id="534" name="object 534"/><p:cNvSpPr txBox="1"/><p:nvPr/></p:nvSpPr><p:spPr><a:xfrm><a:off x="14382080" y="12372741"/><a:ext cx="2171700" cy="173990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r><a:rPr dirty="0" sz="950" b="1"><a:solidFill><a:srgbClr val="C00000"/></a:solidFill><a:latin typeface="Arial"/><a:cs typeface="Arial"/></a:rPr><a:t>ELEC/MECH/PLUMB</a:t></a:r><a:r><a:rPr dirty="0" sz="950" spc="114" b="1"><a:solidFill><a:srgbClr val="C00000"/></a:solidFill><a:latin typeface="Arial"/><a:cs typeface="Arial"/></a:rPr><a:t> </a:t></a:r><a:r><a:rPr dirty="0" sz="950" b="1"><a:solidFill><a:srgbClr val="C00000"/></a:solidFill><a:latin typeface="Arial"/><a:cs typeface="Arial"/></a:rPr><a:t>NOT</a:t></a:r><a:r><a:rPr dirty="0" sz="950" spc="114" b="1"><a:solidFill><a:srgbClr val="C00000"/></a:solidFill><a:latin typeface="Arial"/><a:cs typeface="Arial"/></a:rPr><a:t> </a:t></a:r><a:r><a:rPr dirty="0" sz="950" spc="-10" b="1"><a:solidFill><a:srgbClr val="C00000"/></a:solidFill><a:latin typeface="Arial"/><a:cs typeface="Arial"/></a:rPr><a:t>CHECKED</a:t></a:r><a:endParaRPr sz="950"><a:latin typeface="Arial"/><a:cs typeface="Arial"/></a:endParaRPr></a:p></p:txBody></p:sp><p:grpSp><p:nvGrpSpPr><p:cNvPr id="535" name="object 535"/><p:cNvGrpSpPr/><p:nvPr/></p:nvGrpSpPr><p:grpSpPr><a:xfrm><a:off x="14346381" y="10584897"/><a:ext cx="2237740" cy="2381885"/><a:chOff x="14346381" y="10584897"/><a:chExt cx="2237740" cy="2381885"/></a:xfrm></p:grpSpPr><p:sp><p:nvSpPr><p:cNvPr id="536" name="object 536"/><p:cNvSpPr/><p:nvPr/></p:nvSpPr><p:spPr><a:xfrm><a:off x="14346377" y="11585934"/><a:ext cx="2237740" cy="1380490"/></a:xfrm><a:custGeom><a:avLst/><a:gdLst/><a:ahLst/><a:cxnLst/><a:rect l="l" t="t" r="r" b="b"/><a:pathLst><a:path w="2237740" h="1380490"><a:moveTo><a:pt x="338785" y="644080"/></a:moveTo><a:lnTo><a:pt x="0" y="644080"/></a:lnTo><a:lnTo><a:pt x="0" y="666419"/></a:lnTo><a:lnTo><a:pt x="338785" y="666419"/></a:lnTo><a:lnTo><a:pt x="338785" y="644080"/></a:lnTo><a:close/></a:path><a:path w="2237740" h="1380490"><a:moveTo><a:pt x="338785" y="483057"/></a:moveTo><a:lnTo><a:pt x="0" y="483057"/></a:lnTo><a:lnTo><a:pt x="0" y="505396"/></a:lnTo><a:lnTo><a:pt x="338785" y="505396"/></a:lnTo><a:lnTo><a:pt x="338785" y="483057"/></a:lnTo><a:close/></a:path><a:path w="2237740" h="1380490"><a:moveTo><a:pt x="338785" y="322046"/></a:moveTo><a:lnTo><a:pt x="0" y="322046"/></a:lnTo><a:lnTo><a:pt x="0" y="344373"/></a:lnTo><a:lnTo><a:pt x="338785" y="344373"/></a:lnTo><a:lnTo><a:pt x="338785" y="322046"/></a:lnTo><a:close/></a:path><a:path w="2237740" h="1380490"><a:moveTo><a:pt x="338785" y="161023"/></a:moveTo><a:lnTo><a:pt x="0" y="161023"/></a:lnTo><a:lnTo><a:pt x="0" y="183362"/></a:lnTo><a:lnTo><a:pt x="338785" y="183362"/></a:lnTo><a:lnTo><a:pt x="338785" y="161023"/></a:lnTo><a:close/></a:path><a:path w="2237740" h="1380490"><a:moveTo><a:pt x="338785" y="0"/></a:moveTo><a:lnTo><a:pt x="0" y="0"/></a:lnTo><a:lnTo><a:pt x="0" y="22339"/></a:lnTo><a:lnTo><a:pt x="338785" y="22339"/></a:lnTo><a:lnTo><a:pt x="338785" y="0"/></a:lnTo><a:close/></a:path><a:path w="2237740" h="1380490"><a:moveTo><a:pt x="2237511" y="1357960"/></a:moveTo><a:lnTo><a:pt x="337858" y="1357960"/></a:lnTo><a:lnTo><a:pt x="337858" y="1380299"/></a:lnTo><a:lnTo><a:pt x="2237511" y="1380299"/></a:lnTo><a:lnTo><a:pt x="2237511" y="1357960"/></a:lnTo><a:close/></a:path></a:pathLst></a:custGeom><a:solidFill><a:srgbClr val="C00000"/></a:solidFill></p:spPr><p:txBody><a:bodyPr wrap="square" lIns="0" tIns="0" rIns="0" bIns="0" rtlCol="0"/><a:lstStyle/><a:p/></p:txBody></p:sp><p:pic><p:nvPicPr><p:cNvPr id="537" name="object 537"/><p:cNvPicPr/><p:nvPr/></p:nvPicPr><p:blipFill><a:blip r:embed="rId32" cstate="print"/><a:stretch><a:fillRect/></a:stretch></p:blipFill><p:spPr><a:xfrm><a:off x="14346381" y="10584897"/><a:ext cx="2237508" cy="675897"/></a:xfrm><a:prstGeom prst="rect"><a:avLst/></a:prstGeom></p:spPr></p:pic></p:grpSp><p:sp><p:nvSpPr><p:cNvPr id="538" name="object 538"/><p:cNvSpPr txBox="1"/><p:nvPr/></p:nvSpPr><p:spPr><a:xfrm><a:off x="15747908" y="10731423"/><a:ext cx="429259" cy="193040"/></a:xfrm><a:prstGeom prst="rect"><a:avLst/></a:prstGeom></p:spPr><p:txBody><a:bodyPr wrap="square" lIns="0" tIns="12700" rIns="0" bIns="0" rtlCol="0" vert="horz"><a:spAutoFit/></a:bodyPr><a:lstStyle/><a:p><a:pPr marL="12700"><a:lnSpc><a:spcPct val="100000"/></a:lnSpc><a:spcBef><a:spcPts val="100"/></a:spcBef></a:pPr><a:endParaRPr sz="1100"><a:latin typeface="Arial"/><a:cs typeface="Arial"/></a:endParaRPr><a:r><a:rPr dirty="0" sz="1100" spc="-10"><a:solidFill><a:srgbClr val="FF0000"/><a:t></a:t></a:r></a:p></p:txBody></p:sp><p:sp><p:nvSpPr><p:cNvPr id="539" name="object 539"/><p:cNvSpPr txBox="1"/><p:nvPr/></p:nvSpPr><p:spPr><a:xfrm><a:off x="15130588" y="12729115"/><a:ext cx="623570" cy="174625"/></a:xfrm><a:prstGeom prst="rect"><a:avLst/></a:prstGeom></p:spPr><p:txBody><a:bodyPr wrap="square" lIns="0" tIns="15875" rIns="0" bIns="0" rtlCol="0" vert="horz"><a:spAutoFit/></a:bodyPr><a:lstStyle/><a:p><a:pPr marL="12700"><a:lnSpc><a:spcPct val="100000"/></a:lnSpc><a:spcBef><a:spcPts val="125"/></a:spcBef></a:pPr><a:endParaRPr sz="950"><a:latin typeface="Calibri"/><a:cs typeface="Calibri"/></a:endParaRPr><a:r><a:rPr dirty="0" sz="950" spc="-10"><a:solidFill><a:srgbClr val="FF0000"/><a:t>{{ISSUE_DATE}}</a:t></a:r></a:p></p:txBody></p:sp><p:sp><p:nvSpPr><p:cNvPr id="540" name="object 540"/><p:cNvSpPr txBox="1"/><p:nvPr/></p:nvSpPr><p:spPr><a:xfrm><a:off x="14301897" y="8985199"/><a:ext cx="2319655" cy="1769110"/></a:xfrm><a:prstGeom prst="rect"><a:avLst/></a:prstGeom></p:spPr><p:txBody><a:bodyPr wrap="square" lIns="0" tIns="16510" rIns="0" bIns="0" rtlCol="0" vert="horz"><a:spAutoFit/></a:bodyPr><a:lstStyle/><a:p><a:pPr marL="181610"><a:lnSpc><a:spcPts val="3400"/></a:lnSpc><a:spcBef><a:spcPts val="130"/></a:spcBef></a:pPr><a:endParaRPr sz="2900"><a:latin typeface="Arial"/><a:cs typeface="Arial"/></a:endParaRPr><a:r><a:rPr dirty="0" sz="2900" spc="-10"><a:solidFill><a:srgbClr val="FF0000"/><a:t>{{JOB_NO}}</a:t></a:r></a:p><a:p><a:pPr algn="ctr"><a:lnSpc><a:spcPts val="1360"/></a:lnSpc></a:pPr><a:endParaRPr sz="1200"><a:latin typeface="Arial"/><a:cs typeface="Arial"/></a:endParaRPr><a:r><a:rPr dirty="0" sz="1200" b="1"><a:solidFill><a:srgbClr val="C00000"/><a:t>SUBMITTED FOR REVIEW</a:t></a:r></a:p><a:p><a:pPr algn="ctr" marL="228600" marR="211454" indent="-635"><a:lnSpc><a:spcPct val="90100"/></a:lnSpc><a:spcBef><a:spcPts val="595"/></a:spcBef></a:pPr><a:endParaRPr sz="1200"><a:latin typeface="Arial"/><a:cs typeface="Arial"/></a:endParaRPr><a:r><a:rPr dirty="0" sz="1450" b="1"><a:solidFill><a:srgbClr val="C00000"/><a:t>FOR OFFICIAL USE ONLY</a:t></a:r></a:p><a:p><a:pPr algn="ctr" marL="91440" marR="74295"><a:lnSpc><a:spcPct val="102699"/></a:lnSpc><a:spcBef><a:spcPts val="114"/></a:spcBef></a:pPr><a:endParaRPr sz="850"><a:latin typeface="Arial"/><a:cs typeface="Arial"/></a:endParaRPr><a:r><a:rPr dirty="0" sz="850"><a:solidFill><a:srgbClr val="C00000"/><a:t></a:t></a:r></a:p><a:p><a:pPr algn="ctr" marL="9525"><a:lnSpc><a:spcPct val="100000"/></a:lnSpc><a:spcBef><a:spcPts val="385"/></a:spcBef></a:pPr><a:endParaRPr sz="1100"><a:latin typeface="Arial"/><a:cs typeface="Arial"/></a:endParaRPr><a:r><a:rPr dirty="0" sz="1100" b="1"><a:solidFill><a:srgbClr val="C00000"/><a:t></a:t></a:r></a:p></p:txBody></p:sp><p:sp><p:nvSpPr><p:cNvPr id="541" name="object 541"/><p:cNvSpPr txBox="1"/><p:nvPr/></p:nvSpPr><p:spPr><a:xfrm><a:off x="16222431" y="6478827"/><a:ext cx="1257935" cy="654050"/></a:xfrm><a:prstGeom prst="rect"><a:avLst/></a:prstGeom></p:spPr><p:txBody><a:bodyPr wrap="square" lIns="0" tIns="19050" rIns="0" bIns="0" rtlCol="0" vert="horz"><a:spAutoFit/></a:bodyPr><a:lstStyle/><a:p><a:pPr marL="12700" marR="5080"><a:lnSpc><a:spcPts val="700"/></a:lnSpc><a:spcBef><a:spcPts val="150"/></a:spcBef></a:pPr><a:endParaRPr sz="600"><a:latin typeface="Arial"/><a:cs typeface="Arial"/></a:endParaRPr><a:r><a:rPr dirty="0" sz="600" b="1"><a:solidFill><a:srgbClr val="FF0000"/><a:t>SUBMITTED FOR REVIEW SUBJECT TO FIELD INSPECTION</a:t></a:r></a:p><a:p><a:pPr marL="12700" marR="185420"><a:lnSpc><a:spcPts val="700"/></a:lnSpc><a:spcBef><a:spcPts val="5"/></a:spcBef></a:pPr><a:endParaRPr sz="600"><a:latin typeface="Arial"/><a:cs typeface="Arial"/></a:endParaRPr><a:r><a:rPr dirty="0" sz="600" b="1"><a:solidFill><a:srgbClr val="FF0000"/><a:t> </a:t></a:r></a:p><a:p><a:pPr marL="12700" marR="301625"><a:lnSpc><a:spcPts val="700"/></a:lnSpc><a:spcBef><a:spcPts val="5"/></a:spcBef></a:pPr><a:endParaRPr sz="600"><a:latin typeface="Arial"/><a:cs typeface="Arial"/></a:endParaRPr><a:r><a:rPr dirty="0" sz="600" b="1"><a:solidFill><a:srgbClr val="FF0000"/><a:t> </a:t></a:r></a:p></p:txBody></p:sp><p:sp><p:nvSpPr><p:cNvPr id="542" name="object 542"/><p:cNvSpPr txBox="1"/><p:nvPr/></p:nvSpPr><p:spPr><a:xfrm><a:off x="16222431" y="7192399"/><a:ext cx="1727835" cy="475615"/></a:xfrm><a:prstGeom prst="rect"><a:avLst/></a:prstGeom></p:spPr><p:txBody><a:bodyPr wrap="square" lIns="0" tIns="13970" rIns="0" bIns="0" rtlCol="0" vert="horz"><a:spAutoFit/></a:bodyPr><a:lstStyle/><a:p><a:pPr marL="12700"><a:lnSpc><a:spcPts val="710"/></a:lnSpc><a:spcBef><a:spcPts val="110"/></a:spcBef></a:pPr><a:r><a:rPr dirty="0" sz="600" b="1"><a:solidFill><a:srgbClr val="FF0000"/></a:solidFill><a:latin typeface="Arial"/><a:cs typeface="Arial"/></a:rPr><a:t>OFD</a:t></a:r><a:r><a:rPr dirty="0" sz="600" spc="25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NOTES:</a:t></a:r><a:endParaRPr sz="600"><a:latin typeface="Arial"/><a:cs typeface="Arial"/></a:endParaRPr></a:p><a:p><a:pPr marL="12700"><a:lnSpc><a:spcPts val="700"/></a:lnSpc></a:pPr><a:r><a:rPr dirty="0" sz="600" spc="-25" b="1"><a:solidFill><a:srgbClr val="FF0000"/></a:solidFill><a:latin typeface="Arial"/><a:cs typeface="Arial"/></a:rPr><a:t>1.</a:t></a:r><a:endParaRPr sz="600"><a:latin typeface="Arial"/><a:cs typeface="Arial"/></a:endParaRPr></a:p><a:p><a:pPr algn="just" marL="12700" marR="5080"><a:lnSpc><a:spcPts val="700"/></a:lnSpc><a:spcBef><a:spcPts val="30"/></a:spcBef></a:pPr><a:r><a:rPr dirty="0" sz="600" b="1"><a:solidFill><a:srgbClr val="FF0000"/></a:solidFill><a:latin typeface="Arial"/><a:cs typeface="Arial"/></a:rPr><a:t>Provide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required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minimum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5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feet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setback</a:t></a:r><a:r><a:rPr dirty="0" sz="600" spc="20" b="1"><a:solidFill><a:srgbClr val="FF0000"/></a:solidFill><a:latin typeface="Arial"/><a:cs typeface="Arial"/></a:rPr><a:t> </a:t></a:r><a:r><a:rPr dirty="0" sz="600" spc="-20" b="1"><a:solidFill><a:srgbClr val="FF0000"/></a:solidFill><a:latin typeface="Arial"/><a:cs typeface="Arial"/></a:rPr><a:t>with</a:t></a:r><a:r><a:rPr dirty="0" sz="600" spc="50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non-combustible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vegetation</a:t></a:r><a:r><a:rPr dirty="0" sz="600" spc="3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or</a:t></a:r><a:r><a:rPr dirty="0" sz="600" spc="3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structure.</a:t></a:r><a:r><a:rPr dirty="0" sz="600" spc="229" b="1"><a:solidFill><a:srgbClr val="FF0000"/></a:solidFill><a:latin typeface="Arial"/><a:cs typeface="Arial"/></a:rPr><a:t> </a:t></a:r><a:r><a:rPr dirty="0" sz="600" spc="-20" b="1"><a:solidFill><a:srgbClr val="FF0000"/></a:solidFill><a:latin typeface="Arial"/><a:cs typeface="Arial"/></a:rPr><a:t>Ref.</a:t></a:r><a:r><a:rPr dirty="0" sz="600" spc="50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CA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Wildland</a:t></a:r><a:r><a:rPr dirty="0" sz="600" spc="25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Urban</a:t></a:r><a:r><a:rPr dirty="0" sz="600" spc="20" b="1"><a:solidFill><a:srgbClr val="FF0000"/></a:solidFill><a:latin typeface="Arial"/><a:cs typeface="Arial"/></a:rPr><a:t> </a:t></a:r><a:r><a:rPr dirty="0" sz="600" b="1"><a:solidFill><a:srgbClr val="FF0000"/></a:solidFill><a:latin typeface="Arial"/><a:cs typeface="Arial"/></a:rPr><a:t>Interface</a:t></a:r><a:r><a:rPr dirty="0" sz="600" spc="25" b="1"><a:solidFill><a:srgbClr val="FF0000"/></a:solidFill><a:latin typeface="Arial"/><a:cs typeface="Arial"/></a:rPr><a:t> </a:t></a:r><a:r><a:rPr dirty="0" sz="600" spc="-10" b="1"><a:solidFill><a:srgbClr val="FF0000"/></a:solidFill><a:latin typeface="Arial"/><a:cs typeface="Arial"/></a:rPr><a:t>Code.</a:t></a:r><a:endParaRPr sz="600"><a:latin typeface="Arial"/><a:cs typeface="Arial"/></a:endParaRPr></a:p></p:txBody></p:sp></p:spTree></p:cSld><p:clrMapOvr><a:masterClrMapping/></p:clrMapOvr></p:sld >
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Stiaan</dc:creator>
  <dcterms:created xsi:type="dcterms:W3CDTF">2026-06-28T02:19:49Z</dcterms:created>
  <dcterms:modified xsi:type="dcterms:W3CDTF">2026-06-28T02:19:49Z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2025-12-19T00:00:00Z</vt:filetime>
  </property>
  <property fmtid="{D5CDD505-2E9C-101B-9397-08002B2CF9AE}" pid="3" name="DocumentID">
    <vt:lpwstr>uuid:9f7a782c-decf-4dd6-8b72-ddc195b6d2cc</vt:lpwstr>
  </property>
  <property fmtid="{D5CDD505-2E9C-101B-9397-08002B2CF9AE}" pid="4" name="LastSaved">
    <vt:filetime>2026-06-28T00:00:00Z</vt:filetime>
  </property>
</Properties>
</file>